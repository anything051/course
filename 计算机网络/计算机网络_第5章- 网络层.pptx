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wmf" ContentType="image/x-wmf"/>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media/image2.svg" ContentType="image/svg+xml"/>
  <Override PartName="/ppt/media/image21.svg" ContentType="image/svg+xml"/>
  <Override PartName="/ppt/media/image23.svg" ContentType="image/svg+xml"/>
  <Override PartName="/ppt/media/image4.svg" ContentType="image/svg+xml"/>
  <Override PartName="/ppt/media/image7.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slides/slide236.xml" ContentType="application/vnd.openxmlformats-officedocument.presentationml.slide+xml"/>
  <Override PartName="/ppt/slides/slide237.xml" ContentType="application/vnd.openxmlformats-officedocument.presentationml.slide+xml"/>
  <Override PartName="/ppt/slides/slide238.xml" ContentType="application/vnd.openxmlformats-officedocument.presentationml.slide+xml"/>
  <Override PartName="/ppt/slides/slide239.xml" ContentType="application/vnd.openxmlformats-officedocument.presentationml.slide+xml"/>
  <Override PartName="/ppt/slides/slide24.xml" ContentType="application/vnd.openxmlformats-officedocument.presentationml.slide+xml"/>
  <Override PartName="/ppt/slides/slide240.xml" ContentType="application/vnd.openxmlformats-officedocument.presentationml.slide+xml"/>
  <Override PartName="/ppt/slides/slide241.xml" ContentType="application/vnd.openxmlformats-officedocument.presentationml.slide+xml"/>
  <Override PartName="/ppt/slides/slide242.xml" ContentType="application/vnd.openxmlformats-officedocument.presentationml.slide+xml"/>
  <Override PartName="/ppt/slides/slide243.xml" ContentType="application/vnd.openxmlformats-officedocument.presentationml.slide+xml"/>
  <Override PartName="/ppt/slides/slide244.xml" ContentType="application/vnd.openxmlformats-officedocument.presentationml.slide+xml"/>
  <Override PartName="/ppt/slides/slide245.xml" ContentType="application/vnd.openxmlformats-officedocument.presentationml.slide+xml"/>
  <Override PartName="/ppt/slides/slide246.xml" ContentType="application/vnd.openxmlformats-officedocument.presentationml.slide+xml"/>
  <Override PartName="/ppt/slides/slide247.xml" ContentType="application/vnd.openxmlformats-officedocument.presentationml.slide+xml"/>
  <Override PartName="/ppt/slides/slide248.xml" ContentType="application/vnd.openxmlformats-officedocument.presentationml.slide+xml"/>
  <Override PartName="/ppt/slides/slide249.xml" ContentType="application/vnd.openxmlformats-officedocument.presentationml.slide+xml"/>
  <Override PartName="/ppt/slides/slide25.xml" ContentType="application/vnd.openxmlformats-officedocument.presentationml.slide+xml"/>
  <Override PartName="/ppt/slides/slide250.xml" ContentType="application/vnd.openxmlformats-officedocument.presentationml.slide+xml"/>
  <Override PartName="/ppt/slides/slide251.xml" ContentType="application/vnd.openxmlformats-officedocument.presentationml.slide+xml"/>
  <Override PartName="/ppt/slides/slide252.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Override1.xml" ContentType="application/vnd.openxmlformats-officedocument.themeOverrid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9"/>
  </p:notesMasterIdLst>
  <p:handoutMasterIdLst>
    <p:handoutMasterId r:id="rId256"/>
  </p:handoutMasterIdLst>
  <p:sldIdLst>
    <p:sldId id="16768642" r:id="rId3"/>
    <p:sldId id="16769027" r:id="rId4"/>
    <p:sldId id="16769028" r:id="rId5"/>
    <p:sldId id="557" r:id="rId6"/>
    <p:sldId id="558" r:id="rId7"/>
    <p:sldId id="620" r:id="rId8"/>
    <p:sldId id="902" r:id="rId10"/>
    <p:sldId id="561" r:id="rId11"/>
    <p:sldId id="2938" r:id="rId12"/>
    <p:sldId id="2939" r:id="rId13"/>
    <p:sldId id="2940" r:id="rId14"/>
    <p:sldId id="2941" r:id="rId15"/>
    <p:sldId id="568" r:id="rId16"/>
    <p:sldId id="2943" r:id="rId17"/>
    <p:sldId id="572" r:id="rId18"/>
    <p:sldId id="573" r:id="rId19"/>
    <p:sldId id="574" r:id="rId20"/>
    <p:sldId id="575" r:id="rId21"/>
    <p:sldId id="580" r:id="rId22"/>
    <p:sldId id="581" r:id="rId23"/>
    <p:sldId id="582" r:id="rId24"/>
    <p:sldId id="584" r:id="rId25"/>
    <p:sldId id="583" r:id="rId26"/>
    <p:sldId id="894" r:id="rId27"/>
    <p:sldId id="896" r:id="rId28"/>
    <p:sldId id="585" r:id="rId29"/>
    <p:sldId id="3135" r:id="rId30"/>
    <p:sldId id="3136" r:id="rId31"/>
    <p:sldId id="3137" r:id="rId32"/>
    <p:sldId id="587" r:id="rId33"/>
    <p:sldId id="588" r:id="rId34"/>
    <p:sldId id="591" r:id="rId35"/>
    <p:sldId id="641" r:id="rId36"/>
    <p:sldId id="643" r:id="rId37"/>
    <p:sldId id="642" r:id="rId38"/>
    <p:sldId id="644" r:id="rId39"/>
    <p:sldId id="897" r:id="rId40"/>
    <p:sldId id="593" r:id="rId41"/>
    <p:sldId id="594" r:id="rId42"/>
    <p:sldId id="3130" r:id="rId43"/>
    <p:sldId id="3131" r:id="rId44"/>
    <p:sldId id="3132" r:id="rId45"/>
    <p:sldId id="3133" r:id="rId46"/>
    <p:sldId id="3134" r:id="rId47"/>
    <p:sldId id="638" r:id="rId48"/>
    <p:sldId id="16769025" r:id="rId49"/>
    <p:sldId id="16769017" r:id="rId50"/>
    <p:sldId id="16769133" r:id="rId51"/>
    <p:sldId id="689" r:id="rId52"/>
    <p:sldId id="685" r:id="rId53"/>
    <p:sldId id="686" r:id="rId54"/>
    <p:sldId id="687" r:id="rId55"/>
    <p:sldId id="688" r:id="rId56"/>
    <p:sldId id="690" r:id="rId57"/>
    <p:sldId id="691" r:id="rId58"/>
    <p:sldId id="692" r:id="rId59"/>
    <p:sldId id="697" r:id="rId60"/>
    <p:sldId id="698" r:id="rId61"/>
    <p:sldId id="699" r:id="rId62"/>
    <p:sldId id="700" r:id="rId63"/>
    <p:sldId id="701" r:id="rId64"/>
    <p:sldId id="702" r:id="rId65"/>
    <p:sldId id="16769018" r:id="rId66"/>
    <p:sldId id="16769134" r:id="rId67"/>
    <p:sldId id="16769019" r:id="rId68"/>
    <p:sldId id="16769020" r:id="rId69"/>
    <p:sldId id="16769135" r:id="rId70"/>
    <p:sldId id="16769024" r:id="rId71"/>
    <p:sldId id="704" r:id="rId72"/>
    <p:sldId id="705" r:id="rId73"/>
    <p:sldId id="16769030" r:id="rId74"/>
    <p:sldId id="16769031" r:id="rId75"/>
    <p:sldId id="16769032" r:id="rId76"/>
    <p:sldId id="707" r:id="rId77"/>
    <p:sldId id="16769033" r:id="rId78"/>
    <p:sldId id="16769082" r:id="rId79"/>
    <p:sldId id="711" r:id="rId80"/>
    <p:sldId id="712" r:id="rId81"/>
    <p:sldId id="713" r:id="rId82"/>
    <p:sldId id="714" r:id="rId83"/>
    <p:sldId id="715" r:id="rId84"/>
    <p:sldId id="716" r:id="rId85"/>
    <p:sldId id="717" r:id="rId86"/>
    <p:sldId id="16769036" r:id="rId87"/>
    <p:sldId id="899" r:id="rId88"/>
    <p:sldId id="16769065" r:id="rId89"/>
    <p:sldId id="812" r:id="rId90"/>
    <p:sldId id="813" r:id="rId91"/>
    <p:sldId id="814" r:id="rId92"/>
    <p:sldId id="815" r:id="rId93"/>
    <p:sldId id="816" r:id="rId94"/>
    <p:sldId id="817" r:id="rId95"/>
    <p:sldId id="818" r:id="rId96"/>
    <p:sldId id="16769066" r:id="rId97"/>
    <p:sldId id="16769035" r:id="rId98"/>
    <p:sldId id="820" r:id="rId99"/>
    <p:sldId id="821" r:id="rId100"/>
    <p:sldId id="16769067" r:id="rId101"/>
    <p:sldId id="16769068" r:id="rId102"/>
    <p:sldId id="827" r:id="rId103"/>
    <p:sldId id="822" r:id="rId104"/>
    <p:sldId id="824" r:id="rId105"/>
    <p:sldId id="16769069" r:id="rId106"/>
    <p:sldId id="826" r:id="rId107"/>
    <p:sldId id="828" r:id="rId108"/>
    <p:sldId id="16769050" r:id="rId109"/>
    <p:sldId id="16769051" r:id="rId110"/>
    <p:sldId id="851" r:id="rId111"/>
    <p:sldId id="777" r:id="rId112"/>
    <p:sldId id="16769052" r:id="rId113"/>
    <p:sldId id="16769053" r:id="rId114"/>
    <p:sldId id="16769054" r:id="rId115"/>
    <p:sldId id="16769055" r:id="rId116"/>
    <p:sldId id="16769056" r:id="rId117"/>
    <p:sldId id="16769057" r:id="rId118"/>
    <p:sldId id="16769058" r:id="rId119"/>
    <p:sldId id="16769059" r:id="rId120"/>
    <p:sldId id="16769060" r:id="rId121"/>
    <p:sldId id="16769061" r:id="rId122"/>
    <p:sldId id="16769062" r:id="rId123"/>
    <p:sldId id="16769063" r:id="rId124"/>
    <p:sldId id="16769064" r:id="rId125"/>
    <p:sldId id="863" r:id="rId126"/>
    <p:sldId id="16769070" r:id="rId127"/>
    <p:sldId id="16769071" r:id="rId128"/>
    <p:sldId id="16769072" r:id="rId129"/>
    <p:sldId id="16769074" r:id="rId130"/>
    <p:sldId id="16769073" r:id="rId131"/>
    <p:sldId id="16769037" r:id="rId132"/>
    <p:sldId id="16769038" r:id="rId133"/>
    <p:sldId id="16769039" r:id="rId134"/>
    <p:sldId id="16769040" r:id="rId135"/>
    <p:sldId id="16769041" r:id="rId136"/>
    <p:sldId id="16769042" r:id="rId137"/>
    <p:sldId id="16769043" r:id="rId138"/>
    <p:sldId id="726" r:id="rId139"/>
    <p:sldId id="727" r:id="rId140"/>
    <p:sldId id="16769044" r:id="rId141"/>
    <p:sldId id="16769045" r:id="rId142"/>
    <p:sldId id="16769046" r:id="rId143"/>
    <p:sldId id="16769047" r:id="rId144"/>
    <p:sldId id="16769048" r:id="rId145"/>
    <p:sldId id="16769049" r:id="rId146"/>
    <p:sldId id="834" r:id="rId147"/>
    <p:sldId id="835" r:id="rId148"/>
    <p:sldId id="836" r:id="rId149"/>
    <p:sldId id="838" r:id="rId150"/>
    <p:sldId id="840" r:id="rId151"/>
    <p:sldId id="16769075" r:id="rId152"/>
    <p:sldId id="16769076" r:id="rId153"/>
    <p:sldId id="16769077" r:id="rId154"/>
    <p:sldId id="16769078" r:id="rId155"/>
    <p:sldId id="16769079" r:id="rId156"/>
    <p:sldId id="841" r:id="rId157"/>
    <p:sldId id="843" r:id="rId158"/>
    <p:sldId id="16769108" r:id="rId159"/>
    <p:sldId id="844" r:id="rId160"/>
    <p:sldId id="847" r:id="rId161"/>
    <p:sldId id="845" r:id="rId162"/>
    <p:sldId id="846" r:id="rId163"/>
    <p:sldId id="848" r:id="rId164"/>
    <p:sldId id="849" r:id="rId165"/>
    <p:sldId id="850" r:id="rId166"/>
    <p:sldId id="16769080" r:id="rId167"/>
    <p:sldId id="865" r:id="rId168"/>
    <p:sldId id="900" r:id="rId169"/>
    <p:sldId id="867" r:id="rId170"/>
    <p:sldId id="868" r:id="rId171"/>
    <p:sldId id="870" r:id="rId172"/>
    <p:sldId id="873" r:id="rId173"/>
    <p:sldId id="874" r:id="rId174"/>
    <p:sldId id="875" r:id="rId175"/>
    <p:sldId id="876" r:id="rId176"/>
    <p:sldId id="871" r:id="rId177"/>
    <p:sldId id="872" r:id="rId178"/>
    <p:sldId id="878" r:id="rId179"/>
    <p:sldId id="880" r:id="rId180"/>
    <p:sldId id="881" r:id="rId181"/>
    <p:sldId id="882" r:id="rId182"/>
    <p:sldId id="883" r:id="rId183"/>
    <p:sldId id="884" r:id="rId184"/>
    <p:sldId id="901" r:id="rId185"/>
    <p:sldId id="886" r:id="rId186"/>
    <p:sldId id="887" r:id="rId187"/>
    <p:sldId id="888" r:id="rId188"/>
    <p:sldId id="889" r:id="rId189"/>
    <p:sldId id="890" r:id="rId190"/>
    <p:sldId id="891" r:id="rId191"/>
    <p:sldId id="16769084" r:id="rId192"/>
    <p:sldId id="16769085" r:id="rId193"/>
    <p:sldId id="16769086" r:id="rId194"/>
    <p:sldId id="16769087" r:id="rId195"/>
    <p:sldId id="16769088" r:id="rId196"/>
    <p:sldId id="16769089" r:id="rId197"/>
    <p:sldId id="16769090" r:id="rId198"/>
    <p:sldId id="16769091" r:id="rId199"/>
    <p:sldId id="16769092" r:id="rId200"/>
    <p:sldId id="16769094" r:id="rId201"/>
    <p:sldId id="16769093" r:id="rId202"/>
    <p:sldId id="16769095" r:id="rId203"/>
    <p:sldId id="16769096" r:id="rId204"/>
    <p:sldId id="16769098" r:id="rId205"/>
    <p:sldId id="16769099" r:id="rId206"/>
    <p:sldId id="16769100" r:id="rId207"/>
    <p:sldId id="16769103" r:id="rId208"/>
    <p:sldId id="16769102" r:id="rId209"/>
    <p:sldId id="16769101" r:id="rId210"/>
    <p:sldId id="16769104" r:id="rId211"/>
    <p:sldId id="16769105" r:id="rId212"/>
    <p:sldId id="16769106" r:id="rId213"/>
    <p:sldId id="16769109" r:id="rId214"/>
    <p:sldId id="16769110" r:id="rId215"/>
    <p:sldId id="16769097" r:id="rId216"/>
    <p:sldId id="16769116" r:id="rId217"/>
    <p:sldId id="16769117" r:id="rId218"/>
    <p:sldId id="16769118" r:id="rId219"/>
    <p:sldId id="16769119" r:id="rId220"/>
    <p:sldId id="16769120" r:id="rId221"/>
    <p:sldId id="16769121" r:id="rId222"/>
    <p:sldId id="16769111" r:id="rId223"/>
    <p:sldId id="16769112" r:id="rId224"/>
    <p:sldId id="16769113" r:id="rId225"/>
    <p:sldId id="16769114" r:id="rId226"/>
    <p:sldId id="16769115" r:id="rId227"/>
    <p:sldId id="597" r:id="rId228"/>
    <p:sldId id="548" r:id="rId229"/>
    <p:sldId id="598" r:id="rId230"/>
    <p:sldId id="668" r:id="rId231"/>
    <p:sldId id="667" r:id="rId232"/>
    <p:sldId id="669" r:id="rId233"/>
    <p:sldId id="670" r:id="rId234"/>
    <p:sldId id="647" r:id="rId235"/>
    <p:sldId id="599" r:id="rId236"/>
    <p:sldId id="671" r:id="rId237"/>
    <p:sldId id="677" r:id="rId238"/>
    <p:sldId id="678" r:id="rId239"/>
    <p:sldId id="679" r:id="rId240"/>
    <p:sldId id="681" r:id="rId241"/>
    <p:sldId id="680" r:id="rId242"/>
    <p:sldId id="646" r:id="rId243"/>
    <p:sldId id="648" r:id="rId244"/>
    <p:sldId id="16769126" r:id="rId245"/>
    <p:sldId id="16769136" r:id="rId246"/>
    <p:sldId id="16769137" r:id="rId247"/>
    <p:sldId id="16769128" r:id="rId248"/>
    <p:sldId id="16769129" r:id="rId249"/>
    <p:sldId id="16769138" r:id="rId250"/>
    <p:sldId id="16769139" r:id="rId251"/>
    <p:sldId id="16769140" r:id="rId252"/>
    <p:sldId id="16769145" r:id="rId253"/>
    <p:sldId id="16769144" r:id="rId254"/>
    <p:sldId id="16769147" r:id="rId255"/>
  </p:sldIdLst>
  <p:sldSz cx="12192000" cy="6858000"/>
  <p:notesSz cx="6400800" cy="8686800"/>
  <p:defaultTextStyle>
    <a:defPPr>
      <a:defRPr lang="zh-CN"/>
    </a:defPPr>
    <a:lvl1pPr algn="l" rtl="0" eaLnBrk="0" fontAlgn="base" hangingPunct="0">
      <a:spcBef>
        <a:spcPct val="0"/>
      </a:spcBef>
      <a:spcAft>
        <a:spcPct val="0"/>
      </a:spcAft>
      <a:defRPr sz="2000" kern="1200">
        <a:solidFill>
          <a:schemeClr val="tx1"/>
        </a:solidFill>
        <a:latin typeface="Arial" panose="020B0604020202020204" pitchFamily="34" charset="0"/>
        <a:ea typeface="黑体" panose="02010609060101010101" pitchFamily="49" charset="-122"/>
        <a:cs typeface="+mn-cs"/>
      </a:defRPr>
    </a:lvl1pPr>
    <a:lvl2pPr marL="457200" algn="l" rtl="0" eaLnBrk="0" fontAlgn="base" hangingPunct="0">
      <a:spcBef>
        <a:spcPct val="0"/>
      </a:spcBef>
      <a:spcAft>
        <a:spcPct val="0"/>
      </a:spcAft>
      <a:defRPr sz="2000" kern="1200">
        <a:solidFill>
          <a:schemeClr val="tx1"/>
        </a:solidFill>
        <a:latin typeface="Arial" panose="020B0604020202020204" pitchFamily="34" charset="0"/>
        <a:ea typeface="黑体" panose="02010609060101010101" pitchFamily="49" charset="-122"/>
        <a:cs typeface="+mn-cs"/>
      </a:defRPr>
    </a:lvl2pPr>
    <a:lvl3pPr marL="914400" algn="l" rtl="0" eaLnBrk="0" fontAlgn="base" hangingPunct="0">
      <a:spcBef>
        <a:spcPct val="0"/>
      </a:spcBef>
      <a:spcAft>
        <a:spcPct val="0"/>
      </a:spcAft>
      <a:defRPr sz="2000" kern="1200">
        <a:solidFill>
          <a:schemeClr val="tx1"/>
        </a:solidFill>
        <a:latin typeface="Arial" panose="020B0604020202020204" pitchFamily="34" charset="0"/>
        <a:ea typeface="黑体" panose="02010609060101010101" pitchFamily="49" charset="-122"/>
        <a:cs typeface="+mn-cs"/>
      </a:defRPr>
    </a:lvl3pPr>
    <a:lvl4pPr marL="1371600" algn="l" rtl="0" eaLnBrk="0" fontAlgn="base" hangingPunct="0">
      <a:spcBef>
        <a:spcPct val="0"/>
      </a:spcBef>
      <a:spcAft>
        <a:spcPct val="0"/>
      </a:spcAft>
      <a:defRPr sz="2000" kern="1200">
        <a:solidFill>
          <a:schemeClr val="tx1"/>
        </a:solidFill>
        <a:latin typeface="Arial" panose="020B0604020202020204" pitchFamily="34" charset="0"/>
        <a:ea typeface="黑体" panose="02010609060101010101" pitchFamily="49" charset="-122"/>
        <a:cs typeface="+mn-cs"/>
      </a:defRPr>
    </a:lvl4pPr>
    <a:lvl5pPr marL="1828800" algn="l" rtl="0" eaLnBrk="0" fontAlgn="base" hangingPunct="0">
      <a:spcBef>
        <a:spcPct val="0"/>
      </a:spcBef>
      <a:spcAft>
        <a:spcPct val="0"/>
      </a:spcAft>
      <a:defRPr sz="2000" kern="1200">
        <a:solidFill>
          <a:schemeClr val="tx1"/>
        </a:solidFill>
        <a:latin typeface="Arial" panose="020B0604020202020204" pitchFamily="34" charset="0"/>
        <a:ea typeface="黑体" panose="02010609060101010101" pitchFamily="49" charset="-122"/>
        <a:cs typeface="+mn-cs"/>
      </a:defRPr>
    </a:lvl5pPr>
    <a:lvl6pPr marL="2286000" algn="l" defTabSz="914400" rtl="0" eaLnBrk="1" latinLnBrk="0" hangingPunct="1">
      <a:defRPr sz="2000" kern="1200">
        <a:solidFill>
          <a:schemeClr val="tx1"/>
        </a:solidFill>
        <a:latin typeface="Arial" panose="020B0604020202020204" pitchFamily="34" charset="0"/>
        <a:ea typeface="黑体" panose="02010609060101010101" pitchFamily="49" charset="-122"/>
        <a:cs typeface="+mn-cs"/>
      </a:defRPr>
    </a:lvl6pPr>
    <a:lvl7pPr marL="2743200" algn="l" defTabSz="914400" rtl="0" eaLnBrk="1" latinLnBrk="0" hangingPunct="1">
      <a:defRPr sz="2000" kern="1200">
        <a:solidFill>
          <a:schemeClr val="tx1"/>
        </a:solidFill>
        <a:latin typeface="Arial" panose="020B0604020202020204" pitchFamily="34" charset="0"/>
        <a:ea typeface="黑体" panose="02010609060101010101" pitchFamily="49" charset="-122"/>
        <a:cs typeface="+mn-cs"/>
      </a:defRPr>
    </a:lvl7pPr>
    <a:lvl8pPr marL="3200400" algn="l" defTabSz="914400" rtl="0" eaLnBrk="1" latinLnBrk="0" hangingPunct="1">
      <a:defRPr sz="2000" kern="1200">
        <a:solidFill>
          <a:schemeClr val="tx1"/>
        </a:solidFill>
        <a:latin typeface="Arial" panose="020B0604020202020204" pitchFamily="34" charset="0"/>
        <a:ea typeface="黑体" panose="02010609060101010101" pitchFamily="49" charset="-122"/>
        <a:cs typeface="+mn-cs"/>
      </a:defRPr>
    </a:lvl8pPr>
    <a:lvl9pPr marL="3657600" algn="l" defTabSz="914400" rtl="0" eaLnBrk="1" latinLnBrk="0" hangingPunct="1">
      <a:defRPr sz="2000" kern="1200">
        <a:solidFill>
          <a:schemeClr val="tx1"/>
        </a:solidFill>
        <a:latin typeface="Arial" panose="020B0604020202020204" pitchFamily="34" charset="0"/>
        <a:ea typeface="黑体" panose="02010609060101010101" pitchFamily="49" charset="-122"/>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FFCCCC"/>
    <a:srgbClr val="FFCC99"/>
    <a:srgbClr val="99CC00"/>
    <a:srgbClr val="CCFF33"/>
    <a:srgbClr val="000000"/>
    <a:srgbClr val="FF0000"/>
    <a:srgbClr val="FF99FF"/>
    <a:srgbClr val="CC33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D113A9D2-9D6B-4929-AA2D-F23B5EE8CBE7}" styleName="主题样式 2 - 强调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00A15C55-8517-42AA-B614-E9B94910E393}" styleName="中度样式 2 - 强调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8A107856-5554-42FB-B03E-39F5DBC370BA}" styleName="中度样式 4 - 强调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D7AC3CCA-C797-4891-BE02-D94E43425B78}" styleName="中度样式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72833802-FEF1-4C79-8D5D-14CF1EAF98D9}" styleName="浅色样式 2 - 强调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2A488322-F2BA-4B5B-9748-0D474271808F}" styleName="中度样式 3 - 强调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928" autoAdjust="0"/>
    <p:restoredTop sz="95182" autoAdjust="0"/>
  </p:normalViewPr>
  <p:slideViewPr>
    <p:cSldViewPr showGuides="1">
      <p:cViewPr varScale="1">
        <p:scale>
          <a:sx n="76" d="100"/>
          <a:sy n="76" d="100"/>
        </p:scale>
        <p:origin x="72" y="588"/>
      </p:cViewPr>
      <p:guideLst>
        <p:guide orient="horz" pos="2160"/>
        <p:guide pos="3840"/>
      </p:guideLst>
    </p:cSldViewPr>
  </p:slideViewPr>
  <p:outlineViewPr>
    <p:cViewPr>
      <p:scale>
        <a:sx n="33" d="100"/>
        <a:sy n="33" d="100"/>
      </p:scale>
      <p:origin x="0" y="0"/>
    </p:cViewPr>
  </p:outlineViewPr>
  <p:notesTextViewPr>
    <p:cViewPr>
      <p:scale>
        <a:sx n="100" d="100"/>
        <a:sy n="100" d="100"/>
      </p:scale>
      <p:origin x="0" y="0"/>
    </p:cViewPr>
  </p:notesTextViewPr>
  <p:sorterViewPr>
    <p:cViewPr varScale="1">
      <p:scale>
        <a:sx n="1" d="1"/>
        <a:sy n="1" d="1"/>
      </p:scale>
      <p:origin x="0" y="-112709"/>
    </p:cViewPr>
  </p:sorterViewPr>
  <p:notesViewPr>
    <p:cSldViewPr>
      <p:cViewPr varScale="1">
        <p:scale>
          <a:sx n="78" d="100"/>
          <a:sy n="78" d="100"/>
        </p:scale>
        <p:origin x="-3156" y="-84"/>
      </p:cViewPr>
      <p:guideLst>
        <p:guide orient="horz" pos="2736"/>
        <p:guide pos="2016"/>
      </p:guideLst>
    </p:cSldViewPr>
  </p:notesViewPr>
  <p:gridSpacing cx="72008" cy="72008"/>
</p:viewPr>
</file>

<file path=ppt/_rels/presentation.xml.rels><?xml version="1.0" encoding="UTF-8" standalone="yes"?>
<Relationships xmlns="http://schemas.openxmlformats.org/package/2006/relationships"><Relationship Id="rId99" Type="http://schemas.openxmlformats.org/officeDocument/2006/relationships/slide" Target="slides/slide96.xml"/><Relationship Id="rId98" Type="http://schemas.openxmlformats.org/officeDocument/2006/relationships/slide" Target="slides/slide95.xml"/><Relationship Id="rId97" Type="http://schemas.openxmlformats.org/officeDocument/2006/relationships/slide" Target="slides/slide94.xml"/><Relationship Id="rId96" Type="http://schemas.openxmlformats.org/officeDocument/2006/relationships/slide" Target="slides/slide93.xml"/><Relationship Id="rId95" Type="http://schemas.openxmlformats.org/officeDocument/2006/relationships/slide" Target="slides/slide92.xml"/><Relationship Id="rId94" Type="http://schemas.openxmlformats.org/officeDocument/2006/relationships/slide" Target="slides/slide91.xml"/><Relationship Id="rId93" Type="http://schemas.openxmlformats.org/officeDocument/2006/relationships/slide" Target="slides/slide90.xml"/><Relationship Id="rId92" Type="http://schemas.openxmlformats.org/officeDocument/2006/relationships/slide" Target="slides/slide89.xml"/><Relationship Id="rId91" Type="http://schemas.openxmlformats.org/officeDocument/2006/relationships/slide" Target="slides/slide88.xml"/><Relationship Id="rId90" Type="http://schemas.openxmlformats.org/officeDocument/2006/relationships/slide" Target="slides/slide87.xml"/><Relationship Id="rId9" Type="http://schemas.openxmlformats.org/officeDocument/2006/relationships/notesMaster" Target="notesMasters/notesMaster1.xml"/><Relationship Id="rId89" Type="http://schemas.openxmlformats.org/officeDocument/2006/relationships/slide" Target="slides/slide86.xml"/><Relationship Id="rId88" Type="http://schemas.openxmlformats.org/officeDocument/2006/relationships/slide" Target="slides/slide85.xml"/><Relationship Id="rId87" Type="http://schemas.openxmlformats.org/officeDocument/2006/relationships/slide" Target="slides/slide84.xml"/><Relationship Id="rId86" Type="http://schemas.openxmlformats.org/officeDocument/2006/relationships/slide" Target="slides/slide83.xml"/><Relationship Id="rId85" Type="http://schemas.openxmlformats.org/officeDocument/2006/relationships/slide" Target="slides/slide82.xml"/><Relationship Id="rId84" Type="http://schemas.openxmlformats.org/officeDocument/2006/relationships/slide" Target="slides/slide81.xml"/><Relationship Id="rId83" Type="http://schemas.openxmlformats.org/officeDocument/2006/relationships/slide" Target="slides/slide80.xml"/><Relationship Id="rId82" Type="http://schemas.openxmlformats.org/officeDocument/2006/relationships/slide" Target="slides/slide79.xml"/><Relationship Id="rId81" Type="http://schemas.openxmlformats.org/officeDocument/2006/relationships/slide" Target="slides/slide78.xml"/><Relationship Id="rId80" Type="http://schemas.openxmlformats.org/officeDocument/2006/relationships/slide" Target="slides/slide77.xml"/><Relationship Id="rId8" Type="http://schemas.openxmlformats.org/officeDocument/2006/relationships/slide" Target="slides/slide6.xml"/><Relationship Id="rId79" Type="http://schemas.openxmlformats.org/officeDocument/2006/relationships/slide" Target="slides/slide76.xml"/><Relationship Id="rId78" Type="http://schemas.openxmlformats.org/officeDocument/2006/relationships/slide" Target="slides/slide75.xml"/><Relationship Id="rId77" Type="http://schemas.openxmlformats.org/officeDocument/2006/relationships/slide" Target="slides/slide74.xml"/><Relationship Id="rId76" Type="http://schemas.openxmlformats.org/officeDocument/2006/relationships/slide" Target="slides/slide73.xml"/><Relationship Id="rId75" Type="http://schemas.openxmlformats.org/officeDocument/2006/relationships/slide" Target="slides/slide72.xml"/><Relationship Id="rId74" Type="http://schemas.openxmlformats.org/officeDocument/2006/relationships/slide" Target="slides/slide71.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5.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4.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3.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2.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9" Type="http://schemas.openxmlformats.org/officeDocument/2006/relationships/tableStyles" Target="tableStyles.xml"/><Relationship Id="rId258" Type="http://schemas.openxmlformats.org/officeDocument/2006/relationships/viewProps" Target="viewProps.xml"/><Relationship Id="rId257" Type="http://schemas.openxmlformats.org/officeDocument/2006/relationships/presProps" Target="presProps.xml"/><Relationship Id="rId256" Type="http://schemas.openxmlformats.org/officeDocument/2006/relationships/handoutMaster" Target="handoutMasters/handoutMaster1.xml"/><Relationship Id="rId255" Type="http://schemas.openxmlformats.org/officeDocument/2006/relationships/slide" Target="slides/slide252.xml"/><Relationship Id="rId254" Type="http://schemas.openxmlformats.org/officeDocument/2006/relationships/slide" Target="slides/slide251.xml"/><Relationship Id="rId253" Type="http://schemas.openxmlformats.org/officeDocument/2006/relationships/slide" Target="slides/slide250.xml"/><Relationship Id="rId252" Type="http://schemas.openxmlformats.org/officeDocument/2006/relationships/slide" Target="slides/slide249.xml"/><Relationship Id="rId251" Type="http://schemas.openxmlformats.org/officeDocument/2006/relationships/slide" Target="slides/slide248.xml"/><Relationship Id="rId250" Type="http://schemas.openxmlformats.org/officeDocument/2006/relationships/slide" Target="slides/slide247.xml"/><Relationship Id="rId25" Type="http://schemas.openxmlformats.org/officeDocument/2006/relationships/slide" Target="slides/slide22.xml"/><Relationship Id="rId249" Type="http://schemas.openxmlformats.org/officeDocument/2006/relationships/slide" Target="slides/slide246.xml"/><Relationship Id="rId248" Type="http://schemas.openxmlformats.org/officeDocument/2006/relationships/slide" Target="slides/slide245.xml"/><Relationship Id="rId247" Type="http://schemas.openxmlformats.org/officeDocument/2006/relationships/slide" Target="slides/slide244.xml"/><Relationship Id="rId246" Type="http://schemas.openxmlformats.org/officeDocument/2006/relationships/slide" Target="slides/slide243.xml"/><Relationship Id="rId245" Type="http://schemas.openxmlformats.org/officeDocument/2006/relationships/slide" Target="slides/slide242.xml"/><Relationship Id="rId244" Type="http://schemas.openxmlformats.org/officeDocument/2006/relationships/slide" Target="slides/slide241.xml"/><Relationship Id="rId243" Type="http://schemas.openxmlformats.org/officeDocument/2006/relationships/slide" Target="slides/slide240.xml"/><Relationship Id="rId242" Type="http://schemas.openxmlformats.org/officeDocument/2006/relationships/slide" Target="slides/slide239.xml"/><Relationship Id="rId241" Type="http://schemas.openxmlformats.org/officeDocument/2006/relationships/slide" Target="slides/slide238.xml"/><Relationship Id="rId240" Type="http://schemas.openxmlformats.org/officeDocument/2006/relationships/slide" Target="slides/slide237.xml"/><Relationship Id="rId24" Type="http://schemas.openxmlformats.org/officeDocument/2006/relationships/slide" Target="slides/slide21.xml"/><Relationship Id="rId239" Type="http://schemas.openxmlformats.org/officeDocument/2006/relationships/slide" Target="slides/slide236.xml"/><Relationship Id="rId238" Type="http://schemas.openxmlformats.org/officeDocument/2006/relationships/slide" Target="slides/slide235.xml"/><Relationship Id="rId237" Type="http://schemas.openxmlformats.org/officeDocument/2006/relationships/slide" Target="slides/slide234.xml"/><Relationship Id="rId236" Type="http://schemas.openxmlformats.org/officeDocument/2006/relationships/slide" Target="slides/slide233.xml"/><Relationship Id="rId235" Type="http://schemas.openxmlformats.org/officeDocument/2006/relationships/slide" Target="slides/slide232.xml"/><Relationship Id="rId234" Type="http://schemas.openxmlformats.org/officeDocument/2006/relationships/slide" Target="slides/slide231.xml"/><Relationship Id="rId233" Type="http://schemas.openxmlformats.org/officeDocument/2006/relationships/slide" Target="slides/slide230.xml"/><Relationship Id="rId232" Type="http://schemas.openxmlformats.org/officeDocument/2006/relationships/slide" Target="slides/slide229.xml"/><Relationship Id="rId231" Type="http://schemas.openxmlformats.org/officeDocument/2006/relationships/slide" Target="slides/slide228.xml"/><Relationship Id="rId230" Type="http://schemas.openxmlformats.org/officeDocument/2006/relationships/slide" Target="slides/slide227.xml"/><Relationship Id="rId23" Type="http://schemas.openxmlformats.org/officeDocument/2006/relationships/slide" Target="slides/slide20.xml"/><Relationship Id="rId229" Type="http://schemas.openxmlformats.org/officeDocument/2006/relationships/slide" Target="slides/slide226.xml"/><Relationship Id="rId228" Type="http://schemas.openxmlformats.org/officeDocument/2006/relationships/slide" Target="slides/slide225.xml"/><Relationship Id="rId227" Type="http://schemas.openxmlformats.org/officeDocument/2006/relationships/slide" Target="slides/slide224.xml"/><Relationship Id="rId226" Type="http://schemas.openxmlformats.org/officeDocument/2006/relationships/slide" Target="slides/slide223.xml"/><Relationship Id="rId225" Type="http://schemas.openxmlformats.org/officeDocument/2006/relationships/slide" Target="slides/slide222.xml"/><Relationship Id="rId224" Type="http://schemas.openxmlformats.org/officeDocument/2006/relationships/slide" Target="slides/slide221.xml"/><Relationship Id="rId223" Type="http://schemas.openxmlformats.org/officeDocument/2006/relationships/slide" Target="slides/slide220.xml"/><Relationship Id="rId222" Type="http://schemas.openxmlformats.org/officeDocument/2006/relationships/slide" Target="slides/slide219.xml"/><Relationship Id="rId221" Type="http://schemas.openxmlformats.org/officeDocument/2006/relationships/slide" Target="slides/slide218.xml"/><Relationship Id="rId220" Type="http://schemas.openxmlformats.org/officeDocument/2006/relationships/slide" Target="slides/slide217.xml"/><Relationship Id="rId22" Type="http://schemas.openxmlformats.org/officeDocument/2006/relationships/slide" Target="slides/slide19.xml"/><Relationship Id="rId219" Type="http://schemas.openxmlformats.org/officeDocument/2006/relationships/slide" Target="slides/slide216.xml"/><Relationship Id="rId218" Type="http://schemas.openxmlformats.org/officeDocument/2006/relationships/slide" Target="slides/slide215.xml"/><Relationship Id="rId217" Type="http://schemas.openxmlformats.org/officeDocument/2006/relationships/slide" Target="slides/slide214.xml"/><Relationship Id="rId216" Type="http://schemas.openxmlformats.org/officeDocument/2006/relationships/slide" Target="slides/slide213.xml"/><Relationship Id="rId215" Type="http://schemas.openxmlformats.org/officeDocument/2006/relationships/slide" Target="slides/slide212.xml"/><Relationship Id="rId214" Type="http://schemas.openxmlformats.org/officeDocument/2006/relationships/slide" Target="slides/slide211.xml"/><Relationship Id="rId213" Type="http://schemas.openxmlformats.org/officeDocument/2006/relationships/slide" Target="slides/slide210.xml"/><Relationship Id="rId212" Type="http://schemas.openxmlformats.org/officeDocument/2006/relationships/slide" Target="slides/slide209.xml"/><Relationship Id="rId211" Type="http://schemas.openxmlformats.org/officeDocument/2006/relationships/slide" Target="slides/slide208.xml"/><Relationship Id="rId210" Type="http://schemas.openxmlformats.org/officeDocument/2006/relationships/slide" Target="slides/slide207.xml"/><Relationship Id="rId21" Type="http://schemas.openxmlformats.org/officeDocument/2006/relationships/slide" Target="slides/slide18.xml"/><Relationship Id="rId209" Type="http://schemas.openxmlformats.org/officeDocument/2006/relationships/slide" Target="slides/slide206.xml"/><Relationship Id="rId208" Type="http://schemas.openxmlformats.org/officeDocument/2006/relationships/slide" Target="slides/slide205.xml"/><Relationship Id="rId207" Type="http://schemas.openxmlformats.org/officeDocument/2006/relationships/slide" Target="slides/slide204.xml"/><Relationship Id="rId206" Type="http://schemas.openxmlformats.org/officeDocument/2006/relationships/slide" Target="slides/slide203.xml"/><Relationship Id="rId205" Type="http://schemas.openxmlformats.org/officeDocument/2006/relationships/slide" Target="slides/slide202.xml"/><Relationship Id="rId204" Type="http://schemas.openxmlformats.org/officeDocument/2006/relationships/slide" Target="slides/slide201.xml"/><Relationship Id="rId203" Type="http://schemas.openxmlformats.org/officeDocument/2006/relationships/slide" Target="slides/slide200.xml"/><Relationship Id="rId202" Type="http://schemas.openxmlformats.org/officeDocument/2006/relationships/slide" Target="slides/slide199.xml"/><Relationship Id="rId201" Type="http://schemas.openxmlformats.org/officeDocument/2006/relationships/slide" Target="slides/slide198.xml"/><Relationship Id="rId200" Type="http://schemas.openxmlformats.org/officeDocument/2006/relationships/slide" Target="slides/slide197.xml"/><Relationship Id="rId20" Type="http://schemas.openxmlformats.org/officeDocument/2006/relationships/slide" Target="slides/slide17.xml"/><Relationship Id="rId2" Type="http://schemas.openxmlformats.org/officeDocument/2006/relationships/theme" Target="theme/theme1.xml"/><Relationship Id="rId199" Type="http://schemas.openxmlformats.org/officeDocument/2006/relationships/slide" Target="slides/slide196.xml"/><Relationship Id="rId198" Type="http://schemas.openxmlformats.org/officeDocument/2006/relationships/slide" Target="slides/slide195.xml"/><Relationship Id="rId197" Type="http://schemas.openxmlformats.org/officeDocument/2006/relationships/slide" Target="slides/slide194.xml"/><Relationship Id="rId196" Type="http://schemas.openxmlformats.org/officeDocument/2006/relationships/slide" Target="slides/slide193.xml"/><Relationship Id="rId195" Type="http://schemas.openxmlformats.org/officeDocument/2006/relationships/slide" Target="slides/slide192.xml"/><Relationship Id="rId194" Type="http://schemas.openxmlformats.org/officeDocument/2006/relationships/slide" Target="slides/slide191.xml"/><Relationship Id="rId193" Type="http://schemas.openxmlformats.org/officeDocument/2006/relationships/slide" Target="slides/slide190.xml"/><Relationship Id="rId192" Type="http://schemas.openxmlformats.org/officeDocument/2006/relationships/slide" Target="slides/slide189.xml"/><Relationship Id="rId191" Type="http://schemas.openxmlformats.org/officeDocument/2006/relationships/slide" Target="slides/slide188.xml"/><Relationship Id="rId190" Type="http://schemas.openxmlformats.org/officeDocument/2006/relationships/slide" Target="slides/slide187.xml"/><Relationship Id="rId19" Type="http://schemas.openxmlformats.org/officeDocument/2006/relationships/slide" Target="slides/slide16.xml"/><Relationship Id="rId189" Type="http://schemas.openxmlformats.org/officeDocument/2006/relationships/slide" Target="slides/slide186.xml"/><Relationship Id="rId188" Type="http://schemas.openxmlformats.org/officeDocument/2006/relationships/slide" Target="slides/slide185.xml"/><Relationship Id="rId187" Type="http://schemas.openxmlformats.org/officeDocument/2006/relationships/slide" Target="slides/slide184.xml"/><Relationship Id="rId186" Type="http://schemas.openxmlformats.org/officeDocument/2006/relationships/slide" Target="slides/slide183.xml"/><Relationship Id="rId185" Type="http://schemas.openxmlformats.org/officeDocument/2006/relationships/slide" Target="slides/slide182.xml"/><Relationship Id="rId184" Type="http://schemas.openxmlformats.org/officeDocument/2006/relationships/slide" Target="slides/slide181.xml"/><Relationship Id="rId183" Type="http://schemas.openxmlformats.org/officeDocument/2006/relationships/slide" Target="slides/slide180.xml"/><Relationship Id="rId182" Type="http://schemas.openxmlformats.org/officeDocument/2006/relationships/slide" Target="slides/slide179.xml"/><Relationship Id="rId181" Type="http://schemas.openxmlformats.org/officeDocument/2006/relationships/slide" Target="slides/slide178.xml"/><Relationship Id="rId180" Type="http://schemas.openxmlformats.org/officeDocument/2006/relationships/slide" Target="slides/slide177.xml"/><Relationship Id="rId18" Type="http://schemas.openxmlformats.org/officeDocument/2006/relationships/slide" Target="slides/slide15.xml"/><Relationship Id="rId179" Type="http://schemas.openxmlformats.org/officeDocument/2006/relationships/slide" Target="slides/slide176.xml"/><Relationship Id="rId178" Type="http://schemas.openxmlformats.org/officeDocument/2006/relationships/slide" Target="slides/slide175.xml"/><Relationship Id="rId177" Type="http://schemas.openxmlformats.org/officeDocument/2006/relationships/slide" Target="slides/slide174.xml"/><Relationship Id="rId176" Type="http://schemas.openxmlformats.org/officeDocument/2006/relationships/slide" Target="slides/slide173.xml"/><Relationship Id="rId175" Type="http://schemas.openxmlformats.org/officeDocument/2006/relationships/slide" Target="slides/slide172.xml"/><Relationship Id="rId174" Type="http://schemas.openxmlformats.org/officeDocument/2006/relationships/slide" Target="slides/slide171.xml"/><Relationship Id="rId173" Type="http://schemas.openxmlformats.org/officeDocument/2006/relationships/slide" Target="slides/slide170.xml"/><Relationship Id="rId172" Type="http://schemas.openxmlformats.org/officeDocument/2006/relationships/slide" Target="slides/slide169.xml"/><Relationship Id="rId171" Type="http://schemas.openxmlformats.org/officeDocument/2006/relationships/slide" Target="slides/slide168.xml"/><Relationship Id="rId170" Type="http://schemas.openxmlformats.org/officeDocument/2006/relationships/slide" Target="slides/slide167.xml"/><Relationship Id="rId17" Type="http://schemas.openxmlformats.org/officeDocument/2006/relationships/slide" Target="slides/slide14.xml"/><Relationship Id="rId169" Type="http://schemas.openxmlformats.org/officeDocument/2006/relationships/slide" Target="slides/slide166.xml"/><Relationship Id="rId168" Type="http://schemas.openxmlformats.org/officeDocument/2006/relationships/slide" Target="slides/slide165.xml"/><Relationship Id="rId167" Type="http://schemas.openxmlformats.org/officeDocument/2006/relationships/slide" Target="slides/slide164.xml"/><Relationship Id="rId166" Type="http://schemas.openxmlformats.org/officeDocument/2006/relationships/slide" Target="slides/slide163.xml"/><Relationship Id="rId165" Type="http://schemas.openxmlformats.org/officeDocument/2006/relationships/slide" Target="slides/slide162.xml"/><Relationship Id="rId164" Type="http://schemas.openxmlformats.org/officeDocument/2006/relationships/slide" Target="slides/slide161.xml"/><Relationship Id="rId163" Type="http://schemas.openxmlformats.org/officeDocument/2006/relationships/slide" Target="slides/slide160.xml"/><Relationship Id="rId162" Type="http://schemas.openxmlformats.org/officeDocument/2006/relationships/slide" Target="slides/slide159.xml"/><Relationship Id="rId161" Type="http://schemas.openxmlformats.org/officeDocument/2006/relationships/slide" Target="slides/slide158.xml"/><Relationship Id="rId160" Type="http://schemas.openxmlformats.org/officeDocument/2006/relationships/slide" Target="slides/slide157.xml"/><Relationship Id="rId16" Type="http://schemas.openxmlformats.org/officeDocument/2006/relationships/slide" Target="slides/slide13.xml"/><Relationship Id="rId159" Type="http://schemas.openxmlformats.org/officeDocument/2006/relationships/slide" Target="slides/slide156.xml"/><Relationship Id="rId158" Type="http://schemas.openxmlformats.org/officeDocument/2006/relationships/slide" Target="slides/slide155.xml"/><Relationship Id="rId157" Type="http://schemas.openxmlformats.org/officeDocument/2006/relationships/slide" Target="slides/slide154.xml"/><Relationship Id="rId156" Type="http://schemas.openxmlformats.org/officeDocument/2006/relationships/slide" Target="slides/slide153.xml"/><Relationship Id="rId155" Type="http://schemas.openxmlformats.org/officeDocument/2006/relationships/slide" Target="slides/slide152.xml"/><Relationship Id="rId154" Type="http://schemas.openxmlformats.org/officeDocument/2006/relationships/slide" Target="slides/slide151.xml"/><Relationship Id="rId153" Type="http://schemas.openxmlformats.org/officeDocument/2006/relationships/slide" Target="slides/slide150.xml"/><Relationship Id="rId152" Type="http://schemas.openxmlformats.org/officeDocument/2006/relationships/slide" Target="slides/slide149.xml"/><Relationship Id="rId151" Type="http://schemas.openxmlformats.org/officeDocument/2006/relationships/slide" Target="slides/slide148.xml"/><Relationship Id="rId150" Type="http://schemas.openxmlformats.org/officeDocument/2006/relationships/slide" Target="slides/slide147.xml"/><Relationship Id="rId15" Type="http://schemas.openxmlformats.org/officeDocument/2006/relationships/slide" Target="slides/slide12.xml"/><Relationship Id="rId149" Type="http://schemas.openxmlformats.org/officeDocument/2006/relationships/slide" Target="slides/slide146.xml"/><Relationship Id="rId148" Type="http://schemas.openxmlformats.org/officeDocument/2006/relationships/slide" Target="slides/slide145.xml"/><Relationship Id="rId147" Type="http://schemas.openxmlformats.org/officeDocument/2006/relationships/slide" Target="slides/slide144.xml"/><Relationship Id="rId146" Type="http://schemas.openxmlformats.org/officeDocument/2006/relationships/slide" Target="slides/slide143.xml"/><Relationship Id="rId145" Type="http://schemas.openxmlformats.org/officeDocument/2006/relationships/slide" Target="slides/slide142.xml"/><Relationship Id="rId144" Type="http://schemas.openxmlformats.org/officeDocument/2006/relationships/slide" Target="slides/slide141.xml"/><Relationship Id="rId143" Type="http://schemas.openxmlformats.org/officeDocument/2006/relationships/slide" Target="slides/slide140.xml"/><Relationship Id="rId142" Type="http://schemas.openxmlformats.org/officeDocument/2006/relationships/slide" Target="slides/slide139.xml"/><Relationship Id="rId141" Type="http://schemas.openxmlformats.org/officeDocument/2006/relationships/slide" Target="slides/slide138.xml"/><Relationship Id="rId140" Type="http://schemas.openxmlformats.org/officeDocument/2006/relationships/slide" Target="slides/slide137.xml"/><Relationship Id="rId14" Type="http://schemas.openxmlformats.org/officeDocument/2006/relationships/slide" Target="slides/slide11.xml"/><Relationship Id="rId139" Type="http://schemas.openxmlformats.org/officeDocument/2006/relationships/slide" Target="slides/slide136.xml"/><Relationship Id="rId138" Type="http://schemas.openxmlformats.org/officeDocument/2006/relationships/slide" Target="slides/slide135.xml"/><Relationship Id="rId137" Type="http://schemas.openxmlformats.org/officeDocument/2006/relationships/slide" Target="slides/slide134.xml"/><Relationship Id="rId136" Type="http://schemas.openxmlformats.org/officeDocument/2006/relationships/slide" Target="slides/slide133.xml"/><Relationship Id="rId135" Type="http://schemas.openxmlformats.org/officeDocument/2006/relationships/slide" Target="slides/slide132.xml"/><Relationship Id="rId134" Type="http://schemas.openxmlformats.org/officeDocument/2006/relationships/slide" Target="slides/slide131.xml"/><Relationship Id="rId133" Type="http://schemas.openxmlformats.org/officeDocument/2006/relationships/slide" Target="slides/slide130.xml"/><Relationship Id="rId132" Type="http://schemas.openxmlformats.org/officeDocument/2006/relationships/slide" Target="slides/slide129.xml"/><Relationship Id="rId131" Type="http://schemas.openxmlformats.org/officeDocument/2006/relationships/slide" Target="slides/slide128.xml"/><Relationship Id="rId130" Type="http://schemas.openxmlformats.org/officeDocument/2006/relationships/slide" Target="slides/slide127.xml"/><Relationship Id="rId13" Type="http://schemas.openxmlformats.org/officeDocument/2006/relationships/slide" Target="slides/slide10.xml"/><Relationship Id="rId129" Type="http://schemas.openxmlformats.org/officeDocument/2006/relationships/slide" Target="slides/slide126.xml"/><Relationship Id="rId128" Type="http://schemas.openxmlformats.org/officeDocument/2006/relationships/slide" Target="slides/slide125.xml"/><Relationship Id="rId127" Type="http://schemas.openxmlformats.org/officeDocument/2006/relationships/slide" Target="slides/slide124.xml"/><Relationship Id="rId126" Type="http://schemas.openxmlformats.org/officeDocument/2006/relationships/slide" Target="slides/slide123.xml"/><Relationship Id="rId125" Type="http://schemas.openxmlformats.org/officeDocument/2006/relationships/slide" Target="slides/slide122.xml"/><Relationship Id="rId124" Type="http://schemas.openxmlformats.org/officeDocument/2006/relationships/slide" Target="slides/slide121.xml"/><Relationship Id="rId123" Type="http://schemas.openxmlformats.org/officeDocument/2006/relationships/slide" Target="slides/slide120.xml"/><Relationship Id="rId122" Type="http://schemas.openxmlformats.org/officeDocument/2006/relationships/slide" Target="slides/slide119.xml"/><Relationship Id="rId121" Type="http://schemas.openxmlformats.org/officeDocument/2006/relationships/slide" Target="slides/slide118.xml"/><Relationship Id="rId120" Type="http://schemas.openxmlformats.org/officeDocument/2006/relationships/slide" Target="slides/slide117.xml"/><Relationship Id="rId12" Type="http://schemas.openxmlformats.org/officeDocument/2006/relationships/slide" Target="slides/slide9.xml"/><Relationship Id="rId119" Type="http://schemas.openxmlformats.org/officeDocument/2006/relationships/slide" Target="slides/slide116.xml"/><Relationship Id="rId118" Type="http://schemas.openxmlformats.org/officeDocument/2006/relationships/slide" Target="slides/slide115.xml"/><Relationship Id="rId117" Type="http://schemas.openxmlformats.org/officeDocument/2006/relationships/slide" Target="slides/slide114.xml"/><Relationship Id="rId116" Type="http://schemas.openxmlformats.org/officeDocument/2006/relationships/slide" Target="slides/slide113.xml"/><Relationship Id="rId115" Type="http://schemas.openxmlformats.org/officeDocument/2006/relationships/slide" Target="slides/slide112.xml"/><Relationship Id="rId114" Type="http://schemas.openxmlformats.org/officeDocument/2006/relationships/slide" Target="slides/slide111.xml"/><Relationship Id="rId113" Type="http://schemas.openxmlformats.org/officeDocument/2006/relationships/slide" Target="slides/slide110.xml"/><Relationship Id="rId112" Type="http://schemas.openxmlformats.org/officeDocument/2006/relationships/slide" Target="slides/slide109.xml"/><Relationship Id="rId111" Type="http://schemas.openxmlformats.org/officeDocument/2006/relationships/slide" Target="slides/slide108.xml"/><Relationship Id="rId110" Type="http://schemas.openxmlformats.org/officeDocument/2006/relationships/slide" Target="slides/slide107.xml"/><Relationship Id="rId11" Type="http://schemas.openxmlformats.org/officeDocument/2006/relationships/slide" Target="slides/slide8.xml"/><Relationship Id="rId109" Type="http://schemas.openxmlformats.org/officeDocument/2006/relationships/slide" Target="slides/slide106.xml"/><Relationship Id="rId108" Type="http://schemas.openxmlformats.org/officeDocument/2006/relationships/slide" Target="slides/slide105.xml"/><Relationship Id="rId107" Type="http://schemas.openxmlformats.org/officeDocument/2006/relationships/slide" Target="slides/slide104.xml"/><Relationship Id="rId106" Type="http://schemas.openxmlformats.org/officeDocument/2006/relationships/slide" Target="slides/slide103.xml"/><Relationship Id="rId105" Type="http://schemas.openxmlformats.org/officeDocument/2006/relationships/slide" Target="slides/slide102.xml"/><Relationship Id="rId104" Type="http://schemas.openxmlformats.org/officeDocument/2006/relationships/slide" Target="slides/slide101.xml"/><Relationship Id="rId103" Type="http://schemas.openxmlformats.org/officeDocument/2006/relationships/slide" Target="slides/slide100.xml"/><Relationship Id="rId102" Type="http://schemas.openxmlformats.org/officeDocument/2006/relationships/slide" Target="slides/slide99.xml"/><Relationship Id="rId101" Type="http://schemas.openxmlformats.org/officeDocument/2006/relationships/slide" Target="slides/slide98.xml"/><Relationship Id="rId100" Type="http://schemas.openxmlformats.org/officeDocument/2006/relationships/slide" Target="slides/slide97.xml"/><Relationship Id="rId10" Type="http://schemas.openxmlformats.org/officeDocument/2006/relationships/slide" Target="slides/slide7.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35.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1746" name="Rectangle 2"/>
          <p:cNvSpPr>
            <a:spLocks noGrp="1" noChangeArrowheads="1"/>
          </p:cNvSpPr>
          <p:nvPr>
            <p:ph type="hdr" sz="quarter"/>
          </p:nvPr>
        </p:nvSpPr>
        <p:spPr bwMode="auto">
          <a:xfrm>
            <a:off x="0" y="0"/>
            <a:ext cx="2773363" cy="434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86201" tIns="43099" rIns="86201" bIns="43099" numCol="1" anchor="t" anchorCtr="0" compatLnSpc="1"/>
          <a:lstStyle>
            <a:lvl1pPr defTabSz="862330" eaLnBrk="1" latinLnBrk="1" hangingPunct="1">
              <a:defRPr kumimoji="1" sz="1100">
                <a:latin typeface="Times New Roman" panose="02020603050405020304" pitchFamily="18" charset="0"/>
                <a:ea typeface="宋体" panose="02010600030101010101" pitchFamily="2" charset="-122"/>
              </a:defRPr>
            </a:lvl1pPr>
          </a:lstStyle>
          <a:p>
            <a:pPr>
              <a:defRPr/>
            </a:pPr>
            <a:endParaRPr lang="en-US" altLang="zh-CN" dirty="0">
              <a:ea typeface="微软雅黑" panose="020B0503020204020204" pitchFamily="34" charset="-122"/>
            </a:endParaRPr>
          </a:p>
        </p:txBody>
      </p:sp>
      <p:sp>
        <p:nvSpPr>
          <p:cNvPr id="31747" name="Rectangle 3"/>
          <p:cNvSpPr>
            <a:spLocks noGrp="1" noChangeArrowheads="1"/>
          </p:cNvSpPr>
          <p:nvPr>
            <p:ph type="dt" sz="quarter" idx="1"/>
          </p:nvPr>
        </p:nvSpPr>
        <p:spPr bwMode="auto">
          <a:xfrm>
            <a:off x="3627438" y="0"/>
            <a:ext cx="2773362" cy="434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86201" tIns="43099" rIns="86201" bIns="43099" numCol="1" anchor="t" anchorCtr="0" compatLnSpc="1"/>
          <a:lstStyle>
            <a:lvl1pPr algn="r" defTabSz="862330" eaLnBrk="1" latinLnBrk="1" hangingPunct="1">
              <a:defRPr kumimoji="1" sz="1100">
                <a:latin typeface="Times New Roman" panose="02020603050405020304" pitchFamily="18" charset="0"/>
                <a:ea typeface="宋体" panose="02010600030101010101" pitchFamily="2" charset="-122"/>
              </a:defRPr>
            </a:lvl1pPr>
          </a:lstStyle>
          <a:p>
            <a:pPr>
              <a:defRPr/>
            </a:pPr>
            <a:fld id="{B8C3BBC7-FB4C-48C3-893A-3E44C3B17902}" type="datetimeFigureOut">
              <a:rPr lang="en-US" altLang="zh-CN">
                <a:ea typeface="微软雅黑" panose="020B0503020204020204" pitchFamily="34" charset="-122"/>
              </a:rPr>
            </a:fld>
            <a:endParaRPr lang="en-US" altLang="zh-CN" dirty="0">
              <a:ea typeface="微软雅黑" panose="020B0503020204020204" pitchFamily="34" charset="-122"/>
            </a:endParaRPr>
          </a:p>
        </p:txBody>
      </p:sp>
      <p:sp>
        <p:nvSpPr>
          <p:cNvPr id="31748" name="Rectangle 4"/>
          <p:cNvSpPr>
            <a:spLocks noGrp="1" noChangeArrowheads="1"/>
          </p:cNvSpPr>
          <p:nvPr>
            <p:ph type="ftr" sz="quarter" idx="2"/>
          </p:nvPr>
        </p:nvSpPr>
        <p:spPr bwMode="auto">
          <a:xfrm>
            <a:off x="0" y="8251825"/>
            <a:ext cx="2773363" cy="434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86201" tIns="43099" rIns="86201" bIns="43099" numCol="1" anchor="b" anchorCtr="0" compatLnSpc="1"/>
          <a:lstStyle>
            <a:lvl1pPr defTabSz="862330" eaLnBrk="1" latinLnBrk="1" hangingPunct="1">
              <a:defRPr kumimoji="1" sz="1100">
                <a:latin typeface="Times New Roman" panose="02020603050405020304" pitchFamily="18" charset="0"/>
                <a:ea typeface="宋体" panose="02010600030101010101" pitchFamily="2" charset="-122"/>
              </a:defRPr>
            </a:lvl1pPr>
          </a:lstStyle>
          <a:p>
            <a:pPr>
              <a:defRPr/>
            </a:pPr>
            <a:endParaRPr lang="en-US" altLang="zh-CN" dirty="0">
              <a:ea typeface="微软雅黑" panose="020B0503020204020204" pitchFamily="34" charset="-122"/>
            </a:endParaRPr>
          </a:p>
        </p:txBody>
      </p:sp>
      <p:sp>
        <p:nvSpPr>
          <p:cNvPr id="31749" name="Rectangle 5"/>
          <p:cNvSpPr>
            <a:spLocks noGrp="1" noChangeArrowheads="1"/>
          </p:cNvSpPr>
          <p:nvPr>
            <p:ph type="sldNum" sz="quarter" idx="3"/>
          </p:nvPr>
        </p:nvSpPr>
        <p:spPr bwMode="auto">
          <a:xfrm>
            <a:off x="3627438" y="8251825"/>
            <a:ext cx="2773362" cy="434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86201" tIns="43099" rIns="86201" bIns="43099" numCol="1" anchor="b" anchorCtr="0" compatLnSpc="1"/>
          <a:lstStyle>
            <a:lvl1pPr algn="r" defTabSz="862330" eaLnBrk="1" latinLnBrk="1" hangingPunct="1">
              <a:defRPr kumimoji="1" sz="1100">
                <a:latin typeface="Times New Roman" panose="02020603050405020304" pitchFamily="18" charset="0"/>
                <a:ea typeface="宋体" panose="02010600030101010101" pitchFamily="2" charset="-122"/>
              </a:defRPr>
            </a:lvl1pPr>
          </a:lstStyle>
          <a:p>
            <a:pPr>
              <a:defRPr/>
            </a:pPr>
            <a:fld id="{56A1991C-6362-4795-95E8-6E409B523B26}" type="slidenum">
              <a:rPr lang="en-US" altLang="zh-CN">
                <a:ea typeface="微软雅黑" panose="020B0503020204020204" pitchFamily="34" charset="-122"/>
              </a:rPr>
            </a:fld>
            <a:endParaRPr lang="en-US" altLang="zh-CN" dirty="0">
              <a:ea typeface="微软雅黑" panose="020B0503020204020204" pitchFamily="34" charset="-122"/>
            </a:endParaRPr>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22" name="Rectangle 2"/>
          <p:cNvSpPr>
            <a:spLocks noGrp="1" noChangeArrowheads="1"/>
          </p:cNvSpPr>
          <p:nvPr>
            <p:ph type="hdr" sz="quarter"/>
          </p:nvPr>
        </p:nvSpPr>
        <p:spPr bwMode="auto">
          <a:xfrm>
            <a:off x="0" y="0"/>
            <a:ext cx="2773363" cy="434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86201" tIns="43099" rIns="86201" bIns="43099" numCol="1" anchor="t" anchorCtr="0" compatLnSpc="1"/>
          <a:lstStyle>
            <a:lvl1pPr defTabSz="862330" eaLnBrk="1" latinLnBrk="1" hangingPunct="1">
              <a:defRPr kumimoji="1" sz="1100">
                <a:latin typeface="Times New Roman" panose="02020603050405020304" pitchFamily="18" charset="0"/>
                <a:ea typeface="微软雅黑" panose="020B0503020204020204" pitchFamily="34" charset="-122"/>
              </a:defRPr>
            </a:lvl1pPr>
          </a:lstStyle>
          <a:p>
            <a:pPr>
              <a:defRPr/>
            </a:pPr>
            <a:endParaRPr lang="en-US" altLang="zh-CN" dirty="0"/>
          </a:p>
        </p:txBody>
      </p:sp>
      <p:sp>
        <p:nvSpPr>
          <p:cNvPr id="30723" name="Rectangle 3"/>
          <p:cNvSpPr>
            <a:spLocks noGrp="1" noChangeArrowheads="1"/>
          </p:cNvSpPr>
          <p:nvPr>
            <p:ph type="dt" idx="1"/>
          </p:nvPr>
        </p:nvSpPr>
        <p:spPr bwMode="auto">
          <a:xfrm>
            <a:off x="3627438" y="0"/>
            <a:ext cx="2773362" cy="434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86201" tIns="43099" rIns="86201" bIns="43099" numCol="1" anchor="t" anchorCtr="0" compatLnSpc="1"/>
          <a:lstStyle>
            <a:lvl1pPr algn="r" defTabSz="862330" eaLnBrk="1" latinLnBrk="1" hangingPunct="1">
              <a:defRPr kumimoji="1" sz="1100">
                <a:latin typeface="Times New Roman" panose="02020603050405020304" pitchFamily="18" charset="0"/>
                <a:ea typeface="微软雅黑" panose="020B0503020204020204" pitchFamily="34" charset="-122"/>
              </a:defRPr>
            </a:lvl1pPr>
          </a:lstStyle>
          <a:p>
            <a:pPr>
              <a:defRPr/>
            </a:pPr>
            <a:fld id="{901BB706-2087-4C78-9866-D4E342199E42}" type="datetimeFigureOut">
              <a:rPr lang="en-US" altLang="zh-CN" smtClean="0"/>
            </a:fld>
            <a:endParaRPr lang="en-US" altLang="zh-CN" dirty="0"/>
          </a:p>
        </p:txBody>
      </p:sp>
      <p:sp>
        <p:nvSpPr>
          <p:cNvPr id="3076" name="Rectangle 4"/>
          <p:cNvSpPr>
            <a:spLocks noGrp="1" noRot="1" noChangeAspect="1" noChangeArrowheads="1" noTextEdit="1"/>
          </p:cNvSpPr>
          <p:nvPr>
            <p:ph type="sldImg" idx="2"/>
          </p:nvPr>
        </p:nvSpPr>
        <p:spPr bwMode="auto">
          <a:xfrm>
            <a:off x="304800" y="650875"/>
            <a:ext cx="5791200" cy="3257550"/>
          </a:xfrm>
          <a:prstGeom prst="rect">
            <a:avLst/>
          </a:prstGeom>
          <a:noFill/>
          <a:ln w="9525">
            <a:solidFill>
              <a:srgbClr val="000000"/>
            </a:solidFill>
            <a:miter lim="800000"/>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30725" name="Rectangle 5"/>
          <p:cNvSpPr>
            <a:spLocks noGrp="1" noChangeArrowheads="1"/>
          </p:cNvSpPr>
          <p:nvPr>
            <p:ph type="body" sz="quarter" idx="3"/>
          </p:nvPr>
        </p:nvSpPr>
        <p:spPr bwMode="auto">
          <a:xfrm>
            <a:off x="854075" y="4125913"/>
            <a:ext cx="4692650" cy="39100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86201" tIns="43099" rIns="86201" bIns="43099" numCol="1" anchor="t" anchorCtr="0" compatLnSpc="1"/>
          <a:lstStyle/>
          <a:p>
            <a:pPr lvl="0"/>
            <a:r>
              <a:rPr lang="zh-CN" altLang="en-US" noProof="0" dirty="0"/>
              <a:t>单击此处编辑母版文本样式</a:t>
            </a:r>
            <a:endParaRPr lang="zh-CN" altLang="en-US" noProof="0" dirty="0"/>
          </a:p>
          <a:p>
            <a:pPr lvl="1"/>
            <a:r>
              <a:rPr lang="zh-CN" altLang="en-US" noProof="0" dirty="0"/>
              <a:t>第二级</a:t>
            </a:r>
            <a:endParaRPr lang="zh-CN" altLang="en-US" noProof="0" dirty="0"/>
          </a:p>
          <a:p>
            <a:pPr lvl="2"/>
            <a:r>
              <a:rPr lang="zh-CN" altLang="en-US" noProof="0" dirty="0"/>
              <a:t>第三级</a:t>
            </a:r>
            <a:endParaRPr lang="zh-CN" altLang="en-US" noProof="0" dirty="0"/>
          </a:p>
          <a:p>
            <a:pPr lvl="3"/>
            <a:r>
              <a:rPr lang="zh-CN" altLang="en-US" noProof="0" dirty="0"/>
              <a:t>第四级</a:t>
            </a:r>
            <a:endParaRPr lang="zh-CN" altLang="en-US" noProof="0" dirty="0"/>
          </a:p>
          <a:p>
            <a:pPr lvl="4"/>
            <a:r>
              <a:rPr lang="zh-CN" altLang="en-US" noProof="0" dirty="0"/>
              <a:t>第五级</a:t>
            </a:r>
            <a:endParaRPr lang="zh-CN" altLang="en-US" noProof="0" dirty="0"/>
          </a:p>
        </p:txBody>
      </p:sp>
      <p:sp>
        <p:nvSpPr>
          <p:cNvPr id="30726" name="Rectangle 6"/>
          <p:cNvSpPr>
            <a:spLocks noGrp="1" noChangeArrowheads="1"/>
          </p:cNvSpPr>
          <p:nvPr>
            <p:ph type="ftr" sz="quarter" idx="4"/>
          </p:nvPr>
        </p:nvSpPr>
        <p:spPr bwMode="auto">
          <a:xfrm>
            <a:off x="0" y="8251825"/>
            <a:ext cx="2773363" cy="434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86201" tIns="43099" rIns="86201" bIns="43099" numCol="1" anchor="b" anchorCtr="0" compatLnSpc="1"/>
          <a:lstStyle>
            <a:lvl1pPr defTabSz="862330" eaLnBrk="1" latinLnBrk="1" hangingPunct="1">
              <a:defRPr kumimoji="1" sz="1100">
                <a:latin typeface="Times New Roman" panose="02020603050405020304" pitchFamily="18" charset="0"/>
                <a:ea typeface="微软雅黑" panose="020B0503020204020204" pitchFamily="34" charset="-122"/>
              </a:defRPr>
            </a:lvl1pPr>
          </a:lstStyle>
          <a:p>
            <a:pPr>
              <a:defRPr/>
            </a:pPr>
            <a:endParaRPr lang="en-US" altLang="zh-CN" dirty="0"/>
          </a:p>
        </p:txBody>
      </p:sp>
      <p:sp>
        <p:nvSpPr>
          <p:cNvPr id="30727" name="Rectangle 7"/>
          <p:cNvSpPr>
            <a:spLocks noGrp="1" noChangeArrowheads="1"/>
          </p:cNvSpPr>
          <p:nvPr>
            <p:ph type="sldNum" sz="quarter" idx="5"/>
          </p:nvPr>
        </p:nvSpPr>
        <p:spPr bwMode="auto">
          <a:xfrm>
            <a:off x="3627438" y="8251825"/>
            <a:ext cx="2773362" cy="434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86201" tIns="43099" rIns="86201" bIns="43099" numCol="1" anchor="b" anchorCtr="0" compatLnSpc="1"/>
          <a:lstStyle>
            <a:lvl1pPr algn="r" defTabSz="862330" eaLnBrk="1" latinLnBrk="1" hangingPunct="1">
              <a:defRPr kumimoji="1" sz="1100">
                <a:latin typeface="Times New Roman" panose="02020603050405020304" pitchFamily="18" charset="0"/>
                <a:ea typeface="微软雅黑" panose="020B0503020204020204" pitchFamily="34" charset="-122"/>
              </a:defRPr>
            </a:lvl1pPr>
          </a:lstStyle>
          <a:p>
            <a:pPr>
              <a:defRPr/>
            </a:pPr>
            <a:fld id="{276C582E-0752-4FCA-8E88-DA8DD40C2D79}" type="slidenum">
              <a:rPr lang="en-US" altLang="zh-CN" smtClean="0"/>
            </a:fld>
            <a:endParaRPr lang="en-US" altLang="zh-CN" dirty="0"/>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anose="02020603050405020304" pitchFamily="18" charset="0"/>
        <a:ea typeface="微软雅黑" panose="020B0503020204020204" pitchFamily="34" charset="-122"/>
        <a:cs typeface="+mn-cs"/>
      </a:defRPr>
    </a:lvl1pPr>
    <a:lvl2pPr marL="457200" algn="l" rtl="0" eaLnBrk="0" fontAlgn="base" hangingPunct="0">
      <a:spcBef>
        <a:spcPct val="30000"/>
      </a:spcBef>
      <a:spcAft>
        <a:spcPct val="0"/>
      </a:spcAft>
      <a:defRPr sz="1200" kern="1200">
        <a:solidFill>
          <a:schemeClr val="tx1"/>
        </a:solidFill>
        <a:latin typeface="Times New Roman" panose="02020603050405020304" pitchFamily="18" charset="0"/>
        <a:ea typeface="微软雅黑" panose="020B0503020204020204" pitchFamily="34" charset="-122"/>
        <a:cs typeface="+mn-cs"/>
      </a:defRPr>
    </a:lvl2pPr>
    <a:lvl3pPr marL="914400" algn="l" rtl="0" eaLnBrk="0" fontAlgn="base" hangingPunct="0">
      <a:spcBef>
        <a:spcPct val="30000"/>
      </a:spcBef>
      <a:spcAft>
        <a:spcPct val="0"/>
      </a:spcAft>
      <a:defRPr sz="1200" kern="1200">
        <a:solidFill>
          <a:schemeClr val="tx1"/>
        </a:solidFill>
        <a:latin typeface="Times New Roman" panose="02020603050405020304" pitchFamily="18" charset="0"/>
        <a:ea typeface="微软雅黑" panose="020B0503020204020204" pitchFamily="34" charset="-122"/>
        <a:cs typeface="+mn-cs"/>
      </a:defRPr>
    </a:lvl3pPr>
    <a:lvl4pPr marL="1371600" algn="l" rtl="0" eaLnBrk="0" fontAlgn="base" hangingPunct="0">
      <a:spcBef>
        <a:spcPct val="30000"/>
      </a:spcBef>
      <a:spcAft>
        <a:spcPct val="0"/>
      </a:spcAft>
      <a:defRPr sz="1200" kern="1200">
        <a:solidFill>
          <a:schemeClr val="tx1"/>
        </a:solidFill>
        <a:latin typeface="Times New Roman" panose="02020603050405020304" pitchFamily="18" charset="0"/>
        <a:ea typeface="微软雅黑" panose="020B0503020204020204" pitchFamily="34" charset="-122"/>
        <a:cs typeface="+mn-cs"/>
      </a:defRPr>
    </a:lvl4pPr>
    <a:lvl5pPr marL="1828800" algn="l" rtl="0" eaLnBrk="0" fontAlgn="base" hangingPunct="0">
      <a:spcBef>
        <a:spcPct val="30000"/>
      </a:spcBef>
      <a:spcAft>
        <a:spcPct val="0"/>
      </a:spcAft>
      <a:defRPr sz="1200" kern="1200">
        <a:solidFill>
          <a:schemeClr val="tx1"/>
        </a:solidFill>
        <a:latin typeface="Times New Roman" panose="02020603050405020304" pitchFamily="18" charset="0"/>
        <a:ea typeface="微软雅黑" panose="020B0503020204020204" pitchFamily="34"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0.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8.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1.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6.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3.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6.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7.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9.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6.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9.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0.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2.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sz="2400" baseline="0" dirty="0">
              <a:solidFill>
                <a:schemeClr val="tx1"/>
              </a:solidFill>
              <a:latin typeface="微软雅黑 Light" panose="020B0502040204020203" pitchFamily="34" charset="-122"/>
              <a:ea typeface="微软雅黑 Light" panose="020B0502040204020203" pitchFamily="34" charset="-122"/>
              <a:cs typeface="Times New Roman" panose="02020603050405020304" pitchFamily="18" charset="0"/>
            </a:endParaRPr>
          </a:p>
        </p:txBody>
      </p:sp>
      <p:sp>
        <p:nvSpPr>
          <p:cNvPr id="4" name="灯片编号占位符 3"/>
          <p:cNvSpPr>
            <a:spLocks noGrp="1"/>
          </p:cNvSpPr>
          <p:nvPr>
            <p:ph type="sldNum" sz="quarter" idx="5"/>
          </p:nvPr>
        </p:nvSpPr>
        <p:spPr/>
        <p:txBody>
          <a:bodyPr/>
          <a:lstStyle/>
          <a:p>
            <a:pPr>
              <a:defRPr/>
            </a:pPr>
            <a:fld id="{276C582E-0752-4FCA-8E88-DA8DD40C2D79}" type="slidenum">
              <a:rPr lang="en-US" altLang="zh-CN" smtClean="0"/>
            </a:fld>
            <a:endParaRPr lang="en-US" altLang="zh-CN"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276C582E-0752-4FCA-8E88-DA8DD40C2D79}" type="slidenum">
              <a:rPr lang="en-US" altLang="zh-CN" smtClean="0"/>
            </a:fld>
            <a:endParaRPr lang="en-US" altLang="zh-CN"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B170B4BB-966F-4739-A6B2-CF16CC6586D1}" type="slidenum">
              <a:rPr lang="en-US" altLang="zh-CN"/>
            </a:fld>
            <a:endParaRPr lang="en-US" altLang="zh-CN"/>
          </a:p>
        </p:txBody>
      </p:sp>
      <p:sp>
        <p:nvSpPr>
          <p:cNvPr id="461826" name="Rectangle 2"/>
          <p:cNvSpPr>
            <a:spLocks noGrp="1" noRot="1" noChangeAspect="1" noChangeArrowheads="1" noTextEdit="1"/>
          </p:cNvSpPr>
          <p:nvPr>
            <p:ph type="sldImg"/>
          </p:nvPr>
        </p:nvSpPr>
        <p:spPr/>
      </p:sp>
      <p:sp>
        <p:nvSpPr>
          <p:cNvPr id="461827" name="Rectangle 3"/>
          <p:cNvSpPr>
            <a:spLocks noGrp="1" noChangeArrowheads="1"/>
          </p:cNvSpPr>
          <p:nvPr>
            <p:ph type="body" idx="1"/>
          </p:nvPr>
        </p:nvSpPr>
        <p:spPr/>
        <p:txBody>
          <a:bodyPr/>
          <a:lstStyle/>
          <a:p>
            <a:endParaRPr lang="zh-CN" altLang="en-US"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E52E8CC9-F7A9-40B2-80FB-A3F66C783C6D}" type="slidenum">
              <a:rPr lang="en-US" altLang="zh-CN"/>
            </a:fld>
            <a:endParaRPr lang="en-US" altLang="zh-CN"/>
          </a:p>
        </p:txBody>
      </p:sp>
      <p:sp>
        <p:nvSpPr>
          <p:cNvPr id="472066" name="Rectangle 2"/>
          <p:cNvSpPr>
            <a:spLocks noGrp="1" noRot="1" noChangeAspect="1" noChangeArrowheads="1" noTextEdit="1"/>
          </p:cNvSpPr>
          <p:nvPr>
            <p:ph type="sldImg"/>
          </p:nvPr>
        </p:nvSpPr>
        <p:spPr/>
      </p:sp>
      <p:sp>
        <p:nvSpPr>
          <p:cNvPr id="472067" name="Rectangle 3"/>
          <p:cNvSpPr>
            <a:spLocks noGrp="1" noChangeArrowheads="1"/>
          </p:cNvSpPr>
          <p:nvPr>
            <p:ph type="body" idx="1"/>
          </p:nvPr>
        </p:nvSpPr>
        <p:spPr/>
        <p:txBody>
          <a:bodyPr/>
          <a:lstStyle/>
          <a:p>
            <a:endParaRPr lang="en-US" altLang="zh-CN"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8A24565E-C875-43A8-ABA9-074AD7B09D57}" type="slidenum">
              <a:rPr lang="en-US" altLang="zh-CN"/>
            </a:fld>
            <a:endParaRPr lang="en-US" altLang="zh-CN"/>
          </a:p>
        </p:txBody>
      </p:sp>
      <p:sp>
        <p:nvSpPr>
          <p:cNvPr id="544770" name="Rectangle 2"/>
          <p:cNvSpPr>
            <a:spLocks noGrp="1" noRot="1" noChangeAspect="1" noChangeArrowheads="1" noTextEdit="1"/>
          </p:cNvSpPr>
          <p:nvPr>
            <p:ph type="sldImg"/>
          </p:nvPr>
        </p:nvSpPr>
        <p:spPr/>
      </p:sp>
      <p:sp>
        <p:nvSpPr>
          <p:cNvPr id="544771" name="Rectangle 3"/>
          <p:cNvSpPr>
            <a:spLocks noGrp="1" noChangeArrowheads="1"/>
          </p:cNvSpPr>
          <p:nvPr>
            <p:ph type="body" idx="1"/>
          </p:nvPr>
        </p:nvSpPr>
        <p:spPr/>
        <p:txBody>
          <a:bodyPr/>
          <a:lstStyle/>
          <a:p>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现代浏览器支持八进制、十进制以及十六进制的</a:t>
            </a:r>
            <a:r>
              <a:rPr lang="en-US" altLang="zh-CN" dirty="0"/>
              <a:t>IP</a:t>
            </a:r>
            <a:endParaRPr lang="zh-CN" altLang="en-US" dirty="0"/>
          </a:p>
        </p:txBody>
      </p:sp>
      <p:sp>
        <p:nvSpPr>
          <p:cNvPr id="4" name="灯片编号占位符 3"/>
          <p:cNvSpPr>
            <a:spLocks noGrp="1"/>
          </p:cNvSpPr>
          <p:nvPr>
            <p:ph type="sldNum" sz="quarter" idx="5"/>
          </p:nvPr>
        </p:nvSpPr>
        <p:spPr/>
        <p:txBody>
          <a:bodyPr/>
          <a:lstStyle/>
          <a:p>
            <a:pPr>
              <a:defRPr/>
            </a:pPr>
            <a:fld id="{276C582E-0752-4FCA-8E88-DA8DD40C2D79}" type="slidenum">
              <a:rPr lang="en-US" altLang="zh-CN" smtClean="0"/>
            </a:fld>
            <a:endParaRPr lang="en-US" altLang="zh-CN"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23D5BEAB-BE76-4522-8A73-675EA2DFAD73}" type="slidenum">
              <a:rPr lang="en-US" altLang="zh-CN"/>
            </a:fld>
            <a:endParaRPr lang="en-US" altLang="zh-CN"/>
          </a:p>
        </p:txBody>
      </p:sp>
      <p:sp>
        <p:nvSpPr>
          <p:cNvPr id="799746" name="Rectangle 2"/>
          <p:cNvSpPr>
            <a:spLocks noGrp="1" noRot="1" noChangeAspect="1" noChangeArrowheads="1" noTextEdit="1"/>
          </p:cNvSpPr>
          <p:nvPr>
            <p:ph type="sldImg"/>
          </p:nvPr>
        </p:nvSpPr>
        <p:spPr/>
      </p:sp>
      <p:sp>
        <p:nvSpPr>
          <p:cNvPr id="799747" name="Rectangle 3"/>
          <p:cNvSpPr>
            <a:spLocks noGrp="1" noChangeArrowheads="1"/>
          </p:cNvSpPr>
          <p:nvPr>
            <p:ph type="body" idx="1"/>
          </p:nvPr>
        </p:nvSpPr>
        <p:spPr/>
        <p:txBody>
          <a:bodyPr/>
          <a:lstStyle/>
          <a:p>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6C9D8022-BBB6-4E69-95DA-D2692DE7E968}" type="slidenum">
              <a:rPr lang="en-US" altLang="zh-CN"/>
            </a:fld>
            <a:endParaRPr lang="en-US" altLang="zh-CN"/>
          </a:p>
        </p:txBody>
      </p:sp>
      <p:sp>
        <p:nvSpPr>
          <p:cNvPr id="792578" name="Rectangle 2"/>
          <p:cNvSpPr>
            <a:spLocks noGrp="1" noRot="1" noChangeAspect="1" noChangeArrowheads="1" noTextEdit="1"/>
          </p:cNvSpPr>
          <p:nvPr>
            <p:ph type="sldImg"/>
          </p:nvPr>
        </p:nvSpPr>
        <p:spPr/>
      </p:sp>
      <p:sp>
        <p:nvSpPr>
          <p:cNvPr id="792579" name="Rectangle 3"/>
          <p:cNvSpPr>
            <a:spLocks noGrp="1" noChangeArrowheads="1"/>
          </p:cNvSpPr>
          <p:nvPr>
            <p:ph type="body" idx="1"/>
          </p:nvPr>
        </p:nvSpPr>
        <p:spPr/>
        <p:txBody>
          <a:bodyPr/>
          <a:lstStyle/>
          <a:p>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276C582E-0752-4FCA-8E88-DA8DD40C2D79}" type="slidenum">
              <a:rPr lang="en-US" altLang="zh-CN" smtClean="0"/>
            </a:fld>
            <a:endParaRPr lang="en-US" altLang="zh-CN"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781B508A-E923-4363-9F1A-3C4573E78690}" type="slidenum">
              <a:rPr lang="en-US" altLang="zh-CN"/>
            </a:fld>
            <a:endParaRPr lang="en-US" altLang="zh-CN"/>
          </a:p>
        </p:txBody>
      </p:sp>
      <p:sp>
        <p:nvSpPr>
          <p:cNvPr id="769026" name="Rectangle 2"/>
          <p:cNvSpPr>
            <a:spLocks noGrp="1" noRot="1" noChangeAspect="1" noChangeArrowheads="1" noTextEdit="1"/>
          </p:cNvSpPr>
          <p:nvPr>
            <p:ph type="sldImg"/>
          </p:nvPr>
        </p:nvSpPr>
        <p:spPr/>
      </p:sp>
      <p:sp>
        <p:nvSpPr>
          <p:cNvPr id="769027" name="Rectangle 3"/>
          <p:cNvSpPr>
            <a:spLocks noGrp="1" noChangeArrowheads="1"/>
          </p:cNvSpPr>
          <p:nvPr>
            <p:ph type="body" idx="1"/>
          </p:nvPr>
        </p:nvSpPr>
        <p:spPr/>
        <p:txBody>
          <a:bodyPr/>
          <a:lstStyle/>
          <a:p>
            <a:endParaRPr lang="en-US" altLang="zh-CN"/>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7CFA092C-E2CF-47CF-B3A5-AA160BC8A6F2}" type="slidenum">
              <a:rPr lang="en-US" altLang="zh-CN"/>
            </a:fld>
            <a:endParaRPr lang="en-US" altLang="zh-CN"/>
          </a:p>
        </p:txBody>
      </p:sp>
      <p:sp>
        <p:nvSpPr>
          <p:cNvPr id="610306" name="Rectangle 2"/>
          <p:cNvSpPr>
            <a:spLocks noGrp="1" noRot="1" noChangeAspect="1" noChangeArrowheads="1" noTextEdit="1"/>
          </p:cNvSpPr>
          <p:nvPr>
            <p:ph type="sldImg"/>
          </p:nvPr>
        </p:nvSpPr>
        <p:spPr/>
      </p:sp>
      <p:sp>
        <p:nvSpPr>
          <p:cNvPr id="610307" name="Rectangle 3"/>
          <p:cNvSpPr>
            <a:spLocks noGrp="1" noChangeArrowheads="1"/>
          </p:cNvSpPr>
          <p:nvPr>
            <p:ph type="body" idx="1"/>
          </p:nvPr>
        </p:nvSpPr>
        <p:spPr/>
        <p:txBody>
          <a:bodyPr/>
          <a:lstStyle/>
          <a:p>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259908A9-26AB-449C-AA24-075EAF2F846D}" type="slidenum">
              <a:rPr lang="en-US" altLang="zh-CN"/>
            </a:fld>
            <a:endParaRPr lang="en-US" altLang="zh-CN"/>
          </a:p>
        </p:txBody>
      </p:sp>
      <p:sp>
        <p:nvSpPr>
          <p:cNvPr id="613378" name="Rectangle 2"/>
          <p:cNvSpPr>
            <a:spLocks noGrp="1" noRot="1" noChangeAspect="1" noChangeArrowheads="1" noTextEdit="1"/>
          </p:cNvSpPr>
          <p:nvPr>
            <p:ph type="sldImg"/>
          </p:nvPr>
        </p:nvSpPr>
        <p:spPr/>
      </p:sp>
      <p:sp>
        <p:nvSpPr>
          <p:cNvPr id="613379" name="Rectangle 3"/>
          <p:cNvSpPr>
            <a:spLocks noGrp="1" noChangeArrowheads="1"/>
          </p:cNvSpPr>
          <p:nvPr>
            <p:ph type="body" idx="1"/>
          </p:nvPr>
        </p:nvSpPr>
        <p:spPr/>
        <p:txBody>
          <a:bodyPr/>
          <a:lstStyle/>
          <a:p>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增加了每一个路由器处理数据报的开销</a:t>
            </a:r>
            <a:endParaRPr lang="zh-CN" altLang="en-US" dirty="0"/>
          </a:p>
        </p:txBody>
      </p:sp>
      <p:sp>
        <p:nvSpPr>
          <p:cNvPr id="4" name="灯片编号占位符 3"/>
          <p:cNvSpPr>
            <a:spLocks noGrp="1"/>
          </p:cNvSpPr>
          <p:nvPr>
            <p:ph type="sldNum" sz="quarter" idx="5"/>
          </p:nvPr>
        </p:nvSpPr>
        <p:spPr/>
        <p:txBody>
          <a:bodyPr/>
          <a:lstStyle/>
          <a:p>
            <a:pPr>
              <a:defRPr/>
            </a:pPr>
            <a:fld id="{276C582E-0752-4FCA-8E88-DA8DD40C2D79}" type="slidenum">
              <a:rPr lang="en-US" altLang="zh-CN" smtClean="0"/>
            </a:fld>
            <a:endParaRPr lang="en-US" altLang="zh-CN"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E97FB9C0-A384-4285-AD62-5361DDA66F24}" type="slidenum">
              <a:rPr lang="en-US" altLang="zh-CN"/>
            </a:fld>
            <a:endParaRPr lang="en-US" altLang="zh-CN"/>
          </a:p>
        </p:txBody>
      </p:sp>
      <p:sp>
        <p:nvSpPr>
          <p:cNvPr id="657410" name="Rectangle 2"/>
          <p:cNvSpPr>
            <a:spLocks noGrp="1" noRot="1" noChangeAspect="1" noChangeArrowheads="1" noTextEdit="1"/>
          </p:cNvSpPr>
          <p:nvPr>
            <p:ph type="sldImg"/>
          </p:nvPr>
        </p:nvSpPr>
        <p:spPr/>
      </p:sp>
      <p:sp>
        <p:nvSpPr>
          <p:cNvPr id="657411" name="Rectangle 3"/>
          <p:cNvSpPr>
            <a:spLocks noGrp="1" noChangeArrowheads="1"/>
          </p:cNvSpPr>
          <p:nvPr>
            <p:ph type="body" idx="1"/>
          </p:nvPr>
        </p:nvSpPr>
        <p:spPr/>
        <p:txBody>
          <a:bodyPr/>
          <a:lstStyle/>
          <a:p>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B1D5B703-4A03-4357-9B54-543D8D78F993}" type="slidenum">
              <a:rPr lang="en-US" altLang="zh-CN"/>
            </a:fld>
            <a:endParaRPr lang="en-US" altLang="zh-CN"/>
          </a:p>
        </p:txBody>
      </p:sp>
      <p:sp>
        <p:nvSpPr>
          <p:cNvPr id="791554" name="Rectangle 2"/>
          <p:cNvSpPr>
            <a:spLocks noGrp="1" noRot="1" noChangeAspect="1" noChangeArrowheads="1" noTextEdit="1"/>
          </p:cNvSpPr>
          <p:nvPr>
            <p:ph type="sldImg"/>
          </p:nvPr>
        </p:nvSpPr>
        <p:spPr/>
      </p:sp>
      <p:sp>
        <p:nvSpPr>
          <p:cNvPr id="791555" name="Rectangle 3"/>
          <p:cNvSpPr>
            <a:spLocks noGrp="1" noChangeArrowheads="1"/>
          </p:cNvSpPr>
          <p:nvPr>
            <p:ph type="body" idx="1"/>
          </p:nvPr>
        </p:nvSpPr>
        <p:spPr/>
        <p:txBody>
          <a:bodyPr/>
          <a:lstStyle/>
          <a:p>
            <a:pPr>
              <a:lnSpc>
                <a:spcPct val="80000"/>
              </a:lnSpc>
            </a:pPr>
            <a:endParaRPr lang="en-US" altLang="zh-CN"/>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52684176-B739-4D9C-8196-7A0BB5252919}" type="slidenum">
              <a:rPr lang="en-US" altLang="zh-CN"/>
            </a:fld>
            <a:endParaRPr lang="en-US" altLang="zh-CN"/>
          </a:p>
        </p:txBody>
      </p:sp>
      <p:sp>
        <p:nvSpPr>
          <p:cNvPr id="606210" name="Rectangle 2"/>
          <p:cNvSpPr>
            <a:spLocks noGrp="1" noRot="1" noChangeAspect="1" noChangeArrowheads="1" noTextEdit="1"/>
          </p:cNvSpPr>
          <p:nvPr>
            <p:ph type="sldImg"/>
          </p:nvPr>
        </p:nvSpPr>
        <p:spPr/>
      </p:sp>
      <p:sp>
        <p:nvSpPr>
          <p:cNvPr id="606211" name="Rectangle 3"/>
          <p:cNvSpPr>
            <a:spLocks noGrp="1" noChangeArrowheads="1"/>
          </p:cNvSpPr>
          <p:nvPr>
            <p:ph type="body" idx="1"/>
          </p:nvPr>
        </p:nvSpPr>
        <p:spPr/>
        <p:txBody>
          <a:bodyPr/>
          <a:lstStyle/>
          <a:p>
            <a:endParaRPr lang="en-US" altLang="zh-CN"/>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E4E9291A-C580-42EF-A788-9B78EA5EF282}" type="slidenum">
              <a:rPr lang="en-US" altLang="zh-CN"/>
            </a:fld>
            <a:endParaRPr lang="en-US" altLang="zh-CN"/>
          </a:p>
        </p:txBody>
      </p:sp>
      <p:sp>
        <p:nvSpPr>
          <p:cNvPr id="819202" name="Rectangle 2"/>
          <p:cNvSpPr>
            <a:spLocks noGrp="1" noRot="1" noChangeAspect="1" noChangeArrowheads="1" noTextEdit="1"/>
          </p:cNvSpPr>
          <p:nvPr>
            <p:ph type="sldImg"/>
          </p:nvPr>
        </p:nvSpPr>
        <p:spPr/>
      </p:sp>
      <p:sp>
        <p:nvSpPr>
          <p:cNvPr id="819203" name="Rectangle 3"/>
          <p:cNvSpPr>
            <a:spLocks noGrp="1" noChangeArrowheads="1"/>
          </p:cNvSpPr>
          <p:nvPr>
            <p:ph type="body" idx="1"/>
          </p:nvPr>
        </p:nvSpPr>
        <p:spPr/>
        <p:txBody>
          <a:bodyPr/>
          <a:lstStyle/>
          <a:p>
            <a:endParaRPr lang="en-US" altLang="zh-CN"/>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3798BD85-ABF3-4923-A4CF-CBDFB0429AA8}" type="slidenum">
              <a:rPr lang="en-US" altLang="zh-CN"/>
            </a:fld>
            <a:endParaRPr lang="en-US" altLang="zh-CN"/>
          </a:p>
        </p:txBody>
      </p:sp>
      <p:sp>
        <p:nvSpPr>
          <p:cNvPr id="820226" name="Rectangle 2"/>
          <p:cNvSpPr>
            <a:spLocks noGrp="1" noRot="1" noChangeAspect="1" noChangeArrowheads="1" noTextEdit="1"/>
          </p:cNvSpPr>
          <p:nvPr>
            <p:ph type="sldImg"/>
          </p:nvPr>
        </p:nvSpPr>
        <p:spPr/>
      </p:sp>
      <p:sp>
        <p:nvSpPr>
          <p:cNvPr id="820227" name="Rectangle 3"/>
          <p:cNvSpPr>
            <a:spLocks noGrp="1" noChangeArrowheads="1"/>
          </p:cNvSpPr>
          <p:nvPr>
            <p:ph type="body" idx="1"/>
          </p:nvPr>
        </p:nvSpPr>
        <p:spPr/>
        <p:txBody>
          <a:bodyPr/>
          <a:lstStyle/>
          <a:p>
            <a:pPr>
              <a:lnSpc>
                <a:spcPct val="80000"/>
              </a:lnSpc>
            </a:pPr>
            <a:endParaRPr lang="en-US" altLang="zh-CN"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276C582E-0752-4FCA-8E88-DA8DD40C2D79}" type="slidenum">
              <a:rPr lang="en-US" altLang="zh-CN" smtClean="0"/>
            </a:fld>
            <a:endParaRPr lang="en-US" altLang="zh-CN"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4B4C1D48-7416-4C68-B3BD-30B8328656F7}" type="slidenum">
              <a:rPr lang="en-US" altLang="zh-CN"/>
            </a:fld>
            <a:endParaRPr lang="en-US" altLang="zh-CN"/>
          </a:p>
        </p:txBody>
      </p:sp>
      <p:sp>
        <p:nvSpPr>
          <p:cNvPr id="516098" name="Rectangle 2"/>
          <p:cNvSpPr>
            <a:spLocks noGrp="1" noRot="1" noChangeAspect="1" noChangeArrowheads="1" noTextEdit="1"/>
          </p:cNvSpPr>
          <p:nvPr>
            <p:ph type="sldImg"/>
          </p:nvPr>
        </p:nvSpPr>
        <p:spPr/>
      </p:sp>
      <p:sp>
        <p:nvSpPr>
          <p:cNvPr id="516099" name="Rectangle 3"/>
          <p:cNvSpPr>
            <a:spLocks noGrp="1" noChangeArrowheads="1"/>
          </p:cNvSpPr>
          <p:nvPr>
            <p:ph type="body" idx="1"/>
          </p:nvPr>
        </p:nvSpPr>
        <p:spPr/>
        <p:txBody>
          <a:bodyPr/>
          <a:lstStyle/>
          <a:p>
            <a:endParaRPr lang="en-US" altLang="zh-C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4" name="Rectangle 7"/>
          <p:cNvSpPr>
            <a:spLocks noChangeArrowheads="1"/>
          </p:cNvSpPr>
          <p:nvPr/>
        </p:nvSpPr>
        <p:spPr bwMode="auto">
          <a:xfrm>
            <a:off x="8015818" y="3248026"/>
            <a:ext cx="4176183" cy="360363"/>
          </a:xfrm>
          <a:prstGeom prst="rect">
            <a:avLst/>
          </a:prstGeom>
          <a:solidFill>
            <a:srgbClr val="0000C8"/>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000">
                <a:solidFill>
                  <a:schemeClr val="tx1"/>
                </a:solidFill>
                <a:latin typeface="Arial" panose="020B0604020202020204" pitchFamily="34" charset="0"/>
                <a:ea typeface="黑体" panose="02010609060101010101" pitchFamily="49" charset="-122"/>
              </a:defRPr>
            </a:lvl1pPr>
            <a:lvl2pPr marL="742950" indent="-285750" eaLnBrk="0" hangingPunct="0">
              <a:defRPr sz="2000">
                <a:solidFill>
                  <a:schemeClr val="tx1"/>
                </a:solidFill>
                <a:latin typeface="Arial" panose="020B0604020202020204" pitchFamily="34" charset="0"/>
                <a:ea typeface="黑体" panose="02010609060101010101" pitchFamily="49" charset="-122"/>
              </a:defRPr>
            </a:lvl2pPr>
            <a:lvl3pPr marL="1143000" indent="-228600" eaLnBrk="0" hangingPunct="0">
              <a:defRPr sz="2000">
                <a:solidFill>
                  <a:schemeClr val="tx1"/>
                </a:solidFill>
                <a:latin typeface="Arial" panose="020B0604020202020204" pitchFamily="34" charset="0"/>
                <a:ea typeface="黑体" panose="02010609060101010101" pitchFamily="49" charset="-122"/>
              </a:defRPr>
            </a:lvl3pPr>
            <a:lvl4pPr marL="1600200" indent="-228600" eaLnBrk="0" hangingPunct="0">
              <a:defRPr sz="2000">
                <a:solidFill>
                  <a:schemeClr val="tx1"/>
                </a:solidFill>
                <a:latin typeface="Arial" panose="020B0604020202020204" pitchFamily="34" charset="0"/>
                <a:ea typeface="黑体" panose="02010609060101010101" pitchFamily="49" charset="-122"/>
              </a:defRPr>
            </a:lvl4pPr>
            <a:lvl5pPr marL="2057400" indent="-228600" eaLnBrk="0" hangingPunct="0">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0"/>
              </a:spcBef>
              <a:spcAft>
                <a:spcPct val="0"/>
              </a:spcAft>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0"/>
              </a:spcBef>
              <a:spcAft>
                <a:spcPct val="0"/>
              </a:spcAft>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0"/>
              </a:spcBef>
              <a:spcAft>
                <a:spcPct val="0"/>
              </a:spcAft>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0"/>
              </a:spcBef>
              <a:spcAft>
                <a:spcPct val="0"/>
              </a:spcAft>
              <a:defRPr sz="2000">
                <a:solidFill>
                  <a:schemeClr val="tx1"/>
                </a:solidFill>
                <a:latin typeface="Arial" panose="020B0604020202020204" pitchFamily="34" charset="0"/>
                <a:ea typeface="黑体" panose="02010609060101010101" pitchFamily="49" charset="-122"/>
              </a:defRPr>
            </a:lvl9pPr>
          </a:lstStyle>
          <a:p>
            <a:pPr algn="ctr" eaLnBrk="1" hangingPunct="1">
              <a:defRPr/>
            </a:pPr>
            <a:endParaRPr lang="zh-CN" altLang="zh-CN" sz="1800" dirty="0">
              <a:latin typeface="Times New Roman" panose="02020603050405020304" pitchFamily="18" charset="0"/>
              <a:ea typeface="微软雅黑" panose="020B0503020204020204" pitchFamily="34" charset="-122"/>
            </a:endParaRPr>
          </a:p>
        </p:txBody>
      </p:sp>
      <p:sp>
        <p:nvSpPr>
          <p:cNvPr id="5" name="Rectangle 8"/>
          <p:cNvSpPr>
            <a:spLocks noChangeArrowheads="1"/>
          </p:cNvSpPr>
          <p:nvPr/>
        </p:nvSpPr>
        <p:spPr bwMode="auto">
          <a:xfrm>
            <a:off x="0" y="3248026"/>
            <a:ext cx="4176184" cy="360363"/>
          </a:xfrm>
          <a:prstGeom prst="rect">
            <a:avLst/>
          </a:prstGeom>
          <a:solidFill>
            <a:srgbClr val="C8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000">
                <a:solidFill>
                  <a:schemeClr val="tx1"/>
                </a:solidFill>
                <a:latin typeface="Arial" panose="020B0604020202020204" pitchFamily="34" charset="0"/>
                <a:ea typeface="黑体" panose="02010609060101010101" pitchFamily="49" charset="-122"/>
              </a:defRPr>
            </a:lvl1pPr>
            <a:lvl2pPr marL="742950" indent="-285750" eaLnBrk="0" hangingPunct="0">
              <a:defRPr sz="2000">
                <a:solidFill>
                  <a:schemeClr val="tx1"/>
                </a:solidFill>
                <a:latin typeface="Arial" panose="020B0604020202020204" pitchFamily="34" charset="0"/>
                <a:ea typeface="黑体" panose="02010609060101010101" pitchFamily="49" charset="-122"/>
              </a:defRPr>
            </a:lvl2pPr>
            <a:lvl3pPr marL="1143000" indent="-228600" eaLnBrk="0" hangingPunct="0">
              <a:defRPr sz="2000">
                <a:solidFill>
                  <a:schemeClr val="tx1"/>
                </a:solidFill>
                <a:latin typeface="Arial" panose="020B0604020202020204" pitchFamily="34" charset="0"/>
                <a:ea typeface="黑体" panose="02010609060101010101" pitchFamily="49" charset="-122"/>
              </a:defRPr>
            </a:lvl3pPr>
            <a:lvl4pPr marL="1600200" indent="-228600" eaLnBrk="0" hangingPunct="0">
              <a:defRPr sz="2000">
                <a:solidFill>
                  <a:schemeClr val="tx1"/>
                </a:solidFill>
                <a:latin typeface="Arial" panose="020B0604020202020204" pitchFamily="34" charset="0"/>
                <a:ea typeface="黑体" panose="02010609060101010101" pitchFamily="49" charset="-122"/>
              </a:defRPr>
            </a:lvl4pPr>
            <a:lvl5pPr marL="2057400" indent="-228600" eaLnBrk="0" hangingPunct="0">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0"/>
              </a:spcBef>
              <a:spcAft>
                <a:spcPct val="0"/>
              </a:spcAft>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0"/>
              </a:spcBef>
              <a:spcAft>
                <a:spcPct val="0"/>
              </a:spcAft>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0"/>
              </a:spcBef>
              <a:spcAft>
                <a:spcPct val="0"/>
              </a:spcAft>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0"/>
              </a:spcBef>
              <a:spcAft>
                <a:spcPct val="0"/>
              </a:spcAft>
              <a:defRPr sz="2000">
                <a:solidFill>
                  <a:schemeClr val="tx1"/>
                </a:solidFill>
                <a:latin typeface="Arial" panose="020B0604020202020204" pitchFamily="34" charset="0"/>
                <a:ea typeface="黑体" panose="02010609060101010101" pitchFamily="49" charset="-122"/>
              </a:defRPr>
            </a:lvl9pPr>
          </a:lstStyle>
          <a:p>
            <a:pPr algn="ctr" eaLnBrk="1" hangingPunct="1">
              <a:defRPr/>
            </a:pPr>
            <a:endParaRPr lang="zh-CN" altLang="zh-CN" sz="1800" dirty="0">
              <a:latin typeface="Times New Roman" panose="02020603050405020304" pitchFamily="18" charset="0"/>
              <a:ea typeface="微软雅黑" panose="020B0503020204020204" pitchFamily="34" charset="-122"/>
            </a:endParaRPr>
          </a:p>
        </p:txBody>
      </p:sp>
      <p:sp>
        <p:nvSpPr>
          <p:cNvPr id="6" name="Rectangle 9"/>
          <p:cNvSpPr>
            <a:spLocks noChangeArrowheads="1"/>
          </p:cNvSpPr>
          <p:nvPr/>
        </p:nvSpPr>
        <p:spPr bwMode="auto">
          <a:xfrm>
            <a:off x="4176185" y="3248026"/>
            <a:ext cx="3839633" cy="360363"/>
          </a:xfrm>
          <a:prstGeom prst="rect">
            <a:avLst/>
          </a:prstGeom>
          <a:solidFill>
            <a:srgbClr val="00C8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000">
                <a:solidFill>
                  <a:schemeClr val="tx1"/>
                </a:solidFill>
                <a:latin typeface="Arial" panose="020B0604020202020204" pitchFamily="34" charset="0"/>
                <a:ea typeface="黑体" panose="02010609060101010101" pitchFamily="49" charset="-122"/>
              </a:defRPr>
            </a:lvl1pPr>
            <a:lvl2pPr marL="742950" indent="-285750" eaLnBrk="0" hangingPunct="0">
              <a:defRPr sz="2000">
                <a:solidFill>
                  <a:schemeClr val="tx1"/>
                </a:solidFill>
                <a:latin typeface="Arial" panose="020B0604020202020204" pitchFamily="34" charset="0"/>
                <a:ea typeface="黑体" panose="02010609060101010101" pitchFamily="49" charset="-122"/>
              </a:defRPr>
            </a:lvl2pPr>
            <a:lvl3pPr marL="1143000" indent="-228600" eaLnBrk="0" hangingPunct="0">
              <a:defRPr sz="2000">
                <a:solidFill>
                  <a:schemeClr val="tx1"/>
                </a:solidFill>
                <a:latin typeface="Arial" panose="020B0604020202020204" pitchFamily="34" charset="0"/>
                <a:ea typeface="黑体" panose="02010609060101010101" pitchFamily="49" charset="-122"/>
              </a:defRPr>
            </a:lvl3pPr>
            <a:lvl4pPr marL="1600200" indent="-228600" eaLnBrk="0" hangingPunct="0">
              <a:defRPr sz="2000">
                <a:solidFill>
                  <a:schemeClr val="tx1"/>
                </a:solidFill>
                <a:latin typeface="Arial" panose="020B0604020202020204" pitchFamily="34" charset="0"/>
                <a:ea typeface="黑体" panose="02010609060101010101" pitchFamily="49" charset="-122"/>
              </a:defRPr>
            </a:lvl4pPr>
            <a:lvl5pPr marL="2057400" indent="-228600" eaLnBrk="0" hangingPunct="0">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0"/>
              </a:spcBef>
              <a:spcAft>
                <a:spcPct val="0"/>
              </a:spcAft>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0"/>
              </a:spcBef>
              <a:spcAft>
                <a:spcPct val="0"/>
              </a:spcAft>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0"/>
              </a:spcBef>
              <a:spcAft>
                <a:spcPct val="0"/>
              </a:spcAft>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0"/>
              </a:spcBef>
              <a:spcAft>
                <a:spcPct val="0"/>
              </a:spcAft>
              <a:defRPr sz="2000">
                <a:solidFill>
                  <a:schemeClr val="tx1"/>
                </a:solidFill>
                <a:latin typeface="Arial" panose="020B0604020202020204" pitchFamily="34" charset="0"/>
                <a:ea typeface="黑体" panose="02010609060101010101" pitchFamily="49" charset="-122"/>
              </a:defRPr>
            </a:lvl9pPr>
          </a:lstStyle>
          <a:p>
            <a:pPr algn="ctr" eaLnBrk="1" hangingPunct="1">
              <a:defRPr/>
            </a:pPr>
            <a:endParaRPr lang="zh-CN" altLang="zh-CN" sz="1800">
              <a:latin typeface="微软雅黑" panose="020B0503020204020204" pitchFamily="34" charset="-122"/>
              <a:ea typeface="微软雅黑" panose="020B0503020204020204" pitchFamily="34" charset="-122"/>
            </a:endParaRPr>
          </a:p>
        </p:txBody>
      </p:sp>
      <p:sp>
        <p:nvSpPr>
          <p:cNvPr id="602114" name="Rectangle 2"/>
          <p:cNvSpPr>
            <a:spLocks noGrp="1" noChangeArrowheads="1"/>
          </p:cNvSpPr>
          <p:nvPr>
            <p:ph type="ctrTitle"/>
          </p:nvPr>
        </p:nvSpPr>
        <p:spPr>
          <a:xfrm>
            <a:off x="914400" y="1638301"/>
            <a:ext cx="10363200" cy="1476375"/>
          </a:xfrm>
        </p:spPr>
        <p:txBody>
          <a:bodyPr/>
          <a:lstStyle>
            <a:lvl1pPr algn="ctr">
              <a:defRPr sz="4400"/>
            </a:lvl1pPr>
          </a:lstStyle>
          <a:p>
            <a:pPr lvl="0"/>
            <a:r>
              <a:rPr lang="en-US" altLang="zh-CN" noProof="0" dirty="0"/>
              <a:t>Click to edit Master title style</a:t>
            </a:r>
            <a:endParaRPr lang="en-US" altLang="zh-CN" noProof="0" dirty="0"/>
          </a:p>
        </p:txBody>
      </p:sp>
      <p:sp>
        <p:nvSpPr>
          <p:cNvPr id="602115" name="Rectangle 3"/>
          <p:cNvSpPr>
            <a:spLocks noGrp="1" noChangeArrowheads="1"/>
          </p:cNvSpPr>
          <p:nvPr>
            <p:ph type="subTitle" idx="1"/>
          </p:nvPr>
        </p:nvSpPr>
        <p:spPr>
          <a:xfrm>
            <a:off x="1828800" y="3946525"/>
            <a:ext cx="8534400" cy="1417638"/>
          </a:xfrm>
        </p:spPr>
        <p:txBody>
          <a:bodyPr/>
          <a:lstStyle>
            <a:lvl1pPr marL="0" indent="0" algn="ctr">
              <a:buFont typeface="Wingdings" panose="05000000000000000000" pitchFamily="2" charset="2"/>
              <a:buNone/>
              <a:defRPr>
                <a:latin typeface="微软雅黑" panose="020B0503020204020204" pitchFamily="34" charset="-122"/>
                <a:ea typeface="微软雅黑" panose="020B0503020204020204" pitchFamily="34" charset="-122"/>
              </a:defRPr>
            </a:lvl1pPr>
          </a:lstStyle>
          <a:p>
            <a:pPr lvl="0"/>
            <a:r>
              <a:rPr lang="en-US" altLang="zh-CN" noProof="0"/>
              <a:t>Click to edit Master subtitle style</a:t>
            </a:r>
            <a:endParaRPr lang="en-US" altLang="zh-CN" noProof="0"/>
          </a:p>
        </p:txBody>
      </p:sp>
      <p:sp>
        <p:nvSpPr>
          <p:cNvPr id="7" name="Rectangle 4"/>
          <p:cNvSpPr>
            <a:spLocks noGrp="1" noChangeArrowheads="1"/>
          </p:cNvSpPr>
          <p:nvPr>
            <p:ph type="dt" sz="half" idx="10"/>
          </p:nvPr>
        </p:nvSpPr>
        <p:spPr>
          <a:xfrm>
            <a:off x="609600" y="6245225"/>
            <a:ext cx="2844800" cy="476250"/>
          </a:xfrm>
        </p:spPr>
        <p:txBody>
          <a:bodyPr/>
          <a:lstStyle>
            <a:lvl1pPr>
              <a:defRPr>
                <a:latin typeface="微软雅黑 Light" panose="020B0502040204020203" pitchFamily="34" charset="-122"/>
                <a:ea typeface="微软雅黑 Light" panose="020B0502040204020203" pitchFamily="34" charset="-122"/>
              </a:defRPr>
            </a:lvl1pPr>
          </a:lstStyle>
          <a:p>
            <a:pPr>
              <a:defRPr/>
            </a:pPr>
            <a:fld id="{C558A38C-9563-49DB-962B-8E2D0E47AF89}" type="datetime1">
              <a:rPr lang="zh-CN" altLang="en-US" smtClean="0"/>
            </a:fld>
            <a:endParaRPr lang="en-US" altLang="zh-CN"/>
          </a:p>
        </p:txBody>
      </p:sp>
      <p:sp>
        <p:nvSpPr>
          <p:cNvPr id="8" name="Rectangle 5"/>
          <p:cNvSpPr>
            <a:spLocks noGrp="1" noChangeArrowheads="1"/>
          </p:cNvSpPr>
          <p:nvPr>
            <p:ph type="ftr" sz="quarter" idx="11"/>
          </p:nvPr>
        </p:nvSpPr>
        <p:spPr>
          <a:xfrm>
            <a:off x="4165600" y="6245225"/>
            <a:ext cx="3860800" cy="476250"/>
          </a:xfrm>
        </p:spPr>
        <p:txBody>
          <a:bodyPr/>
          <a:lstStyle>
            <a:lvl1pPr>
              <a:defRPr>
                <a:latin typeface="微软雅黑 Light" panose="020B0502040204020203" pitchFamily="34" charset="-122"/>
                <a:ea typeface="微软雅黑 Light" panose="020B0502040204020203" pitchFamily="34" charset="-122"/>
              </a:defRPr>
            </a:lvl1pPr>
          </a:lstStyle>
          <a:p>
            <a:pPr>
              <a:defRPr/>
            </a:pPr>
            <a:endParaRPr lang="en-US" altLang="zh-CN"/>
          </a:p>
        </p:txBody>
      </p:sp>
      <p:sp>
        <p:nvSpPr>
          <p:cNvPr id="9" name="Rectangle 6"/>
          <p:cNvSpPr>
            <a:spLocks noGrp="1" noChangeArrowheads="1"/>
          </p:cNvSpPr>
          <p:nvPr>
            <p:ph type="sldNum" sz="quarter" idx="12"/>
          </p:nvPr>
        </p:nvSpPr>
        <p:spPr>
          <a:xfrm>
            <a:off x="8737600" y="6245225"/>
            <a:ext cx="2844800" cy="476250"/>
          </a:xfrm>
        </p:spPr>
        <p:txBody>
          <a:bodyPr/>
          <a:lstStyle>
            <a:lvl1pPr>
              <a:defRPr>
                <a:solidFill>
                  <a:schemeClr val="tx1"/>
                </a:solidFill>
                <a:latin typeface="微软雅黑 Light" panose="020B0502040204020203" pitchFamily="34" charset="-122"/>
                <a:ea typeface="微软雅黑 Light" panose="020B0502040204020203" pitchFamily="34" charset="-122"/>
              </a:defRPr>
            </a:lvl1pPr>
          </a:lstStyle>
          <a:p>
            <a:pPr>
              <a:defRPr/>
            </a:pPr>
            <a:fld id="{5D3F4DF0-0E70-4480-8313-566D8EB0767C}" type="slidenum">
              <a:rPr lang="en-US" altLang="zh-CN" smtClean="0"/>
            </a:fld>
            <a:endParaRPr lang="en-US" alt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sz="3200" baseline="0">
                <a:latin typeface="微软雅黑" panose="020B0503020204020204" pitchFamily="34" charset="-122"/>
                <a:cs typeface="Times New Roman" panose="02020603050405020304" pitchFamily="18" charset="0"/>
              </a:defRPr>
            </a:lvl1pPr>
          </a:lstStyle>
          <a:p>
            <a:r>
              <a:rPr lang="zh-CN" altLang="en-US" dirty="0"/>
              <a:t>单击此处编辑母版标题样式</a:t>
            </a:r>
            <a:endParaRPr lang="zh-CN" altLang="en-US" dirty="0"/>
          </a:p>
        </p:txBody>
      </p:sp>
      <p:sp>
        <p:nvSpPr>
          <p:cNvPr id="3" name="内容占位符 2"/>
          <p:cNvSpPr>
            <a:spLocks noGrp="1"/>
          </p:cNvSpPr>
          <p:nvPr>
            <p:ph idx="1"/>
          </p:nvPr>
        </p:nvSpPr>
        <p:spPr/>
        <p:txBody>
          <a:bodyPr>
            <a:normAutofit/>
          </a:bodyPr>
          <a:lstStyle>
            <a:lvl1pPr eaLnBrk="1" hangingPunct="1">
              <a:defRPr sz="2800" baseline="0">
                <a:latin typeface="微软雅黑 Light" panose="020B0502040204020203" pitchFamily="34" charset="-122"/>
                <a:ea typeface="微软雅黑 Light" panose="020B0502040204020203" pitchFamily="34" charset="-122"/>
                <a:cs typeface="Times New Roman" panose="02020603050405020304" pitchFamily="18" charset="0"/>
              </a:defRPr>
            </a:lvl1pPr>
            <a:lvl2pPr eaLnBrk="1" hangingPunct="1">
              <a:defRPr sz="2400" baseline="0">
                <a:latin typeface="微软雅黑 Light" panose="020B0502040204020203" pitchFamily="34" charset="-122"/>
                <a:ea typeface="微软雅黑 Light" panose="020B0502040204020203" pitchFamily="34" charset="-122"/>
                <a:cs typeface="Times New Roman" panose="02020603050405020304" pitchFamily="18" charset="0"/>
              </a:defRPr>
            </a:lvl2pPr>
            <a:lvl3pPr eaLnBrk="1" hangingPunct="1">
              <a:defRPr sz="2000" baseline="0">
                <a:latin typeface="微软雅黑 Light" panose="020B0502040204020203" pitchFamily="34" charset="-122"/>
                <a:ea typeface="微软雅黑 Light" panose="020B0502040204020203" pitchFamily="34" charset="-122"/>
                <a:cs typeface="Times New Roman" panose="02020603050405020304" pitchFamily="18" charset="0"/>
              </a:defRPr>
            </a:lvl3pPr>
            <a:lvl4pPr eaLnBrk="1" hangingPunct="1">
              <a:defRPr sz="1800" baseline="0">
                <a:latin typeface="微软雅黑 Light" panose="020B0502040204020203" pitchFamily="34" charset="-122"/>
                <a:ea typeface="微软雅黑 Light" panose="020B0502040204020203" pitchFamily="34" charset="-122"/>
                <a:cs typeface="Times New Roman" panose="02020603050405020304" pitchFamily="18" charset="0"/>
              </a:defRPr>
            </a:lvl4pPr>
            <a:lvl5pPr eaLnBrk="1" hangingPunct="1">
              <a:defRPr sz="1800" baseline="0">
                <a:latin typeface="微软雅黑 Light" panose="020B0502040204020203" pitchFamily="34" charset="-122"/>
                <a:ea typeface="微软雅黑 Light" panose="020B0502040204020203" pitchFamily="34" charset="-122"/>
                <a:cs typeface="Times New Roman" panose="02020603050405020304" pitchFamily="18" charset="0"/>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Rectangle 4"/>
          <p:cNvSpPr>
            <a:spLocks noGrp="1" noChangeArrowheads="1"/>
          </p:cNvSpPr>
          <p:nvPr>
            <p:ph type="dt" sz="half" idx="10"/>
          </p:nvPr>
        </p:nvSpPr>
        <p:spPr>
          <a:xfrm>
            <a:off x="154517" y="6453336"/>
            <a:ext cx="2844800" cy="206375"/>
          </a:xfrm>
        </p:spPr>
        <p:txBody>
          <a:bodyPr/>
          <a:lstStyle>
            <a:lvl1pPr>
              <a:defRPr>
                <a:latin typeface="微软雅黑 Light" panose="020B0502040204020203" pitchFamily="34" charset="-122"/>
                <a:ea typeface="微软雅黑 Light" panose="020B0502040204020203" pitchFamily="34" charset="-122"/>
                <a:cs typeface="Times New Roman" panose="02020603050405020304" pitchFamily="18" charset="0"/>
              </a:defRPr>
            </a:lvl1pPr>
          </a:lstStyle>
          <a:p>
            <a:pPr>
              <a:defRPr/>
            </a:pPr>
            <a:fld id="{2F05A8FC-FE35-4522-A3F1-FDC30BC87663}" type="datetime1">
              <a:rPr lang="zh-CN" altLang="en-US" smtClean="0"/>
            </a:fld>
            <a:endParaRPr lang="en-US" altLang="zh-CN" dirty="0"/>
          </a:p>
        </p:txBody>
      </p:sp>
      <p:sp>
        <p:nvSpPr>
          <p:cNvPr id="5" name="Rectangle 5"/>
          <p:cNvSpPr>
            <a:spLocks noGrp="1" noChangeArrowheads="1"/>
          </p:cNvSpPr>
          <p:nvPr>
            <p:ph type="ftr" sz="quarter" idx="11"/>
          </p:nvPr>
        </p:nvSpPr>
        <p:spPr>
          <a:xfrm>
            <a:off x="4165600" y="6453336"/>
            <a:ext cx="3860800" cy="206375"/>
          </a:xfrm>
        </p:spPr>
        <p:txBody>
          <a:bodyPr/>
          <a:lstStyle>
            <a:lvl1pPr>
              <a:defRPr>
                <a:latin typeface="微软雅黑 Light" panose="020B0502040204020203" pitchFamily="34" charset="-122"/>
                <a:ea typeface="微软雅黑 Light" panose="020B0502040204020203" pitchFamily="34" charset="-122"/>
                <a:cs typeface="Times New Roman" panose="02020603050405020304" pitchFamily="18" charset="0"/>
              </a:defRPr>
            </a:lvl1pPr>
          </a:lstStyle>
          <a:p>
            <a:pPr>
              <a:defRPr/>
            </a:pPr>
            <a:endParaRPr lang="en-US" altLang="zh-CN"/>
          </a:p>
        </p:txBody>
      </p:sp>
      <p:sp>
        <p:nvSpPr>
          <p:cNvPr id="6" name="Rectangle 6"/>
          <p:cNvSpPr>
            <a:spLocks noGrp="1" noChangeArrowheads="1"/>
          </p:cNvSpPr>
          <p:nvPr>
            <p:ph type="sldNum" sz="quarter" idx="12"/>
          </p:nvPr>
        </p:nvSpPr>
        <p:spPr>
          <a:xfrm>
            <a:off x="10848528" y="6453336"/>
            <a:ext cx="1188956" cy="252266"/>
          </a:xfrm>
        </p:spPr>
        <p:txBody>
          <a:bodyPr/>
          <a:lstStyle>
            <a:lvl1pPr>
              <a:defRPr>
                <a:solidFill>
                  <a:schemeClr val="accent1">
                    <a:lumMod val="25000"/>
                  </a:schemeClr>
                </a:solidFill>
                <a:latin typeface="微软雅黑 Light" panose="020B0502040204020203" pitchFamily="34" charset="-122"/>
                <a:ea typeface="微软雅黑 Light" panose="020B0502040204020203" pitchFamily="34" charset="-122"/>
                <a:cs typeface="Times New Roman" panose="02020603050405020304" pitchFamily="18" charset="0"/>
              </a:defRPr>
            </a:lvl1pPr>
          </a:lstStyle>
          <a:p>
            <a:pPr>
              <a:defRPr/>
            </a:pPr>
            <a:fld id="{816960B2-2B11-492C-B588-5290E1274F96}" type="slidenum">
              <a:rPr lang="en-US" altLang="zh-CN" smtClean="0"/>
            </a:fld>
            <a:endParaRPr lang="en-US" altLang="zh-CN"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lstStyle>
            <a:lvl1pPr>
              <a:defRPr lang="zh-CN" altLang="en-US" sz="3200" baseline="0" dirty="0">
                <a:latin typeface="微软雅黑" panose="020B0503020204020204" pitchFamily="34" charset="-122"/>
              </a:defRPr>
            </a:lvl1pPr>
          </a:lstStyle>
          <a:p>
            <a:pPr lvl="0"/>
            <a:r>
              <a:rPr lang="zh-CN" altLang="en-US" dirty="0"/>
              <a:t>单击此处编辑母版标题样式</a:t>
            </a:r>
            <a:endParaRPr lang="zh-CN" altLang="en-US" dirty="0"/>
          </a:p>
        </p:txBody>
      </p:sp>
      <p:sp>
        <p:nvSpPr>
          <p:cNvPr id="3" name="内容占位符 2"/>
          <p:cNvSpPr>
            <a:spLocks noGrp="1"/>
          </p:cNvSpPr>
          <p:nvPr>
            <p:ph sz="half" idx="1"/>
          </p:nvPr>
        </p:nvSpPr>
        <p:spPr>
          <a:xfrm>
            <a:off x="334434" y="1052514"/>
            <a:ext cx="5659967" cy="5437187"/>
          </a:xfrm>
        </p:spPr>
        <p:txBody>
          <a:bodyPr>
            <a:normAutofit/>
          </a:bodyPr>
          <a:lstStyle>
            <a:lvl1pPr eaLnBrk="1" hangingPunct="1">
              <a:defRPr sz="2800" baseline="0">
                <a:latin typeface="微软雅黑 Light" panose="020B0502040204020203" pitchFamily="34" charset="-122"/>
                <a:ea typeface="微软雅黑 Light" panose="020B0502040204020203" pitchFamily="34" charset="-122"/>
                <a:cs typeface="Times New Roman" panose="02020603050405020304" pitchFamily="18" charset="0"/>
              </a:defRPr>
            </a:lvl1pPr>
            <a:lvl2pPr eaLnBrk="1" hangingPunct="1">
              <a:defRPr sz="2400" baseline="0">
                <a:latin typeface="微软雅黑 Light" panose="020B0502040204020203" pitchFamily="34" charset="-122"/>
                <a:ea typeface="微软雅黑 Light" panose="020B0502040204020203" pitchFamily="34" charset="-122"/>
                <a:cs typeface="Times New Roman" panose="02020603050405020304" pitchFamily="18" charset="0"/>
              </a:defRPr>
            </a:lvl2pPr>
            <a:lvl3pPr eaLnBrk="1" hangingPunct="1">
              <a:defRPr sz="2000" baseline="0">
                <a:latin typeface="微软雅黑 Light" panose="020B0502040204020203" pitchFamily="34" charset="-122"/>
                <a:ea typeface="微软雅黑 Light" panose="020B0502040204020203" pitchFamily="34" charset="-122"/>
                <a:cs typeface="Times New Roman" panose="02020603050405020304" pitchFamily="18" charset="0"/>
              </a:defRPr>
            </a:lvl3pPr>
            <a:lvl4pPr eaLnBrk="1" hangingPunct="1">
              <a:defRPr sz="1800" baseline="0">
                <a:latin typeface="微软雅黑 Light" panose="020B0502040204020203" pitchFamily="34" charset="-122"/>
                <a:ea typeface="微软雅黑 Light" panose="020B0502040204020203" pitchFamily="34" charset="-122"/>
                <a:cs typeface="Times New Roman" panose="02020603050405020304" pitchFamily="18" charset="0"/>
              </a:defRPr>
            </a:lvl4pPr>
            <a:lvl5pPr eaLnBrk="1" hangingPunct="1">
              <a:defRPr sz="1800" baseline="0">
                <a:latin typeface="微软雅黑 Light" panose="020B0502040204020203" pitchFamily="34" charset="-122"/>
                <a:ea typeface="微软雅黑 Light" panose="020B0502040204020203" pitchFamily="34" charset="-122"/>
                <a:cs typeface="Times New Roman" panose="02020603050405020304" pitchFamily="18" charset="0"/>
              </a:defRPr>
            </a:lvl5pPr>
            <a:lvl6pPr>
              <a:defRPr sz="1800"/>
            </a:lvl6pPr>
            <a:lvl7pPr>
              <a:defRPr sz="1800"/>
            </a:lvl7pPr>
            <a:lvl8pPr>
              <a:defRPr sz="1800"/>
            </a:lvl8pPr>
            <a:lvl9pPr>
              <a:defRPr sz="1800"/>
            </a:lvl9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内容占位符 3"/>
          <p:cNvSpPr>
            <a:spLocks noGrp="1"/>
          </p:cNvSpPr>
          <p:nvPr>
            <p:ph sz="half" idx="2"/>
          </p:nvPr>
        </p:nvSpPr>
        <p:spPr>
          <a:xfrm>
            <a:off x="6197601" y="1052514"/>
            <a:ext cx="5659967" cy="5437187"/>
          </a:xfrm>
        </p:spPr>
        <p:txBody>
          <a:bodyPr>
            <a:normAutofit/>
          </a:bodyPr>
          <a:lstStyle>
            <a:lvl1pPr eaLnBrk="1" hangingPunct="1">
              <a:defRPr sz="2800" baseline="0">
                <a:latin typeface="微软雅黑 Light" panose="020B0502040204020203" pitchFamily="34" charset="-122"/>
                <a:ea typeface="微软雅黑 Light" panose="020B0502040204020203" pitchFamily="34" charset="-122"/>
                <a:cs typeface="Times New Roman" panose="02020603050405020304" pitchFamily="18" charset="0"/>
              </a:defRPr>
            </a:lvl1pPr>
            <a:lvl2pPr eaLnBrk="1" hangingPunct="1">
              <a:defRPr sz="2400" baseline="0">
                <a:latin typeface="微软雅黑 Light" panose="020B0502040204020203" pitchFamily="34" charset="-122"/>
                <a:ea typeface="微软雅黑 Light" panose="020B0502040204020203" pitchFamily="34" charset="-122"/>
                <a:cs typeface="Times New Roman" panose="02020603050405020304" pitchFamily="18" charset="0"/>
              </a:defRPr>
            </a:lvl2pPr>
            <a:lvl3pPr eaLnBrk="1" hangingPunct="1">
              <a:defRPr sz="2000" baseline="0">
                <a:latin typeface="微软雅黑 Light" panose="020B0502040204020203" pitchFamily="34" charset="-122"/>
                <a:ea typeface="微软雅黑 Light" panose="020B0502040204020203" pitchFamily="34" charset="-122"/>
                <a:cs typeface="Times New Roman" panose="02020603050405020304" pitchFamily="18" charset="0"/>
              </a:defRPr>
            </a:lvl3pPr>
            <a:lvl4pPr eaLnBrk="1" hangingPunct="1">
              <a:defRPr sz="1800" baseline="0">
                <a:latin typeface="微软雅黑 Light" panose="020B0502040204020203" pitchFamily="34" charset="-122"/>
                <a:ea typeface="微软雅黑 Light" panose="020B0502040204020203" pitchFamily="34" charset="-122"/>
                <a:cs typeface="Times New Roman" panose="02020603050405020304" pitchFamily="18" charset="0"/>
              </a:defRPr>
            </a:lvl4pPr>
            <a:lvl5pPr eaLnBrk="1" hangingPunct="1">
              <a:defRPr sz="1800" baseline="0">
                <a:latin typeface="微软雅黑 Light" panose="020B0502040204020203" pitchFamily="34" charset="-122"/>
                <a:ea typeface="微软雅黑 Light" panose="020B0502040204020203" pitchFamily="34" charset="-122"/>
                <a:cs typeface="Times New Roman" panose="02020603050405020304" pitchFamily="18" charset="0"/>
              </a:defRPr>
            </a:lvl5pPr>
            <a:lvl6pPr>
              <a:defRPr sz="1800"/>
            </a:lvl6pPr>
            <a:lvl7pPr>
              <a:defRPr sz="1800"/>
            </a:lvl7pPr>
            <a:lvl8pPr>
              <a:defRPr sz="1800"/>
            </a:lvl8pPr>
            <a:lvl9pPr>
              <a:defRPr sz="1800"/>
            </a:lvl9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Rectangle 4"/>
          <p:cNvSpPr>
            <a:spLocks noGrp="1" noChangeArrowheads="1"/>
          </p:cNvSpPr>
          <p:nvPr>
            <p:ph type="dt" sz="half" idx="10"/>
          </p:nvPr>
        </p:nvSpPr>
        <p:spPr>
          <a:xfrm>
            <a:off x="154517" y="6453336"/>
            <a:ext cx="1116947" cy="206375"/>
          </a:xfrm>
        </p:spPr>
        <p:txBody>
          <a:bodyPr/>
          <a:lstStyle>
            <a:lvl1pPr>
              <a:defRPr>
                <a:latin typeface="微软雅黑 Light" panose="020B0502040204020203" pitchFamily="34" charset="-122"/>
                <a:ea typeface="微软雅黑 Light" panose="020B0502040204020203" pitchFamily="34" charset="-122"/>
                <a:cs typeface="Times New Roman" panose="02020603050405020304" pitchFamily="18" charset="0"/>
              </a:defRPr>
            </a:lvl1pPr>
          </a:lstStyle>
          <a:p>
            <a:pPr>
              <a:defRPr/>
            </a:pPr>
            <a:fld id="{74A4702B-75A0-4351-8445-3AAC53651245}" type="datetime1">
              <a:rPr lang="zh-CN" altLang="en-US" smtClean="0"/>
            </a:fld>
            <a:endParaRPr lang="en-US" altLang="zh-CN"/>
          </a:p>
        </p:txBody>
      </p:sp>
      <p:sp>
        <p:nvSpPr>
          <p:cNvPr id="6" name="Rectangle 5"/>
          <p:cNvSpPr>
            <a:spLocks noGrp="1" noChangeArrowheads="1"/>
          </p:cNvSpPr>
          <p:nvPr>
            <p:ph type="ftr" sz="quarter" idx="11"/>
          </p:nvPr>
        </p:nvSpPr>
        <p:spPr>
          <a:xfrm>
            <a:off x="4165600" y="6453336"/>
            <a:ext cx="3860800" cy="206375"/>
          </a:xfrm>
        </p:spPr>
        <p:txBody>
          <a:bodyPr/>
          <a:lstStyle>
            <a:lvl1pPr>
              <a:defRPr>
                <a:latin typeface="微软雅黑 Light" panose="020B0502040204020203" pitchFamily="34" charset="-122"/>
                <a:ea typeface="微软雅黑 Light" panose="020B0502040204020203" pitchFamily="34" charset="-122"/>
                <a:cs typeface="Times New Roman" panose="02020603050405020304" pitchFamily="18" charset="0"/>
              </a:defRPr>
            </a:lvl1pPr>
          </a:lstStyle>
          <a:p>
            <a:pPr>
              <a:defRPr/>
            </a:pPr>
            <a:endParaRPr lang="en-US" altLang="zh-CN"/>
          </a:p>
        </p:txBody>
      </p:sp>
      <p:sp>
        <p:nvSpPr>
          <p:cNvPr id="7" name="Rectangle 6"/>
          <p:cNvSpPr>
            <a:spLocks noGrp="1" noChangeArrowheads="1"/>
          </p:cNvSpPr>
          <p:nvPr>
            <p:ph type="sldNum" sz="quarter" idx="12"/>
          </p:nvPr>
        </p:nvSpPr>
        <p:spPr>
          <a:xfrm>
            <a:off x="10992544" y="6453336"/>
            <a:ext cx="1044940" cy="206375"/>
          </a:xfrm>
        </p:spPr>
        <p:txBody>
          <a:bodyPr/>
          <a:lstStyle>
            <a:lvl1pPr>
              <a:defRPr>
                <a:solidFill>
                  <a:schemeClr val="accent1">
                    <a:lumMod val="25000"/>
                  </a:schemeClr>
                </a:solidFill>
                <a:latin typeface="微软雅黑 Light" panose="020B0502040204020203" pitchFamily="34" charset="-122"/>
                <a:ea typeface="微软雅黑 Light" panose="020B0502040204020203" pitchFamily="34" charset="-122"/>
                <a:cs typeface="Times New Roman" panose="02020603050405020304" pitchFamily="18" charset="0"/>
              </a:defRPr>
            </a:lvl1pPr>
          </a:lstStyle>
          <a:p>
            <a:pPr>
              <a:defRPr/>
            </a:pPr>
            <a:fld id="{5ACAED0A-32C0-459D-9CE5-9FDF4154FCB4}" type="slidenum">
              <a:rPr lang="en-US" altLang="zh-CN" smtClean="0"/>
            </a:fld>
            <a:endParaRPr lang="en-US" altLang="zh-CN"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lstStyle>
            <a:lvl1pPr>
              <a:defRPr lang="zh-CN" altLang="en-US" sz="3200" baseline="0">
                <a:latin typeface="微软雅黑" panose="020B0503020204020204" pitchFamily="34" charset="-122"/>
              </a:defRPr>
            </a:lvl1pPr>
          </a:lstStyle>
          <a:p>
            <a:pPr lvl="0"/>
            <a:r>
              <a:rPr lang="zh-CN" altLang="en-US" dirty="0"/>
              <a:t>单击此处编辑母版标题样式</a:t>
            </a:r>
            <a:endParaRPr lang="zh-CN" altLang="en-US" dirty="0"/>
          </a:p>
        </p:txBody>
      </p:sp>
      <p:sp>
        <p:nvSpPr>
          <p:cNvPr id="3" name="Rectangle 4"/>
          <p:cNvSpPr>
            <a:spLocks noGrp="1" noChangeArrowheads="1"/>
          </p:cNvSpPr>
          <p:nvPr>
            <p:ph type="dt" sz="half" idx="10"/>
          </p:nvPr>
        </p:nvSpPr>
        <p:spPr/>
        <p:txBody>
          <a:bodyPr/>
          <a:lstStyle>
            <a:lvl1pPr>
              <a:defRPr>
                <a:latin typeface="微软雅黑 Light" panose="020B0502040204020203" pitchFamily="34" charset="-122"/>
                <a:ea typeface="微软雅黑 Light" panose="020B0502040204020203" pitchFamily="34" charset="-122"/>
                <a:cs typeface="Times New Roman" panose="02020603050405020304" pitchFamily="18" charset="0"/>
              </a:defRPr>
            </a:lvl1pPr>
          </a:lstStyle>
          <a:p>
            <a:pPr>
              <a:defRPr/>
            </a:pPr>
            <a:fld id="{7CCD3FF8-DB94-40AD-8DCD-802D0CF6FBF3}" type="datetime1">
              <a:rPr lang="zh-CN" altLang="en-US" smtClean="0"/>
            </a:fld>
            <a:endParaRPr lang="en-US" altLang="zh-CN"/>
          </a:p>
        </p:txBody>
      </p:sp>
      <p:sp>
        <p:nvSpPr>
          <p:cNvPr id="4" name="Rectangle 5"/>
          <p:cNvSpPr>
            <a:spLocks noGrp="1" noChangeArrowheads="1"/>
          </p:cNvSpPr>
          <p:nvPr>
            <p:ph type="ftr" sz="quarter" idx="11"/>
          </p:nvPr>
        </p:nvSpPr>
        <p:spPr/>
        <p:txBody>
          <a:bodyPr/>
          <a:lstStyle>
            <a:lvl1pPr>
              <a:defRPr>
                <a:latin typeface="微软雅黑 Light" panose="020B0502040204020203" pitchFamily="34" charset="-122"/>
                <a:ea typeface="微软雅黑 Light" panose="020B0502040204020203" pitchFamily="34" charset="-122"/>
                <a:cs typeface="Times New Roman" panose="02020603050405020304" pitchFamily="18" charset="0"/>
              </a:defRPr>
            </a:lvl1pPr>
          </a:lstStyle>
          <a:p>
            <a:pPr>
              <a:defRPr/>
            </a:pPr>
            <a:endParaRPr lang="en-US" altLang="zh-CN"/>
          </a:p>
        </p:txBody>
      </p:sp>
      <p:sp>
        <p:nvSpPr>
          <p:cNvPr id="5" name="Rectangle 6"/>
          <p:cNvSpPr>
            <a:spLocks noGrp="1" noChangeArrowheads="1"/>
          </p:cNvSpPr>
          <p:nvPr>
            <p:ph type="sldNum" sz="quarter" idx="12"/>
          </p:nvPr>
        </p:nvSpPr>
        <p:spPr>
          <a:xfrm>
            <a:off x="10848528" y="6453336"/>
            <a:ext cx="1188956" cy="206375"/>
          </a:xfrm>
        </p:spPr>
        <p:txBody>
          <a:bodyPr/>
          <a:lstStyle>
            <a:lvl1pPr>
              <a:defRPr>
                <a:latin typeface="微软雅黑 Light" panose="020B0502040204020203" pitchFamily="34" charset="-122"/>
                <a:ea typeface="微软雅黑 Light" panose="020B0502040204020203" pitchFamily="34" charset="-122"/>
                <a:cs typeface="Times New Roman" panose="02020603050405020304" pitchFamily="18" charset="0"/>
              </a:defRPr>
            </a:lvl1pPr>
          </a:lstStyle>
          <a:p>
            <a:pPr>
              <a:defRPr/>
            </a:pPr>
            <a:fld id="{A48A0D3F-54C8-4397-8424-A82B96940146}" type="slidenum">
              <a:rPr lang="en-US" altLang="zh-CN" smtClean="0"/>
            </a:fld>
            <a:endParaRPr lang="en-US" alt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p:txBody>
          <a:bodyPr/>
          <a:lstStyle>
            <a:lvl1pPr>
              <a:defRPr>
                <a:latin typeface="微软雅黑 Light" panose="020B0502040204020203" pitchFamily="34" charset="-122"/>
                <a:ea typeface="微软雅黑 Light" panose="020B0502040204020203" pitchFamily="34" charset="-122"/>
              </a:defRPr>
            </a:lvl1pPr>
          </a:lstStyle>
          <a:p>
            <a:pPr>
              <a:defRPr/>
            </a:pPr>
            <a:fld id="{C023B7D7-C4B8-414A-AB8D-8E8B0D471E32}" type="datetime1">
              <a:rPr lang="zh-CN" altLang="en-US" smtClean="0"/>
            </a:fld>
            <a:endParaRPr lang="en-US" altLang="zh-CN"/>
          </a:p>
        </p:txBody>
      </p:sp>
      <p:sp>
        <p:nvSpPr>
          <p:cNvPr id="3" name="Rectangle 5"/>
          <p:cNvSpPr>
            <a:spLocks noGrp="1" noChangeArrowheads="1"/>
          </p:cNvSpPr>
          <p:nvPr>
            <p:ph type="ftr" sz="quarter" idx="11"/>
          </p:nvPr>
        </p:nvSpPr>
        <p:spPr/>
        <p:txBody>
          <a:bodyPr/>
          <a:lstStyle>
            <a:lvl1pPr>
              <a:defRPr>
                <a:latin typeface="微软雅黑 Light" panose="020B0502040204020203" pitchFamily="34" charset="-122"/>
                <a:ea typeface="微软雅黑 Light" panose="020B0502040204020203" pitchFamily="34" charset="-122"/>
              </a:defRPr>
            </a:lvl1pPr>
          </a:lstStyle>
          <a:p>
            <a:pPr>
              <a:defRPr/>
            </a:pPr>
            <a:endParaRPr lang="en-US" altLang="zh-CN" dirty="0"/>
          </a:p>
        </p:txBody>
      </p:sp>
      <p:sp>
        <p:nvSpPr>
          <p:cNvPr id="4" name="Rectangle 6"/>
          <p:cNvSpPr>
            <a:spLocks noGrp="1" noChangeArrowheads="1"/>
          </p:cNvSpPr>
          <p:nvPr>
            <p:ph type="sldNum" sz="quarter" idx="12"/>
          </p:nvPr>
        </p:nvSpPr>
        <p:spPr/>
        <p:txBody>
          <a:bodyPr/>
          <a:lstStyle>
            <a:lvl1pPr>
              <a:defRPr>
                <a:latin typeface="微软雅黑 Light" panose="020B0502040204020203" pitchFamily="34" charset="-122"/>
                <a:ea typeface="微软雅黑 Light" panose="020B0502040204020203" pitchFamily="34" charset="-122"/>
              </a:defRPr>
            </a:lvl1pPr>
          </a:lstStyle>
          <a:p>
            <a:pPr>
              <a:defRPr/>
            </a:pPr>
            <a:fld id="{4D270BE4-B6C0-4BD9-A22C-75B345F819BC}" type="slidenum">
              <a:rPr lang="en-US" altLang="zh-CN" smtClean="0"/>
            </a:fld>
            <a:endParaRPr lang="en-US" alt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431800" y="71438"/>
            <a:ext cx="11328400" cy="765175"/>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lstStyle>
            <a:lvl1pPr>
              <a:defRPr lang="zh-CN" altLang="en-US" sz="3200" baseline="0">
                <a:latin typeface="微软雅黑" panose="020B0503020204020204" pitchFamily="34" charset="-122"/>
              </a:defRPr>
            </a:lvl1pPr>
          </a:lstStyle>
          <a:p>
            <a:pPr lvl="0"/>
            <a:r>
              <a:rPr lang="zh-CN" altLang="en-US" dirty="0"/>
              <a:t>单击此处编辑母版标题样式</a:t>
            </a:r>
            <a:endParaRPr lang="zh-CN" altLang="en-US" dirty="0"/>
          </a:p>
        </p:txBody>
      </p:sp>
      <p:sp>
        <p:nvSpPr>
          <p:cNvPr id="3" name="表格占位符 2"/>
          <p:cNvSpPr>
            <a:spLocks noGrp="1"/>
          </p:cNvSpPr>
          <p:nvPr>
            <p:ph type="tbl" idx="1"/>
          </p:nvPr>
        </p:nvSpPr>
        <p:spPr>
          <a:xfrm>
            <a:off x="334434" y="1052514"/>
            <a:ext cx="11523133" cy="5437187"/>
          </a:xfrm>
        </p:spPr>
        <p:txBody>
          <a:bodyPr>
            <a:normAutofit/>
          </a:bodyPr>
          <a:lstStyle>
            <a:lvl1pPr>
              <a:defRPr baseline="0">
                <a:latin typeface="微软雅黑 Light" panose="020B0502040204020203" pitchFamily="34" charset="-122"/>
                <a:ea typeface="微软雅黑 Light" panose="020B0502040204020203" pitchFamily="34" charset="-122"/>
                <a:cs typeface="Times New Roman" panose="02020603050405020304" pitchFamily="18" charset="0"/>
              </a:defRPr>
            </a:lvl1pPr>
          </a:lstStyle>
          <a:p>
            <a:pPr lvl="0"/>
            <a:endParaRPr lang="zh-CN" altLang="en-US" noProof="0" dirty="0"/>
          </a:p>
        </p:txBody>
      </p:sp>
      <p:sp>
        <p:nvSpPr>
          <p:cNvPr id="4" name="Rectangle 4"/>
          <p:cNvSpPr>
            <a:spLocks noGrp="1" noChangeArrowheads="1"/>
          </p:cNvSpPr>
          <p:nvPr>
            <p:ph type="dt" sz="half" idx="10"/>
          </p:nvPr>
        </p:nvSpPr>
        <p:spPr/>
        <p:txBody>
          <a:bodyPr/>
          <a:lstStyle>
            <a:lvl1pPr>
              <a:defRPr>
                <a:latin typeface="Times New Roman" panose="02020603050405020304" pitchFamily="18" charset="0"/>
                <a:cs typeface="Times New Roman" panose="02020603050405020304" pitchFamily="18" charset="0"/>
              </a:defRPr>
            </a:lvl1pPr>
          </a:lstStyle>
          <a:p>
            <a:pPr>
              <a:defRPr/>
            </a:pPr>
            <a:fld id="{BA58DBD2-DAF7-4686-908D-FBE4A4C7898C}" type="datetime1">
              <a:rPr lang="zh-CN" altLang="en-US" smtClean="0"/>
            </a:fld>
            <a:endParaRPr lang="en-US" altLang="zh-CN"/>
          </a:p>
        </p:txBody>
      </p:sp>
      <p:sp>
        <p:nvSpPr>
          <p:cNvPr id="5" name="Rectangle 5"/>
          <p:cNvSpPr>
            <a:spLocks noGrp="1" noChangeArrowheads="1"/>
          </p:cNvSpPr>
          <p:nvPr>
            <p:ph type="ftr" sz="quarter" idx="11"/>
          </p:nvPr>
        </p:nvSpPr>
        <p:spPr/>
        <p:txBody>
          <a:bodyPr/>
          <a:lstStyle>
            <a:lvl1pPr>
              <a:defRPr>
                <a:latin typeface="Times New Roman" panose="02020603050405020304" pitchFamily="18" charset="0"/>
                <a:cs typeface="Times New Roman" panose="02020603050405020304" pitchFamily="18" charset="0"/>
              </a:defRPr>
            </a:lvl1pPr>
          </a:lstStyle>
          <a:p>
            <a:pPr>
              <a:defRPr/>
            </a:pPr>
            <a:endParaRPr lang="en-US" altLang="zh-CN"/>
          </a:p>
        </p:txBody>
      </p:sp>
      <p:sp>
        <p:nvSpPr>
          <p:cNvPr id="6" name="Rectangle 6"/>
          <p:cNvSpPr>
            <a:spLocks noGrp="1" noChangeArrowheads="1"/>
          </p:cNvSpPr>
          <p:nvPr>
            <p:ph type="sldNum" sz="quarter" idx="12"/>
          </p:nvPr>
        </p:nvSpPr>
        <p:spPr/>
        <p:txBody>
          <a:bodyPr/>
          <a:lstStyle>
            <a:lvl1pPr>
              <a:defRPr>
                <a:latin typeface="Times New Roman" panose="02020603050405020304" pitchFamily="18" charset="0"/>
                <a:cs typeface="Times New Roman" panose="02020603050405020304" pitchFamily="18" charset="0"/>
              </a:defRPr>
            </a:lvl1pPr>
          </a:lstStyle>
          <a:p>
            <a:pPr>
              <a:defRPr/>
            </a:pPr>
            <a:fld id="{6E6425F8-8564-4543-A15C-E4EDED80C1B6}" type="slidenum">
              <a:rPr lang="en-US" altLang="zh-CN" smtClean="0"/>
            </a:fld>
            <a:endParaRPr lang="en-US" altLang="zh-CN"/>
          </a:p>
        </p:txBody>
      </p:sp>
    </p:spTree>
  </p:cSld>
  <p:clrMapOvr>
    <a:masterClrMapping/>
  </p:clrMapOvr>
</p:sldLayout>
</file>

<file path=ppt/slideMasters/_rels/slideMaster1.xml.rels><?xml version="1.0" encoding="UTF-8" standalone="yes"?>
<Relationships xmlns="http://schemas.openxmlformats.org/package/2006/relationships"><Relationship Id="rId7" Type="http://schemas.openxmlformats.org/officeDocument/2006/relationships/theme" Target="../theme/theme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431800" y="71438"/>
            <a:ext cx="11328400" cy="765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lstStyle/>
          <a:p>
            <a:pPr lvl="0"/>
            <a:r>
              <a:rPr lang="en-US" altLang="zh-CN" dirty="0"/>
              <a:t>Click to edit Master title style</a:t>
            </a:r>
            <a:endParaRPr lang="en-US" altLang="zh-CN" dirty="0"/>
          </a:p>
        </p:txBody>
      </p:sp>
      <p:sp>
        <p:nvSpPr>
          <p:cNvPr id="1027" name="Rectangle 3"/>
          <p:cNvSpPr>
            <a:spLocks noGrp="1" noChangeArrowheads="1"/>
          </p:cNvSpPr>
          <p:nvPr>
            <p:ph type="body" idx="1"/>
          </p:nvPr>
        </p:nvSpPr>
        <p:spPr bwMode="auto">
          <a:xfrm>
            <a:off x="334434" y="1052514"/>
            <a:ext cx="11523133" cy="54371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pPr lvl="0"/>
            <a:r>
              <a:rPr lang="en-US" altLang="zh-CN" dirty="0"/>
              <a:t>Click to edit Master text styles</a:t>
            </a:r>
            <a:endParaRPr lang="en-US" altLang="zh-CN" dirty="0"/>
          </a:p>
          <a:p>
            <a:pPr lvl="1"/>
            <a:r>
              <a:rPr lang="en-US" altLang="zh-CN" dirty="0"/>
              <a:t>Second level</a:t>
            </a:r>
            <a:endParaRPr lang="en-US" altLang="zh-CN" dirty="0"/>
          </a:p>
          <a:p>
            <a:pPr lvl="2"/>
            <a:r>
              <a:rPr lang="en-US" altLang="zh-CN" dirty="0"/>
              <a:t>Third level</a:t>
            </a:r>
            <a:endParaRPr lang="en-US" altLang="zh-CN" dirty="0"/>
          </a:p>
        </p:txBody>
      </p:sp>
      <p:sp>
        <p:nvSpPr>
          <p:cNvPr id="601092" name="Rectangle 4"/>
          <p:cNvSpPr>
            <a:spLocks noGrp="1" noChangeArrowheads="1"/>
          </p:cNvSpPr>
          <p:nvPr>
            <p:ph type="dt" sz="half" idx="2"/>
          </p:nvPr>
        </p:nvSpPr>
        <p:spPr bwMode="auto">
          <a:xfrm>
            <a:off x="154517" y="6453336"/>
            <a:ext cx="2844800" cy="206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eaLnBrk="1" hangingPunct="1">
              <a:defRPr sz="1400" baseline="0">
                <a:latin typeface="微软雅黑 Light" panose="020B0502040204020203" pitchFamily="34" charset="-122"/>
                <a:ea typeface="微软雅黑" panose="020B0503020204020204" pitchFamily="34" charset="-122"/>
                <a:cs typeface="Times New Roman" panose="02020603050405020304" pitchFamily="18" charset="0"/>
              </a:defRPr>
            </a:lvl1pPr>
          </a:lstStyle>
          <a:p>
            <a:pPr>
              <a:defRPr/>
            </a:pPr>
            <a:fld id="{2D1F4785-08EB-4209-AF19-1B7710BBBAF1}" type="datetime1">
              <a:rPr lang="zh-CN" altLang="en-US" smtClean="0"/>
            </a:fld>
            <a:endParaRPr lang="en-US" altLang="zh-CN" dirty="0"/>
          </a:p>
        </p:txBody>
      </p:sp>
      <p:sp>
        <p:nvSpPr>
          <p:cNvPr id="601093" name="Rectangle 5"/>
          <p:cNvSpPr>
            <a:spLocks noGrp="1" noChangeArrowheads="1"/>
          </p:cNvSpPr>
          <p:nvPr>
            <p:ph type="ftr" sz="quarter" idx="3"/>
          </p:nvPr>
        </p:nvSpPr>
        <p:spPr bwMode="auto">
          <a:xfrm>
            <a:off x="4165600" y="6453336"/>
            <a:ext cx="3860800" cy="206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ctr" eaLnBrk="1" hangingPunct="1">
              <a:defRPr sz="1400" baseline="0">
                <a:latin typeface="微软雅黑 Light" panose="020B0502040204020203" pitchFamily="34" charset="-122"/>
                <a:ea typeface="微软雅黑" panose="020B0503020204020204" pitchFamily="34" charset="-122"/>
                <a:cs typeface="Times New Roman" panose="02020603050405020304" pitchFamily="18" charset="0"/>
              </a:defRPr>
            </a:lvl1pPr>
          </a:lstStyle>
          <a:p>
            <a:pPr>
              <a:defRPr/>
            </a:pPr>
            <a:endParaRPr lang="en-US" altLang="zh-CN" dirty="0"/>
          </a:p>
        </p:txBody>
      </p:sp>
      <p:sp>
        <p:nvSpPr>
          <p:cNvPr id="601094" name="Rectangle 6"/>
          <p:cNvSpPr>
            <a:spLocks noGrp="1" noChangeArrowheads="1"/>
          </p:cNvSpPr>
          <p:nvPr>
            <p:ph type="sldNum" sz="quarter" idx="4"/>
          </p:nvPr>
        </p:nvSpPr>
        <p:spPr bwMode="auto">
          <a:xfrm>
            <a:off x="9192684" y="6453336"/>
            <a:ext cx="2844800" cy="206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eaLnBrk="1" hangingPunct="1">
              <a:defRPr sz="1400" baseline="0">
                <a:solidFill>
                  <a:schemeClr val="accent1">
                    <a:lumMod val="25000"/>
                  </a:schemeClr>
                </a:solidFill>
                <a:latin typeface="微软雅黑 Light" panose="020B0502040204020203" pitchFamily="34" charset="-122"/>
                <a:ea typeface="微软雅黑" panose="020B0503020204020204" pitchFamily="34" charset="-122"/>
                <a:cs typeface="Times New Roman" panose="02020603050405020304" pitchFamily="18" charset="0"/>
              </a:defRPr>
            </a:lvl1pPr>
          </a:lstStyle>
          <a:p>
            <a:pPr>
              <a:defRPr/>
            </a:pPr>
            <a:fld id="{E3FAE0D9-500F-4F53-BD2E-C1D74A0BC936}" type="slidenum">
              <a:rPr lang="en-US" altLang="zh-CN" smtClean="0"/>
            </a:fld>
            <a:endParaRPr lang="en-US" altLang="zh-CN" dirty="0"/>
          </a:p>
        </p:txBody>
      </p:sp>
      <p:sp>
        <p:nvSpPr>
          <p:cNvPr id="1031" name="Rectangle 7"/>
          <p:cNvSpPr>
            <a:spLocks noChangeArrowheads="1"/>
          </p:cNvSpPr>
          <p:nvPr/>
        </p:nvSpPr>
        <p:spPr bwMode="auto">
          <a:xfrm>
            <a:off x="2554818" y="863600"/>
            <a:ext cx="9637183" cy="71438"/>
          </a:xfrm>
          <a:prstGeom prst="rect">
            <a:avLst/>
          </a:prstGeom>
          <a:solidFill>
            <a:srgbClr val="0000C8"/>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000">
                <a:solidFill>
                  <a:schemeClr val="tx1"/>
                </a:solidFill>
                <a:latin typeface="Arial" panose="020B0604020202020204" pitchFamily="34" charset="0"/>
                <a:ea typeface="黑体" panose="02010609060101010101" pitchFamily="49" charset="-122"/>
              </a:defRPr>
            </a:lvl1pPr>
            <a:lvl2pPr marL="742950" indent="-285750" eaLnBrk="0" hangingPunct="0">
              <a:defRPr sz="2000">
                <a:solidFill>
                  <a:schemeClr val="tx1"/>
                </a:solidFill>
                <a:latin typeface="Arial" panose="020B0604020202020204" pitchFamily="34" charset="0"/>
                <a:ea typeface="黑体" panose="02010609060101010101" pitchFamily="49" charset="-122"/>
              </a:defRPr>
            </a:lvl2pPr>
            <a:lvl3pPr marL="1143000" indent="-228600" eaLnBrk="0" hangingPunct="0">
              <a:defRPr sz="2000">
                <a:solidFill>
                  <a:schemeClr val="tx1"/>
                </a:solidFill>
                <a:latin typeface="Arial" panose="020B0604020202020204" pitchFamily="34" charset="0"/>
                <a:ea typeface="黑体" panose="02010609060101010101" pitchFamily="49" charset="-122"/>
              </a:defRPr>
            </a:lvl3pPr>
            <a:lvl4pPr marL="1600200" indent="-228600" eaLnBrk="0" hangingPunct="0">
              <a:defRPr sz="2000">
                <a:solidFill>
                  <a:schemeClr val="tx1"/>
                </a:solidFill>
                <a:latin typeface="Arial" panose="020B0604020202020204" pitchFamily="34" charset="0"/>
                <a:ea typeface="黑体" panose="02010609060101010101" pitchFamily="49" charset="-122"/>
              </a:defRPr>
            </a:lvl4pPr>
            <a:lvl5pPr marL="2057400" indent="-228600" eaLnBrk="0" hangingPunct="0">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0"/>
              </a:spcBef>
              <a:spcAft>
                <a:spcPct val="0"/>
              </a:spcAft>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0"/>
              </a:spcBef>
              <a:spcAft>
                <a:spcPct val="0"/>
              </a:spcAft>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0"/>
              </a:spcBef>
              <a:spcAft>
                <a:spcPct val="0"/>
              </a:spcAft>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0"/>
              </a:spcBef>
              <a:spcAft>
                <a:spcPct val="0"/>
              </a:spcAft>
              <a:defRPr sz="2000">
                <a:solidFill>
                  <a:schemeClr val="tx1"/>
                </a:solidFill>
                <a:latin typeface="Arial" panose="020B0604020202020204" pitchFamily="34" charset="0"/>
                <a:ea typeface="黑体" panose="02010609060101010101" pitchFamily="49" charset="-122"/>
              </a:defRPr>
            </a:lvl9pPr>
          </a:lstStyle>
          <a:p>
            <a:pPr algn="ctr" eaLnBrk="1" hangingPunct="1">
              <a:defRPr/>
            </a:pPr>
            <a:endParaRPr lang="zh-CN" altLang="zh-CN" sz="1800" baseline="0" dirty="0">
              <a:latin typeface="微软雅黑 Light" panose="020B0502040204020203" pitchFamily="34" charset="-122"/>
              <a:ea typeface="微软雅黑" panose="020B0503020204020204" pitchFamily="34" charset="-122"/>
              <a:cs typeface="Times New Roman" panose="02020603050405020304" pitchFamily="18" charset="0"/>
            </a:endParaRPr>
          </a:p>
        </p:txBody>
      </p:sp>
      <p:sp>
        <p:nvSpPr>
          <p:cNvPr id="1032" name="Rectangle 8"/>
          <p:cNvSpPr>
            <a:spLocks noChangeArrowheads="1"/>
          </p:cNvSpPr>
          <p:nvPr/>
        </p:nvSpPr>
        <p:spPr bwMode="auto">
          <a:xfrm>
            <a:off x="0" y="863600"/>
            <a:ext cx="1295400" cy="71438"/>
          </a:xfrm>
          <a:prstGeom prst="rect">
            <a:avLst/>
          </a:prstGeom>
          <a:solidFill>
            <a:srgbClr val="C8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000">
                <a:solidFill>
                  <a:schemeClr val="tx1"/>
                </a:solidFill>
                <a:latin typeface="Arial" panose="020B0604020202020204" pitchFamily="34" charset="0"/>
                <a:ea typeface="黑体" panose="02010609060101010101" pitchFamily="49" charset="-122"/>
              </a:defRPr>
            </a:lvl1pPr>
            <a:lvl2pPr marL="742950" indent="-285750" eaLnBrk="0" hangingPunct="0">
              <a:defRPr sz="2000">
                <a:solidFill>
                  <a:schemeClr val="tx1"/>
                </a:solidFill>
                <a:latin typeface="Arial" panose="020B0604020202020204" pitchFamily="34" charset="0"/>
                <a:ea typeface="黑体" panose="02010609060101010101" pitchFamily="49" charset="-122"/>
              </a:defRPr>
            </a:lvl2pPr>
            <a:lvl3pPr marL="1143000" indent="-228600" eaLnBrk="0" hangingPunct="0">
              <a:defRPr sz="2000">
                <a:solidFill>
                  <a:schemeClr val="tx1"/>
                </a:solidFill>
                <a:latin typeface="Arial" panose="020B0604020202020204" pitchFamily="34" charset="0"/>
                <a:ea typeface="黑体" panose="02010609060101010101" pitchFamily="49" charset="-122"/>
              </a:defRPr>
            </a:lvl3pPr>
            <a:lvl4pPr marL="1600200" indent="-228600" eaLnBrk="0" hangingPunct="0">
              <a:defRPr sz="2000">
                <a:solidFill>
                  <a:schemeClr val="tx1"/>
                </a:solidFill>
                <a:latin typeface="Arial" panose="020B0604020202020204" pitchFamily="34" charset="0"/>
                <a:ea typeface="黑体" panose="02010609060101010101" pitchFamily="49" charset="-122"/>
              </a:defRPr>
            </a:lvl4pPr>
            <a:lvl5pPr marL="2057400" indent="-228600" eaLnBrk="0" hangingPunct="0">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0"/>
              </a:spcBef>
              <a:spcAft>
                <a:spcPct val="0"/>
              </a:spcAft>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0"/>
              </a:spcBef>
              <a:spcAft>
                <a:spcPct val="0"/>
              </a:spcAft>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0"/>
              </a:spcBef>
              <a:spcAft>
                <a:spcPct val="0"/>
              </a:spcAft>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0"/>
              </a:spcBef>
              <a:spcAft>
                <a:spcPct val="0"/>
              </a:spcAft>
              <a:defRPr sz="2000">
                <a:solidFill>
                  <a:schemeClr val="tx1"/>
                </a:solidFill>
                <a:latin typeface="Arial" panose="020B0604020202020204" pitchFamily="34" charset="0"/>
                <a:ea typeface="黑体" panose="02010609060101010101" pitchFamily="49" charset="-122"/>
              </a:defRPr>
            </a:lvl9pPr>
          </a:lstStyle>
          <a:p>
            <a:pPr algn="ctr" eaLnBrk="1" hangingPunct="1">
              <a:defRPr/>
            </a:pPr>
            <a:endParaRPr lang="zh-CN" altLang="zh-CN" sz="1800" baseline="0" dirty="0">
              <a:latin typeface="微软雅黑 Light" panose="020B0502040204020203" pitchFamily="34" charset="-122"/>
              <a:ea typeface="微软雅黑" panose="020B0503020204020204" pitchFamily="34" charset="-122"/>
              <a:cs typeface="Times New Roman" panose="02020603050405020304" pitchFamily="18" charset="0"/>
            </a:endParaRPr>
          </a:p>
        </p:txBody>
      </p:sp>
      <p:sp>
        <p:nvSpPr>
          <p:cNvPr id="1033" name="Rectangle 9"/>
          <p:cNvSpPr>
            <a:spLocks noChangeArrowheads="1"/>
          </p:cNvSpPr>
          <p:nvPr/>
        </p:nvSpPr>
        <p:spPr bwMode="auto">
          <a:xfrm>
            <a:off x="1295400" y="863600"/>
            <a:ext cx="1295400" cy="71438"/>
          </a:xfrm>
          <a:prstGeom prst="rect">
            <a:avLst/>
          </a:prstGeom>
          <a:solidFill>
            <a:srgbClr val="00C8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000">
                <a:solidFill>
                  <a:schemeClr val="tx1"/>
                </a:solidFill>
                <a:latin typeface="Arial" panose="020B0604020202020204" pitchFamily="34" charset="0"/>
                <a:ea typeface="黑体" panose="02010609060101010101" pitchFamily="49" charset="-122"/>
              </a:defRPr>
            </a:lvl1pPr>
            <a:lvl2pPr marL="742950" indent="-285750" eaLnBrk="0" hangingPunct="0">
              <a:defRPr sz="2000">
                <a:solidFill>
                  <a:schemeClr val="tx1"/>
                </a:solidFill>
                <a:latin typeface="Arial" panose="020B0604020202020204" pitchFamily="34" charset="0"/>
                <a:ea typeface="黑体" panose="02010609060101010101" pitchFamily="49" charset="-122"/>
              </a:defRPr>
            </a:lvl2pPr>
            <a:lvl3pPr marL="1143000" indent="-228600" eaLnBrk="0" hangingPunct="0">
              <a:defRPr sz="2000">
                <a:solidFill>
                  <a:schemeClr val="tx1"/>
                </a:solidFill>
                <a:latin typeface="Arial" panose="020B0604020202020204" pitchFamily="34" charset="0"/>
                <a:ea typeface="黑体" panose="02010609060101010101" pitchFamily="49" charset="-122"/>
              </a:defRPr>
            </a:lvl3pPr>
            <a:lvl4pPr marL="1600200" indent="-228600" eaLnBrk="0" hangingPunct="0">
              <a:defRPr sz="2000">
                <a:solidFill>
                  <a:schemeClr val="tx1"/>
                </a:solidFill>
                <a:latin typeface="Arial" panose="020B0604020202020204" pitchFamily="34" charset="0"/>
                <a:ea typeface="黑体" panose="02010609060101010101" pitchFamily="49" charset="-122"/>
              </a:defRPr>
            </a:lvl4pPr>
            <a:lvl5pPr marL="2057400" indent="-228600" eaLnBrk="0" hangingPunct="0">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0"/>
              </a:spcBef>
              <a:spcAft>
                <a:spcPct val="0"/>
              </a:spcAft>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0"/>
              </a:spcBef>
              <a:spcAft>
                <a:spcPct val="0"/>
              </a:spcAft>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0"/>
              </a:spcBef>
              <a:spcAft>
                <a:spcPct val="0"/>
              </a:spcAft>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0"/>
              </a:spcBef>
              <a:spcAft>
                <a:spcPct val="0"/>
              </a:spcAft>
              <a:defRPr sz="2000">
                <a:solidFill>
                  <a:schemeClr val="tx1"/>
                </a:solidFill>
                <a:latin typeface="Arial" panose="020B0604020202020204" pitchFamily="34" charset="0"/>
                <a:ea typeface="黑体" panose="02010609060101010101" pitchFamily="49" charset="-122"/>
              </a:defRPr>
            </a:lvl9pPr>
          </a:lstStyle>
          <a:p>
            <a:pPr algn="ctr" eaLnBrk="1" hangingPunct="1">
              <a:defRPr/>
            </a:pPr>
            <a:endParaRPr lang="zh-CN" altLang="zh-CN" sz="1800" baseline="0">
              <a:latin typeface="微软雅黑 Light" panose="020B0502040204020203" pitchFamily="34" charset="-122"/>
              <a:ea typeface="微软雅黑" panose="020B0503020204020204" pitchFamily="34" charset="-122"/>
              <a:cs typeface="Times New Roman" panose="02020603050405020304" pitchFamily="18" charset="0"/>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hf hdr="0" ftr="0" dt="0"/>
  <p:txStyles>
    <p:titleStyle>
      <a:lvl1pPr algn="l" rtl="0" eaLnBrk="0" fontAlgn="base" hangingPunct="0">
        <a:spcBef>
          <a:spcPct val="0"/>
        </a:spcBef>
        <a:spcAft>
          <a:spcPct val="0"/>
        </a:spcAft>
        <a:defRPr lang="en-US" altLang="zh-CN" sz="3200" baseline="0" dirty="0">
          <a:solidFill>
            <a:schemeClr val="tx1"/>
          </a:solidFill>
          <a:latin typeface="微软雅黑 Light" panose="020B0502040204020203" pitchFamily="34" charset="-122"/>
          <a:ea typeface="微软雅黑" panose="020B0503020204020204" pitchFamily="34" charset="-122"/>
          <a:cs typeface="Times New Roman" panose="02020603050405020304" pitchFamily="18" charset="0"/>
        </a:defRPr>
      </a:lvl1pPr>
      <a:lvl2pPr algn="l" rtl="0" eaLnBrk="0" fontAlgn="base" hangingPunct="0">
        <a:spcBef>
          <a:spcPct val="0"/>
        </a:spcBef>
        <a:spcAft>
          <a:spcPct val="0"/>
        </a:spcAft>
        <a:defRPr sz="4000">
          <a:solidFill>
            <a:schemeClr val="tx1"/>
          </a:solidFill>
          <a:latin typeface="Arial" panose="020B0604020202020204" pitchFamily="34" charset="0"/>
          <a:ea typeface="黑体" panose="02010609060101010101" pitchFamily="49" charset="-122"/>
        </a:defRPr>
      </a:lvl2pPr>
      <a:lvl3pPr algn="l" rtl="0" eaLnBrk="0" fontAlgn="base" hangingPunct="0">
        <a:spcBef>
          <a:spcPct val="0"/>
        </a:spcBef>
        <a:spcAft>
          <a:spcPct val="0"/>
        </a:spcAft>
        <a:defRPr sz="4000">
          <a:solidFill>
            <a:schemeClr val="tx1"/>
          </a:solidFill>
          <a:latin typeface="Arial" panose="020B0604020202020204" pitchFamily="34" charset="0"/>
          <a:ea typeface="黑体" panose="02010609060101010101" pitchFamily="49" charset="-122"/>
        </a:defRPr>
      </a:lvl3pPr>
      <a:lvl4pPr algn="l" rtl="0" eaLnBrk="0" fontAlgn="base" hangingPunct="0">
        <a:spcBef>
          <a:spcPct val="0"/>
        </a:spcBef>
        <a:spcAft>
          <a:spcPct val="0"/>
        </a:spcAft>
        <a:defRPr sz="4000">
          <a:solidFill>
            <a:schemeClr val="tx1"/>
          </a:solidFill>
          <a:latin typeface="Arial" panose="020B0604020202020204" pitchFamily="34" charset="0"/>
          <a:ea typeface="黑体" panose="02010609060101010101" pitchFamily="49" charset="-122"/>
        </a:defRPr>
      </a:lvl4pPr>
      <a:lvl5pPr algn="l" rtl="0" eaLnBrk="0" fontAlgn="base" hangingPunct="0">
        <a:spcBef>
          <a:spcPct val="0"/>
        </a:spcBef>
        <a:spcAft>
          <a:spcPct val="0"/>
        </a:spcAft>
        <a:defRPr sz="4000">
          <a:solidFill>
            <a:schemeClr val="tx1"/>
          </a:solidFill>
          <a:latin typeface="Arial" panose="020B0604020202020204" pitchFamily="34" charset="0"/>
          <a:ea typeface="黑体" panose="02010609060101010101" pitchFamily="49" charset="-122"/>
        </a:defRPr>
      </a:lvl5pPr>
      <a:lvl6pPr marL="457200" algn="l" rtl="0" fontAlgn="base">
        <a:spcBef>
          <a:spcPct val="0"/>
        </a:spcBef>
        <a:spcAft>
          <a:spcPct val="0"/>
        </a:spcAft>
        <a:defRPr sz="4000">
          <a:solidFill>
            <a:schemeClr val="tx1"/>
          </a:solidFill>
          <a:latin typeface="Arial" panose="020B0604020202020204" pitchFamily="34" charset="0"/>
          <a:ea typeface="黑体" panose="02010609060101010101" pitchFamily="49" charset="-122"/>
        </a:defRPr>
      </a:lvl6pPr>
      <a:lvl7pPr marL="914400" algn="l" rtl="0" fontAlgn="base">
        <a:spcBef>
          <a:spcPct val="0"/>
        </a:spcBef>
        <a:spcAft>
          <a:spcPct val="0"/>
        </a:spcAft>
        <a:defRPr sz="4000">
          <a:solidFill>
            <a:schemeClr val="tx1"/>
          </a:solidFill>
          <a:latin typeface="Arial" panose="020B0604020202020204" pitchFamily="34" charset="0"/>
          <a:ea typeface="黑体" panose="02010609060101010101" pitchFamily="49" charset="-122"/>
        </a:defRPr>
      </a:lvl7pPr>
      <a:lvl8pPr marL="1371600" algn="l" rtl="0" fontAlgn="base">
        <a:spcBef>
          <a:spcPct val="0"/>
        </a:spcBef>
        <a:spcAft>
          <a:spcPct val="0"/>
        </a:spcAft>
        <a:defRPr sz="4000">
          <a:solidFill>
            <a:schemeClr val="tx1"/>
          </a:solidFill>
          <a:latin typeface="Arial" panose="020B0604020202020204" pitchFamily="34" charset="0"/>
          <a:ea typeface="黑体" panose="02010609060101010101" pitchFamily="49" charset="-122"/>
        </a:defRPr>
      </a:lvl8pPr>
      <a:lvl9pPr marL="1828800" algn="l" rtl="0" fontAlgn="base">
        <a:spcBef>
          <a:spcPct val="0"/>
        </a:spcBef>
        <a:spcAft>
          <a:spcPct val="0"/>
        </a:spcAft>
        <a:defRPr sz="4000">
          <a:solidFill>
            <a:schemeClr val="tx1"/>
          </a:solidFill>
          <a:latin typeface="Arial" panose="020B0604020202020204" pitchFamily="34" charset="0"/>
          <a:ea typeface="黑体" panose="02010609060101010101" pitchFamily="49" charset="-122"/>
        </a:defRPr>
      </a:lvl9pPr>
    </p:titleStyle>
    <p:bodyStyle>
      <a:lvl1pPr marL="342900" indent="-342900" algn="l" rtl="0" eaLnBrk="0" fontAlgn="base" hangingPunct="0">
        <a:spcBef>
          <a:spcPct val="20000"/>
        </a:spcBef>
        <a:spcAft>
          <a:spcPct val="0"/>
        </a:spcAft>
        <a:buClr>
          <a:srgbClr val="C80000"/>
        </a:buClr>
        <a:buSzPct val="80000"/>
        <a:buFont typeface="Wingdings" panose="05000000000000000000" pitchFamily="2" charset="2"/>
        <a:buChar char="n"/>
        <a:defRPr sz="2800" baseline="0">
          <a:solidFill>
            <a:schemeClr val="tx1"/>
          </a:solidFill>
          <a:latin typeface="微软雅黑 Light" panose="020B0502040204020203" pitchFamily="34" charset="-122"/>
          <a:ea typeface="微软雅黑" panose="020B0503020204020204" pitchFamily="34" charset="-122"/>
          <a:cs typeface="Times New Roman" panose="02020603050405020304" pitchFamily="18" charset="0"/>
        </a:defRPr>
      </a:lvl1pPr>
      <a:lvl2pPr marL="742950" indent="-285750" algn="l" rtl="0" eaLnBrk="0" fontAlgn="base" hangingPunct="0">
        <a:spcBef>
          <a:spcPct val="20000"/>
        </a:spcBef>
        <a:spcAft>
          <a:spcPct val="0"/>
        </a:spcAft>
        <a:buClr>
          <a:srgbClr val="00C800"/>
        </a:buClr>
        <a:buSzPct val="80000"/>
        <a:buFont typeface="Wingdings" panose="05000000000000000000" pitchFamily="2" charset="2"/>
        <a:buChar char="n"/>
        <a:defRPr sz="2400" baseline="0">
          <a:solidFill>
            <a:schemeClr val="tx1"/>
          </a:solidFill>
          <a:latin typeface="微软雅黑 Light" panose="020B0502040204020203" pitchFamily="34" charset="-122"/>
          <a:ea typeface="微软雅黑" panose="020B0503020204020204" pitchFamily="34" charset="-122"/>
          <a:cs typeface="Times New Roman" panose="02020603050405020304" pitchFamily="18" charset="0"/>
        </a:defRPr>
      </a:lvl2pPr>
      <a:lvl3pPr marL="1143000" indent="-228600" algn="l" rtl="0" eaLnBrk="0" fontAlgn="base" hangingPunct="0">
        <a:spcBef>
          <a:spcPct val="20000"/>
        </a:spcBef>
        <a:spcAft>
          <a:spcPct val="0"/>
        </a:spcAft>
        <a:buClr>
          <a:srgbClr val="0000C8"/>
        </a:buClr>
        <a:buSzPct val="80000"/>
        <a:buFont typeface="Wingdings" panose="05000000000000000000" pitchFamily="2" charset="2"/>
        <a:buChar char="n"/>
        <a:defRPr sz="2000" baseline="0">
          <a:solidFill>
            <a:schemeClr val="tx1"/>
          </a:solidFill>
          <a:latin typeface="微软雅黑 Light" panose="020B0502040204020203" pitchFamily="34" charset="-122"/>
          <a:ea typeface="微软雅黑" panose="020B0503020204020204" pitchFamily="34" charset="-122"/>
          <a:cs typeface="Times New Roman" panose="02020603050405020304" pitchFamily="18" charset="0"/>
        </a:defRPr>
      </a:lvl3pPr>
      <a:lvl4pPr marL="1600200" indent="-228600" algn="l" rtl="0" eaLnBrk="0" fontAlgn="base" hangingPunct="0">
        <a:spcBef>
          <a:spcPct val="20000"/>
        </a:spcBef>
        <a:spcAft>
          <a:spcPct val="0"/>
        </a:spcAft>
        <a:buClr>
          <a:srgbClr val="FF7F00"/>
        </a:buClr>
        <a:buSzPct val="80000"/>
        <a:buFont typeface="Wingdings" panose="05000000000000000000" pitchFamily="2" charset="2"/>
        <a:buChar char="u"/>
        <a:defRPr sz="2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4pPr>
      <a:lvl5pPr marL="2057400" indent="-228600" algn="l" rtl="0" eaLnBrk="0" fontAlgn="base" hangingPunct="0">
        <a:spcBef>
          <a:spcPct val="20000"/>
        </a:spcBef>
        <a:spcAft>
          <a:spcPct val="0"/>
        </a:spcAft>
        <a:buSzPct val="80000"/>
        <a:buFont typeface="Wingdings" panose="05000000000000000000" pitchFamily="2" charset="2"/>
        <a:buChar char="Ø"/>
        <a:defRPr sz="2000">
          <a:solidFill>
            <a:schemeClr val="tx1"/>
          </a:solidFill>
          <a:latin typeface="+mn-lt"/>
          <a:ea typeface="+mn-ea"/>
        </a:defRPr>
      </a:lvl5pPr>
      <a:lvl6pPr marL="2514600" indent="-228600" algn="l" rtl="0" fontAlgn="base">
        <a:spcBef>
          <a:spcPct val="20000"/>
        </a:spcBef>
        <a:spcAft>
          <a:spcPct val="0"/>
        </a:spcAft>
        <a:buSzPct val="80000"/>
        <a:buFont typeface="Wingdings" panose="05000000000000000000" pitchFamily="2" charset="2"/>
        <a:buChar char="Ø"/>
        <a:defRPr sz="2000">
          <a:solidFill>
            <a:schemeClr val="tx1"/>
          </a:solidFill>
          <a:latin typeface="+mn-lt"/>
          <a:ea typeface="+mn-ea"/>
        </a:defRPr>
      </a:lvl6pPr>
      <a:lvl7pPr marL="2971800" indent="-228600" algn="l" rtl="0" fontAlgn="base">
        <a:spcBef>
          <a:spcPct val="20000"/>
        </a:spcBef>
        <a:spcAft>
          <a:spcPct val="0"/>
        </a:spcAft>
        <a:buSzPct val="80000"/>
        <a:buFont typeface="Wingdings" panose="05000000000000000000" pitchFamily="2" charset="2"/>
        <a:buChar char="Ø"/>
        <a:defRPr sz="2000">
          <a:solidFill>
            <a:schemeClr val="tx1"/>
          </a:solidFill>
          <a:latin typeface="+mn-lt"/>
          <a:ea typeface="+mn-ea"/>
        </a:defRPr>
      </a:lvl7pPr>
      <a:lvl8pPr marL="3429000" indent="-228600" algn="l" rtl="0" fontAlgn="base">
        <a:spcBef>
          <a:spcPct val="20000"/>
        </a:spcBef>
        <a:spcAft>
          <a:spcPct val="0"/>
        </a:spcAft>
        <a:buSzPct val="80000"/>
        <a:buFont typeface="Wingdings" panose="05000000000000000000" pitchFamily="2" charset="2"/>
        <a:buChar char="Ø"/>
        <a:defRPr sz="2000">
          <a:solidFill>
            <a:schemeClr val="tx1"/>
          </a:solidFill>
          <a:latin typeface="+mn-lt"/>
          <a:ea typeface="+mn-ea"/>
        </a:defRPr>
      </a:lvl8pPr>
      <a:lvl9pPr marL="3886200" indent="-228600" algn="l" rtl="0" fontAlgn="base">
        <a:spcBef>
          <a:spcPct val="20000"/>
        </a:spcBef>
        <a:spcAft>
          <a:spcPct val="0"/>
        </a:spcAft>
        <a:buSzPct val="80000"/>
        <a:buFont typeface="Wingdings" panose="05000000000000000000" pitchFamily="2" charset="2"/>
        <a:buChar char="Ø"/>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4.svg"/><Relationship Id="rId3" Type="http://schemas.openxmlformats.org/officeDocument/2006/relationships/image" Target="../media/image3.png"/><Relationship Id="rId2" Type="http://schemas.openxmlformats.org/officeDocument/2006/relationships/image" Target="../media/image2.svg"/><Relationship Id="rId1" Type="http://schemas.openxmlformats.org/officeDocument/2006/relationships/image" Target="../media/image1.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4.svg"/><Relationship Id="rId3" Type="http://schemas.openxmlformats.org/officeDocument/2006/relationships/image" Target="../media/image3.png"/><Relationship Id="rId2" Type="http://schemas.openxmlformats.org/officeDocument/2006/relationships/image" Target="../media/image2.svg"/><Relationship Id="rId1" Type="http://schemas.openxmlformats.org/officeDocument/2006/relationships/image" Target="../media/image1.png"/></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7" Type="http://schemas.openxmlformats.org/officeDocument/2006/relationships/slideLayout" Target="../slideLayouts/slideLayout4.xml"/><Relationship Id="rId6" Type="http://schemas.openxmlformats.org/officeDocument/2006/relationships/image" Target="../media/image4.svg"/><Relationship Id="rId5" Type="http://schemas.openxmlformats.org/officeDocument/2006/relationships/image" Target="../media/image8.png"/><Relationship Id="rId4" Type="http://schemas.openxmlformats.org/officeDocument/2006/relationships/image" Target="../media/image7.svg"/><Relationship Id="rId3" Type="http://schemas.openxmlformats.org/officeDocument/2006/relationships/image" Target="../media/image6.png"/><Relationship Id="rId2" Type="http://schemas.openxmlformats.org/officeDocument/2006/relationships/image" Target="../media/image2.svg"/><Relationship Id="rId1" Type="http://schemas.openxmlformats.org/officeDocument/2006/relationships/image" Target="../media/image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4" Type="http://schemas.openxmlformats.org/officeDocument/2006/relationships/slideLayout" Target="../slideLayouts/slideLayout3.xml"/><Relationship Id="rId3" Type="http://schemas.openxmlformats.org/officeDocument/2006/relationships/image" Target="../media/image2.svg"/><Relationship Id="rId2" Type="http://schemas.openxmlformats.org/officeDocument/2006/relationships/image" Target="../media/image5.png"/><Relationship Id="rId1" Type="http://schemas.openxmlformats.org/officeDocument/2006/relationships/image" Target="../media/image9.wmf"/></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svg"/><Relationship Id="rId1" Type="http://schemas.openxmlformats.org/officeDocument/2006/relationships/image" Target="../media/image5.png"/></Relationships>
</file>

<file path=ppt/slides/_rels/slide2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svg"/><Relationship Id="rId1" Type="http://schemas.openxmlformats.org/officeDocument/2006/relationships/image" Target="../media/image5.png"/></Relationships>
</file>

<file path=ppt/slides/_rels/slide2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svg"/><Relationship Id="rId1" Type="http://schemas.openxmlformats.org/officeDocument/2006/relationships/image" Target="../media/image5.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2.svg"/><Relationship Id="rId2" Type="http://schemas.openxmlformats.org/officeDocument/2006/relationships/image" Target="../media/image5.png"/><Relationship Id="rId1" Type="http://schemas.openxmlformats.org/officeDocument/2006/relationships/image" Target="../media/image9.wmf"/></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4" Type="http://schemas.openxmlformats.org/officeDocument/2006/relationships/slideLayout" Target="../slideLayouts/slideLayout5.xml"/><Relationship Id="rId3" Type="http://schemas.openxmlformats.org/officeDocument/2006/relationships/image" Target="../media/image2.svg"/><Relationship Id="rId2" Type="http://schemas.openxmlformats.org/officeDocument/2006/relationships/image" Target="../media/image5.png"/><Relationship Id="rId1" Type="http://schemas.openxmlformats.org/officeDocument/2006/relationships/image" Target="../media/image9.wmf"/></Relationships>
</file>

<file path=ppt/slides/_rels/slide41.xml.rels><?xml version="1.0" encoding="UTF-8" standalone="yes"?>
<Relationships xmlns="http://schemas.openxmlformats.org/package/2006/relationships"><Relationship Id="rId4" Type="http://schemas.openxmlformats.org/officeDocument/2006/relationships/slideLayout" Target="../slideLayouts/slideLayout5.xml"/><Relationship Id="rId3" Type="http://schemas.openxmlformats.org/officeDocument/2006/relationships/image" Target="../media/image2.svg"/><Relationship Id="rId2" Type="http://schemas.openxmlformats.org/officeDocument/2006/relationships/image" Target="../media/image5.png"/><Relationship Id="rId1" Type="http://schemas.openxmlformats.org/officeDocument/2006/relationships/image" Target="../media/image9.wmf"/></Relationships>
</file>

<file path=ppt/slides/_rels/slide42.xml.rels><?xml version="1.0" encoding="UTF-8" standalone="yes"?>
<Relationships xmlns="http://schemas.openxmlformats.org/package/2006/relationships"><Relationship Id="rId4" Type="http://schemas.openxmlformats.org/officeDocument/2006/relationships/slideLayout" Target="../slideLayouts/slideLayout5.xml"/><Relationship Id="rId3" Type="http://schemas.openxmlformats.org/officeDocument/2006/relationships/image" Target="../media/image2.svg"/><Relationship Id="rId2" Type="http://schemas.openxmlformats.org/officeDocument/2006/relationships/image" Target="../media/image5.png"/><Relationship Id="rId1" Type="http://schemas.openxmlformats.org/officeDocument/2006/relationships/image" Target="../media/image9.wmf"/></Relationships>
</file>

<file path=ppt/slides/_rels/slide43.xml.rels><?xml version="1.0" encoding="UTF-8" standalone="yes"?>
<Relationships xmlns="http://schemas.openxmlformats.org/package/2006/relationships"><Relationship Id="rId4" Type="http://schemas.openxmlformats.org/officeDocument/2006/relationships/slideLayout" Target="../slideLayouts/slideLayout5.xml"/><Relationship Id="rId3" Type="http://schemas.openxmlformats.org/officeDocument/2006/relationships/image" Target="../media/image2.svg"/><Relationship Id="rId2" Type="http://schemas.openxmlformats.org/officeDocument/2006/relationships/image" Target="../media/image5.png"/><Relationship Id="rId1" Type="http://schemas.openxmlformats.org/officeDocument/2006/relationships/image" Target="../media/image9.wmf"/></Relationships>
</file>

<file path=ppt/slides/_rels/slide44.xml.rels><?xml version="1.0" encoding="UTF-8" standalone="yes"?>
<Relationships xmlns="http://schemas.openxmlformats.org/package/2006/relationships"><Relationship Id="rId4" Type="http://schemas.openxmlformats.org/officeDocument/2006/relationships/slideLayout" Target="../slideLayouts/slideLayout5.xml"/><Relationship Id="rId3" Type="http://schemas.openxmlformats.org/officeDocument/2006/relationships/image" Target="../media/image2.svg"/><Relationship Id="rId2" Type="http://schemas.openxmlformats.org/officeDocument/2006/relationships/image" Target="../media/image5.png"/><Relationship Id="rId1" Type="http://schemas.openxmlformats.org/officeDocument/2006/relationships/image" Target="../media/image9.wmf"/></Relationships>
</file>

<file path=ppt/slides/_rels/slide45.xml.rels><?xml version="1.0" encoding="UTF-8" standalone="yes"?>
<Relationships xmlns="http://schemas.openxmlformats.org/package/2006/relationships"><Relationship Id="rId4" Type="http://schemas.openxmlformats.org/officeDocument/2006/relationships/slideLayout" Target="../slideLayouts/slideLayout5.xml"/><Relationship Id="rId3" Type="http://schemas.openxmlformats.org/officeDocument/2006/relationships/image" Target="../media/image2.svg"/><Relationship Id="rId2" Type="http://schemas.openxmlformats.org/officeDocument/2006/relationships/image" Target="../media/image5.png"/><Relationship Id="rId1" Type="http://schemas.openxmlformats.org/officeDocument/2006/relationships/image" Target="../media/image9.wmf"/></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13.png"/><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image" Target="../media/image10.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4.svg"/><Relationship Id="rId3" Type="http://schemas.openxmlformats.org/officeDocument/2006/relationships/image" Target="../media/image8.png"/><Relationship Id="rId2" Type="http://schemas.openxmlformats.org/officeDocument/2006/relationships/image" Target="../media/image2.svg"/><Relationship Id="rId1" Type="http://schemas.openxmlformats.org/officeDocument/2006/relationships/image" Target="../media/image5.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4.svg"/><Relationship Id="rId3" Type="http://schemas.openxmlformats.org/officeDocument/2006/relationships/image" Target="../media/image8.png"/><Relationship Id="rId2" Type="http://schemas.openxmlformats.org/officeDocument/2006/relationships/image" Target="../media/image2.svg"/><Relationship Id="rId1" Type="http://schemas.openxmlformats.org/officeDocument/2006/relationships/image" Target="../media/image5.png"/></Relationships>
</file>

<file path=ppt/slides/_rels/slide67.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14.jpeg"/><Relationship Id="rId3" Type="http://schemas.openxmlformats.org/officeDocument/2006/relationships/image" Target="../media/image10.png"/><Relationship Id="rId2" Type="http://schemas.openxmlformats.org/officeDocument/2006/relationships/image" Target="../media/image12.png"/><Relationship Id="rId1" Type="http://schemas.openxmlformats.org/officeDocument/2006/relationships/image" Target="../media/image11.png"/></Relationships>
</file>

<file path=ppt/slides/_rels/slide68.xml.rels><?xml version="1.0" encoding="UTF-8" standalone="yes"?>
<Relationships xmlns="http://schemas.openxmlformats.org/package/2006/relationships"><Relationship Id="rId8" Type="http://schemas.openxmlformats.org/officeDocument/2006/relationships/slideLayout" Target="../slideLayouts/slideLayout3.xml"/><Relationship Id="rId7" Type="http://schemas.openxmlformats.org/officeDocument/2006/relationships/image" Target="../media/image14.jpeg"/><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17.png"/><Relationship Id="rId3" Type="http://schemas.openxmlformats.org/officeDocument/2006/relationships/image" Target="../media/image10.png"/><Relationship Id="rId2" Type="http://schemas.openxmlformats.org/officeDocument/2006/relationships/image" Target="../media/image16.png"/><Relationship Id="rId1" Type="http://schemas.openxmlformats.org/officeDocument/2006/relationships/image" Target="../media/image15.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4.svg"/><Relationship Id="rId3" Type="http://schemas.openxmlformats.org/officeDocument/2006/relationships/image" Target="../media/image8.png"/><Relationship Id="rId2" Type="http://schemas.openxmlformats.org/officeDocument/2006/relationships/image" Target="../media/image2.svg"/><Relationship Id="rId1" Type="http://schemas.openxmlformats.org/officeDocument/2006/relationships/image" Target="../media/image5.png"/></Relationships>
</file>

<file path=ppt/slides/_rels/slide73.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4.svg"/><Relationship Id="rId3" Type="http://schemas.openxmlformats.org/officeDocument/2006/relationships/image" Target="../media/image8.png"/><Relationship Id="rId2" Type="http://schemas.openxmlformats.org/officeDocument/2006/relationships/image" Target="../media/image2.svg"/><Relationship Id="rId1" Type="http://schemas.openxmlformats.org/officeDocument/2006/relationships/image" Target="../media/image5.pn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4.svg"/><Relationship Id="rId1" Type="http://schemas.openxmlformats.org/officeDocument/2006/relationships/image" Target="../media/image8.png"/></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4.svg"/><Relationship Id="rId3" Type="http://schemas.openxmlformats.org/officeDocument/2006/relationships/image" Target="../media/image8.png"/><Relationship Id="rId2" Type="http://schemas.openxmlformats.org/officeDocument/2006/relationships/image" Target="../media/image2.svg"/><Relationship Id="rId1" Type="http://schemas.openxmlformats.org/officeDocument/2006/relationships/image" Target="../media/image5.png"/></Relationships>
</file>

<file path=ppt/slides/_rels/slide95.xml.rels><?xml version="1.0" encoding="UTF-8" standalone="yes"?>
<Relationships xmlns="http://schemas.openxmlformats.org/package/2006/relationships"><Relationship Id="rId7" Type="http://schemas.openxmlformats.org/officeDocument/2006/relationships/slideLayout" Target="../slideLayouts/slideLayout3.xml"/><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4.svg"/><Relationship Id="rId3" Type="http://schemas.openxmlformats.org/officeDocument/2006/relationships/image" Target="../media/image8.png"/><Relationship Id="rId2" Type="http://schemas.openxmlformats.org/officeDocument/2006/relationships/image" Target="../media/image2.svg"/><Relationship Id="rId1" Type="http://schemas.openxmlformats.org/officeDocument/2006/relationships/image" Target="../media/image5.png"/></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image" Target="../media/image2.svg"/><Relationship Id="rId1" Type="http://schemas.openxmlformats.org/officeDocument/2006/relationships/image" Target="../media/image5.png"/></Relationships>
</file>

<file path=ppt/slides/_rels/slide10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8.jpeg"/></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19.png"/></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image" Target="../media/image21.svg"/><Relationship Id="rId5" Type="http://schemas.openxmlformats.org/officeDocument/2006/relationships/image" Target="../media/image20.png"/><Relationship Id="rId4" Type="http://schemas.openxmlformats.org/officeDocument/2006/relationships/image" Target="../media/image4.svg"/><Relationship Id="rId3" Type="http://schemas.openxmlformats.org/officeDocument/2006/relationships/image" Target="../media/image8.png"/><Relationship Id="rId2" Type="http://schemas.openxmlformats.org/officeDocument/2006/relationships/image" Target="../media/image7.svg"/><Relationship Id="rId1" Type="http://schemas.openxmlformats.org/officeDocument/2006/relationships/image" Target="../media/image6.png"/></Relationships>
</file>

<file path=ppt/slides/_rels/slide112.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image" Target="../media/image23.svg"/><Relationship Id="rId7" Type="http://schemas.openxmlformats.org/officeDocument/2006/relationships/image" Target="../media/image22.png"/><Relationship Id="rId6" Type="http://schemas.openxmlformats.org/officeDocument/2006/relationships/image" Target="../media/image21.svg"/><Relationship Id="rId5" Type="http://schemas.openxmlformats.org/officeDocument/2006/relationships/image" Target="../media/image20.png"/><Relationship Id="rId4" Type="http://schemas.openxmlformats.org/officeDocument/2006/relationships/image" Target="../media/image4.svg"/><Relationship Id="rId3" Type="http://schemas.openxmlformats.org/officeDocument/2006/relationships/image" Target="../media/image8.png"/><Relationship Id="rId2" Type="http://schemas.openxmlformats.org/officeDocument/2006/relationships/image" Target="../media/image7.svg"/><Relationship Id="rId1" Type="http://schemas.openxmlformats.org/officeDocument/2006/relationships/image" Target="../media/image6.png"/></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21.svg"/><Relationship Id="rId3" Type="http://schemas.openxmlformats.org/officeDocument/2006/relationships/image" Target="../media/image20.png"/><Relationship Id="rId2" Type="http://schemas.openxmlformats.org/officeDocument/2006/relationships/image" Target="../media/image4.svg"/><Relationship Id="rId1" Type="http://schemas.openxmlformats.org/officeDocument/2006/relationships/image" Target="../media/image8.png"/></Relationships>
</file>

<file path=ppt/slides/_rels/slide117.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21.svg"/><Relationship Id="rId3" Type="http://schemas.openxmlformats.org/officeDocument/2006/relationships/image" Target="../media/image20.png"/><Relationship Id="rId2" Type="http://schemas.openxmlformats.org/officeDocument/2006/relationships/image" Target="../media/image4.svg"/><Relationship Id="rId1" Type="http://schemas.openxmlformats.org/officeDocument/2006/relationships/image" Target="../media/image8.png"/></Relationships>
</file>

<file path=ppt/slides/_rels/slide118.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21.svg"/><Relationship Id="rId3" Type="http://schemas.openxmlformats.org/officeDocument/2006/relationships/image" Target="../media/image20.png"/><Relationship Id="rId2" Type="http://schemas.openxmlformats.org/officeDocument/2006/relationships/image" Target="../media/image4.svg"/><Relationship Id="rId1" Type="http://schemas.openxmlformats.org/officeDocument/2006/relationships/image" Target="../media/image8.png"/></Relationships>
</file>

<file path=ppt/slides/_rels/slide119.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21.svg"/><Relationship Id="rId3" Type="http://schemas.openxmlformats.org/officeDocument/2006/relationships/image" Target="../media/image20.png"/><Relationship Id="rId2" Type="http://schemas.openxmlformats.org/officeDocument/2006/relationships/image" Target="../media/image4.svg"/><Relationship Id="rId1" Type="http://schemas.openxmlformats.org/officeDocument/2006/relationships/image" Target="../media/image8.png"/></Relationships>
</file>

<file path=ppt/slides/_rels/slide120.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21.svg"/><Relationship Id="rId3" Type="http://schemas.openxmlformats.org/officeDocument/2006/relationships/image" Target="../media/image20.png"/><Relationship Id="rId2" Type="http://schemas.openxmlformats.org/officeDocument/2006/relationships/image" Target="../media/image4.svg"/><Relationship Id="rId1" Type="http://schemas.openxmlformats.org/officeDocument/2006/relationships/image" Target="../media/image8.png"/></Relationships>
</file>

<file path=ppt/slides/_rels/slide121.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21.svg"/><Relationship Id="rId3" Type="http://schemas.openxmlformats.org/officeDocument/2006/relationships/image" Target="../media/image20.png"/><Relationship Id="rId2" Type="http://schemas.openxmlformats.org/officeDocument/2006/relationships/image" Target="../media/image4.svg"/><Relationship Id="rId1" Type="http://schemas.openxmlformats.org/officeDocument/2006/relationships/image" Target="../media/image8.png"/></Relationships>
</file>

<file path=ppt/slides/_rels/slide122.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21.svg"/><Relationship Id="rId3" Type="http://schemas.openxmlformats.org/officeDocument/2006/relationships/image" Target="../media/image20.png"/><Relationship Id="rId2" Type="http://schemas.openxmlformats.org/officeDocument/2006/relationships/image" Target="../media/image4.svg"/><Relationship Id="rId1" Type="http://schemas.openxmlformats.org/officeDocument/2006/relationships/image" Target="../media/image8.png"/></Relationships>
</file>

<file path=ppt/slides/_rels/slide12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26.jpeg"/><Relationship Id="rId2" Type="http://schemas.openxmlformats.org/officeDocument/2006/relationships/image" Target="../media/image25.jpeg"/><Relationship Id="rId1" Type="http://schemas.openxmlformats.org/officeDocument/2006/relationships/image" Target="../media/image24.jpeg"/></Relationships>
</file>

<file path=ppt/slides/_rels/slide126.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26.jpeg"/><Relationship Id="rId2" Type="http://schemas.openxmlformats.org/officeDocument/2006/relationships/image" Target="../media/image25.jpeg"/><Relationship Id="rId1" Type="http://schemas.openxmlformats.org/officeDocument/2006/relationships/image" Target="../media/image24.jpeg"/></Relationships>
</file>

<file path=ppt/slides/_rels/slide12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5.jpeg"/><Relationship Id="rId1" Type="http://schemas.openxmlformats.org/officeDocument/2006/relationships/image" Target="../media/image24.jpeg"/></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7.png"/></Relationships>
</file>

<file path=ppt/slides/_rels/slide13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7.png"/></Relationships>
</file>

<file path=ppt/slides/_rels/slide13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7.png"/></Relationships>
</file>

<file path=ppt/slides/_rels/slide13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7.png"/></Relationships>
</file>

<file path=ppt/slides/_rels/slide13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7.png"/></Relationships>
</file>

<file path=ppt/slides/_rels/slide13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7.png"/></Relationships>
</file>

<file path=ppt/slides/_rels/slide136.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6.xml"/><Relationship Id="rId1" Type="http://schemas.openxmlformats.org/officeDocument/2006/relationships/image" Target="../media/image28.jpeg"/></Relationships>
</file>

<file path=ppt/slides/_rels/slide13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7.png"/></Relationships>
</file>

<file path=ppt/slides/_rels/slide13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7.png"/></Relationships>
</file>

<file path=ppt/slides/_rels/slide14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7.png"/></Relationships>
</file>

<file path=ppt/slides/_rels/slide141.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29.png"/></Relationships>
</file>

<file path=ppt/slides/_rels/slide14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7.png"/></Relationships>
</file>

<file path=ppt/slides/_rels/slide14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2.xml"/><Relationship Id="rId1" Type="http://schemas.openxmlformats.org/officeDocument/2006/relationships/image" Target="../media/image27.png"/></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4.svg"/><Relationship Id="rId3" Type="http://schemas.openxmlformats.org/officeDocument/2006/relationships/image" Target="../media/image8.png"/><Relationship Id="rId2" Type="http://schemas.openxmlformats.org/officeDocument/2006/relationships/image" Target="../media/image2.svg"/><Relationship Id="rId1" Type="http://schemas.openxmlformats.org/officeDocument/2006/relationships/image" Target="../media/image5.png"/></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svg"/><Relationship Id="rId1" Type="http://schemas.openxmlformats.org/officeDocument/2006/relationships/image" Target="../media/image5.png"/></Relationships>
</file>

<file path=ppt/slides/_rels/slide14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svg"/><Relationship Id="rId1" Type="http://schemas.openxmlformats.org/officeDocument/2006/relationships/image" Target="../media/image5.png"/></Relationships>
</file>

<file path=ppt/slides/_rels/slide15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31.jpeg"/><Relationship Id="rId1" Type="http://schemas.openxmlformats.org/officeDocument/2006/relationships/image" Target="../media/image30.png"/></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svg"/><Relationship Id="rId1" Type="http://schemas.openxmlformats.org/officeDocument/2006/relationships/image" Target="../media/image5.png"/></Relationships>
</file>

<file path=ppt/slides/_rels/slide15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31.jpeg"/><Relationship Id="rId1" Type="http://schemas.openxmlformats.org/officeDocument/2006/relationships/image" Target="../media/image32.png"/></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7.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7.svg"/><Relationship Id="rId3" Type="http://schemas.openxmlformats.org/officeDocument/2006/relationships/image" Target="../media/image6.png"/><Relationship Id="rId2" Type="http://schemas.openxmlformats.org/officeDocument/2006/relationships/image" Target="../media/image4.svg"/><Relationship Id="rId1" Type="http://schemas.openxmlformats.org/officeDocument/2006/relationships/image" Target="../media/image8.png"/></Relationships>
</file>

<file path=ppt/slides/_rels/slide158.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4.svg"/><Relationship Id="rId2" Type="http://schemas.openxmlformats.org/officeDocument/2006/relationships/image" Target="../media/image8.png"/><Relationship Id="rId1" Type="http://schemas.openxmlformats.org/officeDocument/2006/relationships/image" Target="../media/image33.png"/></Relationships>
</file>

<file path=ppt/slides/_rels/slide159.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4.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4.svg"/><Relationship Id="rId3" Type="http://schemas.openxmlformats.org/officeDocument/2006/relationships/image" Target="../media/image8.png"/><Relationship Id="rId2" Type="http://schemas.openxmlformats.org/officeDocument/2006/relationships/image" Target="../media/image2.svg"/><Relationship Id="rId1" Type="http://schemas.openxmlformats.org/officeDocument/2006/relationships/image" Target="../media/image5.png"/></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5.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4.svg"/><Relationship Id="rId3" Type="http://schemas.openxmlformats.org/officeDocument/2006/relationships/image" Target="../media/image8.png"/><Relationship Id="rId2" Type="http://schemas.openxmlformats.org/officeDocument/2006/relationships/image" Target="../media/image2.svg"/><Relationship Id="rId1" Type="http://schemas.openxmlformats.org/officeDocument/2006/relationships/image" Target="../media/image5.png"/></Relationships>
</file>

<file path=ppt/slides/_rels/slide17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0.xml.rels><?xml version="1.0" encoding="UTF-8" standalone="yes"?>
<Relationships xmlns="http://schemas.openxmlformats.org/package/2006/relationships"><Relationship Id="rId6" Type="http://schemas.openxmlformats.org/officeDocument/2006/relationships/notesSlide" Target="../notesSlides/notesSlide17.xml"/><Relationship Id="rId5" Type="http://schemas.openxmlformats.org/officeDocument/2006/relationships/slideLayout" Target="../slideLayouts/slideLayout2.xml"/><Relationship Id="rId4" Type="http://schemas.openxmlformats.org/officeDocument/2006/relationships/image" Target="../media/image2.svg"/><Relationship Id="rId3" Type="http://schemas.openxmlformats.org/officeDocument/2006/relationships/image" Target="../media/image5.png"/><Relationship Id="rId2" Type="http://schemas.openxmlformats.org/officeDocument/2006/relationships/image" Target="../media/image4.svg"/><Relationship Id="rId1" Type="http://schemas.openxmlformats.org/officeDocument/2006/relationships/image" Target="../media/image8.png"/></Relationships>
</file>

<file path=ppt/slides/_rels/slide181.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image" Target="../media/image2.svg"/><Relationship Id="rId4" Type="http://schemas.openxmlformats.org/officeDocument/2006/relationships/image" Target="../media/image5.png"/><Relationship Id="rId3" Type="http://schemas.openxmlformats.org/officeDocument/2006/relationships/image" Target="../media/image4.svg"/><Relationship Id="rId2" Type="http://schemas.openxmlformats.org/officeDocument/2006/relationships/image" Target="../media/image8.png"/><Relationship Id="rId1" Type="http://schemas.openxmlformats.org/officeDocument/2006/relationships/image" Target="../media/image34.png"/></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8.xml.rels><?xml version="1.0" encoding="UTF-8" standalone="yes"?>
<Relationships xmlns="http://schemas.openxmlformats.org/package/2006/relationships"><Relationship Id="rId9" Type="http://schemas.openxmlformats.org/officeDocument/2006/relationships/notesSlide" Target="../notesSlides/notesSlide18.xml"/><Relationship Id="rId8" Type="http://schemas.openxmlformats.org/officeDocument/2006/relationships/vmlDrawing" Target="../drawings/vmlDrawing1.vml"/><Relationship Id="rId7" Type="http://schemas.openxmlformats.org/officeDocument/2006/relationships/slideLayout" Target="../slideLayouts/slideLayout2.xml"/><Relationship Id="rId6" Type="http://schemas.openxmlformats.org/officeDocument/2006/relationships/image" Target="../media/image2.svg"/><Relationship Id="rId5" Type="http://schemas.openxmlformats.org/officeDocument/2006/relationships/image" Target="../media/image5.png"/><Relationship Id="rId4" Type="http://schemas.openxmlformats.org/officeDocument/2006/relationships/image" Target="../media/image4.svg"/><Relationship Id="rId3" Type="http://schemas.openxmlformats.org/officeDocument/2006/relationships/image" Target="../media/image8.png"/><Relationship Id="rId2" Type="http://schemas.openxmlformats.org/officeDocument/2006/relationships/image" Target="../media/image35.wmf"/><Relationship Id="rId1" Type="http://schemas.openxmlformats.org/officeDocument/2006/relationships/oleObject" Target="../embeddings/oleObject1.bin"/></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2.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2.xml"/><Relationship Id="rId1" Type="http://schemas.openxmlformats.org/officeDocument/2006/relationships/hyperlink" Target="https://www.iana.org/assignments/ipv6-address-space/ipv6-address-space.xhtml" TargetMode="Externa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5.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38.jpeg"/><Relationship Id="rId2" Type="http://schemas.openxmlformats.org/officeDocument/2006/relationships/image" Target="../media/image37.jpeg"/><Relationship Id="rId1" Type="http://schemas.openxmlformats.org/officeDocument/2006/relationships/image" Target="../media/image36.jpeg"/></Relationships>
</file>

<file path=ppt/slides/_rels/slide206.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38.jpeg"/><Relationship Id="rId2" Type="http://schemas.openxmlformats.org/officeDocument/2006/relationships/image" Target="../media/image37.jpeg"/><Relationship Id="rId1" Type="http://schemas.openxmlformats.org/officeDocument/2006/relationships/image" Target="../media/image36.jpeg"/></Relationships>
</file>

<file path=ppt/slides/_rels/slide207.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38.jpeg"/><Relationship Id="rId2" Type="http://schemas.openxmlformats.org/officeDocument/2006/relationships/image" Target="../media/image37.jpeg"/><Relationship Id="rId1" Type="http://schemas.openxmlformats.org/officeDocument/2006/relationships/image" Target="../media/image36.jpeg"/></Relationships>
</file>

<file path=ppt/slides/_rels/slide208.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38.jpeg"/><Relationship Id="rId2" Type="http://schemas.openxmlformats.org/officeDocument/2006/relationships/image" Target="../media/image37.jpeg"/><Relationship Id="rId1" Type="http://schemas.openxmlformats.org/officeDocument/2006/relationships/image" Target="../media/image39.png"/></Relationships>
</file>

<file path=ppt/slides/_rels/slide209.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40.jpeg"/><Relationship Id="rId2" Type="http://schemas.openxmlformats.org/officeDocument/2006/relationships/image" Target="../media/image37.jpeg"/><Relationship Id="rId1" Type="http://schemas.openxmlformats.org/officeDocument/2006/relationships/image" Target="../media/image38.jpeg"/></Relationships>
</file>

<file path=ppt/slides/_rels/slide210.xml.rels><?xml version="1.0" encoding="UTF-8" standalone="yes"?>
<Relationships xmlns="http://schemas.openxmlformats.org/package/2006/relationships"><Relationship Id="rId9" Type="http://schemas.openxmlformats.org/officeDocument/2006/relationships/image" Target="../media/image48.png"/><Relationship Id="rId8" Type="http://schemas.openxmlformats.org/officeDocument/2006/relationships/image" Target="../media/image47.png"/><Relationship Id="rId7" Type="http://schemas.openxmlformats.org/officeDocument/2006/relationships/image" Target="../media/image46.png"/><Relationship Id="rId6" Type="http://schemas.openxmlformats.org/officeDocument/2006/relationships/image" Target="../media/image32.png"/><Relationship Id="rId5" Type="http://schemas.openxmlformats.org/officeDocument/2006/relationships/image" Target="../media/image45.png"/><Relationship Id="rId4" Type="http://schemas.openxmlformats.org/officeDocument/2006/relationships/image" Target="../media/image44.png"/><Relationship Id="rId3" Type="http://schemas.openxmlformats.org/officeDocument/2006/relationships/image" Target="../media/image43.png"/><Relationship Id="rId2" Type="http://schemas.openxmlformats.org/officeDocument/2006/relationships/image" Target="../media/image42.png"/><Relationship Id="rId15" Type="http://schemas.openxmlformats.org/officeDocument/2006/relationships/slideLayout" Target="../slideLayouts/slideLayout2.xml"/><Relationship Id="rId14" Type="http://schemas.openxmlformats.org/officeDocument/2006/relationships/image" Target="../media/image39.png"/><Relationship Id="rId13" Type="http://schemas.openxmlformats.org/officeDocument/2006/relationships/image" Target="../media/image52.png"/><Relationship Id="rId12" Type="http://schemas.openxmlformats.org/officeDocument/2006/relationships/image" Target="../media/image51.png"/><Relationship Id="rId11" Type="http://schemas.openxmlformats.org/officeDocument/2006/relationships/image" Target="../media/image50.png"/><Relationship Id="rId10" Type="http://schemas.openxmlformats.org/officeDocument/2006/relationships/image" Target="../media/image49.png"/><Relationship Id="rId1" Type="http://schemas.openxmlformats.org/officeDocument/2006/relationships/image" Target="../media/image41.png"/></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1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5.jpeg"/></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0.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40.jpeg"/><Relationship Id="rId3" Type="http://schemas.openxmlformats.org/officeDocument/2006/relationships/image" Target="../media/image37.jpeg"/><Relationship Id="rId2" Type="http://schemas.openxmlformats.org/officeDocument/2006/relationships/image" Target="../media/image38.jpeg"/><Relationship Id="rId1" Type="http://schemas.openxmlformats.org/officeDocument/2006/relationships/image" Target="../media/image52.png"/></Relationships>
</file>

<file path=ppt/slides/_rels/slide221.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37.jpeg"/><Relationship Id="rId2" Type="http://schemas.openxmlformats.org/officeDocument/2006/relationships/image" Target="../media/image54.jpeg"/><Relationship Id="rId1" Type="http://schemas.openxmlformats.org/officeDocument/2006/relationships/image" Target="../media/image53.png"/></Relationships>
</file>

<file path=ppt/slides/_rels/slide22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37.jpeg"/><Relationship Id="rId1" Type="http://schemas.openxmlformats.org/officeDocument/2006/relationships/image" Target="../media/image54.jpeg"/></Relationships>
</file>

<file path=ppt/slides/_rels/slide22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37.jpeg"/><Relationship Id="rId1" Type="http://schemas.openxmlformats.org/officeDocument/2006/relationships/image" Target="../media/image54.jpeg"/></Relationships>
</file>

<file path=ppt/slides/_rels/slide224.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40.jpeg"/><Relationship Id="rId2" Type="http://schemas.openxmlformats.org/officeDocument/2006/relationships/image" Target="../media/image54.jpeg"/><Relationship Id="rId1" Type="http://schemas.openxmlformats.org/officeDocument/2006/relationships/image" Target="../media/image52.png"/></Relationships>
</file>

<file path=ppt/slides/_rels/slide2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6.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37.jpeg"/><Relationship Id="rId2" Type="http://schemas.openxmlformats.org/officeDocument/2006/relationships/image" Target="../media/image54.jpeg"/><Relationship Id="rId1" Type="http://schemas.openxmlformats.org/officeDocument/2006/relationships/image" Target="../media/image9.wmf"/></Relationships>
</file>

<file path=ppt/slides/_rels/slide2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7.jpeg"/></Relationships>
</file>

<file path=ppt/slides/_rels/slide2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7.jpeg"/></Relationships>
</file>

<file path=ppt/slides/_rels/slide2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2.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image" Target="../media/image56.emf"/><Relationship Id="rId1" Type="http://schemas.openxmlformats.org/officeDocument/2006/relationships/image" Target="../media/image55.emf"/></Relationships>
</file>

<file path=ppt/slides/_rels/slide24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5.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image" Target="../media/image56.emf"/><Relationship Id="rId1" Type="http://schemas.openxmlformats.org/officeDocument/2006/relationships/image" Target="../media/image55.emf"/></Relationships>
</file>

<file path=ppt/slides/_rels/slide24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8.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37.jpeg"/></Relationships>
</file>

<file path=ppt/slides/_rels/slide24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r>
              <a:rPr lang="zh-CN" altLang="en-US" sz="5400" dirty="0">
                <a:latin typeface="+mn-ea"/>
                <a:ea typeface="+mn-ea"/>
              </a:rPr>
              <a:t>计算机网络</a:t>
            </a:r>
            <a:endParaRPr lang="zh-CN" altLang="en-US" sz="5400" dirty="0">
              <a:latin typeface="+mn-ea"/>
              <a:ea typeface="+mn-ea"/>
            </a:endParaRPr>
          </a:p>
        </p:txBody>
      </p:sp>
      <p:sp>
        <p:nvSpPr>
          <p:cNvPr id="3" name="副标题 2"/>
          <p:cNvSpPr>
            <a:spLocks noGrp="1"/>
          </p:cNvSpPr>
          <p:nvPr>
            <p:ph type="subTitle" idx="1"/>
          </p:nvPr>
        </p:nvSpPr>
        <p:spPr/>
        <p:txBody>
          <a:bodyPr/>
          <a:lstStyle/>
          <a:p>
            <a:r>
              <a:rPr lang="zh-CN" altLang="en-US" dirty="0">
                <a:latin typeface="+mn-ea"/>
                <a:ea typeface="+mn-ea"/>
                <a:cs typeface="华文琥珀" panose="02010800040101010101" charset="-122"/>
              </a:rPr>
              <a:t>胡亮</a:t>
            </a:r>
            <a:r>
              <a:rPr lang="en-US" altLang="zh-CN" dirty="0">
                <a:latin typeface="+mn-ea"/>
                <a:ea typeface="+mn-ea"/>
                <a:cs typeface="华文琥珀" panose="02010800040101010101" charset="-122"/>
              </a:rPr>
              <a:t> </a:t>
            </a:r>
            <a:r>
              <a:rPr lang="zh-CN" altLang="en-US" dirty="0">
                <a:latin typeface="+mn-ea"/>
                <a:ea typeface="+mn-ea"/>
                <a:cs typeface="华文琥珀" panose="02010800040101010101" charset="-122"/>
              </a:rPr>
              <a:t>等编著</a:t>
            </a:r>
            <a:endParaRPr lang="zh-CN" altLang="en-US" dirty="0">
              <a:latin typeface="+mn-ea"/>
              <a:ea typeface="+mn-ea"/>
              <a:cs typeface="华文琥珀" panose="02010800040101010101"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lang="zh-CN" altLang="en-US" dirty="0"/>
              <a:t>第</a:t>
            </a:r>
            <a:r>
              <a:rPr lang="en-US" altLang="zh-CN" dirty="0"/>
              <a:t>5</a:t>
            </a:r>
            <a:r>
              <a:rPr lang="zh-CN" altLang="en-US" dirty="0"/>
              <a:t>章 网络层</a:t>
            </a:r>
            <a:endParaRPr lang="zh-CN" altLang="en-US" dirty="0"/>
          </a:p>
        </p:txBody>
      </p:sp>
      <p:sp>
        <p:nvSpPr>
          <p:cNvPr id="3" name="内容占位符 2"/>
          <p:cNvSpPr>
            <a:spLocks noGrp="1"/>
          </p:cNvSpPr>
          <p:nvPr>
            <p:ph idx="1"/>
          </p:nvPr>
        </p:nvSpPr>
        <p:spPr/>
        <p:txBody>
          <a:bodyPr/>
          <a:lstStyle/>
          <a:p>
            <a:pPr>
              <a:buNone/>
            </a:pPr>
            <a:r>
              <a:rPr lang="en-US" altLang="zh-CN" dirty="0"/>
              <a:t>5.1</a:t>
            </a:r>
            <a:r>
              <a:rPr lang="zh-CN" altLang="en-US" dirty="0"/>
              <a:t> 网络层基本原理</a:t>
            </a:r>
            <a:endParaRPr lang="en-US" altLang="zh-CN" dirty="0"/>
          </a:p>
          <a:p>
            <a:pPr>
              <a:buNone/>
            </a:pPr>
            <a:r>
              <a:rPr lang="en-US" altLang="zh-CN" dirty="0"/>
              <a:t>5.2 IPv4</a:t>
            </a:r>
            <a:r>
              <a:rPr lang="zh-CN" altLang="en-US" dirty="0"/>
              <a:t>协议</a:t>
            </a:r>
            <a:endParaRPr lang="en-US" altLang="zh-CN" dirty="0"/>
          </a:p>
          <a:p>
            <a:pPr>
              <a:buNone/>
            </a:pPr>
            <a:r>
              <a:rPr lang="en-US" altLang="zh-CN" dirty="0"/>
              <a:t>5.3 IPv6</a:t>
            </a:r>
            <a:r>
              <a:rPr lang="zh-CN" altLang="en-US" dirty="0"/>
              <a:t>协议</a:t>
            </a:r>
            <a:endParaRPr lang="en-US" altLang="zh-CN" dirty="0"/>
          </a:p>
          <a:p>
            <a:pPr>
              <a:buNone/>
            </a:pPr>
            <a:r>
              <a:rPr lang="en-US" altLang="zh-CN" dirty="0"/>
              <a:t>5.4 </a:t>
            </a:r>
            <a:r>
              <a:rPr lang="zh-CN" altLang="en-US" dirty="0"/>
              <a:t>互联网路由问题</a:t>
            </a:r>
            <a:endParaRPr lang="en-US" altLang="zh-CN" dirty="0"/>
          </a:p>
          <a:p>
            <a:pPr>
              <a:buNone/>
            </a:pPr>
            <a:r>
              <a:rPr lang="en-US" altLang="zh-CN" dirty="0"/>
              <a:t>5.5 </a:t>
            </a:r>
            <a:r>
              <a:rPr lang="zh-CN" altLang="en-US" dirty="0"/>
              <a:t>软件定义网络</a:t>
            </a:r>
            <a:endParaRPr lang="en-US" altLang="zh-CN" dirty="0"/>
          </a:p>
          <a:p>
            <a:pPr>
              <a:buNone/>
            </a:pPr>
            <a:r>
              <a:rPr lang="en-US" altLang="zh-CN" dirty="0"/>
              <a:t>5.6 </a:t>
            </a:r>
            <a:r>
              <a:rPr lang="zh-CN" altLang="en-US" dirty="0"/>
              <a:t>多协议标签交换与段路由协议</a:t>
            </a:r>
            <a:endParaRPr lang="en-US" altLang="zh-CN" dirty="0"/>
          </a:p>
          <a:p>
            <a:pPr>
              <a:buNone/>
            </a:pPr>
            <a:r>
              <a:rPr lang="en-US" altLang="zh-CN" dirty="0"/>
              <a:t>5.7 </a:t>
            </a:r>
            <a:r>
              <a:rPr lang="zh-CN" altLang="en-US" dirty="0"/>
              <a:t>本章总结</a:t>
            </a:r>
            <a:endParaRPr lang="en-US" altLang="zh-CN" dirty="0"/>
          </a:p>
          <a:p>
            <a:pPr marL="0" indent="0">
              <a:buNone/>
            </a:pPr>
            <a:endParaRPr lang="zh-CN" altLang="en-US" dirty="0"/>
          </a:p>
        </p:txBody>
      </p:sp>
      <p:sp>
        <p:nvSpPr>
          <p:cNvPr id="4" name="灯片编号占位符 3"/>
          <p:cNvSpPr>
            <a:spLocks noGrp="1"/>
          </p:cNvSpPr>
          <p:nvPr>
            <p:ph type="sldNum" sz="quarter" idx="12"/>
          </p:nvPr>
        </p:nvSpPr>
        <p:spPr/>
        <p:txBody>
          <a:bodyPr/>
          <a:lstStyle/>
          <a:p>
            <a:pPr>
              <a:defRPr/>
            </a:pPr>
            <a:fld id="{816960B2-2B11-492C-B588-5290E1274F96}" type="slidenum">
              <a:rPr lang="en-US" altLang="zh-CN" smtClean="0"/>
            </a:fld>
            <a:endParaRPr lang="en-US" altLang="zh-CN"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5.1 </a:t>
            </a:r>
            <a:r>
              <a:rPr lang="zh-CN" altLang="en-US" dirty="0"/>
              <a:t>网络层基本原理</a:t>
            </a:r>
            <a:endParaRPr lang="zh-CN" altLang="en-US" dirty="0"/>
          </a:p>
        </p:txBody>
      </p:sp>
      <p:sp>
        <p:nvSpPr>
          <p:cNvPr id="3" name="内容占位符 2"/>
          <p:cNvSpPr>
            <a:spLocks noGrp="1"/>
          </p:cNvSpPr>
          <p:nvPr>
            <p:ph idx="1"/>
          </p:nvPr>
        </p:nvSpPr>
        <p:spPr/>
        <p:txBody>
          <a:bodyPr/>
          <a:lstStyle/>
          <a:p>
            <a:pPr marL="342900" lvl="1" indent="-342900">
              <a:buClr>
                <a:srgbClr val="C80000"/>
              </a:buClr>
            </a:pPr>
            <a:r>
              <a:rPr lang="zh-CN" altLang="en-US" sz="2800" dirty="0"/>
              <a:t>网络层功能和服务</a:t>
            </a:r>
            <a:endParaRPr lang="zh-CN" altLang="en-US" sz="2800" dirty="0"/>
          </a:p>
          <a:p>
            <a:pPr marL="342900" lvl="1" indent="-342900">
              <a:buClr>
                <a:srgbClr val="C80000"/>
              </a:buClr>
            </a:pPr>
            <a:r>
              <a:rPr lang="zh-CN" altLang="en-US" sz="2800" dirty="0"/>
              <a:t>网络层互连设备</a:t>
            </a:r>
            <a:endParaRPr lang="zh-CN" altLang="en-US" sz="2800" dirty="0"/>
          </a:p>
          <a:p>
            <a:pPr marL="342900" lvl="1" indent="-342900">
              <a:buClr>
                <a:srgbClr val="C80000"/>
              </a:buClr>
            </a:pPr>
            <a:r>
              <a:rPr lang="zh-CN" altLang="en-US" sz="2800" dirty="0"/>
              <a:t>路由选择原理</a:t>
            </a:r>
            <a:endParaRPr lang="zh-CN" altLang="en-US" sz="2800" dirty="0"/>
          </a:p>
          <a:p>
            <a:pPr marL="342900" lvl="1" indent="-342900">
              <a:buClr>
                <a:srgbClr val="C80000"/>
              </a:buClr>
            </a:pPr>
            <a:r>
              <a:rPr lang="zh-CN" altLang="en-US" sz="2800" dirty="0"/>
              <a:t>拥塞控制和服务质量</a:t>
            </a:r>
            <a:endParaRPr lang="zh-CN" altLang="en-US" sz="2800" dirty="0"/>
          </a:p>
          <a:p>
            <a:pPr marL="0" indent="0">
              <a:buNone/>
            </a:pPr>
            <a:endParaRPr lang="zh-CN" altLang="en-US" dirty="0"/>
          </a:p>
        </p:txBody>
      </p:sp>
      <p:sp>
        <p:nvSpPr>
          <p:cNvPr id="4" name="灯片编号占位符 3"/>
          <p:cNvSpPr>
            <a:spLocks noGrp="1"/>
          </p:cNvSpPr>
          <p:nvPr>
            <p:ph type="sldNum" sz="quarter" idx="12"/>
          </p:nvPr>
        </p:nvSpPr>
        <p:spPr/>
        <p:txBody>
          <a:bodyPr/>
          <a:lstStyle/>
          <a:p>
            <a:pPr>
              <a:defRPr/>
            </a:pPr>
            <a:fld id="{816960B2-2B11-492C-B588-5290E1274F96}" type="slidenum">
              <a:rPr lang="en-US" altLang="zh-CN" smtClean="0"/>
            </a:fld>
            <a:endParaRPr lang="en-US" altLang="zh-CN"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p:txBody>
          <a:bodyPr/>
          <a:lstStyle/>
          <a:p>
            <a:fld id="{E078225B-B5C6-4A28-8825-F93ACD379C9F}" type="slidenum">
              <a:rPr lang="en-US" altLang="zh-CN"/>
            </a:fld>
            <a:endParaRPr lang="en-US" altLang="zh-CN"/>
          </a:p>
        </p:txBody>
      </p:sp>
      <p:sp>
        <p:nvSpPr>
          <p:cNvPr id="399362" name="Rectangle 2"/>
          <p:cNvSpPr>
            <a:spLocks noGrp="1" noChangeArrowheads="1"/>
          </p:cNvSpPr>
          <p:nvPr>
            <p:ph type="title"/>
          </p:nvPr>
        </p:nvSpPr>
        <p:spPr/>
        <p:txBody>
          <a:bodyPr/>
          <a:lstStyle/>
          <a:p>
            <a:r>
              <a:rPr lang="zh-CN" altLang="en-US" dirty="0"/>
              <a:t>网络层的功能和服务</a:t>
            </a:r>
            <a:endParaRPr lang="zh-CN" altLang="en-US" dirty="0"/>
          </a:p>
        </p:txBody>
      </p:sp>
      <p:sp>
        <p:nvSpPr>
          <p:cNvPr id="399363" name="Rectangle 3"/>
          <p:cNvSpPr>
            <a:spLocks noGrp="1" noChangeArrowheads="1"/>
          </p:cNvSpPr>
          <p:nvPr>
            <p:ph type="body" idx="1"/>
          </p:nvPr>
        </p:nvSpPr>
        <p:spPr/>
        <p:txBody>
          <a:bodyPr/>
          <a:lstStyle/>
          <a:p>
            <a:r>
              <a:rPr lang="zh-CN" altLang="en-US" dirty="0"/>
              <a:t>提供任意两个网络节点之间的通信</a:t>
            </a:r>
            <a:endParaRPr lang="zh-CN" altLang="en-US" dirty="0"/>
          </a:p>
          <a:p>
            <a:r>
              <a:rPr lang="zh-CN" altLang="en-US" dirty="0"/>
              <a:t>实现端到端的传递，提供两种主要功能</a:t>
            </a:r>
            <a:endParaRPr lang="zh-CN" altLang="en-US" dirty="0"/>
          </a:p>
          <a:p>
            <a:pPr lvl="1"/>
            <a:r>
              <a:rPr lang="zh-CN" altLang="en-US" dirty="0"/>
              <a:t>交换：建立临时连接</a:t>
            </a:r>
            <a:endParaRPr lang="zh-CN" altLang="en-US" dirty="0"/>
          </a:p>
          <a:p>
            <a:pPr lvl="1"/>
            <a:r>
              <a:rPr lang="zh-CN" altLang="en-US" dirty="0"/>
              <a:t>路由：选择最佳路径</a:t>
            </a:r>
            <a:endParaRPr lang="zh-CN" altLang="en-US" dirty="0"/>
          </a:p>
          <a:p>
            <a:r>
              <a:rPr lang="zh-CN" altLang="en-US" dirty="0"/>
              <a:t>交换和路由的要求</a:t>
            </a:r>
            <a:endParaRPr lang="zh-CN" altLang="en-US" dirty="0"/>
          </a:p>
          <a:p>
            <a:pPr lvl="1"/>
            <a:r>
              <a:rPr lang="zh-CN" altLang="en-US" dirty="0"/>
              <a:t>在原始数据包上附加源和目的地址</a:t>
            </a:r>
            <a:r>
              <a:rPr lang="en-US" altLang="zh-CN" dirty="0"/>
              <a:t>(</a:t>
            </a:r>
            <a:r>
              <a:rPr lang="zh-CN" altLang="en-US" dirty="0"/>
              <a:t>信源和信宿</a:t>
            </a:r>
            <a:r>
              <a:rPr lang="en-US" altLang="zh-CN" dirty="0"/>
              <a:t>)</a:t>
            </a:r>
            <a:endParaRPr lang="en-US" altLang="zh-CN" dirty="0"/>
          </a:p>
          <a:p>
            <a:pPr lvl="1"/>
            <a:r>
              <a:rPr lang="zh-CN" altLang="en-US" dirty="0"/>
              <a:t>这些地址和数据链路层的上、下节点地址不同</a:t>
            </a:r>
            <a:endParaRPr lang="zh-CN" alt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0386" name="Rectangle 2"/>
          <p:cNvSpPr>
            <a:spLocks noGrp="1" noChangeArrowheads="1"/>
          </p:cNvSpPr>
          <p:nvPr>
            <p:ph type="title"/>
          </p:nvPr>
        </p:nvSpPr>
        <p:spPr/>
        <p:txBody>
          <a:bodyPr/>
          <a:lstStyle/>
          <a:p>
            <a:r>
              <a:rPr lang="zh-CN" altLang="en-US" dirty="0"/>
              <a:t>网络层的功能</a:t>
            </a:r>
            <a:endParaRPr lang="zh-CN" altLang="en-US" dirty="0"/>
          </a:p>
        </p:txBody>
      </p:sp>
      <p:sp>
        <p:nvSpPr>
          <p:cNvPr id="400387" name="Rectangle 3"/>
          <p:cNvSpPr>
            <a:spLocks noGrp="1" noChangeArrowheads="1"/>
          </p:cNvSpPr>
          <p:nvPr>
            <p:ph idx="1"/>
          </p:nvPr>
        </p:nvSpPr>
        <p:spPr>
          <a:xfrm>
            <a:off x="334434" y="1052513"/>
            <a:ext cx="11523133" cy="3014237"/>
          </a:xfrm>
        </p:spPr>
        <p:txBody>
          <a:bodyPr>
            <a:normAutofit lnSpcReduction="10000"/>
          </a:bodyPr>
          <a:lstStyle/>
          <a:p>
            <a:r>
              <a:rPr lang="zh-CN" altLang="en-US" sz="2400" dirty="0"/>
              <a:t>信源到信宿的传输：将多条物理链路连接成一条传输路径</a:t>
            </a:r>
            <a:endParaRPr lang="zh-CN" altLang="en-US" sz="2400" dirty="0"/>
          </a:p>
          <a:p>
            <a:r>
              <a:rPr lang="zh-CN" altLang="en-US" sz="2400" dirty="0"/>
              <a:t>逻辑寻址：为了完成从信源到信宿的传输，在数据包的头部加入源地址和目的地址</a:t>
            </a:r>
            <a:endParaRPr lang="zh-CN" altLang="en-US" sz="2400" dirty="0"/>
          </a:p>
          <a:p>
            <a:r>
              <a:rPr lang="zh-CN" altLang="en-US" sz="2400" dirty="0"/>
              <a:t>路由：选择信源到信宿发送数据包的最佳路经</a:t>
            </a:r>
            <a:endParaRPr lang="zh-CN" altLang="en-US" sz="2400" dirty="0"/>
          </a:p>
          <a:p>
            <a:r>
              <a:rPr lang="zh-CN" altLang="en-US" sz="2400" dirty="0"/>
              <a:t>地址转换：网络层地址和物理地址的翻译</a:t>
            </a:r>
            <a:endParaRPr lang="zh-CN" altLang="en-US" sz="2400" dirty="0"/>
          </a:p>
          <a:p>
            <a:r>
              <a:rPr lang="zh-CN" altLang="en-US" sz="2400" dirty="0"/>
              <a:t>复用：同一条物理线路同时传输多个设备间的数据</a:t>
            </a:r>
            <a:endParaRPr lang="zh-CN" altLang="en-US" sz="2400" dirty="0"/>
          </a:p>
          <a:p>
            <a:r>
              <a:rPr lang="zh-CN" altLang="en-US" sz="2400" dirty="0"/>
              <a:t>流量和拥塞控制：调节发送流量和反馈机制</a:t>
            </a:r>
            <a:endParaRPr lang="zh-CN" altLang="en-US" sz="2400" dirty="0"/>
          </a:p>
          <a:p>
            <a:r>
              <a:rPr lang="zh-CN" altLang="en-US" sz="2400" dirty="0"/>
              <a:t>网络互连：解决网络互连的有关问题</a:t>
            </a:r>
            <a:endParaRPr lang="zh-CN" altLang="en-US" sz="2400" dirty="0"/>
          </a:p>
        </p:txBody>
      </p:sp>
      <p:sp>
        <p:nvSpPr>
          <p:cNvPr id="6" name="灯片编号占位符 5"/>
          <p:cNvSpPr>
            <a:spLocks noGrp="1"/>
          </p:cNvSpPr>
          <p:nvPr>
            <p:ph type="sldNum" sz="quarter" idx="12"/>
          </p:nvPr>
        </p:nvSpPr>
        <p:spPr/>
        <p:txBody>
          <a:bodyPr/>
          <a:lstStyle/>
          <a:p>
            <a:fld id="{C38A073F-BFDE-4676-A655-BADA7CEB5FDF}" type="slidenum">
              <a:rPr lang="en-US" altLang="zh-CN"/>
            </a:fld>
            <a:endParaRPr lang="en-US" altLang="zh-CN"/>
          </a:p>
        </p:txBody>
      </p:sp>
      <p:pic>
        <p:nvPicPr>
          <p:cNvPr id="7" name="图形 6"/>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3885163" y="5134254"/>
            <a:ext cx="515034" cy="515034"/>
          </a:xfrm>
          <a:prstGeom prst="rect">
            <a:avLst/>
          </a:prstGeom>
        </p:spPr>
      </p:pic>
      <p:pic>
        <p:nvPicPr>
          <p:cNvPr id="8" name="图形 7"/>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84434" y="5161034"/>
            <a:ext cx="600874" cy="454948"/>
          </a:xfrm>
          <a:prstGeom prst="rect">
            <a:avLst/>
          </a:prstGeom>
        </p:spPr>
      </p:pic>
      <p:pic>
        <p:nvPicPr>
          <p:cNvPr id="9" name="图形 8"/>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5278508" y="5893719"/>
            <a:ext cx="515034" cy="515034"/>
          </a:xfrm>
          <a:prstGeom prst="rect">
            <a:avLst/>
          </a:prstGeom>
        </p:spPr>
      </p:pic>
      <p:pic>
        <p:nvPicPr>
          <p:cNvPr id="10" name="图形 9"/>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671853" y="5131285"/>
            <a:ext cx="515034" cy="515034"/>
          </a:xfrm>
          <a:prstGeom prst="rect">
            <a:avLst/>
          </a:prstGeom>
        </p:spPr>
      </p:pic>
      <p:pic>
        <p:nvPicPr>
          <p:cNvPr id="11" name="图形 10"/>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2491818" y="5131285"/>
            <a:ext cx="515034" cy="515034"/>
          </a:xfrm>
          <a:prstGeom prst="rect">
            <a:avLst/>
          </a:prstGeom>
        </p:spPr>
      </p:pic>
      <p:pic>
        <p:nvPicPr>
          <p:cNvPr id="12" name="图形 11"/>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5278508" y="4368851"/>
            <a:ext cx="515034" cy="515034"/>
          </a:xfrm>
          <a:prstGeom prst="rect">
            <a:avLst/>
          </a:prstGeom>
        </p:spPr>
      </p:pic>
      <p:pic>
        <p:nvPicPr>
          <p:cNvPr id="13" name="图形 12"/>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9458542" y="5131285"/>
            <a:ext cx="515034" cy="515034"/>
          </a:xfrm>
          <a:prstGeom prst="rect">
            <a:avLst/>
          </a:prstGeom>
        </p:spPr>
      </p:pic>
      <p:pic>
        <p:nvPicPr>
          <p:cNvPr id="14" name="图形 13"/>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8065198" y="5131285"/>
            <a:ext cx="515034" cy="515034"/>
          </a:xfrm>
          <a:prstGeom prst="rect">
            <a:avLst/>
          </a:prstGeom>
        </p:spPr>
      </p:pic>
      <p:pic>
        <p:nvPicPr>
          <p:cNvPr id="15" name="图形 14"/>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671853" y="5893719"/>
            <a:ext cx="515034" cy="515034"/>
          </a:xfrm>
          <a:prstGeom prst="rect">
            <a:avLst/>
          </a:prstGeom>
        </p:spPr>
      </p:pic>
      <p:pic>
        <p:nvPicPr>
          <p:cNvPr id="16" name="图形 15"/>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780086" y="5161034"/>
            <a:ext cx="600874" cy="454948"/>
          </a:xfrm>
          <a:prstGeom prst="rect">
            <a:avLst/>
          </a:prstGeom>
        </p:spPr>
      </p:pic>
      <p:cxnSp>
        <p:nvCxnSpPr>
          <p:cNvPr id="17" name="直接连接符 16"/>
          <p:cNvCxnSpPr>
            <a:stCxn id="8" idx="3"/>
            <a:endCxn id="11" idx="1"/>
          </p:cNvCxnSpPr>
          <p:nvPr/>
        </p:nvCxnSpPr>
        <p:spPr>
          <a:xfrm>
            <a:off x="1685308" y="5388508"/>
            <a:ext cx="806510" cy="294"/>
          </a:xfrm>
          <a:prstGeom prst="line">
            <a:avLst/>
          </a:prstGeom>
        </p:spPr>
        <p:style>
          <a:lnRef idx="3">
            <a:schemeClr val="dk1"/>
          </a:lnRef>
          <a:fillRef idx="0">
            <a:schemeClr val="dk1"/>
          </a:fillRef>
          <a:effectRef idx="2">
            <a:schemeClr val="dk1"/>
          </a:effectRef>
          <a:fontRef idx="minor">
            <a:schemeClr val="tx1"/>
          </a:fontRef>
        </p:style>
      </p:cxnSp>
      <p:cxnSp>
        <p:nvCxnSpPr>
          <p:cNvPr id="18" name="直接连接符 17"/>
          <p:cNvCxnSpPr>
            <a:stCxn id="11" idx="3"/>
            <a:endCxn id="7" idx="1"/>
          </p:cNvCxnSpPr>
          <p:nvPr/>
        </p:nvCxnSpPr>
        <p:spPr>
          <a:xfrm>
            <a:off x="3006852" y="5388802"/>
            <a:ext cx="878311" cy="2969"/>
          </a:xfrm>
          <a:prstGeom prst="line">
            <a:avLst/>
          </a:prstGeom>
        </p:spPr>
        <p:style>
          <a:lnRef idx="3">
            <a:schemeClr val="dk1"/>
          </a:lnRef>
          <a:fillRef idx="0">
            <a:schemeClr val="dk1"/>
          </a:fillRef>
          <a:effectRef idx="2">
            <a:schemeClr val="dk1"/>
          </a:effectRef>
          <a:fontRef idx="minor">
            <a:schemeClr val="tx1"/>
          </a:fontRef>
        </p:style>
      </p:cxnSp>
      <p:cxnSp>
        <p:nvCxnSpPr>
          <p:cNvPr id="19" name="连接符: 肘形 18"/>
          <p:cNvCxnSpPr>
            <a:stCxn id="7" idx="0"/>
            <a:endCxn id="12" idx="1"/>
          </p:cNvCxnSpPr>
          <p:nvPr/>
        </p:nvCxnSpPr>
        <p:spPr>
          <a:xfrm rot="5400000" flipH="1" flipV="1">
            <a:off x="4456651" y="4312397"/>
            <a:ext cx="507886" cy="1135828"/>
          </a:xfrm>
          <a:prstGeom prst="bentConnector2">
            <a:avLst/>
          </a:prstGeom>
        </p:spPr>
        <p:style>
          <a:lnRef idx="3">
            <a:schemeClr val="dk1"/>
          </a:lnRef>
          <a:fillRef idx="0">
            <a:schemeClr val="dk1"/>
          </a:fillRef>
          <a:effectRef idx="2">
            <a:schemeClr val="dk1"/>
          </a:effectRef>
          <a:fontRef idx="minor">
            <a:schemeClr val="tx1"/>
          </a:fontRef>
        </p:style>
      </p:cxnSp>
      <p:cxnSp>
        <p:nvCxnSpPr>
          <p:cNvPr id="20" name="连接符: 肘形 19"/>
          <p:cNvCxnSpPr>
            <a:stCxn id="7" idx="2"/>
            <a:endCxn id="9" idx="1"/>
          </p:cNvCxnSpPr>
          <p:nvPr/>
        </p:nvCxnSpPr>
        <p:spPr>
          <a:xfrm rot="16200000" flipH="1">
            <a:off x="4459620" y="5332348"/>
            <a:ext cx="501948" cy="1135828"/>
          </a:xfrm>
          <a:prstGeom prst="bentConnector2">
            <a:avLst/>
          </a:prstGeom>
        </p:spPr>
        <p:style>
          <a:lnRef idx="3">
            <a:schemeClr val="dk1"/>
          </a:lnRef>
          <a:fillRef idx="0">
            <a:schemeClr val="dk1"/>
          </a:fillRef>
          <a:effectRef idx="2">
            <a:schemeClr val="dk1"/>
          </a:effectRef>
          <a:fontRef idx="minor">
            <a:schemeClr val="tx1"/>
          </a:fontRef>
        </p:style>
      </p:cxnSp>
      <p:cxnSp>
        <p:nvCxnSpPr>
          <p:cNvPr id="21" name="连接符: 肘形 20"/>
          <p:cNvCxnSpPr>
            <a:stCxn id="12" idx="2"/>
            <a:endCxn id="10" idx="1"/>
          </p:cNvCxnSpPr>
          <p:nvPr/>
        </p:nvCxnSpPr>
        <p:spPr>
          <a:xfrm rot="16200000" flipH="1">
            <a:off x="5851481" y="4568429"/>
            <a:ext cx="504917" cy="1135828"/>
          </a:xfrm>
          <a:prstGeom prst="bentConnector2">
            <a:avLst/>
          </a:prstGeom>
        </p:spPr>
        <p:style>
          <a:lnRef idx="3">
            <a:schemeClr val="dk1"/>
          </a:lnRef>
          <a:fillRef idx="0">
            <a:schemeClr val="dk1"/>
          </a:fillRef>
          <a:effectRef idx="2">
            <a:schemeClr val="dk1"/>
          </a:effectRef>
          <a:fontRef idx="minor">
            <a:schemeClr val="tx1"/>
          </a:fontRef>
        </p:style>
      </p:cxnSp>
      <p:cxnSp>
        <p:nvCxnSpPr>
          <p:cNvPr id="22" name="直接连接符 21"/>
          <p:cNvCxnSpPr>
            <a:stCxn id="9" idx="3"/>
            <a:endCxn id="15" idx="1"/>
          </p:cNvCxnSpPr>
          <p:nvPr/>
        </p:nvCxnSpPr>
        <p:spPr>
          <a:xfrm>
            <a:off x="5793542" y="6151236"/>
            <a:ext cx="878311" cy="0"/>
          </a:xfrm>
          <a:prstGeom prst="line">
            <a:avLst/>
          </a:prstGeom>
        </p:spPr>
        <p:style>
          <a:lnRef idx="3">
            <a:schemeClr val="dk1"/>
          </a:lnRef>
          <a:fillRef idx="0">
            <a:schemeClr val="dk1"/>
          </a:fillRef>
          <a:effectRef idx="2">
            <a:schemeClr val="dk1"/>
          </a:effectRef>
          <a:fontRef idx="minor">
            <a:schemeClr val="tx1"/>
          </a:fontRef>
        </p:style>
      </p:cxnSp>
      <p:cxnSp>
        <p:nvCxnSpPr>
          <p:cNvPr id="23" name="直接连接符 22"/>
          <p:cNvCxnSpPr>
            <a:stCxn id="10" idx="3"/>
            <a:endCxn id="14" idx="1"/>
          </p:cNvCxnSpPr>
          <p:nvPr/>
        </p:nvCxnSpPr>
        <p:spPr>
          <a:xfrm>
            <a:off x="7186887" y="5388802"/>
            <a:ext cx="878311" cy="0"/>
          </a:xfrm>
          <a:prstGeom prst="line">
            <a:avLst/>
          </a:prstGeom>
        </p:spPr>
        <p:style>
          <a:lnRef idx="3">
            <a:schemeClr val="dk1"/>
          </a:lnRef>
          <a:fillRef idx="0">
            <a:schemeClr val="dk1"/>
          </a:fillRef>
          <a:effectRef idx="2">
            <a:schemeClr val="dk1"/>
          </a:effectRef>
          <a:fontRef idx="minor">
            <a:schemeClr val="tx1"/>
          </a:fontRef>
        </p:style>
      </p:cxnSp>
      <p:cxnSp>
        <p:nvCxnSpPr>
          <p:cNvPr id="24" name="连接符: 肘形 23"/>
          <p:cNvCxnSpPr>
            <a:stCxn id="12" idx="3"/>
            <a:endCxn id="14" idx="0"/>
          </p:cNvCxnSpPr>
          <p:nvPr/>
        </p:nvCxnSpPr>
        <p:spPr>
          <a:xfrm>
            <a:off x="5793542" y="4626368"/>
            <a:ext cx="2529173" cy="504917"/>
          </a:xfrm>
          <a:prstGeom prst="bentConnector2">
            <a:avLst/>
          </a:prstGeom>
        </p:spPr>
        <p:style>
          <a:lnRef idx="3">
            <a:schemeClr val="dk1"/>
          </a:lnRef>
          <a:fillRef idx="0">
            <a:schemeClr val="dk1"/>
          </a:fillRef>
          <a:effectRef idx="2">
            <a:schemeClr val="dk1"/>
          </a:effectRef>
          <a:fontRef idx="minor">
            <a:schemeClr val="tx1"/>
          </a:fontRef>
        </p:style>
      </p:cxnSp>
      <p:cxnSp>
        <p:nvCxnSpPr>
          <p:cNvPr id="25" name="连接符: 肘形 24"/>
          <p:cNvCxnSpPr>
            <a:stCxn id="15" idx="3"/>
            <a:endCxn id="14" idx="2"/>
          </p:cNvCxnSpPr>
          <p:nvPr/>
        </p:nvCxnSpPr>
        <p:spPr>
          <a:xfrm flipV="1">
            <a:off x="7186887" y="5646319"/>
            <a:ext cx="1135828" cy="504917"/>
          </a:xfrm>
          <a:prstGeom prst="bentConnector2">
            <a:avLst/>
          </a:prstGeom>
        </p:spPr>
        <p:style>
          <a:lnRef idx="3">
            <a:schemeClr val="dk1"/>
          </a:lnRef>
          <a:fillRef idx="0">
            <a:schemeClr val="dk1"/>
          </a:fillRef>
          <a:effectRef idx="2">
            <a:schemeClr val="dk1"/>
          </a:effectRef>
          <a:fontRef idx="minor">
            <a:schemeClr val="tx1"/>
          </a:fontRef>
        </p:style>
      </p:cxnSp>
      <p:cxnSp>
        <p:nvCxnSpPr>
          <p:cNvPr id="26" name="直接连接符 25"/>
          <p:cNvCxnSpPr>
            <a:stCxn id="14" idx="3"/>
            <a:endCxn id="13" idx="1"/>
          </p:cNvCxnSpPr>
          <p:nvPr/>
        </p:nvCxnSpPr>
        <p:spPr>
          <a:xfrm>
            <a:off x="8580232" y="5388802"/>
            <a:ext cx="878310" cy="0"/>
          </a:xfrm>
          <a:prstGeom prst="line">
            <a:avLst/>
          </a:prstGeom>
        </p:spPr>
        <p:style>
          <a:lnRef idx="3">
            <a:schemeClr val="dk1"/>
          </a:lnRef>
          <a:fillRef idx="0">
            <a:schemeClr val="dk1"/>
          </a:fillRef>
          <a:effectRef idx="2">
            <a:schemeClr val="dk1"/>
          </a:effectRef>
          <a:fontRef idx="minor">
            <a:schemeClr val="tx1"/>
          </a:fontRef>
        </p:style>
      </p:cxnSp>
      <p:cxnSp>
        <p:nvCxnSpPr>
          <p:cNvPr id="27" name="直接连接符 26"/>
          <p:cNvCxnSpPr>
            <a:stCxn id="13" idx="3"/>
            <a:endCxn id="16" idx="1"/>
          </p:cNvCxnSpPr>
          <p:nvPr/>
        </p:nvCxnSpPr>
        <p:spPr>
          <a:xfrm flipV="1">
            <a:off x="9973576" y="5388508"/>
            <a:ext cx="806510" cy="294"/>
          </a:xfrm>
          <a:prstGeom prst="line">
            <a:avLst/>
          </a:prstGeom>
        </p:spPr>
        <p:style>
          <a:lnRef idx="3">
            <a:schemeClr val="dk1"/>
          </a:lnRef>
          <a:fillRef idx="0">
            <a:schemeClr val="dk1"/>
          </a:fillRef>
          <a:effectRef idx="2">
            <a:schemeClr val="dk1"/>
          </a:effectRef>
          <a:fontRef idx="minor">
            <a:schemeClr val="tx1"/>
          </a:fontRef>
        </p:style>
      </p:cxnSp>
      <p:sp>
        <p:nvSpPr>
          <p:cNvPr id="28" name="任意多边形: 形状 27"/>
          <p:cNvSpPr/>
          <p:nvPr/>
        </p:nvSpPr>
        <p:spPr>
          <a:xfrm>
            <a:off x="1882195" y="4307437"/>
            <a:ext cx="8870867" cy="817910"/>
          </a:xfrm>
          <a:custGeom>
            <a:avLst/>
            <a:gdLst>
              <a:gd name="connsiteX0" fmla="*/ 0 w 8870867"/>
              <a:gd name="connsiteY0" fmla="*/ 572487 h 817910"/>
              <a:gd name="connsiteX1" fmla="*/ 2014847 w 8870867"/>
              <a:gd name="connsiteY1" fmla="*/ 568529 h 817910"/>
              <a:gd name="connsiteX2" fmla="*/ 2086099 w 8870867"/>
              <a:gd name="connsiteY2" fmla="*/ 255812 h 817910"/>
              <a:gd name="connsiteX3" fmla="*/ 3424052 w 8870867"/>
              <a:gd name="connsiteY3" fmla="*/ 2471 h 817910"/>
              <a:gd name="connsiteX4" fmla="*/ 6404758 w 8870867"/>
              <a:gd name="connsiteY4" fmla="*/ 164767 h 817910"/>
              <a:gd name="connsiteX5" fmla="*/ 6673932 w 8870867"/>
              <a:gd name="connsiteY5" fmla="*/ 738742 h 817910"/>
              <a:gd name="connsiteX6" fmla="*/ 7873340 w 8870867"/>
              <a:gd name="connsiteY6" fmla="*/ 718949 h 817910"/>
              <a:gd name="connsiteX7" fmla="*/ 8870867 w 8870867"/>
              <a:gd name="connsiteY7" fmla="*/ 817910 h 817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870867" h="817910">
                <a:moveTo>
                  <a:pt x="0" y="572487"/>
                </a:moveTo>
                <a:cubicBezTo>
                  <a:pt x="833582" y="596897"/>
                  <a:pt x="1667164" y="621308"/>
                  <a:pt x="2014847" y="568529"/>
                </a:cubicBezTo>
                <a:cubicBezTo>
                  <a:pt x="2362530" y="515750"/>
                  <a:pt x="1851232" y="350155"/>
                  <a:pt x="2086099" y="255812"/>
                </a:cubicBezTo>
                <a:cubicBezTo>
                  <a:pt x="2320966" y="161469"/>
                  <a:pt x="2704276" y="17645"/>
                  <a:pt x="3424052" y="2471"/>
                </a:cubicBezTo>
                <a:cubicBezTo>
                  <a:pt x="4143828" y="-12703"/>
                  <a:pt x="5863111" y="42055"/>
                  <a:pt x="6404758" y="164767"/>
                </a:cubicBezTo>
                <a:cubicBezTo>
                  <a:pt x="6946405" y="287479"/>
                  <a:pt x="6429168" y="646378"/>
                  <a:pt x="6673932" y="738742"/>
                </a:cubicBezTo>
                <a:cubicBezTo>
                  <a:pt x="6918696" y="831106"/>
                  <a:pt x="7507184" y="705754"/>
                  <a:pt x="7873340" y="718949"/>
                </a:cubicBezTo>
                <a:cubicBezTo>
                  <a:pt x="8239496" y="732144"/>
                  <a:pt x="8555181" y="775027"/>
                  <a:pt x="8870867" y="817910"/>
                </a:cubicBezTo>
              </a:path>
            </a:pathLst>
          </a:custGeom>
          <a:noFill/>
          <a:ln w="28575">
            <a:solidFill>
              <a:srgbClr val="FF0000"/>
            </a:solid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latin typeface="微软雅黑 Light" panose="020B0502040204020203" pitchFamily="34" charset="-122"/>
              <a:ea typeface="微软雅黑 Light" panose="020B0502040204020203" pitchFamily="34" charset="-122"/>
              <a:cs typeface="+mn-ea"/>
              <a:sym typeface="+mn-lt"/>
            </a:endParaRPr>
          </a:p>
        </p:txBody>
      </p:sp>
      <p:sp>
        <p:nvSpPr>
          <p:cNvPr id="29" name="矩形: 圆角 28"/>
          <p:cNvSpPr/>
          <p:nvPr/>
        </p:nvSpPr>
        <p:spPr>
          <a:xfrm>
            <a:off x="1259915" y="4558519"/>
            <a:ext cx="930234" cy="271828"/>
          </a:xfrm>
          <a:prstGeom prst="roundRect">
            <a:avLst/>
          </a:prstGeom>
        </p:spPr>
        <p:style>
          <a:lnRef idx="0">
            <a:schemeClr val="accent4"/>
          </a:lnRef>
          <a:fillRef idx="3">
            <a:schemeClr val="accent4"/>
          </a:fillRef>
          <a:effectRef idx="3">
            <a:schemeClr val="accent4"/>
          </a:effectRef>
          <a:fontRef idx="minor">
            <a:schemeClr val="lt1"/>
          </a:fontRef>
        </p:style>
        <p:txBody>
          <a:bodyPr rtlCol="0" anchor="ctr"/>
          <a:lstStyle/>
          <a:p>
            <a:pPr algn="ctr">
              <a:lnSpc>
                <a:spcPct val="120000"/>
              </a:lnSpc>
            </a:pPr>
            <a:r>
              <a:rPr lang="en-US" altLang="zh-CN" sz="1400" dirty="0">
                <a:latin typeface="微软雅黑 Light" panose="020B0502040204020203" pitchFamily="34" charset="-122"/>
                <a:ea typeface="微软雅黑 Light" panose="020B0502040204020203" pitchFamily="34" charset="-122"/>
                <a:cs typeface="+mn-ea"/>
                <a:sym typeface="+mn-lt"/>
              </a:rPr>
              <a:t>Packet</a:t>
            </a:r>
            <a:endParaRPr lang="zh-CN" altLang="en-US" sz="1400" dirty="0">
              <a:latin typeface="微软雅黑 Light" panose="020B0502040204020203" pitchFamily="34" charset="-122"/>
              <a:ea typeface="微软雅黑 Light" panose="020B0502040204020203" pitchFamily="34" charset="-122"/>
              <a:cs typeface="+mn-ea"/>
              <a:sym typeface="+mn-lt"/>
            </a:endParaRPr>
          </a:p>
        </p:txBody>
      </p:sp>
      <p:sp>
        <p:nvSpPr>
          <p:cNvPr id="30" name="文本框 29"/>
          <p:cNvSpPr txBox="1"/>
          <p:nvPr/>
        </p:nvSpPr>
        <p:spPr>
          <a:xfrm>
            <a:off x="1055440" y="5649288"/>
            <a:ext cx="723275" cy="328551"/>
          </a:xfrm>
          <a:prstGeom prst="rect">
            <a:avLst/>
          </a:prstGeom>
          <a:noFill/>
        </p:spPr>
        <p:txBody>
          <a:bodyPr wrap="none" rtlCol="0">
            <a:spAutoFit/>
          </a:bodyPr>
          <a:lstStyle/>
          <a:p>
            <a:pPr>
              <a:lnSpc>
                <a:spcPct val="120000"/>
              </a:lnSpc>
            </a:pPr>
            <a:r>
              <a:rPr lang="zh-CN" altLang="en-US" sz="1400" dirty="0">
                <a:latin typeface="微软雅黑 Light" panose="020B0502040204020203" pitchFamily="34" charset="-122"/>
                <a:ea typeface="微软雅黑 Light" panose="020B0502040204020203" pitchFamily="34" charset="-122"/>
                <a:cs typeface="+mn-ea"/>
                <a:sym typeface="+mn-lt"/>
              </a:rPr>
              <a:t>源节点</a:t>
            </a:r>
            <a:endParaRPr lang="zh-CN" altLang="en-US" sz="1400" dirty="0">
              <a:latin typeface="微软雅黑 Light" panose="020B0502040204020203" pitchFamily="34" charset="-122"/>
              <a:ea typeface="微软雅黑 Light" panose="020B0502040204020203" pitchFamily="34" charset="-122"/>
              <a:cs typeface="+mn-ea"/>
              <a:sym typeface="+mn-lt"/>
            </a:endParaRPr>
          </a:p>
        </p:txBody>
      </p:sp>
      <p:sp>
        <p:nvSpPr>
          <p:cNvPr id="31" name="文本框 30"/>
          <p:cNvSpPr txBox="1"/>
          <p:nvPr/>
        </p:nvSpPr>
        <p:spPr>
          <a:xfrm>
            <a:off x="10629117" y="5649288"/>
            <a:ext cx="902811" cy="328551"/>
          </a:xfrm>
          <a:prstGeom prst="rect">
            <a:avLst/>
          </a:prstGeom>
          <a:noFill/>
        </p:spPr>
        <p:txBody>
          <a:bodyPr wrap="none" rtlCol="0">
            <a:spAutoFit/>
          </a:bodyPr>
          <a:lstStyle/>
          <a:p>
            <a:pPr>
              <a:lnSpc>
                <a:spcPct val="120000"/>
              </a:lnSpc>
            </a:pPr>
            <a:r>
              <a:rPr lang="zh-CN" altLang="en-US" sz="1400" dirty="0">
                <a:latin typeface="微软雅黑 Light" panose="020B0502040204020203" pitchFamily="34" charset="-122"/>
                <a:ea typeface="微软雅黑 Light" panose="020B0502040204020203" pitchFamily="34" charset="-122"/>
                <a:cs typeface="+mn-ea"/>
                <a:sym typeface="+mn-lt"/>
              </a:rPr>
              <a:t>目的节点</a:t>
            </a:r>
            <a:endParaRPr lang="zh-CN" altLang="en-US" sz="1400" dirty="0">
              <a:latin typeface="微软雅黑 Light" panose="020B0502040204020203" pitchFamily="34" charset="-122"/>
              <a:ea typeface="微软雅黑 Light" panose="020B0502040204020203" pitchFamily="34" charset="-122"/>
              <a:cs typeface="+mn-ea"/>
              <a:sym typeface="+mn-lt"/>
            </a:endParaRPr>
          </a:p>
        </p:txBody>
      </p:sp>
      <p:sp>
        <p:nvSpPr>
          <p:cNvPr id="32" name="文本框 31"/>
          <p:cNvSpPr txBox="1"/>
          <p:nvPr/>
        </p:nvSpPr>
        <p:spPr>
          <a:xfrm>
            <a:off x="2171421" y="5683508"/>
            <a:ext cx="1620957" cy="328551"/>
          </a:xfrm>
          <a:prstGeom prst="rect">
            <a:avLst/>
          </a:prstGeom>
          <a:noFill/>
        </p:spPr>
        <p:txBody>
          <a:bodyPr wrap="none" rtlCol="0">
            <a:spAutoFit/>
          </a:bodyPr>
          <a:lstStyle/>
          <a:p>
            <a:pPr>
              <a:lnSpc>
                <a:spcPct val="120000"/>
              </a:lnSpc>
            </a:pPr>
            <a:r>
              <a:rPr lang="zh-CN" altLang="en-US" sz="1400" dirty="0">
                <a:latin typeface="微软雅黑 Light" panose="020B0502040204020203" pitchFamily="34" charset="-122"/>
                <a:ea typeface="微软雅黑 Light" panose="020B0502040204020203" pitchFamily="34" charset="-122"/>
                <a:cs typeface="+mn-ea"/>
                <a:sym typeface="+mn-lt"/>
              </a:rPr>
              <a:t>网络节点：路由器</a:t>
            </a:r>
            <a:endParaRPr lang="zh-CN" altLang="en-US" sz="1400" dirty="0">
              <a:latin typeface="微软雅黑 Light" panose="020B0502040204020203" pitchFamily="34" charset="-122"/>
              <a:ea typeface="微软雅黑 Light" panose="020B0502040204020203" pitchFamily="34" charset="-122"/>
              <a:cs typeface="+mn-ea"/>
              <a:sym typeface="+mn-lt"/>
            </a:endParaRPr>
          </a:p>
        </p:txBody>
      </p:sp>
      <p:sp>
        <p:nvSpPr>
          <p:cNvPr id="33" name="文本框 32"/>
          <p:cNvSpPr txBox="1"/>
          <p:nvPr/>
        </p:nvSpPr>
        <p:spPr>
          <a:xfrm>
            <a:off x="7588049" y="4049607"/>
            <a:ext cx="697627" cy="432362"/>
          </a:xfrm>
          <a:prstGeom prst="rect">
            <a:avLst/>
          </a:prstGeom>
          <a:noFill/>
        </p:spPr>
        <p:txBody>
          <a:bodyPr wrap="none" rtlCol="0">
            <a:spAutoFit/>
          </a:bodyPr>
          <a:lstStyle/>
          <a:p>
            <a:pPr>
              <a:lnSpc>
                <a:spcPct val="120000"/>
              </a:lnSpc>
            </a:pPr>
            <a:r>
              <a:rPr lang="zh-CN" altLang="en-US" dirty="0">
                <a:latin typeface="微软雅黑 Light" panose="020B0502040204020203" pitchFamily="34" charset="-122"/>
                <a:ea typeface="微软雅黑 Light" panose="020B0502040204020203" pitchFamily="34" charset="-122"/>
                <a:cs typeface="+mn-ea"/>
                <a:sym typeface="+mn-lt"/>
              </a:rPr>
              <a:t>交换</a:t>
            </a:r>
            <a:endParaRPr lang="zh-CN" altLang="en-US" dirty="0">
              <a:latin typeface="微软雅黑 Light" panose="020B0502040204020203" pitchFamily="34" charset="-122"/>
              <a:ea typeface="微软雅黑 Light" panose="020B0502040204020203" pitchFamily="34" charset="-122"/>
              <a:cs typeface="+mn-ea"/>
              <a:sym typeface="+mn-lt"/>
            </a:endParaRPr>
          </a:p>
        </p:txBody>
      </p:sp>
      <p:sp>
        <p:nvSpPr>
          <p:cNvPr id="34" name="文本框 33"/>
          <p:cNvSpPr txBox="1"/>
          <p:nvPr/>
        </p:nvSpPr>
        <p:spPr>
          <a:xfrm>
            <a:off x="4205616" y="4755421"/>
            <a:ext cx="697627" cy="432362"/>
          </a:xfrm>
          <a:prstGeom prst="rect">
            <a:avLst/>
          </a:prstGeom>
          <a:noFill/>
        </p:spPr>
        <p:txBody>
          <a:bodyPr wrap="none" rtlCol="0">
            <a:spAutoFit/>
          </a:bodyPr>
          <a:lstStyle/>
          <a:p>
            <a:pPr>
              <a:lnSpc>
                <a:spcPct val="120000"/>
              </a:lnSpc>
            </a:pPr>
            <a:r>
              <a:rPr lang="zh-CN" altLang="en-US" dirty="0">
                <a:latin typeface="微软雅黑 Light" panose="020B0502040204020203" pitchFamily="34" charset="-122"/>
                <a:ea typeface="微软雅黑 Light" panose="020B0502040204020203" pitchFamily="34" charset="-122"/>
                <a:cs typeface="+mn-ea"/>
                <a:sym typeface="+mn-lt"/>
              </a:rPr>
              <a:t>路由</a:t>
            </a:r>
            <a:endParaRPr lang="zh-CN" altLang="en-US" dirty="0">
              <a:latin typeface="微软雅黑 Light" panose="020B0502040204020203" pitchFamily="34" charset="-122"/>
              <a:ea typeface="微软雅黑 Light" panose="020B0502040204020203" pitchFamily="34" charset="-122"/>
              <a:cs typeface="+mn-ea"/>
              <a:sym typeface="+mn-lt"/>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p:txBody>
          <a:bodyPr/>
          <a:lstStyle/>
          <a:p>
            <a:fld id="{72BF2E27-9EAD-47CE-B472-DCE819E168C7}" type="slidenum">
              <a:rPr lang="en-US" altLang="zh-CN"/>
            </a:fld>
            <a:endParaRPr lang="en-US" altLang="zh-CN"/>
          </a:p>
        </p:txBody>
      </p:sp>
      <p:sp>
        <p:nvSpPr>
          <p:cNvPr id="474114" name="Rectangle 2"/>
          <p:cNvSpPr>
            <a:spLocks noGrp="1" noChangeArrowheads="1"/>
          </p:cNvSpPr>
          <p:nvPr>
            <p:ph type="title"/>
          </p:nvPr>
        </p:nvSpPr>
        <p:spPr/>
        <p:txBody>
          <a:bodyPr/>
          <a:lstStyle/>
          <a:p>
            <a:r>
              <a:rPr lang="zh-CN" altLang="en-US" dirty="0"/>
              <a:t>网络层的服务（</a:t>
            </a:r>
            <a:r>
              <a:rPr lang="en-US" altLang="zh-CN" dirty="0"/>
              <a:t>1</a:t>
            </a:r>
            <a:r>
              <a:rPr lang="zh-CN" altLang="en-US" dirty="0"/>
              <a:t>）</a:t>
            </a:r>
            <a:endParaRPr lang="zh-CN" altLang="en-US" dirty="0"/>
          </a:p>
        </p:txBody>
      </p:sp>
      <p:sp>
        <p:nvSpPr>
          <p:cNvPr id="474115" name="Rectangle 3"/>
          <p:cNvSpPr>
            <a:spLocks noGrp="1" noChangeArrowheads="1"/>
          </p:cNvSpPr>
          <p:nvPr>
            <p:ph type="body" idx="1"/>
          </p:nvPr>
        </p:nvSpPr>
        <p:spPr>
          <a:xfrm>
            <a:off x="334434" y="1052515"/>
            <a:ext cx="11523133" cy="765175"/>
          </a:xfrm>
        </p:spPr>
        <p:txBody>
          <a:bodyPr/>
          <a:lstStyle/>
          <a:p>
            <a:r>
              <a:rPr lang="en-US" altLang="zh-CN" dirty="0"/>
              <a:t>OSI</a:t>
            </a:r>
            <a:r>
              <a:rPr lang="zh-CN" altLang="en-US" dirty="0"/>
              <a:t>模型定义两种服务类型</a:t>
            </a:r>
            <a:endParaRPr lang="zh-CN" altLang="en-US" dirty="0"/>
          </a:p>
        </p:txBody>
      </p:sp>
      <p:sp>
        <p:nvSpPr>
          <p:cNvPr id="3" name="任意多边形: 形状 2"/>
          <p:cNvSpPr/>
          <p:nvPr/>
        </p:nvSpPr>
        <p:spPr>
          <a:xfrm>
            <a:off x="983432" y="1926267"/>
            <a:ext cx="4331430" cy="540285"/>
          </a:xfrm>
          <a:custGeom>
            <a:avLst/>
            <a:gdLst>
              <a:gd name="connsiteX0" fmla="*/ 0 w 4331430"/>
              <a:gd name="connsiteY0" fmla="*/ 0 h 540285"/>
              <a:gd name="connsiteX1" fmla="*/ 4331430 w 4331430"/>
              <a:gd name="connsiteY1" fmla="*/ 0 h 540285"/>
              <a:gd name="connsiteX2" fmla="*/ 4331430 w 4331430"/>
              <a:gd name="connsiteY2" fmla="*/ 540285 h 540285"/>
              <a:gd name="connsiteX3" fmla="*/ 0 w 4331430"/>
              <a:gd name="connsiteY3" fmla="*/ 540285 h 540285"/>
              <a:gd name="connsiteX4" fmla="*/ 0 w 4331430"/>
              <a:gd name="connsiteY4" fmla="*/ 0 h 5402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331430" h="540285">
                <a:moveTo>
                  <a:pt x="0" y="0"/>
                </a:moveTo>
                <a:lnTo>
                  <a:pt x="4331430" y="0"/>
                </a:lnTo>
                <a:lnTo>
                  <a:pt x="4331430" y="540285"/>
                </a:lnTo>
                <a:lnTo>
                  <a:pt x="0" y="540285"/>
                </a:lnTo>
                <a:lnTo>
                  <a:pt x="0" y="0"/>
                </a:lnTo>
                <a:close/>
              </a:path>
            </a:pathLst>
          </a:custGeom>
          <a:solidFill>
            <a:schemeClr val="accent1">
              <a:lumMod val="90000"/>
            </a:schemeClr>
          </a:solidFill>
          <a:ln>
            <a:noFill/>
          </a:ln>
        </p:spPr>
        <p:style>
          <a:lnRef idx="0">
            <a:scrgbClr r="0" g="0" b="0"/>
          </a:lnRef>
          <a:fillRef idx="0">
            <a:scrgbClr r="0" g="0" b="0"/>
          </a:fillRef>
          <a:effectRef idx="0">
            <a:scrgbClr r="0" g="0" b="0"/>
          </a:effectRef>
          <a:fontRef idx="minor">
            <a:schemeClr val="lt1"/>
          </a:fontRef>
        </p:style>
        <p:txBody>
          <a:bodyPr spcFirstLastPara="0" vert="horz" wrap="square" lIns="113792" tIns="65024" rIns="113792" bIns="65024" numCol="1" spcCol="1270" anchor="ctr" anchorCtr="0">
            <a:noAutofit/>
          </a:bodyPr>
          <a:lstStyle/>
          <a:p>
            <a:pPr marL="0" lvl="0" indent="0" algn="ctr" defTabSz="711200">
              <a:lnSpc>
                <a:spcPct val="120000"/>
              </a:lnSpc>
              <a:spcBef>
                <a:spcPct val="0"/>
              </a:spcBef>
              <a:spcAft>
                <a:spcPts val="0"/>
              </a:spcAft>
              <a:buNone/>
            </a:pPr>
            <a:r>
              <a:rPr lang="zh-CN" altLang="en-US" sz="2400" kern="1200" dirty="0">
                <a:solidFill>
                  <a:schemeClr val="tx1"/>
                </a:solidFill>
                <a:latin typeface="微软雅黑 Light" panose="020B0502040204020203" pitchFamily="34" charset="-122"/>
                <a:ea typeface="微软雅黑 Light" panose="020B0502040204020203" pitchFamily="34" charset="-122"/>
                <a:cs typeface="+mn-ea"/>
                <a:sym typeface="+mn-lt"/>
              </a:rPr>
              <a:t>面向连接的服务（</a:t>
            </a:r>
            <a:r>
              <a:rPr lang="en-US" altLang="zh-CN" sz="2400" kern="1200" dirty="0">
                <a:solidFill>
                  <a:schemeClr val="tx1"/>
                </a:solidFill>
                <a:latin typeface="微软雅黑 Light" panose="020B0502040204020203" pitchFamily="34" charset="-122"/>
                <a:ea typeface="微软雅黑 Light" panose="020B0502040204020203" pitchFamily="34" charset="-122"/>
                <a:cs typeface="+mn-ea"/>
                <a:sym typeface="+mn-lt"/>
              </a:rPr>
              <a:t>CONS</a:t>
            </a:r>
            <a:r>
              <a:rPr lang="zh-CN" altLang="en-US" sz="2400" kern="1200" dirty="0">
                <a:solidFill>
                  <a:schemeClr val="tx1"/>
                </a:solidFill>
                <a:latin typeface="微软雅黑 Light" panose="020B0502040204020203" pitchFamily="34" charset="-122"/>
                <a:ea typeface="微软雅黑 Light" panose="020B0502040204020203" pitchFamily="34" charset="-122"/>
                <a:cs typeface="+mn-ea"/>
                <a:sym typeface="+mn-lt"/>
              </a:rPr>
              <a:t>）</a:t>
            </a:r>
            <a:endParaRPr lang="zh-CN" altLang="en-US" sz="2400" kern="1200" dirty="0">
              <a:solidFill>
                <a:schemeClr val="tx1"/>
              </a:solidFill>
              <a:latin typeface="微软雅黑 Light" panose="020B0502040204020203" pitchFamily="34" charset="-122"/>
              <a:ea typeface="微软雅黑 Light" panose="020B0502040204020203" pitchFamily="34" charset="-122"/>
              <a:cs typeface="+mn-ea"/>
              <a:sym typeface="+mn-lt"/>
            </a:endParaRPr>
          </a:p>
        </p:txBody>
      </p:sp>
      <p:sp>
        <p:nvSpPr>
          <p:cNvPr id="4" name="任意多边形: 形状 3"/>
          <p:cNvSpPr/>
          <p:nvPr/>
        </p:nvSpPr>
        <p:spPr>
          <a:xfrm>
            <a:off x="983432" y="2636912"/>
            <a:ext cx="4331430" cy="3337920"/>
          </a:xfrm>
          <a:custGeom>
            <a:avLst/>
            <a:gdLst>
              <a:gd name="connsiteX0" fmla="*/ 0 w 4331430"/>
              <a:gd name="connsiteY0" fmla="*/ 0 h 3337920"/>
              <a:gd name="connsiteX1" fmla="*/ 4331430 w 4331430"/>
              <a:gd name="connsiteY1" fmla="*/ 0 h 3337920"/>
              <a:gd name="connsiteX2" fmla="*/ 4331430 w 4331430"/>
              <a:gd name="connsiteY2" fmla="*/ 3337920 h 3337920"/>
              <a:gd name="connsiteX3" fmla="*/ 0 w 4331430"/>
              <a:gd name="connsiteY3" fmla="*/ 3337920 h 3337920"/>
              <a:gd name="connsiteX4" fmla="*/ 0 w 4331430"/>
              <a:gd name="connsiteY4" fmla="*/ 0 h 33379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331430" h="3337920">
                <a:moveTo>
                  <a:pt x="0" y="0"/>
                </a:moveTo>
                <a:lnTo>
                  <a:pt x="4331430" y="0"/>
                </a:lnTo>
                <a:lnTo>
                  <a:pt x="4331430" y="3337920"/>
                </a:lnTo>
                <a:lnTo>
                  <a:pt x="0" y="3337920"/>
                </a:lnTo>
                <a:lnTo>
                  <a:pt x="0" y="0"/>
                </a:lnTo>
                <a:close/>
              </a:path>
            </a:pathLst>
          </a:custGeom>
          <a:noFill/>
          <a:ln>
            <a:noFill/>
          </a:ln>
          <a:effectLst/>
        </p:spPr>
        <p:txBody>
          <a:bodyPr vert="horz" wrap="square" lIns="91440" tIns="45720" rIns="91440" bIns="45720" numCol="1" anchor="t" anchorCtr="0" compatLnSpc="1"/>
          <a:lstStyle/>
          <a:p>
            <a:pPr marL="361950" lvl="1" indent="-361950" eaLnBrk="1" hangingPunct="1">
              <a:spcBef>
                <a:spcPct val="20000"/>
              </a:spcBef>
              <a:buClr>
                <a:srgbClr val="00C800"/>
              </a:buClr>
              <a:buSzPct val="80000"/>
              <a:buFont typeface="Wingdings" panose="05000000000000000000" pitchFamily="2" charset="2"/>
              <a:buChar char="n"/>
            </a:pPr>
            <a:r>
              <a:rPr lang="zh-CN" altLang="en-US" dirty="0">
                <a:latin typeface="微软雅黑 Light" panose="020B0502040204020203" pitchFamily="34" charset="-122"/>
                <a:ea typeface="微软雅黑 Light" panose="020B0502040204020203" pitchFamily="34" charset="-122"/>
                <a:cs typeface="Times New Roman" panose="02020603050405020304" pitchFamily="18" charset="0"/>
                <a:sym typeface="+mn-lt"/>
              </a:rPr>
              <a:t>类似固定电话的虚电路模型</a:t>
            </a:r>
            <a:endParaRPr lang="zh-CN" altLang="en-US" dirty="0">
              <a:latin typeface="微软雅黑 Light" panose="020B0502040204020203" pitchFamily="34" charset="-122"/>
              <a:ea typeface="微软雅黑 Light" panose="020B0502040204020203" pitchFamily="34" charset="-122"/>
              <a:cs typeface="Times New Roman" panose="02020603050405020304" pitchFamily="18" charset="0"/>
              <a:sym typeface="+mn-lt"/>
            </a:endParaRPr>
          </a:p>
          <a:p>
            <a:pPr marL="361950" lvl="1" indent="-361950" eaLnBrk="1" hangingPunct="1">
              <a:spcBef>
                <a:spcPct val="20000"/>
              </a:spcBef>
              <a:buClr>
                <a:srgbClr val="00C800"/>
              </a:buClr>
              <a:buSzPct val="80000"/>
              <a:buFont typeface="Wingdings" panose="05000000000000000000" pitchFamily="2" charset="2"/>
              <a:buChar char="n"/>
            </a:pPr>
            <a:r>
              <a:rPr lang="zh-CN" altLang="en-US" dirty="0">
                <a:latin typeface="微软雅黑 Light" panose="020B0502040204020203" pitchFamily="34" charset="-122"/>
                <a:ea typeface="微软雅黑 Light" panose="020B0502040204020203" pitchFamily="34" charset="-122"/>
                <a:cs typeface="Times New Roman" panose="02020603050405020304" pitchFamily="18" charset="0"/>
                <a:sym typeface="+mn-lt"/>
              </a:rPr>
              <a:t>一次完整的数据传输需要建立连接，传输数据，拆除连接等三个步骤</a:t>
            </a:r>
            <a:endParaRPr lang="zh-CN" altLang="en-US" dirty="0">
              <a:latin typeface="微软雅黑 Light" panose="020B0502040204020203" pitchFamily="34" charset="-122"/>
              <a:ea typeface="微软雅黑 Light" panose="020B0502040204020203" pitchFamily="34" charset="-122"/>
              <a:cs typeface="Times New Roman" panose="02020603050405020304" pitchFamily="18" charset="0"/>
              <a:sym typeface="+mn-lt"/>
            </a:endParaRPr>
          </a:p>
          <a:p>
            <a:pPr marL="361950" lvl="1" indent="-361950" eaLnBrk="1" hangingPunct="1">
              <a:spcBef>
                <a:spcPct val="20000"/>
              </a:spcBef>
              <a:buClr>
                <a:srgbClr val="00C800"/>
              </a:buClr>
              <a:buSzPct val="80000"/>
              <a:buFont typeface="Wingdings" panose="05000000000000000000" pitchFamily="2" charset="2"/>
              <a:buChar char="n"/>
            </a:pPr>
            <a:r>
              <a:rPr lang="zh-CN" altLang="en-US" dirty="0">
                <a:latin typeface="微软雅黑 Light" panose="020B0502040204020203" pitchFamily="34" charset="-122"/>
                <a:ea typeface="微软雅黑 Light" panose="020B0502040204020203" pitchFamily="34" charset="-122"/>
                <a:cs typeface="Times New Roman" panose="02020603050405020304" pitchFamily="18" charset="0"/>
                <a:sym typeface="+mn-lt"/>
              </a:rPr>
              <a:t>来自源节点的所有数据包都以相同的方式路由</a:t>
            </a:r>
            <a:r>
              <a:rPr lang="en-US" altLang="zh-CN" dirty="0">
                <a:latin typeface="微软雅黑 Light" panose="020B0502040204020203" pitchFamily="34" charset="-122"/>
                <a:ea typeface="微软雅黑 Light" panose="020B0502040204020203" pitchFamily="34" charset="-122"/>
                <a:cs typeface="Times New Roman" panose="02020603050405020304" pitchFamily="18" charset="0"/>
                <a:sym typeface="+mn-lt"/>
              </a:rPr>
              <a:t>(</a:t>
            </a:r>
            <a:r>
              <a:rPr lang="zh-CN" altLang="en-US" dirty="0">
                <a:latin typeface="微软雅黑 Light" panose="020B0502040204020203" pitchFamily="34" charset="-122"/>
                <a:ea typeface="微软雅黑 Light" panose="020B0502040204020203" pitchFamily="34" charset="-122"/>
                <a:cs typeface="Times New Roman" panose="02020603050405020304" pitchFamily="18" charset="0"/>
                <a:sym typeface="+mn-lt"/>
              </a:rPr>
              <a:t>路由器需要保存状态</a:t>
            </a:r>
            <a:r>
              <a:rPr lang="en-US" altLang="zh-CN" dirty="0">
                <a:latin typeface="微软雅黑 Light" panose="020B0502040204020203" pitchFamily="34" charset="-122"/>
                <a:ea typeface="微软雅黑 Light" panose="020B0502040204020203" pitchFamily="34" charset="-122"/>
                <a:cs typeface="Times New Roman" panose="02020603050405020304" pitchFamily="18" charset="0"/>
                <a:sym typeface="+mn-lt"/>
              </a:rPr>
              <a:t>)</a:t>
            </a:r>
            <a:endParaRPr lang="zh-CN" altLang="en-US" dirty="0">
              <a:latin typeface="微软雅黑 Light" panose="020B0502040204020203" pitchFamily="34" charset="-122"/>
              <a:ea typeface="微软雅黑 Light" panose="020B0502040204020203" pitchFamily="34" charset="-122"/>
              <a:cs typeface="Times New Roman" panose="02020603050405020304" pitchFamily="18" charset="0"/>
              <a:sym typeface="+mn-lt"/>
            </a:endParaRPr>
          </a:p>
          <a:p>
            <a:pPr marL="361950" lvl="1" indent="-361950" eaLnBrk="1" hangingPunct="1">
              <a:spcBef>
                <a:spcPct val="20000"/>
              </a:spcBef>
              <a:buClr>
                <a:srgbClr val="00C800"/>
              </a:buClr>
              <a:buSzPct val="80000"/>
              <a:buFont typeface="Wingdings" panose="05000000000000000000" pitchFamily="2" charset="2"/>
              <a:buChar char="n"/>
            </a:pPr>
            <a:r>
              <a:rPr lang="zh-CN" altLang="en-US" dirty="0">
                <a:latin typeface="微软雅黑 Light" panose="020B0502040204020203" pitchFamily="34" charset="-122"/>
                <a:ea typeface="微软雅黑 Light" panose="020B0502040204020203" pitchFamily="34" charset="-122"/>
                <a:cs typeface="Times New Roman" panose="02020603050405020304" pitchFamily="18" charset="0"/>
                <a:sym typeface="+mn-lt"/>
              </a:rPr>
              <a:t>典型的网络技术：</a:t>
            </a:r>
            <a:r>
              <a:rPr lang="en-US" altLang="zh-CN" dirty="0">
                <a:latin typeface="微软雅黑 Light" panose="020B0502040204020203" pitchFamily="34" charset="-122"/>
                <a:ea typeface="微软雅黑 Light" panose="020B0502040204020203" pitchFamily="34" charset="-122"/>
                <a:cs typeface="Times New Roman" panose="02020603050405020304" pitchFamily="18" charset="0"/>
                <a:sym typeface="+mn-lt"/>
              </a:rPr>
              <a:t>ATM</a:t>
            </a:r>
            <a:r>
              <a:rPr lang="zh-CN" altLang="en-US" dirty="0">
                <a:latin typeface="微软雅黑 Light" panose="020B0502040204020203" pitchFamily="34" charset="-122"/>
                <a:ea typeface="微软雅黑 Light" panose="020B0502040204020203" pitchFamily="34" charset="-122"/>
                <a:cs typeface="Times New Roman" panose="02020603050405020304" pitchFamily="18" charset="0"/>
                <a:sym typeface="+mn-lt"/>
              </a:rPr>
              <a:t>，帧中继，</a:t>
            </a:r>
            <a:r>
              <a:rPr lang="en-US" altLang="zh-CN" dirty="0">
                <a:latin typeface="微软雅黑 Light" panose="020B0502040204020203" pitchFamily="34" charset="-122"/>
                <a:ea typeface="微软雅黑 Light" panose="020B0502040204020203" pitchFamily="34" charset="-122"/>
                <a:cs typeface="Times New Roman" panose="02020603050405020304" pitchFamily="18" charset="0"/>
                <a:sym typeface="+mn-lt"/>
              </a:rPr>
              <a:t>X.25</a:t>
            </a:r>
            <a:endParaRPr lang="zh-CN" altLang="en-US" dirty="0">
              <a:latin typeface="微软雅黑 Light" panose="020B0502040204020203" pitchFamily="34" charset="-122"/>
              <a:ea typeface="微软雅黑 Light" panose="020B0502040204020203" pitchFamily="34" charset="-122"/>
              <a:cs typeface="Times New Roman" panose="02020603050405020304" pitchFamily="18" charset="0"/>
              <a:sym typeface="+mn-lt"/>
            </a:endParaRPr>
          </a:p>
        </p:txBody>
      </p:sp>
      <p:sp>
        <p:nvSpPr>
          <p:cNvPr id="7" name="任意多边形: 形状 6"/>
          <p:cNvSpPr/>
          <p:nvPr/>
        </p:nvSpPr>
        <p:spPr>
          <a:xfrm>
            <a:off x="6720439" y="1926266"/>
            <a:ext cx="4331430" cy="540285"/>
          </a:xfrm>
          <a:custGeom>
            <a:avLst/>
            <a:gdLst>
              <a:gd name="connsiteX0" fmla="*/ 0 w 4331430"/>
              <a:gd name="connsiteY0" fmla="*/ 0 h 540285"/>
              <a:gd name="connsiteX1" fmla="*/ 4331430 w 4331430"/>
              <a:gd name="connsiteY1" fmla="*/ 0 h 540285"/>
              <a:gd name="connsiteX2" fmla="*/ 4331430 w 4331430"/>
              <a:gd name="connsiteY2" fmla="*/ 540285 h 540285"/>
              <a:gd name="connsiteX3" fmla="*/ 0 w 4331430"/>
              <a:gd name="connsiteY3" fmla="*/ 540285 h 540285"/>
              <a:gd name="connsiteX4" fmla="*/ 0 w 4331430"/>
              <a:gd name="connsiteY4" fmla="*/ 0 h 5402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331430" h="540285">
                <a:moveTo>
                  <a:pt x="0" y="0"/>
                </a:moveTo>
                <a:lnTo>
                  <a:pt x="4331430" y="0"/>
                </a:lnTo>
                <a:lnTo>
                  <a:pt x="4331430" y="540285"/>
                </a:lnTo>
                <a:lnTo>
                  <a:pt x="0" y="540285"/>
                </a:lnTo>
                <a:lnTo>
                  <a:pt x="0" y="0"/>
                </a:lnTo>
                <a:close/>
              </a:path>
            </a:pathLst>
          </a:custGeom>
          <a:solidFill>
            <a:schemeClr val="accent1">
              <a:lumMod val="90000"/>
            </a:schemeClr>
          </a:solidFill>
          <a:ln>
            <a:noFill/>
          </a:ln>
        </p:spPr>
        <p:style>
          <a:lnRef idx="0">
            <a:scrgbClr r="0" g="0" b="0"/>
          </a:lnRef>
          <a:fillRef idx="0">
            <a:scrgbClr r="0" g="0" b="0"/>
          </a:fillRef>
          <a:effectRef idx="0">
            <a:scrgbClr r="0" g="0" b="0"/>
          </a:effectRef>
          <a:fontRef idx="minor">
            <a:schemeClr val="lt1"/>
          </a:fontRef>
        </p:style>
        <p:txBody>
          <a:bodyPr spcFirstLastPara="0" vert="horz" wrap="square" lIns="113792" tIns="65024" rIns="113792" bIns="65024" numCol="1" spcCol="1270" anchor="ctr" anchorCtr="0">
            <a:noAutofit/>
          </a:bodyPr>
          <a:lstStyle/>
          <a:p>
            <a:pPr marL="0" lvl="0" indent="0" algn="ctr" defTabSz="711200">
              <a:lnSpc>
                <a:spcPct val="120000"/>
              </a:lnSpc>
              <a:spcBef>
                <a:spcPct val="0"/>
              </a:spcBef>
              <a:spcAft>
                <a:spcPts val="0"/>
              </a:spcAft>
              <a:buNone/>
            </a:pPr>
            <a:r>
              <a:rPr lang="zh-CN" altLang="en-US" sz="2400" kern="1200" dirty="0">
                <a:solidFill>
                  <a:schemeClr val="tx1"/>
                </a:solidFill>
                <a:latin typeface="微软雅黑 Light" panose="020B0502040204020203" pitchFamily="34" charset="-122"/>
                <a:ea typeface="微软雅黑 Light" panose="020B0502040204020203" pitchFamily="34" charset="-122"/>
                <a:cs typeface="+mn-ea"/>
                <a:sym typeface="+mn-lt"/>
              </a:rPr>
              <a:t>无连接的服务（</a:t>
            </a:r>
            <a:r>
              <a:rPr lang="en-US" altLang="zh-CN" sz="2400" kern="1200" dirty="0">
                <a:solidFill>
                  <a:schemeClr val="tx1"/>
                </a:solidFill>
                <a:latin typeface="微软雅黑 Light" panose="020B0502040204020203" pitchFamily="34" charset="-122"/>
                <a:ea typeface="微软雅黑 Light" panose="020B0502040204020203" pitchFamily="34" charset="-122"/>
                <a:cs typeface="+mn-ea"/>
                <a:sym typeface="+mn-lt"/>
              </a:rPr>
              <a:t>CLNS</a:t>
            </a:r>
            <a:r>
              <a:rPr lang="zh-CN" altLang="en-US" sz="2400" kern="1200" dirty="0">
                <a:solidFill>
                  <a:schemeClr val="tx1"/>
                </a:solidFill>
                <a:latin typeface="微软雅黑 Light" panose="020B0502040204020203" pitchFamily="34" charset="-122"/>
                <a:ea typeface="微软雅黑 Light" panose="020B0502040204020203" pitchFamily="34" charset="-122"/>
                <a:cs typeface="+mn-ea"/>
                <a:sym typeface="+mn-lt"/>
              </a:rPr>
              <a:t>）</a:t>
            </a:r>
            <a:endParaRPr lang="zh-CN" altLang="en-US" sz="2400" kern="1200" dirty="0">
              <a:solidFill>
                <a:schemeClr val="tx1"/>
              </a:solidFill>
              <a:latin typeface="微软雅黑 Light" panose="020B0502040204020203" pitchFamily="34" charset="-122"/>
              <a:ea typeface="微软雅黑 Light" panose="020B0502040204020203" pitchFamily="34" charset="-122"/>
              <a:cs typeface="+mn-ea"/>
              <a:sym typeface="+mn-lt"/>
            </a:endParaRPr>
          </a:p>
        </p:txBody>
      </p:sp>
      <p:sp>
        <p:nvSpPr>
          <p:cNvPr id="8" name="任意多边形: 形状 7"/>
          <p:cNvSpPr/>
          <p:nvPr/>
        </p:nvSpPr>
        <p:spPr>
          <a:xfrm>
            <a:off x="6720439" y="2636912"/>
            <a:ext cx="4331430" cy="3337920"/>
          </a:xfrm>
          <a:custGeom>
            <a:avLst/>
            <a:gdLst>
              <a:gd name="connsiteX0" fmla="*/ 0 w 4331430"/>
              <a:gd name="connsiteY0" fmla="*/ 0 h 3337920"/>
              <a:gd name="connsiteX1" fmla="*/ 4331430 w 4331430"/>
              <a:gd name="connsiteY1" fmla="*/ 0 h 3337920"/>
              <a:gd name="connsiteX2" fmla="*/ 4331430 w 4331430"/>
              <a:gd name="connsiteY2" fmla="*/ 3337920 h 3337920"/>
              <a:gd name="connsiteX3" fmla="*/ 0 w 4331430"/>
              <a:gd name="connsiteY3" fmla="*/ 3337920 h 3337920"/>
              <a:gd name="connsiteX4" fmla="*/ 0 w 4331430"/>
              <a:gd name="connsiteY4" fmla="*/ 0 h 33379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331430" h="3337920">
                <a:moveTo>
                  <a:pt x="0" y="0"/>
                </a:moveTo>
                <a:lnTo>
                  <a:pt x="4331430" y="0"/>
                </a:lnTo>
                <a:lnTo>
                  <a:pt x="4331430" y="3337920"/>
                </a:lnTo>
                <a:lnTo>
                  <a:pt x="0" y="3337920"/>
                </a:lnTo>
                <a:lnTo>
                  <a:pt x="0" y="0"/>
                </a:lnTo>
                <a:close/>
              </a:path>
            </a:pathLst>
          </a:custGeom>
          <a:noFill/>
          <a:ln>
            <a:noFill/>
          </a:ln>
          <a:effectLst/>
        </p:spPr>
        <p:txBody>
          <a:bodyPr vert="horz" wrap="square" lIns="91440" tIns="45720" rIns="91440" bIns="45720" numCol="1" anchor="t" anchorCtr="0" compatLnSpc="1"/>
          <a:lstStyle/>
          <a:p>
            <a:pPr marL="361950" lvl="1" indent="-361950" eaLnBrk="1" hangingPunct="1">
              <a:spcBef>
                <a:spcPct val="20000"/>
              </a:spcBef>
              <a:buClr>
                <a:srgbClr val="00C800"/>
              </a:buClr>
              <a:buSzPct val="80000"/>
              <a:buFont typeface="Wingdings" panose="05000000000000000000" pitchFamily="2" charset="2"/>
              <a:buChar char="n"/>
            </a:pPr>
            <a:r>
              <a:rPr lang="zh-CN" altLang="en-US" dirty="0">
                <a:latin typeface="微软雅黑 Light" panose="020B0502040204020203" pitchFamily="34" charset="-122"/>
                <a:ea typeface="微软雅黑 Light" panose="020B0502040204020203" pitchFamily="34" charset="-122"/>
                <a:cs typeface="Times New Roman" panose="02020603050405020304" pitchFamily="18" charset="0"/>
                <a:sym typeface="+mn-lt"/>
              </a:rPr>
              <a:t>类似邮政的投递服务</a:t>
            </a:r>
            <a:endParaRPr lang="zh-CN" altLang="en-US" dirty="0">
              <a:latin typeface="微软雅黑 Light" panose="020B0502040204020203" pitchFamily="34" charset="-122"/>
              <a:ea typeface="微软雅黑 Light" panose="020B0502040204020203" pitchFamily="34" charset="-122"/>
              <a:cs typeface="Times New Roman" panose="02020603050405020304" pitchFamily="18" charset="0"/>
              <a:sym typeface="+mn-lt"/>
            </a:endParaRPr>
          </a:p>
          <a:p>
            <a:pPr marL="361950" lvl="1" indent="-361950" eaLnBrk="1" hangingPunct="1">
              <a:spcBef>
                <a:spcPct val="20000"/>
              </a:spcBef>
              <a:buClr>
                <a:srgbClr val="00C800"/>
              </a:buClr>
              <a:buSzPct val="80000"/>
              <a:buFont typeface="Wingdings" panose="05000000000000000000" pitchFamily="2" charset="2"/>
              <a:buChar char="n"/>
            </a:pPr>
            <a:r>
              <a:rPr lang="zh-CN" altLang="en-US" dirty="0">
                <a:latin typeface="微软雅黑 Light" panose="020B0502040204020203" pitchFamily="34" charset="-122"/>
                <a:ea typeface="微软雅黑 Light" panose="020B0502040204020203" pitchFamily="34" charset="-122"/>
                <a:cs typeface="Times New Roman" panose="02020603050405020304" pitchFamily="18" charset="0"/>
                <a:sym typeface="+mn-lt"/>
              </a:rPr>
              <a:t>无需建立</a:t>
            </a:r>
            <a:r>
              <a:rPr lang="zh-CN" altLang="zh-CN" dirty="0">
                <a:latin typeface="微软雅黑 Light" panose="020B0502040204020203" pitchFamily="34" charset="-122"/>
                <a:ea typeface="微软雅黑 Light" panose="020B0502040204020203" pitchFamily="34" charset="-122"/>
                <a:cs typeface="Times New Roman" panose="02020603050405020304" pitchFamily="18" charset="0"/>
                <a:sym typeface="+mn-lt"/>
              </a:rPr>
              <a:t>无连接</a:t>
            </a:r>
            <a:endParaRPr lang="en-US" altLang="zh-CN" dirty="0">
              <a:latin typeface="微软雅黑 Light" panose="020B0502040204020203" pitchFamily="34" charset="-122"/>
              <a:ea typeface="微软雅黑 Light" panose="020B0502040204020203" pitchFamily="34" charset="-122"/>
              <a:cs typeface="Times New Roman" panose="02020603050405020304" pitchFamily="18" charset="0"/>
              <a:sym typeface="+mn-lt"/>
            </a:endParaRPr>
          </a:p>
          <a:p>
            <a:pPr marL="361950" lvl="1" indent="-361950" eaLnBrk="1" hangingPunct="1">
              <a:spcBef>
                <a:spcPct val="20000"/>
              </a:spcBef>
              <a:buClr>
                <a:srgbClr val="00C800"/>
              </a:buClr>
              <a:buSzPct val="80000"/>
              <a:buFont typeface="Wingdings" panose="05000000000000000000" pitchFamily="2" charset="2"/>
              <a:buChar char="n"/>
            </a:pPr>
            <a:r>
              <a:rPr lang="zh-CN" altLang="zh-CN" dirty="0">
                <a:latin typeface="微软雅黑 Light" panose="020B0502040204020203" pitchFamily="34" charset="-122"/>
                <a:ea typeface="微软雅黑 Light" panose="020B0502040204020203" pitchFamily="34" charset="-122"/>
                <a:cs typeface="Times New Roman" panose="02020603050405020304" pitchFamily="18" charset="0"/>
                <a:sym typeface="+mn-lt"/>
              </a:rPr>
              <a:t>尽</a:t>
            </a:r>
            <a:r>
              <a:rPr lang="zh-CN" altLang="en-US" dirty="0">
                <a:latin typeface="微软雅黑 Light" panose="020B0502040204020203" pitchFamily="34" charset="-122"/>
                <a:ea typeface="微软雅黑 Light" panose="020B0502040204020203" pitchFamily="34" charset="-122"/>
                <a:cs typeface="Times New Roman" panose="02020603050405020304" pitchFamily="18" charset="0"/>
                <a:sym typeface="+mn-lt"/>
              </a:rPr>
              <a:t>最大努力</a:t>
            </a:r>
            <a:r>
              <a:rPr lang="zh-CN" altLang="zh-CN" dirty="0">
                <a:latin typeface="微软雅黑 Light" panose="020B0502040204020203" pitchFamily="34" charset="-122"/>
                <a:ea typeface="微软雅黑 Light" panose="020B0502040204020203" pitchFamily="34" charset="-122"/>
                <a:cs typeface="Times New Roman" panose="02020603050405020304" pitchFamily="18" charset="0"/>
                <a:sym typeface="+mn-lt"/>
              </a:rPr>
              <a:t>或不可靠的服务</a:t>
            </a:r>
            <a:r>
              <a:rPr lang="zh-CN" altLang="en-US" dirty="0">
                <a:latin typeface="微软雅黑 Light" panose="020B0502040204020203" pitchFamily="34" charset="-122"/>
                <a:ea typeface="微软雅黑 Light" panose="020B0502040204020203" pitchFamily="34" charset="-122"/>
                <a:cs typeface="Times New Roman" panose="02020603050405020304" pitchFamily="18" charset="0"/>
                <a:sym typeface="+mn-lt"/>
              </a:rPr>
              <a:t>，即</a:t>
            </a:r>
            <a:r>
              <a:rPr lang="zh-CN" altLang="zh-CN" dirty="0">
                <a:latin typeface="微软雅黑 Light" panose="020B0502040204020203" pitchFamily="34" charset="-122"/>
                <a:ea typeface="微软雅黑 Light" panose="020B0502040204020203" pitchFamily="34" charset="-122"/>
                <a:cs typeface="Times New Roman" panose="02020603050405020304" pitchFamily="18" charset="0"/>
                <a:sym typeface="+mn-lt"/>
              </a:rPr>
              <a:t>网络</a:t>
            </a:r>
            <a:r>
              <a:rPr lang="zh-CN" altLang="en-US" dirty="0">
                <a:latin typeface="微软雅黑 Light" panose="020B0502040204020203" pitchFamily="34" charset="-122"/>
                <a:ea typeface="微软雅黑 Light" panose="020B0502040204020203" pitchFamily="34" charset="-122"/>
                <a:cs typeface="Times New Roman" panose="02020603050405020304" pitchFamily="18" charset="0"/>
                <a:sym typeface="+mn-lt"/>
              </a:rPr>
              <a:t>层</a:t>
            </a:r>
            <a:r>
              <a:rPr lang="zh-CN" altLang="zh-CN" dirty="0">
                <a:latin typeface="微软雅黑 Light" panose="020B0502040204020203" pitchFamily="34" charset="-122"/>
                <a:ea typeface="微软雅黑 Light" panose="020B0502040204020203" pitchFamily="34" charset="-122"/>
                <a:cs typeface="Times New Roman" panose="02020603050405020304" pitchFamily="18" charset="0"/>
                <a:sym typeface="+mn-lt"/>
              </a:rPr>
              <a:t>不能保证数据包传送</a:t>
            </a:r>
            <a:r>
              <a:rPr lang="zh-CN" altLang="en-US" dirty="0">
                <a:latin typeface="微软雅黑 Light" panose="020B0502040204020203" pitchFamily="34" charset="-122"/>
                <a:ea typeface="微软雅黑 Light" panose="020B0502040204020203" pitchFamily="34" charset="-122"/>
                <a:cs typeface="Times New Roman" panose="02020603050405020304" pitchFamily="18" charset="0"/>
                <a:sym typeface="+mn-lt"/>
              </a:rPr>
              <a:t>到目的节点</a:t>
            </a:r>
            <a:endParaRPr lang="en-US" altLang="zh-CN" dirty="0">
              <a:latin typeface="微软雅黑 Light" panose="020B0502040204020203" pitchFamily="34" charset="-122"/>
              <a:ea typeface="微软雅黑 Light" panose="020B0502040204020203" pitchFamily="34" charset="-122"/>
              <a:cs typeface="Times New Roman" panose="02020603050405020304" pitchFamily="18" charset="0"/>
              <a:sym typeface="+mn-lt"/>
            </a:endParaRPr>
          </a:p>
          <a:p>
            <a:pPr marL="361950" lvl="1" indent="-361950" eaLnBrk="1" hangingPunct="1">
              <a:spcBef>
                <a:spcPct val="20000"/>
              </a:spcBef>
              <a:buClr>
                <a:srgbClr val="00C800"/>
              </a:buClr>
              <a:buSzPct val="80000"/>
              <a:buFont typeface="Wingdings" panose="05000000000000000000" pitchFamily="2" charset="2"/>
              <a:buChar char="n"/>
            </a:pPr>
            <a:r>
              <a:rPr lang="zh-CN" altLang="zh-CN" dirty="0">
                <a:latin typeface="微软雅黑 Light" panose="020B0502040204020203" pitchFamily="34" charset="-122"/>
                <a:ea typeface="微软雅黑 Light" panose="020B0502040204020203" pitchFamily="34" charset="-122"/>
                <a:cs typeface="Times New Roman" panose="02020603050405020304" pitchFamily="18" charset="0"/>
                <a:sym typeface="+mn-lt"/>
              </a:rPr>
              <a:t>来自</a:t>
            </a:r>
            <a:r>
              <a:rPr lang="zh-CN" altLang="en-US" dirty="0">
                <a:latin typeface="微软雅黑 Light" panose="020B0502040204020203" pitchFamily="34" charset="-122"/>
                <a:ea typeface="微软雅黑 Light" panose="020B0502040204020203" pitchFamily="34" charset="-122"/>
                <a:cs typeface="Times New Roman" panose="02020603050405020304" pitchFamily="18" charset="0"/>
                <a:sym typeface="+mn-lt"/>
              </a:rPr>
              <a:t>源节点</a:t>
            </a:r>
            <a:r>
              <a:rPr lang="zh-CN" altLang="zh-CN" dirty="0">
                <a:latin typeface="微软雅黑 Light" panose="020B0502040204020203" pitchFamily="34" charset="-122"/>
                <a:ea typeface="微软雅黑 Light" panose="020B0502040204020203" pitchFamily="34" charset="-122"/>
                <a:cs typeface="Times New Roman" panose="02020603050405020304" pitchFamily="18" charset="0"/>
                <a:sym typeface="+mn-lt"/>
              </a:rPr>
              <a:t>的每个数据包都独立路由</a:t>
            </a:r>
            <a:endParaRPr lang="en-US" altLang="zh-CN" dirty="0">
              <a:latin typeface="微软雅黑 Light" panose="020B0502040204020203" pitchFamily="34" charset="-122"/>
              <a:ea typeface="微软雅黑 Light" panose="020B0502040204020203" pitchFamily="34" charset="-122"/>
              <a:cs typeface="Times New Roman" panose="02020603050405020304" pitchFamily="18" charset="0"/>
              <a:sym typeface="+mn-lt"/>
            </a:endParaRPr>
          </a:p>
          <a:p>
            <a:pPr marL="361950" lvl="1" indent="-361950" eaLnBrk="1" hangingPunct="1">
              <a:spcBef>
                <a:spcPct val="20000"/>
              </a:spcBef>
              <a:buClr>
                <a:srgbClr val="00C800"/>
              </a:buClr>
              <a:buSzPct val="80000"/>
              <a:buFont typeface="Wingdings" panose="05000000000000000000" pitchFamily="2" charset="2"/>
              <a:buChar char="n"/>
            </a:pPr>
            <a:r>
              <a:rPr lang="zh-CN" altLang="en-US" dirty="0">
                <a:latin typeface="微软雅黑 Light" panose="020B0502040204020203" pitchFamily="34" charset="-122"/>
                <a:ea typeface="微软雅黑 Light" panose="020B0502040204020203" pitchFamily="34" charset="-122"/>
                <a:cs typeface="Times New Roman" panose="02020603050405020304" pitchFamily="18" charset="0"/>
                <a:sym typeface="+mn-lt"/>
              </a:rPr>
              <a:t>典型的网络技术：</a:t>
            </a:r>
            <a:r>
              <a:rPr lang="en-US" altLang="zh-CN" dirty="0">
                <a:latin typeface="微软雅黑 Light" panose="020B0502040204020203" pitchFamily="34" charset="-122"/>
                <a:ea typeface="微软雅黑 Light" panose="020B0502040204020203" pitchFamily="34" charset="-122"/>
                <a:cs typeface="Times New Roman" panose="02020603050405020304" pitchFamily="18" charset="0"/>
                <a:sym typeface="+mn-lt"/>
              </a:rPr>
              <a:t>IP</a:t>
            </a:r>
            <a:endParaRPr lang="en-US" altLang="zh-CN" dirty="0">
              <a:latin typeface="微软雅黑 Light" panose="020B0502040204020203" pitchFamily="34" charset="-122"/>
              <a:ea typeface="微软雅黑 Light" panose="020B0502040204020203" pitchFamily="34" charset="-122"/>
              <a:cs typeface="Times New Roman" panose="02020603050405020304" pitchFamily="18" charset="0"/>
              <a:sym typeface="+mn-lt"/>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网络层的服务（</a:t>
            </a:r>
            <a:r>
              <a:rPr lang="en-US" altLang="zh-CN" dirty="0"/>
              <a:t>2</a:t>
            </a:r>
            <a:r>
              <a:rPr lang="zh-CN" altLang="en-US" dirty="0"/>
              <a:t>）</a:t>
            </a:r>
            <a:endParaRPr lang="zh-CN" altLang="en-US" dirty="0"/>
          </a:p>
        </p:txBody>
      </p:sp>
      <p:sp>
        <p:nvSpPr>
          <p:cNvPr id="4" name="灯片编号占位符 3"/>
          <p:cNvSpPr>
            <a:spLocks noGrp="1"/>
          </p:cNvSpPr>
          <p:nvPr>
            <p:ph type="sldNum" sz="quarter" idx="12"/>
          </p:nvPr>
        </p:nvSpPr>
        <p:spPr/>
        <p:txBody>
          <a:bodyPr/>
          <a:lstStyle/>
          <a:p>
            <a:pPr>
              <a:defRPr/>
            </a:pPr>
            <a:fld id="{816960B2-2B11-492C-B588-5290E1274F96}" type="slidenum">
              <a:rPr lang="en-US" altLang="zh-CN" smtClean="0"/>
            </a:fld>
            <a:endParaRPr lang="en-US" altLang="zh-CN" dirty="0"/>
          </a:p>
        </p:txBody>
      </p:sp>
      <p:grpSp>
        <p:nvGrpSpPr>
          <p:cNvPr id="3" name="组合 2"/>
          <p:cNvGrpSpPr/>
          <p:nvPr/>
        </p:nvGrpSpPr>
        <p:grpSpPr>
          <a:xfrm>
            <a:off x="1318274" y="4166406"/>
            <a:ext cx="3877686" cy="2218516"/>
            <a:chOff x="1318274" y="3234517"/>
            <a:chExt cx="3877686" cy="2218516"/>
          </a:xfrm>
        </p:grpSpPr>
        <p:pic>
          <p:nvPicPr>
            <p:cNvPr id="6" name="图形 5"/>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788031" y="4218282"/>
              <a:ext cx="354812" cy="354812"/>
            </a:xfrm>
            <a:prstGeom prst="rect">
              <a:avLst/>
            </a:prstGeom>
          </p:spPr>
        </p:pic>
        <p:pic>
          <p:nvPicPr>
            <p:cNvPr id="7" name="图形 6"/>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320228" y="3542294"/>
              <a:ext cx="413948" cy="313418"/>
            </a:xfrm>
            <a:prstGeom prst="rect">
              <a:avLst/>
            </a:prstGeom>
          </p:spPr>
        </p:pic>
        <p:pic>
          <p:nvPicPr>
            <p:cNvPr id="8" name="图形 7"/>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3078450" y="4218282"/>
              <a:ext cx="354812" cy="354812"/>
            </a:xfrm>
            <a:prstGeom prst="rect">
              <a:avLst/>
            </a:prstGeom>
          </p:spPr>
        </p:pic>
        <p:pic>
          <p:nvPicPr>
            <p:cNvPr id="9" name="图形 8"/>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4368869" y="4218282"/>
              <a:ext cx="354812" cy="354812"/>
            </a:xfrm>
            <a:prstGeom prst="rect">
              <a:avLst/>
            </a:prstGeom>
          </p:spPr>
        </p:pic>
        <p:pic>
          <p:nvPicPr>
            <p:cNvPr id="10" name="图形 9"/>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3634956" y="3459458"/>
              <a:ext cx="354812" cy="354812"/>
            </a:xfrm>
            <a:prstGeom prst="rect">
              <a:avLst/>
            </a:prstGeom>
          </p:spPr>
        </p:pic>
        <p:pic>
          <p:nvPicPr>
            <p:cNvPr id="11" name="图形 10"/>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3078450" y="4977106"/>
              <a:ext cx="354812" cy="354812"/>
            </a:xfrm>
            <a:prstGeom prst="rect">
              <a:avLst/>
            </a:prstGeom>
          </p:spPr>
        </p:pic>
        <p:pic>
          <p:nvPicPr>
            <p:cNvPr id="12" name="图形 11"/>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782012" y="5018500"/>
              <a:ext cx="413948" cy="313418"/>
            </a:xfrm>
            <a:prstGeom prst="rect">
              <a:avLst/>
            </a:prstGeom>
          </p:spPr>
        </p:pic>
        <p:cxnSp>
          <p:nvCxnSpPr>
            <p:cNvPr id="13" name="直接连接符 12"/>
            <p:cNvCxnSpPr>
              <a:stCxn id="6" idx="3"/>
              <a:endCxn id="8" idx="1"/>
            </p:cNvCxnSpPr>
            <p:nvPr/>
          </p:nvCxnSpPr>
          <p:spPr>
            <a:xfrm>
              <a:off x="2142843" y="4395688"/>
              <a:ext cx="935607" cy="0"/>
            </a:xfrm>
            <a:prstGeom prst="line">
              <a:avLst/>
            </a:prstGeom>
          </p:spPr>
          <p:style>
            <a:lnRef idx="3">
              <a:schemeClr val="dk1"/>
            </a:lnRef>
            <a:fillRef idx="0">
              <a:schemeClr val="dk1"/>
            </a:fillRef>
            <a:effectRef idx="2">
              <a:schemeClr val="dk1"/>
            </a:effectRef>
            <a:fontRef idx="minor">
              <a:schemeClr val="tx1"/>
            </a:fontRef>
          </p:style>
        </p:cxnSp>
        <p:cxnSp>
          <p:nvCxnSpPr>
            <p:cNvPr id="14" name="直接连接符 13"/>
            <p:cNvCxnSpPr>
              <a:stCxn id="8" idx="3"/>
              <a:endCxn id="9" idx="1"/>
            </p:cNvCxnSpPr>
            <p:nvPr/>
          </p:nvCxnSpPr>
          <p:spPr>
            <a:xfrm>
              <a:off x="3433262" y="4395688"/>
              <a:ext cx="935607" cy="0"/>
            </a:xfrm>
            <a:prstGeom prst="line">
              <a:avLst/>
            </a:prstGeom>
          </p:spPr>
          <p:style>
            <a:lnRef idx="3">
              <a:schemeClr val="dk1"/>
            </a:lnRef>
            <a:fillRef idx="0">
              <a:schemeClr val="dk1"/>
            </a:fillRef>
            <a:effectRef idx="2">
              <a:schemeClr val="dk1"/>
            </a:effectRef>
            <a:fontRef idx="minor">
              <a:schemeClr val="tx1"/>
            </a:fontRef>
          </p:style>
        </p:cxnSp>
        <p:cxnSp>
          <p:nvCxnSpPr>
            <p:cNvPr id="15" name="直接连接符 14"/>
            <p:cNvCxnSpPr>
              <a:stCxn id="20" idx="1"/>
              <a:endCxn id="6" idx="0"/>
            </p:cNvCxnSpPr>
            <p:nvPr/>
          </p:nvCxnSpPr>
          <p:spPr>
            <a:xfrm flipH="1">
              <a:off x="1965437" y="3636864"/>
              <a:ext cx="580795" cy="581418"/>
            </a:xfrm>
            <a:prstGeom prst="line">
              <a:avLst/>
            </a:prstGeom>
          </p:spPr>
          <p:style>
            <a:lnRef idx="3">
              <a:schemeClr val="dk1"/>
            </a:lnRef>
            <a:fillRef idx="0">
              <a:schemeClr val="dk1"/>
            </a:fillRef>
            <a:effectRef idx="2">
              <a:schemeClr val="dk1"/>
            </a:effectRef>
            <a:fontRef idx="minor">
              <a:schemeClr val="tx1"/>
            </a:fontRef>
          </p:style>
        </p:cxnSp>
        <p:cxnSp>
          <p:nvCxnSpPr>
            <p:cNvPr id="16" name="直接连接符 15"/>
            <p:cNvCxnSpPr>
              <a:stCxn id="10" idx="3"/>
              <a:endCxn id="9" idx="0"/>
            </p:cNvCxnSpPr>
            <p:nvPr/>
          </p:nvCxnSpPr>
          <p:spPr>
            <a:xfrm>
              <a:off x="3989768" y="3636864"/>
              <a:ext cx="556507" cy="581418"/>
            </a:xfrm>
            <a:prstGeom prst="line">
              <a:avLst/>
            </a:prstGeom>
          </p:spPr>
          <p:style>
            <a:lnRef idx="3">
              <a:schemeClr val="dk1"/>
            </a:lnRef>
            <a:fillRef idx="0">
              <a:schemeClr val="dk1"/>
            </a:fillRef>
            <a:effectRef idx="2">
              <a:schemeClr val="dk1"/>
            </a:effectRef>
            <a:fontRef idx="minor">
              <a:schemeClr val="tx1"/>
            </a:fontRef>
          </p:style>
        </p:cxnSp>
        <p:cxnSp>
          <p:nvCxnSpPr>
            <p:cNvPr id="17" name="直接连接符 16"/>
            <p:cNvCxnSpPr>
              <a:stCxn id="6" idx="2"/>
              <a:endCxn id="11" idx="1"/>
            </p:cNvCxnSpPr>
            <p:nvPr/>
          </p:nvCxnSpPr>
          <p:spPr>
            <a:xfrm>
              <a:off x="1965437" y="4573094"/>
              <a:ext cx="1113013" cy="581418"/>
            </a:xfrm>
            <a:prstGeom prst="line">
              <a:avLst/>
            </a:prstGeom>
          </p:spPr>
          <p:style>
            <a:lnRef idx="3">
              <a:schemeClr val="dk1"/>
            </a:lnRef>
            <a:fillRef idx="0">
              <a:schemeClr val="dk1"/>
            </a:fillRef>
            <a:effectRef idx="2">
              <a:schemeClr val="dk1"/>
            </a:effectRef>
            <a:fontRef idx="minor">
              <a:schemeClr val="tx1"/>
            </a:fontRef>
          </p:style>
        </p:cxnSp>
        <p:cxnSp>
          <p:nvCxnSpPr>
            <p:cNvPr id="18" name="直接连接符 17"/>
            <p:cNvCxnSpPr>
              <a:stCxn id="11" idx="3"/>
              <a:endCxn id="9" idx="2"/>
            </p:cNvCxnSpPr>
            <p:nvPr/>
          </p:nvCxnSpPr>
          <p:spPr>
            <a:xfrm flipV="1">
              <a:off x="3433262" y="4573094"/>
              <a:ext cx="1113013" cy="581418"/>
            </a:xfrm>
            <a:prstGeom prst="line">
              <a:avLst/>
            </a:prstGeom>
          </p:spPr>
          <p:style>
            <a:lnRef idx="3">
              <a:schemeClr val="dk1"/>
            </a:lnRef>
            <a:fillRef idx="0">
              <a:schemeClr val="dk1"/>
            </a:fillRef>
            <a:effectRef idx="2">
              <a:schemeClr val="dk1"/>
            </a:effectRef>
            <a:fontRef idx="minor">
              <a:schemeClr val="tx1"/>
            </a:fontRef>
          </p:style>
        </p:cxnSp>
        <p:cxnSp>
          <p:nvCxnSpPr>
            <p:cNvPr id="19" name="直接连接符 18"/>
            <p:cNvCxnSpPr>
              <a:stCxn id="8" idx="2"/>
              <a:endCxn id="11" idx="0"/>
            </p:cNvCxnSpPr>
            <p:nvPr/>
          </p:nvCxnSpPr>
          <p:spPr>
            <a:xfrm>
              <a:off x="3255856" y="4573094"/>
              <a:ext cx="0" cy="404012"/>
            </a:xfrm>
            <a:prstGeom prst="line">
              <a:avLst/>
            </a:prstGeom>
          </p:spPr>
          <p:style>
            <a:lnRef idx="3">
              <a:schemeClr val="dk1"/>
            </a:lnRef>
            <a:fillRef idx="0">
              <a:schemeClr val="dk1"/>
            </a:fillRef>
            <a:effectRef idx="2">
              <a:schemeClr val="dk1"/>
            </a:effectRef>
            <a:fontRef idx="minor">
              <a:schemeClr val="tx1"/>
            </a:fontRef>
          </p:style>
        </p:cxnSp>
        <p:pic>
          <p:nvPicPr>
            <p:cNvPr id="20" name="图形 19"/>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2546232" y="3459458"/>
              <a:ext cx="354812" cy="354812"/>
            </a:xfrm>
            <a:prstGeom prst="rect">
              <a:avLst/>
            </a:prstGeom>
          </p:spPr>
        </p:pic>
        <p:cxnSp>
          <p:nvCxnSpPr>
            <p:cNvPr id="21" name="直接连接符 20"/>
            <p:cNvCxnSpPr>
              <a:stCxn id="20" idx="3"/>
              <a:endCxn id="10" idx="1"/>
            </p:cNvCxnSpPr>
            <p:nvPr/>
          </p:nvCxnSpPr>
          <p:spPr>
            <a:xfrm>
              <a:off x="2901044" y="3636864"/>
              <a:ext cx="733912" cy="0"/>
            </a:xfrm>
            <a:prstGeom prst="line">
              <a:avLst/>
            </a:prstGeom>
          </p:spPr>
          <p:style>
            <a:lnRef idx="3">
              <a:schemeClr val="dk1"/>
            </a:lnRef>
            <a:fillRef idx="0">
              <a:schemeClr val="dk1"/>
            </a:fillRef>
            <a:effectRef idx="2">
              <a:schemeClr val="dk1"/>
            </a:effectRef>
            <a:fontRef idx="minor">
              <a:schemeClr val="tx1"/>
            </a:fontRef>
          </p:style>
        </p:cxnSp>
        <p:cxnSp>
          <p:nvCxnSpPr>
            <p:cNvPr id="22" name="直接连接符 21"/>
            <p:cNvCxnSpPr>
              <a:stCxn id="10" idx="2"/>
              <a:endCxn id="8" idx="0"/>
            </p:cNvCxnSpPr>
            <p:nvPr/>
          </p:nvCxnSpPr>
          <p:spPr>
            <a:xfrm flipH="1">
              <a:off x="3255856" y="3814270"/>
              <a:ext cx="556506" cy="404012"/>
            </a:xfrm>
            <a:prstGeom prst="line">
              <a:avLst/>
            </a:prstGeom>
          </p:spPr>
          <p:style>
            <a:lnRef idx="3">
              <a:schemeClr val="dk1"/>
            </a:lnRef>
            <a:fillRef idx="0">
              <a:schemeClr val="dk1"/>
            </a:fillRef>
            <a:effectRef idx="2">
              <a:schemeClr val="dk1"/>
            </a:effectRef>
            <a:fontRef idx="minor">
              <a:schemeClr val="tx1"/>
            </a:fontRef>
          </p:style>
        </p:cxnSp>
        <p:cxnSp>
          <p:nvCxnSpPr>
            <p:cNvPr id="23" name="直接连接符 22"/>
            <p:cNvCxnSpPr>
              <a:stCxn id="7" idx="2"/>
              <a:endCxn id="6" idx="1"/>
            </p:cNvCxnSpPr>
            <p:nvPr/>
          </p:nvCxnSpPr>
          <p:spPr>
            <a:xfrm>
              <a:off x="1527202" y="3855712"/>
              <a:ext cx="260829" cy="539976"/>
            </a:xfrm>
            <a:prstGeom prst="line">
              <a:avLst/>
            </a:prstGeom>
          </p:spPr>
          <p:style>
            <a:lnRef idx="2">
              <a:schemeClr val="dk1"/>
            </a:lnRef>
            <a:fillRef idx="0">
              <a:schemeClr val="dk1"/>
            </a:fillRef>
            <a:effectRef idx="1">
              <a:schemeClr val="dk1"/>
            </a:effectRef>
            <a:fontRef idx="minor">
              <a:schemeClr val="tx1"/>
            </a:fontRef>
          </p:style>
        </p:cxnSp>
        <p:cxnSp>
          <p:nvCxnSpPr>
            <p:cNvPr id="24" name="直接连接符 23"/>
            <p:cNvCxnSpPr>
              <a:stCxn id="12" idx="0"/>
              <a:endCxn id="9" idx="3"/>
            </p:cNvCxnSpPr>
            <p:nvPr/>
          </p:nvCxnSpPr>
          <p:spPr>
            <a:xfrm flipH="1" flipV="1">
              <a:off x="4723681" y="4395688"/>
              <a:ext cx="265305" cy="622812"/>
            </a:xfrm>
            <a:prstGeom prst="line">
              <a:avLst/>
            </a:prstGeom>
          </p:spPr>
          <p:style>
            <a:lnRef idx="2">
              <a:schemeClr val="dk1"/>
            </a:lnRef>
            <a:fillRef idx="0">
              <a:schemeClr val="dk1"/>
            </a:fillRef>
            <a:effectRef idx="1">
              <a:schemeClr val="dk1"/>
            </a:effectRef>
            <a:fontRef idx="minor">
              <a:schemeClr val="tx1"/>
            </a:fontRef>
          </p:style>
        </p:cxnSp>
        <p:sp>
          <p:nvSpPr>
            <p:cNvPr id="25" name="任意多边形: 形状 24"/>
            <p:cNvSpPr/>
            <p:nvPr/>
          </p:nvSpPr>
          <p:spPr>
            <a:xfrm>
              <a:off x="1473820" y="3932829"/>
              <a:ext cx="3455719" cy="1520204"/>
            </a:xfrm>
            <a:custGeom>
              <a:avLst/>
              <a:gdLst>
                <a:gd name="connsiteX0" fmla="*/ 0 w 3455719"/>
                <a:gd name="connsiteY0" fmla="*/ 0 h 1520204"/>
                <a:gd name="connsiteX1" fmla="*/ 320633 w 3455719"/>
                <a:gd name="connsiteY1" fmla="*/ 736271 h 1520204"/>
                <a:gd name="connsiteX2" fmla="*/ 1749631 w 3455719"/>
                <a:gd name="connsiteY2" fmla="*/ 1520042 h 1520204"/>
                <a:gd name="connsiteX3" fmla="*/ 3004457 w 3455719"/>
                <a:gd name="connsiteY3" fmla="*/ 807523 h 1520204"/>
                <a:gd name="connsiteX4" fmla="*/ 3455719 w 3455719"/>
                <a:gd name="connsiteY4" fmla="*/ 1029195 h 15202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55719" h="1520204">
                  <a:moveTo>
                    <a:pt x="0" y="0"/>
                  </a:moveTo>
                  <a:cubicBezTo>
                    <a:pt x="14514" y="241465"/>
                    <a:pt x="29028" y="482931"/>
                    <a:pt x="320633" y="736271"/>
                  </a:cubicBezTo>
                  <a:cubicBezTo>
                    <a:pt x="612238" y="989611"/>
                    <a:pt x="1302327" y="1508167"/>
                    <a:pt x="1749631" y="1520042"/>
                  </a:cubicBezTo>
                  <a:cubicBezTo>
                    <a:pt x="2196935" y="1531917"/>
                    <a:pt x="2720109" y="889331"/>
                    <a:pt x="3004457" y="807523"/>
                  </a:cubicBezTo>
                  <a:cubicBezTo>
                    <a:pt x="3288805" y="725715"/>
                    <a:pt x="3372262" y="877455"/>
                    <a:pt x="3455719" y="1029195"/>
                  </a:cubicBezTo>
                </a:path>
              </a:pathLst>
            </a:custGeom>
            <a:noFill/>
            <a:ln w="38100">
              <a:solidFill>
                <a:srgbClr val="00B0F0"/>
              </a:solidFill>
              <a:prstDash val="sysDot"/>
              <a:headEnd type="arrow"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latin typeface="微软雅黑 Light" panose="020B0502040204020203" pitchFamily="34" charset="-122"/>
                <a:ea typeface="微软雅黑 Light" panose="020B0502040204020203" pitchFamily="34" charset="-122"/>
                <a:cs typeface="+mn-ea"/>
                <a:sym typeface="+mn-lt"/>
              </a:endParaRPr>
            </a:p>
          </p:txBody>
        </p:sp>
        <p:sp>
          <p:nvSpPr>
            <p:cNvPr id="26" name="文本框 25"/>
            <p:cNvSpPr txBox="1"/>
            <p:nvPr/>
          </p:nvSpPr>
          <p:spPr>
            <a:xfrm>
              <a:off x="1318274" y="3234517"/>
              <a:ext cx="427681" cy="330411"/>
            </a:xfrm>
            <a:prstGeom prst="rect">
              <a:avLst/>
            </a:prstGeom>
            <a:noFill/>
          </p:spPr>
          <p:txBody>
            <a:bodyPr wrap="none" rtlCol="0">
              <a:spAutoFit/>
            </a:bodyPr>
            <a:lstStyle/>
            <a:p>
              <a:pPr>
                <a:lnSpc>
                  <a:spcPct val="120000"/>
                </a:lnSpc>
              </a:pPr>
              <a:r>
                <a:rPr lang="en-US" altLang="zh-CN" sz="1400" dirty="0">
                  <a:latin typeface="微软雅黑 Light" panose="020B0502040204020203" pitchFamily="34" charset="-122"/>
                  <a:ea typeface="微软雅黑 Light" panose="020B0502040204020203" pitchFamily="34" charset="-122"/>
                  <a:cs typeface="+mn-ea"/>
                  <a:sym typeface="+mn-lt"/>
                </a:rPr>
                <a:t>Src</a:t>
              </a:r>
              <a:endParaRPr lang="zh-CN" altLang="en-US" sz="1400" dirty="0">
                <a:latin typeface="微软雅黑 Light" panose="020B0502040204020203" pitchFamily="34" charset="-122"/>
                <a:ea typeface="微软雅黑 Light" panose="020B0502040204020203" pitchFamily="34" charset="-122"/>
                <a:cs typeface="+mn-ea"/>
                <a:sym typeface="+mn-lt"/>
              </a:endParaRPr>
            </a:p>
          </p:txBody>
        </p:sp>
        <p:sp>
          <p:nvSpPr>
            <p:cNvPr id="27" name="文本框 26"/>
            <p:cNvSpPr txBox="1"/>
            <p:nvPr/>
          </p:nvSpPr>
          <p:spPr>
            <a:xfrm>
              <a:off x="4302976" y="5016046"/>
              <a:ext cx="545342" cy="330411"/>
            </a:xfrm>
            <a:prstGeom prst="rect">
              <a:avLst/>
            </a:prstGeom>
            <a:noFill/>
          </p:spPr>
          <p:txBody>
            <a:bodyPr wrap="none" rtlCol="0">
              <a:spAutoFit/>
            </a:bodyPr>
            <a:lstStyle/>
            <a:p>
              <a:pPr>
                <a:lnSpc>
                  <a:spcPct val="120000"/>
                </a:lnSpc>
              </a:pPr>
              <a:r>
                <a:rPr lang="en-US" altLang="zh-CN" sz="1400" dirty="0">
                  <a:latin typeface="微软雅黑 Light" panose="020B0502040204020203" pitchFamily="34" charset="-122"/>
                  <a:ea typeface="微软雅黑 Light" panose="020B0502040204020203" pitchFamily="34" charset="-122"/>
                  <a:cs typeface="+mn-ea"/>
                  <a:sym typeface="+mn-lt"/>
                </a:rPr>
                <a:t>Dest</a:t>
              </a:r>
              <a:endParaRPr lang="zh-CN" altLang="en-US" sz="1400" dirty="0">
                <a:latin typeface="微软雅黑 Light" panose="020B0502040204020203" pitchFamily="34" charset="-122"/>
                <a:ea typeface="微软雅黑 Light" panose="020B0502040204020203" pitchFamily="34" charset="-122"/>
                <a:cs typeface="+mn-ea"/>
                <a:sym typeface="+mn-lt"/>
              </a:endParaRPr>
            </a:p>
          </p:txBody>
        </p:sp>
        <p:sp>
          <p:nvSpPr>
            <p:cNvPr id="28" name="文本框 27"/>
            <p:cNvSpPr txBox="1"/>
            <p:nvPr/>
          </p:nvSpPr>
          <p:spPr>
            <a:xfrm>
              <a:off x="1729700" y="5077340"/>
              <a:ext cx="723275" cy="328551"/>
            </a:xfrm>
            <a:prstGeom prst="rect">
              <a:avLst/>
            </a:prstGeom>
            <a:noFill/>
          </p:spPr>
          <p:txBody>
            <a:bodyPr wrap="none" rtlCol="0">
              <a:spAutoFit/>
            </a:bodyPr>
            <a:lstStyle/>
            <a:p>
              <a:pPr>
                <a:lnSpc>
                  <a:spcPct val="120000"/>
                </a:lnSpc>
              </a:pPr>
              <a:r>
                <a:rPr lang="zh-CN" altLang="en-US" sz="1400" dirty="0">
                  <a:latin typeface="微软雅黑 Light" panose="020B0502040204020203" pitchFamily="34" charset="-122"/>
                  <a:ea typeface="微软雅黑 Light" panose="020B0502040204020203" pitchFamily="34" charset="-122"/>
                  <a:cs typeface="+mn-ea"/>
                  <a:sym typeface="+mn-lt"/>
                </a:rPr>
                <a:t>虚电路</a:t>
              </a:r>
              <a:endParaRPr lang="zh-CN" altLang="en-US" sz="1400" dirty="0">
                <a:latin typeface="微软雅黑 Light" panose="020B0502040204020203" pitchFamily="34" charset="-122"/>
                <a:ea typeface="微软雅黑 Light" panose="020B0502040204020203" pitchFamily="34" charset="-122"/>
                <a:cs typeface="+mn-ea"/>
                <a:sym typeface="+mn-lt"/>
              </a:endParaRPr>
            </a:p>
          </p:txBody>
        </p:sp>
        <p:grpSp>
          <p:nvGrpSpPr>
            <p:cNvPr id="29" name="组合 28"/>
            <p:cNvGrpSpPr/>
            <p:nvPr/>
          </p:nvGrpSpPr>
          <p:grpSpPr>
            <a:xfrm rot="3945591">
              <a:off x="1496121" y="4193840"/>
              <a:ext cx="255176" cy="115134"/>
              <a:chOff x="4245572" y="5020244"/>
              <a:chExt cx="255176" cy="115134"/>
            </a:xfrm>
          </p:grpSpPr>
          <p:sp>
            <p:nvSpPr>
              <p:cNvPr id="39" name="矩形 38"/>
              <p:cNvSpPr/>
              <p:nvPr/>
            </p:nvSpPr>
            <p:spPr>
              <a:xfrm>
                <a:off x="4245572" y="5020244"/>
                <a:ext cx="143275" cy="11513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latin typeface="微软雅黑 Light" panose="020B0502040204020203" pitchFamily="34" charset="-122"/>
                  <a:ea typeface="微软雅黑 Light" panose="020B0502040204020203" pitchFamily="34" charset="-122"/>
                  <a:cs typeface="+mn-ea"/>
                  <a:sym typeface="+mn-lt"/>
                </a:endParaRPr>
              </a:p>
            </p:txBody>
          </p:sp>
          <p:cxnSp>
            <p:nvCxnSpPr>
              <p:cNvPr id="40" name="直接箭头连接符 39"/>
              <p:cNvCxnSpPr>
                <a:stCxn id="39" idx="3"/>
              </p:cNvCxnSpPr>
              <p:nvPr/>
            </p:nvCxnSpPr>
            <p:spPr>
              <a:xfrm>
                <a:off x="4388847" y="5077811"/>
                <a:ext cx="111901" cy="0"/>
              </a:xfrm>
              <a:prstGeom prst="straightConnector1">
                <a:avLst/>
              </a:prstGeom>
              <a:ln w="12700">
                <a:headEnd type="none" w="med" len="med"/>
                <a:tailEnd type="arrow" w="sm" len="sm"/>
              </a:ln>
            </p:spPr>
            <p:style>
              <a:lnRef idx="1">
                <a:schemeClr val="accent1"/>
              </a:lnRef>
              <a:fillRef idx="0">
                <a:schemeClr val="accent1"/>
              </a:fillRef>
              <a:effectRef idx="0">
                <a:schemeClr val="accent1"/>
              </a:effectRef>
              <a:fontRef idx="minor">
                <a:schemeClr val="tx1"/>
              </a:fontRef>
            </p:style>
          </p:cxnSp>
        </p:grpSp>
        <p:sp>
          <p:nvSpPr>
            <p:cNvPr id="37" name="矩形 36"/>
            <p:cNvSpPr/>
            <p:nvPr/>
          </p:nvSpPr>
          <p:spPr>
            <a:xfrm rot="1681805">
              <a:off x="2199224" y="4805742"/>
              <a:ext cx="143275" cy="11513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latin typeface="微软雅黑 Light" panose="020B0502040204020203" pitchFamily="34" charset="-122"/>
                <a:ea typeface="微软雅黑 Light" panose="020B0502040204020203" pitchFamily="34" charset="-122"/>
                <a:cs typeface="+mn-ea"/>
                <a:sym typeface="+mn-lt"/>
              </a:endParaRPr>
            </a:p>
          </p:txBody>
        </p:sp>
        <p:cxnSp>
          <p:nvCxnSpPr>
            <p:cNvPr id="38" name="直接箭头连接符 37"/>
            <p:cNvCxnSpPr>
              <a:stCxn id="37" idx="3"/>
            </p:cNvCxnSpPr>
            <p:nvPr/>
          </p:nvCxnSpPr>
          <p:spPr>
            <a:xfrm rot="1681805">
              <a:off x="2327533" y="4923267"/>
              <a:ext cx="111901" cy="0"/>
            </a:xfrm>
            <a:prstGeom prst="straightConnector1">
              <a:avLst/>
            </a:prstGeom>
            <a:ln w="12700">
              <a:headEnd type="none" w="med" len="med"/>
              <a:tailEnd type="arrow" w="sm" len="sm"/>
            </a:ln>
          </p:spPr>
          <p:style>
            <a:lnRef idx="1">
              <a:schemeClr val="accent1"/>
            </a:lnRef>
            <a:fillRef idx="0">
              <a:schemeClr val="accent1"/>
            </a:fillRef>
            <a:effectRef idx="0">
              <a:schemeClr val="accent1"/>
            </a:effectRef>
            <a:fontRef idx="minor">
              <a:schemeClr val="tx1"/>
            </a:fontRef>
          </p:style>
        </p:cxnSp>
        <p:grpSp>
          <p:nvGrpSpPr>
            <p:cNvPr id="31" name="组合 30"/>
            <p:cNvGrpSpPr/>
            <p:nvPr/>
          </p:nvGrpSpPr>
          <p:grpSpPr>
            <a:xfrm rot="19854211">
              <a:off x="3761617" y="4958479"/>
              <a:ext cx="255176" cy="115134"/>
              <a:chOff x="4245572" y="5020244"/>
              <a:chExt cx="255176" cy="115134"/>
            </a:xfrm>
          </p:grpSpPr>
          <p:sp>
            <p:nvSpPr>
              <p:cNvPr id="35" name="矩形 34"/>
              <p:cNvSpPr/>
              <p:nvPr/>
            </p:nvSpPr>
            <p:spPr>
              <a:xfrm>
                <a:off x="4245572" y="5020244"/>
                <a:ext cx="143275" cy="11513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latin typeface="微软雅黑 Light" panose="020B0502040204020203" pitchFamily="34" charset="-122"/>
                  <a:ea typeface="微软雅黑 Light" panose="020B0502040204020203" pitchFamily="34" charset="-122"/>
                  <a:cs typeface="+mn-ea"/>
                  <a:sym typeface="+mn-lt"/>
                </a:endParaRPr>
              </a:p>
            </p:txBody>
          </p:sp>
          <p:cxnSp>
            <p:nvCxnSpPr>
              <p:cNvPr id="36" name="直接箭头连接符 35"/>
              <p:cNvCxnSpPr>
                <a:stCxn id="35" idx="3"/>
              </p:cNvCxnSpPr>
              <p:nvPr/>
            </p:nvCxnSpPr>
            <p:spPr>
              <a:xfrm>
                <a:off x="4388847" y="5077811"/>
                <a:ext cx="111901" cy="0"/>
              </a:xfrm>
              <a:prstGeom prst="straightConnector1">
                <a:avLst/>
              </a:prstGeom>
              <a:ln w="12700">
                <a:headEnd type="none" w="med" len="med"/>
                <a:tailEnd type="arrow" w="sm" len="sm"/>
              </a:ln>
            </p:spPr>
            <p:style>
              <a:lnRef idx="1">
                <a:schemeClr val="accent1"/>
              </a:lnRef>
              <a:fillRef idx="0">
                <a:schemeClr val="accent1"/>
              </a:fillRef>
              <a:effectRef idx="0">
                <a:schemeClr val="accent1"/>
              </a:effectRef>
              <a:fontRef idx="minor">
                <a:schemeClr val="tx1"/>
              </a:fontRef>
            </p:style>
          </p:cxnSp>
        </p:grpSp>
        <p:grpSp>
          <p:nvGrpSpPr>
            <p:cNvPr id="32" name="组合 31"/>
            <p:cNvGrpSpPr/>
            <p:nvPr/>
          </p:nvGrpSpPr>
          <p:grpSpPr>
            <a:xfrm rot="3665811">
              <a:off x="4581357" y="4749697"/>
              <a:ext cx="255176" cy="115134"/>
              <a:chOff x="4245572" y="5020244"/>
              <a:chExt cx="255176" cy="115134"/>
            </a:xfrm>
          </p:grpSpPr>
          <p:sp>
            <p:nvSpPr>
              <p:cNvPr id="33" name="矩形 32"/>
              <p:cNvSpPr/>
              <p:nvPr/>
            </p:nvSpPr>
            <p:spPr>
              <a:xfrm>
                <a:off x="4245572" y="5020244"/>
                <a:ext cx="143275" cy="11513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latin typeface="微软雅黑 Light" panose="020B0502040204020203" pitchFamily="34" charset="-122"/>
                  <a:ea typeface="微软雅黑 Light" panose="020B0502040204020203" pitchFamily="34" charset="-122"/>
                  <a:cs typeface="+mn-ea"/>
                  <a:sym typeface="+mn-lt"/>
                </a:endParaRPr>
              </a:p>
            </p:txBody>
          </p:sp>
          <p:cxnSp>
            <p:nvCxnSpPr>
              <p:cNvPr id="34" name="直接箭头连接符 33"/>
              <p:cNvCxnSpPr>
                <a:stCxn id="33" idx="3"/>
              </p:cNvCxnSpPr>
              <p:nvPr/>
            </p:nvCxnSpPr>
            <p:spPr>
              <a:xfrm>
                <a:off x="4388847" y="5077811"/>
                <a:ext cx="111901" cy="0"/>
              </a:xfrm>
              <a:prstGeom prst="straightConnector1">
                <a:avLst/>
              </a:prstGeom>
              <a:ln w="12700">
                <a:headEnd type="none" w="med" len="med"/>
                <a:tailEnd type="arrow" w="sm" len="sm"/>
              </a:ln>
            </p:spPr>
            <p:style>
              <a:lnRef idx="1">
                <a:schemeClr val="accent1"/>
              </a:lnRef>
              <a:fillRef idx="0">
                <a:schemeClr val="accent1"/>
              </a:fillRef>
              <a:effectRef idx="0">
                <a:schemeClr val="accent1"/>
              </a:effectRef>
              <a:fontRef idx="minor">
                <a:schemeClr val="tx1"/>
              </a:fontRef>
            </p:style>
          </p:cxnSp>
        </p:grpSp>
      </p:grpSp>
      <p:sp>
        <p:nvSpPr>
          <p:cNvPr id="41" name="文本框 40"/>
          <p:cNvSpPr txBox="1"/>
          <p:nvPr/>
        </p:nvSpPr>
        <p:spPr>
          <a:xfrm>
            <a:off x="984112" y="1035319"/>
            <a:ext cx="4651907" cy="430182"/>
          </a:xfrm>
          <a:prstGeom prst="rect">
            <a:avLst/>
          </a:prstGeom>
          <a:solidFill>
            <a:schemeClr val="accent1">
              <a:lumMod val="90000"/>
            </a:schemeClr>
          </a:solidFill>
          <a:ln>
            <a:noFill/>
          </a:ln>
        </p:spPr>
        <p:style>
          <a:lnRef idx="0">
            <a:scrgbClr r="0" g="0" b="0"/>
          </a:lnRef>
          <a:fillRef idx="0">
            <a:scrgbClr r="0" g="0" b="0"/>
          </a:fillRef>
          <a:effectRef idx="0">
            <a:scrgbClr r="0" g="0" b="0"/>
          </a:effectRef>
          <a:fontRef idx="minor">
            <a:schemeClr val="lt1"/>
          </a:fontRef>
        </p:style>
        <p:txBody>
          <a:bodyPr wrap="square">
            <a:spAutoFit/>
          </a:bodyPr>
          <a:lstStyle/>
          <a:p>
            <a:pPr lvl="0" algn="ctr">
              <a:lnSpc>
                <a:spcPct val="120000"/>
              </a:lnSpc>
            </a:pPr>
            <a:r>
              <a:rPr lang="zh-CN" altLang="en-US" dirty="0">
                <a:solidFill>
                  <a:schemeClr val="tx1"/>
                </a:solidFill>
                <a:latin typeface="微软雅黑 Light" panose="020B0502040204020203" pitchFamily="34" charset="-122"/>
                <a:ea typeface="微软雅黑 Light" panose="020B0502040204020203" pitchFamily="34" charset="-122"/>
                <a:cs typeface="+mn-ea"/>
                <a:sym typeface="+mn-lt"/>
              </a:rPr>
              <a:t>面向连接的服务（</a:t>
            </a:r>
            <a:r>
              <a:rPr lang="en-US" altLang="zh-CN" dirty="0">
                <a:solidFill>
                  <a:schemeClr val="tx1"/>
                </a:solidFill>
                <a:latin typeface="微软雅黑 Light" panose="020B0502040204020203" pitchFamily="34" charset="-122"/>
                <a:ea typeface="微软雅黑 Light" panose="020B0502040204020203" pitchFamily="34" charset="-122"/>
                <a:cs typeface="+mn-ea"/>
                <a:sym typeface="+mn-lt"/>
              </a:rPr>
              <a:t>CONS</a:t>
            </a:r>
            <a:r>
              <a:rPr lang="zh-CN" altLang="en-US" dirty="0">
                <a:solidFill>
                  <a:schemeClr val="tx1"/>
                </a:solidFill>
                <a:latin typeface="微软雅黑 Light" panose="020B0502040204020203" pitchFamily="34" charset="-122"/>
                <a:ea typeface="微软雅黑 Light" panose="020B0502040204020203" pitchFamily="34" charset="-122"/>
                <a:cs typeface="+mn-ea"/>
                <a:sym typeface="+mn-lt"/>
              </a:rPr>
              <a:t>）</a:t>
            </a:r>
            <a:endParaRPr lang="zh-CN" altLang="en-US" dirty="0">
              <a:solidFill>
                <a:schemeClr val="tx1"/>
              </a:solidFill>
              <a:latin typeface="微软雅黑 Light" panose="020B0502040204020203" pitchFamily="34" charset="-122"/>
              <a:ea typeface="微软雅黑 Light" panose="020B0502040204020203" pitchFamily="34" charset="-122"/>
              <a:cs typeface="+mn-ea"/>
              <a:sym typeface="+mn-lt"/>
            </a:endParaRPr>
          </a:p>
        </p:txBody>
      </p:sp>
      <p:sp>
        <p:nvSpPr>
          <p:cNvPr id="42" name="文本框 41"/>
          <p:cNvSpPr txBox="1"/>
          <p:nvPr/>
        </p:nvSpPr>
        <p:spPr>
          <a:xfrm>
            <a:off x="6466577" y="1048074"/>
            <a:ext cx="5109035" cy="430182"/>
          </a:xfrm>
          <a:prstGeom prst="rect">
            <a:avLst/>
          </a:prstGeom>
          <a:solidFill>
            <a:schemeClr val="accent1">
              <a:lumMod val="90000"/>
            </a:schemeClr>
          </a:solidFill>
          <a:ln>
            <a:noFill/>
          </a:ln>
        </p:spPr>
        <p:style>
          <a:lnRef idx="0">
            <a:scrgbClr r="0" g="0" b="0"/>
          </a:lnRef>
          <a:fillRef idx="0">
            <a:scrgbClr r="0" g="0" b="0"/>
          </a:fillRef>
          <a:effectRef idx="0">
            <a:scrgbClr r="0" g="0" b="0"/>
          </a:effectRef>
          <a:fontRef idx="minor">
            <a:schemeClr val="lt1"/>
          </a:fontRef>
        </p:style>
        <p:txBody>
          <a:bodyPr wrap="square">
            <a:spAutoFit/>
          </a:bodyPr>
          <a:lstStyle/>
          <a:p>
            <a:pPr lvl="0" algn="ctr">
              <a:lnSpc>
                <a:spcPct val="120000"/>
              </a:lnSpc>
            </a:pPr>
            <a:r>
              <a:rPr lang="zh-CN" altLang="en-US" dirty="0">
                <a:solidFill>
                  <a:schemeClr val="tx1"/>
                </a:solidFill>
                <a:latin typeface="微软雅黑 Light" panose="020B0502040204020203" pitchFamily="34" charset="-122"/>
                <a:ea typeface="微软雅黑 Light" panose="020B0502040204020203" pitchFamily="34" charset="-122"/>
                <a:cs typeface="+mn-ea"/>
                <a:sym typeface="+mn-lt"/>
              </a:rPr>
              <a:t>无连接的服务（</a:t>
            </a:r>
            <a:r>
              <a:rPr lang="en-US" altLang="zh-CN" dirty="0">
                <a:solidFill>
                  <a:schemeClr val="tx1"/>
                </a:solidFill>
                <a:latin typeface="微软雅黑 Light" panose="020B0502040204020203" pitchFamily="34" charset="-122"/>
                <a:ea typeface="微软雅黑 Light" panose="020B0502040204020203" pitchFamily="34" charset="-122"/>
                <a:cs typeface="+mn-ea"/>
                <a:sym typeface="+mn-lt"/>
              </a:rPr>
              <a:t>CLNS</a:t>
            </a:r>
            <a:r>
              <a:rPr lang="zh-CN" altLang="en-US" dirty="0">
                <a:solidFill>
                  <a:schemeClr val="tx1"/>
                </a:solidFill>
                <a:latin typeface="微软雅黑 Light" panose="020B0502040204020203" pitchFamily="34" charset="-122"/>
                <a:ea typeface="微软雅黑 Light" panose="020B0502040204020203" pitchFamily="34" charset="-122"/>
                <a:cs typeface="+mn-ea"/>
                <a:sym typeface="+mn-lt"/>
              </a:rPr>
              <a:t>）</a:t>
            </a:r>
            <a:endParaRPr lang="zh-CN" altLang="en-US" dirty="0">
              <a:solidFill>
                <a:schemeClr val="tx1"/>
              </a:solidFill>
              <a:latin typeface="微软雅黑 Light" panose="020B0502040204020203" pitchFamily="34" charset="-122"/>
              <a:ea typeface="微软雅黑 Light" panose="020B0502040204020203" pitchFamily="34" charset="-122"/>
              <a:cs typeface="+mn-ea"/>
              <a:sym typeface="+mn-lt"/>
            </a:endParaRPr>
          </a:p>
        </p:txBody>
      </p:sp>
      <p:grpSp>
        <p:nvGrpSpPr>
          <p:cNvPr id="43" name="组合 42"/>
          <p:cNvGrpSpPr/>
          <p:nvPr/>
        </p:nvGrpSpPr>
        <p:grpSpPr>
          <a:xfrm>
            <a:off x="7082251" y="4149080"/>
            <a:ext cx="3877686" cy="2188700"/>
            <a:chOff x="6605473" y="2183433"/>
            <a:chExt cx="3877686" cy="2188700"/>
          </a:xfrm>
        </p:grpSpPr>
        <p:cxnSp>
          <p:nvCxnSpPr>
            <p:cNvPr id="57" name="直接连接符 56"/>
            <p:cNvCxnSpPr>
              <a:stCxn id="50" idx="3"/>
              <a:endCxn id="48" idx="2"/>
            </p:cNvCxnSpPr>
            <p:nvPr/>
          </p:nvCxnSpPr>
          <p:spPr>
            <a:xfrm flipV="1">
              <a:off x="8720461" y="3522010"/>
              <a:ext cx="1113013" cy="581418"/>
            </a:xfrm>
            <a:prstGeom prst="line">
              <a:avLst/>
            </a:prstGeom>
          </p:spPr>
          <p:style>
            <a:lnRef idx="3">
              <a:schemeClr val="dk1"/>
            </a:lnRef>
            <a:fillRef idx="0">
              <a:schemeClr val="dk1"/>
            </a:fillRef>
            <a:effectRef idx="2">
              <a:schemeClr val="dk1"/>
            </a:effectRef>
            <a:fontRef idx="minor">
              <a:schemeClr val="tx1"/>
            </a:fontRef>
          </p:style>
        </p:cxnSp>
        <p:sp>
          <p:nvSpPr>
            <p:cNvPr id="44" name="爆炸形: 8 pt  43"/>
            <p:cNvSpPr/>
            <p:nvPr/>
          </p:nvSpPr>
          <p:spPr>
            <a:xfrm>
              <a:off x="8753078" y="3652404"/>
              <a:ext cx="834886" cy="636105"/>
            </a:xfrm>
            <a:prstGeom prst="irregularSeal1">
              <a:avLst/>
            </a:prstGeom>
            <a:solidFill>
              <a:schemeClr val="accent1">
                <a:lumMod val="75000"/>
              </a:schemeClr>
            </a:solidFill>
          </p:spPr>
          <p:style>
            <a:lnRef idx="0">
              <a:schemeClr val="accent6"/>
            </a:lnRef>
            <a:fillRef idx="3">
              <a:schemeClr val="accent6"/>
            </a:fillRef>
            <a:effectRef idx="3">
              <a:schemeClr val="accent6"/>
            </a:effectRef>
            <a:fontRef idx="minor">
              <a:schemeClr val="lt1"/>
            </a:fontRef>
          </p:style>
          <p:txBody>
            <a:bodyPr lIns="0" tIns="0" rIns="0" bIns="0" rtlCol="0" anchor="ctr"/>
            <a:lstStyle/>
            <a:p>
              <a:pPr algn="ctr">
                <a:lnSpc>
                  <a:spcPct val="120000"/>
                </a:lnSpc>
              </a:pPr>
              <a:r>
                <a:rPr lang="zh-CN" altLang="en-US" sz="1200" dirty="0">
                  <a:solidFill>
                    <a:srgbClr val="FF0000"/>
                  </a:solidFill>
                  <a:latin typeface="微软雅黑 Light" panose="020B0502040204020203" pitchFamily="34" charset="-122"/>
                  <a:ea typeface="微软雅黑 Light" panose="020B0502040204020203" pitchFamily="34" charset="-122"/>
                  <a:cs typeface="+mn-ea"/>
                  <a:sym typeface="+mn-lt"/>
                </a:rPr>
                <a:t>拥塞</a:t>
              </a:r>
              <a:endParaRPr lang="en-US" altLang="zh-CN" sz="1200" dirty="0">
                <a:solidFill>
                  <a:srgbClr val="FF0000"/>
                </a:solidFill>
                <a:latin typeface="微软雅黑 Light" panose="020B0502040204020203" pitchFamily="34" charset="-122"/>
                <a:ea typeface="微软雅黑 Light" panose="020B0502040204020203" pitchFamily="34" charset="-122"/>
                <a:cs typeface="+mn-ea"/>
                <a:sym typeface="+mn-lt"/>
              </a:endParaRPr>
            </a:p>
            <a:p>
              <a:pPr algn="ctr">
                <a:lnSpc>
                  <a:spcPct val="120000"/>
                </a:lnSpc>
              </a:pPr>
              <a:r>
                <a:rPr lang="zh-CN" altLang="en-US" sz="1200" dirty="0">
                  <a:solidFill>
                    <a:srgbClr val="FF0000"/>
                  </a:solidFill>
                  <a:latin typeface="微软雅黑 Light" panose="020B0502040204020203" pitchFamily="34" charset="-122"/>
                  <a:ea typeface="微软雅黑 Light" panose="020B0502040204020203" pitchFamily="34" charset="-122"/>
                  <a:cs typeface="+mn-ea"/>
                  <a:sym typeface="+mn-lt"/>
                </a:rPr>
                <a:t>丢失</a:t>
              </a:r>
              <a:endParaRPr lang="zh-CN" altLang="en-US" sz="1200" dirty="0">
                <a:solidFill>
                  <a:srgbClr val="FF0000"/>
                </a:solidFill>
                <a:latin typeface="微软雅黑 Light" panose="020B0502040204020203" pitchFamily="34" charset="-122"/>
                <a:ea typeface="微软雅黑 Light" panose="020B0502040204020203" pitchFamily="34" charset="-122"/>
                <a:cs typeface="+mn-ea"/>
                <a:sym typeface="+mn-lt"/>
              </a:endParaRPr>
            </a:p>
          </p:txBody>
        </p:sp>
        <p:pic>
          <p:nvPicPr>
            <p:cNvPr id="45" name="图形 44"/>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075230" y="3167198"/>
              <a:ext cx="354812" cy="354812"/>
            </a:xfrm>
            <a:prstGeom prst="rect">
              <a:avLst/>
            </a:prstGeom>
          </p:spPr>
        </p:pic>
        <p:pic>
          <p:nvPicPr>
            <p:cNvPr id="46" name="图形 45"/>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607427" y="2491210"/>
              <a:ext cx="413948" cy="313418"/>
            </a:xfrm>
            <a:prstGeom prst="rect">
              <a:avLst/>
            </a:prstGeom>
          </p:spPr>
        </p:pic>
        <p:pic>
          <p:nvPicPr>
            <p:cNvPr id="47" name="图形 46"/>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8365649" y="3167198"/>
              <a:ext cx="354812" cy="354812"/>
            </a:xfrm>
            <a:prstGeom prst="rect">
              <a:avLst/>
            </a:prstGeom>
          </p:spPr>
        </p:pic>
        <p:pic>
          <p:nvPicPr>
            <p:cNvPr id="48" name="图形 47"/>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9656068" y="3167198"/>
              <a:ext cx="354812" cy="354812"/>
            </a:xfrm>
            <a:prstGeom prst="rect">
              <a:avLst/>
            </a:prstGeom>
          </p:spPr>
        </p:pic>
        <p:pic>
          <p:nvPicPr>
            <p:cNvPr id="49" name="图形 48"/>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8922155" y="2408374"/>
              <a:ext cx="354812" cy="354812"/>
            </a:xfrm>
            <a:prstGeom prst="rect">
              <a:avLst/>
            </a:prstGeom>
          </p:spPr>
        </p:pic>
        <p:pic>
          <p:nvPicPr>
            <p:cNvPr id="50" name="图形 49"/>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8365649" y="3926022"/>
              <a:ext cx="354812" cy="354812"/>
            </a:xfrm>
            <a:prstGeom prst="rect">
              <a:avLst/>
            </a:prstGeom>
          </p:spPr>
        </p:pic>
        <p:pic>
          <p:nvPicPr>
            <p:cNvPr id="51" name="图形 50"/>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069211" y="3967416"/>
              <a:ext cx="413948" cy="313418"/>
            </a:xfrm>
            <a:prstGeom prst="rect">
              <a:avLst/>
            </a:prstGeom>
          </p:spPr>
        </p:pic>
        <p:cxnSp>
          <p:nvCxnSpPr>
            <p:cNvPr id="52" name="直接连接符 51"/>
            <p:cNvCxnSpPr>
              <a:stCxn id="45" idx="3"/>
              <a:endCxn id="47" idx="1"/>
            </p:cNvCxnSpPr>
            <p:nvPr/>
          </p:nvCxnSpPr>
          <p:spPr>
            <a:xfrm>
              <a:off x="7430042" y="3344604"/>
              <a:ext cx="935607" cy="0"/>
            </a:xfrm>
            <a:prstGeom prst="line">
              <a:avLst/>
            </a:prstGeom>
          </p:spPr>
          <p:style>
            <a:lnRef idx="3">
              <a:schemeClr val="dk1"/>
            </a:lnRef>
            <a:fillRef idx="0">
              <a:schemeClr val="dk1"/>
            </a:fillRef>
            <a:effectRef idx="2">
              <a:schemeClr val="dk1"/>
            </a:effectRef>
            <a:fontRef idx="minor">
              <a:schemeClr val="tx1"/>
            </a:fontRef>
          </p:style>
        </p:cxnSp>
        <p:cxnSp>
          <p:nvCxnSpPr>
            <p:cNvPr id="53" name="直接连接符 52"/>
            <p:cNvCxnSpPr>
              <a:stCxn id="47" idx="3"/>
              <a:endCxn id="48" idx="1"/>
            </p:cNvCxnSpPr>
            <p:nvPr/>
          </p:nvCxnSpPr>
          <p:spPr>
            <a:xfrm>
              <a:off x="8720461" y="3344604"/>
              <a:ext cx="935607" cy="0"/>
            </a:xfrm>
            <a:prstGeom prst="line">
              <a:avLst/>
            </a:prstGeom>
          </p:spPr>
          <p:style>
            <a:lnRef idx="3">
              <a:schemeClr val="dk1"/>
            </a:lnRef>
            <a:fillRef idx="0">
              <a:schemeClr val="dk1"/>
            </a:fillRef>
            <a:effectRef idx="2">
              <a:schemeClr val="dk1"/>
            </a:effectRef>
            <a:fontRef idx="minor">
              <a:schemeClr val="tx1"/>
            </a:fontRef>
          </p:style>
        </p:cxnSp>
        <p:cxnSp>
          <p:nvCxnSpPr>
            <p:cNvPr id="54" name="直接连接符 53"/>
            <p:cNvCxnSpPr>
              <a:stCxn id="59" idx="1"/>
              <a:endCxn id="45" idx="0"/>
            </p:cNvCxnSpPr>
            <p:nvPr/>
          </p:nvCxnSpPr>
          <p:spPr>
            <a:xfrm flipH="1">
              <a:off x="7252636" y="2585780"/>
              <a:ext cx="580795" cy="581418"/>
            </a:xfrm>
            <a:prstGeom prst="line">
              <a:avLst/>
            </a:prstGeom>
          </p:spPr>
          <p:style>
            <a:lnRef idx="3">
              <a:schemeClr val="dk1"/>
            </a:lnRef>
            <a:fillRef idx="0">
              <a:schemeClr val="dk1"/>
            </a:fillRef>
            <a:effectRef idx="2">
              <a:schemeClr val="dk1"/>
            </a:effectRef>
            <a:fontRef idx="minor">
              <a:schemeClr val="tx1"/>
            </a:fontRef>
          </p:style>
        </p:cxnSp>
        <p:cxnSp>
          <p:nvCxnSpPr>
            <p:cNvPr id="55" name="直接连接符 54"/>
            <p:cNvCxnSpPr>
              <a:stCxn id="49" idx="3"/>
              <a:endCxn id="48" idx="0"/>
            </p:cNvCxnSpPr>
            <p:nvPr/>
          </p:nvCxnSpPr>
          <p:spPr>
            <a:xfrm>
              <a:off x="9276967" y="2585780"/>
              <a:ext cx="556507" cy="581418"/>
            </a:xfrm>
            <a:prstGeom prst="line">
              <a:avLst/>
            </a:prstGeom>
          </p:spPr>
          <p:style>
            <a:lnRef idx="3">
              <a:schemeClr val="dk1"/>
            </a:lnRef>
            <a:fillRef idx="0">
              <a:schemeClr val="dk1"/>
            </a:fillRef>
            <a:effectRef idx="2">
              <a:schemeClr val="dk1"/>
            </a:effectRef>
            <a:fontRef idx="minor">
              <a:schemeClr val="tx1"/>
            </a:fontRef>
          </p:style>
        </p:cxnSp>
        <p:cxnSp>
          <p:nvCxnSpPr>
            <p:cNvPr id="56" name="直接连接符 55"/>
            <p:cNvCxnSpPr>
              <a:stCxn id="45" idx="2"/>
              <a:endCxn id="50" idx="1"/>
            </p:cNvCxnSpPr>
            <p:nvPr/>
          </p:nvCxnSpPr>
          <p:spPr>
            <a:xfrm>
              <a:off x="7252636" y="3522010"/>
              <a:ext cx="1113013" cy="581418"/>
            </a:xfrm>
            <a:prstGeom prst="line">
              <a:avLst/>
            </a:prstGeom>
          </p:spPr>
          <p:style>
            <a:lnRef idx="3">
              <a:schemeClr val="dk1"/>
            </a:lnRef>
            <a:fillRef idx="0">
              <a:schemeClr val="dk1"/>
            </a:fillRef>
            <a:effectRef idx="2">
              <a:schemeClr val="dk1"/>
            </a:effectRef>
            <a:fontRef idx="minor">
              <a:schemeClr val="tx1"/>
            </a:fontRef>
          </p:style>
        </p:cxnSp>
        <p:cxnSp>
          <p:nvCxnSpPr>
            <p:cNvPr id="58" name="直接连接符 57"/>
            <p:cNvCxnSpPr>
              <a:stCxn id="47" idx="2"/>
              <a:endCxn id="50" idx="0"/>
            </p:cNvCxnSpPr>
            <p:nvPr/>
          </p:nvCxnSpPr>
          <p:spPr>
            <a:xfrm>
              <a:off x="8543055" y="3522010"/>
              <a:ext cx="0" cy="404012"/>
            </a:xfrm>
            <a:prstGeom prst="line">
              <a:avLst/>
            </a:prstGeom>
          </p:spPr>
          <p:style>
            <a:lnRef idx="3">
              <a:schemeClr val="dk1"/>
            </a:lnRef>
            <a:fillRef idx="0">
              <a:schemeClr val="dk1"/>
            </a:fillRef>
            <a:effectRef idx="2">
              <a:schemeClr val="dk1"/>
            </a:effectRef>
            <a:fontRef idx="minor">
              <a:schemeClr val="tx1"/>
            </a:fontRef>
          </p:style>
        </p:cxnSp>
        <p:pic>
          <p:nvPicPr>
            <p:cNvPr id="59" name="图形 58"/>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833431" y="2408374"/>
              <a:ext cx="354812" cy="354812"/>
            </a:xfrm>
            <a:prstGeom prst="rect">
              <a:avLst/>
            </a:prstGeom>
          </p:spPr>
        </p:pic>
        <p:cxnSp>
          <p:nvCxnSpPr>
            <p:cNvPr id="60" name="直接连接符 59"/>
            <p:cNvCxnSpPr>
              <a:stCxn id="59" idx="3"/>
              <a:endCxn id="49" idx="1"/>
            </p:cNvCxnSpPr>
            <p:nvPr/>
          </p:nvCxnSpPr>
          <p:spPr>
            <a:xfrm>
              <a:off x="8188243" y="2585780"/>
              <a:ext cx="733912" cy="0"/>
            </a:xfrm>
            <a:prstGeom prst="line">
              <a:avLst/>
            </a:prstGeom>
          </p:spPr>
          <p:style>
            <a:lnRef idx="3">
              <a:schemeClr val="dk1"/>
            </a:lnRef>
            <a:fillRef idx="0">
              <a:schemeClr val="dk1"/>
            </a:fillRef>
            <a:effectRef idx="2">
              <a:schemeClr val="dk1"/>
            </a:effectRef>
            <a:fontRef idx="minor">
              <a:schemeClr val="tx1"/>
            </a:fontRef>
          </p:style>
        </p:cxnSp>
        <p:cxnSp>
          <p:nvCxnSpPr>
            <p:cNvPr id="61" name="直接连接符 60"/>
            <p:cNvCxnSpPr>
              <a:stCxn id="49" idx="2"/>
              <a:endCxn id="47" idx="0"/>
            </p:cNvCxnSpPr>
            <p:nvPr/>
          </p:nvCxnSpPr>
          <p:spPr>
            <a:xfrm flipH="1">
              <a:off x="8543055" y="2763186"/>
              <a:ext cx="556506" cy="404012"/>
            </a:xfrm>
            <a:prstGeom prst="line">
              <a:avLst/>
            </a:prstGeom>
          </p:spPr>
          <p:style>
            <a:lnRef idx="3">
              <a:schemeClr val="dk1"/>
            </a:lnRef>
            <a:fillRef idx="0">
              <a:schemeClr val="dk1"/>
            </a:fillRef>
            <a:effectRef idx="2">
              <a:schemeClr val="dk1"/>
            </a:effectRef>
            <a:fontRef idx="minor">
              <a:schemeClr val="tx1"/>
            </a:fontRef>
          </p:style>
        </p:cxnSp>
        <p:cxnSp>
          <p:nvCxnSpPr>
            <p:cNvPr id="62" name="直接连接符 61"/>
            <p:cNvCxnSpPr>
              <a:stCxn id="46" idx="2"/>
              <a:endCxn id="45" idx="1"/>
            </p:cNvCxnSpPr>
            <p:nvPr/>
          </p:nvCxnSpPr>
          <p:spPr>
            <a:xfrm>
              <a:off x="6814401" y="2804628"/>
              <a:ext cx="260829" cy="539976"/>
            </a:xfrm>
            <a:prstGeom prst="line">
              <a:avLst/>
            </a:prstGeom>
          </p:spPr>
          <p:style>
            <a:lnRef idx="2">
              <a:schemeClr val="dk1"/>
            </a:lnRef>
            <a:fillRef idx="0">
              <a:schemeClr val="dk1"/>
            </a:fillRef>
            <a:effectRef idx="1">
              <a:schemeClr val="dk1"/>
            </a:effectRef>
            <a:fontRef idx="minor">
              <a:schemeClr val="tx1"/>
            </a:fontRef>
          </p:style>
        </p:cxnSp>
        <p:cxnSp>
          <p:nvCxnSpPr>
            <p:cNvPr id="63" name="直接连接符 62"/>
            <p:cNvCxnSpPr>
              <a:stCxn id="51" idx="0"/>
              <a:endCxn id="48" idx="3"/>
            </p:cNvCxnSpPr>
            <p:nvPr/>
          </p:nvCxnSpPr>
          <p:spPr>
            <a:xfrm flipH="1" flipV="1">
              <a:off x="10010880" y="3344604"/>
              <a:ext cx="265305" cy="622812"/>
            </a:xfrm>
            <a:prstGeom prst="line">
              <a:avLst/>
            </a:prstGeom>
          </p:spPr>
          <p:style>
            <a:lnRef idx="2">
              <a:schemeClr val="dk1"/>
            </a:lnRef>
            <a:fillRef idx="0">
              <a:schemeClr val="dk1"/>
            </a:fillRef>
            <a:effectRef idx="1">
              <a:schemeClr val="dk1"/>
            </a:effectRef>
            <a:fontRef idx="minor">
              <a:schemeClr val="tx1"/>
            </a:fontRef>
          </p:style>
        </p:cxnSp>
        <p:sp>
          <p:nvSpPr>
            <p:cNvPr id="64" name="文本框 63"/>
            <p:cNvSpPr txBox="1"/>
            <p:nvPr/>
          </p:nvSpPr>
          <p:spPr>
            <a:xfrm>
              <a:off x="6605473" y="2183433"/>
              <a:ext cx="427681" cy="330411"/>
            </a:xfrm>
            <a:prstGeom prst="rect">
              <a:avLst/>
            </a:prstGeom>
            <a:noFill/>
          </p:spPr>
          <p:txBody>
            <a:bodyPr wrap="none" rtlCol="0">
              <a:spAutoFit/>
            </a:bodyPr>
            <a:lstStyle/>
            <a:p>
              <a:pPr>
                <a:lnSpc>
                  <a:spcPct val="120000"/>
                </a:lnSpc>
              </a:pPr>
              <a:r>
                <a:rPr lang="en-US" altLang="zh-CN" sz="1400" dirty="0">
                  <a:latin typeface="微软雅黑 Light" panose="020B0502040204020203" pitchFamily="34" charset="-122"/>
                  <a:ea typeface="微软雅黑 Light" panose="020B0502040204020203" pitchFamily="34" charset="-122"/>
                  <a:cs typeface="+mn-ea"/>
                  <a:sym typeface="+mn-lt"/>
                </a:rPr>
                <a:t>Src</a:t>
              </a:r>
              <a:endParaRPr lang="zh-CN" altLang="en-US" sz="1400" dirty="0">
                <a:latin typeface="微软雅黑 Light" panose="020B0502040204020203" pitchFamily="34" charset="-122"/>
                <a:ea typeface="微软雅黑 Light" panose="020B0502040204020203" pitchFamily="34" charset="-122"/>
                <a:cs typeface="+mn-ea"/>
                <a:sym typeface="+mn-lt"/>
              </a:endParaRPr>
            </a:p>
          </p:txBody>
        </p:sp>
        <p:sp>
          <p:nvSpPr>
            <p:cNvPr id="65" name="文本框 64"/>
            <p:cNvSpPr txBox="1"/>
            <p:nvPr/>
          </p:nvSpPr>
          <p:spPr>
            <a:xfrm>
              <a:off x="9590175" y="3964962"/>
              <a:ext cx="545342" cy="330411"/>
            </a:xfrm>
            <a:prstGeom prst="rect">
              <a:avLst/>
            </a:prstGeom>
            <a:noFill/>
          </p:spPr>
          <p:txBody>
            <a:bodyPr wrap="none" rtlCol="0">
              <a:spAutoFit/>
            </a:bodyPr>
            <a:lstStyle/>
            <a:p>
              <a:pPr>
                <a:lnSpc>
                  <a:spcPct val="120000"/>
                </a:lnSpc>
              </a:pPr>
              <a:r>
                <a:rPr lang="en-US" altLang="zh-CN" sz="1400" dirty="0">
                  <a:latin typeface="微软雅黑 Light" panose="020B0502040204020203" pitchFamily="34" charset="-122"/>
                  <a:ea typeface="微软雅黑 Light" panose="020B0502040204020203" pitchFamily="34" charset="-122"/>
                  <a:cs typeface="+mn-ea"/>
                  <a:sym typeface="+mn-lt"/>
                </a:rPr>
                <a:t>Dest</a:t>
              </a:r>
              <a:endParaRPr lang="zh-CN" altLang="en-US" sz="1400" dirty="0">
                <a:latin typeface="微软雅黑 Light" panose="020B0502040204020203" pitchFamily="34" charset="-122"/>
                <a:ea typeface="微软雅黑 Light" panose="020B0502040204020203" pitchFamily="34" charset="-122"/>
                <a:cs typeface="+mn-ea"/>
                <a:sym typeface="+mn-lt"/>
              </a:endParaRPr>
            </a:p>
          </p:txBody>
        </p:sp>
        <p:grpSp>
          <p:nvGrpSpPr>
            <p:cNvPr id="66" name="组合 65"/>
            <p:cNvGrpSpPr/>
            <p:nvPr/>
          </p:nvGrpSpPr>
          <p:grpSpPr>
            <a:xfrm rot="1688981">
              <a:off x="7471676" y="3788816"/>
              <a:ext cx="255176" cy="115134"/>
              <a:chOff x="4245572" y="5020244"/>
              <a:chExt cx="255176" cy="115134"/>
            </a:xfrm>
          </p:grpSpPr>
          <p:sp>
            <p:nvSpPr>
              <p:cNvPr id="83" name="矩形 82"/>
              <p:cNvSpPr/>
              <p:nvPr/>
            </p:nvSpPr>
            <p:spPr>
              <a:xfrm>
                <a:off x="4245572" y="5020244"/>
                <a:ext cx="143275" cy="11513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latin typeface="微软雅黑 Light" panose="020B0502040204020203" pitchFamily="34" charset="-122"/>
                  <a:ea typeface="微软雅黑 Light" panose="020B0502040204020203" pitchFamily="34" charset="-122"/>
                  <a:cs typeface="+mn-ea"/>
                  <a:sym typeface="+mn-lt"/>
                </a:endParaRPr>
              </a:p>
            </p:txBody>
          </p:sp>
          <p:cxnSp>
            <p:nvCxnSpPr>
              <p:cNvPr id="84" name="直接箭头连接符 83"/>
              <p:cNvCxnSpPr>
                <a:stCxn id="83" idx="3"/>
              </p:cNvCxnSpPr>
              <p:nvPr/>
            </p:nvCxnSpPr>
            <p:spPr>
              <a:xfrm>
                <a:off x="4388847" y="5077811"/>
                <a:ext cx="111901" cy="0"/>
              </a:xfrm>
              <a:prstGeom prst="straightConnector1">
                <a:avLst/>
              </a:prstGeom>
              <a:ln w="12700">
                <a:headEnd type="none" w="med" len="med"/>
                <a:tailEnd type="arrow" w="sm" len="sm"/>
              </a:ln>
            </p:spPr>
            <p:style>
              <a:lnRef idx="1">
                <a:schemeClr val="accent1"/>
              </a:lnRef>
              <a:fillRef idx="0">
                <a:schemeClr val="accent1"/>
              </a:fillRef>
              <a:effectRef idx="0">
                <a:schemeClr val="accent1"/>
              </a:effectRef>
              <a:fontRef idx="minor">
                <a:schemeClr val="tx1"/>
              </a:fontRef>
            </p:style>
          </p:cxnSp>
        </p:grpSp>
        <p:grpSp>
          <p:nvGrpSpPr>
            <p:cNvPr id="67" name="组合 66"/>
            <p:cNvGrpSpPr/>
            <p:nvPr/>
          </p:nvGrpSpPr>
          <p:grpSpPr>
            <a:xfrm rot="3847590">
              <a:off x="6688171" y="3040777"/>
              <a:ext cx="255176" cy="115134"/>
              <a:chOff x="4245572" y="5020244"/>
              <a:chExt cx="255176" cy="115134"/>
            </a:xfrm>
          </p:grpSpPr>
          <p:sp>
            <p:nvSpPr>
              <p:cNvPr id="81" name="矩形 80"/>
              <p:cNvSpPr/>
              <p:nvPr/>
            </p:nvSpPr>
            <p:spPr>
              <a:xfrm>
                <a:off x="4245572" y="5020244"/>
                <a:ext cx="143275" cy="11513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latin typeface="微软雅黑 Light" panose="020B0502040204020203" pitchFamily="34" charset="-122"/>
                  <a:ea typeface="微软雅黑 Light" panose="020B0502040204020203" pitchFamily="34" charset="-122"/>
                  <a:cs typeface="+mn-ea"/>
                  <a:sym typeface="+mn-lt"/>
                </a:endParaRPr>
              </a:p>
            </p:txBody>
          </p:sp>
          <p:cxnSp>
            <p:nvCxnSpPr>
              <p:cNvPr id="82" name="直接箭头连接符 81"/>
              <p:cNvCxnSpPr>
                <a:stCxn id="81" idx="3"/>
              </p:cNvCxnSpPr>
              <p:nvPr/>
            </p:nvCxnSpPr>
            <p:spPr>
              <a:xfrm>
                <a:off x="4388847" y="5077811"/>
                <a:ext cx="111901" cy="0"/>
              </a:xfrm>
              <a:prstGeom prst="straightConnector1">
                <a:avLst/>
              </a:prstGeom>
              <a:ln w="12700">
                <a:headEnd type="none" w="med" len="med"/>
                <a:tailEnd type="arrow" w="sm" len="sm"/>
              </a:ln>
            </p:spPr>
            <p:style>
              <a:lnRef idx="1">
                <a:schemeClr val="accent1"/>
              </a:lnRef>
              <a:fillRef idx="0">
                <a:schemeClr val="accent1"/>
              </a:fillRef>
              <a:effectRef idx="0">
                <a:schemeClr val="accent1"/>
              </a:effectRef>
              <a:fontRef idx="minor">
                <a:schemeClr val="tx1"/>
              </a:fontRef>
            </p:style>
          </p:cxnSp>
        </p:grpSp>
        <p:grpSp>
          <p:nvGrpSpPr>
            <p:cNvPr id="68" name="组合 67"/>
            <p:cNvGrpSpPr/>
            <p:nvPr/>
          </p:nvGrpSpPr>
          <p:grpSpPr>
            <a:xfrm>
              <a:off x="7769363" y="3129873"/>
              <a:ext cx="255176" cy="115134"/>
              <a:chOff x="4245572" y="5020244"/>
              <a:chExt cx="255176" cy="115134"/>
            </a:xfrm>
          </p:grpSpPr>
          <p:sp>
            <p:nvSpPr>
              <p:cNvPr id="79" name="矩形 78"/>
              <p:cNvSpPr/>
              <p:nvPr/>
            </p:nvSpPr>
            <p:spPr>
              <a:xfrm>
                <a:off x="4245572" y="5020244"/>
                <a:ext cx="143275" cy="11513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latin typeface="微软雅黑 Light" panose="020B0502040204020203" pitchFamily="34" charset="-122"/>
                  <a:ea typeface="微软雅黑 Light" panose="020B0502040204020203" pitchFamily="34" charset="-122"/>
                  <a:cs typeface="+mn-ea"/>
                  <a:sym typeface="+mn-lt"/>
                </a:endParaRPr>
              </a:p>
            </p:txBody>
          </p:sp>
          <p:cxnSp>
            <p:nvCxnSpPr>
              <p:cNvPr id="80" name="直接箭头连接符 79"/>
              <p:cNvCxnSpPr>
                <a:stCxn id="79" idx="3"/>
              </p:cNvCxnSpPr>
              <p:nvPr/>
            </p:nvCxnSpPr>
            <p:spPr>
              <a:xfrm>
                <a:off x="4388847" y="5077811"/>
                <a:ext cx="111901" cy="0"/>
              </a:xfrm>
              <a:prstGeom prst="straightConnector1">
                <a:avLst/>
              </a:prstGeom>
              <a:ln w="12700">
                <a:headEnd type="none" w="med" len="med"/>
                <a:tailEnd type="arrow" w="sm" len="sm"/>
              </a:ln>
            </p:spPr>
            <p:style>
              <a:lnRef idx="1">
                <a:schemeClr val="accent1"/>
              </a:lnRef>
              <a:fillRef idx="0">
                <a:schemeClr val="accent1"/>
              </a:fillRef>
              <a:effectRef idx="0">
                <a:schemeClr val="accent1"/>
              </a:effectRef>
              <a:fontRef idx="minor">
                <a:schemeClr val="tx1"/>
              </a:fontRef>
            </p:style>
          </p:cxnSp>
        </p:grpSp>
        <p:grpSp>
          <p:nvGrpSpPr>
            <p:cNvPr id="69" name="组合 68"/>
            <p:cNvGrpSpPr/>
            <p:nvPr/>
          </p:nvGrpSpPr>
          <p:grpSpPr>
            <a:xfrm rot="5400000">
              <a:off x="9318288" y="3966296"/>
              <a:ext cx="255176" cy="115134"/>
              <a:chOff x="4245572" y="5020244"/>
              <a:chExt cx="255176" cy="115134"/>
            </a:xfrm>
          </p:grpSpPr>
          <p:sp>
            <p:nvSpPr>
              <p:cNvPr id="77" name="矩形 76"/>
              <p:cNvSpPr/>
              <p:nvPr/>
            </p:nvSpPr>
            <p:spPr>
              <a:xfrm>
                <a:off x="4245572" y="5020244"/>
                <a:ext cx="143275" cy="11513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latin typeface="微软雅黑 Light" panose="020B0502040204020203" pitchFamily="34" charset="-122"/>
                  <a:ea typeface="微软雅黑 Light" panose="020B0502040204020203" pitchFamily="34" charset="-122"/>
                  <a:cs typeface="+mn-ea"/>
                  <a:sym typeface="+mn-lt"/>
                </a:endParaRPr>
              </a:p>
            </p:txBody>
          </p:sp>
          <p:cxnSp>
            <p:nvCxnSpPr>
              <p:cNvPr id="78" name="直接箭头连接符 77"/>
              <p:cNvCxnSpPr>
                <a:stCxn id="77" idx="3"/>
              </p:cNvCxnSpPr>
              <p:nvPr/>
            </p:nvCxnSpPr>
            <p:spPr>
              <a:xfrm>
                <a:off x="4388847" y="5077811"/>
                <a:ext cx="111901" cy="0"/>
              </a:xfrm>
              <a:prstGeom prst="straightConnector1">
                <a:avLst/>
              </a:prstGeom>
              <a:ln w="12700">
                <a:headEnd type="none" w="med" len="med"/>
                <a:tailEnd type="arrow" w="sm" len="sm"/>
              </a:ln>
            </p:spPr>
            <p:style>
              <a:lnRef idx="1">
                <a:schemeClr val="accent1"/>
              </a:lnRef>
              <a:fillRef idx="0">
                <a:schemeClr val="accent1"/>
              </a:fillRef>
              <a:effectRef idx="0">
                <a:schemeClr val="accent1"/>
              </a:effectRef>
              <a:fontRef idx="minor">
                <a:schemeClr val="tx1"/>
              </a:fontRef>
            </p:style>
          </p:cxnSp>
        </p:grpSp>
        <p:grpSp>
          <p:nvGrpSpPr>
            <p:cNvPr id="70" name="组合 69"/>
            <p:cNvGrpSpPr/>
            <p:nvPr/>
          </p:nvGrpSpPr>
          <p:grpSpPr>
            <a:xfrm rot="3821847">
              <a:off x="10143942" y="3572458"/>
              <a:ext cx="255176" cy="115134"/>
              <a:chOff x="4245572" y="5020244"/>
              <a:chExt cx="255176" cy="115134"/>
            </a:xfrm>
          </p:grpSpPr>
          <p:sp>
            <p:nvSpPr>
              <p:cNvPr id="75" name="矩形 74"/>
              <p:cNvSpPr/>
              <p:nvPr/>
            </p:nvSpPr>
            <p:spPr>
              <a:xfrm>
                <a:off x="4245572" y="5020244"/>
                <a:ext cx="143275" cy="11513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latin typeface="微软雅黑 Light" panose="020B0502040204020203" pitchFamily="34" charset="-122"/>
                  <a:ea typeface="微软雅黑 Light" panose="020B0502040204020203" pitchFamily="34" charset="-122"/>
                  <a:cs typeface="+mn-ea"/>
                  <a:sym typeface="+mn-lt"/>
                </a:endParaRPr>
              </a:p>
            </p:txBody>
          </p:sp>
          <p:cxnSp>
            <p:nvCxnSpPr>
              <p:cNvPr id="76" name="直接箭头连接符 75"/>
              <p:cNvCxnSpPr>
                <a:stCxn id="75" idx="3"/>
              </p:cNvCxnSpPr>
              <p:nvPr/>
            </p:nvCxnSpPr>
            <p:spPr>
              <a:xfrm>
                <a:off x="4388847" y="5077811"/>
                <a:ext cx="111901" cy="0"/>
              </a:xfrm>
              <a:prstGeom prst="straightConnector1">
                <a:avLst/>
              </a:prstGeom>
              <a:ln w="12700">
                <a:headEnd type="none" w="med" len="med"/>
                <a:tailEnd type="arrow" w="sm" len="sm"/>
              </a:ln>
            </p:spPr>
            <p:style>
              <a:lnRef idx="1">
                <a:schemeClr val="accent1"/>
              </a:lnRef>
              <a:fillRef idx="0">
                <a:schemeClr val="accent1"/>
              </a:fillRef>
              <a:effectRef idx="0">
                <a:schemeClr val="accent1"/>
              </a:effectRef>
              <a:fontRef idx="minor">
                <a:schemeClr val="tx1"/>
              </a:fontRef>
            </p:style>
          </p:cxnSp>
        </p:grpSp>
        <p:grpSp>
          <p:nvGrpSpPr>
            <p:cNvPr id="71" name="组合 70"/>
            <p:cNvGrpSpPr/>
            <p:nvPr/>
          </p:nvGrpSpPr>
          <p:grpSpPr>
            <a:xfrm>
              <a:off x="9152429" y="3129873"/>
              <a:ext cx="255176" cy="115134"/>
              <a:chOff x="4245572" y="5020244"/>
              <a:chExt cx="255176" cy="115134"/>
            </a:xfrm>
          </p:grpSpPr>
          <p:sp>
            <p:nvSpPr>
              <p:cNvPr id="73" name="矩形 72"/>
              <p:cNvSpPr/>
              <p:nvPr/>
            </p:nvSpPr>
            <p:spPr>
              <a:xfrm>
                <a:off x="4245572" y="5020244"/>
                <a:ext cx="143275" cy="11513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latin typeface="微软雅黑 Light" panose="020B0502040204020203" pitchFamily="34" charset="-122"/>
                  <a:ea typeface="微软雅黑 Light" panose="020B0502040204020203" pitchFamily="34" charset="-122"/>
                  <a:cs typeface="+mn-ea"/>
                  <a:sym typeface="+mn-lt"/>
                </a:endParaRPr>
              </a:p>
            </p:txBody>
          </p:sp>
          <p:cxnSp>
            <p:nvCxnSpPr>
              <p:cNvPr id="74" name="直接箭头连接符 73"/>
              <p:cNvCxnSpPr>
                <a:stCxn id="73" idx="3"/>
              </p:cNvCxnSpPr>
              <p:nvPr/>
            </p:nvCxnSpPr>
            <p:spPr>
              <a:xfrm>
                <a:off x="4388847" y="5077811"/>
                <a:ext cx="111901" cy="0"/>
              </a:xfrm>
              <a:prstGeom prst="straightConnector1">
                <a:avLst/>
              </a:prstGeom>
              <a:ln w="12700">
                <a:headEnd type="none" w="med" len="med"/>
                <a:tailEnd type="arrow" w="sm" len="sm"/>
              </a:ln>
            </p:spPr>
            <p:style>
              <a:lnRef idx="1">
                <a:schemeClr val="accent1"/>
              </a:lnRef>
              <a:fillRef idx="0">
                <a:schemeClr val="accent1"/>
              </a:fillRef>
              <a:effectRef idx="0">
                <a:schemeClr val="accent1"/>
              </a:effectRef>
              <a:fontRef idx="minor">
                <a:schemeClr val="tx1"/>
              </a:fontRef>
            </p:style>
          </p:cxnSp>
        </p:grpSp>
        <p:sp>
          <p:nvSpPr>
            <p:cNvPr id="72" name="文本框 71"/>
            <p:cNvSpPr txBox="1"/>
            <p:nvPr/>
          </p:nvSpPr>
          <p:spPr>
            <a:xfrm>
              <a:off x="9306229" y="4077309"/>
              <a:ext cx="282450" cy="294824"/>
            </a:xfrm>
            <a:prstGeom prst="rect">
              <a:avLst/>
            </a:prstGeom>
            <a:noFill/>
          </p:spPr>
          <p:txBody>
            <a:bodyPr wrap="none" rtlCol="0">
              <a:spAutoFit/>
            </a:bodyPr>
            <a:lstStyle/>
            <a:p>
              <a:pPr>
                <a:lnSpc>
                  <a:spcPct val="120000"/>
                </a:lnSpc>
              </a:pPr>
              <a:r>
                <a:rPr lang="en-US" altLang="zh-CN" sz="1200" b="1" dirty="0">
                  <a:solidFill>
                    <a:srgbClr val="FF0000"/>
                  </a:solidFill>
                  <a:latin typeface="微软雅黑 Light" panose="020B0502040204020203" pitchFamily="34" charset="-122"/>
                  <a:ea typeface="微软雅黑 Light" panose="020B0502040204020203" pitchFamily="34" charset="-122"/>
                  <a:cs typeface="+mn-ea"/>
                  <a:sym typeface="+mn-lt"/>
                </a:rPr>
                <a:t>◊</a:t>
              </a:r>
              <a:endParaRPr lang="zh-CN" altLang="en-US" sz="1200" b="1" dirty="0">
                <a:solidFill>
                  <a:srgbClr val="FF0000"/>
                </a:solidFill>
                <a:latin typeface="微软雅黑 Light" panose="020B0502040204020203" pitchFamily="34" charset="-122"/>
                <a:ea typeface="微软雅黑 Light" panose="020B0502040204020203" pitchFamily="34" charset="-122"/>
                <a:cs typeface="+mn-ea"/>
                <a:sym typeface="+mn-lt"/>
              </a:endParaRPr>
            </a:p>
          </p:txBody>
        </p:sp>
      </p:grpSp>
      <p:sp>
        <p:nvSpPr>
          <p:cNvPr id="85" name="内容占位符 128"/>
          <p:cNvSpPr>
            <a:spLocks noGrp="1"/>
          </p:cNvSpPr>
          <p:nvPr>
            <p:ph idx="1"/>
          </p:nvPr>
        </p:nvSpPr>
        <p:spPr>
          <a:xfrm>
            <a:off x="984112" y="1583328"/>
            <a:ext cx="4658410" cy="2040583"/>
          </a:xfrm>
          <a:noFill/>
          <a:ln>
            <a:noFill/>
          </a:ln>
          <a:effectLst/>
        </p:spPr>
        <p:txBody>
          <a:bodyPr vert="horz" wrap="square" lIns="91440" tIns="45720" rIns="91440" bIns="45720" numCol="1" anchor="t" anchorCtr="0" compatLnSpc="1">
            <a:normAutofit/>
          </a:bodyPr>
          <a:lstStyle/>
          <a:p>
            <a:pPr marL="361950" lvl="1" indent="-361950"/>
            <a:r>
              <a:rPr lang="en-US" altLang="zh-CN" sz="2000" kern="1200" dirty="0" err="1">
                <a:sym typeface="+mn-lt"/>
              </a:rPr>
              <a:t>Src</a:t>
            </a:r>
            <a:r>
              <a:rPr lang="zh-CN" altLang="en-US" sz="2000" kern="1200" dirty="0">
                <a:sym typeface="+mn-lt"/>
              </a:rPr>
              <a:t>发送给</a:t>
            </a:r>
            <a:r>
              <a:rPr lang="en-US" altLang="zh-CN" sz="2000" kern="1200" dirty="0" err="1">
                <a:sym typeface="+mn-lt"/>
              </a:rPr>
              <a:t>Dest</a:t>
            </a:r>
            <a:r>
              <a:rPr lang="zh-CN" altLang="en-US" sz="2000" kern="1200" dirty="0">
                <a:sym typeface="+mn-lt"/>
              </a:rPr>
              <a:t>的所有数据包都沿着同一条虚电路传送</a:t>
            </a:r>
            <a:endParaRPr lang="zh-CN" altLang="en-US" sz="2000" kern="1200" dirty="0">
              <a:sym typeface="+mn-lt"/>
            </a:endParaRPr>
          </a:p>
          <a:p>
            <a:pPr marL="361950" lvl="1" indent="-361950"/>
            <a:r>
              <a:rPr lang="zh-CN" altLang="en-US" sz="2000" kern="1200" dirty="0">
                <a:sym typeface="+mn-lt"/>
              </a:rPr>
              <a:t>一个节点出现故障时，所有通过该结点的虚电路均不能工作</a:t>
            </a:r>
            <a:endParaRPr lang="zh-CN" altLang="en-US" sz="2000" kern="1200" dirty="0">
              <a:sym typeface="+mn-lt"/>
            </a:endParaRPr>
          </a:p>
          <a:p>
            <a:pPr marL="361950" lvl="1" indent="-361950"/>
            <a:r>
              <a:rPr lang="zh-CN" altLang="en-US" sz="2000" kern="1200" dirty="0">
                <a:sym typeface="+mn-lt"/>
              </a:rPr>
              <a:t>数据包按照发送的顺序到达目的节点</a:t>
            </a:r>
            <a:endParaRPr lang="zh-CN" altLang="en-US" sz="2000" kern="1200" dirty="0">
              <a:sym typeface="+mn-lt"/>
            </a:endParaRPr>
          </a:p>
        </p:txBody>
      </p:sp>
      <p:sp>
        <p:nvSpPr>
          <p:cNvPr id="86" name="内容占位符 128"/>
          <p:cNvSpPr txBox="1"/>
          <p:nvPr/>
        </p:nvSpPr>
        <p:spPr>
          <a:xfrm>
            <a:off x="6466576" y="1657510"/>
            <a:ext cx="5109036" cy="1910152"/>
          </a:xfrm>
          <a:prstGeom prst="rect">
            <a:avLst/>
          </a:prstGeom>
          <a:noFill/>
          <a:ln>
            <a:noFill/>
          </a:ln>
          <a:effectLst/>
        </p:spPr>
        <p:txBody>
          <a:bodyPr vert="horz" wrap="square" lIns="91440" tIns="45720" rIns="91440" bIns="45720" numCol="1" anchor="t" anchorCtr="0" compatLnSpc="1"/>
          <a:lstStyle>
            <a:lvl1pPr marL="285750" indent="-285750" eaLnBrk="1" hangingPunct="1">
              <a:spcBef>
                <a:spcPct val="20000"/>
              </a:spcBef>
              <a:buClr>
                <a:srgbClr val="C00000"/>
              </a:buClr>
              <a:buSzPct val="80000"/>
              <a:buFont typeface="Wingdings" panose="05000000000000000000" pitchFamily="2" charset="2"/>
              <a:buChar char="n"/>
              <a:defRPr sz="1800">
                <a:latin typeface="Times New Roman" panose="02020603050405020304" pitchFamily="18" charset="0"/>
                <a:ea typeface="微软雅黑" panose="020B0503020204020204" pitchFamily="34" charset="-122"/>
                <a:cs typeface="Times New Roman" panose="02020603050405020304" pitchFamily="18" charset="0"/>
              </a:defRPr>
            </a:lvl1pPr>
            <a:lvl2pPr marL="742950" indent="-285750" eaLnBrk="1" hangingPunct="1">
              <a:spcBef>
                <a:spcPct val="20000"/>
              </a:spcBef>
              <a:buClr>
                <a:srgbClr val="00C800"/>
              </a:buClr>
              <a:buSzPct val="80000"/>
              <a:buFont typeface="Wingdings" panose="05000000000000000000" pitchFamily="2" charset="2"/>
              <a:buChar char="n"/>
              <a:defRPr sz="2800">
                <a:latin typeface="Times New Roman" panose="02020603050405020304" pitchFamily="18" charset="0"/>
                <a:ea typeface="微软雅黑" panose="020B0503020204020204" pitchFamily="34" charset="-122"/>
                <a:cs typeface="Times New Roman" panose="02020603050405020304" pitchFamily="18" charset="0"/>
              </a:defRPr>
            </a:lvl2pPr>
            <a:lvl3pPr marL="1143000" indent="-228600" eaLnBrk="1" hangingPunct="1">
              <a:spcBef>
                <a:spcPct val="20000"/>
              </a:spcBef>
              <a:buClr>
                <a:srgbClr val="0000C8"/>
              </a:buClr>
              <a:buSzPct val="80000"/>
              <a:buFont typeface="Wingdings" panose="05000000000000000000" pitchFamily="2" charset="2"/>
              <a:buChar char="n"/>
              <a:defRPr sz="2400">
                <a:latin typeface="Times New Roman" panose="02020603050405020304" pitchFamily="18" charset="0"/>
                <a:ea typeface="微软雅黑" panose="020B0503020204020204" pitchFamily="34" charset="-122"/>
                <a:cs typeface="Times New Roman" panose="02020603050405020304" pitchFamily="18" charset="0"/>
              </a:defRPr>
            </a:lvl3pPr>
            <a:lvl4pPr marL="1600200" indent="-228600" eaLnBrk="1" hangingPunct="1">
              <a:spcBef>
                <a:spcPct val="20000"/>
              </a:spcBef>
              <a:buClr>
                <a:srgbClr val="FF7F00"/>
              </a:buClr>
              <a:buSzPct val="80000"/>
              <a:buFont typeface="Wingdings" panose="05000000000000000000" pitchFamily="2" charset="2"/>
              <a:buChar char="u"/>
              <a:defRPr>
                <a:latin typeface="Times New Roman" panose="02020603050405020304" pitchFamily="18" charset="0"/>
                <a:ea typeface="微软雅黑" panose="020B0503020204020204" pitchFamily="34" charset="-122"/>
                <a:cs typeface="Times New Roman" panose="02020603050405020304" pitchFamily="18" charset="0"/>
              </a:defRPr>
            </a:lvl4pPr>
            <a:lvl5pPr marL="2057400" indent="-228600" eaLnBrk="1" hangingPunct="1">
              <a:spcBef>
                <a:spcPct val="20000"/>
              </a:spcBef>
              <a:buSzPct val="80000"/>
              <a:buFont typeface="Wingdings" panose="05000000000000000000" pitchFamily="2" charset="2"/>
              <a:buChar char="Ø"/>
              <a:defRPr>
                <a:latin typeface="Times New Roman" panose="02020603050405020304" pitchFamily="18" charset="0"/>
                <a:ea typeface="微软雅黑" panose="020B0503020204020204" pitchFamily="34" charset="-122"/>
                <a:cs typeface="Times New Roman" panose="02020603050405020304" pitchFamily="18" charset="0"/>
              </a:defRPr>
            </a:lvl5pPr>
            <a:lvl6pPr marL="2514600" indent="-228600" fontAlgn="base">
              <a:spcBef>
                <a:spcPct val="20000"/>
              </a:spcBef>
              <a:spcAft>
                <a:spcPct val="0"/>
              </a:spcAft>
              <a:buSzPct val="80000"/>
              <a:buFont typeface="Wingdings" panose="05000000000000000000" pitchFamily="2" charset="2"/>
              <a:buChar char="Ø"/>
              <a:defRPr>
                <a:latin typeface="+mn-lt"/>
                <a:ea typeface="+mn-ea"/>
              </a:defRPr>
            </a:lvl6pPr>
            <a:lvl7pPr marL="2971800" indent="-228600" fontAlgn="base">
              <a:spcBef>
                <a:spcPct val="20000"/>
              </a:spcBef>
              <a:spcAft>
                <a:spcPct val="0"/>
              </a:spcAft>
              <a:buSzPct val="80000"/>
              <a:buFont typeface="Wingdings" panose="05000000000000000000" pitchFamily="2" charset="2"/>
              <a:buChar char="Ø"/>
              <a:defRPr>
                <a:latin typeface="+mn-lt"/>
                <a:ea typeface="+mn-ea"/>
              </a:defRPr>
            </a:lvl7pPr>
            <a:lvl8pPr marL="3429000" indent="-228600" fontAlgn="base">
              <a:spcBef>
                <a:spcPct val="20000"/>
              </a:spcBef>
              <a:spcAft>
                <a:spcPct val="0"/>
              </a:spcAft>
              <a:buSzPct val="80000"/>
              <a:buFont typeface="Wingdings" panose="05000000000000000000" pitchFamily="2" charset="2"/>
              <a:buChar char="Ø"/>
              <a:defRPr>
                <a:latin typeface="+mn-lt"/>
                <a:ea typeface="+mn-ea"/>
              </a:defRPr>
            </a:lvl8pPr>
            <a:lvl9pPr marL="3886200" indent="-228600" fontAlgn="base">
              <a:spcBef>
                <a:spcPct val="20000"/>
              </a:spcBef>
              <a:spcAft>
                <a:spcPct val="0"/>
              </a:spcAft>
              <a:buSzPct val="80000"/>
              <a:buFont typeface="Wingdings" panose="05000000000000000000" pitchFamily="2" charset="2"/>
              <a:buChar char="Ø"/>
              <a:defRPr>
                <a:latin typeface="+mn-lt"/>
                <a:ea typeface="+mn-ea"/>
              </a:defRPr>
            </a:lvl9pPr>
          </a:lstStyle>
          <a:p>
            <a:pPr marL="361950" lvl="1" indent="-361950"/>
            <a:r>
              <a:rPr lang="en-US" altLang="zh-CN" sz="2000" dirty="0">
                <a:latin typeface="微软雅黑 Light" panose="020B0502040204020203" pitchFamily="34" charset="-122"/>
                <a:ea typeface="微软雅黑 Light" panose="020B0502040204020203" pitchFamily="34" charset="-122"/>
                <a:sym typeface="+mn-lt"/>
              </a:rPr>
              <a:t>Src</a:t>
            </a:r>
            <a:r>
              <a:rPr lang="zh-CN" altLang="en-US" sz="2000" dirty="0">
                <a:latin typeface="微软雅黑 Light" panose="020B0502040204020203" pitchFamily="34" charset="-122"/>
                <a:ea typeface="微软雅黑 Light" panose="020B0502040204020203" pitchFamily="34" charset="-122"/>
                <a:sym typeface="+mn-lt"/>
              </a:rPr>
              <a:t>发送给</a:t>
            </a:r>
            <a:r>
              <a:rPr lang="en-US" altLang="zh-CN" sz="2000" dirty="0">
                <a:latin typeface="微软雅黑 Light" panose="020B0502040204020203" pitchFamily="34" charset="-122"/>
                <a:ea typeface="微软雅黑 Light" panose="020B0502040204020203" pitchFamily="34" charset="-122"/>
                <a:sym typeface="+mn-lt"/>
              </a:rPr>
              <a:t>Dest</a:t>
            </a:r>
            <a:r>
              <a:rPr lang="zh-CN" altLang="en-US" sz="2000" dirty="0">
                <a:latin typeface="微软雅黑 Light" panose="020B0502040204020203" pitchFamily="34" charset="-122"/>
                <a:ea typeface="微软雅黑 Light" panose="020B0502040204020203" pitchFamily="34" charset="-122"/>
                <a:sym typeface="+mn-lt"/>
              </a:rPr>
              <a:t>的数据包可能沿着不同路径传送</a:t>
            </a:r>
            <a:endParaRPr lang="zh-CN" altLang="en-US" sz="2000" dirty="0">
              <a:latin typeface="微软雅黑 Light" panose="020B0502040204020203" pitchFamily="34" charset="-122"/>
              <a:ea typeface="微软雅黑 Light" panose="020B0502040204020203" pitchFamily="34" charset="-122"/>
              <a:sym typeface="+mn-lt"/>
            </a:endParaRPr>
          </a:p>
          <a:p>
            <a:pPr marL="361950" lvl="1" indent="-361950"/>
            <a:r>
              <a:rPr lang="zh-CN" altLang="en-US" sz="2000" dirty="0">
                <a:latin typeface="微软雅黑 Light" panose="020B0502040204020203" pitchFamily="34" charset="-122"/>
                <a:ea typeface="微软雅黑 Light" panose="020B0502040204020203" pitchFamily="34" charset="-122"/>
                <a:sym typeface="+mn-lt"/>
              </a:rPr>
              <a:t>一个节点出现故障时，后续数据包重新路由到其他节点</a:t>
            </a:r>
            <a:endParaRPr lang="zh-CN" altLang="en-US" sz="2000" dirty="0">
              <a:latin typeface="微软雅黑 Light" panose="020B0502040204020203" pitchFamily="34" charset="-122"/>
              <a:ea typeface="微软雅黑 Light" panose="020B0502040204020203" pitchFamily="34" charset="-122"/>
              <a:sym typeface="+mn-lt"/>
            </a:endParaRPr>
          </a:p>
          <a:p>
            <a:pPr marL="361950" lvl="1" indent="-361950"/>
            <a:r>
              <a:rPr lang="zh-CN" altLang="en-US" sz="2000" dirty="0">
                <a:latin typeface="微软雅黑 Light" panose="020B0502040204020203" pitchFamily="34" charset="-122"/>
                <a:ea typeface="微软雅黑 Light" panose="020B0502040204020203" pitchFamily="34" charset="-122"/>
                <a:sym typeface="+mn-lt"/>
              </a:rPr>
              <a:t>数据包到达目的节点可能出现乱序</a:t>
            </a:r>
            <a:endParaRPr lang="zh-CN" altLang="en-US" sz="2000" dirty="0">
              <a:latin typeface="微软雅黑 Light" panose="020B0502040204020203" pitchFamily="34" charset="-122"/>
              <a:ea typeface="微软雅黑 Light" panose="020B0502040204020203" pitchFamily="34" charset="-122"/>
              <a:sym typeface="+mn-lt"/>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3458" name="Rectangle 2"/>
          <p:cNvSpPr>
            <a:spLocks noGrp="1" noChangeArrowheads="1"/>
          </p:cNvSpPr>
          <p:nvPr>
            <p:ph type="title"/>
          </p:nvPr>
        </p:nvSpPr>
        <p:spPr/>
        <p:txBody>
          <a:bodyPr/>
          <a:lstStyle/>
          <a:p>
            <a:r>
              <a:rPr lang="zh-CN" altLang="en-US"/>
              <a:t>面向连接网络服务的优缺点</a:t>
            </a:r>
            <a:endParaRPr lang="zh-CN" altLang="en-US"/>
          </a:p>
        </p:txBody>
      </p:sp>
      <p:sp>
        <p:nvSpPr>
          <p:cNvPr id="403459" name="Rectangle 3"/>
          <p:cNvSpPr>
            <a:spLocks noGrp="1" noChangeArrowheads="1"/>
          </p:cNvSpPr>
          <p:nvPr>
            <p:ph idx="1"/>
          </p:nvPr>
        </p:nvSpPr>
        <p:spPr>
          <a:xfrm>
            <a:off x="695402" y="1633262"/>
            <a:ext cx="4896544" cy="5036098"/>
          </a:xfrm>
          <a:noFill/>
        </p:spPr>
        <p:txBody>
          <a:bodyPr>
            <a:normAutofit/>
          </a:bodyPr>
          <a:lstStyle/>
          <a:p>
            <a:r>
              <a:rPr lang="zh-CN" altLang="en-US" sz="2400" dirty="0"/>
              <a:t>优点：</a:t>
            </a:r>
            <a:endParaRPr lang="zh-CN" altLang="en-US" sz="2400" dirty="0"/>
          </a:p>
          <a:p>
            <a:pPr lvl="1"/>
            <a:r>
              <a:rPr lang="zh-CN" altLang="en-US" sz="2000" dirty="0"/>
              <a:t>允许一个协议包含顺序、差错和流量控制</a:t>
            </a:r>
            <a:endParaRPr lang="zh-CN" altLang="en-US" sz="2000" dirty="0"/>
          </a:p>
          <a:p>
            <a:pPr lvl="1"/>
            <a:r>
              <a:rPr lang="zh-CN" altLang="en-US" sz="2000" dirty="0"/>
              <a:t>允许在流量控制上使用滑动窗口 </a:t>
            </a:r>
            <a:endParaRPr lang="zh-CN" altLang="en-US" sz="2000" dirty="0"/>
          </a:p>
          <a:p>
            <a:pPr lvl="1"/>
            <a:r>
              <a:rPr lang="zh-CN" altLang="en-US" sz="2000" dirty="0"/>
              <a:t>数据包中使用了较少的协议控制信息，减少了额外开销</a:t>
            </a:r>
            <a:endParaRPr lang="zh-CN" altLang="en-US" sz="2000" dirty="0"/>
          </a:p>
          <a:p>
            <a:r>
              <a:rPr lang="zh-CN" altLang="en-US" sz="2400" dirty="0"/>
              <a:t>缺点：</a:t>
            </a:r>
            <a:endParaRPr lang="zh-CN" altLang="en-US" sz="2400" dirty="0"/>
          </a:p>
          <a:p>
            <a:pPr lvl="1"/>
            <a:r>
              <a:rPr lang="zh-CN" altLang="en-US" sz="2000" dirty="0"/>
              <a:t>连接建立以后，丧失路由的灵活性。如果一条链路发生阻塞或出现其他问题，后续的包不能使用其他的路径来替代</a:t>
            </a:r>
            <a:endParaRPr lang="zh-CN" altLang="en-US" sz="2000" dirty="0"/>
          </a:p>
          <a:p>
            <a:pPr lvl="1"/>
            <a:r>
              <a:rPr lang="zh-CN" altLang="en-US" sz="2000" dirty="0"/>
              <a:t>比无连接的网络服务速度低。因为包必须被检查，或者被确认、或者被重传</a:t>
            </a:r>
            <a:endParaRPr lang="zh-CN" altLang="en-US" sz="2000" dirty="0"/>
          </a:p>
        </p:txBody>
      </p:sp>
      <p:sp>
        <p:nvSpPr>
          <p:cNvPr id="6" name="灯片编号占位符 5"/>
          <p:cNvSpPr>
            <a:spLocks noGrp="1"/>
          </p:cNvSpPr>
          <p:nvPr>
            <p:ph type="sldNum" sz="quarter" idx="12"/>
          </p:nvPr>
        </p:nvSpPr>
        <p:spPr/>
        <p:txBody>
          <a:bodyPr/>
          <a:lstStyle/>
          <a:p>
            <a:fld id="{A3C9A34E-E6AB-4FF0-A296-519BCC5E0459}" type="slidenum">
              <a:rPr lang="en-US" altLang="zh-CN"/>
            </a:fld>
            <a:endParaRPr lang="en-US" altLang="zh-CN"/>
          </a:p>
        </p:txBody>
      </p:sp>
      <p:sp>
        <p:nvSpPr>
          <p:cNvPr id="5" name="Rectangle 3"/>
          <p:cNvSpPr txBox="1">
            <a:spLocks noChangeArrowheads="1"/>
          </p:cNvSpPr>
          <p:nvPr/>
        </p:nvSpPr>
        <p:spPr bwMode="auto">
          <a:xfrm>
            <a:off x="6600057" y="1589392"/>
            <a:ext cx="4896542" cy="5036098"/>
          </a:xfrm>
          <a:prstGeom prst="rect">
            <a:avLst/>
          </a:prstGeom>
          <a:noFill/>
          <a:ln>
            <a:noFill/>
          </a:ln>
          <a:effectLst/>
        </p:spPr>
        <p:txBody>
          <a:bodyPr vert="horz" wrap="square" lIns="91440" tIns="45720" rIns="91440" bIns="45720" numCol="1" anchor="t" anchorCtr="0" compatLnSpc="1"/>
          <a:lstStyle>
            <a:lvl1pPr marL="342900" indent="-342900" eaLnBrk="1" hangingPunct="1">
              <a:spcBef>
                <a:spcPct val="20000"/>
              </a:spcBef>
              <a:buClr>
                <a:srgbClr val="C80000"/>
              </a:buClr>
              <a:buSzPct val="80000"/>
              <a:buFont typeface="Wingdings" panose="05000000000000000000" pitchFamily="2" charset="2"/>
              <a:buChar char="n"/>
              <a:defRPr sz="2400">
                <a:latin typeface="Times New Roman" panose="02020603050405020304" pitchFamily="18" charset="0"/>
                <a:ea typeface="微软雅黑" panose="020B0503020204020204" pitchFamily="34" charset="-122"/>
                <a:cs typeface="Times New Roman" panose="02020603050405020304" pitchFamily="18" charset="0"/>
              </a:defRPr>
            </a:lvl1pPr>
            <a:lvl2pPr marL="742950" lvl="1" indent="-285750" eaLnBrk="1" hangingPunct="1">
              <a:spcBef>
                <a:spcPct val="20000"/>
              </a:spcBef>
              <a:buClr>
                <a:srgbClr val="00C800"/>
              </a:buClr>
              <a:buSzPct val="80000"/>
              <a:buFont typeface="Wingdings" panose="05000000000000000000" pitchFamily="2" charset="2"/>
              <a:buChar char="n"/>
              <a:defRPr>
                <a:latin typeface="Times New Roman" panose="02020603050405020304" pitchFamily="18" charset="0"/>
                <a:ea typeface="微软雅黑" panose="020B0503020204020204" pitchFamily="34" charset="-122"/>
                <a:cs typeface="Times New Roman" panose="02020603050405020304" pitchFamily="18" charset="0"/>
              </a:defRPr>
            </a:lvl2pPr>
            <a:lvl3pPr marL="1143000" indent="-228600" eaLnBrk="1" hangingPunct="1">
              <a:spcBef>
                <a:spcPct val="20000"/>
              </a:spcBef>
              <a:buClr>
                <a:srgbClr val="0000C8"/>
              </a:buClr>
              <a:buSzPct val="80000"/>
              <a:buFont typeface="Wingdings" panose="05000000000000000000" pitchFamily="2" charset="2"/>
              <a:buChar char="n"/>
              <a:defRPr sz="2400">
                <a:latin typeface="Times New Roman" panose="02020603050405020304" pitchFamily="18" charset="0"/>
                <a:ea typeface="微软雅黑" panose="020B0503020204020204" pitchFamily="34" charset="-122"/>
                <a:cs typeface="Times New Roman" panose="02020603050405020304" pitchFamily="18" charset="0"/>
              </a:defRPr>
            </a:lvl3pPr>
            <a:lvl4pPr marL="1600200" indent="-228600" eaLnBrk="1" hangingPunct="1">
              <a:spcBef>
                <a:spcPct val="20000"/>
              </a:spcBef>
              <a:buClr>
                <a:srgbClr val="FF7F00"/>
              </a:buClr>
              <a:buSzPct val="80000"/>
              <a:buFont typeface="Wingdings" panose="05000000000000000000" pitchFamily="2" charset="2"/>
              <a:buChar char="u"/>
              <a:defRPr>
                <a:latin typeface="Times New Roman" panose="02020603050405020304" pitchFamily="18" charset="0"/>
                <a:ea typeface="微软雅黑" panose="020B0503020204020204" pitchFamily="34" charset="-122"/>
                <a:cs typeface="Times New Roman" panose="02020603050405020304" pitchFamily="18" charset="0"/>
              </a:defRPr>
            </a:lvl4pPr>
            <a:lvl5pPr marL="2057400" indent="-228600" eaLnBrk="1" hangingPunct="1">
              <a:spcBef>
                <a:spcPct val="20000"/>
              </a:spcBef>
              <a:buSzPct val="80000"/>
              <a:buFont typeface="Wingdings" panose="05000000000000000000" pitchFamily="2" charset="2"/>
              <a:buChar char="Ø"/>
              <a:defRPr>
                <a:latin typeface="Times New Roman" panose="02020603050405020304" pitchFamily="18" charset="0"/>
                <a:ea typeface="微软雅黑" panose="020B0503020204020204" pitchFamily="34" charset="-122"/>
                <a:cs typeface="Times New Roman" panose="02020603050405020304" pitchFamily="18" charset="0"/>
              </a:defRPr>
            </a:lvl5pPr>
            <a:lvl6pPr marL="2514600" indent="-228600" fontAlgn="base">
              <a:spcBef>
                <a:spcPct val="20000"/>
              </a:spcBef>
              <a:spcAft>
                <a:spcPct val="0"/>
              </a:spcAft>
              <a:buSzPct val="80000"/>
              <a:buFont typeface="Wingdings" panose="05000000000000000000" pitchFamily="2" charset="2"/>
              <a:buChar char="Ø"/>
              <a:defRPr>
                <a:latin typeface="+mn-lt"/>
                <a:ea typeface="+mn-ea"/>
              </a:defRPr>
            </a:lvl6pPr>
            <a:lvl7pPr marL="2971800" indent="-228600" fontAlgn="base">
              <a:spcBef>
                <a:spcPct val="20000"/>
              </a:spcBef>
              <a:spcAft>
                <a:spcPct val="0"/>
              </a:spcAft>
              <a:buSzPct val="80000"/>
              <a:buFont typeface="Wingdings" panose="05000000000000000000" pitchFamily="2" charset="2"/>
              <a:buChar char="Ø"/>
              <a:defRPr>
                <a:latin typeface="+mn-lt"/>
                <a:ea typeface="+mn-ea"/>
              </a:defRPr>
            </a:lvl7pPr>
            <a:lvl8pPr marL="3429000" indent="-228600" fontAlgn="base">
              <a:spcBef>
                <a:spcPct val="20000"/>
              </a:spcBef>
              <a:spcAft>
                <a:spcPct val="0"/>
              </a:spcAft>
              <a:buSzPct val="80000"/>
              <a:buFont typeface="Wingdings" panose="05000000000000000000" pitchFamily="2" charset="2"/>
              <a:buChar char="Ø"/>
              <a:defRPr>
                <a:latin typeface="+mn-lt"/>
                <a:ea typeface="+mn-ea"/>
              </a:defRPr>
            </a:lvl8pPr>
            <a:lvl9pPr marL="3886200" indent="-228600" fontAlgn="base">
              <a:spcBef>
                <a:spcPct val="20000"/>
              </a:spcBef>
              <a:spcAft>
                <a:spcPct val="0"/>
              </a:spcAft>
              <a:buSzPct val="80000"/>
              <a:buFont typeface="Wingdings" panose="05000000000000000000" pitchFamily="2" charset="2"/>
              <a:buChar char="Ø"/>
              <a:defRPr>
                <a:latin typeface="+mn-lt"/>
                <a:ea typeface="+mn-ea"/>
              </a:defRPr>
            </a:lvl9pPr>
          </a:lstStyle>
          <a:p>
            <a:r>
              <a:rPr lang="zh-CN" altLang="en-US" dirty="0">
                <a:latin typeface="微软雅黑 Light" panose="020B0502040204020203" pitchFamily="34" charset="-122"/>
                <a:ea typeface="微软雅黑 Light" panose="020B0502040204020203" pitchFamily="34" charset="-122"/>
              </a:rPr>
              <a:t>优点</a:t>
            </a:r>
            <a:endParaRPr lang="zh-CN" altLang="en-US" dirty="0">
              <a:latin typeface="微软雅黑 Light" panose="020B0502040204020203" pitchFamily="34" charset="-122"/>
              <a:ea typeface="微软雅黑 Light" panose="020B0502040204020203" pitchFamily="34" charset="-122"/>
            </a:endParaRPr>
          </a:p>
          <a:p>
            <a:pPr lvl="1"/>
            <a:r>
              <a:rPr lang="zh-CN" altLang="en-US" dirty="0">
                <a:latin typeface="微软雅黑 Light" panose="020B0502040204020203" pitchFamily="34" charset="-122"/>
                <a:ea typeface="微软雅黑 Light" panose="020B0502040204020203" pitchFamily="34" charset="-122"/>
              </a:rPr>
              <a:t>如果可靠性和排序可由上层协议来处理的话，具有速度和开销方面的优势</a:t>
            </a:r>
            <a:endParaRPr lang="zh-CN" altLang="en-US" dirty="0">
              <a:latin typeface="微软雅黑 Light" panose="020B0502040204020203" pitchFamily="34" charset="-122"/>
              <a:ea typeface="微软雅黑 Light" panose="020B0502040204020203" pitchFamily="34" charset="-122"/>
            </a:endParaRPr>
          </a:p>
          <a:p>
            <a:pPr lvl="1"/>
            <a:r>
              <a:rPr lang="zh-CN" altLang="en-US" dirty="0">
                <a:latin typeface="微软雅黑 Light" panose="020B0502040204020203" pitchFamily="34" charset="-122"/>
                <a:ea typeface="微软雅黑 Light" panose="020B0502040204020203" pitchFamily="34" charset="-122"/>
              </a:rPr>
              <a:t>如果某一条路经发生阻塞或中断，包可以选择另一条路经</a:t>
            </a:r>
            <a:endParaRPr lang="zh-CN" altLang="en-US" dirty="0">
              <a:latin typeface="微软雅黑 Light" panose="020B0502040204020203" pitchFamily="34" charset="-122"/>
              <a:ea typeface="微软雅黑 Light" panose="020B0502040204020203" pitchFamily="34" charset="-122"/>
            </a:endParaRPr>
          </a:p>
          <a:p>
            <a:pPr lvl="1"/>
            <a:r>
              <a:rPr lang="zh-CN" altLang="en-US" dirty="0">
                <a:latin typeface="微软雅黑 Light" panose="020B0502040204020203" pitchFamily="34" charset="-122"/>
                <a:ea typeface="微软雅黑 Light" panose="020B0502040204020203" pitchFamily="34" charset="-122"/>
              </a:rPr>
              <a:t>单个传输的各个片断可以通过不同的路径传输，从而达到最大的效率</a:t>
            </a:r>
            <a:endParaRPr lang="zh-CN" altLang="en-US" dirty="0">
              <a:latin typeface="微软雅黑 Light" panose="020B0502040204020203" pitchFamily="34" charset="-122"/>
              <a:ea typeface="微软雅黑 Light" panose="020B0502040204020203" pitchFamily="34" charset="-122"/>
            </a:endParaRPr>
          </a:p>
          <a:p>
            <a:r>
              <a:rPr lang="zh-CN" altLang="en-US" dirty="0">
                <a:latin typeface="微软雅黑 Light" panose="020B0502040204020203" pitchFamily="34" charset="-122"/>
                <a:ea typeface="微软雅黑 Light" panose="020B0502040204020203" pitchFamily="34" charset="-122"/>
              </a:rPr>
              <a:t>缺点</a:t>
            </a:r>
            <a:endParaRPr lang="zh-CN" altLang="en-US" dirty="0">
              <a:latin typeface="微软雅黑 Light" panose="020B0502040204020203" pitchFamily="34" charset="-122"/>
              <a:ea typeface="微软雅黑 Light" panose="020B0502040204020203" pitchFamily="34" charset="-122"/>
            </a:endParaRPr>
          </a:p>
          <a:p>
            <a:pPr lvl="1"/>
            <a:r>
              <a:rPr lang="zh-CN" altLang="en-US" dirty="0">
                <a:latin typeface="微软雅黑 Light" panose="020B0502040204020203" pitchFamily="34" charset="-122"/>
                <a:ea typeface="微软雅黑 Light" panose="020B0502040204020203" pitchFamily="34" charset="-122"/>
              </a:rPr>
              <a:t>不可靠，无法保证数据包顺序到达</a:t>
            </a:r>
            <a:endParaRPr lang="zh-CN" altLang="en-US" dirty="0">
              <a:latin typeface="微软雅黑 Light" panose="020B0502040204020203" pitchFamily="34" charset="-122"/>
              <a:ea typeface="微软雅黑 Light" panose="020B0502040204020203" pitchFamily="34" charset="-122"/>
            </a:endParaRPr>
          </a:p>
          <a:p>
            <a:pPr lvl="1"/>
            <a:r>
              <a:rPr lang="zh-CN" altLang="en-US" dirty="0">
                <a:latin typeface="微软雅黑 Light" panose="020B0502040204020203" pitchFamily="34" charset="-122"/>
                <a:ea typeface="微软雅黑 Light" panose="020B0502040204020203" pitchFamily="34" charset="-122"/>
              </a:rPr>
              <a:t>每个包所需的开销较大，每个包必须携带完整的地址信息</a:t>
            </a:r>
            <a:endParaRPr lang="zh-CN" altLang="en-US" dirty="0">
              <a:latin typeface="微软雅黑 Light" panose="020B0502040204020203" pitchFamily="34" charset="-122"/>
              <a:ea typeface="微软雅黑 Light" panose="020B0502040204020203" pitchFamily="34" charset="-122"/>
            </a:endParaRPr>
          </a:p>
        </p:txBody>
      </p:sp>
      <p:sp>
        <p:nvSpPr>
          <p:cNvPr id="7" name="任意多边形: 形状 6"/>
          <p:cNvSpPr/>
          <p:nvPr/>
        </p:nvSpPr>
        <p:spPr>
          <a:xfrm>
            <a:off x="695401" y="1092977"/>
            <a:ext cx="4896544" cy="540285"/>
          </a:xfrm>
          <a:custGeom>
            <a:avLst/>
            <a:gdLst>
              <a:gd name="connsiteX0" fmla="*/ 0 w 4331430"/>
              <a:gd name="connsiteY0" fmla="*/ 0 h 540285"/>
              <a:gd name="connsiteX1" fmla="*/ 4331430 w 4331430"/>
              <a:gd name="connsiteY1" fmla="*/ 0 h 540285"/>
              <a:gd name="connsiteX2" fmla="*/ 4331430 w 4331430"/>
              <a:gd name="connsiteY2" fmla="*/ 540285 h 540285"/>
              <a:gd name="connsiteX3" fmla="*/ 0 w 4331430"/>
              <a:gd name="connsiteY3" fmla="*/ 540285 h 540285"/>
              <a:gd name="connsiteX4" fmla="*/ 0 w 4331430"/>
              <a:gd name="connsiteY4" fmla="*/ 0 h 5402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331430" h="540285">
                <a:moveTo>
                  <a:pt x="0" y="0"/>
                </a:moveTo>
                <a:lnTo>
                  <a:pt x="4331430" y="0"/>
                </a:lnTo>
                <a:lnTo>
                  <a:pt x="4331430" y="540285"/>
                </a:lnTo>
                <a:lnTo>
                  <a:pt x="0" y="540285"/>
                </a:lnTo>
                <a:lnTo>
                  <a:pt x="0" y="0"/>
                </a:lnTo>
                <a:close/>
              </a:path>
            </a:pathLst>
          </a:custGeom>
          <a:solidFill>
            <a:schemeClr val="accent1"/>
          </a:solidFill>
          <a:ln>
            <a:noFill/>
          </a:ln>
        </p:spPr>
        <p:style>
          <a:lnRef idx="0">
            <a:scrgbClr r="0" g="0" b="0"/>
          </a:lnRef>
          <a:fillRef idx="0">
            <a:scrgbClr r="0" g="0" b="0"/>
          </a:fillRef>
          <a:effectRef idx="0">
            <a:scrgbClr r="0" g="0" b="0"/>
          </a:effectRef>
          <a:fontRef idx="minor">
            <a:schemeClr val="lt1"/>
          </a:fontRef>
        </p:style>
        <p:txBody>
          <a:bodyPr spcFirstLastPara="0" vert="horz" wrap="square" lIns="113792" tIns="65024" rIns="113792" bIns="65024" numCol="1" spcCol="1270" anchor="ctr" anchorCtr="0">
            <a:noAutofit/>
          </a:bodyPr>
          <a:lstStyle/>
          <a:p>
            <a:pPr marL="0" lvl="0" indent="0" algn="ctr" defTabSz="711200">
              <a:lnSpc>
                <a:spcPct val="120000"/>
              </a:lnSpc>
              <a:spcBef>
                <a:spcPct val="0"/>
              </a:spcBef>
              <a:spcAft>
                <a:spcPts val="0"/>
              </a:spcAft>
              <a:buNone/>
            </a:pPr>
            <a:r>
              <a:rPr lang="zh-CN" altLang="en-US" sz="2400" kern="1200" dirty="0">
                <a:solidFill>
                  <a:schemeClr val="tx1"/>
                </a:solidFill>
                <a:latin typeface="微软雅黑 Light" panose="020B0502040204020203" pitchFamily="34" charset="-122"/>
                <a:ea typeface="微软雅黑 Light" panose="020B0502040204020203" pitchFamily="34" charset="-122"/>
                <a:cs typeface="+mn-ea"/>
                <a:sym typeface="+mn-lt"/>
              </a:rPr>
              <a:t>面向连接的服务（</a:t>
            </a:r>
            <a:r>
              <a:rPr lang="en-US" altLang="zh-CN" sz="2400" kern="1200" dirty="0">
                <a:solidFill>
                  <a:schemeClr val="tx1"/>
                </a:solidFill>
                <a:latin typeface="微软雅黑 Light" panose="020B0502040204020203" pitchFamily="34" charset="-122"/>
                <a:ea typeface="微软雅黑 Light" panose="020B0502040204020203" pitchFamily="34" charset="-122"/>
                <a:cs typeface="+mn-ea"/>
                <a:sym typeface="+mn-lt"/>
              </a:rPr>
              <a:t>CONS</a:t>
            </a:r>
            <a:r>
              <a:rPr lang="zh-CN" altLang="en-US" sz="2400" kern="1200" dirty="0">
                <a:solidFill>
                  <a:schemeClr val="tx1"/>
                </a:solidFill>
                <a:latin typeface="微软雅黑 Light" panose="020B0502040204020203" pitchFamily="34" charset="-122"/>
                <a:ea typeface="微软雅黑 Light" panose="020B0502040204020203" pitchFamily="34" charset="-122"/>
                <a:cs typeface="+mn-ea"/>
                <a:sym typeface="+mn-lt"/>
              </a:rPr>
              <a:t>）</a:t>
            </a:r>
            <a:endParaRPr lang="zh-CN" altLang="en-US" sz="2400" kern="1200" dirty="0">
              <a:solidFill>
                <a:schemeClr val="tx1"/>
              </a:solidFill>
              <a:latin typeface="微软雅黑 Light" panose="020B0502040204020203" pitchFamily="34" charset="-122"/>
              <a:ea typeface="微软雅黑 Light" panose="020B0502040204020203" pitchFamily="34" charset="-122"/>
              <a:cs typeface="+mn-ea"/>
              <a:sym typeface="+mn-lt"/>
            </a:endParaRPr>
          </a:p>
        </p:txBody>
      </p:sp>
      <p:sp>
        <p:nvSpPr>
          <p:cNvPr id="8" name="任意多边形: 形状 7"/>
          <p:cNvSpPr/>
          <p:nvPr/>
        </p:nvSpPr>
        <p:spPr>
          <a:xfrm>
            <a:off x="6600056" y="1049106"/>
            <a:ext cx="4896543" cy="540285"/>
          </a:xfrm>
          <a:custGeom>
            <a:avLst/>
            <a:gdLst>
              <a:gd name="connsiteX0" fmla="*/ 0 w 4331430"/>
              <a:gd name="connsiteY0" fmla="*/ 0 h 540285"/>
              <a:gd name="connsiteX1" fmla="*/ 4331430 w 4331430"/>
              <a:gd name="connsiteY1" fmla="*/ 0 h 540285"/>
              <a:gd name="connsiteX2" fmla="*/ 4331430 w 4331430"/>
              <a:gd name="connsiteY2" fmla="*/ 540285 h 540285"/>
              <a:gd name="connsiteX3" fmla="*/ 0 w 4331430"/>
              <a:gd name="connsiteY3" fmla="*/ 540285 h 540285"/>
              <a:gd name="connsiteX4" fmla="*/ 0 w 4331430"/>
              <a:gd name="connsiteY4" fmla="*/ 0 h 5402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331430" h="540285">
                <a:moveTo>
                  <a:pt x="0" y="0"/>
                </a:moveTo>
                <a:lnTo>
                  <a:pt x="4331430" y="0"/>
                </a:lnTo>
                <a:lnTo>
                  <a:pt x="4331430" y="540285"/>
                </a:lnTo>
                <a:lnTo>
                  <a:pt x="0" y="540285"/>
                </a:lnTo>
                <a:lnTo>
                  <a:pt x="0" y="0"/>
                </a:lnTo>
                <a:close/>
              </a:path>
            </a:pathLst>
          </a:custGeom>
          <a:solidFill>
            <a:schemeClr val="accent1"/>
          </a:solidFill>
          <a:ln>
            <a:noFill/>
          </a:ln>
        </p:spPr>
        <p:style>
          <a:lnRef idx="0">
            <a:scrgbClr r="0" g="0" b="0"/>
          </a:lnRef>
          <a:fillRef idx="0">
            <a:scrgbClr r="0" g="0" b="0"/>
          </a:fillRef>
          <a:effectRef idx="0">
            <a:scrgbClr r="0" g="0" b="0"/>
          </a:effectRef>
          <a:fontRef idx="minor">
            <a:schemeClr val="lt1"/>
          </a:fontRef>
        </p:style>
        <p:txBody>
          <a:bodyPr spcFirstLastPara="0" vert="horz" wrap="square" lIns="113792" tIns="65024" rIns="113792" bIns="65024" numCol="1" spcCol="1270" anchor="ctr" anchorCtr="0">
            <a:noAutofit/>
          </a:bodyPr>
          <a:lstStyle/>
          <a:p>
            <a:pPr marL="0" lvl="0" indent="0" algn="ctr" defTabSz="711200">
              <a:lnSpc>
                <a:spcPct val="120000"/>
              </a:lnSpc>
              <a:spcBef>
                <a:spcPct val="0"/>
              </a:spcBef>
              <a:spcAft>
                <a:spcPts val="0"/>
              </a:spcAft>
              <a:buNone/>
            </a:pPr>
            <a:r>
              <a:rPr lang="zh-CN" altLang="en-US" sz="2400" kern="1200" dirty="0">
                <a:solidFill>
                  <a:schemeClr val="tx1"/>
                </a:solidFill>
                <a:latin typeface="微软雅黑 Light" panose="020B0502040204020203" pitchFamily="34" charset="-122"/>
                <a:ea typeface="微软雅黑 Light" panose="020B0502040204020203" pitchFamily="34" charset="-122"/>
                <a:cs typeface="+mn-ea"/>
                <a:sym typeface="+mn-lt"/>
              </a:rPr>
              <a:t>无连接的服务（</a:t>
            </a:r>
            <a:r>
              <a:rPr lang="en-US" altLang="zh-CN" sz="2400" kern="1200" dirty="0">
                <a:solidFill>
                  <a:schemeClr val="tx1"/>
                </a:solidFill>
                <a:latin typeface="微软雅黑 Light" panose="020B0502040204020203" pitchFamily="34" charset="-122"/>
                <a:ea typeface="微软雅黑 Light" panose="020B0502040204020203" pitchFamily="34" charset="-122"/>
                <a:cs typeface="+mn-ea"/>
                <a:sym typeface="+mn-lt"/>
              </a:rPr>
              <a:t>CLNS</a:t>
            </a:r>
            <a:r>
              <a:rPr lang="zh-CN" altLang="en-US" sz="2400" kern="1200" dirty="0">
                <a:solidFill>
                  <a:schemeClr val="tx1"/>
                </a:solidFill>
                <a:latin typeface="微软雅黑 Light" panose="020B0502040204020203" pitchFamily="34" charset="-122"/>
                <a:ea typeface="微软雅黑 Light" panose="020B0502040204020203" pitchFamily="34" charset="-122"/>
                <a:cs typeface="+mn-ea"/>
                <a:sym typeface="+mn-lt"/>
              </a:rPr>
              <a:t>）</a:t>
            </a:r>
            <a:endParaRPr lang="zh-CN" altLang="en-US" sz="2400" kern="1200" dirty="0">
              <a:solidFill>
                <a:schemeClr val="tx1"/>
              </a:solidFill>
              <a:latin typeface="微软雅黑 Light" panose="020B0502040204020203" pitchFamily="34" charset="-122"/>
              <a:ea typeface="微软雅黑 Light" panose="020B0502040204020203" pitchFamily="34" charset="-122"/>
              <a:cs typeface="+mn-ea"/>
              <a:sym typeface="+mn-lt"/>
            </a:endParaRPr>
          </a:p>
        </p:txBody>
      </p:sp>
    </p:spTree>
  </p:cSld>
  <p:clrMapOvr>
    <a:overrideClrMapping bg1="lt1" tx1="dk1" bg2="lt2" tx2="dk2" accent1="accent1" accent2="accent2" accent3="accent3" accent4="accent4" accent5="accent5" accent6="accent6" hlink="hlink" folHlink="folHlink"/>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cs typeface="+mn-ea"/>
                <a:sym typeface="+mn-lt"/>
              </a:rPr>
              <a:t>网络层应提供什么样的服务</a:t>
            </a:r>
            <a:endParaRPr lang="zh-CN" altLang="en-US" dirty="0"/>
          </a:p>
        </p:txBody>
      </p:sp>
      <p:sp>
        <p:nvSpPr>
          <p:cNvPr id="3" name="内容占位符 2"/>
          <p:cNvSpPr>
            <a:spLocks noGrp="1"/>
          </p:cNvSpPr>
          <p:nvPr>
            <p:ph idx="1"/>
          </p:nvPr>
        </p:nvSpPr>
        <p:spPr/>
        <p:txBody>
          <a:bodyPr/>
          <a:lstStyle/>
          <a:p>
            <a:pPr>
              <a:spcBef>
                <a:spcPct val="0"/>
              </a:spcBef>
            </a:pPr>
            <a:r>
              <a:rPr lang="zh-CN" altLang="en-US" dirty="0">
                <a:cs typeface="+mn-ea"/>
                <a:sym typeface="+mn-lt"/>
              </a:rPr>
              <a:t>在计算机网络领域，网络层应该向传输层提供怎样的服务？</a:t>
            </a:r>
            <a:endParaRPr lang="zh-CN" altLang="en-US" dirty="0">
              <a:cs typeface="+mn-ea"/>
              <a:sym typeface="+mn-lt"/>
            </a:endParaRPr>
          </a:p>
          <a:p>
            <a:pPr lvl="1">
              <a:spcBef>
                <a:spcPct val="0"/>
              </a:spcBef>
            </a:pPr>
            <a:r>
              <a:rPr lang="zh-CN" altLang="en-US" dirty="0">
                <a:cs typeface="+mn-ea"/>
                <a:sym typeface="+mn-lt"/>
              </a:rPr>
              <a:t>焦点：可靠交付应当由谁来负责？是网络还是端系统？</a:t>
            </a:r>
            <a:endParaRPr lang="zh-CN" altLang="en-US" dirty="0">
              <a:cs typeface="+mn-ea"/>
              <a:sym typeface="+mn-lt"/>
            </a:endParaRPr>
          </a:p>
          <a:p>
            <a:pPr>
              <a:spcBef>
                <a:spcPct val="0"/>
              </a:spcBef>
            </a:pPr>
            <a:r>
              <a:rPr lang="en-US" altLang="zh-CN" dirty="0">
                <a:cs typeface="+mn-ea"/>
                <a:sym typeface="+mn-lt"/>
              </a:rPr>
              <a:t>TCP/IP</a:t>
            </a:r>
            <a:r>
              <a:rPr lang="zh-CN" altLang="en-US" dirty="0">
                <a:cs typeface="+mn-ea"/>
                <a:sym typeface="+mn-lt"/>
              </a:rPr>
              <a:t>的网络层设计思路</a:t>
            </a:r>
            <a:endParaRPr lang="zh-CN" altLang="en-US" dirty="0">
              <a:cs typeface="+mn-ea"/>
              <a:sym typeface="+mn-lt"/>
            </a:endParaRPr>
          </a:p>
          <a:p>
            <a:pPr lvl="1">
              <a:spcBef>
                <a:spcPct val="0"/>
              </a:spcBef>
            </a:pPr>
            <a:r>
              <a:rPr lang="zh-CN" altLang="en-US" dirty="0">
                <a:cs typeface="+mn-ea"/>
                <a:sym typeface="+mn-lt"/>
              </a:rPr>
              <a:t>网络层向上只提供简单灵活的、无连接的、尽最大努力交付的数据报服务</a:t>
            </a:r>
            <a:endParaRPr lang="zh-CN" altLang="en-US" dirty="0">
              <a:cs typeface="+mn-ea"/>
              <a:sym typeface="+mn-lt"/>
            </a:endParaRPr>
          </a:p>
          <a:p>
            <a:pPr lvl="1">
              <a:spcBef>
                <a:spcPct val="0"/>
              </a:spcBef>
            </a:pPr>
            <a:r>
              <a:rPr lang="zh-CN" altLang="en-US" dirty="0">
                <a:cs typeface="+mn-ea"/>
                <a:sym typeface="+mn-lt"/>
              </a:rPr>
              <a:t>网络在发送分组时不需要先建立连接。每一个 </a:t>
            </a:r>
            <a:r>
              <a:rPr lang="en-US" altLang="zh-CN" dirty="0">
                <a:cs typeface="+mn-ea"/>
                <a:sym typeface="+mn-lt"/>
              </a:rPr>
              <a:t>IP </a:t>
            </a:r>
            <a:r>
              <a:rPr lang="zh-CN" altLang="en-US" dirty="0">
                <a:cs typeface="+mn-ea"/>
                <a:sym typeface="+mn-lt"/>
              </a:rPr>
              <a:t>数据报独立发送，与其前后的</a:t>
            </a:r>
            <a:r>
              <a:rPr lang="en-US" altLang="zh-CN" dirty="0">
                <a:cs typeface="+mn-ea"/>
                <a:sym typeface="+mn-lt"/>
              </a:rPr>
              <a:t>IP </a:t>
            </a:r>
            <a:r>
              <a:rPr lang="zh-CN" altLang="en-US" dirty="0">
                <a:cs typeface="+mn-ea"/>
                <a:sym typeface="+mn-lt"/>
              </a:rPr>
              <a:t>数据报无关（不进行编号）</a:t>
            </a:r>
            <a:endParaRPr lang="zh-CN" altLang="en-US" dirty="0">
              <a:cs typeface="+mn-ea"/>
              <a:sym typeface="+mn-lt"/>
            </a:endParaRPr>
          </a:p>
          <a:p>
            <a:pPr lvl="1">
              <a:spcBef>
                <a:spcPct val="0"/>
              </a:spcBef>
            </a:pPr>
            <a:r>
              <a:rPr lang="zh-CN" altLang="en-US" dirty="0">
                <a:cs typeface="+mn-ea"/>
                <a:sym typeface="+mn-lt"/>
              </a:rPr>
              <a:t>网络层不提供服务质量的承诺。即所传送的</a:t>
            </a:r>
            <a:r>
              <a:rPr lang="en-US" altLang="zh-CN" dirty="0">
                <a:cs typeface="+mn-ea"/>
                <a:sym typeface="+mn-lt"/>
              </a:rPr>
              <a:t>IP </a:t>
            </a:r>
            <a:r>
              <a:rPr lang="zh-CN" altLang="en-US" dirty="0">
                <a:cs typeface="+mn-ea"/>
                <a:sym typeface="+mn-lt"/>
              </a:rPr>
              <a:t>数据报可能出错、丢失、重复和失序（不按序到达终点），当然也不保证</a:t>
            </a:r>
            <a:r>
              <a:rPr lang="en-US" altLang="zh-CN" dirty="0">
                <a:cs typeface="+mn-ea"/>
                <a:sym typeface="+mn-lt"/>
              </a:rPr>
              <a:t>IP </a:t>
            </a:r>
            <a:r>
              <a:rPr lang="zh-CN" altLang="en-US" dirty="0">
                <a:cs typeface="+mn-ea"/>
                <a:sym typeface="+mn-lt"/>
              </a:rPr>
              <a:t>数据报传送的时限</a:t>
            </a:r>
            <a:endParaRPr lang="zh-CN" altLang="en-US" dirty="0">
              <a:cs typeface="+mn-ea"/>
              <a:sym typeface="+mn-lt"/>
            </a:endParaRPr>
          </a:p>
          <a:p>
            <a:endParaRPr lang="zh-CN" altLang="en-US" dirty="0"/>
          </a:p>
        </p:txBody>
      </p:sp>
      <p:sp>
        <p:nvSpPr>
          <p:cNvPr id="4" name="灯片编号占位符 3"/>
          <p:cNvSpPr>
            <a:spLocks noGrp="1"/>
          </p:cNvSpPr>
          <p:nvPr>
            <p:ph type="sldNum" sz="quarter" idx="12"/>
          </p:nvPr>
        </p:nvSpPr>
        <p:spPr/>
        <p:txBody>
          <a:bodyPr/>
          <a:lstStyle/>
          <a:p>
            <a:pPr>
              <a:defRPr/>
            </a:pPr>
            <a:fld id="{816960B2-2B11-492C-B588-5290E1274F96}" type="slidenum">
              <a:rPr lang="en-US" altLang="zh-CN" smtClean="0"/>
            </a:fld>
            <a:endParaRPr lang="en-US" altLang="zh-CN"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cs typeface="+mn-ea"/>
                <a:sym typeface="+mn-lt"/>
              </a:rPr>
              <a:t>IP</a:t>
            </a:r>
            <a:r>
              <a:rPr lang="zh-CN" altLang="en-US" dirty="0">
                <a:cs typeface="+mn-ea"/>
                <a:sym typeface="+mn-lt"/>
              </a:rPr>
              <a:t>层为何选择无连接的服务</a:t>
            </a:r>
            <a:endParaRPr lang="zh-CN" altLang="en-US" dirty="0"/>
          </a:p>
        </p:txBody>
      </p:sp>
      <p:sp>
        <p:nvSpPr>
          <p:cNvPr id="3" name="内容占位符 2"/>
          <p:cNvSpPr>
            <a:spLocks noGrp="1"/>
          </p:cNvSpPr>
          <p:nvPr>
            <p:ph idx="1"/>
          </p:nvPr>
        </p:nvSpPr>
        <p:spPr>
          <a:xfrm>
            <a:off x="334434" y="1052515"/>
            <a:ext cx="11523133" cy="1708616"/>
          </a:xfrm>
        </p:spPr>
        <p:txBody>
          <a:bodyPr/>
          <a:lstStyle/>
          <a:p>
            <a:r>
              <a:rPr lang="zh-CN" altLang="en-US" sz="2800" dirty="0">
                <a:cs typeface="+mn-ea"/>
                <a:sym typeface="+mn-lt"/>
              </a:rPr>
              <a:t>网络层应该只提供在各种应用中广泛使用的一般服务，而具体的应用功能应该在较高的层在终端主机上实现</a:t>
            </a:r>
            <a:endParaRPr lang="en-US" altLang="zh-CN" sz="2800" dirty="0">
              <a:cs typeface="+mn-ea"/>
              <a:sym typeface="+mn-lt"/>
            </a:endParaRPr>
          </a:p>
          <a:p>
            <a:r>
              <a:rPr lang="zh-CN" altLang="en-US" sz="2800" dirty="0"/>
              <a:t>应用程序在可靠性、吞吐量和延迟方面有不同的需求</a:t>
            </a:r>
            <a:endParaRPr lang="zh-CN" altLang="en-US" sz="2800" dirty="0"/>
          </a:p>
          <a:p>
            <a:endParaRPr lang="zh-CN" altLang="en-US" sz="2800" dirty="0"/>
          </a:p>
        </p:txBody>
      </p:sp>
      <p:sp>
        <p:nvSpPr>
          <p:cNvPr id="4" name="灯片编号占位符 3"/>
          <p:cNvSpPr>
            <a:spLocks noGrp="1"/>
          </p:cNvSpPr>
          <p:nvPr>
            <p:ph type="sldNum" sz="quarter" idx="12"/>
          </p:nvPr>
        </p:nvSpPr>
        <p:spPr/>
        <p:txBody>
          <a:bodyPr/>
          <a:lstStyle/>
          <a:p>
            <a:pPr>
              <a:defRPr/>
            </a:pPr>
            <a:fld id="{816960B2-2B11-492C-B588-5290E1274F96}" type="slidenum">
              <a:rPr lang="en-US" altLang="zh-CN" smtClean="0"/>
            </a:fld>
            <a:endParaRPr lang="en-US" altLang="zh-CN" dirty="0"/>
          </a:p>
        </p:txBody>
      </p:sp>
      <p:sp>
        <p:nvSpPr>
          <p:cNvPr id="5" name="文本框 4"/>
          <p:cNvSpPr txBox="1"/>
          <p:nvPr/>
        </p:nvSpPr>
        <p:spPr>
          <a:xfrm>
            <a:off x="3762909" y="2531127"/>
            <a:ext cx="2405439" cy="724109"/>
          </a:xfrm>
          <a:prstGeom prst="rect">
            <a:avLst/>
          </a:prstGeom>
          <a:noFill/>
        </p:spPr>
        <p:txBody>
          <a:bodyPr wrap="square" rtlCol="0">
            <a:spAutoFit/>
          </a:bodyPr>
          <a:lstStyle/>
          <a:p>
            <a:pPr>
              <a:lnSpc>
                <a:spcPct val="120000"/>
              </a:lnSpc>
            </a:pPr>
            <a:r>
              <a:rPr lang="zh-CN" altLang="en-US" sz="1800" dirty="0">
                <a:latin typeface="微软雅黑 Light" panose="020B0502040204020203" pitchFamily="34" charset="-122"/>
                <a:ea typeface="微软雅黑 Light" panose="020B0502040204020203" pitchFamily="34" charset="-122"/>
                <a:cs typeface="+mn-ea"/>
                <a:sym typeface="+mn-lt"/>
              </a:rPr>
              <a:t>要求可靠性的应用，对时延的敏感度低</a:t>
            </a:r>
            <a:endParaRPr lang="zh-CN" altLang="en-US" sz="1800" dirty="0">
              <a:latin typeface="微软雅黑 Light" panose="020B0502040204020203" pitchFamily="34" charset="-122"/>
              <a:ea typeface="微软雅黑 Light" panose="020B0502040204020203" pitchFamily="34" charset="-122"/>
              <a:cs typeface="+mn-ea"/>
              <a:sym typeface="+mn-lt"/>
            </a:endParaRPr>
          </a:p>
        </p:txBody>
      </p:sp>
      <p:sp>
        <p:nvSpPr>
          <p:cNvPr id="6" name="文本框 5"/>
          <p:cNvSpPr txBox="1"/>
          <p:nvPr/>
        </p:nvSpPr>
        <p:spPr>
          <a:xfrm>
            <a:off x="6338971" y="2523427"/>
            <a:ext cx="2997729" cy="724109"/>
          </a:xfrm>
          <a:prstGeom prst="rect">
            <a:avLst/>
          </a:prstGeom>
          <a:noFill/>
        </p:spPr>
        <p:txBody>
          <a:bodyPr wrap="square" rtlCol="0">
            <a:spAutoFit/>
          </a:bodyPr>
          <a:lstStyle/>
          <a:p>
            <a:pPr>
              <a:lnSpc>
                <a:spcPct val="120000"/>
              </a:lnSpc>
            </a:pPr>
            <a:r>
              <a:rPr lang="zh-CN" altLang="en-US" sz="1800" dirty="0">
                <a:latin typeface="微软雅黑 Light" panose="020B0502040204020203" pitchFamily="34" charset="-122"/>
                <a:ea typeface="微软雅黑 Light" panose="020B0502040204020203" pitchFamily="34" charset="-122"/>
                <a:cs typeface="+mn-ea"/>
                <a:sym typeface="+mn-lt"/>
              </a:rPr>
              <a:t>要求低时延</a:t>
            </a:r>
            <a:r>
              <a:rPr lang="en-US" altLang="zh-CN" sz="1800" dirty="0">
                <a:latin typeface="微软雅黑 Light" panose="020B0502040204020203" pitchFamily="34" charset="-122"/>
                <a:ea typeface="微软雅黑 Light" panose="020B0502040204020203" pitchFamily="34" charset="-122"/>
                <a:cs typeface="+mn-ea"/>
                <a:sym typeface="+mn-lt"/>
              </a:rPr>
              <a:t>/</a:t>
            </a:r>
            <a:r>
              <a:rPr lang="zh-CN" altLang="en-US" sz="1800" dirty="0">
                <a:latin typeface="微软雅黑 Light" panose="020B0502040204020203" pitchFamily="34" charset="-122"/>
                <a:ea typeface="微软雅黑 Light" panose="020B0502040204020203" pitchFamily="34" charset="-122"/>
                <a:cs typeface="+mn-ea"/>
                <a:sym typeface="+mn-lt"/>
              </a:rPr>
              <a:t>抖动的应用，可以容忍一定程度数据损失</a:t>
            </a:r>
            <a:endParaRPr lang="zh-CN" altLang="en-US" sz="1800" dirty="0">
              <a:latin typeface="微软雅黑 Light" panose="020B0502040204020203" pitchFamily="34" charset="-122"/>
              <a:ea typeface="微软雅黑 Light" panose="020B0502040204020203" pitchFamily="34" charset="-122"/>
              <a:cs typeface="+mn-ea"/>
              <a:sym typeface="+mn-lt"/>
            </a:endParaRPr>
          </a:p>
        </p:txBody>
      </p:sp>
      <p:sp>
        <p:nvSpPr>
          <p:cNvPr id="7" name="矩形 6"/>
          <p:cNvSpPr/>
          <p:nvPr/>
        </p:nvSpPr>
        <p:spPr>
          <a:xfrm>
            <a:off x="3215680" y="4598403"/>
            <a:ext cx="6120000" cy="395844"/>
          </a:xfrm>
          <a:prstGeom prst="rect">
            <a:avLst/>
          </a:prstGeom>
          <a:solidFill>
            <a:schemeClr val="accent1"/>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lnSpc>
                <a:spcPct val="120000"/>
              </a:lnSpc>
            </a:pPr>
            <a:r>
              <a:rPr lang="zh-CN" altLang="en-US" dirty="0">
                <a:solidFill>
                  <a:schemeClr val="tx1"/>
                </a:solidFill>
                <a:latin typeface="微软雅黑 Light" panose="020B0502040204020203" pitchFamily="34" charset="-122"/>
                <a:ea typeface="微软雅黑 Light" panose="020B0502040204020203" pitchFamily="34" charset="-122"/>
                <a:cs typeface="+mn-ea"/>
                <a:sym typeface="+mn-lt"/>
              </a:rPr>
              <a:t>无连接的尽力服务</a:t>
            </a:r>
            <a:endParaRPr lang="zh-CN" altLang="en-US" dirty="0">
              <a:solidFill>
                <a:schemeClr val="tx1"/>
              </a:solidFill>
              <a:latin typeface="微软雅黑 Light" panose="020B0502040204020203" pitchFamily="34" charset="-122"/>
              <a:ea typeface="微软雅黑 Light" panose="020B0502040204020203" pitchFamily="34" charset="-122"/>
              <a:cs typeface="+mn-ea"/>
              <a:sym typeface="+mn-lt"/>
            </a:endParaRPr>
          </a:p>
        </p:txBody>
      </p:sp>
      <p:sp>
        <p:nvSpPr>
          <p:cNvPr id="8" name="矩形 7"/>
          <p:cNvSpPr/>
          <p:nvPr/>
        </p:nvSpPr>
        <p:spPr>
          <a:xfrm>
            <a:off x="3215680" y="3212976"/>
            <a:ext cx="6120000" cy="67397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latin typeface="微软雅黑 Light" panose="020B0502040204020203" pitchFamily="34" charset="-122"/>
              <a:ea typeface="微软雅黑 Light" panose="020B0502040204020203" pitchFamily="34" charset="-122"/>
              <a:cs typeface="+mn-ea"/>
              <a:sym typeface="+mn-lt"/>
            </a:endParaRPr>
          </a:p>
        </p:txBody>
      </p:sp>
      <p:sp>
        <p:nvSpPr>
          <p:cNvPr id="9" name="文本框 8"/>
          <p:cNvSpPr txBox="1"/>
          <p:nvPr/>
        </p:nvSpPr>
        <p:spPr>
          <a:xfrm>
            <a:off x="2017380" y="3365679"/>
            <a:ext cx="954107" cy="432362"/>
          </a:xfrm>
          <a:prstGeom prst="rect">
            <a:avLst/>
          </a:prstGeom>
          <a:noFill/>
        </p:spPr>
        <p:txBody>
          <a:bodyPr wrap="none" rtlCol="0">
            <a:spAutoFit/>
          </a:bodyPr>
          <a:lstStyle/>
          <a:p>
            <a:pPr>
              <a:lnSpc>
                <a:spcPct val="120000"/>
              </a:lnSpc>
            </a:pPr>
            <a:r>
              <a:rPr lang="zh-CN" altLang="en-US" dirty="0">
                <a:latin typeface="微软雅黑 Light" panose="020B0502040204020203" pitchFamily="34" charset="-122"/>
                <a:ea typeface="微软雅黑 Light" panose="020B0502040204020203" pitchFamily="34" charset="-122"/>
                <a:cs typeface="+mn-ea"/>
                <a:sym typeface="+mn-lt"/>
              </a:rPr>
              <a:t>应用层</a:t>
            </a:r>
            <a:endParaRPr lang="zh-CN" altLang="en-US" dirty="0">
              <a:latin typeface="微软雅黑 Light" panose="020B0502040204020203" pitchFamily="34" charset="-122"/>
              <a:ea typeface="微软雅黑 Light" panose="020B0502040204020203" pitchFamily="34" charset="-122"/>
              <a:cs typeface="+mn-ea"/>
              <a:sym typeface="+mn-lt"/>
            </a:endParaRPr>
          </a:p>
        </p:txBody>
      </p:sp>
      <p:sp>
        <p:nvSpPr>
          <p:cNvPr id="10" name="文本框 9"/>
          <p:cNvSpPr txBox="1"/>
          <p:nvPr/>
        </p:nvSpPr>
        <p:spPr>
          <a:xfrm>
            <a:off x="2022357" y="4611659"/>
            <a:ext cx="954107" cy="432362"/>
          </a:xfrm>
          <a:prstGeom prst="rect">
            <a:avLst/>
          </a:prstGeom>
          <a:noFill/>
        </p:spPr>
        <p:txBody>
          <a:bodyPr wrap="none" rtlCol="0">
            <a:spAutoFit/>
          </a:bodyPr>
          <a:lstStyle/>
          <a:p>
            <a:pPr>
              <a:lnSpc>
                <a:spcPct val="120000"/>
              </a:lnSpc>
            </a:pPr>
            <a:r>
              <a:rPr lang="zh-CN" altLang="en-US" dirty="0">
                <a:latin typeface="微软雅黑 Light" panose="020B0502040204020203" pitchFamily="34" charset="-122"/>
                <a:ea typeface="微软雅黑 Light" panose="020B0502040204020203" pitchFamily="34" charset="-122"/>
                <a:cs typeface="+mn-ea"/>
                <a:sym typeface="+mn-lt"/>
              </a:rPr>
              <a:t>网络层</a:t>
            </a:r>
            <a:endParaRPr lang="zh-CN" altLang="en-US" dirty="0">
              <a:latin typeface="微软雅黑 Light" panose="020B0502040204020203" pitchFamily="34" charset="-122"/>
              <a:ea typeface="微软雅黑 Light" panose="020B0502040204020203" pitchFamily="34" charset="-122"/>
              <a:cs typeface="+mn-ea"/>
              <a:sym typeface="+mn-lt"/>
            </a:endParaRPr>
          </a:p>
        </p:txBody>
      </p:sp>
      <p:sp>
        <p:nvSpPr>
          <p:cNvPr id="11" name="文本框 10"/>
          <p:cNvSpPr txBox="1"/>
          <p:nvPr/>
        </p:nvSpPr>
        <p:spPr>
          <a:xfrm>
            <a:off x="3825439" y="3375140"/>
            <a:ext cx="2031325" cy="43018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spAutoFit/>
          </a:bodyPr>
          <a:lstStyle/>
          <a:p>
            <a:pPr algn="ctr">
              <a:lnSpc>
                <a:spcPct val="120000"/>
              </a:lnSpc>
            </a:pPr>
            <a:r>
              <a:rPr lang="en-US" altLang="zh-CN" dirty="0">
                <a:solidFill>
                  <a:schemeClr val="tx2"/>
                </a:solidFill>
                <a:latin typeface="微软雅黑 Light" panose="020B0502040204020203" pitchFamily="34" charset="-122"/>
                <a:ea typeface="微软雅黑 Light" panose="020B0502040204020203" pitchFamily="34" charset="-122"/>
                <a:cs typeface="+mn-ea"/>
                <a:sym typeface="+mn-lt"/>
              </a:rPr>
              <a:t>FTP/email</a:t>
            </a:r>
            <a:r>
              <a:rPr lang="zh-CN" altLang="en-US" dirty="0">
                <a:solidFill>
                  <a:schemeClr val="tx2"/>
                </a:solidFill>
                <a:latin typeface="微软雅黑 Light" panose="020B0502040204020203" pitchFamily="34" charset="-122"/>
                <a:ea typeface="微软雅黑 Light" panose="020B0502040204020203" pitchFamily="34" charset="-122"/>
                <a:cs typeface="+mn-ea"/>
                <a:sym typeface="+mn-lt"/>
              </a:rPr>
              <a:t>等</a:t>
            </a:r>
            <a:endParaRPr lang="zh-CN" altLang="en-US" dirty="0">
              <a:solidFill>
                <a:schemeClr val="tx2"/>
              </a:solidFill>
              <a:latin typeface="微软雅黑 Light" panose="020B0502040204020203" pitchFamily="34" charset="-122"/>
              <a:ea typeface="微软雅黑 Light" panose="020B0502040204020203" pitchFamily="34" charset="-122"/>
              <a:cs typeface="+mn-ea"/>
              <a:sym typeface="+mn-lt"/>
            </a:endParaRPr>
          </a:p>
        </p:txBody>
      </p:sp>
      <p:sp>
        <p:nvSpPr>
          <p:cNvPr id="12" name="文本框 11"/>
          <p:cNvSpPr txBox="1"/>
          <p:nvPr/>
        </p:nvSpPr>
        <p:spPr>
          <a:xfrm>
            <a:off x="6553629" y="3385391"/>
            <a:ext cx="2031325" cy="43018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spAutoFit/>
          </a:bodyPr>
          <a:lstStyle>
            <a:defPPr>
              <a:defRPr lang="zh-CN"/>
            </a:defPPr>
            <a:lvl1pPr algn="ctr">
              <a:lnSpc>
                <a:spcPct val="120000"/>
              </a:lnSpc>
              <a:defRPr>
                <a:solidFill>
                  <a:schemeClr val="tx2"/>
                </a:solidFill>
                <a:cs typeface="+mn-ea"/>
              </a:defRPr>
            </a:lvl1pPr>
          </a:lstStyle>
          <a:p>
            <a:r>
              <a:rPr lang="zh-CN" altLang="en-US" dirty="0">
                <a:latin typeface="微软雅黑 Light" panose="020B0502040204020203" pitchFamily="34" charset="-122"/>
                <a:ea typeface="微软雅黑 Light" panose="020B0502040204020203" pitchFamily="34" charset="-122"/>
                <a:sym typeface="+mn-lt"/>
              </a:rPr>
              <a:t>实时语音</a:t>
            </a:r>
            <a:r>
              <a:rPr lang="en-US" altLang="zh-CN" dirty="0">
                <a:latin typeface="微软雅黑 Light" panose="020B0502040204020203" pitchFamily="34" charset="-122"/>
                <a:ea typeface="微软雅黑 Light" panose="020B0502040204020203" pitchFamily="34" charset="-122"/>
                <a:sym typeface="+mn-lt"/>
              </a:rPr>
              <a:t>/</a:t>
            </a:r>
            <a:r>
              <a:rPr lang="zh-CN" altLang="en-US" dirty="0">
                <a:latin typeface="微软雅黑 Light" panose="020B0502040204020203" pitchFamily="34" charset="-122"/>
                <a:ea typeface="微软雅黑 Light" panose="020B0502040204020203" pitchFamily="34" charset="-122"/>
                <a:sym typeface="+mn-lt"/>
              </a:rPr>
              <a:t>视频</a:t>
            </a:r>
            <a:endParaRPr lang="zh-CN" altLang="en-US" dirty="0">
              <a:latin typeface="微软雅黑 Light" panose="020B0502040204020203" pitchFamily="34" charset="-122"/>
              <a:ea typeface="微软雅黑 Light" panose="020B0502040204020203" pitchFamily="34" charset="-122"/>
              <a:sym typeface="+mn-lt"/>
            </a:endParaRPr>
          </a:p>
        </p:txBody>
      </p:sp>
      <p:sp>
        <p:nvSpPr>
          <p:cNvPr id="13" name="矩形 12"/>
          <p:cNvSpPr/>
          <p:nvPr/>
        </p:nvSpPr>
        <p:spPr>
          <a:xfrm>
            <a:off x="3215680" y="3907158"/>
            <a:ext cx="6120000" cy="67397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latin typeface="微软雅黑 Light" panose="020B0502040204020203" pitchFamily="34" charset="-122"/>
              <a:ea typeface="微软雅黑 Light" panose="020B0502040204020203" pitchFamily="34" charset="-122"/>
              <a:cs typeface="+mn-ea"/>
              <a:sym typeface="+mn-lt"/>
            </a:endParaRPr>
          </a:p>
        </p:txBody>
      </p:sp>
      <p:sp>
        <p:nvSpPr>
          <p:cNvPr id="14" name="文本框 13"/>
          <p:cNvSpPr txBox="1"/>
          <p:nvPr/>
        </p:nvSpPr>
        <p:spPr>
          <a:xfrm>
            <a:off x="2017380" y="4037405"/>
            <a:ext cx="954107" cy="432362"/>
          </a:xfrm>
          <a:prstGeom prst="rect">
            <a:avLst/>
          </a:prstGeom>
          <a:noFill/>
        </p:spPr>
        <p:txBody>
          <a:bodyPr wrap="none" rtlCol="0">
            <a:spAutoFit/>
          </a:bodyPr>
          <a:lstStyle/>
          <a:p>
            <a:pPr>
              <a:lnSpc>
                <a:spcPct val="120000"/>
              </a:lnSpc>
            </a:pPr>
            <a:r>
              <a:rPr lang="zh-CN" altLang="en-US" dirty="0">
                <a:latin typeface="微软雅黑 Light" panose="020B0502040204020203" pitchFamily="34" charset="-122"/>
                <a:ea typeface="微软雅黑 Light" panose="020B0502040204020203" pitchFamily="34" charset="-122"/>
                <a:cs typeface="+mn-ea"/>
                <a:sym typeface="+mn-lt"/>
              </a:rPr>
              <a:t>传输层</a:t>
            </a:r>
            <a:endParaRPr lang="zh-CN" altLang="en-US" dirty="0">
              <a:latin typeface="微软雅黑 Light" panose="020B0502040204020203" pitchFamily="34" charset="-122"/>
              <a:ea typeface="微软雅黑 Light" panose="020B0502040204020203" pitchFamily="34" charset="-122"/>
              <a:cs typeface="+mn-ea"/>
              <a:sym typeface="+mn-lt"/>
            </a:endParaRPr>
          </a:p>
        </p:txBody>
      </p:sp>
      <p:sp>
        <p:nvSpPr>
          <p:cNvPr id="16" name="内容占位符 2"/>
          <p:cNvSpPr txBox="1"/>
          <p:nvPr/>
        </p:nvSpPr>
        <p:spPr>
          <a:xfrm>
            <a:off x="723071" y="5199158"/>
            <a:ext cx="10745858" cy="1280156"/>
          </a:xfrm>
          <a:prstGeom prst="rect">
            <a:avLst/>
          </a:prstGeom>
          <a:noFill/>
          <a:ln>
            <a:noFill/>
          </a:ln>
          <a:effectLst/>
        </p:spPr>
        <p:txBody>
          <a:bodyPr vert="horz" wrap="square" lIns="91440" tIns="45720" rIns="91440" bIns="45720" numCol="1" anchor="t" anchorCtr="0" compatLnSpc="1"/>
          <a:lstStyle>
            <a:lvl1pPr marL="285750" indent="-285750" eaLnBrk="1" hangingPunct="1">
              <a:spcBef>
                <a:spcPct val="20000"/>
              </a:spcBef>
              <a:buClr>
                <a:srgbClr val="C00000"/>
              </a:buClr>
              <a:buSzPct val="80000"/>
              <a:buFont typeface="Wingdings" panose="05000000000000000000" pitchFamily="2" charset="2"/>
              <a:buChar char="n"/>
              <a:defRPr sz="1800">
                <a:latin typeface="Times New Roman" panose="02020603050405020304" pitchFamily="18" charset="0"/>
                <a:ea typeface="微软雅黑" panose="020B0503020204020204" pitchFamily="34" charset="-122"/>
                <a:cs typeface="Times New Roman" panose="02020603050405020304" pitchFamily="18" charset="0"/>
              </a:defRPr>
            </a:lvl1pPr>
            <a:lvl2pPr marL="742950" indent="-285750" eaLnBrk="1" hangingPunct="1">
              <a:spcBef>
                <a:spcPct val="20000"/>
              </a:spcBef>
              <a:buClr>
                <a:srgbClr val="00C800"/>
              </a:buClr>
              <a:buSzPct val="80000"/>
              <a:buFont typeface="Wingdings" panose="05000000000000000000" pitchFamily="2" charset="2"/>
              <a:buChar char="n"/>
              <a:defRPr sz="2800">
                <a:latin typeface="Times New Roman" panose="02020603050405020304" pitchFamily="18" charset="0"/>
                <a:ea typeface="微软雅黑" panose="020B0503020204020204" pitchFamily="34" charset="-122"/>
                <a:cs typeface="Times New Roman" panose="02020603050405020304" pitchFamily="18" charset="0"/>
              </a:defRPr>
            </a:lvl2pPr>
            <a:lvl3pPr marL="1143000" indent="-228600" eaLnBrk="1" hangingPunct="1">
              <a:spcBef>
                <a:spcPct val="20000"/>
              </a:spcBef>
              <a:buClr>
                <a:srgbClr val="0000C8"/>
              </a:buClr>
              <a:buSzPct val="80000"/>
              <a:buFont typeface="Wingdings" panose="05000000000000000000" pitchFamily="2" charset="2"/>
              <a:buChar char="n"/>
              <a:defRPr sz="2400">
                <a:latin typeface="Times New Roman" panose="02020603050405020304" pitchFamily="18" charset="0"/>
                <a:ea typeface="微软雅黑" panose="020B0503020204020204" pitchFamily="34" charset="-122"/>
                <a:cs typeface="Times New Roman" panose="02020603050405020304" pitchFamily="18" charset="0"/>
              </a:defRPr>
            </a:lvl3pPr>
            <a:lvl4pPr marL="1600200" indent="-228600" eaLnBrk="1" hangingPunct="1">
              <a:spcBef>
                <a:spcPct val="20000"/>
              </a:spcBef>
              <a:buClr>
                <a:srgbClr val="FF7F00"/>
              </a:buClr>
              <a:buSzPct val="80000"/>
              <a:buFont typeface="Wingdings" panose="05000000000000000000" pitchFamily="2" charset="2"/>
              <a:buChar char="u"/>
              <a:defRPr>
                <a:latin typeface="Times New Roman" panose="02020603050405020304" pitchFamily="18" charset="0"/>
                <a:ea typeface="微软雅黑" panose="020B0503020204020204" pitchFamily="34" charset="-122"/>
                <a:cs typeface="Times New Roman" panose="02020603050405020304" pitchFamily="18" charset="0"/>
              </a:defRPr>
            </a:lvl4pPr>
            <a:lvl5pPr marL="2057400" indent="-228600" eaLnBrk="1" hangingPunct="1">
              <a:spcBef>
                <a:spcPct val="20000"/>
              </a:spcBef>
              <a:buSzPct val="80000"/>
              <a:buFont typeface="Wingdings" panose="05000000000000000000" pitchFamily="2" charset="2"/>
              <a:buChar char="Ø"/>
              <a:defRPr>
                <a:latin typeface="Times New Roman" panose="02020603050405020304" pitchFamily="18" charset="0"/>
                <a:ea typeface="微软雅黑" panose="020B0503020204020204" pitchFamily="34" charset="-122"/>
                <a:cs typeface="Times New Roman" panose="02020603050405020304" pitchFamily="18" charset="0"/>
              </a:defRPr>
            </a:lvl5pPr>
            <a:lvl6pPr marL="2514600" indent="-228600" fontAlgn="base">
              <a:spcBef>
                <a:spcPct val="20000"/>
              </a:spcBef>
              <a:spcAft>
                <a:spcPct val="0"/>
              </a:spcAft>
              <a:buSzPct val="80000"/>
              <a:buFont typeface="Wingdings" panose="05000000000000000000" pitchFamily="2" charset="2"/>
              <a:buChar char="Ø"/>
              <a:defRPr>
                <a:latin typeface="+mn-lt"/>
                <a:ea typeface="+mn-ea"/>
              </a:defRPr>
            </a:lvl6pPr>
            <a:lvl7pPr marL="2971800" indent="-228600" fontAlgn="base">
              <a:spcBef>
                <a:spcPct val="20000"/>
              </a:spcBef>
              <a:spcAft>
                <a:spcPct val="0"/>
              </a:spcAft>
              <a:buSzPct val="80000"/>
              <a:buFont typeface="Wingdings" panose="05000000000000000000" pitchFamily="2" charset="2"/>
              <a:buChar char="Ø"/>
              <a:defRPr>
                <a:latin typeface="+mn-lt"/>
                <a:ea typeface="+mn-ea"/>
              </a:defRPr>
            </a:lvl7pPr>
            <a:lvl8pPr marL="3429000" indent="-228600" fontAlgn="base">
              <a:spcBef>
                <a:spcPct val="20000"/>
              </a:spcBef>
              <a:spcAft>
                <a:spcPct val="0"/>
              </a:spcAft>
              <a:buSzPct val="80000"/>
              <a:buFont typeface="Wingdings" panose="05000000000000000000" pitchFamily="2" charset="2"/>
              <a:buChar char="Ø"/>
              <a:defRPr>
                <a:latin typeface="+mn-lt"/>
                <a:ea typeface="+mn-ea"/>
              </a:defRPr>
            </a:lvl8pPr>
            <a:lvl9pPr marL="3886200" indent="-228600" fontAlgn="base">
              <a:spcBef>
                <a:spcPct val="20000"/>
              </a:spcBef>
              <a:spcAft>
                <a:spcPct val="0"/>
              </a:spcAft>
              <a:buSzPct val="80000"/>
              <a:buFont typeface="Wingdings" panose="05000000000000000000" pitchFamily="2" charset="2"/>
              <a:buChar char="Ø"/>
              <a:defRPr>
                <a:latin typeface="+mn-lt"/>
                <a:ea typeface="+mn-ea"/>
              </a:defRPr>
            </a:lvl9pPr>
          </a:lstStyle>
          <a:p>
            <a:pPr lvl="1">
              <a:buClr>
                <a:schemeClr val="tx1"/>
              </a:buClr>
              <a:buFont typeface="Wingdings" panose="05000000000000000000" pitchFamily="2" charset="2"/>
              <a:buChar char="Ø"/>
            </a:pPr>
            <a:r>
              <a:rPr lang="zh-CN" altLang="en-US" sz="1800" dirty="0">
                <a:latin typeface="微软雅黑 Light" panose="020B0502040204020203" pitchFamily="34" charset="-122"/>
                <a:ea typeface="微软雅黑 Light" panose="020B0502040204020203" pitchFamily="34" charset="-122"/>
                <a:sym typeface="+mn-lt"/>
              </a:rPr>
              <a:t>在网络层提供虚电路服务不能有效地支持那些不需要连接或可靠性的应用，甚至可能排除那些受时延增加影响的应用（如语音的实时传递）</a:t>
            </a:r>
            <a:endParaRPr lang="en-US" altLang="zh-CN" sz="1800" dirty="0">
              <a:latin typeface="微软雅黑 Light" panose="020B0502040204020203" pitchFamily="34" charset="-122"/>
              <a:ea typeface="微软雅黑 Light" panose="020B0502040204020203" pitchFamily="34" charset="-122"/>
              <a:sym typeface="+mn-lt"/>
            </a:endParaRPr>
          </a:p>
          <a:p>
            <a:pPr lvl="1">
              <a:buClr>
                <a:schemeClr val="tx1"/>
              </a:buClr>
              <a:buFont typeface="Wingdings" panose="05000000000000000000" pitchFamily="2" charset="2"/>
              <a:buChar char="Ø"/>
            </a:pPr>
            <a:r>
              <a:rPr lang="zh-CN" altLang="en-US" sz="1800" dirty="0">
                <a:latin typeface="微软雅黑 Light" panose="020B0502040204020203" pitchFamily="34" charset="-122"/>
                <a:ea typeface="微软雅黑 Light" panose="020B0502040204020203" pitchFamily="34" charset="-122"/>
                <a:sym typeface="+mn-lt"/>
              </a:rPr>
              <a:t>终端主机的高层协议无法在网络层虚电路的基础上构建高效的数据报服务，网络层引入的时延和开销无法在更高的层中消除</a:t>
            </a:r>
            <a:endParaRPr lang="zh-CN" altLang="en-US" sz="1800" dirty="0">
              <a:latin typeface="微软雅黑 Light" panose="020B0502040204020203" pitchFamily="34" charset="-122"/>
              <a:ea typeface="微软雅黑 Light" panose="020B0502040204020203" pitchFamily="34" charset="-122"/>
              <a:sym typeface="+mn-lt"/>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无连接服务的优点</a:t>
            </a:r>
            <a:endParaRPr lang="zh-CN" altLang="en-US" dirty="0"/>
          </a:p>
        </p:txBody>
      </p:sp>
      <p:sp>
        <p:nvSpPr>
          <p:cNvPr id="3" name="内容占位符 2"/>
          <p:cNvSpPr>
            <a:spLocks noGrp="1"/>
          </p:cNvSpPr>
          <p:nvPr>
            <p:ph idx="1"/>
          </p:nvPr>
        </p:nvSpPr>
        <p:spPr/>
        <p:txBody>
          <a:bodyPr/>
          <a:lstStyle/>
          <a:p>
            <a:r>
              <a:rPr lang="zh-CN" altLang="en-US" sz="2800" dirty="0"/>
              <a:t>网络层不提供端到端的可靠传输服务，网络中的设备不必维护和保存海量的连接状态</a:t>
            </a:r>
            <a:endParaRPr lang="en-US" altLang="zh-CN" sz="2800" dirty="0"/>
          </a:p>
          <a:p>
            <a:pPr lvl="1"/>
            <a:r>
              <a:rPr lang="zh-CN" altLang="en-US" sz="2400" dirty="0"/>
              <a:t>可以降低网络设备的技术复杂度，从而降低网络设备的成本及价格（与传统电信网的设备相比较）</a:t>
            </a:r>
            <a:endParaRPr lang="zh-CN" altLang="en-US" sz="2400" dirty="0"/>
          </a:p>
          <a:p>
            <a:r>
              <a:rPr lang="zh-CN" altLang="en-US" dirty="0"/>
              <a:t>提供</a:t>
            </a:r>
            <a:r>
              <a:rPr lang="zh-CN" altLang="en-US" sz="2800" dirty="0"/>
              <a:t>无连接服务的网络层可以满足所有应用的需求，并提高网络的生存能力，降低网络的造价</a:t>
            </a:r>
            <a:endParaRPr lang="zh-CN" altLang="en-US" sz="2800" dirty="0"/>
          </a:p>
          <a:p>
            <a:r>
              <a:rPr lang="zh-CN" altLang="en-US" sz="2800" dirty="0"/>
              <a:t>对于需要可靠性交付的应用，传输层在网络层提供的无连接服务的基础上，通过差错处理、流量控制、超时重传等机制实现可靠的通信，并在终端上实现</a:t>
            </a:r>
            <a:endParaRPr lang="zh-CN" altLang="en-US" sz="2800" dirty="0"/>
          </a:p>
          <a:p>
            <a:r>
              <a:rPr lang="zh-CN" altLang="en-US" sz="2800" dirty="0"/>
              <a:t>因特网发展到今日的规模，充分证明了当初采用分层设计思想和端到端设计原则的正确性 </a:t>
            </a:r>
            <a:endParaRPr lang="zh-CN" altLang="en-US" sz="2800" dirty="0"/>
          </a:p>
          <a:p>
            <a:endParaRPr lang="zh-CN" altLang="en-US" sz="2800" dirty="0"/>
          </a:p>
        </p:txBody>
      </p:sp>
      <p:sp>
        <p:nvSpPr>
          <p:cNvPr id="4" name="灯片编号占位符 3"/>
          <p:cNvSpPr>
            <a:spLocks noGrp="1"/>
          </p:cNvSpPr>
          <p:nvPr>
            <p:ph type="sldNum" sz="quarter" idx="12"/>
          </p:nvPr>
        </p:nvSpPr>
        <p:spPr/>
        <p:txBody>
          <a:bodyPr/>
          <a:lstStyle/>
          <a:p>
            <a:pPr>
              <a:defRPr/>
            </a:pPr>
            <a:fld id="{816960B2-2B11-492C-B588-5290E1274F96}" type="slidenum">
              <a:rPr lang="en-US" altLang="zh-CN" smtClean="0"/>
            </a:fld>
            <a:endParaRPr lang="en-US" altLang="zh-CN"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334434" y="1052515"/>
            <a:ext cx="11523133" cy="1027390"/>
          </a:xfrm>
        </p:spPr>
        <p:txBody>
          <a:bodyPr/>
          <a:lstStyle/>
          <a:p>
            <a:r>
              <a:rPr lang="zh-CN" altLang="en-US" dirty="0">
                <a:cs typeface="+mn-ea"/>
                <a:sym typeface="+mn-lt"/>
              </a:rPr>
              <a:t>网络层互连设备主要是路由器</a:t>
            </a:r>
            <a:endParaRPr lang="zh-CN" altLang="en-US" dirty="0">
              <a:cs typeface="+mn-ea"/>
              <a:sym typeface="+mn-lt"/>
            </a:endParaRPr>
          </a:p>
        </p:txBody>
      </p:sp>
      <p:sp>
        <p:nvSpPr>
          <p:cNvPr id="4" name="灯片编号占位符 3"/>
          <p:cNvSpPr>
            <a:spLocks noGrp="1"/>
          </p:cNvSpPr>
          <p:nvPr>
            <p:ph type="sldNum" sz="quarter" idx="12"/>
          </p:nvPr>
        </p:nvSpPr>
        <p:spPr/>
        <p:txBody>
          <a:bodyPr/>
          <a:lstStyle/>
          <a:p>
            <a:pPr>
              <a:defRPr/>
            </a:pPr>
            <a:fld id="{816960B2-2B11-492C-B588-5290E1274F96}" type="slidenum">
              <a:rPr lang="en-US" altLang="zh-CN" smtClean="0"/>
            </a:fld>
            <a:endParaRPr lang="en-US" altLang="zh-CN" dirty="0"/>
          </a:p>
        </p:txBody>
      </p:sp>
      <p:graphicFrame>
        <p:nvGraphicFramePr>
          <p:cNvPr id="5" name="表格 4"/>
          <p:cNvGraphicFramePr>
            <a:graphicFrameLocks noGrp="1"/>
          </p:cNvGraphicFramePr>
          <p:nvPr/>
        </p:nvGraphicFramePr>
        <p:xfrm>
          <a:off x="1140810" y="2745422"/>
          <a:ext cx="1221862" cy="2094275"/>
        </p:xfrm>
        <a:graphic>
          <a:graphicData uri="http://schemas.openxmlformats.org/drawingml/2006/table">
            <a:tbl>
              <a:tblPr>
                <a:effectLst>
                  <a:outerShdw blurRad="50800" dist="38100" dir="2700000" algn="tl" rotWithShape="0">
                    <a:prstClr val="black">
                      <a:alpha val="40000"/>
                    </a:prstClr>
                  </a:outerShdw>
                </a:effectLst>
                <a:tableStyleId>{5C22544A-7EE6-4342-B048-85BDC9FD1C3A}</a:tableStyleId>
              </a:tblPr>
              <a:tblGrid>
                <a:gridCol w="1221862"/>
              </a:tblGrid>
              <a:tr h="418855">
                <a:tc>
                  <a:txBody>
                    <a:bodyPr/>
                    <a:lstStyle/>
                    <a:p>
                      <a:pPr marL="0" marR="0" indent="0" algn="ctr" defTabSz="914400" rtl="0" eaLnBrk="1" fontAlgn="auto" latinLnBrk="0" hangingPunct="1">
                        <a:lnSpc>
                          <a:spcPct val="120000"/>
                        </a:lnSpc>
                        <a:spcBef>
                          <a:spcPts val="0"/>
                        </a:spcBef>
                        <a:spcAft>
                          <a:spcPts val="0"/>
                        </a:spcAft>
                        <a:buClrTx/>
                        <a:buSzTx/>
                        <a:buFontTx/>
                        <a:buNone/>
                        <a:defRPr/>
                      </a:pPr>
                      <a:r>
                        <a:rPr lang="zh-CN" altLang="en-US" sz="1600" b="0" dirty="0">
                          <a:solidFill>
                            <a:schemeClr val="tx1"/>
                          </a:solidFill>
                          <a:latin typeface="微软雅黑 Light" panose="020B0502040204020203" pitchFamily="34" charset="-122"/>
                          <a:ea typeface="微软雅黑 Light" panose="020B0502040204020203" pitchFamily="34" charset="-122"/>
                          <a:cs typeface="+mn-ea"/>
                          <a:sym typeface="+mn-lt"/>
                        </a:rPr>
                        <a:t>应用层</a:t>
                      </a:r>
                      <a:endParaRPr lang="en-US" altLang="zh-CN" sz="1600" b="0" dirty="0">
                        <a:solidFill>
                          <a:schemeClr val="tx1"/>
                        </a:solidFill>
                        <a:latin typeface="微软雅黑 Light" panose="020B0502040204020203" pitchFamily="34" charset="-122"/>
                        <a:ea typeface="微软雅黑 Light" panose="020B0502040204020203" pitchFamily="34" charset="-122"/>
                        <a:cs typeface="+mn-ea"/>
                        <a:sym typeface="+mn-lt"/>
                      </a:endParaRP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lumMod val="40000"/>
                        <a:lumOff val="60000"/>
                      </a:schemeClr>
                    </a:solidFill>
                  </a:tcPr>
                </a:tc>
              </a:tr>
              <a:tr h="418855">
                <a:tc>
                  <a:txBody>
                    <a:bodyPr/>
                    <a:lstStyle/>
                    <a:p>
                      <a:pPr marL="0" marR="0" indent="0" algn="ctr" defTabSz="914400" rtl="0" eaLnBrk="1" fontAlgn="auto" latinLnBrk="0" hangingPunct="1">
                        <a:lnSpc>
                          <a:spcPct val="120000"/>
                        </a:lnSpc>
                        <a:spcBef>
                          <a:spcPts val="0"/>
                        </a:spcBef>
                        <a:spcAft>
                          <a:spcPts val="0"/>
                        </a:spcAft>
                        <a:buClrTx/>
                        <a:buSzTx/>
                        <a:buFontTx/>
                        <a:buNone/>
                        <a:defRPr/>
                      </a:pPr>
                      <a:r>
                        <a:rPr lang="zh-CN" altLang="en-US" sz="1600" b="0" dirty="0">
                          <a:solidFill>
                            <a:schemeClr val="tx1"/>
                          </a:solidFill>
                          <a:latin typeface="微软雅黑 Light" panose="020B0502040204020203" pitchFamily="34" charset="-122"/>
                          <a:ea typeface="微软雅黑 Light" panose="020B0502040204020203" pitchFamily="34" charset="-122"/>
                          <a:cs typeface="+mn-ea"/>
                          <a:sym typeface="+mn-lt"/>
                        </a:rPr>
                        <a:t>传输层</a:t>
                      </a:r>
                      <a:endParaRPr lang="en-US" altLang="zh-CN" sz="1600" b="0" dirty="0">
                        <a:solidFill>
                          <a:schemeClr val="tx1"/>
                        </a:solidFill>
                        <a:latin typeface="微软雅黑 Light" panose="020B0502040204020203" pitchFamily="34" charset="-122"/>
                        <a:ea typeface="微软雅黑 Light" panose="020B0502040204020203" pitchFamily="34" charset="-122"/>
                        <a:cs typeface="+mn-ea"/>
                        <a:sym typeface="+mn-lt"/>
                      </a:endParaRP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r>
              <a:tr h="418855">
                <a:tc>
                  <a:txBody>
                    <a:bodyPr/>
                    <a:lstStyle/>
                    <a:p>
                      <a:pPr marL="0" marR="0" indent="0" algn="ctr" defTabSz="914400" rtl="0" eaLnBrk="1" fontAlgn="auto" latinLnBrk="0" hangingPunct="1">
                        <a:lnSpc>
                          <a:spcPct val="120000"/>
                        </a:lnSpc>
                        <a:spcBef>
                          <a:spcPts val="0"/>
                        </a:spcBef>
                        <a:spcAft>
                          <a:spcPts val="0"/>
                        </a:spcAft>
                        <a:buClrTx/>
                        <a:buSzTx/>
                        <a:buFontTx/>
                        <a:buNone/>
                        <a:defRPr/>
                      </a:pPr>
                      <a:r>
                        <a:rPr lang="zh-CN" altLang="en-US" sz="1600" b="0" dirty="0">
                          <a:solidFill>
                            <a:schemeClr val="tx1"/>
                          </a:solidFill>
                          <a:latin typeface="微软雅黑 Light" panose="020B0502040204020203" pitchFamily="34" charset="-122"/>
                          <a:ea typeface="微软雅黑 Light" panose="020B0502040204020203" pitchFamily="34" charset="-122"/>
                          <a:cs typeface="+mn-ea"/>
                          <a:sym typeface="+mn-lt"/>
                        </a:rPr>
                        <a:t>网络层</a:t>
                      </a:r>
                      <a:endParaRPr lang="en-US" altLang="zh-CN" sz="1600" b="0" dirty="0">
                        <a:solidFill>
                          <a:schemeClr val="tx1"/>
                        </a:solidFill>
                        <a:latin typeface="微软雅黑 Light" panose="020B0502040204020203" pitchFamily="34" charset="-122"/>
                        <a:ea typeface="微软雅黑 Light" panose="020B0502040204020203" pitchFamily="34" charset="-122"/>
                        <a:cs typeface="+mn-ea"/>
                        <a:sym typeface="+mn-lt"/>
                      </a:endParaRP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75000"/>
                      </a:schemeClr>
                    </a:solidFill>
                  </a:tcPr>
                </a:tc>
              </a:tr>
              <a:tr h="418855">
                <a:tc>
                  <a:txBody>
                    <a:bodyPr/>
                    <a:lstStyle/>
                    <a:p>
                      <a:pPr marL="0" marR="0" indent="0" algn="ctr" defTabSz="914400" rtl="0" eaLnBrk="1" fontAlgn="auto" latinLnBrk="0" hangingPunct="1">
                        <a:lnSpc>
                          <a:spcPct val="120000"/>
                        </a:lnSpc>
                        <a:spcBef>
                          <a:spcPts val="0"/>
                        </a:spcBef>
                        <a:spcAft>
                          <a:spcPts val="0"/>
                        </a:spcAft>
                        <a:buClrTx/>
                        <a:buSzTx/>
                        <a:buFontTx/>
                        <a:buNone/>
                        <a:defRPr/>
                      </a:pPr>
                      <a:r>
                        <a:rPr lang="zh-CN" altLang="en-US" sz="1600" b="0" dirty="0">
                          <a:solidFill>
                            <a:schemeClr val="tx1"/>
                          </a:solidFill>
                          <a:latin typeface="微软雅黑 Light" panose="020B0502040204020203" pitchFamily="34" charset="-122"/>
                          <a:ea typeface="微软雅黑 Light" panose="020B0502040204020203" pitchFamily="34" charset="-122"/>
                          <a:cs typeface="+mn-ea"/>
                          <a:sym typeface="+mn-lt"/>
                        </a:rPr>
                        <a:t>数据链路层</a:t>
                      </a:r>
                      <a:endParaRPr lang="en-US" altLang="zh-CN" sz="1600" b="0" dirty="0">
                        <a:solidFill>
                          <a:schemeClr val="tx1"/>
                        </a:solidFill>
                        <a:latin typeface="微软雅黑 Light" panose="020B0502040204020203" pitchFamily="34" charset="-122"/>
                        <a:ea typeface="微软雅黑 Light" panose="020B0502040204020203" pitchFamily="34" charset="-122"/>
                        <a:cs typeface="+mn-ea"/>
                        <a:sym typeface="+mn-lt"/>
                      </a:endParaRP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75000"/>
                      </a:schemeClr>
                    </a:solidFill>
                  </a:tcPr>
                </a:tc>
              </a:tr>
              <a:tr h="418855">
                <a:tc>
                  <a:txBody>
                    <a:bodyPr/>
                    <a:lstStyle/>
                    <a:p>
                      <a:pPr marL="0" marR="0" indent="0" algn="ctr" defTabSz="914400" rtl="0" eaLnBrk="1" fontAlgn="auto" latinLnBrk="0" hangingPunct="1">
                        <a:lnSpc>
                          <a:spcPct val="120000"/>
                        </a:lnSpc>
                        <a:spcBef>
                          <a:spcPts val="0"/>
                        </a:spcBef>
                        <a:spcAft>
                          <a:spcPts val="0"/>
                        </a:spcAft>
                        <a:buClrTx/>
                        <a:buSzTx/>
                        <a:buFontTx/>
                        <a:buNone/>
                        <a:defRPr/>
                      </a:pPr>
                      <a:r>
                        <a:rPr lang="zh-CN" altLang="en-US" sz="1600" b="0" dirty="0">
                          <a:solidFill>
                            <a:schemeClr val="tx1"/>
                          </a:solidFill>
                          <a:latin typeface="微软雅黑 Light" panose="020B0502040204020203" pitchFamily="34" charset="-122"/>
                          <a:ea typeface="微软雅黑 Light" panose="020B0502040204020203" pitchFamily="34" charset="-122"/>
                          <a:cs typeface="+mn-ea"/>
                          <a:sym typeface="+mn-lt"/>
                        </a:rPr>
                        <a:t>物理层</a:t>
                      </a:r>
                      <a:endParaRPr lang="en-US" altLang="zh-CN" sz="1600" b="0" dirty="0">
                        <a:solidFill>
                          <a:schemeClr val="tx1"/>
                        </a:solidFill>
                        <a:latin typeface="微软雅黑 Light" panose="020B0502040204020203" pitchFamily="34" charset="-122"/>
                        <a:ea typeface="微软雅黑 Light" panose="020B0502040204020203" pitchFamily="34" charset="-122"/>
                        <a:cs typeface="+mn-ea"/>
                        <a:sym typeface="+mn-lt"/>
                      </a:endParaRP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75000"/>
                      </a:schemeClr>
                    </a:solidFill>
                  </a:tcPr>
                </a:tc>
              </a:tr>
            </a:tbl>
          </a:graphicData>
        </a:graphic>
      </p:graphicFrame>
      <p:graphicFrame>
        <p:nvGraphicFramePr>
          <p:cNvPr id="6" name="表格 5"/>
          <p:cNvGraphicFramePr>
            <a:graphicFrameLocks noGrp="1"/>
          </p:cNvGraphicFramePr>
          <p:nvPr/>
        </p:nvGraphicFramePr>
        <p:xfrm>
          <a:off x="7658730" y="3583132"/>
          <a:ext cx="1221862" cy="1256565"/>
        </p:xfrm>
        <a:graphic>
          <a:graphicData uri="http://schemas.openxmlformats.org/drawingml/2006/table">
            <a:tbl>
              <a:tblPr>
                <a:effectLst>
                  <a:outerShdw blurRad="50800" dist="38100" dir="2700000" algn="tl" rotWithShape="0">
                    <a:prstClr val="black">
                      <a:alpha val="40000"/>
                    </a:prstClr>
                  </a:outerShdw>
                </a:effectLst>
                <a:tableStyleId>{5C22544A-7EE6-4342-B048-85BDC9FD1C3A}</a:tableStyleId>
              </a:tblPr>
              <a:tblGrid>
                <a:gridCol w="1221862"/>
              </a:tblGrid>
              <a:tr h="418855">
                <a:tc>
                  <a:txBody>
                    <a:bodyPr/>
                    <a:lstStyle/>
                    <a:p>
                      <a:pPr marL="0" marR="0" indent="0" algn="ctr" defTabSz="914400" rtl="0" eaLnBrk="1" fontAlgn="auto" latinLnBrk="0" hangingPunct="1">
                        <a:lnSpc>
                          <a:spcPct val="120000"/>
                        </a:lnSpc>
                        <a:spcBef>
                          <a:spcPts val="0"/>
                        </a:spcBef>
                        <a:spcAft>
                          <a:spcPts val="0"/>
                        </a:spcAft>
                        <a:buClrTx/>
                        <a:buSzTx/>
                        <a:buFontTx/>
                        <a:buNone/>
                        <a:defRPr/>
                      </a:pPr>
                      <a:r>
                        <a:rPr lang="zh-CN" altLang="en-US" sz="1600" b="0" kern="1200" dirty="0">
                          <a:solidFill>
                            <a:schemeClr val="tx1"/>
                          </a:solidFill>
                          <a:latin typeface="微软雅黑 Light" panose="020B0502040204020203" pitchFamily="34" charset="-122"/>
                          <a:ea typeface="微软雅黑 Light" panose="020B0502040204020203" pitchFamily="34" charset="-122"/>
                          <a:cs typeface="+mn-ea"/>
                          <a:sym typeface="+mn-lt"/>
                        </a:rPr>
                        <a:t>网络层</a:t>
                      </a:r>
                      <a:endParaRPr lang="en-US" altLang="zh-CN" sz="1600" b="0" kern="1200" dirty="0">
                        <a:solidFill>
                          <a:schemeClr val="tx1"/>
                        </a:solidFill>
                        <a:latin typeface="微软雅黑 Light" panose="020B0502040204020203" pitchFamily="34" charset="-122"/>
                        <a:ea typeface="微软雅黑 Light" panose="020B0502040204020203" pitchFamily="34" charset="-122"/>
                        <a:cs typeface="+mn-ea"/>
                        <a:sym typeface="+mn-lt"/>
                      </a:endParaRP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75000"/>
                      </a:schemeClr>
                    </a:solidFill>
                  </a:tcPr>
                </a:tc>
              </a:tr>
              <a:tr h="418855">
                <a:tc>
                  <a:txBody>
                    <a:bodyPr/>
                    <a:lstStyle/>
                    <a:p>
                      <a:pPr marL="0" marR="0" indent="0" algn="ctr" defTabSz="914400" rtl="0" eaLnBrk="1" fontAlgn="auto" latinLnBrk="0" hangingPunct="1">
                        <a:lnSpc>
                          <a:spcPct val="120000"/>
                        </a:lnSpc>
                        <a:spcBef>
                          <a:spcPts val="0"/>
                        </a:spcBef>
                        <a:spcAft>
                          <a:spcPts val="0"/>
                        </a:spcAft>
                        <a:buClrTx/>
                        <a:buSzTx/>
                        <a:buFontTx/>
                        <a:buNone/>
                        <a:defRPr/>
                      </a:pPr>
                      <a:r>
                        <a:rPr lang="zh-CN" altLang="en-US" sz="1600" b="0" kern="1200" dirty="0">
                          <a:solidFill>
                            <a:schemeClr val="tx1"/>
                          </a:solidFill>
                          <a:latin typeface="微软雅黑 Light" panose="020B0502040204020203" pitchFamily="34" charset="-122"/>
                          <a:ea typeface="微软雅黑 Light" panose="020B0502040204020203" pitchFamily="34" charset="-122"/>
                          <a:cs typeface="+mn-ea"/>
                          <a:sym typeface="+mn-lt"/>
                        </a:rPr>
                        <a:t>数据链路层</a:t>
                      </a:r>
                      <a:endParaRPr lang="en-US" altLang="zh-CN" sz="1600" b="0" kern="1200" dirty="0">
                        <a:solidFill>
                          <a:schemeClr val="tx1"/>
                        </a:solidFill>
                        <a:latin typeface="微软雅黑 Light" panose="020B0502040204020203" pitchFamily="34" charset="-122"/>
                        <a:ea typeface="微软雅黑 Light" panose="020B0502040204020203" pitchFamily="34" charset="-122"/>
                        <a:cs typeface="+mn-ea"/>
                        <a:sym typeface="+mn-lt"/>
                      </a:endParaRP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75000"/>
                      </a:schemeClr>
                    </a:solidFill>
                  </a:tcPr>
                </a:tc>
              </a:tr>
              <a:tr h="418855">
                <a:tc>
                  <a:txBody>
                    <a:bodyPr/>
                    <a:lstStyle/>
                    <a:p>
                      <a:pPr marL="0" marR="0" indent="0" algn="ctr" defTabSz="914400" rtl="0" eaLnBrk="1" fontAlgn="auto" latinLnBrk="0" hangingPunct="1">
                        <a:lnSpc>
                          <a:spcPct val="120000"/>
                        </a:lnSpc>
                        <a:spcBef>
                          <a:spcPts val="0"/>
                        </a:spcBef>
                        <a:spcAft>
                          <a:spcPts val="0"/>
                        </a:spcAft>
                        <a:buClrTx/>
                        <a:buSzTx/>
                        <a:buFontTx/>
                        <a:buNone/>
                        <a:defRPr/>
                      </a:pPr>
                      <a:r>
                        <a:rPr lang="zh-CN" altLang="en-US" sz="1600" b="0" kern="1200" dirty="0">
                          <a:solidFill>
                            <a:schemeClr val="tx1"/>
                          </a:solidFill>
                          <a:latin typeface="微软雅黑 Light" panose="020B0502040204020203" pitchFamily="34" charset="-122"/>
                          <a:ea typeface="微软雅黑 Light" panose="020B0502040204020203" pitchFamily="34" charset="-122"/>
                          <a:cs typeface="+mn-ea"/>
                          <a:sym typeface="+mn-lt"/>
                        </a:rPr>
                        <a:t>物理层</a:t>
                      </a:r>
                      <a:endParaRPr lang="en-US" altLang="zh-CN" sz="1600" b="0" kern="1200" dirty="0">
                        <a:solidFill>
                          <a:schemeClr val="tx1"/>
                        </a:solidFill>
                        <a:latin typeface="微软雅黑 Light" panose="020B0502040204020203" pitchFamily="34" charset="-122"/>
                        <a:ea typeface="微软雅黑 Light" panose="020B0502040204020203" pitchFamily="34" charset="-122"/>
                        <a:cs typeface="+mn-ea"/>
                        <a:sym typeface="+mn-lt"/>
                      </a:endParaRP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75000"/>
                      </a:schemeClr>
                    </a:solidFill>
                  </a:tcPr>
                </a:tc>
              </a:tr>
            </a:tbl>
          </a:graphicData>
        </a:graphic>
      </p:graphicFrame>
      <p:graphicFrame>
        <p:nvGraphicFramePr>
          <p:cNvPr id="7" name="表格 6"/>
          <p:cNvGraphicFramePr>
            <a:graphicFrameLocks noGrp="1"/>
          </p:cNvGraphicFramePr>
          <p:nvPr/>
        </p:nvGraphicFramePr>
        <p:xfrm>
          <a:off x="9831371" y="2745422"/>
          <a:ext cx="1221862" cy="2094275"/>
        </p:xfrm>
        <a:graphic>
          <a:graphicData uri="http://schemas.openxmlformats.org/drawingml/2006/table">
            <a:tbl>
              <a:tblPr>
                <a:effectLst>
                  <a:outerShdw blurRad="50800" dist="38100" dir="2700000" algn="tl" rotWithShape="0">
                    <a:prstClr val="black">
                      <a:alpha val="40000"/>
                    </a:prstClr>
                  </a:outerShdw>
                </a:effectLst>
                <a:tableStyleId>{5C22544A-7EE6-4342-B048-85BDC9FD1C3A}</a:tableStyleId>
              </a:tblPr>
              <a:tblGrid>
                <a:gridCol w="1221862"/>
              </a:tblGrid>
              <a:tr h="418855">
                <a:tc>
                  <a:txBody>
                    <a:bodyPr/>
                    <a:lstStyle/>
                    <a:p>
                      <a:pPr marL="0" marR="0" indent="0" algn="ctr" defTabSz="914400" rtl="0" eaLnBrk="1" fontAlgn="auto" latinLnBrk="0" hangingPunct="1">
                        <a:lnSpc>
                          <a:spcPct val="120000"/>
                        </a:lnSpc>
                        <a:spcBef>
                          <a:spcPts val="0"/>
                        </a:spcBef>
                        <a:spcAft>
                          <a:spcPts val="0"/>
                        </a:spcAft>
                        <a:buClrTx/>
                        <a:buSzTx/>
                        <a:buFontTx/>
                        <a:buNone/>
                        <a:defRPr/>
                      </a:pPr>
                      <a:r>
                        <a:rPr lang="zh-CN" altLang="en-US" sz="1600" b="0" kern="1200" dirty="0">
                          <a:solidFill>
                            <a:schemeClr val="tx1"/>
                          </a:solidFill>
                          <a:latin typeface="微软雅黑 Light" panose="020B0502040204020203" pitchFamily="34" charset="-122"/>
                          <a:ea typeface="微软雅黑 Light" panose="020B0502040204020203" pitchFamily="34" charset="-122"/>
                          <a:cs typeface="+mn-ea"/>
                          <a:sym typeface="+mn-lt"/>
                        </a:rPr>
                        <a:t>应用层</a:t>
                      </a:r>
                      <a:endParaRPr lang="en-US" altLang="zh-CN" sz="1600" b="0" kern="1200" dirty="0">
                        <a:solidFill>
                          <a:schemeClr val="tx1"/>
                        </a:solidFill>
                        <a:latin typeface="微软雅黑 Light" panose="020B0502040204020203" pitchFamily="34" charset="-122"/>
                        <a:ea typeface="微软雅黑 Light" panose="020B0502040204020203" pitchFamily="34" charset="-122"/>
                        <a:cs typeface="+mn-ea"/>
                        <a:sym typeface="+mn-lt"/>
                      </a:endParaRP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lumMod val="40000"/>
                        <a:lumOff val="60000"/>
                      </a:schemeClr>
                    </a:solidFill>
                  </a:tcPr>
                </a:tc>
              </a:tr>
              <a:tr h="418855">
                <a:tc>
                  <a:txBody>
                    <a:bodyPr/>
                    <a:lstStyle/>
                    <a:p>
                      <a:pPr marL="0" marR="0" indent="0" algn="ctr" defTabSz="914400" rtl="0" eaLnBrk="1" fontAlgn="auto" latinLnBrk="0" hangingPunct="1">
                        <a:lnSpc>
                          <a:spcPct val="120000"/>
                        </a:lnSpc>
                        <a:spcBef>
                          <a:spcPts val="0"/>
                        </a:spcBef>
                        <a:spcAft>
                          <a:spcPts val="0"/>
                        </a:spcAft>
                        <a:buClrTx/>
                        <a:buSzTx/>
                        <a:buFontTx/>
                        <a:buNone/>
                        <a:defRPr/>
                      </a:pPr>
                      <a:r>
                        <a:rPr lang="zh-CN" altLang="en-US" sz="1600" b="0" kern="1200" dirty="0">
                          <a:solidFill>
                            <a:schemeClr val="tx1"/>
                          </a:solidFill>
                          <a:latin typeface="微软雅黑 Light" panose="020B0502040204020203" pitchFamily="34" charset="-122"/>
                          <a:ea typeface="微软雅黑 Light" panose="020B0502040204020203" pitchFamily="34" charset="-122"/>
                          <a:cs typeface="+mn-ea"/>
                          <a:sym typeface="+mn-lt"/>
                        </a:rPr>
                        <a:t>传输层</a:t>
                      </a:r>
                      <a:endParaRPr lang="en-US" altLang="zh-CN" sz="1600" b="0" kern="1200" dirty="0">
                        <a:solidFill>
                          <a:schemeClr val="tx1"/>
                        </a:solidFill>
                        <a:latin typeface="微软雅黑 Light" panose="020B0502040204020203" pitchFamily="34" charset="-122"/>
                        <a:ea typeface="微软雅黑 Light" panose="020B0502040204020203" pitchFamily="34" charset="-122"/>
                        <a:cs typeface="+mn-ea"/>
                        <a:sym typeface="+mn-lt"/>
                      </a:endParaRP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r>
              <a:tr h="418855">
                <a:tc>
                  <a:txBody>
                    <a:bodyPr/>
                    <a:lstStyle/>
                    <a:p>
                      <a:pPr marL="0" marR="0" indent="0" algn="ctr" defTabSz="914400" rtl="0" eaLnBrk="1" fontAlgn="auto" latinLnBrk="0" hangingPunct="1">
                        <a:lnSpc>
                          <a:spcPct val="120000"/>
                        </a:lnSpc>
                        <a:spcBef>
                          <a:spcPts val="0"/>
                        </a:spcBef>
                        <a:spcAft>
                          <a:spcPts val="0"/>
                        </a:spcAft>
                        <a:buClrTx/>
                        <a:buSzTx/>
                        <a:buFontTx/>
                        <a:buNone/>
                        <a:defRPr/>
                      </a:pPr>
                      <a:r>
                        <a:rPr lang="zh-CN" altLang="en-US" sz="1600" b="0" kern="1200" dirty="0">
                          <a:solidFill>
                            <a:schemeClr val="tx1"/>
                          </a:solidFill>
                          <a:latin typeface="微软雅黑 Light" panose="020B0502040204020203" pitchFamily="34" charset="-122"/>
                          <a:ea typeface="微软雅黑 Light" panose="020B0502040204020203" pitchFamily="34" charset="-122"/>
                          <a:cs typeface="+mn-ea"/>
                          <a:sym typeface="+mn-lt"/>
                        </a:rPr>
                        <a:t>网络层</a:t>
                      </a:r>
                      <a:endParaRPr lang="en-US" altLang="zh-CN" sz="1600" b="0" kern="1200" dirty="0">
                        <a:solidFill>
                          <a:schemeClr val="tx1"/>
                        </a:solidFill>
                        <a:latin typeface="微软雅黑 Light" panose="020B0502040204020203" pitchFamily="34" charset="-122"/>
                        <a:ea typeface="微软雅黑 Light" panose="020B0502040204020203" pitchFamily="34" charset="-122"/>
                        <a:cs typeface="+mn-ea"/>
                        <a:sym typeface="+mn-lt"/>
                      </a:endParaRP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75000"/>
                      </a:schemeClr>
                    </a:solidFill>
                  </a:tcPr>
                </a:tc>
              </a:tr>
              <a:tr h="418855">
                <a:tc>
                  <a:txBody>
                    <a:bodyPr/>
                    <a:lstStyle/>
                    <a:p>
                      <a:pPr marL="0" marR="0" indent="0" algn="ctr" defTabSz="914400" rtl="0" eaLnBrk="1" fontAlgn="auto" latinLnBrk="0" hangingPunct="1">
                        <a:lnSpc>
                          <a:spcPct val="120000"/>
                        </a:lnSpc>
                        <a:spcBef>
                          <a:spcPts val="0"/>
                        </a:spcBef>
                        <a:spcAft>
                          <a:spcPts val="0"/>
                        </a:spcAft>
                        <a:buClrTx/>
                        <a:buSzTx/>
                        <a:buFontTx/>
                        <a:buNone/>
                        <a:defRPr/>
                      </a:pPr>
                      <a:r>
                        <a:rPr lang="zh-CN" altLang="en-US" sz="1600" b="0" kern="1200" dirty="0">
                          <a:solidFill>
                            <a:schemeClr val="tx1"/>
                          </a:solidFill>
                          <a:latin typeface="微软雅黑 Light" panose="020B0502040204020203" pitchFamily="34" charset="-122"/>
                          <a:ea typeface="微软雅黑 Light" panose="020B0502040204020203" pitchFamily="34" charset="-122"/>
                          <a:cs typeface="+mn-ea"/>
                          <a:sym typeface="+mn-lt"/>
                        </a:rPr>
                        <a:t>数据链路层</a:t>
                      </a:r>
                      <a:endParaRPr lang="en-US" altLang="zh-CN" sz="1600" b="0" kern="1200" dirty="0">
                        <a:solidFill>
                          <a:schemeClr val="tx1"/>
                        </a:solidFill>
                        <a:latin typeface="微软雅黑 Light" panose="020B0502040204020203" pitchFamily="34" charset="-122"/>
                        <a:ea typeface="微软雅黑 Light" panose="020B0502040204020203" pitchFamily="34" charset="-122"/>
                        <a:cs typeface="+mn-ea"/>
                        <a:sym typeface="+mn-lt"/>
                      </a:endParaRP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75000"/>
                      </a:schemeClr>
                    </a:solidFill>
                  </a:tcPr>
                </a:tc>
              </a:tr>
              <a:tr h="418855">
                <a:tc>
                  <a:txBody>
                    <a:bodyPr/>
                    <a:lstStyle/>
                    <a:p>
                      <a:pPr marL="0" marR="0" indent="0" algn="ctr" defTabSz="914400" rtl="0" eaLnBrk="1" fontAlgn="auto" latinLnBrk="0" hangingPunct="1">
                        <a:lnSpc>
                          <a:spcPct val="120000"/>
                        </a:lnSpc>
                        <a:spcBef>
                          <a:spcPts val="0"/>
                        </a:spcBef>
                        <a:spcAft>
                          <a:spcPts val="0"/>
                        </a:spcAft>
                        <a:buClrTx/>
                        <a:buSzTx/>
                        <a:buFontTx/>
                        <a:buNone/>
                        <a:defRPr/>
                      </a:pPr>
                      <a:r>
                        <a:rPr lang="zh-CN" altLang="en-US" sz="1600" b="0" kern="1200" dirty="0">
                          <a:solidFill>
                            <a:schemeClr val="tx1"/>
                          </a:solidFill>
                          <a:latin typeface="微软雅黑 Light" panose="020B0502040204020203" pitchFamily="34" charset="-122"/>
                          <a:ea typeface="微软雅黑 Light" panose="020B0502040204020203" pitchFamily="34" charset="-122"/>
                          <a:cs typeface="+mn-ea"/>
                          <a:sym typeface="+mn-lt"/>
                        </a:rPr>
                        <a:t>物理层</a:t>
                      </a:r>
                      <a:endParaRPr lang="en-US" altLang="zh-CN" sz="1600" b="0" kern="1200" dirty="0">
                        <a:solidFill>
                          <a:schemeClr val="tx1"/>
                        </a:solidFill>
                        <a:latin typeface="微软雅黑 Light" panose="020B0502040204020203" pitchFamily="34" charset="-122"/>
                        <a:ea typeface="微软雅黑 Light" panose="020B0502040204020203" pitchFamily="34" charset="-122"/>
                        <a:cs typeface="+mn-ea"/>
                        <a:sym typeface="+mn-lt"/>
                      </a:endParaRP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75000"/>
                      </a:schemeClr>
                    </a:solidFill>
                  </a:tcPr>
                </a:tc>
              </a:tr>
            </a:tbl>
          </a:graphicData>
        </a:graphic>
      </p:graphicFrame>
      <p:graphicFrame>
        <p:nvGraphicFramePr>
          <p:cNvPr id="8" name="表格 7"/>
          <p:cNvGraphicFramePr>
            <a:graphicFrameLocks noGrp="1"/>
          </p:cNvGraphicFramePr>
          <p:nvPr/>
        </p:nvGraphicFramePr>
        <p:xfrm>
          <a:off x="5486090" y="4001987"/>
          <a:ext cx="1221862" cy="837710"/>
        </p:xfrm>
        <a:graphic>
          <a:graphicData uri="http://schemas.openxmlformats.org/drawingml/2006/table">
            <a:tbl>
              <a:tblPr>
                <a:effectLst>
                  <a:outerShdw blurRad="50800" dist="38100" dir="2700000" algn="tl" rotWithShape="0">
                    <a:prstClr val="black">
                      <a:alpha val="40000"/>
                    </a:prstClr>
                  </a:outerShdw>
                </a:effectLst>
                <a:tableStyleId>{5C22544A-7EE6-4342-B048-85BDC9FD1C3A}</a:tableStyleId>
              </a:tblPr>
              <a:tblGrid>
                <a:gridCol w="1221862"/>
              </a:tblGrid>
              <a:tr h="418855">
                <a:tc>
                  <a:txBody>
                    <a:bodyPr/>
                    <a:lstStyle/>
                    <a:p>
                      <a:pPr marL="0" marR="0" indent="0" algn="ctr" defTabSz="914400" rtl="0" eaLnBrk="1" fontAlgn="auto" latinLnBrk="0" hangingPunct="1">
                        <a:lnSpc>
                          <a:spcPct val="120000"/>
                        </a:lnSpc>
                        <a:spcBef>
                          <a:spcPts val="0"/>
                        </a:spcBef>
                        <a:spcAft>
                          <a:spcPts val="0"/>
                        </a:spcAft>
                        <a:buClrTx/>
                        <a:buSzTx/>
                        <a:buFontTx/>
                        <a:buNone/>
                        <a:defRPr/>
                      </a:pPr>
                      <a:r>
                        <a:rPr lang="zh-CN" altLang="en-US" sz="1600" b="0" kern="1200" dirty="0">
                          <a:solidFill>
                            <a:schemeClr val="tx1"/>
                          </a:solidFill>
                          <a:latin typeface="微软雅黑 Light" panose="020B0502040204020203" pitchFamily="34" charset="-122"/>
                          <a:ea typeface="微软雅黑 Light" panose="020B0502040204020203" pitchFamily="34" charset="-122"/>
                          <a:cs typeface="+mn-ea"/>
                          <a:sym typeface="+mn-lt"/>
                        </a:rPr>
                        <a:t>数据链路层</a:t>
                      </a:r>
                      <a:endParaRPr lang="en-US" altLang="zh-CN" sz="1600" b="0" kern="1200" dirty="0">
                        <a:solidFill>
                          <a:schemeClr val="tx1"/>
                        </a:solidFill>
                        <a:latin typeface="微软雅黑 Light" panose="020B0502040204020203" pitchFamily="34" charset="-122"/>
                        <a:ea typeface="微软雅黑 Light" panose="020B0502040204020203" pitchFamily="34" charset="-122"/>
                        <a:cs typeface="+mn-ea"/>
                        <a:sym typeface="+mn-lt"/>
                      </a:endParaRP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75000"/>
                      </a:schemeClr>
                    </a:solidFill>
                  </a:tcPr>
                </a:tc>
              </a:tr>
              <a:tr h="418855">
                <a:tc>
                  <a:txBody>
                    <a:bodyPr/>
                    <a:lstStyle/>
                    <a:p>
                      <a:pPr marL="0" marR="0" indent="0" algn="ctr" defTabSz="914400" rtl="0" eaLnBrk="1" fontAlgn="auto" latinLnBrk="0" hangingPunct="1">
                        <a:lnSpc>
                          <a:spcPct val="120000"/>
                        </a:lnSpc>
                        <a:spcBef>
                          <a:spcPts val="0"/>
                        </a:spcBef>
                        <a:spcAft>
                          <a:spcPts val="0"/>
                        </a:spcAft>
                        <a:buClrTx/>
                        <a:buSzTx/>
                        <a:buFontTx/>
                        <a:buNone/>
                        <a:defRPr/>
                      </a:pPr>
                      <a:r>
                        <a:rPr lang="zh-CN" altLang="en-US" sz="1600" b="0" kern="1200" dirty="0">
                          <a:solidFill>
                            <a:schemeClr val="tx1"/>
                          </a:solidFill>
                          <a:latin typeface="微软雅黑 Light" panose="020B0502040204020203" pitchFamily="34" charset="-122"/>
                          <a:ea typeface="微软雅黑 Light" panose="020B0502040204020203" pitchFamily="34" charset="-122"/>
                          <a:cs typeface="+mn-ea"/>
                          <a:sym typeface="+mn-lt"/>
                        </a:rPr>
                        <a:t>物理层</a:t>
                      </a:r>
                      <a:endParaRPr lang="en-US" altLang="zh-CN" sz="1600" b="0" kern="1200" dirty="0">
                        <a:solidFill>
                          <a:schemeClr val="tx1"/>
                        </a:solidFill>
                        <a:latin typeface="微软雅黑 Light" panose="020B0502040204020203" pitchFamily="34" charset="-122"/>
                        <a:ea typeface="微软雅黑 Light" panose="020B0502040204020203" pitchFamily="34" charset="-122"/>
                        <a:cs typeface="+mn-ea"/>
                        <a:sym typeface="+mn-lt"/>
                      </a:endParaRP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75000"/>
                      </a:schemeClr>
                    </a:solidFill>
                  </a:tcPr>
                </a:tc>
              </a:tr>
            </a:tbl>
          </a:graphicData>
        </a:graphic>
      </p:graphicFrame>
      <p:graphicFrame>
        <p:nvGraphicFramePr>
          <p:cNvPr id="9" name="表格 8"/>
          <p:cNvGraphicFramePr>
            <a:graphicFrameLocks noGrp="1"/>
          </p:cNvGraphicFramePr>
          <p:nvPr/>
        </p:nvGraphicFramePr>
        <p:xfrm>
          <a:off x="3313450" y="4420842"/>
          <a:ext cx="1221862" cy="418855"/>
        </p:xfrm>
        <a:graphic>
          <a:graphicData uri="http://schemas.openxmlformats.org/drawingml/2006/table">
            <a:tbl>
              <a:tblPr>
                <a:effectLst>
                  <a:outerShdw blurRad="50800" dist="38100" dir="2700000" algn="tl" rotWithShape="0">
                    <a:prstClr val="black">
                      <a:alpha val="40000"/>
                    </a:prstClr>
                  </a:outerShdw>
                </a:effectLst>
                <a:tableStyleId>{5C22544A-7EE6-4342-B048-85BDC9FD1C3A}</a:tableStyleId>
              </a:tblPr>
              <a:tblGrid>
                <a:gridCol w="1221862"/>
              </a:tblGrid>
              <a:tr h="418855">
                <a:tc>
                  <a:txBody>
                    <a:bodyPr/>
                    <a:lstStyle/>
                    <a:p>
                      <a:pPr marL="0" marR="0" indent="0" algn="ctr" defTabSz="914400" rtl="0" eaLnBrk="1" fontAlgn="auto" latinLnBrk="0" hangingPunct="1">
                        <a:lnSpc>
                          <a:spcPct val="120000"/>
                        </a:lnSpc>
                        <a:spcBef>
                          <a:spcPts val="0"/>
                        </a:spcBef>
                        <a:spcAft>
                          <a:spcPts val="0"/>
                        </a:spcAft>
                        <a:buClrTx/>
                        <a:buSzTx/>
                        <a:buFontTx/>
                        <a:buNone/>
                        <a:defRPr/>
                      </a:pPr>
                      <a:r>
                        <a:rPr lang="zh-CN" altLang="en-US" sz="1600" b="0" kern="1200" dirty="0">
                          <a:solidFill>
                            <a:schemeClr val="tx1"/>
                          </a:solidFill>
                          <a:latin typeface="微软雅黑 Light" panose="020B0502040204020203" pitchFamily="34" charset="-122"/>
                          <a:ea typeface="微软雅黑 Light" panose="020B0502040204020203" pitchFamily="34" charset="-122"/>
                          <a:cs typeface="+mn-ea"/>
                          <a:sym typeface="+mn-lt"/>
                        </a:rPr>
                        <a:t>物理层</a:t>
                      </a:r>
                      <a:endParaRPr lang="en-US" altLang="zh-CN" sz="1600" b="0" kern="1200" dirty="0">
                        <a:solidFill>
                          <a:schemeClr val="tx1"/>
                        </a:solidFill>
                        <a:latin typeface="微软雅黑 Light" panose="020B0502040204020203" pitchFamily="34" charset="-122"/>
                        <a:ea typeface="微软雅黑 Light" panose="020B0502040204020203" pitchFamily="34" charset="-122"/>
                        <a:cs typeface="+mn-ea"/>
                        <a:sym typeface="+mn-lt"/>
                      </a:endParaRP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75000"/>
                      </a:schemeClr>
                    </a:solidFill>
                  </a:tcPr>
                </a:tc>
              </a:tr>
            </a:tbl>
          </a:graphicData>
        </a:graphic>
      </p:graphicFrame>
      <p:grpSp>
        <p:nvGrpSpPr>
          <p:cNvPr id="10" name="组合 9"/>
          <p:cNvGrpSpPr/>
          <p:nvPr/>
        </p:nvGrpSpPr>
        <p:grpSpPr>
          <a:xfrm>
            <a:off x="1751741" y="4826423"/>
            <a:ext cx="8691892" cy="288032"/>
            <a:chOff x="1751741" y="5482589"/>
            <a:chExt cx="8691892" cy="288032"/>
          </a:xfrm>
        </p:grpSpPr>
        <p:cxnSp>
          <p:nvCxnSpPr>
            <p:cNvPr id="11" name="直接连接符 10"/>
            <p:cNvCxnSpPr/>
            <p:nvPr/>
          </p:nvCxnSpPr>
          <p:spPr bwMode="auto">
            <a:xfrm>
              <a:off x="1751741" y="5770621"/>
              <a:ext cx="8691892" cy="0"/>
            </a:xfrm>
            <a:prstGeom prst="line">
              <a:avLst/>
            </a:prstGeom>
            <a:noFill/>
            <a:ln w="25400" cap="flat" cmpd="sng" algn="ctr">
              <a:solidFill>
                <a:schemeClr val="tx1"/>
              </a:solidFill>
              <a:prstDash val="solid"/>
              <a:round/>
              <a:headEnd type="none" w="med" len="med"/>
              <a:tailEnd type="none" w="med" len="med"/>
            </a:ln>
            <a:effectLst/>
          </p:spPr>
        </p:cxnSp>
        <p:cxnSp>
          <p:nvCxnSpPr>
            <p:cNvPr id="12" name="直接连接符 11"/>
            <p:cNvCxnSpPr/>
            <p:nvPr/>
          </p:nvCxnSpPr>
          <p:spPr bwMode="auto">
            <a:xfrm flipV="1">
              <a:off x="1751741" y="5482589"/>
              <a:ext cx="0" cy="288032"/>
            </a:xfrm>
            <a:prstGeom prst="line">
              <a:avLst/>
            </a:prstGeom>
            <a:noFill/>
            <a:ln w="25400" cap="flat" cmpd="sng" algn="ctr">
              <a:solidFill>
                <a:schemeClr val="tx1"/>
              </a:solidFill>
              <a:prstDash val="solid"/>
              <a:round/>
              <a:headEnd type="none" w="med" len="med"/>
              <a:tailEnd type="none" w="med" len="med"/>
            </a:ln>
            <a:effectLst/>
          </p:spPr>
        </p:cxnSp>
        <p:cxnSp>
          <p:nvCxnSpPr>
            <p:cNvPr id="13" name="直接连接符 12"/>
            <p:cNvCxnSpPr/>
            <p:nvPr/>
          </p:nvCxnSpPr>
          <p:spPr bwMode="auto">
            <a:xfrm flipV="1">
              <a:off x="6109143" y="5482589"/>
              <a:ext cx="0" cy="288032"/>
            </a:xfrm>
            <a:prstGeom prst="line">
              <a:avLst/>
            </a:prstGeom>
            <a:noFill/>
            <a:ln w="25400" cap="flat" cmpd="sng" algn="ctr">
              <a:solidFill>
                <a:schemeClr val="tx1"/>
              </a:solidFill>
              <a:prstDash val="solid"/>
              <a:round/>
              <a:headEnd type="none" w="med" len="med"/>
              <a:tailEnd type="none" w="med" len="med"/>
            </a:ln>
            <a:effectLst/>
          </p:spPr>
        </p:cxnSp>
        <p:cxnSp>
          <p:nvCxnSpPr>
            <p:cNvPr id="14" name="直接连接符 13"/>
            <p:cNvCxnSpPr/>
            <p:nvPr/>
          </p:nvCxnSpPr>
          <p:spPr bwMode="auto">
            <a:xfrm flipV="1">
              <a:off x="10443633" y="5482589"/>
              <a:ext cx="0" cy="288032"/>
            </a:xfrm>
            <a:prstGeom prst="line">
              <a:avLst/>
            </a:prstGeom>
            <a:noFill/>
            <a:ln w="25400" cap="flat" cmpd="sng" algn="ctr">
              <a:solidFill>
                <a:schemeClr val="tx1"/>
              </a:solidFill>
              <a:prstDash val="solid"/>
              <a:round/>
              <a:headEnd type="none" w="med" len="med"/>
              <a:tailEnd type="none" w="med" len="med"/>
            </a:ln>
            <a:effectLst/>
          </p:spPr>
        </p:cxnSp>
        <p:cxnSp>
          <p:nvCxnSpPr>
            <p:cNvPr id="15" name="直接连接符 14"/>
            <p:cNvCxnSpPr/>
            <p:nvPr/>
          </p:nvCxnSpPr>
          <p:spPr bwMode="auto">
            <a:xfrm flipV="1">
              <a:off x="8272376" y="5482589"/>
              <a:ext cx="0" cy="288032"/>
            </a:xfrm>
            <a:prstGeom prst="line">
              <a:avLst/>
            </a:prstGeom>
            <a:noFill/>
            <a:ln w="25400" cap="flat" cmpd="sng" algn="ctr">
              <a:solidFill>
                <a:schemeClr val="tx1"/>
              </a:solidFill>
              <a:prstDash val="solid"/>
              <a:round/>
              <a:headEnd type="none" w="med" len="med"/>
              <a:tailEnd type="none" w="med" len="med"/>
            </a:ln>
            <a:effectLst/>
          </p:spPr>
        </p:cxnSp>
        <p:cxnSp>
          <p:nvCxnSpPr>
            <p:cNvPr id="16" name="直接连接符 15"/>
            <p:cNvCxnSpPr/>
            <p:nvPr/>
          </p:nvCxnSpPr>
          <p:spPr bwMode="auto">
            <a:xfrm flipV="1">
              <a:off x="3933209" y="5482589"/>
              <a:ext cx="0" cy="288032"/>
            </a:xfrm>
            <a:prstGeom prst="line">
              <a:avLst/>
            </a:prstGeom>
            <a:noFill/>
            <a:ln w="25400" cap="flat" cmpd="sng" algn="ctr">
              <a:solidFill>
                <a:schemeClr val="tx1"/>
              </a:solidFill>
              <a:prstDash val="solid"/>
              <a:round/>
              <a:headEnd type="none" w="med" len="med"/>
              <a:tailEnd type="none" w="med" len="med"/>
            </a:ln>
            <a:effectLst/>
          </p:spPr>
        </p:cxnSp>
      </p:grpSp>
      <p:grpSp>
        <p:nvGrpSpPr>
          <p:cNvPr id="17" name="组合 16"/>
          <p:cNvGrpSpPr/>
          <p:nvPr/>
        </p:nvGrpSpPr>
        <p:grpSpPr>
          <a:xfrm>
            <a:off x="2446865" y="2967568"/>
            <a:ext cx="7306733" cy="1858855"/>
            <a:chOff x="2446865" y="3627967"/>
            <a:chExt cx="7306733" cy="1858855"/>
          </a:xfrm>
        </p:grpSpPr>
        <p:cxnSp>
          <p:nvCxnSpPr>
            <p:cNvPr id="18" name="直接连接符 17"/>
            <p:cNvCxnSpPr/>
            <p:nvPr/>
          </p:nvCxnSpPr>
          <p:spPr>
            <a:xfrm>
              <a:off x="2446865" y="3657600"/>
              <a:ext cx="0" cy="1829222"/>
            </a:xfrm>
            <a:prstGeom prst="line">
              <a:avLst/>
            </a:prstGeom>
            <a:ln w="28575">
              <a:solidFill>
                <a:srgbClr val="0070C0"/>
              </a:solidFill>
              <a:prstDash val="sysDash"/>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9" name="直接连接符 18"/>
            <p:cNvCxnSpPr/>
            <p:nvPr/>
          </p:nvCxnSpPr>
          <p:spPr>
            <a:xfrm>
              <a:off x="9753598" y="3627967"/>
              <a:ext cx="0" cy="1858855"/>
            </a:xfrm>
            <a:prstGeom prst="line">
              <a:avLst/>
            </a:prstGeom>
            <a:ln w="28575">
              <a:solidFill>
                <a:srgbClr val="0070C0"/>
              </a:solidFill>
              <a:prstDash val="sysDash"/>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0" name="直接连接符 19"/>
            <p:cNvCxnSpPr/>
            <p:nvPr/>
          </p:nvCxnSpPr>
          <p:spPr>
            <a:xfrm>
              <a:off x="3242731" y="5016500"/>
              <a:ext cx="0" cy="470322"/>
            </a:xfrm>
            <a:prstGeom prst="line">
              <a:avLst/>
            </a:prstGeom>
            <a:ln w="28575">
              <a:solidFill>
                <a:srgbClr val="0070C0"/>
              </a:solidFill>
              <a:prstDash val="sysDash"/>
            </a:ln>
          </p:spPr>
          <p:style>
            <a:lnRef idx="1">
              <a:schemeClr val="accent1"/>
            </a:lnRef>
            <a:fillRef idx="0">
              <a:schemeClr val="accent1"/>
            </a:fillRef>
            <a:effectRef idx="0">
              <a:schemeClr val="accent1"/>
            </a:effectRef>
            <a:fontRef idx="minor">
              <a:schemeClr val="tx1"/>
            </a:fontRef>
          </p:style>
        </p:cxnSp>
        <p:cxnSp>
          <p:nvCxnSpPr>
            <p:cNvPr id="21" name="直接连接符 20"/>
            <p:cNvCxnSpPr/>
            <p:nvPr/>
          </p:nvCxnSpPr>
          <p:spPr>
            <a:xfrm>
              <a:off x="5414430" y="4610100"/>
              <a:ext cx="0" cy="876722"/>
            </a:xfrm>
            <a:prstGeom prst="line">
              <a:avLst/>
            </a:prstGeom>
            <a:ln w="28575">
              <a:solidFill>
                <a:srgbClr val="0070C0"/>
              </a:solidFill>
              <a:prstDash val="sysDash"/>
            </a:ln>
          </p:spPr>
          <p:style>
            <a:lnRef idx="1">
              <a:schemeClr val="accent1"/>
            </a:lnRef>
            <a:fillRef idx="0">
              <a:schemeClr val="accent1"/>
            </a:fillRef>
            <a:effectRef idx="0">
              <a:schemeClr val="accent1"/>
            </a:effectRef>
            <a:fontRef idx="minor">
              <a:schemeClr val="tx1"/>
            </a:fontRef>
          </p:style>
        </p:cxnSp>
        <p:cxnSp>
          <p:nvCxnSpPr>
            <p:cNvPr id="22" name="直接连接符 21"/>
            <p:cNvCxnSpPr/>
            <p:nvPr/>
          </p:nvCxnSpPr>
          <p:spPr>
            <a:xfrm>
              <a:off x="7586131" y="4165600"/>
              <a:ext cx="0" cy="1321222"/>
            </a:xfrm>
            <a:prstGeom prst="line">
              <a:avLst/>
            </a:prstGeom>
            <a:ln w="28575">
              <a:solidFill>
                <a:srgbClr val="0070C0"/>
              </a:solidFill>
              <a:prstDash val="sysDash"/>
            </a:ln>
          </p:spPr>
          <p:style>
            <a:lnRef idx="1">
              <a:schemeClr val="accent1"/>
            </a:lnRef>
            <a:fillRef idx="0">
              <a:schemeClr val="accent1"/>
            </a:fillRef>
            <a:effectRef idx="0">
              <a:schemeClr val="accent1"/>
            </a:effectRef>
            <a:fontRef idx="minor">
              <a:schemeClr val="tx1"/>
            </a:fontRef>
          </p:style>
        </p:cxnSp>
        <p:cxnSp>
          <p:nvCxnSpPr>
            <p:cNvPr id="23" name="直接连接符 22"/>
            <p:cNvCxnSpPr/>
            <p:nvPr/>
          </p:nvCxnSpPr>
          <p:spPr>
            <a:xfrm>
              <a:off x="4605865" y="5016500"/>
              <a:ext cx="0" cy="470322"/>
            </a:xfrm>
            <a:prstGeom prst="line">
              <a:avLst/>
            </a:prstGeom>
            <a:ln w="28575">
              <a:solidFill>
                <a:srgbClr val="0070C0"/>
              </a:solidFill>
              <a:prstDash val="sysDash"/>
            </a:ln>
          </p:spPr>
          <p:style>
            <a:lnRef idx="1">
              <a:schemeClr val="accent1"/>
            </a:lnRef>
            <a:fillRef idx="0">
              <a:schemeClr val="accent1"/>
            </a:fillRef>
            <a:effectRef idx="0">
              <a:schemeClr val="accent1"/>
            </a:effectRef>
            <a:fontRef idx="minor">
              <a:schemeClr val="tx1"/>
            </a:fontRef>
          </p:style>
        </p:cxnSp>
        <p:cxnSp>
          <p:nvCxnSpPr>
            <p:cNvPr id="24" name="直接连接符 23"/>
            <p:cNvCxnSpPr/>
            <p:nvPr/>
          </p:nvCxnSpPr>
          <p:spPr>
            <a:xfrm>
              <a:off x="6777563" y="4610100"/>
              <a:ext cx="0" cy="876722"/>
            </a:xfrm>
            <a:prstGeom prst="line">
              <a:avLst/>
            </a:prstGeom>
            <a:ln w="28575">
              <a:solidFill>
                <a:srgbClr val="0070C0"/>
              </a:solidFill>
              <a:prstDash val="sysDash"/>
            </a:ln>
          </p:spPr>
          <p:style>
            <a:lnRef idx="1">
              <a:schemeClr val="accent1"/>
            </a:lnRef>
            <a:fillRef idx="0">
              <a:schemeClr val="accent1"/>
            </a:fillRef>
            <a:effectRef idx="0">
              <a:schemeClr val="accent1"/>
            </a:effectRef>
            <a:fontRef idx="minor">
              <a:schemeClr val="tx1"/>
            </a:fontRef>
          </p:style>
        </p:cxnSp>
        <p:cxnSp>
          <p:nvCxnSpPr>
            <p:cNvPr id="25" name="直接连接符 24"/>
            <p:cNvCxnSpPr/>
            <p:nvPr/>
          </p:nvCxnSpPr>
          <p:spPr>
            <a:xfrm>
              <a:off x="8953500" y="4165600"/>
              <a:ext cx="0" cy="1321222"/>
            </a:xfrm>
            <a:prstGeom prst="line">
              <a:avLst/>
            </a:prstGeom>
            <a:ln w="28575">
              <a:solidFill>
                <a:srgbClr val="0070C0"/>
              </a:solidFill>
              <a:prstDash val="sysDash"/>
            </a:ln>
          </p:spPr>
          <p:style>
            <a:lnRef idx="1">
              <a:schemeClr val="accent1"/>
            </a:lnRef>
            <a:fillRef idx="0">
              <a:schemeClr val="accent1"/>
            </a:fillRef>
            <a:effectRef idx="0">
              <a:schemeClr val="accent1"/>
            </a:effectRef>
            <a:fontRef idx="minor">
              <a:schemeClr val="tx1"/>
            </a:fontRef>
          </p:style>
        </p:cxnSp>
        <p:cxnSp>
          <p:nvCxnSpPr>
            <p:cNvPr id="26" name="直接连接符 25"/>
            <p:cNvCxnSpPr/>
            <p:nvPr/>
          </p:nvCxnSpPr>
          <p:spPr>
            <a:xfrm>
              <a:off x="2446865" y="5486822"/>
              <a:ext cx="795866" cy="0"/>
            </a:xfrm>
            <a:prstGeom prst="line">
              <a:avLst/>
            </a:prstGeom>
            <a:ln w="28575">
              <a:solidFill>
                <a:srgbClr val="0070C0"/>
              </a:solidFill>
              <a:prstDash val="sysDash"/>
            </a:ln>
          </p:spPr>
          <p:style>
            <a:lnRef idx="1">
              <a:schemeClr val="accent1"/>
            </a:lnRef>
            <a:fillRef idx="0">
              <a:schemeClr val="accent1"/>
            </a:fillRef>
            <a:effectRef idx="0">
              <a:schemeClr val="accent1"/>
            </a:effectRef>
            <a:fontRef idx="minor">
              <a:schemeClr val="tx1"/>
            </a:fontRef>
          </p:style>
        </p:cxnSp>
        <p:cxnSp>
          <p:nvCxnSpPr>
            <p:cNvPr id="27" name="直接连接符 26"/>
            <p:cNvCxnSpPr/>
            <p:nvPr/>
          </p:nvCxnSpPr>
          <p:spPr>
            <a:xfrm>
              <a:off x="4618564" y="5486822"/>
              <a:ext cx="795866" cy="0"/>
            </a:xfrm>
            <a:prstGeom prst="line">
              <a:avLst/>
            </a:prstGeom>
            <a:ln w="28575">
              <a:solidFill>
                <a:srgbClr val="0070C0"/>
              </a:solidFill>
              <a:prstDash val="sysDash"/>
            </a:ln>
          </p:spPr>
          <p:style>
            <a:lnRef idx="1">
              <a:schemeClr val="accent1"/>
            </a:lnRef>
            <a:fillRef idx="0">
              <a:schemeClr val="accent1"/>
            </a:fillRef>
            <a:effectRef idx="0">
              <a:schemeClr val="accent1"/>
            </a:effectRef>
            <a:fontRef idx="minor">
              <a:schemeClr val="tx1"/>
            </a:fontRef>
          </p:style>
        </p:cxnSp>
        <p:cxnSp>
          <p:nvCxnSpPr>
            <p:cNvPr id="28" name="直接连接符 27"/>
            <p:cNvCxnSpPr/>
            <p:nvPr/>
          </p:nvCxnSpPr>
          <p:spPr>
            <a:xfrm>
              <a:off x="6790265" y="5486822"/>
              <a:ext cx="795866" cy="0"/>
            </a:xfrm>
            <a:prstGeom prst="line">
              <a:avLst/>
            </a:prstGeom>
            <a:ln w="28575">
              <a:solidFill>
                <a:srgbClr val="0070C0"/>
              </a:solidFill>
              <a:prstDash val="sysDash"/>
            </a:ln>
          </p:spPr>
          <p:style>
            <a:lnRef idx="1">
              <a:schemeClr val="accent1"/>
            </a:lnRef>
            <a:fillRef idx="0">
              <a:schemeClr val="accent1"/>
            </a:fillRef>
            <a:effectRef idx="0">
              <a:schemeClr val="accent1"/>
            </a:effectRef>
            <a:fontRef idx="minor">
              <a:schemeClr val="tx1"/>
            </a:fontRef>
          </p:style>
        </p:cxnSp>
        <p:cxnSp>
          <p:nvCxnSpPr>
            <p:cNvPr id="29" name="直接连接符 28"/>
            <p:cNvCxnSpPr/>
            <p:nvPr/>
          </p:nvCxnSpPr>
          <p:spPr>
            <a:xfrm>
              <a:off x="8953500" y="5486822"/>
              <a:ext cx="795866" cy="0"/>
            </a:xfrm>
            <a:prstGeom prst="line">
              <a:avLst/>
            </a:prstGeom>
            <a:ln w="28575">
              <a:solidFill>
                <a:srgbClr val="0070C0"/>
              </a:solidFill>
              <a:prstDash val="sysDash"/>
            </a:ln>
          </p:spPr>
          <p:style>
            <a:lnRef idx="1">
              <a:schemeClr val="accent1"/>
            </a:lnRef>
            <a:fillRef idx="0">
              <a:schemeClr val="accent1"/>
            </a:fillRef>
            <a:effectRef idx="0">
              <a:schemeClr val="accent1"/>
            </a:effectRef>
            <a:fontRef idx="minor">
              <a:schemeClr val="tx1"/>
            </a:fontRef>
          </p:style>
        </p:cxnSp>
        <p:cxnSp>
          <p:nvCxnSpPr>
            <p:cNvPr id="30" name="直接连接符 29"/>
            <p:cNvCxnSpPr/>
            <p:nvPr/>
          </p:nvCxnSpPr>
          <p:spPr>
            <a:xfrm>
              <a:off x="3242731" y="5016500"/>
              <a:ext cx="1363134" cy="0"/>
            </a:xfrm>
            <a:prstGeom prst="line">
              <a:avLst/>
            </a:prstGeom>
            <a:ln w="28575">
              <a:solidFill>
                <a:srgbClr val="0070C0"/>
              </a:solidFill>
              <a:prstDash val="sysDash"/>
            </a:ln>
          </p:spPr>
          <p:style>
            <a:lnRef idx="1">
              <a:schemeClr val="accent1"/>
            </a:lnRef>
            <a:fillRef idx="0">
              <a:schemeClr val="accent1"/>
            </a:fillRef>
            <a:effectRef idx="0">
              <a:schemeClr val="accent1"/>
            </a:effectRef>
            <a:fontRef idx="minor">
              <a:schemeClr val="tx1"/>
            </a:fontRef>
          </p:style>
        </p:cxnSp>
        <p:cxnSp>
          <p:nvCxnSpPr>
            <p:cNvPr id="31" name="直接连接符 30"/>
            <p:cNvCxnSpPr/>
            <p:nvPr/>
          </p:nvCxnSpPr>
          <p:spPr>
            <a:xfrm>
              <a:off x="5444507" y="4610100"/>
              <a:ext cx="1363134" cy="0"/>
            </a:xfrm>
            <a:prstGeom prst="line">
              <a:avLst/>
            </a:prstGeom>
            <a:ln w="28575">
              <a:solidFill>
                <a:srgbClr val="0070C0"/>
              </a:solidFill>
              <a:prstDash val="sysDash"/>
            </a:ln>
          </p:spPr>
          <p:style>
            <a:lnRef idx="1">
              <a:schemeClr val="accent1"/>
            </a:lnRef>
            <a:fillRef idx="0">
              <a:schemeClr val="accent1"/>
            </a:fillRef>
            <a:effectRef idx="0">
              <a:schemeClr val="accent1"/>
            </a:effectRef>
            <a:fontRef idx="minor">
              <a:schemeClr val="tx1"/>
            </a:fontRef>
          </p:style>
        </p:cxnSp>
        <p:cxnSp>
          <p:nvCxnSpPr>
            <p:cNvPr id="32" name="直接连接符 31"/>
            <p:cNvCxnSpPr/>
            <p:nvPr/>
          </p:nvCxnSpPr>
          <p:spPr>
            <a:xfrm>
              <a:off x="7590366" y="4165600"/>
              <a:ext cx="1363134" cy="0"/>
            </a:xfrm>
            <a:prstGeom prst="line">
              <a:avLst/>
            </a:prstGeom>
            <a:ln w="28575">
              <a:solidFill>
                <a:srgbClr val="0070C0"/>
              </a:solidFill>
              <a:prstDash val="sysDash"/>
            </a:ln>
          </p:spPr>
          <p:style>
            <a:lnRef idx="1">
              <a:schemeClr val="accent1"/>
            </a:lnRef>
            <a:fillRef idx="0">
              <a:schemeClr val="accent1"/>
            </a:fillRef>
            <a:effectRef idx="0">
              <a:schemeClr val="accent1"/>
            </a:effectRef>
            <a:fontRef idx="minor">
              <a:schemeClr val="tx1"/>
            </a:fontRef>
          </p:style>
        </p:cxnSp>
      </p:grpSp>
      <p:sp>
        <p:nvSpPr>
          <p:cNvPr id="33" name="文本框 32"/>
          <p:cNvSpPr txBox="1"/>
          <p:nvPr/>
        </p:nvSpPr>
        <p:spPr>
          <a:xfrm>
            <a:off x="3131547" y="4016404"/>
            <a:ext cx="1603324" cy="364395"/>
          </a:xfrm>
          <a:prstGeom prst="rect">
            <a:avLst/>
          </a:prstGeom>
          <a:noFill/>
        </p:spPr>
        <p:txBody>
          <a:bodyPr wrap="none" rtlCol="0">
            <a:spAutoFit/>
          </a:bodyPr>
          <a:lstStyle/>
          <a:p>
            <a:pPr algn="ctr">
              <a:lnSpc>
                <a:spcPct val="120000"/>
              </a:lnSpc>
            </a:pPr>
            <a:r>
              <a:rPr lang="zh-CN" altLang="en-US" sz="1600" dirty="0">
                <a:latin typeface="微软雅黑 Light" panose="020B0502040204020203" pitchFamily="34" charset="-122"/>
                <a:ea typeface="微软雅黑 Light" panose="020B0502040204020203" pitchFamily="34" charset="-122"/>
                <a:cs typeface="+mn-ea"/>
                <a:sym typeface="+mn-lt"/>
              </a:rPr>
              <a:t>集线器（</a:t>
            </a:r>
            <a:r>
              <a:rPr lang="en-US" altLang="zh-CN" sz="1600" dirty="0">
                <a:latin typeface="微软雅黑 Light" panose="020B0502040204020203" pitchFamily="34" charset="-122"/>
                <a:ea typeface="微软雅黑 Light" panose="020B0502040204020203" pitchFamily="34" charset="-122"/>
                <a:cs typeface="+mn-ea"/>
                <a:sym typeface="+mn-lt"/>
              </a:rPr>
              <a:t>Hub</a:t>
            </a:r>
            <a:r>
              <a:rPr lang="zh-CN" altLang="en-US" sz="1600" dirty="0">
                <a:latin typeface="微软雅黑 Light" panose="020B0502040204020203" pitchFamily="34" charset="-122"/>
                <a:ea typeface="微软雅黑 Light" panose="020B0502040204020203" pitchFamily="34" charset="-122"/>
                <a:cs typeface="+mn-ea"/>
                <a:sym typeface="+mn-lt"/>
              </a:rPr>
              <a:t>）</a:t>
            </a:r>
            <a:endParaRPr lang="zh-CN" altLang="en-US" sz="1600" dirty="0">
              <a:latin typeface="微软雅黑 Light" panose="020B0502040204020203" pitchFamily="34" charset="-122"/>
              <a:ea typeface="微软雅黑 Light" panose="020B0502040204020203" pitchFamily="34" charset="-122"/>
              <a:cs typeface="+mn-ea"/>
              <a:sym typeface="+mn-lt"/>
            </a:endParaRPr>
          </a:p>
        </p:txBody>
      </p:sp>
      <p:sp>
        <p:nvSpPr>
          <p:cNvPr id="34" name="文本框 33"/>
          <p:cNvSpPr txBox="1"/>
          <p:nvPr/>
        </p:nvSpPr>
        <p:spPr>
          <a:xfrm>
            <a:off x="5202484" y="3611547"/>
            <a:ext cx="1813317" cy="362343"/>
          </a:xfrm>
          <a:prstGeom prst="rect">
            <a:avLst/>
          </a:prstGeom>
          <a:noFill/>
        </p:spPr>
        <p:txBody>
          <a:bodyPr wrap="none" rtlCol="0">
            <a:spAutoFit/>
          </a:bodyPr>
          <a:lstStyle/>
          <a:p>
            <a:pPr algn="ctr">
              <a:lnSpc>
                <a:spcPct val="120000"/>
              </a:lnSpc>
            </a:pPr>
            <a:r>
              <a:rPr lang="zh-CN" altLang="en-US" sz="1600" dirty="0">
                <a:latin typeface="微软雅黑 Light" panose="020B0502040204020203" pitchFamily="34" charset="-122"/>
                <a:ea typeface="微软雅黑 Light" panose="020B0502040204020203" pitchFamily="34" charset="-122"/>
                <a:cs typeface="+mn-ea"/>
                <a:sym typeface="+mn-lt"/>
              </a:rPr>
              <a:t>交换机（</a:t>
            </a:r>
            <a:r>
              <a:rPr lang="en-US" altLang="zh-CN" sz="1600" dirty="0">
                <a:latin typeface="微软雅黑 Light" panose="020B0502040204020203" pitchFamily="34" charset="-122"/>
                <a:ea typeface="微软雅黑 Light" panose="020B0502040204020203" pitchFamily="34" charset="-122"/>
                <a:cs typeface="+mn-ea"/>
                <a:sym typeface="+mn-lt"/>
              </a:rPr>
              <a:t>Switch</a:t>
            </a:r>
            <a:r>
              <a:rPr lang="zh-CN" altLang="en-US" sz="1600" dirty="0">
                <a:latin typeface="微软雅黑 Light" panose="020B0502040204020203" pitchFamily="34" charset="-122"/>
                <a:ea typeface="微软雅黑 Light" panose="020B0502040204020203" pitchFamily="34" charset="-122"/>
                <a:cs typeface="+mn-ea"/>
                <a:sym typeface="+mn-lt"/>
              </a:rPr>
              <a:t>）</a:t>
            </a:r>
            <a:endParaRPr lang="zh-CN" altLang="en-US" sz="1600" dirty="0">
              <a:latin typeface="微软雅黑 Light" panose="020B0502040204020203" pitchFamily="34" charset="-122"/>
              <a:ea typeface="微软雅黑 Light" panose="020B0502040204020203" pitchFamily="34" charset="-122"/>
              <a:cs typeface="+mn-ea"/>
              <a:sym typeface="+mn-lt"/>
            </a:endParaRPr>
          </a:p>
        </p:txBody>
      </p:sp>
      <p:sp>
        <p:nvSpPr>
          <p:cNvPr id="35" name="文本框 34"/>
          <p:cNvSpPr txBox="1"/>
          <p:nvPr/>
        </p:nvSpPr>
        <p:spPr>
          <a:xfrm>
            <a:off x="7356590" y="3162758"/>
            <a:ext cx="1826141" cy="362343"/>
          </a:xfrm>
          <a:prstGeom prst="rect">
            <a:avLst/>
          </a:prstGeom>
          <a:noFill/>
        </p:spPr>
        <p:txBody>
          <a:bodyPr wrap="none" rtlCol="0">
            <a:spAutoFit/>
          </a:bodyPr>
          <a:lstStyle/>
          <a:p>
            <a:pPr algn="ctr">
              <a:lnSpc>
                <a:spcPct val="120000"/>
              </a:lnSpc>
            </a:pPr>
            <a:r>
              <a:rPr lang="zh-CN" altLang="en-US" sz="1600" dirty="0">
                <a:latin typeface="微软雅黑 Light" panose="020B0502040204020203" pitchFamily="34" charset="-122"/>
                <a:ea typeface="微软雅黑 Light" panose="020B0502040204020203" pitchFamily="34" charset="-122"/>
                <a:cs typeface="+mn-ea"/>
                <a:sym typeface="+mn-lt"/>
              </a:rPr>
              <a:t>路由器（</a:t>
            </a:r>
            <a:r>
              <a:rPr lang="en-US" altLang="zh-CN" sz="1600" dirty="0">
                <a:latin typeface="微软雅黑 Light" panose="020B0502040204020203" pitchFamily="34" charset="-122"/>
                <a:ea typeface="微软雅黑 Light" panose="020B0502040204020203" pitchFamily="34" charset="-122"/>
                <a:cs typeface="+mn-ea"/>
                <a:sym typeface="+mn-lt"/>
              </a:rPr>
              <a:t>Router</a:t>
            </a:r>
            <a:r>
              <a:rPr lang="zh-CN" altLang="en-US" sz="1600" dirty="0">
                <a:latin typeface="微软雅黑 Light" panose="020B0502040204020203" pitchFamily="34" charset="-122"/>
                <a:ea typeface="微软雅黑 Light" panose="020B0502040204020203" pitchFamily="34" charset="-122"/>
                <a:cs typeface="+mn-ea"/>
                <a:sym typeface="+mn-lt"/>
              </a:rPr>
              <a:t>）</a:t>
            </a:r>
            <a:endParaRPr lang="zh-CN" altLang="en-US" sz="1600" dirty="0">
              <a:latin typeface="微软雅黑 Light" panose="020B0502040204020203" pitchFamily="34" charset="-122"/>
              <a:ea typeface="微软雅黑 Light" panose="020B0502040204020203" pitchFamily="34" charset="-122"/>
              <a:cs typeface="+mn-ea"/>
              <a:sym typeface="+mn-lt"/>
            </a:endParaRPr>
          </a:p>
        </p:txBody>
      </p:sp>
      <p:sp>
        <p:nvSpPr>
          <p:cNvPr id="37" name="标题 36"/>
          <p:cNvSpPr>
            <a:spLocks noGrp="1"/>
          </p:cNvSpPr>
          <p:nvPr>
            <p:ph type="title"/>
          </p:nvPr>
        </p:nvSpPr>
        <p:spPr/>
        <p:txBody>
          <a:bodyPr/>
          <a:lstStyle/>
          <a:p>
            <a:r>
              <a:rPr lang="zh-CN" altLang="en-US" dirty="0"/>
              <a:t>网络层互连</a:t>
            </a:r>
            <a:endParaRPr lang="zh-CN" alt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p:txBody>
          <a:bodyPr/>
          <a:lstStyle/>
          <a:p>
            <a:fld id="{FF5CC44B-18BE-4DAA-AF20-10AA85C3E04D}" type="slidenum">
              <a:rPr lang="en-US" altLang="zh-CN"/>
            </a:fld>
            <a:endParaRPr lang="en-US" altLang="zh-CN"/>
          </a:p>
        </p:txBody>
      </p:sp>
      <p:sp>
        <p:nvSpPr>
          <p:cNvPr id="411650" name="Rectangle 2"/>
          <p:cNvSpPr>
            <a:spLocks noGrp="1" noChangeArrowheads="1"/>
          </p:cNvSpPr>
          <p:nvPr>
            <p:ph type="title"/>
          </p:nvPr>
        </p:nvSpPr>
        <p:spPr/>
        <p:txBody>
          <a:bodyPr/>
          <a:lstStyle/>
          <a:p>
            <a:r>
              <a:rPr lang="zh-CN" altLang="en-US" dirty="0"/>
              <a:t>路由器</a:t>
            </a:r>
            <a:endParaRPr lang="zh-CN" altLang="en-US" dirty="0"/>
          </a:p>
        </p:txBody>
      </p:sp>
      <p:sp>
        <p:nvSpPr>
          <p:cNvPr id="411651" name="Rectangle 3"/>
          <p:cNvSpPr>
            <a:spLocks noGrp="1" noChangeArrowheads="1"/>
          </p:cNvSpPr>
          <p:nvPr>
            <p:ph type="body" idx="1"/>
          </p:nvPr>
        </p:nvSpPr>
        <p:spPr/>
        <p:txBody>
          <a:bodyPr/>
          <a:lstStyle/>
          <a:p>
            <a:r>
              <a:rPr lang="zh-CN" altLang="en-US"/>
              <a:t>路由器工作在网络层</a:t>
            </a:r>
            <a:endParaRPr lang="zh-CN" altLang="en-US"/>
          </a:p>
          <a:p>
            <a:r>
              <a:rPr lang="zh-CN" altLang="en-US"/>
              <a:t>路由器在多个互连设备之间中继包</a:t>
            </a:r>
            <a:endParaRPr lang="zh-CN" altLang="en-US"/>
          </a:p>
          <a:p>
            <a:pPr lvl="1"/>
            <a:r>
              <a:rPr lang="zh-CN" altLang="en-US"/>
              <a:t>从一个网络接口接收，从另一个网络接口发送</a:t>
            </a:r>
            <a:endParaRPr lang="zh-CN" altLang="en-US"/>
          </a:p>
          <a:p>
            <a:r>
              <a:rPr lang="zh-CN" altLang="en-US"/>
              <a:t>路由器对来自某个网络的包确定传输路径，发送到互连网络中任何可能的目的网络中</a:t>
            </a:r>
            <a:endParaRPr lang="zh-CN" altLang="en-US"/>
          </a:p>
          <a:p>
            <a:r>
              <a:rPr lang="zh-CN" altLang="en-US"/>
              <a:t>路由器通常由硬件、软件两部分构成</a:t>
            </a:r>
            <a:endParaRPr lang="zh-CN" altLang="en-US"/>
          </a:p>
          <a:p>
            <a:pPr>
              <a:buFont typeface="Wingdings" panose="05000000000000000000" pitchFamily="2" charset="2"/>
              <a:buNone/>
            </a:pPr>
            <a:endParaRPr lang="en-US" altLang="zh-CN"/>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路由器与交换机的区别</a:t>
            </a:r>
            <a:endParaRPr lang="zh-CN" altLang="en-US" dirty="0"/>
          </a:p>
        </p:txBody>
      </p:sp>
      <p:sp>
        <p:nvSpPr>
          <p:cNvPr id="3" name="灯片编号占位符 2"/>
          <p:cNvSpPr>
            <a:spLocks noGrp="1"/>
          </p:cNvSpPr>
          <p:nvPr>
            <p:ph type="sldNum" sz="quarter" idx="12"/>
          </p:nvPr>
        </p:nvSpPr>
        <p:spPr/>
        <p:txBody>
          <a:bodyPr/>
          <a:lstStyle/>
          <a:p>
            <a:pPr>
              <a:defRPr/>
            </a:pPr>
            <a:fld id="{A48A0D3F-54C8-4397-8424-A82B96940146}" type="slidenum">
              <a:rPr lang="en-US" altLang="zh-CN" smtClean="0"/>
            </a:fld>
            <a:endParaRPr lang="en-US" altLang="zh-CN"/>
          </a:p>
        </p:txBody>
      </p:sp>
      <p:pic>
        <p:nvPicPr>
          <p:cNvPr id="4" name="图形 3"/>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8378868" y="3229921"/>
            <a:ext cx="698726" cy="698726"/>
          </a:xfrm>
          <a:prstGeom prst="rect">
            <a:avLst/>
          </a:prstGeom>
        </p:spPr>
      </p:pic>
      <p:pic>
        <p:nvPicPr>
          <p:cNvPr id="5" name="图形 4"/>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654186" y="3229921"/>
            <a:ext cx="698726" cy="698726"/>
          </a:xfrm>
          <a:prstGeom prst="rect">
            <a:avLst/>
          </a:prstGeom>
        </p:spPr>
      </p:pic>
      <p:pic>
        <p:nvPicPr>
          <p:cNvPr id="6" name="图形 5"/>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648598" y="1673850"/>
            <a:ext cx="815181" cy="617209"/>
          </a:xfrm>
          <a:prstGeom prst="rect">
            <a:avLst/>
          </a:prstGeom>
        </p:spPr>
      </p:pic>
      <p:pic>
        <p:nvPicPr>
          <p:cNvPr id="7" name="图形 6"/>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3435064" y="1673850"/>
            <a:ext cx="815181" cy="617209"/>
          </a:xfrm>
          <a:prstGeom prst="rect">
            <a:avLst/>
          </a:prstGeom>
        </p:spPr>
      </p:pic>
      <p:pic>
        <p:nvPicPr>
          <p:cNvPr id="8" name="图形 7"/>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648598" y="4793817"/>
            <a:ext cx="815181" cy="617209"/>
          </a:xfrm>
          <a:prstGeom prst="rect">
            <a:avLst/>
          </a:prstGeom>
        </p:spPr>
      </p:pic>
      <p:pic>
        <p:nvPicPr>
          <p:cNvPr id="9" name="图形 8"/>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3435064" y="4793817"/>
            <a:ext cx="815181" cy="617209"/>
          </a:xfrm>
          <a:prstGeom prst="rect">
            <a:avLst/>
          </a:prstGeom>
        </p:spPr>
      </p:pic>
      <p:cxnSp>
        <p:nvCxnSpPr>
          <p:cNvPr id="10" name="直接连接符 9"/>
          <p:cNvCxnSpPr/>
          <p:nvPr/>
        </p:nvCxnSpPr>
        <p:spPr>
          <a:xfrm>
            <a:off x="1595967" y="2726267"/>
            <a:ext cx="2815165" cy="0"/>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nvCxnSpPr>
        <p:spPr>
          <a:xfrm>
            <a:off x="1595967" y="4432300"/>
            <a:ext cx="2815165" cy="0"/>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a:stCxn id="5" idx="0"/>
          </p:cNvCxnSpPr>
          <p:nvPr/>
        </p:nvCxnSpPr>
        <p:spPr>
          <a:xfrm flipV="1">
            <a:off x="3003549" y="2726267"/>
            <a:ext cx="0" cy="503654"/>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a:stCxn id="5" idx="2"/>
          </p:cNvCxnSpPr>
          <p:nvPr/>
        </p:nvCxnSpPr>
        <p:spPr>
          <a:xfrm>
            <a:off x="3003549" y="3928647"/>
            <a:ext cx="0" cy="503653"/>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a:stCxn id="6" idx="2"/>
          </p:cNvCxnSpPr>
          <p:nvPr/>
        </p:nvCxnSpPr>
        <p:spPr>
          <a:xfrm flipH="1">
            <a:off x="2056188" y="2291059"/>
            <a:ext cx="1" cy="435208"/>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a:stCxn id="7" idx="2"/>
          </p:cNvCxnSpPr>
          <p:nvPr/>
        </p:nvCxnSpPr>
        <p:spPr>
          <a:xfrm flipH="1">
            <a:off x="3842654" y="2291059"/>
            <a:ext cx="1" cy="435208"/>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a:stCxn id="8" idx="0"/>
          </p:cNvCxnSpPr>
          <p:nvPr/>
        </p:nvCxnSpPr>
        <p:spPr>
          <a:xfrm flipH="1" flipV="1">
            <a:off x="2056188" y="4432300"/>
            <a:ext cx="1" cy="361517"/>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a:stCxn id="9" idx="0"/>
          </p:cNvCxnSpPr>
          <p:nvPr/>
        </p:nvCxnSpPr>
        <p:spPr>
          <a:xfrm flipH="1" flipV="1">
            <a:off x="3842654" y="4432300"/>
            <a:ext cx="1" cy="361517"/>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sp>
        <p:nvSpPr>
          <p:cNvPr id="18" name="文本框 17"/>
          <p:cNvSpPr txBox="1"/>
          <p:nvPr/>
        </p:nvSpPr>
        <p:spPr>
          <a:xfrm>
            <a:off x="1194413" y="2730952"/>
            <a:ext cx="1770036" cy="432362"/>
          </a:xfrm>
          <a:prstGeom prst="rect">
            <a:avLst/>
          </a:prstGeom>
          <a:noFill/>
        </p:spPr>
        <p:txBody>
          <a:bodyPr wrap="none" rtlCol="0">
            <a:spAutoFit/>
          </a:bodyPr>
          <a:lstStyle/>
          <a:p>
            <a:pPr>
              <a:lnSpc>
                <a:spcPct val="120000"/>
              </a:lnSpc>
            </a:pPr>
            <a:r>
              <a:rPr lang="en-US" altLang="zh-CN" dirty="0">
                <a:solidFill>
                  <a:srgbClr val="FF0000"/>
                </a:solidFill>
                <a:latin typeface="微软雅黑 Light" panose="020B0502040204020203" pitchFamily="34" charset="-122"/>
                <a:ea typeface="微软雅黑 Light" panose="020B0502040204020203" pitchFamily="34" charset="-122"/>
                <a:cs typeface="+mn-ea"/>
                <a:sym typeface="+mn-lt"/>
              </a:rPr>
              <a:t>202.198.1</a:t>
            </a:r>
            <a:r>
              <a:rPr lang="en-US" altLang="zh-CN" dirty="0">
                <a:latin typeface="微软雅黑 Light" panose="020B0502040204020203" pitchFamily="34" charset="-122"/>
                <a:ea typeface="微软雅黑 Light" panose="020B0502040204020203" pitchFamily="34" charset="-122"/>
                <a:cs typeface="+mn-ea"/>
                <a:sym typeface="+mn-lt"/>
              </a:rPr>
              <a:t>.1/24</a:t>
            </a:r>
            <a:endParaRPr lang="zh-CN" altLang="en-US" dirty="0">
              <a:latin typeface="微软雅黑 Light" panose="020B0502040204020203" pitchFamily="34" charset="-122"/>
              <a:ea typeface="微软雅黑 Light" panose="020B0502040204020203" pitchFamily="34" charset="-122"/>
              <a:cs typeface="+mn-ea"/>
              <a:sym typeface="+mn-lt"/>
            </a:endParaRPr>
          </a:p>
        </p:txBody>
      </p:sp>
      <p:sp>
        <p:nvSpPr>
          <p:cNvPr id="19" name="文本框 18"/>
          <p:cNvSpPr txBox="1"/>
          <p:nvPr/>
        </p:nvSpPr>
        <p:spPr>
          <a:xfrm>
            <a:off x="1194413" y="4062967"/>
            <a:ext cx="1813317" cy="432362"/>
          </a:xfrm>
          <a:prstGeom prst="rect">
            <a:avLst/>
          </a:prstGeom>
          <a:noFill/>
        </p:spPr>
        <p:txBody>
          <a:bodyPr wrap="none" rtlCol="0">
            <a:spAutoFit/>
          </a:bodyPr>
          <a:lstStyle/>
          <a:p>
            <a:pPr>
              <a:lnSpc>
                <a:spcPct val="120000"/>
              </a:lnSpc>
            </a:pPr>
            <a:r>
              <a:rPr lang="en-US" altLang="zh-CN" dirty="0">
                <a:solidFill>
                  <a:srgbClr val="FF0000"/>
                </a:solidFill>
                <a:latin typeface="微软雅黑 Light" panose="020B0502040204020203" pitchFamily="34" charset="-122"/>
                <a:ea typeface="微软雅黑 Light" panose="020B0502040204020203" pitchFamily="34" charset="-122"/>
                <a:cs typeface="+mn-ea"/>
                <a:sym typeface="+mn-lt"/>
              </a:rPr>
              <a:t>202.198.1</a:t>
            </a:r>
            <a:r>
              <a:rPr lang="en-US" altLang="zh-CN" dirty="0">
                <a:latin typeface="微软雅黑 Light" panose="020B0502040204020203" pitchFamily="34" charset="-122"/>
                <a:ea typeface="微软雅黑 Light" panose="020B0502040204020203" pitchFamily="34" charset="-122"/>
                <a:cs typeface="+mn-ea"/>
                <a:sym typeface="+mn-lt"/>
              </a:rPr>
              <a:t>.3/24</a:t>
            </a:r>
            <a:endParaRPr lang="zh-CN" altLang="en-US" dirty="0">
              <a:latin typeface="微软雅黑 Light" panose="020B0502040204020203" pitchFamily="34" charset="-122"/>
              <a:ea typeface="微软雅黑 Light" panose="020B0502040204020203" pitchFamily="34" charset="-122"/>
              <a:cs typeface="+mn-ea"/>
              <a:sym typeface="+mn-lt"/>
            </a:endParaRPr>
          </a:p>
        </p:txBody>
      </p:sp>
      <p:pic>
        <p:nvPicPr>
          <p:cNvPr id="20" name="图形 19"/>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373280" y="1673850"/>
            <a:ext cx="815181" cy="617209"/>
          </a:xfrm>
          <a:prstGeom prst="rect">
            <a:avLst/>
          </a:prstGeom>
        </p:spPr>
      </p:pic>
      <p:pic>
        <p:nvPicPr>
          <p:cNvPr id="21" name="图形 20"/>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9159746" y="1673850"/>
            <a:ext cx="815181" cy="617209"/>
          </a:xfrm>
          <a:prstGeom prst="rect">
            <a:avLst/>
          </a:prstGeom>
        </p:spPr>
      </p:pic>
      <p:pic>
        <p:nvPicPr>
          <p:cNvPr id="22" name="图形 21"/>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373280" y="4793817"/>
            <a:ext cx="815181" cy="617209"/>
          </a:xfrm>
          <a:prstGeom prst="rect">
            <a:avLst/>
          </a:prstGeom>
        </p:spPr>
      </p:pic>
      <p:pic>
        <p:nvPicPr>
          <p:cNvPr id="23" name="图形 22"/>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9159746" y="4793817"/>
            <a:ext cx="815181" cy="617209"/>
          </a:xfrm>
          <a:prstGeom prst="rect">
            <a:avLst/>
          </a:prstGeom>
        </p:spPr>
      </p:pic>
      <p:cxnSp>
        <p:nvCxnSpPr>
          <p:cNvPr id="24" name="直接连接符 23"/>
          <p:cNvCxnSpPr/>
          <p:nvPr/>
        </p:nvCxnSpPr>
        <p:spPr>
          <a:xfrm>
            <a:off x="7320649" y="2726267"/>
            <a:ext cx="2815165" cy="0"/>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25" name="直接连接符 24"/>
          <p:cNvCxnSpPr/>
          <p:nvPr/>
        </p:nvCxnSpPr>
        <p:spPr>
          <a:xfrm>
            <a:off x="7320649" y="4432300"/>
            <a:ext cx="2815165" cy="0"/>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26" name="直接连接符 25"/>
          <p:cNvCxnSpPr/>
          <p:nvPr/>
        </p:nvCxnSpPr>
        <p:spPr>
          <a:xfrm flipV="1">
            <a:off x="8728231" y="2726267"/>
            <a:ext cx="0" cy="503654"/>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27" name="直接连接符 26"/>
          <p:cNvCxnSpPr/>
          <p:nvPr/>
        </p:nvCxnSpPr>
        <p:spPr>
          <a:xfrm>
            <a:off x="8728231" y="3928647"/>
            <a:ext cx="0" cy="503653"/>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28" name="直接连接符 27"/>
          <p:cNvCxnSpPr>
            <a:stCxn id="20" idx="2"/>
          </p:cNvCxnSpPr>
          <p:nvPr/>
        </p:nvCxnSpPr>
        <p:spPr>
          <a:xfrm flipH="1">
            <a:off x="7780870" y="2291059"/>
            <a:ext cx="1" cy="435208"/>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29" name="直接连接符 28"/>
          <p:cNvCxnSpPr>
            <a:stCxn id="21" idx="2"/>
          </p:cNvCxnSpPr>
          <p:nvPr/>
        </p:nvCxnSpPr>
        <p:spPr>
          <a:xfrm flipH="1">
            <a:off x="9567336" y="2291059"/>
            <a:ext cx="1" cy="435208"/>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30" name="直接连接符 29"/>
          <p:cNvCxnSpPr>
            <a:stCxn id="22" idx="0"/>
          </p:cNvCxnSpPr>
          <p:nvPr/>
        </p:nvCxnSpPr>
        <p:spPr>
          <a:xfrm flipH="1" flipV="1">
            <a:off x="7780870" y="4432300"/>
            <a:ext cx="1" cy="361517"/>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31" name="直接连接符 30"/>
          <p:cNvCxnSpPr>
            <a:stCxn id="23" idx="0"/>
          </p:cNvCxnSpPr>
          <p:nvPr/>
        </p:nvCxnSpPr>
        <p:spPr>
          <a:xfrm flipH="1" flipV="1">
            <a:off x="9567336" y="4432300"/>
            <a:ext cx="1" cy="361517"/>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sp>
        <p:nvSpPr>
          <p:cNvPr id="32" name="文本框 31"/>
          <p:cNvSpPr txBox="1"/>
          <p:nvPr/>
        </p:nvSpPr>
        <p:spPr>
          <a:xfrm>
            <a:off x="6906393" y="2730952"/>
            <a:ext cx="1813317" cy="432362"/>
          </a:xfrm>
          <a:prstGeom prst="rect">
            <a:avLst/>
          </a:prstGeom>
          <a:noFill/>
        </p:spPr>
        <p:txBody>
          <a:bodyPr wrap="none" rtlCol="0">
            <a:spAutoFit/>
          </a:bodyPr>
          <a:lstStyle/>
          <a:p>
            <a:pPr>
              <a:lnSpc>
                <a:spcPct val="120000"/>
              </a:lnSpc>
            </a:pPr>
            <a:r>
              <a:rPr lang="en-US" altLang="zh-CN" dirty="0">
                <a:solidFill>
                  <a:srgbClr val="FF0000"/>
                </a:solidFill>
                <a:latin typeface="微软雅黑 Light" panose="020B0502040204020203" pitchFamily="34" charset="-122"/>
                <a:ea typeface="微软雅黑 Light" panose="020B0502040204020203" pitchFamily="34" charset="-122"/>
                <a:cs typeface="+mn-ea"/>
                <a:sym typeface="+mn-lt"/>
              </a:rPr>
              <a:t>202.198.1</a:t>
            </a:r>
            <a:r>
              <a:rPr lang="en-US" altLang="zh-CN" dirty="0">
                <a:latin typeface="微软雅黑 Light" panose="020B0502040204020203" pitchFamily="34" charset="-122"/>
                <a:ea typeface="微软雅黑 Light" panose="020B0502040204020203" pitchFamily="34" charset="-122"/>
                <a:cs typeface="+mn-ea"/>
                <a:sym typeface="+mn-lt"/>
              </a:rPr>
              <a:t>.2/24</a:t>
            </a:r>
            <a:endParaRPr lang="zh-CN" altLang="en-US" dirty="0">
              <a:latin typeface="微软雅黑 Light" panose="020B0502040204020203" pitchFamily="34" charset="-122"/>
              <a:ea typeface="微软雅黑 Light" panose="020B0502040204020203" pitchFamily="34" charset="-122"/>
              <a:cs typeface="+mn-ea"/>
              <a:sym typeface="+mn-lt"/>
            </a:endParaRPr>
          </a:p>
        </p:txBody>
      </p:sp>
      <p:sp>
        <p:nvSpPr>
          <p:cNvPr id="33" name="文本框 32"/>
          <p:cNvSpPr txBox="1"/>
          <p:nvPr/>
        </p:nvSpPr>
        <p:spPr>
          <a:xfrm>
            <a:off x="6906393" y="4062967"/>
            <a:ext cx="1856598" cy="432362"/>
          </a:xfrm>
          <a:prstGeom prst="rect">
            <a:avLst/>
          </a:prstGeom>
          <a:noFill/>
        </p:spPr>
        <p:txBody>
          <a:bodyPr wrap="none" rtlCol="0">
            <a:spAutoFit/>
          </a:bodyPr>
          <a:lstStyle/>
          <a:p>
            <a:pPr>
              <a:lnSpc>
                <a:spcPct val="120000"/>
              </a:lnSpc>
            </a:pPr>
            <a:r>
              <a:rPr lang="en-US" altLang="zh-CN" dirty="0">
                <a:solidFill>
                  <a:srgbClr val="FF0000"/>
                </a:solidFill>
                <a:latin typeface="微软雅黑 Light" panose="020B0502040204020203" pitchFamily="34" charset="-122"/>
                <a:ea typeface="微软雅黑 Light" panose="020B0502040204020203" pitchFamily="34" charset="-122"/>
                <a:cs typeface="+mn-ea"/>
                <a:sym typeface="+mn-lt"/>
              </a:rPr>
              <a:t>202.198.2</a:t>
            </a:r>
            <a:r>
              <a:rPr lang="en-US" altLang="zh-CN" dirty="0">
                <a:latin typeface="微软雅黑 Light" panose="020B0502040204020203" pitchFamily="34" charset="-122"/>
                <a:ea typeface="微软雅黑 Light" panose="020B0502040204020203" pitchFamily="34" charset="-122"/>
                <a:cs typeface="+mn-ea"/>
                <a:sym typeface="+mn-lt"/>
              </a:rPr>
              <a:t>.2/24</a:t>
            </a:r>
            <a:endParaRPr lang="zh-CN" altLang="en-US" dirty="0">
              <a:latin typeface="微软雅黑 Light" panose="020B0502040204020203" pitchFamily="34" charset="-122"/>
              <a:ea typeface="微软雅黑 Light" panose="020B0502040204020203" pitchFamily="34" charset="-122"/>
              <a:cs typeface="+mn-ea"/>
              <a:sym typeface="+mn-lt"/>
            </a:endParaRPr>
          </a:p>
        </p:txBody>
      </p:sp>
      <p:sp>
        <p:nvSpPr>
          <p:cNvPr id="34" name="文本框 33"/>
          <p:cNvSpPr txBox="1"/>
          <p:nvPr/>
        </p:nvSpPr>
        <p:spPr>
          <a:xfrm>
            <a:off x="3340565" y="3398545"/>
            <a:ext cx="954107" cy="432362"/>
          </a:xfrm>
          <a:prstGeom prst="rect">
            <a:avLst/>
          </a:prstGeom>
          <a:noFill/>
        </p:spPr>
        <p:txBody>
          <a:bodyPr wrap="none" rtlCol="0">
            <a:spAutoFit/>
          </a:bodyPr>
          <a:lstStyle/>
          <a:p>
            <a:pPr>
              <a:lnSpc>
                <a:spcPct val="120000"/>
              </a:lnSpc>
            </a:pPr>
            <a:r>
              <a:rPr lang="zh-CN" altLang="en-US" dirty="0">
                <a:latin typeface="微软雅黑 Light" panose="020B0502040204020203" pitchFamily="34" charset="-122"/>
                <a:ea typeface="微软雅黑 Light" panose="020B0502040204020203" pitchFamily="34" charset="-122"/>
                <a:cs typeface="+mn-ea"/>
                <a:sym typeface="+mn-lt"/>
              </a:rPr>
              <a:t>交换机</a:t>
            </a:r>
            <a:endParaRPr lang="zh-CN" altLang="en-US" dirty="0">
              <a:latin typeface="微软雅黑 Light" panose="020B0502040204020203" pitchFamily="34" charset="-122"/>
              <a:ea typeface="微软雅黑 Light" panose="020B0502040204020203" pitchFamily="34" charset="-122"/>
              <a:cs typeface="+mn-ea"/>
              <a:sym typeface="+mn-lt"/>
            </a:endParaRPr>
          </a:p>
        </p:txBody>
      </p:sp>
      <p:sp>
        <p:nvSpPr>
          <p:cNvPr id="35" name="文本框 34"/>
          <p:cNvSpPr txBox="1"/>
          <p:nvPr/>
        </p:nvSpPr>
        <p:spPr>
          <a:xfrm>
            <a:off x="9064029" y="3398545"/>
            <a:ext cx="954107" cy="432362"/>
          </a:xfrm>
          <a:prstGeom prst="rect">
            <a:avLst/>
          </a:prstGeom>
          <a:noFill/>
        </p:spPr>
        <p:txBody>
          <a:bodyPr wrap="none" rtlCol="0">
            <a:spAutoFit/>
          </a:bodyPr>
          <a:lstStyle/>
          <a:p>
            <a:pPr>
              <a:lnSpc>
                <a:spcPct val="120000"/>
              </a:lnSpc>
            </a:pPr>
            <a:r>
              <a:rPr lang="zh-CN" altLang="en-US" dirty="0">
                <a:latin typeface="微软雅黑 Light" panose="020B0502040204020203" pitchFamily="34" charset="-122"/>
                <a:ea typeface="微软雅黑 Light" panose="020B0502040204020203" pitchFamily="34" charset="-122"/>
                <a:cs typeface="+mn-ea"/>
                <a:sym typeface="+mn-lt"/>
              </a:rPr>
              <a:t>路由器</a:t>
            </a:r>
            <a:endParaRPr lang="zh-CN" altLang="en-US" dirty="0">
              <a:latin typeface="微软雅黑 Light" panose="020B0502040204020203" pitchFamily="34" charset="-122"/>
              <a:ea typeface="微软雅黑 Light" panose="020B0502040204020203" pitchFamily="34" charset="-122"/>
              <a:cs typeface="+mn-ea"/>
              <a:sym typeface="+mn-lt"/>
            </a:endParaRPr>
          </a:p>
        </p:txBody>
      </p:sp>
      <p:sp>
        <p:nvSpPr>
          <p:cNvPr id="36" name="文本框 35"/>
          <p:cNvSpPr txBox="1"/>
          <p:nvPr/>
        </p:nvSpPr>
        <p:spPr>
          <a:xfrm>
            <a:off x="1343472" y="5634679"/>
            <a:ext cx="2736304" cy="432362"/>
          </a:xfrm>
          <a:prstGeom prst="rect">
            <a:avLst/>
          </a:prstGeom>
          <a:noFill/>
        </p:spPr>
        <p:txBody>
          <a:bodyPr wrap="square" rtlCol="0">
            <a:spAutoFit/>
          </a:bodyPr>
          <a:lstStyle/>
          <a:p>
            <a:pPr algn="ctr">
              <a:lnSpc>
                <a:spcPct val="120000"/>
              </a:lnSpc>
            </a:pPr>
            <a:r>
              <a:rPr lang="zh-CN" altLang="en-US" dirty="0">
                <a:latin typeface="微软雅黑 Light" panose="020B0502040204020203" pitchFamily="34" charset="-122"/>
                <a:ea typeface="微软雅黑 Light" panose="020B0502040204020203" pitchFamily="34" charset="-122"/>
                <a:cs typeface="+mn-ea"/>
                <a:sym typeface="+mn-lt"/>
              </a:rPr>
              <a:t>交换：同一网络内</a:t>
            </a:r>
            <a:endParaRPr lang="zh-CN" altLang="en-US" dirty="0">
              <a:latin typeface="微软雅黑 Light" panose="020B0502040204020203" pitchFamily="34" charset="-122"/>
              <a:ea typeface="微软雅黑 Light" panose="020B0502040204020203" pitchFamily="34" charset="-122"/>
              <a:cs typeface="+mn-ea"/>
              <a:sym typeface="+mn-lt"/>
            </a:endParaRPr>
          </a:p>
        </p:txBody>
      </p:sp>
      <p:sp>
        <p:nvSpPr>
          <p:cNvPr id="37" name="文本框 36"/>
          <p:cNvSpPr txBox="1"/>
          <p:nvPr/>
        </p:nvSpPr>
        <p:spPr>
          <a:xfrm>
            <a:off x="7238623" y="5597436"/>
            <a:ext cx="2736304" cy="432362"/>
          </a:xfrm>
          <a:prstGeom prst="rect">
            <a:avLst/>
          </a:prstGeom>
          <a:noFill/>
        </p:spPr>
        <p:txBody>
          <a:bodyPr wrap="square" rtlCol="0">
            <a:spAutoFit/>
          </a:bodyPr>
          <a:lstStyle/>
          <a:p>
            <a:pPr algn="ctr">
              <a:lnSpc>
                <a:spcPct val="120000"/>
              </a:lnSpc>
            </a:pPr>
            <a:r>
              <a:rPr lang="zh-CN" altLang="en-US" dirty="0">
                <a:latin typeface="微软雅黑 Light" panose="020B0502040204020203" pitchFamily="34" charset="-122"/>
                <a:ea typeface="微软雅黑 Light" panose="020B0502040204020203" pitchFamily="34" charset="-122"/>
                <a:cs typeface="+mn-ea"/>
                <a:sym typeface="+mn-lt"/>
              </a:rPr>
              <a:t>路由：不同网络间</a:t>
            </a:r>
            <a:endParaRPr lang="zh-CN" altLang="en-US" dirty="0">
              <a:latin typeface="微软雅黑 Light" panose="020B0502040204020203" pitchFamily="34" charset="-122"/>
              <a:ea typeface="微软雅黑 Light" panose="020B0502040204020203" pitchFamily="34" charset="-122"/>
              <a:cs typeface="+mn-ea"/>
              <a:sym typeface="+mn-lt"/>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p:txBody>
          <a:bodyPr/>
          <a:lstStyle/>
          <a:p>
            <a:fld id="{2235E52A-9A14-48B7-BA56-9540564DF5D1}" type="slidenum">
              <a:rPr lang="en-US" altLang="zh-CN"/>
            </a:fld>
            <a:endParaRPr lang="en-US" altLang="zh-CN"/>
          </a:p>
        </p:txBody>
      </p:sp>
      <p:sp>
        <p:nvSpPr>
          <p:cNvPr id="415746" name="Rectangle 2"/>
          <p:cNvSpPr>
            <a:spLocks noGrp="1" noChangeArrowheads="1"/>
          </p:cNvSpPr>
          <p:nvPr>
            <p:ph type="title"/>
          </p:nvPr>
        </p:nvSpPr>
        <p:spPr/>
        <p:txBody>
          <a:bodyPr/>
          <a:lstStyle/>
          <a:p>
            <a:r>
              <a:rPr lang="zh-CN" altLang="en-US" dirty="0"/>
              <a:t>三层交换机</a:t>
            </a:r>
            <a:endParaRPr lang="zh-CN" altLang="en-US" dirty="0"/>
          </a:p>
        </p:txBody>
      </p:sp>
      <p:sp>
        <p:nvSpPr>
          <p:cNvPr id="415747" name="Rectangle 3"/>
          <p:cNvSpPr>
            <a:spLocks noGrp="1" noChangeArrowheads="1"/>
          </p:cNvSpPr>
          <p:nvPr>
            <p:ph type="body" idx="1"/>
          </p:nvPr>
        </p:nvSpPr>
        <p:spPr/>
        <p:txBody>
          <a:bodyPr/>
          <a:lstStyle/>
          <a:p>
            <a:r>
              <a:rPr lang="zh-CN" altLang="en-US" dirty="0"/>
              <a:t>三层交换机的特征</a:t>
            </a:r>
            <a:endParaRPr lang="zh-CN" altLang="en-US" dirty="0"/>
          </a:p>
          <a:p>
            <a:pPr lvl="1"/>
            <a:r>
              <a:rPr lang="zh-CN" altLang="en-US" dirty="0"/>
              <a:t>转发基于第三层地址的业务流</a:t>
            </a:r>
            <a:endParaRPr lang="zh-CN" altLang="en-US" dirty="0"/>
          </a:p>
          <a:p>
            <a:pPr lvl="1"/>
            <a:r>
              <a:rPr lang="zh-CN" altLang="en-US" dirty="0"/>
              <a:t>完全交换功能</a:t>
            </a:r>
            <a:endParaRPr lang="zh-CN" altLang="en-US" dirty="0"/>
          </a:p>
          <a:p>
            <a:pPr lvl="1"/>
            <a:r>
              <a:rPr lang="zh-CN" altLang="en-US" dirty="0"/>
              <a:t>完成特殊任务，如报文过滤</a:t>
            </a:r>
            <a:endParaRPr lang="zh-CN" altLang="en-US" dirty="0"/>
          </a:p>
          <a:p>
            <a:pPr lvl="1"/>
            <a:r>
              <a:rPr lang="zh-CN" altLang="en-US" dirty="0"/>
              <a:t>有路由功能</a:t>
            </a:r>
            <a:endParaRPr lang="zh-CN" altLang="en-US" dirty="0"/>
          </a:p>
          <a:p>
            <a:endParaRPr lang="en-US" altLang="zh-CN"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p:txBody>
          <a:bodyPr/>
          <a:lstStyle/>
          <a:p>
            <a:fld id="{67BD674E-836E-46DB-A79F-B5B0884E1215}" type="slidenum">
              <a:rPr lang="en-US" altLang="zh-CN"/>
            </a:fld>
            <a:endParaRPr lang="en-US" altLang="zh-CN"/>
          </a:p>
        </p:txBody>
      </p:sp>
      <p:sp>
        <p:nvSpPr>
          <p:cNvPr id="416770" name="Rectangle 2"/>
          <p:cNvSpPr>
            <a:spLocks noGrp="1" noChangeArrowheads="1"/>
          </p:cNvSpPr>
          <p:nvPr>
            <p:ph type="title"/>
          </p:nvPr>
        </p:nvSpPr>
        <p:spPr/>
        <p:txBody>
          <a:bodyPr/>
          <a:lstStyle/>
          <a:p>
            <a:r>
              <a:rPr lang="zh-CN" altLang="en-US" dirty="0"/>
              <a:t>网关</a:t>
            </a:r>
            <a:endParaRPr lang="zh-CN" altLang="en-US" dirty="0"/>
          </a:p>
        </p:txBody>
      </p:sp>
      <p:sp>
        <p:nvSpPr>
          <p:cNvPr id="416771" name="Rectangle 3"/>
          <p:cNvSpPr>
            <a:spLocks noGrp="1" noChangeArrowheads="1"/>
          </p:cNvSpPr>
          <p:nvPr>
            <p:ph type="body" idx="1"/>
          </p:nvPr>
        </p:nvSpPr>
        <p:spPr/>
        <p:txBody>
          <a:bodyPr/>
          <a:lstStyle/>
          <a:p>
            <a:r>
              <a:rPr lang="zh-CN" altLang="en-US" dirty="0"/>
              <a:t>网关是一个协议转换器</a:t>
            </a:r>
            <a:endParaRPr lang="zh-CN" altLang="en-US" dirty="0"/>
          </a:p>
          <a:p>
            <a:r>
              <a:rPr lang="zh-CN" altLang="en-US" dirty="0"/>
              <a:t>通常是安装在路由器内部的软件</a:t>
            </a:r>
            <a:endParaRPr lang="zh-CN" altLang="en-US" dirty="0"/>
          </a:p>
          <a:p>
            <a:r>
              <a:rPr lang="zh-CN" altLang="en-US" dirty="0"/>
              <a:t>可以工作在</a:t>
            </a:r>
            <a:r>
              <a:rPr lang="en-US" altLang="zh-CN" dirty="0"/>
              <a:t>OSI</a:t>
            </a:r>
            <a:r>
              <a:rPr lang="zh-CN" altLang="en-US" dirty="0"/>
              <a:t>的所有层</a:t>
            </a:r>
            <a:endParaRPr lang="zh-CN" alt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p:txBody>
          <a:bodyPr/>
          <a:lstStyle/>
          <a:p>
            <a:fld id="{A8191C4D-A99F-4554-A601-9E7B7C25F737}" type="slidenum">
              <a:rPr lang="en-US" altLang="zh-CN"/>
            </a:fld>
            <a:endParaRPr lang="en-US" altLang="zh-CN"/>
          </a:p>
        </p:txBody>
      </p:sp>
      <p:sp>
        <p:nvSpPr>
          <p:cNvPr id="417794" name="Rectangle 2"/>
          <p:cNvSpPr>
            <a:spLocks noGrp="1" noChangeArrowheads="1"/>
          </p:cNvSpPr>
          <p:nvPr>
            <p:ph type="title"/>
          </p:nvPr>
        </p:nvSpPr>
        <p:spPr/>
        <p:txBody>
          <a:bodyPr/>
          <a:lstStyle/>
          <a:p>
            <a:r>
              <a:rPr lang="zh-CN" altLang="en-US" dirty="0"/>
              <a:t>路由选择原理</a:t>
            </a:r>
            <a:endParaRPr lang="zh-CN" altLang="en-US" dirty="0"/>
          </a:p>
        </p:txBody>
      </p:sp>
      <p:sp>
        <p:nvSpPr>
          <p:cNvPr id="417795" name="Rectangle 3"/>
          <p:cNvSpPr>
            <a:spLocks noGrp="1" noChangeArrowheads="1"/>
          </p:cNvSpPr>
          <p:nvPr>
            <p:ph type="body" idx="1"/>
          </p:nvPr>
        </p:nvSpPr>
        <p:spPr/>
        <p:txBody>
          <a:bodyPr/>
          <a:lstStyle/>
          <a:p>
            <a:r>
              <a:rPr lang="zh-CN" altLang="en-US" dirty="0"/>
              <a:t>路由选择</a:t>
            </a:r>
            <a:endParaRPr lang="en-US" altLang="zh-CN" dirty="0"/>
          </a:p>
          <a:p>
            <a:pPr lvl="1"/>
            <a:r>
              <a:rPr lang="zh-CN" altLang="en-US" dirty="0"/>
              <a:t>网络中各个节点为到来的数据包选择一条输出链路</a:t>
            </a:r>
            <a:endParaRPr lang="zh-CN" altLang="en-US" dirty="0"/>
          </a:p>
          <a:p>
            <a:pPr lvl="1"/>
            <a:r>
              <a:rPr lang="zh-CN" altLang="en-US" dirty="0"/>
              <a:t>如果网络内部使用数据报，那么就必须为每个到来的包作一次路由选择</a:t>
            </a:r>
            <a:endParaRPr lang="zh-CN" altLang="en-US" dirty="0"/>
          </a:p>
          <a:p>
            <a:pPr lvl="1"/>
            <a:r>
              <a:rPr lang="zh-CN" altLang="en-US" dirty="0"/>
              <a:t>如果网络内部使用虚电路，则仅在建立一个虚电路时作一次路由选择，以后各数据包都按建立的路由传送</a:t>
            </a:r>
            <a:endParaRPr lang="zh-CN" altLang="en-US" dirty="0"/>
          </a:p>
          <a:p>
            <a:endParaRPr lang="en-US" altLang="zh-CN"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p:txBody>
          <a:bodyPr/>
          <a:lstStyle/>
          <a:p>
            <a:fld id="{4CA3C999-D7D0-4813-B7D0-B2F5282E3E67}" type="slidenum">
              <a:rPr lang="en-US" altLang="zh-CN"/>
            </a:fld>
            <a:endParaRPr lang="en-US" altLang="zh-CN"/>
          </a:p>
        </p:txBody>
      </p:sp>
      <p:sp>
        <p:nvSpPr>
          <p:cNvPr id="418818" name="Rectangle 2"/>
          <p:cNvSpPr>
            <a:spLocks noGrp="1" noChangeArrowheads="1"/>
          </p:cNvSpPr>
          <p:nvPr>
            <p:ph type="title"/>
          </p:nvPr>
        </p:nvSpPr>
        <p:spPr/>
        <p:txBody>
          <a:bodyPr/>
          <a:lstStyle/>
          <a:p>
            <a:r>
              <a:rPr lang="zh-CN" altLang="en-US" dirty="0"/>
              <a:t>路由选择基本要求</a:t>
            </a:r>
            <a:endParaRPr lang="zh-CN" altLang="en-US" dirty="0"/>
          </a:p>
        </p:txBody>
      </p:sp>
      <p:sp>
        <p:nvSpPr>
          <p:cNvPr id="418819" name="Rectangle 3"/>
          <p:cNvSpPr>
            <a:spLocks noGrp="1" noChangeArrowheads="1"/>
          </p:cNvSpPr>
          <p:nvPr>
            <p:ph type="body" idx="1"/>
          </p:nvPr>
        </p:nvSpPr>
        <p:spPr/>
        <p:txBody>
          <a:bodyPr/>
          <a:lstStyle/>
          <a:p>
            <a:r>
              <a:rPr lang="zh-CN" altLang="en-US"/>
              <a:t>正确性：路由算法必须是正确的</a:t>
            </a:r>
            <a:endParaRPr lang="zh-CN" altLang="en-US"/>
          </a:p>
          <a:p>
            <a:r>
              <a:rPr lang="zh-CN" altLang="en-US"/>
              <a:t>简单性：算法在计算上应该简单</a:t>
            </a:r>
            <a:endParaRPr lang="zh-CN" altLang="en-US"/>
          </a:p>
          <a:p>
            <a:r>
              <a:rPr lang="zh-CN" altLang="en-US"/>
              <a:t>坚定性：长时间运行不会出现系统故障</a:t>
            </a:r>
            <a:endParaRPr lang="zh-CN" altLang="en-US"/>
          </a:p>
          <a:p>
            <a:r>
              <a:rPr lang="zh-CN" altLang="en-US"/>
              <a:t>稳定性：算法是收敛的</a:t>
            </a:r>
            <a:endParaRPr lang="zh-CN" altLang="en-US"/>
          </a:p>
          <a:p>
            <a:r>
              <a:rPr lang="zh-CN" altLang="en-US"/>
              <a:t>公平性：通信节点利用信道的机会均等</a:t>
            </a:r>
            <a:endParaRPr lang="zh-CN" altLang="en-US"/>
          </a:p>
          <a:p>
            <a:r>
              <a:rPr lang="zh-CN" altLang="en-US"/>
              <a:t>最佳性：按一定的标准获得最好的效果</a:t>
            </a:r>
            <a:endParaRPr lang="zh-CN" altLang="en-US"/>
          </a:p>
          <a:p>
            <a:endParaRPr lang="en-US" altLang="zh-CN"/>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p:txBody>
          <a:bodyPr/>
          <a:lstStyle/>
          <a:p>
            <a:fld id="{6DADF4EB-24AD-4F59-B9E3-5F07517AA930}" type="slidenum">
              <a:rPr lang="en-US" altLang="zh-CN"/>
            </a:fld>
            <a:endParaRPr lang="en-US" altLang="zh-CN"/>
          </a:p>
        </p:txBody>
      </p:sp>
      <p:sp>
        <p:nvSpPr>
          <p:cNvPr id="423938" name="Rectangle 2"/>
          <p:cNvSpPr>
            <a:spLocks noGrp="1" noChangeArrowheads="1"/>
          </p:cNvSpPr>
          <p:nvPr>
            <p:ph type="title"/>
          </p:nvPr>
        </p:nvSpPr>
        <p:spPr/>
        <p:txBody>
          <a:bodyPr/>
          <a:lstStyle/>
          <a:p>
            <a:r>
              <a:rPr lang="zh-CN" altLang="en-US"/>
              <a:t>分布式路由选择策略</a:t>
            </a:r>
            <a:endParaRPr lang="zh-CN" altLang="en-US"/>
          </a:p>
        </p:txBody>
      </p:sp>
      <p:sp>
        <p:nvSpPr>
          <p:cNvPr id="423939" name="Rectangle 3"/>
          <p:cNvSpPr>
            <a:spLocks noGrp="1" noChangeArrowheads="1"/>
          </p:cNvSpPr>
          <p:nvPr>
            <p:ph type="body" idx="1"/>
          </p:nvPr>
        </p:nvSpPr>
        <p:spPr/>
        <p:txBody>
          <a:bodyPr/>
          <a:lstStyle/>
          <a:p>
            <a:pPr>
              <a:lnSpc>
                <a:spcPct val="90000"/>
              </a:lnSpc>
            </a:pPr>
            <a:r>
              <a:rPr lang="zh-CN" altLang="en-US" dirty="0"/>
              <a:t>每个节点有一个路由表，并周期性地从周围相邻的节点获得网络状态信息，同时，也将本节点做出的路由周期性地通知相邻的各节点</a:t>
            </a:r>
            <a:endParaRPr lang="zh-CN" altLang="en-US" dirty="0"/>
          </a:p>
          <a:p>
            <a:pPr>
              <a:lnSpc>
                <a:spcPct val="90000"/>
              </a:lnSpc>
            </a:pPr>
            <a:r>
              <a:rPr lang="zh-CN" altLang="en-US" dirty="0"/>
              <a:t>整个网络的路由选择经常处于动态变化之中</a:t>
            </a:r>
            <a:endParaRPr lang="zh-CN" altLang="en-US" dirty="0"/>
          </a:p>
          <a:p>
            <a:pPr>
              <a:lnSpc>
                <a:spcPct val="90000"/>
              </a:lnSpc>
            </a:pPr>
            <a:r>
              <a:rPr lang="zh-CN" altLang="en-US" dirty="0"/>
              <a:t>路由表通常根据各结点间距离进行调整</a:t>
            </a:r>
            <a:endParaRPr lang="en-US" altLang="zh-CN" dirty="0"/>
          </a:p>
          <a:p>
            <a:pPr>
              <a:lnSpc>
                <a:spcPct val="90000"/>
              </a:lnSpc>
            </a:pPr>
            <a:r>
              <a:rPr lang="zh-CN" altLang="en-US" dirty="0"/>
              <a:t>距离可以是链路数目、延迟时间、通信费用等等</a:t>
            </a:r>
            <a:endParaRPr lang="zh-CN" altLang="en-US" dirty="0"/>
          </a:p>
          <a:p>
            <a:pPr>
              <a:lnSpc>
                <a:spcPct val="90000"/>
              </a:lnSpc>
            </a:pPr>
            <a:r>
              <a:rPr lang="zh-CN" altLang="en-US" dirty="0"/>
              <a:t>典型的协议有</a:t>
            </a:r>
            <a:endParaRPr lang="zh-CN" altLang="en-US" dirty="0"/>
          </a:p>
          <a:p>
            <a:pPr lvl="1">
              <a:lnSpc>
                <a:spcPct val="90000"/>
              </a:lnSpc>
            </a:pPr>
            <a:r>
              <a:rPr lang="en-US" altLang="zh-CN" dirty="0"/>
              <a:t>RIP</a:t>
            </a:r>
            <a:r>
              <a:rPr lang="zh-CN" altLang="en-US" dirty="0"/>
              <a:t>协议</a:t>
            </a:r>
            <a:endParaRPr lang="zh-CN" altLang="en-US" dirty="0"/>
          </a:p>
          <a:p>
            <a:pPr lvl="1">
              <a:lnSpc>
                <a:spcPct val="90000"/>
              </a:lnSpc>
            </a:pPr>
            <a:r>
              <a:rPr lang="en-US" altLang="zh-CN" dirty="0"/>
              <a:t>OSPF</a:t>
            </a:r>
            <a:r>
              <a:rPr lang="zh-CN" altLang="en-US" dirty="0"/>
              <a:t>协议</a:t>
            </a:r>
            <a:endParaRPr lang="zh-CN" altLang="en-US"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p:txBody>
          <a:bodyPr/>
          <a:lstStyle/>
          <a:p>
            <a:fld id="{CE21A3DF-DF78-4620-892E-E723DFB91701}" type="slidenum">
              <a:rPr lang="en-US" altLang="zh-CN"/>
            </a:fld>
            <a:endParaRPr lang="en-US" altLang="zh-CN"/>
          </a:p>
        </p:txBody>
      </p:sp>
      <p:sp>
        <p:nvSpPr>
          <p:cNvPr id="424962" name="Rectangle 2"/>
          <p:cNvSpPr>
            <a:spLocks noGrp="1" noChangeArrowheads="1"/>
          </p:cNvSpPr>
          <p:nvPr>
            <p:ph type="title"/>
          </p:nvPr>
        </p:nvSpPr>
        <p:spPr/>
        <p:txBody>
          <a:bodyPr/>
          <a:lstStyle/>
          <a:p>
            <a:r>
              <a:rPr lang="zh-CN" altLang="en-US"/>
              <a:t>集中式路由选择策略</a:t>
            </a:r>
            <a:endParaRPr lang="zh-CN" altLang="en-US"/>
          </a:p>
        </p:txBody>
      </p:sp>
      <p:sp>
        <p:nvSpPr>
          <p:cNvPr id="424963" name="Rectangle 3"/>
          <p:cNvSpPr>
            <a:spLocks noGrp="1" noChangeArrowheads="1"/>
          </p:cNvSpPr>
          <p:nvPr>
            <p:ph type="body" idx="1"/>
          </p:nvPr>
        </p:nvSpPr>
        <p:spPr/>
        <p:txBody>
          <a:bodyPr/>
          <a:lstStyle/>
          <a:p>
            <a:r>
              <a:rPr lang="zh-CN" altLang="en-US" sz="2800" dirty="0"/>
              <a:t>网络控制中心</a:t>
            </a:r>
            <a:r>
              <a:rPr lang="en-US" altLang="zh-CN" sz="2800" dirty="0"/>
              <a:t>(NCC)</a:t>
            </a:r>
            <a:r>
              <a:rPr lang="zh-CN" altLang="en-US" sz="2800" dirty="0"/>
              <a:t>负责全网状态信息的收集、路由计算、以及路由选择的实现</a:t>
            </a:r>
            <a:endParaRPr lang="zh-CN" altLang="en-US" sz="2800" dirty="0"/>
          </a:p>
          <a:p>
            <a:r>
              <a:rPr lang="zh-CN" altLang="en-US" sz="2800" dirty="0"/>
              <a:t>每个节点定期向网络控制中心报告一些状态信息</a:t>
            </a:r>
            <a:endParaRPr lang="zh-CN" altLang="en-US" sz="2800" dirty="0"/>
          </a:p>
          <a:p>
            <a:r>
              <a:rPr lang="zh-CN" altLang="en-US" sz="2800" dirty="0"/>
              <a:t>优点</a:t>
            </a:r>
            <a:endParaRPr lang="zh-CN" altLang="en-US" sz="2800" dirty="0"/>
          </a:p>
          <a:p>
            <a:pPr lvl="1"/>
            <a:r>
              <a:rPr lang="zh-CN" altLang="en-US" sz="2400" dirty="0"/>
              <a:t>各个节点不需要路由选择计算</a:t>
            </a:r>
            <a:endParaRPr lang="zh-CN" altLang="en-US" sz="2400" dirty="0"/>
          </a:p>
          <a:p>
            <a:pPr lvl="1"/>
            <a:r>
              <a:rPr lang="zh-CN" altLang="en-US" sz="2400" dirty="0"/>
              <a:t>对网内的某种流量可调控</a:t>
            </a:r>
            <a:endParaRPr lang="zh-CN" altLang="en-US" sz="2400" dirty="0"/>
          </a:p>
          <a:p>
            <a:pPr lvl="1"/>
            <a:r>
              <a:rPr lang="zh-CN" altLang="en-US" sz="2400" dirty="0"/>
              <a:t>易消除网络环路</a:t>
            </a:r>
            <a:endParaRPr lang="zh-CN" altLang="en-US" sz="2400" dirty="0"/>
          </a:p>
          <a:p>
            <a:r>
              <a:rPr lang="zh-CN" altLang="en-US" sz="2800" dirty="0"/>
              <a:t>缺点</a:t>
            </a:r>
            <a:endParaRPr lang="zh-CN" altLang="en-US" sz="2800" dirty="0"/>
          </a:p>
          <a:p>
            <a:pPr lvl="1"/>
            <a:r>
              <a:rPr lang="zh-CN" altLang="en-US" sz="2400" dirty="0"/>
              <a:t>中心较近的地方通信量大</a:t>
            </a:r>
            <a:endParaRPr lang="zh-CN" altLang="en-US" sz="2400" dirty="0"/>
          </a:p>
          <a:p>
            <a:pPr lvl="1"/>
            <a:r>
              <a:rPr lang="zh-CN" altLang="en-US" sz="2400" dirty="0"/>
              <a:t>可靠性差</a:t>
            </a:r>
            <a:endParaRPr lang="zh-CN" altLang="en-US" sz="2400" dirty="0"/>
          </a:p>
          <a:p>
            <a:pPr lvl="1"/>
            <a:r>
              <a:rPr lang="zh-CN" altLang="en-US" sz="2400" dirty="0"/>
              <a:t>网络的规模受到限制</a:t>
            </a:r>
            <a:endParaRPr lang="zh-CN" altLang="en-US" sz="2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p:txBody>
          <a:bodyPr/>
          <a:lstStyle/>
          <a:p>
            <a:fld id="{DC39FF28-62E9-4863-8A7F-C1022F8DEC02}" type="slidenum">
              <a:rPr lang="en-US" altLang="zh-CN"/>
            </a:fld>
            <a:endParaRPr lang="en-US" altLang="zh-CN"/>
          </a:p>
        </p:txBody>
      </p:sp>
      <p:sp>
        <p:nvSpPr>
          <p:cNvPr id="425986" name="Rectangle 2"/>
          <p:cNvSpPr>
            <a:spLocks noGrp="1" noChangeArrowheads="1"/>
          </p:cNvSpPr>
          <p:nvPr>
            <p:ph type="title"/>
          </p:nvPr>
        </p:nvSpPr>
        <p:spPr/>
        <p:txBody>
          <a:bodyPr/>
          <a:lstStyle/>
          <a:p>
            <a:r>
              <a:rPr lang="zh-CN" altLang="en-US" dirty="0"/>
              <a:t>基本的路由算法</a:t>
            </a:r>
            <a:endParaRPr lang="zh-CN" altLang="en-US" dirty="0"/>
          </a:p>
        </p:txBody>
      </p:sp>
      <p:sp>
        <p:nvSpPr>
          <p:cNvPr id="425987" name="Rectangle 3"/>
          <p:cNvSpPr>
            <a:spLocks noGrp="1" noChangeArrowheads="1"/>
          </p:cNvSpPr>
          <p:nvPr>
            <p:ph type="body" idx="1"/>
          </p:nvPr>
        </p:nvSpPr>
        <p:spPr/>
        <p:txBody>
          <a:bodyPr/>
          <a:lstStyle/>
          <a:p>
            <a:r>
              <a:rPr lang="zh-CN" altLang="en-US" dirty="0"/>
              <a:t>距离最短的路径是最佳路径</a:t>
            </a:r>
            <a:endParaRPr lang="zh-CN" altLang="en-US" dirty="0"/>
          </a:p>
          <a:p>
            <a:r>
              <a:rPr lang="zh-CN" altLang="en-US" dirty="0"/>
              <a:t>距离最短的标准</a:t>
            </a:r>
            <a:endParaRPr lang="en-US" altLang="zh-CN" dirty="0"/>
          </a:p>
          <a:p>
            <a:pPr lvl="1"/>
            <a:r>
              <a:rPr lang="zh-CN" altLang="en-US" dirty="0"/>
              <a:t>费用最小</a:t>
            </a:r>
            <a:endParaRPr lang="en-US" altLang="zh-CN" dirty="0"/>
          </a:p>
          <a:p>
            <a:pPr lvl="1"/>
            <a:r>
              <a:rPr lang="zh-CN" altLang="en-US" dirty="0"/>
              <a:t>传输延迟最小</a:t>
            </a:r>
            <a:endParaRPr lang="en-US" altLang="zh-CN" dirty="0"/>
          </a:p>
          <a:p>
            <a:pPr lvl="1"/>
            <a:r>
              <a:rPr lang="zh-CN" altLang="en-US" dirty="0"/>
              <a:t>数据传输速率最大</a:t>
            </a:r>
            <a:endParaRPr lang="en-US" altLang="zh-CN" dirty="0"/>
          </a:p>
          <a:p>
            <a:pPr lvl="1"/>
            <a:r>
              <a:rPr lang="zh-CN" altLang="en-US" dirty="0"/>
              <a:t>多因素的一种组合</a:t>
            </a:r>
            <a:endParaRPr lang="zh-CN" altLang="en-US" dirty="0"/>
          </a:p>
          <a:p>
            <a:r>
              <a:rPr lang="zh-CN" altLang="en-US" dirty="0"/>
              <a:t>两种最常用的计算最短路径的方法</a:t>
            </a:r>
            <a:endParaRPr lang="zh-CN" altLang="en-US" dirty="0"/>
          </a:p>
          <a:p>
            <a:pPr lvl="1"/>
            <a:r>
              <a:rPr lang="zh-CN" altLang="en-US" dirty="0"/>
              <a:t>距离向量路由</a:t>
            </a:r>
            <a:endParaRPr lang="zh-CN" altLang="en-US" dirty="0"/>
          </a:p>
          <a:p>
            <a:pPr lvl="1"/>
            <a:r>
              <a:rPr lang="zh-CN" altLang="en-US" dirty="0"/>
              <a:t>链路状态路由</a:t>
            </a:r>
            <a:endParaRPr lang="zh-CN" altLang="en-US" dirty="0"/>
          </a:p>
          <a:p>
            <a:endParaRPr lang="en-US" altLang="zh-CN"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灯片编号占位符 5"/>
          <p:cNvSpPr>
            <a:spLocks noGrp="1"/>
          </p:cNvSpPr>
          <p:nvPr>
            <p:ph type="sldNum" sz="quarter" idx="12"/>
          </p:nvPr>
        </p:nvSpPr>
        <p:spPr/>
        <p:txBody>
          <a:bodyPr/>
          <a:lstStyle/>
          <a:p>
            <a:fld id="{86A8BFF4-802F-43A3-BB26-A94C0BF4BEE0}" type="slidenum">
              <a:rPr lang="en-US" altLang="zh-CN"/>
            </a:fld>
            <a:endParaRPr lang="en-US" altLang="zh-CN"/>
          </a:p>
        </p:txBody>
      </p:sp>
      <p:sp>
        <p:nvSpPr>
          <p:cNvPr id="428034" name="Rectangle 2"/>
          <p:cNvSpPr>
            <a:spLocks noGrp="1" noChangeArrowheads="1"/>
          </p:cNvSpPr>
          <p:nvPr>
            <p:ph type="title"/>
          </p:nvPr>
        </p:nvSpPr>
        <p:spPr/>
        <p:txBody>
          <a:bodyPr/>
          <a:lstStyle/>
          <a:p>
            <a:r>
              <a:rPr lang="zh-CN" altLang="en-US" dirty="0"/>
              <a:t>距离向量路由算法</a:t>
            </a:r>
            <a:endParaRPr lang="zh-CN" altLang="en-US" dirty="0"/>
          </a:p>
        </p:txBody>
      </p:sp>
      <p:sp>
        <p:nvSpPr>
          <p:cNvPr id="428036" name="Text Box 4"/>
          <p:cNvSpPr txBox="1">
            <a:spLocks noChangeArrowheads="1"/>
          </p:cNvSpPr>
          <p:nvPr/>
        </p:nvSpPr>
        <p:spPr bwMode="auto">
          <a:xfrm>
            <a:off x="3431704" y="4725144"/>
            <a:ext cx="4541628" cy="5232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chemeClr val="accent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r>
              <a:rPr lang="en-US" altLang="zh-CN" sz="2800" dirty="0">
                <a:latin typeface="微软雅黑 Light" panose="020B0502040204020203" pitchFamily="34" charset="-122"/>
                <a:ea typeface="微软雅黑 Light" panose="020B0502040204020203" pitchFamily="34" charset="-122"/>
              </a:rPr>
              <a:t>NetID : Distance : </a:t>
            </a:r>
            <a:r>
              <a:rPr lang="en-US" altLang="zh-CN" sz="2800" dirty="0" err="1">
                <a:latin typeface="微软雅黑 Light" panose="020B0502040204020203" pitchFamily="34" charset="-122"/>
                <a:ea typeface="微软雅黑 Light" panose="020B0502040204020203" pitchFamily="34" charset="-122"/>
              </a:rPr>
              <a:t>NextHop</a:t>
            </a:r>
            <a:endParaRPr lang="en-US" altLang="zh-CN" sz="2800" dirty="0">
              <a:latin typeface="微软雅黑 Light" panose="020B0502040204020203" pitchFamily="34" charset="-122"/>
              <a:ea typeface="微软雅黑 Light" panose="020B0502040204020203" pitchFamily="34" charset="-122"/>
            </a:endParaRPr>
          </a:p>
        </p:txBody>
      </p:sp>
      <p:sp>
        <p:nvSpPr>
          <p:cNvPr id="428037" name="Line 5"/>
          <p:cNvSpPr>
            <a:spLocks noChangeShapeType="1"/>
          </p:cNvSpPr>
          <p:nvPr/>
        </p:nvSpPr>
        <p:spPr bwMode="auto">
          <a:xfrm flipV="1">
            <a:off x="4007966" y="5180757"/>
            <a:ext cx="0" cy="358775"/>
          </a:xfrm>
          <a:prstGeom prst="line">
            <a:avLst/>
          </a:prstGeom>
          <a:noFill/>
          <a:ln w="25400" cap="rnd">
            <a:solidFill>
              <a:schemeClr val="accent2"/>
            </a:solidFill>
            <a:round/>
            <a:headEnd type="none" w="sm" len="sm"/>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dirty="0">
              <a:latin typeface="微软雅黑 Light" panose="020B0502040204020203" pitchFamily="34" charset="-122"/>
              <a:ea typeface="微软雅黑 Light" panose="020B0502040204020203" pitchFamily="34" charset="-122"/>
            </a:endParaRPr>
          </a:p>
        </p:txBody>
      </p:sp>
      <p:sp>
        <p:nvSpPr>
          <p:cNvPr id="428038" name="Line 6"/>
          <p:cNvSpPr>
            <a:spLocks noChangeShapeType="1"/>
          </p:cNvSpPr>
          <p:nvPr/>
        </p:nvSpPr>
        <p:spPr bwMode="auto">
          <a:xfrm flipV="1">
            <a:off x="5447828" y="5180757"/>
            <a:ext cx="0" cy="358775"/>
          </a:xfrm>
          <a:prstGeom prst="line">
            <a:avLst/>
          </a:prstGeom>
          <a:noFill/>
          <a:ln w="25400" cap="rnd">
            <a:solidFill>
              <a:schemeClr val="accent2"/>
            </a:solidFill>
            <a:round/>
            <a:headEnd type="none" w="sm" len="sm"/>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dirty="0">
              <a:latin typeface="微软雅黑 Light" panose="020B0502040204020203" pitchFamily="34" charset="-122"/>
              <a:ea typeface="微软雅黑 Light" panose="020B0502040204020203" pitchFamily="34" charset="-122"/>
            </a:endParaRPr>
          </a:p>
        </p:txBody>
      </p:sp>
      <p:sp>
        <p:nvSpPr>
          <p:cNvPr id="428039" name="Line 7"/>
          <p:cNvSpPr>
            <a:spLocks noChangeShapeType="1"/>
          </p:cNvSpPr>
          <p:nvPr/>
        </p:nvSpPr>
        <p:spPr bwMode="auto">
          <a:xfrm flipV="1">
            <a:off x="7105178" y="5180757"/>
            <a:ext cx="0" cy="358775"/>
          </a:xfrm>
          <a:prstGeom prst="line">
            <a:avLst/>
          </a:prstGeom>
          <a:noFill/>
          <a:ln w="25400" cap="rnd">
            <a:solidFill>
              <a:schemeClr val="accent2"/>
            </a:solidFill>
            <a:round/>
            <a:headEnd type="none" w="sm" len="sm"/>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dirty="0">
              <a:latin typeface="微软雅黑 Light" panose="020B0502040204020203" pitchFamily="34" charset="-122"/>
              <a:ea typeface="微软雅黑 Light" panose="020B0502040204020203" pitchFamily="34" charset="-122"/>
            </a:endParaRPr>
          </a:p>
        </p:txBody>
      </p:sp>
      <p:sp>
        <p:nvSpPr>
          <p:cNvPr id="428040" name="Text Box 8"/>
          <p:cNvSpPr txBox="1">
            <a:spLocks noChangeArrowheads="1"/>
          </p:cNvSpPr>
          <p:nvPr/>
        </p:nvSpPr>
        <p:spPr bwMode="auto">
          <a:xfrm>
            <a:off x="3323753" y="5468093"/>
            <a:ext cx="140335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chemeClr val="accent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r>
              <a:rPr lang="zh-CN" altLang="en-US" sz="2400" dirty="0">
                <a:latin typeface="微软雅黑 Light" panose="020B0502040204020203" pitchFamily="34" charset="-122"/>
                <a:ea typeface="微软雅黑 Light" panose="020B0502040204020203" pitchFamily="34" charset="-122"/>
              </a:rPr>
              <a:t>目的网络</a:t>
            </a:r>
            <a:endParaRPr lang="zh-CN" altLang="en-US" sz="2400" dirty="0">
              <a:latin typeface="微软雅黑 Light" panose="020B0502040204020203" pitchFamily="34" charset="-122"/>
              <a:ea typeface="微软雅黑 Light" panose="020B0502040204020203" pitchFamily="34" charset="-122"/>
            </a:endParaRPr>
          </a:p>
        </p:txBody>
      </p:sp>
      <p:sp>
        <p:nvSpPr>
          <p:cNvPr id="428041" name="Text Box 9"/>
          <p:cNvSpPr txBox="1">
            <a:spLocks noChangeArrowheads="1"/>
          </p:cNvSpPr>
          <p:nvPr/>
        </p:nvSpPr>
        <p:spPr bwMode="auto">
          <a:xfrm>
            <a:off x="4727103" y="5468093"/>
            <a:ext cx="140335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chemeClr val="accent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r>
              <a:rPr lang="zh-CN" altLang="en-US" sz="2400" dirty="0">
                <a:latin typeface="微软雅黑 Light" panose="020B0502040204020203" pitchFamily="34" charset="-122"/>
                <a:ea typeface="微软雅黑 Light" panose="020B0502040204020203" pitchFamily="34" charset="-122"/>
              </a:rPr>
              <a:t>网络距离</a:t>
            </a:r>
            <a:endParaRPr lang="zh-CN" altLang="en-US" sz="2400" dirty="0">
              <a:latin typeface="微软雅黑 Light" panose="020B0502040204020203" pitchFamily="34" charset="-122"/>
              <a:ea typeface="微软雅黑 Light" panose="020B0502040204020203" pitchFamily="34" charset="-122"/>
            </a:endParaRPr>
          </a:p>
        </p:txBody>
      </p:sp>
      <p:sp>
        <p:nvSpPr>
          <p:cNvPr id="428042" name="Text Box 10"/>
          <p:cNvSpPr txBox="1">
            <a:spLocks noChangeArrowheads="1"/>
          </p:cNvSpPr>
          <p:nvPr/>
        </p:nvSpPr>
        <p:spPr bwMode="auto">
          <a:xfrm>
            <a:off x="6382866" y="5468093"/>
            <a:ext cx="140335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chemeClr val="accent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r>
              <a:rPr lang="zh-CN" altLang="en-US" sz="2400" dirty="0">
                <a:latin typeface="微软雅黑 Light" panose="020B0502040204020203" pitchFamily="34" charset="-122"/>
                <a:ea typeface="微软雅黑 Light" panose="020B0502040204020203" pitchFamily="34" charset="-122"/>
              </a:rPr>
              <a:t>下一个跳</a:t>
            </a:r>
            <a:endParaRPr lang="zh-CN" altLang="en-US" sz="2400" dirty="0">
              <a:latin typeface="微软雅黑 Light" panose="020B0502040204020203" pitchFamily="34" charset="-122"/>
              <a:ea typeface="微软雅黑 Light" panose="020B0502040204020203" pitchFamily="34" charset="-122"/>
            </a:endParaRPr>
          </a:p>
        </p:txBody>
      </p:sp>
      <p:sp>
        <p:nvSpPr>
          <p:cNvPr id="3" name="内容占位符 2"/>
          <p:cNvSpPr>
            <a:spLocks noGrp="1"/>
          </p:cNvSpPr>
          <p:nvPr>
            <p:ph idx="1"/>
          </p:nvPr>
        </p:nvSpPr>
        <p:spPr>
          <a:xfrm>
            <a:off x="334434" y="1052515"/>
            <a:ext cx="11523133" cy="4104678"/>
          </a:xfrm>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r>
              <a:rPr lang="zh-CN" altLang="en-US" dirty="0"/>
              <a:t>在距离向量路由中，每个路由器周期性的将自己关于整个网络的信息发送给它的邻居 </a:t>
            </a:r>
            <a:endParaRPr lang="zh-CN" altLang="en-US" dirty="0"/>
          </a:p>
          <a:p>
            <a:pPr lvl="1"/>
            <a:r>
              <a:rPr lang="zh-CN" altLang="en-US" dirty="0"/>
              <a:t>每个路由器保存关于整个网络的信息 </a:t>
            </a:r>
            <a:endParaRPr lang="zh-CN" altLang="en-US" dirty="0"/>
          </a:p>
          <a:p>
            <a:pPr lvl="1"/>
            <a:r>
              <a:rPr lang="zh-CN" altLang="en-US" dirty="0"/>
              <a:t>仅仅和邻居交换网络信息 </a:t>
            </a:r>
            <a:endParaRPr lang="zh-CN" altLang="en-US" dirty="0"/>
          </a:p>
          <a:p>
            <a:pPr lvl="1"/>
            <a:r>
              <a:rPr lang="zh-CN" altLang="en-US" dirty="0"/>
              <a:t>信息的交换是通过有规律的时间间隔来进行</a:t>
            </a:r>
            <a:r>
              <a:rPr lang="en-US" altLang="zh-CN" dirty="0"/>
              <a:t>(</a:t>
            </a:r>
            <a:r>
              <a:rPr lang="zh-CN" altLang="en-US" dirty="0"/>
              <a:t>例如每隔</a:t>
            </a:r>
            <a:r>
              <a:rPr lang="en-US" altLang="zh-CN" dirty="0"/>
              <a:t>30</a:t>
            </a:r>
            <a:r>
              <a:rPr lang="zh-CN" altLang="en-US" dirty="0"/>
              <a:t>秒发一次</a:t>
            </a:r>
            <a:r>
              <a:rPr lang="en-US" altLang="zh-CN" dirty="0"/>
              <a:t>)</a:t>
            </a:r>
            <a:r>
              <a:rPr lang="zh-CN" altLang="en-US" dirty="0"/>
              <a:t>，无论网络状态是否发生变化</a:t>
            </a:r>
            <a:endParaRPr lang="zh-CN" altLang="en-US" dirty="0"/>
          </a:p>
          <a:p>
            <a:r>
              <a:rPr lang="zh-CN" altLang="en-US" dirty="0"/>
              <a:t>每个路由器依据路由表来转发数据包，路由表中的每一项一般具有如下的格式</a:t>
            </a:r>
            <a:endParaRPr lang="zh-CN" altLang="en-US"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7010" name="Rectangle 2"/>
          <p:cNvSpPr>
            <a:spLocks noGrp="1" noChangeArrowheads="1"/>
          </p:cNvSpPr>
          <p:nvPr>
            <p:ph type="title"/>
          </p:nvPr>
        </p:nvSpPr>
        <p:spPr/>
        <p:txBody>
          <a:bodyPr/>
          <a:lstStyle/>
          <a:p>
            <a:r>
              <a:rPr lang="zh-CN" altLang="en-US" dirty="0"/>
              <a:t>互连示例</a:t>
            </a:r>
            <a:endParaRPr lang="zh-CN" altLang="en-US" dirty="0"/>
          </a:p>
        </p:txBody>
      </p:sp>
      <p:sp>
        <p:nvSpPr>
          <p:cNvPr id="3" name="内容占位符 2"/>
          <p:cNvSpPr>
            <a:spLocks noGrp="1"/>
          </p:cNvSpPr>
          <p:nvPr>
            <p:ph sz="half" idx="1"/>
          </p:nvPr>
        </p:nvSpPr>
        <p:spPr>
          <a:xfrm>
            <a:off x="334435" y="1052514"/>
            <a:ext cx="3776902" cy="5437187"/>
          </a:xfrm>
        </p:spPr>
        <p:txBody>
          <a:bodyPr/>
          <a:lstStyle/>
          <a:p>
            <a:r>
              <a:rPr lang="zh-CN" altLang="en-US" dirty="0"/>
              <a:t>路由器并不了解网络的拓扑</a:t>
            </a:r>
            <a:endParaRPr lang="zh-CN" altLang="en-US" dirty="0"/>
          </a:p>
          <a:p>
            <a:r>
              <a:rPr lang="zh-CN" altLang="en-US" dirty="0"/>
              <a:t>路由器只知道</a:t>
            </a:r>
            <a:endParaRPr lang="zh-CN" altLang="en-US" dirty="0"/>
          </a:p>
          <a:p>
            <a:pPr lvl="1"/>
            <a:r>
              <a:rPr lang="zh-CN" altLang="en-US" dirty="0"/>
              <a:t>自己的直连网络</a:t>
            </a:r>
            <a:endParaRPr lang="zh-CN" altLang="en-US" dirty="0"/>
          </a:p>
          <a:p>
            <a:pPr lvl="1"/>
            <a:r>
              <a:rPr lang="zh-CN" altLang="en-US" dirty="0"/>
              <a:t>自身与目的网络之间的距离</a:t>
            </a:r>
            <a:endParaRPr lang="zh-CN" altLang="en-US" dirty="0"/>
          </a:p>
          <a:p>
            <a:pPr lvl="1"/>
            <a:r>
              <a:rPr lang="zh-CN" altLang="en-US" dirty="0"/>
              <a:t>应该往哪个方向使用哪个接口转发数据包</a:t>
            </a:r>
            <a:endParaRPr lang="zh-CN" altLang="en-US" dirty="0"/>
          </a:p>
          <a:p>
            <a:endParaRPr lang="zh-CN" altLang="en-US" dirty="0"/>
          </a:p>
        </p:txBody>
      </p:sp>
      <p:sp>
        <p:nvSpPr>
          <p:cNvPr id="162" name="灯片编号占位符 5"/>
          <p:cNvSpPr>
            <a:spLocks noGrp="1"/>
          </p:cNvSpPr>
          <p:nvPr>
            <p:ph type="sldNum" sz="quarter" idx="12"/>
          </p:nvPr>
        </p:nvSpPr>
        <p:spPr/>
        <p:txBody>
          <a:bodyPr/>
          <a:lstStyle/>
          <a:p>
            <a:fld id="{929D5026-0100-41E6-BF9E-D99AD368B7D6}" type="slidenum">
              <a:rPr lang="en-US" altLang="zh-CN"/>
            </a:fld>
            <a:endParaRPr lang="en-US" altLang="zh-CN"/>
          </a:p>
        </p:txBody>
      </p:sp>
      <p:sp>
        <p:nvSpPr>
          <p:cNvPr id="427221" name="Line 213"/>
          <p:cNvSpPr>
            <a:spLocks noChangeShapeType="1"/>
          </p:cNvSpPr>
          <p:nvPr/>
        </p:nvSpPr>
        <p:spPr bwMode="auto">
          <a:xfrm flipV="1">
            <a:off x="4801361" y="1844675"/>
            <a:ext cx="843502" cy="769826"/>
          </a:xfrm>
          <a:prstGeom prst="line">
            <a:avLst/>
          </a:prstGeom>
          <a:noFill/>
          <a:ln w="25400" cap="rnd">
            <a:solidFill>
              <a:srgbClr val="FF33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latin typeface="微软雅黑 Light" panose="020B0502040204020203" pitchFamily="34" charset="-122"/>
              <a:ea typeface="微软雅黑 Light" panose="020B0502040204020203" pitchFamily="34" charset="-122"/>
            </a:endParaRPr>
          </a:p>
        </p:txBody>
      </p:sp>
      <p:sp>
        <p:nvSpPr>
          <p:cNvPr id="427223" name="Line 215"/>
          <p:cNvSpPr>
            <a:spLocks noChangeShapeType="1"/>
          </p:cNvSpPr>
          <p:nvPr/>
        </p:nvSpPr>
        <p:spPr bwMode="auto">
          <a:xfrm>
            <a:off x="6724363" y="2997199"/>
            <a:ext cx="956897" cy="3171"/>
          </a:xfrm>
          <a:prstGeom prst="line">
            <a:avLst/>
          </a:prstGeom>
          <a:noFill/>
          <a:ln w="25400" cap="rnd">
            <a:solidFill>
              <a:srgbClr val="FF33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latin typeface="微软雅黑 Light" panose="020B0502040204020203" pitchFamily="34" charset="-122"/>
              <a:ea typeface="微软雅黑 Light" panose="020B0502040204020203" pitchFamily="34" charset="-122"/>
            </a:endParaRPr>
          </a:p>
        </p:txBody>
      </p:sp>
      <p:sp>
        <p:nvSpPr>
          <p:cNvPr id="427224" name="Line 216"/>
          <p:cNvSpPr>
            <a:spLocks noChangeShapeType="1"/>
          </p:cNvSpPr>
          <p:nvPr/>
        </p:nvSpPr>
        <p:spPr bwMode="auto">
          <a:xfrm flipV="1">
            <a:off x="8404899" y="2997199"/>
            <a:ext cx="767390" cy="1"/>
          </a:xfrm>
          <a:prstGeom prst="line">
            <a:avLst/>
          </a:prstGeom>
          <a:noFill/>
          <a:ln w="25400" cap="rnd">
            <a:solidFill>
              <a:srgbClr val="FF33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latin typeface="微软雅黑 Light" panose="020B0502040204020203" pitchFamily="34" charset="-122"/>
              <a:ea typeface="微软雅黑 Light" panose="020B0502040204020203" pitchFamily="34" charset="-122"/>
            </a:endParaRPr>
          </a:p>
        </p:txBody>
      </p:sp>
      <p:sp>
        <p:nvSpPr>
          <p:cNvPr id="427225" name="Line 217"/>
          <p:cNvSpPr>
            <a:spLocks noChangeShapeType="1"/>
          </p:cNvSpPr>
          <p:nvPr/>
        </p:nvSpPr>
        <p:spPr bwMode="auto">
          <a:xfrm flipH="1" flipV="1">
            <a:off x="10451813" y="1844675"/>
            <a:ext cx="843501" cy="765235"/>
          </a:xfrm>
          <a:prstGeom prst="line">
            <a:avLst/>
          </a:prstGeom>
          <a:noFill/>
          <a:ln w="25400" cap="rnd">
            <a:solidFill>
              <a:srgbClr val="FF33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latin typeface="微软雅黑 Light" panose="020B0502040204020203" pitchFamily="34" charset="-122"/>
              <a:ea typeface="微软雅黑 Light" panose="020B0502040204020203" pitchFamily="34" charset="-122"/>
            </a:endParaRPr>
          </a:p>
        </p:txBody>
      </p:sp>
      <p:sp>
        <p:nvSpPr>
          <p:cNvPr id="427226" name="Line 218"/>
          <p:cNvSpPr>
            <a:spLocks noChangeShapeType="1"/>
          </p:cNvSpPr>
          <p:nvPr/>
        </p:nvSpPr>
        <p:spPr bwMode="auto">
          <a:xfrm>
            <a:off x="8435688" y="1555750"/>
            <a:ext cx="1169988" cy="0"/>
          </a:xfrm>
          <a:prstGeom prst="line">
            <a:avLst/>
          </a:prstGeom>
          <a:noFill/>
          <a:ln w="25400" cap="rnd">
            <a:solidFill>
              <a:srgbClr val="FF33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latin typeface="微软雅黑 Light" panose="020B0502040204020203" pitchFamily="34" charset="-122"/>
              <a:ea typeface="微软雅黑 Light" panose="020B0502040204020203" pitchFamily="34" charset="-122"/>
            </a:endParaRPr>
          </a:p>
        </p:txBody>
      </p:sp>
      <p:sp>
        <p:nvSpPr>
          <p:cNvPr id="427228" name="Line 220"/>
          <p:cNvSpPr>
            <a:spLocks noChangeShapeType="1"/>
          </p:cNvSpPr>
          <p:nvPr/>
        </p:nvSpPr>
        <p:spPr bwMode="auto">
          <a:xfrm>
            <a:off x="4948509" y="2990851"/>
            <a:ext cx="983693" cy="3174"/>
          </a:xfrm>
          <a:prstGeom prst="line">
            <a:avLst/>
          </a:prstGeom>
          <a:noFill/>
          <a:ln w="25400" cap="rnd">
            <a:solidFill>
              <a:srgbClr val="FF33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latin typeface="微软雅黑 Light" panose="020B0502040204020203" pitchFamily="34" charset="-122"/>
              <a:ea typeface="微软雅黑 Light" panose="020B0502040204020203" pitchFamily="34" charset="-122"/>
            </a:endParaRPr>
          </a:p>
        </p:txBody>
      </p:sp>
      <p:sp>
        <p:nvSpPr>
          <p:cNvPr id="427229" name="Line 221"/>
          <p:cNvSpPr>
            <a:spLocks noChangeShapeType="1"/>
          </p:cNvSpPr>
          <p:nvPr/>
        </p:nvSpPr>
        <p:spPr bwMode="auto">
          <a:xfrm flipV="1">
            <a:off x="6579902" y="1555750"/>
            <a:ext cx="1081087" cy="0"/>
          </a:xfrm>
          <a:prstGeom prst="line">
            <a:avLst/>
          </a:prstGeom>
          <a:noFill/>
          <a:ln w="25400" cap="rnd">
            <a:solidFill>
              <a:srgbClr val="FF33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latin typeface="微软雅黑 Light" panose="020B0502040204020203" pitchFamily="34" charset="-122"/>
              <a:ea typeface="微软雅黑 Light" panose="020B0502040204020203" pitchFamily="34" charset="-122"/>
            </a:endParaRPr>
          </a:p>
        </p:txBody>
      </p:sp>
      <p:sp>
        <p:nvSpPr>
          <p:cNvPr id="427230" name="Line 222"/>
          <p:cNvSpPr>
            <a:spLocks noChangeShapeType="1"/>
          </p:cNvSpPr>
          <p:nvPr/>
        </p:nvSpPr>
        <p:spPr bwMode="auto">
          <a:xfrm flipH="1" flipV="1">
            <a:off x="4654262" y="3322699"/>
            <a:ext cx="269875" cy="466664"/>
          </a:xfrm>
          <a:prstGeom prst="line">
            <a:avLst/>
          </a:prstGeom>
          <a:noFill/>
          <a:ln w="25400" cap="rnd">
            <a:solidFill>
              <a:srgbClr val="FF33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latin typeface="微软雅黑 Light" panose="020B0502040204020203" pitchFamily="34" charset="-122"/>
              <a:ea typeface="微软雅黑 Light" panose="020B0502040204020203" pitchFamily="34" charset="-122"/>
            </a:endParaRPr>
          </a:p>
        </p:txBody>
      </p:sp>
      <p:sp>
        <p:nvSpPr>
          <p:cNvPr id="427231" name="Line 223"/>
          <p:cNvSpPr>
            <a:spLocks noChangeShapeType="1"/>
          </p:cNvSpPr>
          <p:nvPr/>
        </p:nvSpPr>
        <p:spPr bwMode="auto">
          <a:xfrm>
            <a:off x="5284501" y="4292601"/>
            <a:ext cx="576262" cy="504825"/>
          </a:xfrm>
          <a:prstGeom prst="line">
            <a:avLst/>
          </a:prstGeom>
          <a:noFill/>
          <a:ln w="25400" cap="rnd">
            <a:solidFill>
              <a:srgbClr val="FF33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latin typeface="微软雅黑 Light" panose="020B0502040204020203" pitchFamily="34" charset="-122"/>
              <a:ea typeface="微软雅黑 Light" panose="020B0502040204020203" pitchFamily="34" charset="-122"/>
            </a:endParaRPr>
          </a:p>
        </p:txBody>
      </p:sp>
      <p:sp>
        <p:nvSpPr>
          <p:cNvPr id="427233" name="Line 225"/>
          <p:cNvSpPr>
            <a:spLocks noChangeShapeType="1"/>
          </p:cNvSpPr>
          <p:nvPr/>
        </p:nvSpPr>
        <p:spPr bwMode="auto">
          <a:xfrm flipV="1">
            <a:off x="8435688" y="5035212"/>
            <a:ext cx="936625" cy="0"/>
          </a:xfrm>
          <a:prstGeom prst="line">
            <a:avLst/>
          </a:prstGeom>
          <a:noFill/>
          <a:ln w="25400" cap="rnd">
            <a:solidFill>
              <a:srgbClr val="FF33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latin typeface="微软雅黑 Light" panose="020B0502040204020203" pitchFamily="34" charset="-122"/>
              <a:ea typeface="微软雅黑 Light" panose="020B0502040204020203" pitchFamily="34" charset="-122"/>
            </a:endParaRPr>
          </a:p>
        </p:txBody>
      </p:sp>
      <p:sp>
        <p:nvSpPr>
          <p:cNvPr id="427234" name="Line 226"/>
          <p:cNvSpPr>
            <a:spLocks noChangeShapeType="1"/>
          </p:cNvSpPr>
          <p:nvPr/>
        </p:nvSpPr>
        <p:spPr bwMode="auto">
          <a:xfrm flipV="1">
            <a:off x="10040113" y="4579938"/>
            <a:ext cx="843501" cy="455274"/>
          </a:xfrm>
          <a:prstGeom prst="line">
            <a:avLst/>
          </a:prstGeom>
          <a:noFill/>
          <a:ln w="25400" cap="rnd">
            <a:solidFill>
              <a:srgbClr val="FF33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latin typeface="微软雅黑 Light" panose="020B0502040204020203" pitchFamily="34" charset="-122"/>
              <a:ea typeface="微软雅黑 Light" panose="020B0502040204020203" pitchFamily="34" charset="-122"/>
            </a:endParaRPr>
          </a:p>
        </p:txBody>
      </p:sp>
      <p:sp>
        <p:nvSpPr>
          <p:cNvPr id="427235" name="Line 227"/>
          <p:cNvSpPr>
            <a:spLocks noChangeShapeType="1"/>
          </p:cNvSpPr>
          <p:nvPr/>
        </p:nvSpPr>
        <p:spPr bwMode="auto">
          <a:xfrm flipV="1">
            <a:off x="11243978" y="3290887"/>
            <a:ext cx="230186" cy="714376"/>
          </a:xfrm>
          <a:prstGeom prst="line">
            <a:avLst/>
          </a:prstGeom>
          <a:noFill/>
          <a:ln w="25400" cap="rnd">
            <a:solidFill>
              <a:srgbClr val="FF33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latin typeface="微软雅黑 Light" panose="020B0502040204020203" pitchFamily="34" charset="-122"/>
              <a:ea typeface="微软雅黑 Light" panose="020B0502040204020203" pitchFamily="34" charset="-122"/>
            </a:endParaRPr>
          </a:p>
        </p:txBody>
      </p:sp>
      <p:sp>
        <p:nvSpPr>
          <p:cNvPr id="427085" name="Text Box 77"/>
          <p:cNvSpPr txBox="1">
            <a:spLocks noChangeArrowheads="1"/>
          </p:cNvSpPr>
          <p:nvPr/>
        </p:nvSpPr>
        <p:spPr bwMode="auto">
          <a:xfrm>
            <a:off x="4197386" y="2205039"/>
            <a:ext cx="393056"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zh-CN"/>
            </a:defPPr>
            <a:lvl1pPr algn="ctr">
              <a:defRPr sz="2400">
                <a:latin typeface="微软雅黑 Light" panose="020B0502040204020203" pitchFamily="34" charset="-122"/>
                <a:ea typeface="微软雅黑 Light" panose="020B0502040204020203" pitchFamily="34" charset="-122"/>
              </a:defRPr>
            </a:lvl1pPr>
          </a:lstStyle>
          <a:p>
            <a:r>
              <a:rPr lang="en-US" altLang="zh-CN" dirty="0"/>
              <a:t>A</a:t>
            </a:r>
            <a:endParaRPr lang="en-US" altLang="zh-CN" dirty="0"/>
          </a:p>
        </p:txBody>
      </p:sp>
      <p:grpSp>
        <p:nvGrpSpPr>
          <p:cNvPr id="427088" name="Group 80"/>
          <p:cNvGrpSpPr/>
          <p:nvPr/>
        </p:nvGrpSpPr>
        <p:grpSpPr bwMode="auto">
          <a:xfrm>
            <a:off x="5500401" y="1268414"/>
            <a:ext cx="1181100" cy="714375"/>
            <a:chOff x="1338" y="1752"/>
            <a:chExt cx="744" cy="450"/>
          </a:xfrm>
        </p:grpSpPr>
        <p:pic>
          <p:nvPicPr>
            <p:cNvPr id="427067" name="Picture 25"/>
            <p:cNvPicPr>
              <a:picLocks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1338" y="1752"/>
              <a:ext cx="744" cy="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27086" name="Text Box 78"/>
            <p:cNvSpPr txBox="1">
              <a:spLocks noChangeArrowheads="1"/>
            </p:cNvSpPr>
            <p:nvPr/>
          </p:nvSpPr>
          <p:spPr bwMode="auto">
            <a:xfrm>
              <a:off x="1432" y="1829"/>
              <a:ext cx="555"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400" dirty="0">
                  <a:latin typeface="微软雅黑 Light" panose="020B0502040204020203" pitchFamily="34" charset="-122"/>
                  <a:ea typeface="微软雅黑 Light" panose="020B0502040204020203" pitchFamily="34" charset="-122"/>
                </a:rPr>
                <a:t>Net:1</a:t>
              </a:r>
              <a:endParaRPr lang="en-US" altLang="zh-CN" sz="2400" dirty="0">
                <a:latin typeface="微软雅黑 Light" panose="020B0502040204020203" pitchFamily="34" charset="-122"/>
                <a:ea typeface="微软雅黑 Light" panose="020B0502040204020203" pitchFamily="34" charset="-122"/>
              </a:endParaRPr>
            </a:p>
          </p:txBody>
        </p:sp>
      </p:grpSp>
      <p:sp>
        <p:nvSpPr>
          <p:cNvPr id="427107" name="Text Box 99"/>
          <p:cNvSpPr txBox="1">
            <a:spLocks noChangeArrowheads="1"/>
          </p:cNvSpPr>
          <p:nvPr/>
        </p:nvSpPr>
        <p:spPr bwMode="auto">
          <a:xfrm>
            <a:off x="6004031" y="4221164"/>
            <a:ext cx="378629"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zh-CN"/>
            </a:defPPr>
            <a:lvl1pPr algn="ctr">
              <a:defRPr sz="2400">
                <a:latin typeface="微软雅黑 Light" panose="020B0502040204020203" pitchFamily="34" charset="-122"/>
                <a:ea typeface="微软雅黑 Light" panose="020B0502040204020203" pitchFamily="34" charset="-122"/>
              </a:defRPr>
            </a:lvl1pPr>
          </a:lstStyle>
          <a:p>
            <a:r>
              <a:rPr lang="en-US" altLang="zh-CN" dirty="0"/>
              <a:t>E</a:t>
            </a:r>
            <a:endParaRPr lang="en-US" altLang="zh-CN" dirty="0"/>
          </a:p>
        </p:txBody>
      </p:sp>
      <p:sp>
        <p:nvSpPr>
          <p:cNvPr id="427126" name="Text Box 118"/>
          <p:cNvSpPr txBox="1">
            <a:spLocks noChangeArrowheads="1"/>
          </p:cNvSpPr>
          <p:nvPr/>
        </p:nvSpPr>
        <p:spPr bwMode="auto">
          <a:xfrm>
            <a:off x="9510351" y="4287194"/>
            <a:ext cx="409086"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zh-CN"/>
            </a:defPPr>
            <a:lvl1pPr algn="ctr">
              <a:defRPr sz="2400">
                <a:latin typeface="微软雅黑 Light" panose="020B0502040204020203" pitchFamily="34" charset="-122"/>
                <a:ea typeface="微软雅黑 Light" panose="020B0502040204020203" pitchFamily="34" charset="-122"/>
              </a:defRPr>
            </a:lvl1pPr>
          </a:lstStyle>
          <a:p>
            <a:r>
              <a:rPr lang="en-US" altLang="zh-CN" dirty="0"/>
              <a:t>D</a:t>
            </a:r>
            <a:endParaRPr lang="en-US" altLang="zh-CN" dirty="0"/>
          </a:p>
        </p:txBody>
      </p:sp>
      <p:sp>
        <p:nvSpPr>
          <p:cNvPr id="427145" name="Text Box 137"/>
          <p:cNvSpPr txBox="1">
            <a:spLocks noChangeArrowheads="1"/>
          </p:cNvSpPr>
          <p:nvPr/>
        </p:nvSpPr>
        <p:spPr bwMode="auto">
          <a:xfrm>
            <a:off x="11223338" y="2205039"/>
            <a:ext cx="423863" cy="523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zh-CN"/>
            </a:defPPr>
            <a:lvl1pPr algn="ctr">
              <a:defRPr sz="2400">
                <a:latin typeface="微软雅黑 Light" panose="020B0502040204020203" pitchFamily="34" charset="-122"/>
                <a:ea typeface="微软雅黑 Light" panose="020B0502040204020203" pitchFamily="34" charset="-122"/>
              </a:defRPr>
            </a:lvl1pPr>
          </a:lstStyle>
          <a:p>
            <a:r>
              <a:rPr lang="en-US" altLang="zh-CN" dirty="0"/>
              <a:t>C</a:t>
            </a:r>
            <a:endParaRPr lang="en-US" altLang="zh-CN" dirty="0"/>
          </a:p>
        </p:txBody>
      </p:sp>
      <p:sp>
        <p:nvSpPr>
          <p:cNvPr id="427164" name="Text Box 156"/>
          <p:cNvSpPr txBox="1">
            <a:spLocks noChangeArrowheads="1"/>
          </p:cNvSpPr>
          <p:nvPr/>
        </p:nvSpPr>
        <p:spPr bwMode="auto">
          <a:xfrm>
            <a:off x="7779565" y="908050"/>
            <a:ext cx="396262"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zh-CN"/>
            </a:defPPr>
            <a:lvl1pPr algn="ctr">
              <a:defRPr sz="2400">
                <a:latin typeface="微软雅黑 Light" panose="020B0502040204020203" pitchFamily="34" charset="-122"/>
                <a:ea typeface="微软雅黑 Light" panose="020B0502040204020203" pitchFamily="34" charset="-122"/>
              </a:defRPr>
            </a:lvl1pPr>
          </a:lstStyle>
          <a:p>
            <a:r>
              <a:rPr lang="en-US" altLang="zh-CN" dirty="0"/>
              <a:t>B</a:t>
            </a:r>
            <a:endParaRPr lang="en-US" altLang="zh-CN" dirty="0"/>
          </a:p>
        </p:txBody>
      </p:sp>
      <p:sp>
        <p:nvSpPr>
          <p:cNvPr id="427183" name="Text Box 175"/>
          <p:cNvSpPr txBox="1">
            <a:spLocks noChangeArrowheads="1"/>
          </p:cNvSpPr>
          <p:nvPr/>
        </p:nvSpPr>
        <p:spPr bwMode="auto">
          <a:xfrm>
            <a:off x="7795594" y="2276475"/>
            <a:ext cx="364202"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zh-CN"/>
            </a:defPPr>
            <a:lvl1pPr algn="ctr">
              <a:defRPr sz="2400">
                <a:latin typeface="微软雅黑 Light" panose="020B0502040204020203" pitchFamily="34" charset="-122"/>
                <a:ea typeface="微软雅黑 Light" panose="020B0502040204020203" pitchFamily="34" charset="-122"/>
              </a:defRPr>
            </a:lvl1pPr>
          </a:lstStyle>
          <a:p>
            <a:r>
              <a:rPr lang="en-US" altLang="zh-CN" dirty="0"/>
              <a:t>F</a:t>
            </a:r>
            <a:endParaRPr lang="en-US" altLang="zh-CN" dirty="0"/>
          </a:p>
        </p:txBody>
      </p:sp>
      <p:grpSp>
        <p:nvGrpSpPr>
          <p:cNvPr id="427184" name="Group 176"/>
          <p:cNvGrpSpPr/>
          <p:nvPr/>
        </p:nvGrpSpPr>
        <p:grpSpPr bwMode="auto">
          <a:xfrm>
            <a:off x="5716301" y="2636839"/>
            <a:ext cx="1181100" cy="714375"/>
            <a:chOff x="1338" y="1752"/>
            <a:chExt cx="744" cy="450"/>
          </a:xfrm>
        </p:grpSpPr>
        <p:pic>
          <p:nvPicPr>
            <p:cNvPr id="427185" name="Picture 25"/>
            <p:cNvPicPr>
              <a:picLocks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1338" y="1752"/>
              <a:ext cx="744" cy="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27186" name="Text Box 178"/>
            <p:cNvSpPr txBox="1">
              <a:spLocks noChangeArrowheads="1"/>
            </p:cNvSpPr>
            <p:nvPr/>
          </p:nvSpPr>
          <p:spPr bwMode="auto">
            <a:xfrm>
              <a:off x="1415" y="1829"/>
              <a:ext cx="588"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400">
                  <a:latin typeface="微软雅黑 Light" panose="020B0502040204020203" pitchFamily="34" charset="-122"/>
                  <a:ea typeface="微软雅黑 Light" panose="020B0502040204020203" pitchFamily="34" charset="-122"/>
                </a:rPr>
                <a:t>Net:3</a:t>
              </a:r>
              <a:endParaRPr lang="en-US" altLang="zh-CN" sz="2400">
                <a:latin typeface="微软雅黑 Light" panose="020B0502040204020203" pitchFamily="34" charset="-122"/>
                <a:ea typeface="微软雅黑 Light" panose="020B0502040204020203" pitchFamily="34" charset="-122"/>
              </a:endParaRPr>
            </a:p>
          </p:txBody>
        </p:sp>
      </p:grpSp>
      <p:grpSp>
        <p:nvGrpSpPr>
          <p:cNvPr id="427187" name="Group 179"/>
          <p:cNvGrpSpPr/>
          <p:nvPr/>
        </p:nvGrpSpPr>
        <p:grpSpPr bwMode="auto">
          <a:xfrm>
            <a:off x="4420901" y="3644901"/>
            <a:ext cx="1181100" cy="714375"/>
            <a:chOff x="1338" y="1752"/>
            <a:chExt cx="744" cy="450"/>
          </a:xfrm>
        </p:grpSpPr>
        <p:pic>
          <p:nvPicPr>
            <p:cNvPr id="427188" name="Picture 25"/>
            <p:cNvPicPr>
              <a:picLocks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1338" y="1752"/>
              <a:ext cx="744" cy="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27189" name="Text Box 181"/>
            <p:cNvSpPr txBox="1">
              <a:spLocks noChangeArrowheads="1"/>
            </p:cNvSpPr>
            <p:nvPr/>
          </p:nvSpPr>
          <p:spPr bwMode="auto">
            <a:xfrm>
              <a:off x="1415" y="1829"/>
              <a:ext cx="588"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400" dirty="0">
                  <a:latin typeface="微软雅黑 Light" panose="020B0502040204020203" pitchFamily="34" charset="-122"/>
                  <a:ea typeface="微软雅黑 Light" panose="020B0502040204020203" pitchFamily="34" charset="-122"/>
                </a:rPr>
                <a:t>Net:5</a:t>
              </a:r>
              <a:endParaRPr lang="en-US" altLang="zh-CN" sz="2400" dirty="0">
                <a:latin typeface="微软雅黑 Light" panose="020B0502040204020203" pitchFamily="34" charset="-122"/>
                <a:ea typeface="微软雅黑 Light" panose="020B0502040204020203" pitchFamily="34" charset="-122"/>
              </a:endParaRPr>
            </a:p>
          </p:txBody>
        </p:sp>
      </p:grpSp>
      <p:grpSp>
        <p:nvGrpSpPr>
          <p:cNvPr id="427190" name="Group 182"/>
          <p:cNvGrpSpPr/>
          <p:nvPr/>
        </p:nvGrpSpPr>
        <p:grpSpPr bwMode="auto">
          <a:xfrm>
            <a:off x="7291893" y="4678025"/>
            <a:ext cx="1181100" cy="714375"/>
            <a:chOff x="1338" y="1752"/>
            <a:chExt cx="744" cy="450"/>
          </a:xfrm>
        </p:grpSpPr>
        <p:pic>
          <p:nvPicPr>
            <p:cNvPr id="427191" name="Picture 25"/>
            <p:cNvPicPr>
              <a:picLocks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1338" y="1752"/>
              <a:ext cx="744" cy="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27192" name="Text Box 184"/>
            <p:cNvSpPr txBox="1">
              <a:spLocks noChangeArrowheads="1"/>
            </p:cNvSpPr>
            <p:nvPr/>
          </p:nvSpPr>
          <p:spPr bwMode="auto">
            <a:xfrm>
              <a:off x="1417" y="1829"/>
              <a:ext cx="585"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400">
                  <a:latin typeface="微软雅黑 Light" panose="020B0502040204020203" pitchFamily="34" charset="-122"/>
                  <a:ea typeface="微软雅黑 Light" panose="020B0502040204020203" pitchFamily="34" charset="-122"/>
                </a:rPr>
                <a:t>Net:7</a:t>
              </a:r>
              <a:endParaRPr lang="en-US" altLang="zh-CN" sz="2400">
                <a:latin typeface="微软雅黑 Light" panose="020B0502040204020203" pitchFamily="34" charset="-122"/>
                <a:ea typeface="微软雅黑 Light" panose="020B0502040204020203" pitchFamily="34" charset="-122"/>
              </a:endParaRPr>
            </a:p>
          </p:txBody>
        </p:sp>
      </p:grpSp>
      <p:grpSp>
        <p:nvGrpSpPr>
          <p:cNvPr id="427193" name="Group 185"/>
          <p:cNvGrpSpPr/>
          <p:nvPr/>
        </p:nvGrpSpPr>
        <p:grpSpPr bwMode="auto">
          <a:xfrm>
            <a:off x="10451813" y="3933826"/>
            <a:ext cx="1181100" cy="714375"/>
            <a:chOff x="1338" y="1752"/>
            <a:chExt cx="744" cy="450"/>
          </a:xfrm>
        </p:grpSpPr>
        <p:pic>
          <p:nvPicPr>
            <p:cNvPr id="427194" name="Picture 25"/>
            <p:cNvPicPr>
              <a:picLocks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1338" y="1752"/>
              <a:ext cx="744" cy="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27195" name="Text Box 187"/>
            <p:cNvSpPr txBox="1">
              <a:spLocks noChangeArrowheads="1"/>
            </p:cNvSpPr>
            <p:nvPr/>
          </p:nvSpPr>
          <p:spPr bwMode="auto">
            <a:xfrm>
              <a:off x="1415" y="1829"/>
              <a:ext cx="588"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400">
                  <a:latin typeface="微软雅黑 Light" panose="020B0502040204020203" pitchFamily="34" charset="-122"/>
                  <a:ea typeface="微软雅黑 Light" panose="020B0502040204020203" pitchFamily="34" charset="-122"/>
                </a:rPr>
                <a:t>Net:6</a:t>
              </a:r>
              <a:endParaRPr lang="en-US" altLang="zh-CN" sz="2400">
                <a:latin typeface="微软雅黑 Light" panose="020B0502040204020203" pitchFamily="34" charset="-122"/>
                <a:ea typeface="微软雅黑 Light" panose="020B0502040204020203" pitchFamily="34" charset="-122"/>
              </a:endParaRPr>
            </a:p>
          </p:txBody>
        </p:sp>
      </p:grpSp>
      <p:grpSp>
        <p:nvGrpSpPr>
          <p:cNvPr id="427196" name="Group 188"/>
          <p:cNvGrpSpPr/>
          <p:nvPr/>
        </p:nvGrpSpPr>
        <p:grpSpPr bwMode="auto">
          <a:xfrm>
            <a:off x="9011951" y="2636839"/>
            <a:ext cx="1181100" cy="714375"/>
            <a:chOff x="1338" y="1752"/>
            <a:chExt cx="744" cy="450"/>
          </a:xfrm>
        </p:grpSpPr>
        <p:pic>
          <p:nvPicPr>
            <p:cNvPr id="427197" name="Picture 25"/>
            <p:cNvPicPr>
              <a:picLocks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1338" y="1752"/>
              <a:ext cx="744" cy="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27198" name="Text Box 190"/>
            <p:cNvSpPr txBox="1">
              <a:spLocks noChangeArrowheads="1"/>
            </p:cNvSpPr>
            <p:nvPr/>
          </p:nvSpPr>
          <p:spPr bwMode="auto">
            <a:xfrm>
              <a:off x="1414" y="1829"/>
              <a:ext cx="591"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400">
                  <a:latin typeface="微软雅黑 Light" panose="020B0502040204020203" pitchFamily="34" charset="-122"/>
                  <a:ea typeface="微软雅黑 Light" panose="020B0502040204020203" pitchFamily="34" charset="-122"/>
                </a:rPr>
                <a:t>Net:4</a:t>
              </a:r>
              <a:endParaRPr lang="en-US" altLang="zh-CN" sz="2400">
                <a:latin typeface="微软雅黑 Light" panose="020B0502040204020203" pitchFamily="34" charset="-122"/>
                <a:ea typeface="微软雅黑 Light" panose="020B0502040204020203" pitchFamily="34" charset="-122"/>
              </a:endParaRPr>
            </a:p>
          </p:txBody>
        </p:sp>
      </p:grpSp>
      <p:grpSp>
        <p:nvGrpSpPr>
          <p:cNvPr id="427199" name="Group 191"/>
          <p:cNvGrpSpPr/>
          <p:nvPr/>
        </p:nvGrpSpPr>
        <p:grpSpPr bwMode="auto">
          <a:xfrm>
            <a:off x="9443751" y="1268414"/>
            <a:ext cx="1181100" cy="714375"/>
            <a:chOff x="1338" y="1752"/>
            <a:chExt cx="744" cy="450"/>
          </a:xfrm>
        </p:grpSpPr>
        <p:pic>
          <p:nvPicPr>
            <p:cNvPr id="427200" name="Picture 25"/>
            <p:cNvPicPr>
              <a:picLocks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1338" y="1752"/>
              <a:ext cx="744" cy="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27201" name="Text Box 193"/>
            <p:cNvSpPr txBox="1">
              <a:spLocks noChangeArrowheads="1"/>
            </p:cNvSpPr>
            <p:nvPr/>
          </p:nvSpPr>
          <p:spPr bwMode="auto">
            <a:xfrm>
              <a:off x="1415" y="1829"/>
              <a:ext cx="588"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400">
                  <a:latin typeface="微软雅黑 Light" panose="020B0502040204020203" pitchFamily="34" charset="-122"/>
                  <a:ea typeface="微软雅黑 Light" panose="020B0502040204020203" pitchFamily="34" charset="-122"/>
                </a:rPr>
                <a:t>Net:2</a:t>
              </a:r>
              <a:endParaRPr lang="en-US" altLang="zh-CN" sz="2400">
                <a:latin typeface="微软雅黑 Light" panose="020B0502040204020203" pitchFamily="34" charset="-122"/>
                <a:ea typeface="微软雅黑 Light" panose="020B0502040204020203" pitchFamily="34" charset="-122"/>
              </a:endParaRPr>
            </a:p>
          </p:txBody>
        </p:sp>
      </p:grpSp>
      <p:sp>
        <p:nvSpPr>
          <p:cNvPr id="427244" name="Text Box 236"/>
          <p:cNvSpPr txBox="1">
            <a:spLocks noChangeArrowheads="1"/>
          </p:cNvSpPr>
          <p:nvPr/>
        </p:nvSpPr>
        <p:spPr bwMode="auto">
          <a:xfrm>
            <a:off x="4952457" y="5486229"/>
            <a:ext cx="3249608" cy="4001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chemeClr val="accent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r>
              <a:rPr lang="en-US" altLang="zh-CN">
                <a:latin typeface="微软雅黑 Light" panose="020B0502040204020203" pitchFamily="34" charset="-122"/>
                <a:ea typeface="微软雅黑 Light" panose="020B0502040204020203" pitchFamily="34" charset="-122"/>
              </a:rPr>
              <a:t>NetID : Distance : Nexthop</a:t>
            </a:r>
            <a:endParaRPr lang="en-US" altLang="zh-CN">
              <a:latin typeface="微软雅黑 Light" panose="020B0502040204020203" pitchFamily="34" charset="-122"/>
              <a:ea typeface="微软雅黑 Light" panose="020B0502040204020203" pitchFamily="34" charset="-122"/>
            </a:endParaRPr>
          </a:p>
        </p:txBody>
      </p:sp>
      <p:sp>
        <p:nvSpPr>
          <p:cNvPr id="427245" name="Line 237"/>
          <p:cNvSpPr>
            <a:spLocks noChangeShapeType="1"/>
          </p:cNvSpPr>
          <p:nvPr/>
        </p:nvSpPr>
        <p:spPr bwMode="auto">
          <a:xfrm>
            <a:off x="5438232" y="5843417"/>
            <a:ext cx="0" cy="358775"/>
          </a:xfrm>
          <a:prstGeom prst="line">
            <a:avLst/>
          </a:prstGeom>
          <a:noFill/>
          <a:ln w="25400" cap="rnd">
            <a:solidFill>
              <a:schemeClr val="accent2"/>
            </a:solidFill>
            <a:round/>
            <a:headEnd type="triangle"/>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latin typeface="微软雅黑 Light" panose="020B0502040204020203" pitchFamily="34" charset="-122"/>
              <a:ea typeface="微软雅黑 Light" panose="020B0502040204020203" pitchFamily="34" charset="-122"/>
            </a:endParaRPr>
          </a:p>
        </p:txBody>
      </p:sp>
      <p:sp>
        <p:nvSpPr>
          <p:cNvPr id="427246" name="Line 238"/>
          <p:cNvSpPr>
            <a:spLocks noChangeShapeType="1"/>
          </p:cNvSpPr>
          <p:nvPr/>
        </p:nvSpPr>
        <p:spPr bwMode="auto">
          <a:xfrm>
            <a:off x="6357395" y="5843417"/>
            <a:ext cx="0" cy="358775"/>
          </a:xfrm>
          <a:prstGeom prst="line">
            <a:avLst/>
          </a:prstGeom>
          <a:noFill/>
          <a:ln w="25400" cap="rnd">
            <a:solidFill>
              <a:schemeClr val="accent2"/>
            </a:solidFill>
            <a:round/>
            <a:headEnd type="triangle"/>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latin typeface="微软雅黑 Light" panose="020B0502040204020203" pitchFamily="34" charset="-122"/>
              <a:ea typeface="微软雅黑 Light" panose="020B0502040204020203" pitchFamily="34" charset="-122"/>
            </a:endParaRPr>
          </a:p>
        </p:txBody>
      </p:sp>
      <p:sp>
        <p:nvSpPr>
          <p:cNvPr id="427247" name="Line 239"/>
          <p:cNvSpPr>
            <a:spLocks noChangeShapeType="1"/>
          </p:cNvSpPr>
          <p:nvPr/>
        </p:nvSpPr>
        <p:spPr bwMode="auto">
          <a:xfrm>
            <a:off x="7544845" y="5843417"/>
            <a:ext cx="0" cy="358775"/>
          </a:xfrm>
          <a:prstGeom prst="line">
            <a:avLst/>
          </a:prstGeom>
          <a:noFill/>
          <a:ln w="25400" cap="rnd">
            <a:solidFill>
              <a:schemeClr val="accent2"/>
            </a:solidFill>
            <a:round/>
            <a:headEnd type="triangle"/>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latin typeface="微软雅黑 Light" panose="020B0502040204020203" pitchFamily="34" charset="-122"/>
              <a:ea typeface="微软雅黑 Light" panose="020B0502040204020203" pitchFamily="34" charset="-122"/>
            </a:endParaRPr>
          </a:p>
        </p:txBody>
      </p:sp>
      <p:sp>
        <p:nvSpPr>
          <p:cNvPr id="427248" name="Text Box 240"/>
          <p:cNvSpPr txBox="1">
            <a:spLocks noChangeArrowheads="1"/>
          </p:cNvSpPr>
          <p:nvPr/>
        </p:nvSpPr>
        <p:spPr bwMode="auto">
          <a:xfrm>
            <a:off x="4918753" y="6153153"/>
            <a:ext cx="1098550" cy="3667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chemeClr val="accent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r>
              <a:rPr lang="zh-CN" altLang="en-US" sz="1800">
                <a:latin typeface="微软雅黑 Light" panose="020B0502040204020203" pitchFamily="34" charset="-122"/>
                <a:ea typeface="微软雅黑 Light" panose="020B0502040204020203" pitchFamily="34" charset="-122"/>
              </a:rPr>
              <a:t>目的网络</a:t>
            </a:r>
            <a:endParaRPr lang="zh-CN" altLang="en-US" sz="1800">
              <a:latin typeface="微软雅黑 Light" panose="020B0502040204020203" pitchFamily="34" charset="-122"/>
              <a:ea typeface="微软雅黑 Light" panose="020B0502040204020203" pitchFamily="34" charset="-122"/>
            </a:endParaRPr>
          </a:p>
        </p:txBody>
      </p:sp>
      <p:sp>
        <p:nvSpPr>
          <p:cNvPr id="427249" name="Text Box 241"/>
          <p:cNvSpPr txBox="1">
            <a:spLocks noChangeArrowheads="1"/>
          </p:cNvSpPr>
          <p:nvPr/>
        </p:nvSpPr>
        <p:spPr bwMode="auto">
          <a:xfrm>
            <a:off x="5926815" y="6153153"/>
            <a:ext cx="1098550" cy="3667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chemeClr val="accent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r>
              <a:rPr lang="zh-CN" altLang="en-US" sz="1800">
                <a:latin typeface="微软雅黑 Light" panose="020B0502040204020203" pitchFamily="34" charset="-122"/>
                <a:ea typeface="微软雅黑 Light" panose="020B0502040204020203" pitchFamily="34" charset="-122"/>
              </a:rPr>
              <a:t>网络距离</a:t>
            </a:r>
            <a:endParaRPr lang="zh-CN" altLang="en-US" sz="1800">
              <a:latin typeface="微软雅黑 Light" panose="020B0502040204020203" pitchFamily="34" charset="-122"/>
              <a:ea typeface="微软雅黑 Light" panose="020B0502040204020203" pitchFamily="34" charset="-122"/>
            </a:endParaRPr>
          </a:p>
        </p:txBody>
      </p:sp>
      <p:sp>
        <p:nvSpPr>
          <p:cNvPr id="427250" name="Text Box 242"/>
          <p:cNvSpPr txBox="1">
            <a:spLocks noChangeArrowheads="1"/>
          </p:cNvSpPr>
          <p:nvPr/>
        </p:nvSpPr>
        <p:spPr bwMode="auto">
          <a:xfrm>
            <a:off x="7007903" y="6153153"/>
            <a:ext cx="1098550" cy="3667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chemeClr val="accent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r>
              <a:rPr lang="zh-CN" altLang="en-US" sz="1800">
                <a:latin typeface="微软雅黑 Light" panose="020B0502040204020203" pitchFamily="34" charset="-122"/>
                <a:ea typeface="微软雅黑 Light" panose="020B0502040204020203" pitchFamily="34" charset="-122"/>
              </a:rPr>
              <a:t>下一个跳</a:t>
            </a:r>
            <a:endParaRPr lang="zh-CN" altLang="en-US" sz="1800">
              <a:latin typeface="微软雅黑 Light" panose="020B0502040204020203" pitchFamily="34" charset="-122"/>
              <a:ea typeface="微软雅黑 Light" panose="020B0502040204020203" pitchFamily="34" charset="-122"/>
            </a:endParaRPr>
          </a:p>
        </p:txBody>
      </p:sp>
      <p:sp>
        <p:nvSpPr>
          <p:cNvPr id="427251" name="Text Box 243"/>
          <p:cNvSpPr txBox="1">
            <a:spLocks noChangeArrowheads="1"/>
          </p:cNvSpPr>
          <p:nvPr/>
        </p:nvSpPr>
        <p:spPr bwMode="auto">
          <a:xfrm>
            <a:off x="9424347" y="952142"/>
            <a:ext cx="2315057" cy="338554"/>
          </a:xfrm>
          <a:prstGeom prst="rect">
            <a:avLst/>
          </a:prstGeom>
          <a:solidFill>
            <a:schemeClr val="accent1"/>
          </a:solidFill>
          <a:ln>
            <a:noFill/>
          </a:ln>
          <a:effectLst/>
        </p:spPr>
        <p:txBody>
          <a:bodyPr wrap="none">
            <a:spAutoFit/>
          </a:bodyPr>
          <a:lstStyle/>
          <a:p>
            <a:r>
              <a:rPr lang="zh-CN" altLang="en-US" sz="1600" dirty="0">
                <a:latin typeface="微软雅黑 Light" panose="020B0502040204020203" pitchFamily="34" charset="-122"/>
                <a:ea typeface="微软雅黑 Light" panose="020B0502040204020203" pitchFamily="34" charset="-122"/>
              </a:rPr>
              <a:t>假设每条链路的距离为</a:t>
            </a:r>
            <a:r>
              <a:rPr lang="en-US" altLang="zh-CN" sz="1600" dirty="0">
                <a:latin typeface="微软雅黑 Light" panose="020B0502040204020203" pitchFamily="34" charset="-122"/>
                <a:ea typeface="微软雅黑 Light" panose="020B0502040204020203" pitchFamily="34" charset="-122"/>
              </a:rPr>
              <a:t>1</a:t>
            </a:r>
            <a:endParaRPr lang="en-US" altLang="zh-CN" sz="1600" dirty="0">
              <a:latin typeface="微软雅黑 Light" panose="020B0502040204020203" pitchFamily="34" charset="-122"/>
              <a:ea typeface="微软雅黑 Light" panose="020B0502040204020203" pitchFamily="34" charset="-122"/>
            </a:endParaRPr>
          </a:p>
        </p:txBody>
      </p:sp>
      <p:sp>
        <p:nvSpPr>
          <p:cNvPr id="427252" name="Text Box 244"/>
          <p:cNvSpPr txBox="1">
            <a:spLocks noChangeArrowheads="1"/>
          </p:cNvSpPr>
          <p:nvPr/>
        </p:nvSpPr>
        <p:spPr bwMode="auto">
          <a:xfrm>
            <a:off x="8497317" y="5559157"/>
            <a:ext cx="2417650" cy="70788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chemeClr val="accent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r>
              <a:rPr lang="zh-CN" altLang="en-US" dirty="0">
                <a:latin typeface="微软雅黑 Light" panose="020B0502040204020203" pitchFamily="34" charset="-122"/>
                <a:ea typeface="微软雅黑 Light" panose="020B0502040204020203" pitchFamily="34" charset="-122"/>
              </a:rPr>
              <a:t>例：在</a:t>
            </a:r>
            <a:r>
              <a:rPr lang="en-US" altLang="zh-CN" dirty="0">
                <a:latin typeface="微软雅黑 Light" panose="020B0502040204020203" pitchFamily="34" charset="-122"/>
                <a:ea typeface="微软雅黑 Light" panose="020B0502040204020203" pitchFamily="34" charset="-122"/>
              </a:rPr>
              <a:t>A</a:t>
            </a:r>
            <a:r>
              <a:rPr lang="zh-CN" altLang="en-US" dirty="0">
                <a:latin typeface="微软雅黑 Light" panose="020B0502040204020203" pitchFamily="34" charset="-122"/>
                <a:ea typeface="微软雅黑 Light" panose="020B0502040204020203" pitchFamily="34" charset="-122"/>
              </a:rPr>
              <a:t>的路由表中</a:t>
            </a:r>
            <a:endParaRPr lang="zh-CN" altLang="en-US" dirty="0">
              <a:latin typeface="微软雅黑 Light" panose="020B0502040204020203" pitchFamily="34" charset="-122"/>
              <a:ea typeface="微软雅黑 Light" panose="020B0502040204020203" pitchFamily="34" charset="-122"/>
            </a:endParaRPr>
          </a:p>
          <a:p>
            <a:r>
              <a:rPr lang="zh-CN" altLang="en-US" dirty="0">
                <a:latin typeface="微软雅黑 Light" panose="020B0502040204020203" pitchFamily="34" charset="-122"/>
                <a:ea typeface="微软雅黑 Light" panose="020B0502040204020203" pitchFamily="34" charset="-122"/>
              </a:rPr>
              <a:t>        </a:t>
            </a:r>
            <a:r>
              <a:rPr lang="en-US" altLang="zh-CN" dirty="0">
                <a:latin typeface="微软雅黑 Light" panose="020B0502040204020203" pitchFamily="34" charset="-122"/>
                <a:ea typeface="微软雅黑 Light" panose="020B0502040204020203" pitchFamily="34" charset="-122"/>
              </a:rPr>
              <a:t>2:2:B</a:t>
            </a:r>
            <a:endParaRPr lang="en-US" altLang="zh-CN" dirty="0">
              <a:latin typeface="微软雅黑 Light" panose="020B0502040204020203" pitchFamily="34" charset="-122"/>
              <a:ea typeface="微软雅黑 Light" panose="020B0502040204020203" pitchFamily="34" charset="-122"/>
            </a:endParaRPr>
          </a:p>
        </p:txBody>
      </p:sp>
      <p:pic>
        <p:nvPicPr>
          <p:cNvPr id="161" name="图形 160"/>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249783" y="2614501"/>
            <a:ext cx="698726" cy="698726"/>
          </a:xfrm>
          <a:prstGeom prst="rect">
            <a:avLst/>
          </a:prstGeom>
        </p:spPr>
      </p:pic>
      <p:pic>
        <p:nvPicPr>
          <p:cNvPr id="163" name="图形 162"/>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7681260" y="1278619"/>
            <a:ext cx="698726" cy="698726"/>
          </a:xfrm>
          <a:prstGeom prst="rect">
            <a:avLst/>
          </a:prstGeom>
        </p:spPr>
      </p:pic>
      <p:pic>
        <p:nvPicPr>
          <p:cNvPr id="164" name="图形 163"/>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7706173" y="2675637"/>
            <a:ext cx="698726" cy="698726"/>
          </a:xfrm>
          <a:prstGeom prst="rect">
            <a:avLst/>
          </a:prstGeom>
        </p:spPr>
      </p:pic>
      <p:pic>
        <p:nvPicPr>
          <p:cNvPr id="165" name="图形 164"/>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1085906" y="2580342"/>
            <a:ext cx="698726" cy="698726"/>
          </a:xfrm>
          <a:prstGeom prst="rect">
            <a:avLst/>
          </a:prstGeom>
        </p:spPr>
      </p:pic>
      <p:pic>
        <p:nvPicPr>
          <p:cNvPr id="166" name="图形 165"/>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9351674" y="4690951"/>
            <a:ext cx="698726" cy="698726"/>
          </a:xfrm>
          <a:prstGeom prst="rect">
            <a:avLst/>
          </a:prstGeom>
        </p:spPr>
      </p:pic>
      <p:pic>
        <p:nvPicPr>
          <p:cNvPr id="167" name="图形 166"/>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847725" y="4678025"/>
            <a:ext cx="698726" cy="698726"/>
          </a:xfrm>
          <a:prstGeom prst="rect">
            <a:avLst/>
          </a:prstGeom>
        </p:spPr>
      </p:pic>
      <p:cxnSp>
        <p:nvCxnSpPr>
          <p:cNvPr id="6" name="直接连接符 5"/>
          <p:cNvCxnSpPr>
            <a:stCxn id="167" idx="3"/>
            <a:endCxn id="427191" idx="1"/>
          </p:cNvCxnSpPr>
          <p:nvPr/>
        </p:nvCxnSpPr>
        <p:spPr bwMode="auto">
          <a:xfrm>
            <a:off x="6546451" y="5027388"/>
            <a:ext cx="745442" cy="7825"/>
          </a:xfrm>
          <a:prstGeom prst="line">
            <a:avLst/>
          </a:prstGeom>
          <a:noFill/>
          <a:ln w="19050" cap="flat" cmpd="sng" algn="ctr">
            <a:solidFill>
              <a:srgbClr val="FF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路由表的创建与更新</a:t>
            </a:r>
            <a:r>
              <a:rPr lang="en-US" altLang="zh-CN" dirty="0"/>
              <a:t>(</a:t>
            </a:r>
            <a:r>
              <a:rPr lang="zh-CN" altLang="en-US" dirty="0"/>
              <a:t>轮次</a:t>
            </a:r>
            <a:r>
              <a:rPr lang="en-US" altLang="zh-CN" dirty="0"/>
              <a:t>0</a:t>
            </a:r>
            <a:r>
              <a:rPr lang="zh-CN" altLang="en-US" dirty="0"/>
              <a:t>、</a:t>
            </a:r>
            <a:r>
              <a:rPr lang="en-US" altLang="zh-CN" dirty="0"/>
              <a:t>1)</a:t>
            </a:r>
            <a:endParaRPr lang="zh-CN" altLang="en-US" dirty="0"/>
          </a:p>
        </p:txBody>
      </p:sp>
      <p:sp>
        <p:nvSpPr>
          <p:cNvPr id="4" name="灯片编号占位符 3"/>
          <p:cNvSpPr>
            <a:spLocks noGrp="1"/>
          </p:cNvSpPr>
          <p:nvPr>
            <p:ph type="sldNum" sz="quarter" idx="12"/>
          </p:nvPr>
        </p:nvSpPr>
        <p:spPr/>
        <p:txBody>
          <a:bodyPr/>
          <a:lstStyle/>
          <a:p>
            <a:pPr>
              <a:defRPr/>
            </a:pPr>
            <a:fld id="{816960B2-2B11-492C-B588-5290E1274F96}" type="slidenum">
              <a:rPr lang="en-US" altLang="zh-CN" smtClean="0"/>
            </a:fld>
            <a:endParaRPr lang="en-US" altLang="zh-CN" dirty="0"/>
          </a:p>
        </p:txBody>
      </p:sp>
      <p:graphicFrame>
        <p:nvGraphicFramePr>
          <p:cNvPr id="5" name="Group 155"/>
          <p:cNvGraphicFramePr/>
          <p:nvPr/>
        </p:nvGraphicFramePr>
        <p:xfrm>
          <a:off x="1992313" y="1052513"/>
          <a:ext cx="8267700" cy="5547360"/>
        </p:xfrm>
        <a:graphic>
          <a:graphicData uri="http://schemas.openxmlformats.org/drawingml/2006/table">
            <a:tbl>
              <a:tblPr/>
              <a:tblGrid>
                <a:gridCol w="431800"/>
                <a:gridCol w="1060450"/>
                <a:gridCol w="1001712"/>
                <a:gridCol w="962025"/>
                <a:gridCol w="963613"/>
                <a:gridCol w="962025"/>
                <a:gridCol w="962025"/>
                <a:gridCol w="962025"/>
                <a:gridCol w="962025"/>
              </a:tblGrid>
              <a:tr h="350838">
                <a:tc rowSpan="2">
                  <a:txBody>
                    <a:bodyPr/>
                    <a:lstStyle>
                      <a:lvl1pPr>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819150" indent="-285750">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227455" indent="-228600">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35125" indent="-228600">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80000"/>
                        <a:buFontTx/>
                        <a:buNone/>
                      </a:pPr>
                      <a:r>
                        <a:rPr kumimoji="0" lang="zh-CN" altLang="en-US" sz="2000" b="0" i="0" u="none" strike="noStrike" cap="none" normalizeH="0" baseline="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rPr>
                        <a:t>轮次</a:t>
                      </a:r>
                      <a:endParaRPr kumimoji="0" lang="zh-CN" altLang="en-US" sz="2000" b="0" i="0" u="none" strike="noStrike" cap="none" normalizeH="0" baseline="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endParaRPr>
                    </a:p>
                  </a:txBody>
                  <a:tcPr marL="90000" marR="90000" marT="46800" marB="46800"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rowSpan="2">
                  <a:txBody>
                    <a:bodyPr/>
                    <a:lstStyle>
                      <a:lvl1pPr>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1186180" indent="-285750">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593850" indent="-228600">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2002155" indent="-228600">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409825" indent="-228600">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867025"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3324225"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781425"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4238625"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80000"/>
                        <a:buFontTx/>
                        <a:buNone/>
                      </a:pPr>
                      <a:r>
                        <a:rPr kumimoji="0" lang="zh-CN" altLang="en-US" sz="2000" b="0" i="0" u="none" strike="noStrike" cap="none" normalizeH="0" baseline="0">
                          <a:ln>
                            <a:noFill/>
                          </a:ln>
                          <a:solidFill>
                            <a:srgbClr val="000000"/>
                          </a:solidFill>
                          <a:effectLst/>
                          <a:latin typeface="微软雅黑 Light" panose="020B0502040204020203" pitchFamily="34" charset="-122"/>
                          <a:ea typeface="微软雅黑 Light" panose="020B0502040204020203" pitchFamily="34" charset="-122"/>
                        </a:rPr>
                        <a:t>路由器</a:t>
                      </a:r>
                      <a:endParaRPr kumimoji="0" lang="zh-CN" altLang="en-US" sz="2000" b="0" i="0" u="none" strike="noStrike" cap="none" normalizeH="0" baseline="0">
                        <a:ln>
                          <a:noFill/>
                        </a:ln>
                        <a:solidFill>
                          <a:srgbClr val="000000"/>
                        </a:solidFill>
                        <a:effectLst/>
                        <a:latin typeface="微软雅黑 Light" panose="020B0502040204020203" pitchFamily="34" charset="-122"/>
                        <a:ea typeface="微软雅黑 Light" panose="020B0502040204020203" pitchFamily="34" charset="-122"/>
                      </a:endParaRPr>
                    </a:p>
                  </a:txBody>
                  <a:tcPr marL="90000" marR="90000" marT="46800" marB="46800"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gridSpan="7">
                  <a:txBody>
                    <a:bodyPr/>
                    <a:lstStyle>
                      <a:lvl1pPr marL="342900" indent="-342900">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80000"/>
                        <a:buFontTx/>
                        <a:buNone/>
                      </a:pPr>
                      <a:r>
                        <a:rPr kumimoji="0" lang="zh-CN" altLang="en-US" sz="2000" b="0" i="0" u="none" strike="noStrike" cap="none" normalizeH="0" baseline="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rPr>
                        <a:t>目的网络</a:t>
                      </a:r>
                      <a:endParaRPr kumimoji="0" lang="zh-CN" altLang="en-US" sz="2000" b="0" i="0" u="none" strike="noStrike" cap="none" normalizeH="0" baseline="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cPr/>
                </a:tc>
                <a:tc hMerge="1">
                  <a:tcPr/>
                </a:tc>
                <a:tc hMerge="1">
                  <a:tcPr/>
                </a:tc>
                <a:tc hMerge="1">
                  <a:tcPr/>
                </a:tc>
                <a:tc hMerge="1">
                  <a:tcPr/>
                </a:tc>
                <a:tc hMerge="1">
                  <a:tcPr/>
                </a:tc>
              </a:tr>
              <a:tr h="252413">
                <a:tc vMerge="1">
                  <a:tcPr/>
                </a:tc>
                <a:tc vMerge="1">
                  <a:tcPr/>
                </a:tc>
                <a:tc>
                  <a:txBody>
                    <a:bodyPr/>
                    <a:lstStyle>
                      <a:lvl1pPr marL="342900" indent="-342900">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80000"/>
                        <a:buFontTx/>
                        <a:buNone/>
                      </a:pPr>
                      <a:r>
                        <a:rPr kumimoji="0" lang="en-US" altLang="zh-CN" sz="2000" b="0" i="0" u="none" strike="noStrike" cap="none" normalizeH="0" baseline="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rPr>
                        <a:t>1</a:t>
                      </a:r>
                      <a:endParaRPr kumimoji="0" lang="en-US" altLang="zh-CN" sz="2000" b="0" i="0" u="none" strike="noStrike" cap="none" normalizeH="0" baseline="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80000"/>
                        <a:buFontTx/>
                        <a:buNone/>
                      </a:pPr>
                      <a:r>
                        <a:rPr kumimoji="0" lang="en-US" altLang="zh-CN" sz="2000" b="0" i="0" u="none" strike="noStrike" cap="none" normalizeH="0" baseline="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rPr>
                        <a:t>2</a:t>
                      </a:r>
                      <a:endParaRPr kumimoji="0" lang="en-US" altLang="zh-CN" sz="2000" b="0" i="0" u="none" strike="noStrike" cap="none" normalizeH="0" baseline="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80000"/>
                        <a:buFontTx/>
                        <a:buNone/>
                      </a:pPr>
                      <a:r>
                        <a:rPr kumimoji="0" lang="en-US" altLang="zh-CN" sz="2000" b="0" i="0" u="none" strike="noStrike" cap="none" normalizeH="0" baseline="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rPr>
                        <a:t>3</a:t>
                      </a:r>
                      <a:endParaRPr kumimoji="0" lang="en-US" altLang="zh-CN" sz="2000" b="0" i="0" u="none" strike="noStrike" cap="none" normalizeH="0" baseline="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80000"/>
                        <a:buFontTx/>
                        <a:buNone/>
                      </a:pPr>
                      <a:r>
                        <a:rPr kumimoji="0" lang="en-US" altLang="zh-CN" sz="2000" b="0" i="0" u="none" strike="noStrike" cap="none" normalizeH="0" baseline="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rPr>
                        <a:t>4</a:t>
                      </a:r>
                      <a:endParaRPr kumimoji="0" lang="en-US" altLang="zh-CN" sz="2000" b="0" i="0" u="none" strike="noStrike" cap="none" normalizeH="0" baseline="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80000"/>
                        <a:buFontTx/>
                        <a:buNone/>
                      </a:pPr>
                      <a:r>
                        <a:rPr kumimoji="0" lang="en-US" altLang="zh-CN" sz="2000" b="0" i="0" u="none" strike="noStrike" cap="none" normalizeH="0" baseline="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rPr>
                        <a:t>5</a:t>
                      </a:r>
                      <a:endParaRPr kumimoji="0" lang="en-US" altLang="zh-CN" sz="2000" b="0" i="0" u="none" strike="noStrike" cap="none" normalizeH="0" baseline="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80000"/>
                        <a:buFontTx/>
                        <a:buNone/>
                      </a:pPr>
                      <a:r>
                        <a:rPr kumimoji="0" lang="en-US" altLang="zh-CN" sz="2000" b="0" i="0" u="none" strike="noStrike" cap="none" normalizeH="0" baseline="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rPr>
                        <a:t>6</a:t>
                      </a:r>
                      <a:endParaRPr kumimoji="0" lang="en-US" altLang="zh-CN" sz="2000" b="0" i="0" u="none" strike="noStrike" cap="none" normalizeH="0" baseline="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80000"/>
                        <a:buFontTx/>
                        <a:buNone/>
                      </a:pPr>
                      <a:r>
                        <a:rPr kumimoji="0" lang="en-US" altLang="zh-CN" sz="2000" b="0" i="0" u="none" strike="noStrike" cap="none" normalizeH="0" baseline="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rPr>
                        <a:t>7</a:t>
                      </a:r>
                      <a:endParaRPr kumimoji="0" lang="en-US" altLang="zh-CN" sz="2000" b="0" i="0" u="none" strike="noStrike" cap="none" normalizeH="0" baseline="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49250">
                <a:tc rowSpan="6">
                  <a:txBody>
                    <a:bodyPr/>
                    <a:lstStyle>
                      <a:lvl1pPr>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819150" indent="-285750">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227455" indent="-228600">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35125" indent="-228600">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80000"/>
                        <a:buFontTx/>
                        <a:buNone/>
                      </a:pPr>
                      <a:r>
                        <a:rPr kumimoji="0" lang="en-US" altLang="zh-CN" sz="2000" b="0" i="0" u="none" strike="noStrike" cap="none" normalizeH="0" baseline="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rPr>
                        <a:t>0</a:t>
                      </a:r>
                      <a:endParaRPr kumimoji="0" lang="en-US" altLang="zh-CN" sz="2000" b="0" i="0" u="none" strike="noStrike" cap="none" normalizeH="0" baseline="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endParaRPr>
                    </a:p>
                  </a:txBody>
                  <a:tcPr marL="90000" marR="90000" marT="46800" marB="46800"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80000"/>
                        <a:buFontTx/>
                        <a:buNone/>
                      </a:pPr>
                      <a:r>
                        <a:rPr kumimoji="0" lang="en-US" altLang="zh-CN" sz="2000" b="0" i="0" u="none" strike="noStrike" cap="none" normalizeH="0" baseline="0" dirty="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rPr>
                        <a:t>A</a:t>
                      </a:r>
                      <a:endParaRPr kumimoji="0" lang="en-US" altLang="zh-CN" sz="2000" b="0" i="0" u="none" strike="noStrike" cap="none" normalizeH="0" baseline="0" dirty="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80000"/>
                        <a:buFontTx/>
                        <a:buNone/>
                      </a:pPr>
                      <a:r>
                        <a:rPr kumimoji="0" lang="en-US" altLang="zh-CN" sz="2000" b="0" i="0" u="none" strike="noStrike" cap="none" normalizeH="0" baseline="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rPr>
                        <a:t>1:1:-</a:t>
                      </a:r>
                      <a:endParaRPr kumimoji="0" lang="en-US" altLang="zh-CN" sz="2000" b="0" i="0" u="none" strike="noStrike" cap="none" normalizeH="0" baseline="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80000"/>
                        <a:buFontTx/>
                        <a:buNone/>
                      </a:pPr>
                      <a:r>
                        <a:rPr kumimoji="0" lang="en-US" altLang="zh-CN" sz="2000" b="0" i="0" u="none" strike="noStrike" cap="none" normalizeH="0" baseline="0" dirty="0">
                          <a:ln>
                            <a:noFill/>
                          </a:ln>
                          <a:solidFill>
                            <a:srgbClr val="000000"/>
                          </a:solidFill>
                          <a:effectLst/>
                          <a:highlight>
                            <a:srgbClr val="00FFFF"/>
                          </a:highlight>
                          <a:latin typeface="微软雅黑 Light" panose="020B0502040204020203" pitchFamily="34" charset="-122"/>
                          <a:ea typeface="微软雅黑 Light" panose="020B0502040204020203" pitchFamily="34" charset="-122"/>
                          <a:cs typeface="Times New Roman" panose="02020603050405020304" pitchFamily="18" charset="0"/>
                        </a:rPr>
                        <a:t>2:</a:t>
                      </a:r>
                      <a:r>
                        <a:rPr kumimoji="0" lang="en-US" altLang="zh-CN" sz="2000" b="0" i="0" u="none" strike="noStrike" cap="none" normalizeH="0" baseline="0" dirty="0">
                          <a:ln>
                            <a:noFill/>
                          </a:ln>
                          <a:solidFill>
                            <a:srgbClr val="000000"/>
                          </a:solidFill>
                          <a:effectLst/>
                          <a:highlight>
                            <a:srgbClr val="00FFFF"/>
                          </a:highlight>
                          <a:latin typeface="微软雅黑 Light" panose="020B0502040204020203" pitchFamily="34" charset="-122"/>
                          <a:ea typeface="微软雅黑 Light" panose="020B0502040204020203" pitchFamily="34" charset="-122"/>
                          <a:cs typeface="Times New Roman" panose="02020603050405020304" pitchFamily="18" charset="0"/>
                          <a:sym typeface="Symbol" panose="05050102010706020507" pitchFamily="18" charset="2"/>
                        </a:rPr>
                        <a:t></a:t>
                      </a:r>
                      <a:r>
                        <a:rPr kumimoji="0" lang="en-US" altLang="zh-CN" sz="2000" b="0" i="0" u="none" strike="noStrike" cap="none" normalizeH="0" baseline="0" dirty="0">
                          <a:ln>
                            <a:noFill/>
                          </a:ln>
                          <a:solidFill>
                            <a:srgbClr val="000000"/>
                          </a:solidFill>
                          <a:effectLst/>
                          <a:highlight>
                            <a:srgbClr val="00FFFF"/>
                          </a:highlight>
                          <a:latin typeface="微软雅黑 Light" panose="020B0502040204020203" pitchFamily="34" charset="-122"/>
                          <a:ea typeface="微软雅黑 Light" panose="020B0502040204020203" pitchFamily="34" charset="-122"/>
                          <a:cs typeface="Times New Roman" panose="02020603050405020304" pitchFamily="18" charset="0"/>
                        </a:rPr>
                        <a:t>:? </a:t>
                      </a:r>
                      <a:endParaRPr kumimoji="0" lang="en-US" altLang="zh-CN" sz="2000" b="0" i="0" u="none" strike="noStrike" cap="none" normalizeH="0" baseline="0" dirty="0">
                        <a:ln>
                          <a:noFill/>
                        </a:ln>
                        <a:solidFill>
                          <a:srgbClr val="000000"/>
                        </a:solidFill>
                        <a:effectLst/>
                        <a:highlight>
                          <a:srgbClr val="00FFFF"/>
                        </a:highlight>
                        <a:latin typeface="微软雅黑 Light" panose="020B0502040204020203" pitchFamily="34" charset="-122"/>
                        <a:ea typeface="微软雅黑 Light" panose="020B0502040204020203" pitchFamily="34"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80000"/>
                        <a:buFontTx/>
                        <a:buNone/>
                      </a:pPr>
                      <a:r>
                        <a:rPr kumimoji="0" lang="en-US" altLang="zh-CN" sz="2000" b="0" i="0" u="none" strike="noStrike" cap="none" normalizeH="0" baseline="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rPr>
                        <a:t>3:1:-</a:t>
                      </a:r>
                      <a:endParaRPr kumimoji="0" lang="en-US" altLang="zh-CN" sz="2000" b="0" i="0" u="none" strike="noStrike" cap="none" normalizeH="0" baseline="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80000"/>
                        <a:buFontTx/>
                        <a:buNone/>
                      </a:pPr>
                      <a:r>
                        <a:rPr kumimoji="0" lang="en-US" altLang="zh-CN" sz="2000" b="0" i="0" u="none" strike="noStrike" cap="none" normalizeH="0" baseline="0" dirty="0">
                          <a:ln>
                            <a:noFill/>
                          </a:ln>
                          <a:solidFill>
                            <a:srgbClr val="000000"/>
                          </a:solidFill>
                          <a:effectLst/>
                          <a:highlight>
                            <a:srgbClr val="00FFFF"/>
                          </a:highlight>
                          <a:latin typeface="微软雅黑 Light" panose="020B0502040204020203" pitchFamily="34" charset="-122"/>
                          <a:ea typeface="微软雅黑 Light" panose="020B0502040204020203" pitchFamily="34" charset="-122"/>
                          <a:cs typeface="Times New Roman" panose="02020603050405020304" pitchFamily="18" charset="0"/>
                        </a:rPr>
                        <a:t>4:</a:t>
                      </a:r>
                      <a:r>
                        <a:rPr kumimoji="0" lang="en-US" altLang="zh-CN" sz="2000" b="0" i="0" u="none" strike="noStrike" cap="none" normalizeH="0" baseline="0" dirty="0">
                          <a:ln>
                            <a:noFill/>
                          </a:ln>
                          <a:solidFill>
                            <a:srgbClr val="000000"/>
                          </a:solidFill>
                          <a:effectLst/>
                          <a:highlight>
                            <a:srgbClr val="00FFFF"/>
                          </a:highlight>
                          <a:latin typeface="微软雅黑 Light" panose="020B0502040204020203" pitchFamily="34" charset="-122"/>
                          <a:ea typeface="微软雅黑 Light" panose="020B0502040204020203" pitchFamily="34" charset="-122"/>
                          <a:cs typeface="Times New Roman" panose="02020603050405020304" pitchFamily="18" charset="0"/>
                          <a:sym typeface="Symbol" panose="05050102010706020507" pitchFamily="18" charset="2"/>
                        </a:rPr>
                        <a:t></a:t>
                      </a:r>
                      <a:r>
                        <a:rPr kumimoji="0" lang="en-US" altLang="zh-CN" sz="2000" b="0" i="0" u="none" strike="noStrike" cap="none" normalizeH="0" baseline="0" dirty="0">
                          <a:ln>
                            <a:noFill/>
                          </a:ln>
                          <a:solidFill>
                            <a:srgbClr val="000000"/>
                          </a:solidFill>
                          <a:effectLst/>
                          <a:highlight>
                            <a:srgbClr val="00FFFF"/>
                          </a:highlight>
                          <a:latin typeface="微软雅黑 Light" panose="020B0502040204020203" pitchFamily="34" charset="-122"/>
                          <a:ea typeface="微软雅黑 Light" panose="020B0502040204020203" pitchFamily="34" charset="-122"/>
                          <a:cs typeface="Times New Roman" panose="02020603050405020304" pitchFamily="18" charset="0"/>
                        </a:rPr>
                        <a:t>:?</a:t>
                      </a:r>
                      <a:endParaRPr kumimoji="0" lang="en-US" altLang="zh-CN" sz="2000" b="0" i="0" u="none" strike="noStrike" cap="none" normalizeH="0" baseline="0" dirty="0">
                        <a:ln>
                          <a:noFill/>
                        </a:ln>
                        <a:solidFill>
                          <a:srgbClr val="000000"/>
                        </a:solidFill>
                        <a:effectLst/>
                        <a:highlight>
                          <a:srgbClr val="00FFFF"/>
                        </a:highlight>
                        <a:latin typeface="微软雅黑 Light" panose="020B0502040204020203" pitchFamily="34" charset="-122"/>
                        <a:ea typeface="微软雅黑 Light" panose="020B0502040204020203" pitchFamily="34"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80000"/>
                        <a:buFontTx/>
                        <a:buNone/>
                      </a:pPr>
                      <a:r>
                        <a:rPr kumimoji="0" lang="en-US" altLang="zh-CN" sz="2000" b="0" i="0" u="none" strike="noStrike" cap="none" normalizeH="0" baseline="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rPr>
                        <a:t>5:1:-</a:t>
                      </a:r>
                      <a:endParaRPr kumimoji="0" lang="en-US" altLang="zh-CN" sz="2000" b="0" i="0" u="none" strike="noStrike" cap="none" normalizeH="0" baseline="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80000"/>
                        <a:buFontTx/>
                        <a:buNone/>
                      </a:pPr>
                      <a:r>
                        <a:rPr kumimoji="0" lang="en-US" altLang="zh-CN" sz="2000" b="0" i="0" u="none" strike="noStrike" cap="none" normalizeH="0" baseline="0" dirty="0">
                          <a:ln>
                            <a:noFill/>
                          </a:ln>
                          <a:solidFill>
                            <a:srgbClr val="000000"/>
                          </a:solidFill>
                          <a:effectLst/>
                          <a:highlight>
                            <a:srgbClr val="00FFFF"/>
                          </a:highlight>
                          <a:latin typeface="微软雅黑 Light" panose="020B0502040204020203" pitchFamily="34" charset="-122"/>
                          <a:ea typeface="微软雅黑 Light" panose="020B0502040204020203" pitchFamily="34" charset="-122"/>
                          <a:cs typeface="Times New Roman" panose="02020603050405020304" pitchFamily="18" charset="0"/>
                        </a:rPr>
                        <a:t>6:</a:t>
                      </a:r>
                      <a:r>
                        <a:rPr kumimoji="0" lang="en-US" altLang="zh-CN" sz="2000" b="0" i="0" u="none" strike="noStrike" cap="none" normalizeH="0" baseline="0" dirty="0">
                          <a:ln>
                            <a:noFill/>
                          </a:ln>
                          <a:solidFill>
                            <a:srgbClr val="000000"/>
                          </a:solidFill>
                          <a:effectLst/>
                          <a:highlight>
                            <a:srgbClr val="00FFFF"/>
                          </a:highlight>
                          <a:latin typeface="微软雅黑 Light" panose="020B0502040204020203" pitchFamily="34" charset="-122"/>
                          <a:ea typeface="微软雅黑 Light" panose="020B0502040204020203" pitchFamily="34" charset="-122"/>
                          <a:cs typeface="Times New Roman" panose="02020603050405020304" pitchFamily="18" charset="0"/>
                          <a:sym typeface="Symbol" panose="05050102010706020507" pitchFamily="18" charset="2"/>
                        </a:rPr>
                        <a:t></a:t>
                      </a:r>
                      <a:r>
                        <a:rPr kumimoji="0" lang="en-US" altLang="zh-CN" sz="2000" b="0" i="0" u="none" strike="noStrike" cap="none" normalizeH="0" baseline="0" dirty="0">
                          <a:ln>
                            <a:noFill/>
                          </a:ln>
                          <a:solidFill>
                            <a:srgbClr val="000000"/>
                          </a:solidFill>
                          <a:effectLst/>
                          <a:highlight>
                            <a:srgbClr val="00FFFF"/>
                          </a:highlight>
                          <a:latin typeface="微软雅黑 Light" panose="020B0502040204020203" pitchFamily="34" charset="-122"/>
                          <a:ea typeface="微软雅黑 Light" panose="020B0502040204020203" pitchFamily="34" charset="-122"/>
                          <a:cs typeface="Times New Roman" panose="02020603050405020304" pitchFamily="18" charset="0"/>
                        </a:rPr>
                        <a:t>:?</a:t>
                      </a:r>
                      <a:endParaRPr kumimoji="0" lang="en-US" altLang="zh-CN" sz="2000" b="0" i="0" u="none" strike="noStrike" cap="none" normalizeH="0" baseline="0" dirty="0">
                        <a:ln>
                          <a:noFill/>
                        </a:ln>
                        <a:solidFill>
                          <a:srgbClr val="000000"/>
                        </a:solidFill>
                        <a:effectLst/>
                        <a:highlight>
                          <a:srgbClr val="00FFFF"/>
                        </a:highlight>
                        <a:latin typeface="微软雅黑 Light" panose="020B0502040204020203" pitchFamily="34" charset="-122"/>
                        <a:ea typeface="微软雅黑 Light" panose="020B0502040204020203" pitchFamily="34"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80000"/>
                        <a:buFontTx/>
                        <a:buNone/>
                      </a:pPr>
                      <a:r>
                        <a:rPr kumimoji="0" lang="en-US" altLang="zh-CN" sz="2000" b="0" i="0" u="none" strike="noStrike" cap="none" normalizeH="0" baseline="0" dirty="0">
                          <a:ln>
                            <a:noFill/>
                          </a:ln>
                          <a:solidFill>
                            <a:srgbClr val="000000"/>
                          </a:solidFill>
                          <a:effectLst/>
                          <a:highlight>
                            <a:srgbClr val="00FFFF"/>
                          </a:highlight>
                          <a:latin typeface="微软雅黑 Light" panose="020B0502040204020203" pitchFamily="34" charset="-122"/>
                          <a:ea typeface="微软雅黑 Light" panose="020B0502040204020203" pitchFamily="34" charset="-122"/>
                          <a:cs typeface="Times New Roman" panose="02020603050405020304" pitchFamily="18" charset="0"/>
                        </a:rPr>
                        <a:t>7:</a:t>
                      </a:r>
                      <a:r>
                        <a:rPr kumimoji="0" lang="en-US" altLang="zh-CN" sz="2000" b="0" i="0" u="none" strike="noStrike" cap="none" normalizeH="0" baseline="0" dirty="0">
                          <a:ln>
                            <a:noFill/>
                          </a:ln>
                          <a:solidFill>
                            <a:srgbClr val="000000"/>
                          </a:solidFill>
                          <a:effectLst/>
                          <a:highlight>
                            <a:srgbClr val="00FFFF"/>
                          </a:highlight>
                          <a:latin typeface="微软雅黑 Light" panose="020B0502040204020203" pitchFamily="34" charset="-122"/>
                          <a:ea typeface="微软雅黑 Light" panose="020B0502040204020203" pitchFamily="34" charset="-122"/>
                          <a:cs typeface="Times New Roman" panose="02020603050405020304" pitchFamily="18" charset="0"/>
                          <a:sym typeface="Symbol" panose="05050102010706020507" pitchFamily="18" charset="2"/>
                        </a:rPr>
                        <a:t></a:t>
                      </a:r>
                      <a:r>
                        <a:rPr kumimoji="0" lang="en-US" altLang="zh-CN" sz="2000" b="0" i="0" u="none" strike="noStrike" cap="none" normalizeH="0" baseline="0" dirty="0">
                          <a:ln>
                            <a:noFill/>
                          </a:ln>
                          <a:solidFill>
                            <a:srgbClr val="000000"/>
                          </a:solidFill>
                          <a:effectLst/>
                          <a:highlight>
                            <a:srgbClr val="00FFFF"/>
                          </a:highlight>
                          <a:latin typeface="微软雅黑 Light" panose="020B0502040204020203" pitchFamily="34" charset="-122"/>
                          <a:ea typeface="微软雅黑 Light" panose="020B0502040204020203" pitchFamily="34" charset="-122"/>
                          <a:cs typeface="Times New Roman" panose="02020603050405020304" pitchFamily="18" charset="0"/>
                        </a:rPr>
                        <a:t>:?</a:t>
                      </a:r>
                      <a:endParaRPr kumimoji="0" lang="en-US" altLang="zh-CN" sz="2000" b="0" i="0" u="none" strike="noStrike" cap="none" normalizeH="0" baseline="0" dirty="0">
                        <a:ln>
                          <a:noFill/>
                        </a:ln>
                        <a:solidFill>
                          <a:srgbClr val="000000"/>
                        </a:solidFill>
                        <a:effectLst/>
                        <a:highlight>
                          <a:srgbClr val="00FFFF"/>
                        </a:highlight>
                        <a:latin typeface="微软雅黑 Light" panose="020B0502040204020203" pitchFamily="34" charset="-122"/>
                        <a:ea typeface="微软雅黑 Light" panose="020B0502040204020203" pitchFamily="34"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50838">
                <a:tc vMerge="1">
                  <a:tcPr/>
                </a:tc>
                <a:tc>
                  <a:txBody>
                    <a:bodyPr/>
                    <a:lstStyle>
                      <a:lvl1pPr marL="342900" indent="-342900">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80000"/>
                        <a:buFontTx/>
                        <a:buNone/>
                      </a:pPr>
                      <a:r>
                        <a:rPr kumimoji="0" lang="en-US" altLang="zh-CN" sz="2000" b="0" i="0" u="none" strike="noStrike" cap="none" normalizeH="0" baseline="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rPr>
                        <a:t>B</a:t>
                      </a:r>
                      <a:endParaRPr kumimoji="0" lang="en-US" altLang="zh-CN" sz="2000" b="0" i="0" u="none" strike="noStrike" cap="none" normalizeH="0" baseline="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80000"/>
                        <a:buFontTx/>
                        <a:buNone/>
                      </a:pPr>
                      <a:r>
                        <a:rPr kumimoji="0" lang="en-US" altLang="zh-CN" sz="2000" b="0" i="0" u="none" strike="noStrike" cap="none" normalizeH="0" baseline="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rPr>
                        <a:t>1:1:-</a:t>
                      </a:r>
                      <a:endParaRPr kumimoji="0" lang="en-US" altLang="zh-CN" sz="2000" b="0" i="0" u="none" strike="noStrike" cap="none" normalizeH="0" baseline="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80000"/>
                        <a:buFontTx/>
                        <a:buNone/>
                      </a:pPr>
                      <a:r>
                        <a:rPr kumimoji="0" lang="en-US" altLang="zh-CN" sz="2000" b="0" i="0" u="none" strike="noStrike" cap="none" normalizeH="0" baseline="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rPr>
                        <a:t>2:1:-</a:t>
                      </a:r>
                      <a:endParaRPr kumimoji="0" lang="en-US" altLang="zh-CN" sz="2000" b="0" i="0" u="none" strike="noStrike" cap="none" normalizeH="0" baseline="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80000"/>
                        <a:buFontTx/>
                        <a:buNone/>
                      </a:pPr>
                      <a:r>
                        <a:rPr kumimoji="0" lang="en-US" altLang="zh-CN" sz="2000" b="0" i="0" u="none" strike="noStrike" cap="none" normalizeH="0" baseline="0" dirty="0">
                          <a:ln>
                            <a:noFill/>
                          </a:ln>
                          <a:solidFill>
                            <a:srgbClr val="000000"/>
                          </a:solidFill>
                          <a:effectLst/>
                          <a:highlight>
                            <a:srgbClr val="00FFFF"/>
                          </a:highlight>
                          <a:latin typeface="微软雅黑 Light" panose="020B0502040204020203" pitchFamily="34" charset="-122"/>
                          <a:ea typeface="微软雅黑 Light" panose="020B0502040204020203" pitchFamily="34" charset="-122"/>
                          <a:cs typeface="Times New Roman" panose="02020603050405020304" pitchFamily="18" charset="0"/>
                        </a:rPr>
                        <a:t>3:</a:t>
                      </a:r>
                      <a:r>
                        <a:rPr kumimoji="0" lang="en-US" altLang="zh-CN" sz="2000" b="0" i="0" u="none" strike="noStrike" cap="none" normalizeH="0" baseline="0" dirty="0">
                          <a:ln>
                            <a:noFill/>
                          </a:ln>
                          <a:solidFill>
                            <a:srgbClr val="000000"/>
                          </a:solidFill>
                          <a:effectLst/>
                          <a:highlight>
                            <a:srgbClr val="00FFFF"/>
                          </a:highlight>
                          <a:latin typeface="微软雅黑 Light" panose="020B0502040204020203" pitchFamily="34" charset="-122"/>
                          <a:ea typeface="微软雅黑 Light" panose="020B0502040204020203" pitchFamily="34" charset="-122"/>
                          <a:cs typeface="Times New Roman" panose="02020603050405020304" pitchFamily="18" charset="0"/>
                          <a:sym typeface="Symbol" panose="05050102010706020507" pitchFamily="18" charset="2"/>
                        </a:rPr>
                        <a:t></a:t>
                      </a:r>
                      <a:r>
                        <a:rPr kumimoji="0" lang="en-US" altLang="zh-CN" sz="2000" b="0" i="0" u="none" strike="noStrike" cap="none" normalizeH="0" baseline="0" dirty="0">
                          <a:ln>
                            <a:noFill/>
                          </a:ln>
                          <a:solidFill>
                            <a:srgbClr val="000000"/>
                          </a:solidFill>
                          <a:effectLst/>
                          <a:highlight>
                            <a:srgbClr val="00FFFF"/>
                          </a:highlight>
                          <a:latin typeface="微软雅黑 Light" panose="020B0502040204020203" pitchFamily="34" charset="-122"/>
                          <a:ea typeface="微软雅黑 Light" panose="020B0502040204020203" pitchFamily="34" charset="-122"/>
                          <a:cs typeface="Times New Roman" panose="02020603050405020304" pitchFamily="18" charset="0"/>
                        </a:rPr>
                        <a:t>:?</a:t>
                      </a:r>
                      <a:endParaRPr kumimoji="0" lang="en-US" altLang="zh-CN" sz="2000" b="0" i="0" u="none" strike="noStrike" cap="none" normalizeH="0" baseline="0" dirty="0">
                        <a:ln>
                          <a:noFill/>
                        </a:ln>
                        <a:solidFill>
                          <a:srgbClr val="000000"/>
                        </a:solidFill>
                        <a:effectLst/>
                        <a:highlight>
                          <a:srgbClr val="00FFFF"/>
                        </a:highlight>
                        <a:latin typeface="微软雅黑 Light" panose="020B0502040204020203" pitchFamily="34" charset="-122"/>
                        <a:ea typeface="微软雅黑 Light" panose="020B0502040204020203" pitchFamily="34"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80000"/>
                        <a:buFontTx/>
                        <a:buNone/>
                      </a:pPr>
                      <a:r>
                        <a:rPr kumimoji="0" lang="en-US" altLang="zh-CN" sz="2000" b="0" i="0" u="none" strike="noStrike" cap="none" normalizeH="0" baseline="0" dirty="0">
                          <a:ln>
                            <a:noFill/>
                          </a:ln>
                          <a:solidFill>
                            <a:srgbClr val="000000"/>
                          </a:solidFill>
                          <a:effectLst/>
                          <a:highlight>
                            <a:srgbClr val="00FFFF"/>
                          </a:highlight>
                          <a:latin typeface="微软雅黑 Light" panose="020B0502040204020203" pitchFamily="34" charset="-122"/>
                          <a:ea typeface="微软雅黑 Light" panose="020B0502040204020203" pitchFamily="34" charset="-122"/>
                          <a:cs typeface="Times New Roman" panose="02020603050405020304" pitchFamily="18" charset="0"/>
                        </a:rPr>
                        <a:t>4:</a:t>
                      </a:r>
                      <a:r>
                        <a:rPr kumimoji="0" lang="en-US" altLang="zh-CN" sz="2000" b="0" i="0" u="none" strike="noStrike" cap="none" normalizeH="0" baseline="0" dirty="0">
                          <a:ln>
                            <a:noFill/>
                          </a:ln>
                          <a:solidFill>
                            <a:srgbClr val="000000"/>
                          </a:solidFill>
                          <a:effectLst/>
                          <a:highlight>
                            <a:srgbClr val="00FFFF"/>
                          </a:highlight>
                          <a:latin typeface="微软雅黑 Light" panose="020B0502040204020203" pitchFamily="34" charset="-122"/>
                          <a:ea typeface="微软雅黑 Light" panose="020B0502040204020203" pitchFamily="34" charset="-122"/>
                          <a:cs typeface="Times New Roman" panose="02020603050405020304" pitchFamily="18" charset="0"/>
                          <a:sym typeface="Symbol" panose="05050102010706020507" pitchFamily="18" charset="2"/>
                        </a:rPr>
                        <a:t></a:t>
                      </a:r>
                      <a:r>
                        <a:rPr kumimoji="0" lang="en-US" altLang="zh-CN" sz="2000" b="0" i="0" u="none" strike="noStrike" cap="none" normalizeH="0" baseline="0" dirty="0">
                          <a:ln>
                            <a:noFill/>
                          </a:ln>
                          <a:solidFill>
                            <a:srgbClr val="000000"/>
                          </a:solidFill>
                          <a:effectLst/>
                          <a:highlight>
                            <a:srgbClr val="00FFFF"/>
                          </a:highlight>
                          <a:latin typeface="微软雅黑 Light" panose="020B0502040204020203" pitchFamily="34" charset="-122"/>
                          <a:ea typeface="微软雅黑 Light" panose="020B0502040204020203" pitchFamily="34" charset="-122"/>
                          <a:cs typeface="Times New Roman" panose="02020603050405020304" pitchFamily="18" charset="0"/>
                        </a:rPr>
                        <a:t>:?</a:t>
                      </a:r>
                      <a:endParaRPr kumimoji="0" lang="en-US" altLang="zh-CN" sz="2000" b="0" i="0" u="none" strike="noStrike" cap="none" normalizeH="0" baseline="0" dirty="0">
                        <a:ln>
                          <a:noFill/>
                        </a:ln>
                        <a:solidFill>
                          <a:srgbClr val="000000"/>
                        </a:solidFill>
                        <a:effectLst/>
                        <a:highlight>
                          <a:srgbClr val="00FFFF"/>
                        </a:highlight>
                        <a:latin typeface="微软雅黑 Light" panose="020B0502040204020203" pitchFamily="34" charset="-122"/>
                        <a:ea typeface="微软雅黑 Light" panose="020B0502040204020203" pitchFamily="34"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80000"/>
                        <a:buFontTx/>
                        <a:buNone/>
                      </a:pPr>
                      <a:r>
                        <a:rPr kumimoji="0" lang="en-US" altLang="zh-CN" sz="2000" b="0" i="0" u="none" strike="noStrike" cap="none" normalizeH="0" baseline="0" dirty="0">
                          <a:ln>
                            <a:noFill/>
                          </a:ln>
                          <a:solidFill>
                            <a:srgbClr val="000000"/>
                          </a:solidFill>
                          <a:effectLst/>
                          <a:highlight>
                            <a:srgbClr val="00FFFF"/>
                          </a:highlight>
                          <a:latin typeface="微软雅黑 Light" panose="020B0502040204020203" pitchFamily="34" charset="-122"/>
                          <a:ea typeface="微软雅黑 Light" panose="020B0502040204020203" pitchFamily="34" charset="-122"/>
                          <a:cs typeface="Times New Roman" panose="02020603050405020304" pitchFamily="18" charset="0"/>
                        </a:rPr>
                        <a:t>5:</a:t>
                      </a:r>
                      <a:r>
                        <a:rPr kumimoji="0" lang="en-US" altLang="zh-CN" sz="2000" b="0" i="0" u="none" strike="noStrike" cap="none" normalizeH="0" baseline="0" dirty="0">
                          <a:ln>
                            <a:noFill/>
                          </a:ln>
                          <a:solidFill>
                            <a:srgbClr val="000000"/>
                          </a:solidFill>
                          <a:effectLst/>
                          <a:highlight>
                            <a:srgbClr val="00FFFF"/>
                          </a:highlight>
                          <a:latin typeface="微软雅黑 Light" panose="020B0502040204020203" pitchFamily="34" charset="-122"/>
                          <a:ea typeface="微软雅黑 Light" panose="020B0502040204020203" pitchFamily="34" charset="-122"/>
                          <a:cs typeface="Times New Roman" panose="02020603050405020304" pitchFamily="18" charset="0"/>
                          <a:sym typeface="Symbol" panose="05050102010706020507" pitchFamily="18" charset="2"/>
                        </a:rPr>
                        <a:t></a:t>
                      </a:r>
                      <a:r>
                        <a:rPr kumimoji="0" lang="en-US" altLang="zh-CN" sz="2000" b="0" i="0" u="none" strike="noStrike" cap="none" normalizeH="0" baseline="0" dirty="0">
                          <a:ln>
                            <a:noFill/>
                          </a:ln>
                          <a:solidFill>
                            <a:srgbClr val="000000"/>
                          </a:solidFill>
                          <a:effectLst/>
                          <a:highlight>
                            <a:srgbClr val="00FFFF"/>
                          </a:highlight>
                          <a:latin typeface="微软雅黑 Light" panose="020B0502040204020203" pitchFamily="34" charset="-122"/>
                          <a:ea typeface="微软雅黑 Light" panose="020B0502040204020203" pitchFamily="34" charset="-122"/>
                          <a:cs typeface="Times New Roman" panose="02020603050405020304" pitchFamily="18" charset="0"/>
                        </a:rPr>
                        <a:t>:?</a:t>
                      </a:r>
                      <a:endParaRPr kumimoji="0" lang="en-US" altLang="zh-CN" sz="2000" b="0" i="0" u="none" strike="noStrike" cap="none" normalizeH="0" baseline="0" dirty="0">
                        <a:ln>
                          <a:noFill/>
                        </a:ln>
                        <a:solidFill>
                          <a:srgbClr val="000000"/>
                        </a:solidFill>
                        <a:effectLst/>
                        <a:highlight>
                          <a:srgbClr val="00FFFF"/>
                        </a:highlight>
                        <a:latin typeface="微软雅黑 Light" panose="020B0502040204020203" pitchFamily="34" charset="-122"/>
                        <a:ea typeface="微软雅黑 Light" panose="020B0502040204020203" pitchFamily="34"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80000"/>
                        <a:buFontTx/>
                        <a:buNone/>
                      </a:pPr>
                      <a:r>
                        <a:rPr kumimoji="0" lang="en-US" altLang="zh-CN" sz="2000" b="0" i="0" u="none" strike="noStrike" cap="none" normalizeH="0" baseline="0" dirty="0">
                          <a:ln>
                            <a:noFill/>
                          </a:ln>
                          <a:solidFill>
                            <a:srgbClr val="000000"/>
                          </a:solidFill>
                          <a:effectLst/>
                          <a:highlight>
                            <a:srgbClr val="00FFFF"/>
                          </a:highlight>
                          <a:latin typeface="微软雅黑 Light" panose="020B0502040204020203" pitchFamily="34" charset="-122"/>
                          <a:ea typeface="微软雅黑 Light" panose="020B0502040204020203" pitchFamily="34" charset="-122"/>
                          <a:cs typeface="Times New Roman" panose="02020603050405020304" pitchFamily="18" charset="0"/>
                        </a:rPr>
                        <a:t>6:</a:t>
                      </a:r>
                      <a:r>
                        <a:rPr kumimoji="0" lang="en-US" altLang="zh-CN" sz="2000" b="0" i="0" u="none" strike="noStrike" cap="none" normalizeH="0" baseline="0" dirty="0">
                          <a:ln>
                            <a:noFill/>
                          </a:ln>
                          <a:solidFill>
                            <a:srgbClr val="000000"/>
                          </a:solidFill>
                          <a:effectLst/>
                          <a:highlight>
                            <a:srgbClr val="00FFFF"/>
                          </a:highlight>
                          <a:latin typeface="微软雅黑 Light" panose="020B0502040204020203" pitchFamily="34" charset="-122"/>
                          <a:ea typeface="微软雅黑 Light" panose="020B0502040204020203" pitchFamily="34" charset="-122"/>
                          <a:cs typeface="Times New Roman" panose="02020603050405020304" pitchFamily="18" charset="0"/>
                          <a:sym typeface="Symbol" panose="05050102010706020507" pitchFamily="18" charset="2"/>
                        </a:rPr>
                        <a:t></a:t>
                      </a:r>
                      <a:r>
                        <a:rPr kumimoji="0" lang="en-US" altLang="zh-CN" sz="2000" b="0" i="0" u="none" strike="noStrike" cap="none" normalizeH="0" baseline="0" dirty="0">
                          <a:ln>
                            <a:noFill/>
                          </a:ln>
                          <a:solidFill>
                            <a:srgbClr val="000000"/>
                          </a:solidFill>
                          <a:effectLst/>
                          <a:highlight>
                            <a:srgbClr val="00FFFF"/>
                          </a:highlight>
                          <a:latin typeface="微软雅黑 Light" panose="020B0502040204020203" pitchFamily="34" charset="-122"/>
                          <a:ea typeface="微软雅黑 Light" panose="020B0502040204020203" pitchFamily="34" charset="-122"/>
                          <a:cs typeface="Times New Roman" panose="02020603050405020304" pitchFamily="18" charset="0"/>
                        </a:rPr>
                        <a:t>:?</a:t>
                      </a:r>
                      <a:endParaRPr kumimoji="0" lang="en-US" altLang="zh-CN" sz="2000" b="0" i="0" u="none" strike="noStrike" cap="none" normalizeH="0" baseline="0" dirty="0">
                        <a:ln>
                          <a:noFill/>
                        </a:ln>
                        <a:solidFill>
                          <a:srgbClr val="000000"/>
                        </a:solidFill>
                        <a:effectLst/>
                        <a:highlight>
                          <a:srgbClr val="00FFFF"/>
                        </a:highlight>
                        <a:latin typeface="微软雅黑 Light" panose="020B0502040204020203" pitchFamily="34" charset="-122"/>
                        <a:ea typeface="微软雅黑 Light" panose="020B0502040204020203" pitchFamily="34"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80000"/>
                        <a:buFontTx/>
                        <a:buNone/>
                      </a:pPr>
                      <a:r>
                        <a:rPr kumimoji="0" lang="en-US" altLang="zh-CN" sz="2000" b="0" i="0" u="none" strike="noStrike" cap="none" normalizeH="0" baseline="0" dirty="0">
                          <a:ln>
                            <a:noFill/>
                          </a:ln>
                          <a:solidFill>
                            <a:srgbClr val="000000"/>
                          </a:solidFill>
                          <a:effectLst/>
                          <a:highlight>
                            <a:srgbClr val="00FFFF"/>
                          </a:highlight>
                          <a:latin typeface="微软雅黑 Light" panose="020B0502040204020203" pitchFamily="34" charset="-122"/>
                          <a:ea typeface="微软雅黑 Light" panose="020B0502040204020203" pitchFamily="34" charset="-122"/>
                          <a:cs typeface="Times New Roman" panose="02020603050405020304" pitchFamily="18" charset="0"/>
                        </a:rPr>
                        <a:t>7:</a:t>
                      </a:r>
                      <a:r>
                        <a:rPr kumimoji="0" lang="en-US" altLang="zh-CN" sz="2000" b="0" i="0" u="none" strike="noStrike" cap="none" normalizeH="0" baseline="0" dirty="0">
                          <a:ln>
                            <a:noFill/>
                          </a:ln>
                          <a:solidFill>
                            <a:srgbClr val="000000"/>
                          </a:solidFill>
                          <a:effectLst/>
                          <a:highlight>
                            <a:srgbClr val="00FFFF"/>
                          </a:highlight>
                          <a:latin typeface="微软雅黑 Light" panose="020B0502040204020203" pitchFamily="34" charset="-122"/>
                          <a:ea typeface="微软雅黑 Light" panose="020B0502040204020203" pitchFamily="34" charset="-122"/>
                          <a:cs typeface="Times New Roman" panose="02020603050405020304" pitchFamily="18" charset="0"/>
                          <a:sym typeface="Symbol" panose="05050102010706020507" pitchFamily="18" charset="2"/>
                        </a:rPr>
                        <a:t></a:t>
                      </a:r>
                      <a:r>
                        <a:rPr kumimoji="0" lang="en-US" altLang="zh-CN" sz="2000" b="0" i="0" u="none" strike="noStrike" cap="none" normalizeH="0" baseline="0" dirty="0">
                          <a:ln>
                            <a:noFill/>
                          </a:ln>
                          <a:solidFill>
                            <a:srgbClr val="000000"/>
                          </a:solidFill>
                          <a:effectLst/>
                          <a:highlight>
                            <a:srgbClr val="00FFFF"/>
                          </a:highlight>
                          <a:latin typeface="微软雅黑 Light" panose="020B0502040204020203" pitchFamily="34" charset="-122"/>
                          <a:ea typeface="微软雅黑 Light" panose="020B0502040204020203" pitchFamily="34" charset="-122"/>
                          <a:cs typeface="Times New Roman" panose="02020603050405020304" pitchFamily="18" charset="0"/>
                        </a:rPr>
                        <a:t>:?</a:t>
                      </a:r>
                      <a:endParaRPr kumimoji="0" lang="en-US" altLang="zh-CN" sz="2000" b="0" i="0" u="none" strike="noStrike" cap="none" normalizeH="0" baseline="0" dirty="0">
                        <a:ln>
                          <a:noFill/>
                        </a:ln>
                        <a:solidFill>
                          <a:srgbClr val="000000"/>
                        </a:solidFill>
                        <a:effectLst/>
                        <a:highlight>
                          <a:srgbClr val="00FFFF"/>
                        </a:highlight>
                        <a:latin typeface="微软雅黑 Light" panose="020B0502040204020203" pitchFamily="34" charset="-122"/>
                        <a:ea typeface="微软雅黑 Light" panose="020B0502040204020203" pitchFamily="34"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52425">
                <a:tc vMerge="1">
                  <a:tcPr/>
                </a:tc>
                <a:tc>
                  <a:txBody>
                    <a:bodyPr/>
                    <a:lstStyle>
                      <a:lvl1pPr marL="342900" indent="-342900">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80000"/>
                        <a:buFontTx/>
                        <a:buNone/>
                      </a:pPr>
                      <a:r>
                        <a:rPr kumimoji="0" lang="en-US" altLang="zh-CN" sz="2000" b="0" i="0" u="none" strike="noStrike" cap="none" normalizeH="0" baseline="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rPr>
                        <a:t>C</a:t>
                      </a:r>
                      <a:endParaRPr kumimoji="0" lang="en-US" altLang="zh-CN" sz="2000" b="0" i="0" u="none" strike="noStrike" cap="none" normalizeH="0" baseline="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80000"/>
                        <a:buFontTx/>
                        <a:buNone/>
                      </a:pPr>
                      <a:r>
                        <a:rPr kumimoji="0" lang="en-US" altLang="zh-CN" sz="2000" b="0" i="0" u="none" strike="noStrike" cap="none" normalizeH="0" baseline="0" dirty="0">
                          <a:ln>
                            <a:noFill/>
                          </a:ln>
                          <a:solidFill>
                            <a:srgbClr val="000000"/>
                          </a:solidFill>
                          <a:effectLst/>
                          <a:highlight>
                            <a:srgbClr val="00FFFF"/>
                          </a:highlight>
                          <a:latin typeface="微软雅黑 Light" panose="020B0502040204020203" pitchFamily="34" charset="-122"/>
                          <a:ea typeface="微软雅黑 Light" panose="020B0502040204020203" pitchFamily="34" charset="-122"/>
                          <a:cs typeface="Times New Roman" panose="02020603050405020304" pitchFamily="18" charset="0"/>
                        </a:rPr>
                        <a:t>1:</a:t>
                      </a:r>
                      <a:r>
                        <a:rPr kumimoji="0" lang="en-US" altLang="zh-CN" sz="2000" b="0" i="0" u="none" strike="noStrike" cap="none" normalizeH="0" baseline="0" dirty="0">
                          <a:ln>
                            <a:noFill/>
                          </a:ln>
                          <a:solidFill>
                            <a:srgbClr val="000000"/>
                          </a:solidFill>
                          <a:effectLst/>
                          <a:highlight>
                            <a:srgbClr val="00FFFF"/>
                          </a:highlight>
                          <a:latin typeface="微软雅黑 Light" panose="020B0502040204020203" pitchFamily="34" charset="-122"/>
                          <a:ea typeface="微软雅黑 Light" panose="020B0502040204020203" pitchFamily="34" charset="-122"/>
                          <a:cs typeface="Times New Roman" panose="02020603050405020304" pitchFamily="18" charset="0"/>
                          <a:sym typeface="Symbol" panose="05050102010706020507" pitchFamily="18" charset="2"/>
                        </a:rPr>
                        <a:t></a:t>
                      </a:r>
                      <a:r>
                        <a:rPr kumimoji="0" lang="en-US" altLang="zh-CN" sz="2000" b="0" i="0" u="none" strike="noStrike" cap="none" normalizeH="0" baseline="0" dirty="0">
                          <a:ln>
                            <a:noFill/>
                          </a:ln>
                          <a:solidFill>
                            <a:srgbClr val="000000"/>
                          </a:solidFill>
                          <a:effectLst/>
                          <a:highlight>
                            <a:srgbClr val="00FFFF"/>
                          </a:highlight>
                          <a:latin typeface="微软雅黑 Light" panose="020B0502040204020203" pitchFamily="34" charset="-122"/>
                          <a:ea typeface="微软雅黑 Light" panose="020B0502040204020203" pitchFamily="34" charset="-122"/>
                          <a:cs typeface="Times New Roman" panose="02020603050405020304" pitchFamily="18" charset="0"/>
                        </a:rPr>
                        <a:t>:?</a:t>
                      </a:r>
                      <a:endParaRPr kumimoji="0" lang="en-US" altLang="zh-CN" sz="2000" b="0" i="0" u="none" strike="noStrike" cap="none" normalizeH="0" baseline="0" dirty="0">
                        <a:ln>
                          <a:noFill/>
                        </a:ln>
                        <a:solidFill>
                          <a:srgbClr val="000000"/>
                        </a:solidFill>
                        <a:effectLst/>
                        <a:highlight>
                          <a:srgbClr val="00FFFF"/>
                        </a:highlight>
                        <a:latin typeface="微软雅黑 Light" panose="020B0502040204020203" pitchFamily="34" charset="-122"/>
                        <a:ea typeface="微软雅黑 Light" panose="020B0502040204020203" pitchFamily="34"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80000"/>
                        <a:buFontTx/>
                        <a:buNone/>
                      </a:pPr>
                      <a:r>
                        <a:rPr kumimoji="0" lang="en-US" altLang="zh-CN" sz="2000" b="0" i="0" u="none" strike="noStrike" cap="none" normalizeH="0" baseline="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rPr>
                        <a:t>2:1:-</a:t>
                      </a:r>
                      <a:endParaRPr kumimoji="0" lang="en-US" altLang="zh-CN" sz="2000" b="0" i="0" u="none" strike="noStrike" cap="none" normalizeH="0" baseline="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80000"/>
                        <a:buFontTx/>
                        <a:buNone/>
                      </a:pPr>
                      <a:r>
                        <a:rPr kumimoji="0" lang="en-US" altLang="zh-CN" sz="2000" b="0" i="0" u="none" strike="noStrike" cap="none" normalizeH="0" baseline="0" dirty="0">
                          <a:ln>
                            <a:noFill/>
                          </a:ln>
                          <a:solidFill>
                            <a:srgbClr val="000000"/>
                          </a:solidFill>
                          <a:effectLst/>
                          <a:highlight>
                            <a:srgbClr val="00FFFF"/>
                          </a:highlight>
                          <a:latin typeface="微软雅黑 Light" panose="020B0502040204020203" pitchFamily="34" charset="-122"/>
                          <a:ea typeface="微软雅黑 Light" panose="020B0502040204020203" pitchFamily="34" charset="-122"/>
                          <a:cs typeface="Times New Roman" panose="02020603050405020304" pitchFamily="18" charset="0"/>
                        </a:rPr>
                        <a:t>3:</a:t>
                      </a:r>
                      <a:r>
                        <a:rPr kumimoji="0" lang="en-US" altLang="zh-CN" sz="2000" b="0" i="0" u="none" strike="noStrike" cap="none" normalizeH="0" baseline="0" dirty="0">
                          <a:ln>
                            <a:noFill/>
                          </a:ln>
                          <a:solidFill>
                            <a:srgbClr val="000000"/>
                          </a:solidFill>
                          <a:effectLst/>
                          <a:highlight>
                            <a:srgbClr val="00FFFF"/>
                          </a:highlight>
                          <a:latin typeface="微软雅黑 Light" panose="020B0502040204020203" pitchFamily="34" charset="-122"/>
                          <a:ea typeface="微软雅黑 Light" panose="020B0502040204020203" pitchFamily="34" charset="-122"/>
                          <a:cs typeface="Times New Roman" panose="02020603050405020304" pitchFamily="18" charset="0"/>
                          <a:sym typeface="Symbol" panose="05050102010706020507" pitchFamily="18" charset="2"/>
                        </a:rPr>
                        <a:t></a:t>
                      </a:r>
                      <a:r>
                        <a:rPr kumimoji="0" lang="en-US" altLang="zh-CN" sz="2000" b="0" i="0" u="none" strike="noStrike" cap="none" normalizeH="0" baseline="0" dirty="0">
                          <a:ln>
                            <a:noFill/>
                          </a:ln>
                          <a:solidFill>
                            <a:srgbClr val="000000"/>
                          </a:solidFill>
                          <a:effectLst/>
                          <a:highlight>
                            <a:srgbClr val="00FFFF"/>
                          </a:highlight>
                          <a:latin typeface="微软雅黑 Light" panose="020B0502040204020203" pitchFamily="34" charset="-122"/>
                          <a:ea typeface="微软雅黑 Light" panose="020B0502040204020203" pitchFamily="34" charset="-122"/>
                          <a:cs typeface="Times New Roman" panose="02020603050405020304" pitchFamily="18" charset="0"/>
                        </a:rPr>
                        <a:t>:?</a:t>
                      </a:r>
                      <a:endParaRPr kumimoji="0" lang="en-US" altLang="zh-CN" sz="2000" b="0" i="0" u="none" strike="noStrike" cap="none" normalizeH="0" baseline="0" dirty="0">
                        <a:ln>
                          <a:noFill/>
                        </a:ln>
                        <a:solidFill>
                          <a:srgbClr val="000000"/>
                        </a:solidFill>
                        <a:effectLst/>
                        <a:highlight>
                          <a:srgbClr val="00FFFF"/>
                        </a:highlight>
                        <a:latin typeface="微软雅黑 Light" panose="020B0502040204020203" pitchFamily="34" charset="-122"/>
                        <a:ea typeface="微软雅黑 Light" panose="020B0502040204020203" pitchFamily="34"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80000"/>
                        <a:buFontTx/>
                        <a:buNone/>
                      </a:pPr>
                      <a:r>
                        <a:rPr kumimoji="0" lang="en-US" altLang="zh-CN" sz="2000" b="0" i="0" u="none" strike="noStrike" cap="none" normalizeH="0" baseline="0" dirty="0">
                          <a:ln>
                            <a:noFill/>
                          </a:ln>
                          <a:solidFill>
                            <a:srgbClr val="000000"/>
                          </a:solidFill>
                          <a:effectLst/>
                          <a:highlight>
                            <a:srgbClr val="00FFFF"/>
                          </a:highlight>
                          <a:latin typeface="微软雅黑 Light" panose="020B0502040204020203" pitchFamily="34" charset="-122"/>
                          <a:ea typeface="微软雅黑 Light" panose="020B0502040204020203" pitchFamily="34" charset="-122"/>
                          <a:cs typeface="Times New Roman" panose="02020603050405020304" pitchFamily="18" charset="0"/>
                        </a:rPr>
                        <a:t>4:</a:t>
                      </a:r>
                      <a:r>
                        <a:rPr kumimoji="0" lang="en-US" altLang="zh-CN" sz="2000" b="0" i="0" u="none" strike="noStrike" cap="none" normalizeH="0" baseline="0" dirty="0">
                          <a:ln>
                            <a:noFill/>
                          </a:ln>
                          <a:solidFill>
                            <a:srgbClr val="000000"/>
                          </a:solidFill>
                          <a:effectLst/>
                          <a:highlight>
                            <a:srgbClr val="00FFFF"/>
                          </a:highlight>
                          <a:latin typeface="微软雅黑 Light" panose="020B0502040204020203" pitchFamily="34" charset="-122"/>
                          <a:ea typeface="微软雅黑 Light" panose="020B0502040204020203" pitchFamily="34" charset="-122"/>
                          <a:cs typeface="Times New Roman" panose="02020603050405020304" pitchFamily="18" charset="0"/>
                          <a:sym typeface="Symbol" panose="05050102010706020507" pitchFamily="18" charset="2"/>
                        </a:rPr>
                        <a:t></a:t>
                      </a:r>
                      <a:r>
                        <a:rPr kumimoji="0" lang="en-US" altLang="zh-CN" sz="2000" b="0" i="0" u="none" strike="noStrike" cap="none" normalizeH="0" baseline="0" dirty="0">
                          <a:ln>
                            <a:noFill/>
                          </a:ln>
                          <a:solidFill>
                            <a:srgbClr val="000000"/>
                          </a:solidFill>
                          <a:effectLst/>
                          <a:highlight>
                            <a:srgbClr val="00FFFF"/>
                          </a:highlight>
                          <a:latin typeface="微软雅黑 Light" panose="020B0502040204020203" pitchFamily="34" charset="-122"/>
                          <a:ea typeface="微软雅黑 Light" panose="020B0502040204020203" pitchFamily="34" charset="-122"/>
                          <a:cs typeface="Times New Roman" panose="02020603050405020304" pitchFamily="18" charset="0"/>
                        </a:rPr>
                        <a:t>:?</a:t>
                      </a:r>
                      <a:endParaRPr kumimoji="0" lang="en-US" altLang="zh-CN" sz="2000" b="0" i="0" u="none" strike="noStrike" cap="none" normalizeH="0" baseline="0" dirty="0">
                        <a:ln>
                          <a:noFill/>
                        </a:ln>
                        <a:solidFill>
                          <a:srgbClr val="000000"/>
                        </a:solidFill>
                        <a:effectLst/>
                        <a:highlight>
                          <a:srgbClr val="00FFFF"/>
                        </a:highlight>
                        <a:latin typeface="微软雅黑 Light" panose="020B0502040204020203" pitchFamily="34" charset="-122"/>
                        <a:ea typeface="微软雅黑 Light" panose="020B0502040204020203" pitchFamily="34"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80000"/>
                        <a:buFontTx/>
                        <a:buNone/>
                      </a:pPr>
                      <a:r>
                        <a:rPr kumimoji="0" lang="en-US" altLang="zh-CN" sz="2000" b="0" i="0" u="none" strike="noStrike" cap="none" normalizeH="0" baseline="0" dirty="0">
                          <a:ln>
                            <a:noFill/>
                          </a:ln>
                          <a:solidFill>
                            <a:srgbClr val="000000"/>
                          </a:solidFill>
                          <a:effectLst/>
                          <a:highlight>
                            <a:srgbClr val="00FFFF"/>
                          </a:highlight>
                          <a:latin typeface="微软雅黑 Light" panose="020B0502040204020203" pitchFamily="34" charset="-122"/>
                          <a:ea typeface="微软雅黑 Light" panose="020B0502040204020203" pitchFamily="34" charset="-122"/>
                          <a:cs typeface="Times New Roman" panose="02020603050405020304" pitchFamily="18" charset="0"/>
                        </a:rPr>
                        <a:t>5:</a:t>
                      </a:r>
                      <a:r>
                        <a:rPr kumimoji="0" lang="en-US" altLang="zh-CN" sz="2000" b="0" i="0" u="none" strike="noStrike" cap="none" normalizeH="0" baseline="0" dirty="0">
                          <a:ln>
                            <a:noFill/>
                          </a:ln>
                          <a:solidFill>
                            <a:srgbClr val="000000"/>
                          </a:solidFill>
                          <a:effectLst/>
                          <a:highlight>
                            <a:srgbClr val="00FFFF"/>
                          </a:highlight>
                          <a:latin typeface="微软雅黑 Light" panose="020B0502040204020203" pitchFamily="34" charset="-122"/>
                          <a:ea typeface="微软雅黑 Light" panose="020B0502040204020203" pitchFamily="34" charset="-122"/>
                          <a:cs typeface="Times New Roman" panose="02020603050405020304" pitchFamily="18" charset="0"/>
                          <a:sym typeface="Symbol" panose="05050102010706020507" pitchFamily="18" charset="2"/>
                        </a:rPr>
                        <a:t></a:t>
                      </a:r>
                      <a:r>
                        <a:rPr kumimoji="0" lang="en-US" altLang="zh-CN" sz="2000" b="0" i="0" u="none" strike="noStrike" cap="none" normalizeH="0" baseline="0" dirty="0">
                          <a:ln>
                            <a:noFill/>
                          </a:ln>
                          <a:solidFill>
                            <a:srgbClr val="000000"/>
                          </a:solidFill>
                          <a:effectLst/>
                          <a:highlight>
                            <a:srgbClr val="00FFFF"/>
                          </a:highlight>
                          <a:latin typeface="微软雅黑 Light" panose="020B0502040204020203" pitchFamily="34" charset="-122"/>
                          <a:ea typeface="微软雅黑 Light" panose="020B0502040204020203" pitchFamily="34" charset="-122"/>
                          <a:cs typeface="Times New Roman" panose="02020603050405020304" pitchFamily="18" charset="0"/>
                        </a:rPr>
                        <a:t>:?</a:t>
                      </a:r>
                      <a:endParaRPr kumimoji="0" lang="en-US" altLang="zh-CN" sz="2000" b="0" i="0" u="none" strike="noStrike" cap="none" normalizeH="0" baseline="0" dirty="0">
                        <a:ln>
                          <a:noFill/>
                        </a:ln>
                        <a:solidFill>
                          <a:srgbClr val="000000"/>
                        </a:solidFill>
                        <a:effectLst/>
                        <a:highlight>
                          <a:srgbClr val="00FFFF"/>
                        </a:highlight>
                        <a:latin typeface="微软雅黑 Light" panose="020B0502040204020203" pitchFamily="34" charset="-122"/>
                        <a:ea typeface="微软雅黑 Light" panose="020B0502040204020203" pitchFamily="34"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80000"/>
                        <a:buFontTx/>
                        <a:buNone/>
                      </a:pPr>
                      <a:r>
                        <a:rPr kumimoji="0" lang="en-US" altLang="zh-CN" sz="2000" b="0" i="0" u="none" strike="noStrike" cap="none" normalizeH="0" baseline="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rPr>
                        <a:t>6:1:-</a:t>
                      </a:r>
                      <a:endParaRPr kumimoji="0" lang="en-US" altLang="zh-CN" sz="2000" b="0" i="0" u="none" strike="noStrike" cap="none" normalizeH="0" baseline="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80000"/>
                        <a:buFontTx/>
                        <a:buNone/>
                      </a:pPr>
                      <a:r>
                        <a:rPr kumimoji="0" lang="en-US" altLang="zh-CN" sz="2000" b="0" i="0" u="none" strike="noStrike" cap="none" normalizeH="0" baseline="0" dirty="0">
                          <a:ln>
                            <a:noFill/>
                          </a:ln>
                          <a:solidFill>
                            <a:srgbClr val="000000"/>
                          </a:solidFill>
                          <a:effectLst/>
                          <a:highlight>
                            <a:srgbClr val="00FFFF"/>
                          </a:highlight>
                          <a:latin typeface="微软雅黑 Light" panose="020B0502040204020203" pitchFamily="34" charset="-122"/>
                          <a:ea typeface="微软雅黑 Light" panose="020B0502040204020203" pitchFamily="34" charset="-122"/>
                          <a:cs typeface="Times New Roman" panose="02020603050405020304" pitchFamily="18" charset="0"/>
                        </a:rPr>
                        <a:t>7:</a:t>
                      </a:r>
                      <a:r>
                        <a:rPr kumimoji="0" lang="en-US" altLang="zh-CN" sz="2000" b="0" i="0" u="none" strike="noStrike" cap="none" normalizeH="0" baseline="0" dirty="0">
                          <a:ln>
                            <a:noFill/>
                          </a:ln>
                          <a:solidFill>
                            <a:srgbClr val="000000"/>
                          </a:solidFill>
                          <a:effectLst/>
                          <a:highlight>
                            <a:srgbClr val="00FFFF"/>
                          </a:highlight>
                          <a:latin typeface="微软雅黑 Light" panose="020B0502040204020203" pitchFamily="34" charset="-122"/>
                          <a:ea typeface="微软雅黑 Light" panose="020B0502040204020203" pitchFamily="34" charset="-122"/>
                          <a:cs typeface="Times New Roman" panose="02020603050405020304" pitchFamily="18" charset="0"/>
                          <a:sym typeface="Symbol" panose="05050102010706020507" pitchFamily="18" charset="2"/>
                        </a:rPr>
                        <a:t></a:t>
                      </a:r>
                      <a:r>
                        <a:rPr kumimoji="0" lang="en-US" altLang="zh-CN" sz="2000" b="0" i="0" u="none" strike="noStrike" cap="none" normalizeH="0" baseline="0" dirty="0">
                          <a:ln>
                            <a:noFill/>
                          </a:ln>
                          <a:solidFill>
                            <a:srgbClr val="000000"/>
                          </a:solidFill>
                          <a:effectLst/>
                          <a:highlight>
                            <a:srgbClr val="00FFFF"/>
                          </a:highlight>
                          <a:latin typeface="微软雅黑 Light" panose="020B0502040204020203" pitchFamily="34" charset="-122"/>
                          <a:ea typeface="微软雅黑 Light" panose="020B0502040204020203" pitchFamily="34" charset="-122"/>
                          <a:cs typeface="Times New Roman" panose="02020603050405020304" pitchFamily="18" charset="0"/>
                        </a:rPr>
                        <a:t>:?</a:t>
                      </a:r>
                      <a:endParaRPr kumimoji="0" lang="en-US" altLang="zh-CN" sz="2000" b="0" i="0" u="none" strike="noStrike" cap="none" normalizeH="0" baseline="0" dirty="0">
                        <a:ln>
                          <a:noFill/>
                        </a:ln>
                        <a:solidFill>
                          <a:srgbClr val="000000"/>
                        </a:solidFill>
                        <a:effectLst/>
                        <a:highlight>
                          <a:srgbClr val="00FFFF"/>
                        </a:highlight>
                        <a:latin typeface="微软雅黑 Light" panose="020B0502040204020203" pitchFamily="34" charset="-122"/>
                        <a:ea typeface="微软雅黑 Light" panose="020B0502040204020203" pitchFamily="34"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50838">
                <a:tc vMerge="1">
                  <a:tcPr/>
                </a:tc>
                <a:tc>
                  <a:txBody>
                    <a:bodyPr/>
                    <a:lstStyle>
                      <a:lvl1pPr marL="342900" indent="-342900">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80000"/>
                        <a:buFontTx/>
                        <a:buNone/>
                      </a:pPr>
                      <a:r>
                        <a:rPr kumimoji="0" lang="en-US" altLang="zh-CN" sz="2000" b="0" i="0" u="none" strike="noStrike" cap="none" normalizeH="0" baseline="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rPr>
                        <a:t>D</a:t>
                      </a:r>
                      <a:endParaRPr kumimoji="0" lang="en-US" altLang="zh-CN" sz="2000" b="0" i="0" u="none" strike="noStrike" cap="none" normalizeH="0" baseline="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80000"/>
                        <a:buFontTx/>
                        <a:buNone/>
                      </a:pPr>
                      <a:r>
                        <a:rPr kumimoji="0" lang="en-US" altLang="zh-CN" sz="2000" b="0" i="0" u="none" strike="noStrike" cap="none" normalizeH="0" baseline="0" dirty="0">
                          <a:ln>
                            <a:noFill/>
                          </a:ln>
                          <a:solidFill>
                            <a:srgbClr val="000000"/>
                          </a:solidFill>
                          <a:effectLst/>
                          <a:highlight>
                            <a:srgbClr val="00FFFF"/>
                          </a:highlight>
                          <a:latin typeface="微软雅黑 Light" panose="020B0502040204020203" pitchFamily="34" charset="-122"/>
                          <a:ea typeface="微软雅黑 Light" panose="020B0502040204020203" pitchFamily="34" charset="-122"/>
                          <a:cs typeface="Times New Roman" panose="02020603050405020304" pitchFamily="18" charset="0"/>
                        </a:rPr>
                        <a:t>1:</a:t>
                      </a:r>
                      <a:r>
                        <a:rPr kumimoji="0" lang="en-US" altLang="zh-CN" sz="2000" b="0" i="0" u="none" strike="noStrike" cap="none" normalizeH="0" baseline="0" dirty="0">
                          <a:ln>
                            <a:noFill/>
                          </a:ln>
                          <a:solidFill>
                            <a:srgbClr val="000000"/>
                          </a:solidFill>
                          <a:effectLst/>
                          <a:highlight>
                            <a:srgbClr val="00FFFF"/>
                          </a:highlight>
                          <a:latin typeface="微软雅黑 Light" panose="020B0502040204020203" pitchFamily="34" charset="-122"/>
                          <a:ea typeface="微软雅黑 Light" panose="020B0502040204020203" pitchFamily="34" charset="-122"/>
                          <a:cs typeface="Times New Roman" panose="02020603050405020304" pitchFamily="18" charset="0"/>
                          <a:sym typeface="Symbol" panose="05050102010706020507" pitchFamily="18" charset="2"/>
                        </a:rPr>
                        <a:t></a:t>
                      </a:r>
                      <a:r>
                        <a:rPr kumimoji="0" lang="en-US" altLang="zh-CN" sz="2000" b="0" i="0" u="none" strike="noStrike" cap="none" normalizeH="0" baseline="0" dirty="0">
                          <a:ln>
                            <a:noFill/>
                          </a:ln>
                          <a:solidFill>
                            <a:srgbClr val="000000"/>
                          </a:solidFill>
                          <a:effectLst/>
                          <a:highlight>
                            <a:srgbClr val="00FFFF"/>
                          </a:highlight>
                          <a:latin typeface="微软雅黑 Light" panose="020B0502040204020203" pitchFamily="34" charset="-122"/>
                          <a:ea typeface="微软雅黑 Light" panose="020B0502040204020203" pitchFamily="34" charset="-122"/>
                          <a:cs typeface="Times New Roman" panose="02020603050405020304" pitchFamily="18" charset="0"/>
                        </a:rPr>
                        <a:t>:?</a:t>
                      </a:r>
                      <a:endParaRPr kumimoji="0" lang="en-US" altLang="zh-CN" sz="2000" b="0" i="0" u="none" strike="noStrike" cap="none" normalizeH="0" baseline="0" dirty="0">
                        <a:ln>
                          <a:noFill/>
                        </a:ln>
                        <a:solidFill>
                          <a:srgbClr val="000000"/>
                        </a:solidFill>
                        <a:effectLst/>
                        <a:highlight>
                          <a:srgbClr val="00FFFF"/>
                        </a:highlight>
                        <a:latin typeface="微软雅黑 Light" panose="020B0502040204020203" pitchFamily="34" charset="-122"/>
                        <a:ea typeface="微软雅黑 Light" panose="020B0502040204020203" pitchFamily="34"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80000"/>
                        <a:buFontTx/>
                        <a:buNone/>
                      </a:pPr>
                      <a:r>
                        <a:rPr kumimoji="0" lang="en-US" altLang="zh-CN" sz="2000" b="0" i="0" u="none" strike="noStrike" cap="none" normalizeH="0" baseline="0" dirty="0">
                          <a:ln>
                            <a:noFill/>
                          </a:ln>
                          <a:solidFill>
                            <a:srgbClr val="000000"/>
                          </a:solidFill>
                          <a:effectLst/>
                          <a:highlight>
                            <a:srgbClr val="00FFFF"/>
                          </a:highlight>
                          <a:latin typeface="微软雅黑 Light" panose="020B0502040204020203" pitchFamily="34" charset="-122"/>
                          <a:ea typeface="微软雅黑 Light" panose="020B0502040204020203" pitchFamily="34" charset="-122"/>
                          <a:cs typeface="Times New Roman" panose="02020603050405020304" pitchFamily="18" charset="0"/>
                        </a:rPr>
                        <a:t>2:</a:t>
                      </a:r>
                      <a:r>
                        <a:rPr kumimoji="0" lang="en-US" altLang="zh-CN" sz="2000" b="0" i="0" u="none" strike="noStrike" cap="none" normalizeH="0" baseline="0" dirty="0">
                          <a:ln>
                            <a:noFill/>
                          </a:ln>
                          <a:solidFill>
                            <a:srgbClr val="000000"/>
                          </a:solidFill>
                          <a:effectLst/>
                          <a:highlight>
                            <a:srgbClr val="00FFFF"/>
                          </a:highlight>
                          <a:latin typeface="微软雅黑 Light" panose="020B0502040204020203" pitchFamily="34" charset="-122"/>
                          <a:ea typeface="微软雅黑 Light" panose="020B0502040204020203" pitchFamily="34" charset="-122"/>
                          <a:cs typeface="Times New Roman" panose="02020603050405020304" pitchFamily="18" charset="0"/>
                          <a:sym typeface="Symbol" panose="05050102010706020507" pitchFamily="18" charset="2"/>
                        </a:rPr>
                        <a:t></a:t>
                      </a:r>
                      <a:r>
                        <a:rPr kumimoji="0" lang="en-US" altLang="zh-CN" sz="2000" b="0" i="0" u="none" strike="noStrike" cap="none" normalizeH="0" baseline="0" dirty="0">
                          <a:ln>
                            <a:noFill/>
                          </a:ln>
                          <a:solidFill>
                            <a:srgbClr val="000000"/>
                          </a:solidFill>
                          <a:effectLst/>
                          <a:highlight>
                            <a:srgbClr val="00FFFF"/>
                          </a:highlight>
                          <a:latin typeface="微软雅黑 Light" panose="020B0502040204020203" pitchFamily="34" charset="-122"/>
                          <a:ea typeface="微软雅黑 Light" panose="020B0502040204020203" pitchFamily="34" charset="-122"/>
                          <a:cs typeface="Times New Roman" panose="02020603050405020304" pitchFamily="18" charset="0"/>
                        </a:rPr>
                        <a:t>:?</a:t>
                      </a:r>
                      <a:endParaRPr kumimoji="0" lang="en-US" altLang="zh-CN" sz="2000" b="0" i="0" u="none" strike="noStrike" cap="none" normalizeH="0" baseline="0" dirty="0">
                        <a:ln>
                          <a:noFill/>
                        </a:ln>
                        <a:solidFill>
                          <a:srgbClr val="000000"/>
                        </a:solidFill>
                        <a:effectLst/>
                        <a:highlight>
                          <a:srgbClr val="00FFFF"/>
                        </a:highlight>
                        <a:latin typeface="微软雅黑 Light" panose="020B0502040204020203" pitchFamily="34" charset="-122"/>
                        <a:ea typeface="微软雅黑 Light" panose="020B0502040204020203" pitchFamily="34"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80000"/>
                        <a:buFontTx/>
                        <a:buNone/>
                      </a:pPr>
                      <a:r>
                        <a:rPr kumimoji="0" lang="en-US" altLang="zh-CN" sz="2000" b="0" i="0" u="none" strike="noStrike" cap="none" normalizeH="0" baseline="0" dirty="0">
                          <a:ln>
                            <a:noFill/>
                          </a:ln>
                          <a:solidFill>
                            <a:srgbClr val="000000"/>
                          </a:solidFill>
                          <a:effectLst/>
                          <a:highlight>
                            <a:srgbClr val="00FFFF"/>
                          </a:highlight>
                          <a:latin typeface="微软雅黑 Light" panose="020B0502040204020203" pitchFamily="34" charset="-122"/>
                          <a:ea typeface="微软雅黑 Light" panose="020B0502040204020203" pitchFamily="34" charset="-122"/>
                          <a:cs typeface="Times New Roman" panose="02020603050405020304" pitchFamily="18" charset="0"/>
                        </a:rPr>
                        <a:t>3:</a:t>
                      </a:r>
                      <a:r>
                        <a:rPr kumimoji="0" lang="en-US" altLang="zh-CN" sz="2000" b="0" i="0" u="none" strike="noStrike" cap="none" normalizeH="0" baseline="0" dirty="0">
                          <a:ln>
                            <a:noFill/>
                          </a:ln>
                          <a:solidFill>
                            <a:srgbClr val="000000"/>
                          </a:solidFill>
                          <a:effectLst/>
                          <a:highlight>
                            <a:srgbClr val="00FFFF"/>
                          </a:highlight>
                          <a:latin typeface="微软雅黑 Light" panose="020B0502040204020203" pitchFamily="34" charset="-122"/>
                          <a:ea typeface="微软雅黑 Light" panose="020B0502040204020203" pitchFamily="34" charset="-122"/>
                          <a:cs typeface="Times New Roman" panose="02020603050405020304" pitchFamily="18" charset="0"/>
                          <a:sym typeface="Symbol" panose="05050102010706020507" pitchFamily="18" charset="2"/>
                        </a:rPr>
                        <a:t></a:t>
                      </a:r>
                      <a:r>
                        <a:rPr kumimoji="0" lang="en-US" altLang="zh-CN" sz="2000" b="0" i="0" u="none" strike="noStrike" cap="none" normalizeH="0" baseline="0" dirty="0">
                          <a:ln>
                            <a:noFill/>
                          </a:ln>
                          <a:solidFill>
                            <a:srgbClr val="000000"/>
                          </a:solidFill>
                          <a:effectLst/>
                          <a:highlight>
                            <a:srgbClr val="00FFFF"/>
                          </a:highlight>
                          <a:latin typeface="微软雅黑 Light" panose="020B0502040204020203" pitchFamily="34" charset="-122"/>
                          <a:ea typeface="微软雅黑 Light" panose="020B0502040204020203" pitchFamily="34" charset="-122"/>
                          <a:cs typeface="Times New Roman" panose="02020603050405020304" pitchFamily="18" charset="0"/>
                        </a:rPr>
                        <a:t>:?</a:t>
                      </a:r>
                      <a:endParaRPr kumimoji="0" lang="en-US" altLang="zh-CN" sz="2000" b="0" i="0" u="none" strike="noStrike" cap="none" normalizeH="0" baseline="0" dirty="0">
                        <a:ln>
                          <a:noFill/>
                        </a:ln>
                        <a:solidFill>
                          <a:srgbClr val="000000"/>
                        </a:solidFill>
                        <a:effectLst/>
                        <a:highlight>
                          <a:srgbClr val="00FFFF"/>
                        </a:highlight>
                        <a:latin typeface="微软雅黑 Light" panose="020B0502040204020203" pitchFamily="34" charset="-122"/>
                        <a:ea typeface="微软雅黑 Light" panose="020B0502040204020203" pitchFamily="34"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80000"/>
                        <a:buFontTx/>
                        <a:buNone/>
                      </a:pPr>
                      <a:r>
                        <a:rPr kumimoji="0" lang="en-US" altLang="zh-CN" sz="2000" b="0" i="0" u="none" strike="noStrike" cap="none" normalizeH="0" baseline="0" dirty="0">
                          <a:ln>
                            <a:noFill/>
                          </a:ln>
                          <a:solidFill>
                            <a:srgbClr val="000000"/>
                          </a:solidFill>
                          <a:effectLst/>
                          <a:highlight>
                            <a:srgbClr val="00FFFF"/>
                          </a:highlight>
                          <a:latin typeface="微软雅黑 Light" panose="020B0502040204020203" pitchFamily="34" charset="-122"/>
                          <a:ea typeface="微软雅黑 Light" panose="020B0502040204020203" pitchFamily="34" charset="-122"/>
                          <a:cs typeface="Times New Roman" panose="02020603050405020304" pitchFamily="18" charset="0"/>
                        </a:rPr>
                        <a:t>4:</a:t>
                      </a:r>
                      <a:r>
                        <a:rPr kumimoji="0" lang="en-US" altLang="zh-CN" sz="2000" b="0" i="0" u="none" strike="noStrike" cap="none" normalizeH="0" baseline="0" dirty="0">
                          <a:ln>
                            <a:noFill/>
                          </a:ln>
                          <a:solidFill>
                            <a:srgbClr val="000000"/>
                          </a:solidFill>
                          <a:effectLst/>
                          <a:highlight>
                            <a:srgbClr val="00FFFF"/>
                          </a:highlight>
                          <a:latin typeface="微软雅黑 Light" panose="020B0502040204020203" pitchFamily="34" charset="-122"/>
                          <a:ea typeface="微软雅黑 Light" panose="020B0502040204020203" pitchFamily="34" charset="-122"/>
                          <a:cs typeface="Times New Roman" panose="02020603050405020304" pitchFamily="18" charset="0"/>
                          <a:sym typeface="Symbol" panose="05050102010706020507" pitchFamily="18" charset="2"/>
                        </a:rPr>
                        <a:t></a:t>
                      </a:r>
                      <a:r>
                        <a:rPr kumimoji="0" lang="en-US" altLang="zh-CN" sz="2000" b="0" i="0" u="none" strike="noStrike" cap="none" normalizeH="0" baseline="0" dirty="0">
                          <a:ln>
                            <a:noFill/>
                          </a:ln>
                          <a:solidFill>
                            <a:srgbClr val="000000"/>
                          </a:solidFill>
                          <a:effectLst/>
                          <a:highlight>
                            <a:srgbClr val="00FFFF"/>
                          </a:highlight>
                          <a:latin typeface="微软雅黑 Light" panose="020B0502040204020203" pitchFamily="34" charset="-122"/>
                          <a:ea typeface="微软雅黑 Light" panose="020B0502040204020203" pitchFamily="34" charset="-122"/>
                          <a:cs typeface="Times New Roman" panose="02020603050405020304" pitchFamily="18" charset="0"/>
                        </a:rPr>
                        <a:t>:?</a:t>
                      </a:r>
                      <a:endParaRPr kumimoji="0" lang="en-US" altLang="zh-CN" sz="2000" b="0" i="0" u="none" strike="noStrike" cap="none" normalizeH="0" baseline="0" dirty="0">
                        <a:ln>
                          <a:noFill/>
                        </a:ln>
                        <a:solidFill>
                          <a:srgbClr val="000000"/>
                        </a:solidFill>
                        <a:effectLst/>
                        <a:highlight>
                          <a:srgbClr val="00FFFF"/>
                        </a:highlight>
                        <a:latin typeface="微软雅黑 Light" panose="020B0502040204020203" pitchFamily="34" charset="-122"/>
                        <a:ea typeface="微软雅黑 Light" panose="020B0502040204020203" pitchFamily="34"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80000"/>
                        <a:buFontTx/>
                        <a:buNone/>
                      </a:pPr>
                      <a:r>
                        <a:rPr kumimoji="0" lang="en-US" altLang="zh-CN" sz="2000" b="0" i="0" u="none" strike="noStrike" cap="none" normalizeH="0" baseline="0" dirty="0">
                          <a:ln>
                            <a:noFill/>
                          </a:ln>
                          <a:solidFill>
                            <a:srgbClr val="000000"/>
                          </a:solidFill>
                          <a:effectLst/>
                          <a:highlight>
                            <a:srgbClr val="00FFFF"/>
                          </a:highlight>
                          <a:latin typeface="微软雅黑 Light" panose="020B0502040204020203" pitchFamily="34" charset="-122"/>
                          <a:ea typeface="微软雅黑 Light" panose="020B0502040204020203" pitchFamily="34" charset="-122"/>
                          <a:cs typeface="Times New Roman" panose="02020603050405020304" pitchFamily="18" charset="0"/>
                        </a:rPr>
                        <a:t>5:</a:t>
                      </a:r>
                      <a:r>
                        <a:rPr kumimoji="0" lang="en-US" altLang="zh-CN" sz="2000" b="0" i="0" u="none" strike="noStrike" cap="none" normalizeH="0" baseline="0" dirty="0">
                          <a:ln>
                            <a:noFill/>
                          </a:ln>
                          <a:solidFill>
                            <a:srgbClr val="000000"/>
                          </a:solidFill>
                          <a:effectLst/>
                          <a:highlight>
                            <a:srgbClr val="00FFFF"/>
                          </a:highlight>
                          <a:latin typeface="微软雅黑 Light" panose="020B0502040204020203" pitchFamily="34" charset="-122"/>
                          <a:ea typeface="微软雅黑 Light" panose="020B0502040204020203" pitchFamily="34" charset="-122"/>
                          <a:cs typeface="Times New Roman" panose="02020603050405020304" pitchFamily="18" charset="0"/>
                          <a:sym typeface="Symbol" panose="05050102010706020507" pitchFamily="18" charset="2"/>
                        </a:rPr>
                        <a:t></a:t>
                      </a:r>
                      <a:r>
                        <a:rPr kumimoji="0" lang="en-US" altLang="zh-CN" sz="2000" b="0" i="0" u="none" strike="noStrike" cap="none" normalizeH="0" baseline="0" dirty="0">
                          <a:ln>
                            <a:noFill/>
                          </a:ln>
                          <a:solidFill>
                            <a:srgbClr val="000000"/>
                          </a:solidFill>
                          <a:effectLst/>
                          <a:highlight>
                            <a:srgbClr val="00FFFF"/>
                          </a:highlight>
                          <a:latin typeface="微软雅黑 Light" panose="020B0502040204020203" pitchFamily="34" charset="-122"/>
                          <a:ea typeface="微软雅黑 Light" panose="020B0502040204020203" pitchFamily="34" charset="-122"/>
                          <a:cs typeface="Times New Roman" panose="02020603050405020304" pitchFamily="18" charset="0"/>
                        </a:rPr>
                        <a:t>:?</a:t>
                      </a:r>
                      <a:endParaRPr kumimoji="0" lang="en-US" altLang="zh-CN" sz="2000" b="0" i="0" u="none" strike="noStrike" cap="none" normalizeH="0" baseline="0" dirty="0">
                        <a:ln>
                          <a:noFill/>
                        </a:ln>
                        <a:solidFill>
                          <a:srgbClr val="000000"/>
                        </a:solidFill>
                        <a:effectLst/>
                        <a:highlight>
                          <a:srgbClr val="00FFFF"/>
                        </a:highlight>
                        <a:latin typeface="微软雅黑 Light" panose="020B0502040204020203" pitchFamily="34" charset="-122"/>
                        <a:ea typeface="微软雅黑 Light" panose="020B0502040204020203" pitchFamily="34"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80000"/>
                        <a:buFontTx/>
                        <a:buNone/>
                      </a:pPr>
                      <a:r>
                        <a:rPr kumimoji="0" lang="en-US" altLang="zh-CN" sz="2000" b="0" i="0" u="none" strike="noStrike" cap="none" normalizeH="0" baseline="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rPr>
                        <a:t>6:1:-</a:t>
                      </a:r>
                      <a:endParaRPr kumimoji="0" lang="en-US" altLang="zh-CN" sz="2000" b="0" i="0" u="none" strike="noStrike" cap="none" normalizeH="0" baseline="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80000"/>
                        <a:buFontTx/>
                        <a:buNone/>
                      </a:pPr>
                      <a:r>
                        <a:rPr kumimoji="0" lang="en-US" altLang="zh-CN" sz="2000" b="0" i="0" u="none" strike="noStrike" cap="none" normalizeH="0" baseline="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rPr>
                        <a:t>7:1:-</a:t>
                      </a:r>
                      <a:endParaRPr kumimoji="0" lang="en-US" altLang="zh-CN" sz="2000" b="0" i="0" u="none" strike="noStrike" cap="none" normalizeH="0" baseline="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49250">
                <a:tc vMerge="1">
                  <a:tcPr/>
                </a:tc>
                <a:tc>
                  <a:txBody>
                    <a:bodyPr/>
                    <a:lstStyle>
                      <a:lvl1pPr marL="342900" indent="-342900">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80000"/>
                        <a:buFontTx/>
                        <a:buNone/>
                      </a:pPr>
                      <a:r>
                        <a:rPr kumimoji="0" lang="en-US" altLang="zh-CN" sz="2000" b="0" i="0" u="none" strike="noStrike" cap="none" normalizeH="0" baseline="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rPr>
                        <a:t>E</a:t>
                      </a:r>
                      <a:endParaRPr kumimoji="0" lang="en-US" altLang="zh-CN" sz="2000" b="0" i="0" u="none" strike="noStrike" cap="none" normalizeH="0" baseline="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80000"/>
                        <a:buFontTx/>
                        <a:buNone/>
                      </a:pPr>
                      <a:r>
                        <a:rPr kumimoji="0" lang="en-US" altLang="zh-CN" sz="2000" b="0" i="0" u="none" strike="noStrike" cap="none" normalizeH="0" baseline="0" dirty="0">
                          <a:ln>
                            <a:noFill/>
                          </a:ln>
                          <a:solidFill>
                            <a:srgbClr val="000000"/>
                          </a:solidFill>
                          <a:effectLst/>
                          <a:highlight>
                            <a:srgbClr val="00FFFF"/>
                          </a:highlight>
                          <a:latin typeface="微软雅黑 Light" panose="020B0502040204020203" pitchFamily="34" charset="-122"/>
                          <a:ea typeface="微软雅黑 Light" panose="020B0502040204020203" pitchFamily="34" charset="-122"/>
                          <a:cs typeface="Times New Roman" panose="02020603050405020304" pitchFamily="18" charset="0"/>
                        </a:rPr>
                        <a:t>1:</a:t>
                      </a:r>
                      <a:r>
                        <a:rPr kumimoji="0" lang="en-US" altLang="zh-CN" sz="2000" b="0" i="0" u="none" strike="noStrike" cap="none" normalizeH="0" baseline="0" dirty="0">
                          <a:ln>
                            <a:noFill/>
                          </a:ln>
                          <a:solidFill>
                            <a:srgbClr val="000000"/>
                          </a:solidFill>
                          <a:effectLst/>
                          <a:highlight>
                            <a:srgbClr val="00FFFF"/>
                          </a:highlight>
                          <a:latin typeface="微软雅黑 Light" panose="020B0502040204020203" pitchFamily="34" charset="-122"/>
                          <a:ea typeface="微软雅黑 Light" panose="020B0502040204020203" pitchFamily="34" charset="-122"/>
                          <a:cs typeface="Times New Roman" panose="02020603050405020304" pitchFamily="18" charset="0"/>
                          <a:sym typeface="Symbol" panose="05050102010706020507" pitchFamily="18" charset="2"/>
                        </a:rPr>
                        <a:t></a:t>
                      </a:r>
                      <a:r>
                        <a:rPr kumimoji="0" lang="en-US" altLang="zh-CN" sz="2000" b="0" i="0" u="none" strike="noStrike" cap="none" normalizeH="0" baseline="0" dirty="0">
                          <a:ln>
                            <a:noFill/>
                          </a:ln>
                          <a:solidFill>
                            <a:srgbClr val="000000"/>
                          </a:solidFill>
                          <a:effectLst/>
                          <a:highlight>
                            <a:srgbClr val="00FFFF"/>
                          </a:highlight>
                          <a:latin typeface="微软雅黑 Light" panose="020B0502040204020203" pitchFamily="34" charset="-122"/>
                          <a:ea typeface="微软雅黑 Light" panose="020B0502040204020203" pitchFamily="34" charset="-122"/>
                          <a:cs typeface="Times New Roman" panose="02020603050405020304" pitchFamily="18" charset="0"/>
                        </a:rPr>
                        <a:t>:?</a:t>
                      </a:r>
                      <a:endParaRPr kumimoji="0" lang="en-US" altLang="zh-CN" sz="2000" b="0" i="0" u="none" strike="noStrike" cap="none" normalizeH="0" baseline="0" dirty="0">
                        <a:ln>
                          <a:noFill/>
                        </a:ln>
                        <a:solidFill>
                          <a:srgbClr val="000000"/>
                        </a:solidFill>
                        <a:effectLst/>
                        <a:highlight>
                          <a:srgbClr val="00FFFF"/>
                        </a:highlight>
                        <a:latin typeface="微软雅黑 Light" panose="020B0502040204020203" pitchFamily="34" charset="-122"/>
                        <a:ea typeface="微软雅黑 Light" panose="020B0502040204020203" pitchFamily="34"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80000"/>
                        <a:buFontTx/>
                        <a:buNone/>
                      </a:pPr>
                      <a:r>
                        <a:rPr kumimoji="0" lang="en-US" altLang="zh-CN" sz="2000" b="0" i="0" u="none" strike="noStrike" cap="none" normalizeH="0" baseline="0" dirty="0">
                          <a:ln>
                            <a:noFill/>
                          </a:ln>
                          <a:solidFill>
                            <a:srgbClr val="000000"/>
                          </a:solidFill>
                          <a:effectLst/>
                          <a:highlight>
                            <a:srgbClr val="00FFFF"/>
                          </a:highlight>
                          <a:latin typeface="微软雅黑 Light" panose="020B0502040204020203" pitchFamily="34" charset="-122"/>
                          <a:ea typeface="微软雅黑 Light" panose="020B0502040204020203" pitchFamily="34" charset="-122"/>
                          <a:cs typeface="Times New Roman" panose="02020603050405020304" pitchFamily="18" charset="0"/>
                        </a:rPr>
                        <a:t>2:</a:t>
                      </a:r>
                      <a:r>
                        <a:rPr kumimoji="0" lang="en-US" altLang="zh-CN" sz="2000" b="0" i="0" u="none" strike="noStrike" cap="none" normalizeH="0" baseline="0" dirty="0">
                          <a:ln>
                            <a:noFill/>
                          </a:ln>
                          <a:solidFill>
                            <a:srgbClr val="000000"/>
                          </a:solidFill>
                          <a:effectLst/>
                          <a:highlight>
                            <a:srgbClr val="00FFFF"/>
                          </a:highlight>
                          <a:latin typeface="微软雅黑 Light" panose="020B0502040204020203" pitchFamily="34" charset="-122"/>
                          <a:ea typeface="微软雅黑 Light" panose="020B0502040204020203" pitchFamily="34" charset="-122"/>
                          <a:cs typeface="Times New Roman" panose="02020603050405020304" pitchFamily="18" charset="0"/>
                          <a:sym typeface="Symbol" panose="05050102010706020507" pitchFamily="18" charset="2"/>
                        </a:rPr>
                        <a:t></a:t>
                      </a:r>
                      <a:r>
                        <a:rPr kumimoji="0" lang="en-US" altLang="zh-CN" sz="2000" b="0" i="0" u="none" strike="noStrike" cap="none" normalizeH="0" baseline="0" dirty="0">
                          <a:ln>
                            <a:noFill/>
                          </a:ln>
                          <a:solidFill>
                            <a:srgbClr val="000000"/>
                          </a:solidFill>
                          <a:effectLst/>
                          <a:highlight>
                            <a:srgbClr val="00FFFF"/>
                          </a:highlight>
                          <a:latin typeface="微软雅黑 Light" panose="020B0502040204020203" pitchFamily="34" charset="-122"/>
                          <a:ea typeface="微软雅黑 Light" panose="020B0502040204020203" pitchFamily="34" charset="-122"/>
                          <a:cs typeface="Times New Roman" panose="02020603050405020304" pitchFamily="18" charset="0"/>
                        </a:rPr>
                        <a:t>:?</a:t>
                      </a:r>
                      <a:endParaRPr kumimoji="0" lang="en-US" altLang="zh-CN" sz="2000" b="0" i="0" u="none" strike="noStrike" cap="none" normalizeH="0" baseline="0" dirty="0">
                        <a:ln>
                          <a:noFill/>
                        </a:ln>
                        <a:solidFill>
                          <a:srgbClr val="000000"/>
                        </a:solidFill>
                        <a:effectLst/>
                        <a:highlight>
                          <a:srgbClr val="00FFFF"/>
                        </a:highlight>
                        <a:latin typeface="微软雅黑 Light" panose="020B0502040204020203" pitchFamily="34" charset="-122"/>
                        <a:ea typeface="微软雅黑 Light" panose="020B0502040204020203" pitchFamily="34"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80000"/>
                        <a:buFontTx/>
                        <a:buNone/>
                      </a:pPr>
                      <a:r>
                        <a:rPr kumimoji="0" lang="en-US" altLang="zh-CN" sz="2000" b="0" i="0" u="none" strike="noStrike" cap="none" normalizeH="0" baseline="0" dirty="0">
                          <a:ln>
                            <a:noFill/>
                          </a:ln>
                          <a:solidFill>
                            <a:srgbClr val="000000"/>
                          </a:solidFill>
                          <a:effectLst/>
                          <a:highlight>
                            <a:srgbClr val="00FFFF"/>
                          </a:highlight>
                          <a:latin typeface="微软雅黑 Light" panose="020B0502040204020203" pitchFamily="34" charset="-122"/>
                          <a:ea typeface="微软雅黑 Light" panose="020B0502040204020203" pitchFamily="34" charset="-122"/>
                          <a:cs typeface="Times New Roman" panose="02020603050405020304" pitchFamily="18" charset="0"/>
                        </a:rPr>
                        <a:t>3:</a:t>
                      </a:r>
                      <a:r>
                        <a:rPr kumimoji="0" lang="en-US" altLang="zh-CN" sz="2000" b="0" i="0" u="none" strike="noStrike" cap="none" normalizeH="0" baseline="0" dirty="0">
                          <a:ln>
                            <a:noFill/>
                          </a:ln>
                          <a:solidFill>
                            <a:srgbClr val="000000"/>
                          </a:solidFill>
                          <a:effectLst/>
                          <a:highlight>
                            <a:srgbClr val="00FFFF"/>
                          </a:highlight>
                          <a:latin typeface="微软雅黑 Light" panose="020B0502040204020203" pitchFamily="34" charset="-122"/>
                          <a:ea typeface="微软雅黑 Light" panose="020B0502040204020203" pitchFamily="34" charset="-122"/>
                          <a:cs typeface="Times New Roman" panose="02020603050405020304" pitchFamily="18" charset="0"/>
                          <a:sym typeface="Symbol" panose="05050102010706020507" pitchFamily="18" charset="2"/>
                        </a:rPr>
                        <a:t></a:t>
                      </a:r>
                      <a:r>
                        <a:rPr kumimoji="0" lang="en-US" altLang="zh-CN" sz="2000" b="0" i="0" u="none" strike="noStrike" cap="none" normalizeH="0" baseline="0" dirty="0">
                          <a:ln>
                            <a:noFill/>
                          </a:ln>
                          <a:solidFill>
                            <a:srgbClr val="000000"/>
                          </a:solidFill>
                          <a:effectLst/>
                          <a:highlight>
                            <a:srgbClr val="00FFFF"/>
                          </a:highlight>
                          <a:latin typeface="微软雅黑 Light" panose="020B0502040204020203" pitchFamily="34" charset="-122"/>
                          <a:ea typeface="微软雅黑 Light" panose="020B0502040204020203" pitchFamily="34" charset="-122"/>
                          <a:cs typeface="Times New Roman" panose="02020603050405020304" pitchFamily="18" charset="0"/>
                        </a:rPr>
                        <a:t>:?</a:t>
                      </a:r>
                      <a:endParaRPr kumimoji="0" lang="en-US" altLang="zh-CN" sz="2000" b="0" i="0" u="none" strike="noStrike" cap="none" normalizeH="0" baseline="0" dirty="0">
                        <a:ln>
                          <a:noFill/>
                        </a:ln>
                        <a:solidFill>
                          <a:srgbClr val="000000"/>
                        </a:solidFill>
                        <a:effectLst/>
                        <a:highlight>
                          <a:srgbClr val="00FFFF"/>
                        </a:highlight>
                        <a:latin typeface="微软雅黑 Light" panose="020B0502040204020203" pitchFamily="34" charset="-122"/>
                        <a:ea typeface="微软雅黑 Light" panose="020B0502040204020203" pitchFamily="34"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80000"/>
                        <a:buFontTx/>
                        <a:buNone/>
                      </a:pPr>
                      <a:r>
                        <a:rPr kumimoji="0" lang="en-US" altLang="zh-CN" sz="2000" b="0" i="0" u="none" strike="noStrike" cap="none" normalizeH="0" baseline="0" dirty="0">
                          <a:ln>
                            <a:noFill/>
                          </a:ln>
                          <a:solidFill>
                            <a:srgbClr val="000000"/>
                          </a:solidFill>
                          <a:effectLst/>
                          <a:highlight>
                            <a:srgbClr val="00FFFF"/>
                          </a:highlight>
                          <a:latin typeface="微软雅黑 Light" panose="020B0502040204020203" pitchFamily="34" charset="-122"/>
                          <a:ea typeface="微软雅黑 Light" panose="020B0502040204020203" pitchFamily="34" charset="-122"/>
                          <a:cs typeface="Times New Roman" panose="02020603050405020304" pitchFamily="18" charset="0"/>
                        </a:rPr>
                        <a:t>4:</a:t>
                      </a:r>
                      <a:r>
                        <a:rPr kumimoji="0" lang="en-US" altLang="zh-CN" sz="2000" b="0" i="0" u="none" strike="noStrike" cap="none" normalizeH="0" baseline="0" dirty="0">
                          <a:ln>
                            <a:noFill/>
                          </a:ln>
                          <a:solidFill>
                            <a:srgbClr val="000000"/>
                          </a:solidFill>
                          <a:effectLst/>
                          <a:highlight>
                            <a:srgbClr val="00FFFF"/>
                          </a:highlight>
                          <a:latin typeface="微软雅黑 Light" panose="020B0502040204020203" pitchFamily="34" charset="-122"/>
                          <a:ea typeface="微软雅黑 Light" panose="020B0502040204020203" pitchFamily="34" charset="-122"/>
                          <a:cs typeface="Times New Roman" panose="02020603050405020304" pitchFamily="18" charset="0"/>
                          <a:sym typeface="Symbol" panose="05050102010706020507" pitchFamily="18" charset="2"/>
                        </a:rPr>
                        <a:t></a:t>
                      </a:r>
                      <a:r>
                        <a:rPr kumimoji="0" lang="en-US" altLang="zh-CN" sz="2000" b="0" i="0" u="none" strike="noStrike" cap="none" normalizeH="0" baseline="0" dirty="0">
                          <a:ln>
                            <a:noFill/>
                          </a:ln>
                          <a:solidFill>
                            <a:srgbClr val="000000"/>
                          </a:solidFill>
                          <a:effectLst/>
                          <a:highlight>
                            <a:srgbClr val="00FFFF"/>
                          </a:highlight>
                          <a:latin typeface="微软雅黑 Light" panose="020B0502040204020203" pitchFamily="34" charset="-122"/>
                          <a:ea typeface="微软雅黑 Light" panose="020B0502040204020203" pitchFamily="34" charset="-122"/>
                          <a:cs typeface="Times New Roman" panose="02020603050405020304" pitchFamily="18" charset="0"/>
                        </a:rPr>
                        <a:t>:?</a:t>
                      </a:r>
                      <a:endParaRPr kumimoji="0" lang="en-US" altLang="zh-CN" sz="2000" b="0" i="0" u="none" strike="noStrike" cap="none" normalizeH="0" baseline="0" dirty="0">
                        <a:ln>
                          <a:noFill/>
                        </a:ln>
                        <a:solidFill>
                          <a:srgbClr val="000000"/>
                        </a:solidFill>
                        <a:effectLst/>
                        <a:highlight>
                          <a:srgbClr val="00FFFF"/>
                        </a:highlight>
                        <a:latin typeface="微软雅黑 Light" panose="020B0502040204020203" pitchFamily="34" charset="-122"/>
                        <a:ea typeface="微软雅黑 Light" panose="020B0502040204020203" pitchFamily="34"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80000"/>
                        <a:buFontTx/>
                        <a:buNone/>
                      </a:pPr>
                      <a:r>
                        <a:rPr kumimoji="0" lang="en-US" altLang="zh-CN" sz="2000" b="0" i="0" u="none" strike="noStrike" cap="none" normalizeH="0" baseline="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rPr>
                        <a:t>5:1:-</a:t>
                      </a:r>
                      <a:endParaRPr kumimoji="0" lang="en-US" altLang="zh-CN" sz="2000" b="0" i="0" u="none" strike="noStrike" cap="none" normalizeH="0" baseline="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80000"/>
                        <a:buFontTx/>
                        <a:buNone/>
                      </a:pPr>
                      <a:r>
                        <a:rPr kumimoji="0" lang="en-US" altLang="zh-CN" sz="2000" b="0" i="0" u="none" strike="noStrike" cap="none" normalizeH="0" baseline="0" dirty="0">
                          <a:ln>
                            <a:noFill/>
                          </a:ln>
                          <a:solidFill>
                            <a:srgbClr val="000000"/>
                          </a:solidFill>
                          <a:effectLst/>
                          <a:highlight>
                            <a:srgbClr val="00FFFF"/>
                          </a:highlight>
                          <a:latin typeface="微软雅黑 Light" panose="020B0502040204020203" pitchFamily="34" charset="-122"/>
                          <a:ea typeface="微软雅黑 Light" panose="020B0502040204020203" pitchFamily="34" charset="-122"/>
                          <a:cs typeface="Times New Roman" panose="02020603050405020304" pitchFamily="18" charset="0"/>
                        </a:rPr>
                        <a:t>6:</a:t>
                      </a:r>
                      <a:r>
                        <a:rPr kumimoji="0" lang="en-US" altLang="zh-CN" sz="2000" b="0" i="0" u="none" strike="noStrike" cap="none" normalizeH="0" baseline="0" dirty="0">
                          <a:ln>
                            <a:noFill/>
                          </a:ln>
                          <a:solidFill>
                            <a:srgbClr val="000000"/>
                          </a:solidFill>
                          <a:effectLst/>
                          <a:highlight>
                            <a:srgbClr val="00FFFF"/>
                          </a:highlight>
                          <a:latin typeface="微软雅黑 Light" panose="020B0502040204020203" pitchFamily="34" charset="-122"/>
                          <a:ea typeface="微软雅黑 Light" panose="020B0502040204020203" pitchFamily="34" charset="-122"/>
                          <a:cs typeface="Times New Roman" panose="02020603050405020304" pitchFamily="18" charset="0"/>
                          <a:sym typeface="Symbol" panose="05050102010706020507" pitchFamily="18" charset="2"/>
                        </a:rPr>
                        <a:t></a:t>
                      </a:r>
                      <a:r>
                        <a:rPr kumimoji="0" lang="en-US" altLang="zh-CN" sz="2000" b="0" i="0" u="none" strike="noStrike" cap="none" normalizeH="0" baseline="0" dirty="0">
                          <a:ln>
                            <a:noFill/>
                          </a:ln>
                          <a:solidFill>
                            <a:srgbClr val="000000"/>
                          </a:solidFill>
                          <a:effectLst/>
                          <a:highlight>
                            <a:srgbClr val="00FFFF"/>
                          </a:highlight>
                          <a:latin typeface="微软雅黑 Light" panose="020B0502040204020203" pitchFamily="34" charset="-122"/>
                          <a:ea typeface="微软雅黑 Light" panose="020B0502040204020203" pitchFamily="34" charset="-122"/>
                          <a:cs typeface="Times New Roman" panose="02020603050405020304" pitchFamily="18" charset="0"/>
                        </a:rPr>
                        <a:t>:?</a:t>
                      </a:r>
                      <a:endParaRPr kumimoji="0" lang="en-US" altLang="zh-CN" sz="2000" b="0" i="0" u="none" strike="noStrike" cap="none" normalizeH="0" baseline="0" dirty="0">
                        <a:ln>
                          <a:noFill/>
                        </a:ln>
                        <a:solidFill>
                          <a:srgbClr val="000000"/>
                        </a:solidFill>
                        <a:effectLst/>
                        <a:highlight>
                          <a:srgbClr val="00FFFF"/>
                        </a:highlight>
                        <a:latin typeface="微软雅黑 Light" panose="020B0502040204020203" pitchFamily="34" charset="-122"/>
                        <a:ea typeface="微软雅黑 Light" panose="020B0502040204020203" pitchFamily="34"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80000"/>
                        <a:buFontTx/>
                        <a:buNone/>
                      </a:pPr>
                      <a:r>
                        <a:rPr kumimoji="0" lang="en-US" altLang="zh-CN" sz="2000" b="0" i="0" u="none" strike="noStrike" cap="none" normalizeH="0" baseline="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rPr>
                        <a:t>7:1:-</a:t>
                      </a:r>
                      <a:endParaRPr kumimoji="0" lang="en-US" altLang="zh-CN" sz="2000" b="0" i="0" u="none" strike="noStrike" cap="none" normalizeH="0" baseline="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50838">
                <a:tc vMerge="1">
                  <a:tcPr/>
                </a:tc>
                <a:tc>
                  <a:txBody>
                    <a:bodyPr/>
                    <a:lstStyle>
                      <a:lvl1pPr marL="342900" indent="-342900">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80000"/>
                        <a:buFontTx/>
                        <a:buNone/>
                      </a:pPr>
                      <a:r>
                        <a:rPr kumimoji="0" lang="en-US" altLang="zh-CN" sz="2000" b="0" i="0" u="none" strike="noStrike" cap="none" normalizeH="0" baseline="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rPr>
                        <a:t>F</a:t>
                      </a:r>
                      <a:endParaRPr kumimoji="0" lang="en-US" altLang="zh-CN" sz="2000" b="0" i="0" u="none" strike="noStrike" cap="none" normalizeH="0" baseline="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80000"/>
                        <a:buFontTx/>
                        <a:buNone/>
                      </a:pPr>
                      <a:r>
                        <a:rPr kumimoji="0" lang="en-US" altLang="zh-CN" sz="2000" b="0" i="0" u="none" strike="noStrike" cap="none" normalizeH="0" baseline="0" dirty="0">
                          <a:ln>
                            <a:noFill/>
                          </a:ln>
                          <a:solidFill>
                            <a:srgbClr val="000000"/>
                          </a:solidFill>
                          <a:effectLst/>
                          <a:highlight>
                            <a:srgbClr val="00FFFF"/>
                          </a:highlight>
                          <a:latin typeface="微软雅黑 Light" panose="020B0502040204020203" pitchFamily="34" charset="-122"/>
                          <a:ea typeface="微软雅黑 Light" panose="020B0502040204020203" pitchFamily="34" charset="-122"/>
                          <a:cs typeface="Times New Roman" panose="02020603050405020304" pitchFamily="18" charset="0"/>
                        </a:rPr>
                        <a:t>1:</a:t>
                      </a:r>
                      <a:r>
                        <a:rPr kumimoji="0" lang="en-US" altLang="zh-CN" sz="2000" b="0" i="0" u="none" strike="noStrike" cap="none" normalizeH="0" baseline="0" dirty="0">
                          <a:ln>
                            <a:noFill/>
                          </a:ln>
                          <a:solidFill>
                            <a:srgbClr val="000000"/>
                          </a:solidFill>
                          <a:effectLst/>
                          <a:highlight>
                            <a:srgbClr val="00FFFF"/>
                          </a:highlight>
                          <a:latin typeface="微软雅黑 Light" panose="020B0502040204020203" pitchFamily="34" charset="-122"/>
                          <a:ea typeface="微软雅黑 Light" panose="020B0502040204020203" pitchFamily="34" charset="-122"/>
                          <a:cs typeface="Times New Roman" panose="02020603050405020304" pitchFamily="18" charset="0"/>
                          <a:sym typeface="Symbol" panose="05050102010706020507" pitchFamily="18" charset="2"/>
                        </a:rPr>
                        <a:t></a:t>
                      </a:r>
                      <a:r>
                        <a:rPr kumimoji="0" lang="en-US" altLang="zh-CN" sz="2000" b="0" i="0" u="none" strike="noStrike" cap="none" normalizeH="0" baseline="0" dirty="0">
                          <a:ln>
                            <a:noFill/>
                          </a:ln>
                          <a:solidFill>
                            <a:srgbClr val="000000"/>
                          </a:solidFill>
                          <a:effectLst/>
                          <a:highlight>
                            <a:srgbClr val="00FFFF"/>
                          </a:highlight>
                          <a:latin typeface="微软雅黑 Light" panose="020B0502040204020203" pitchFamily="34" charset="-122"/>
                          <a:ea typeface="微软雅黑 Light" panose="020B0502040204020203" pitchFamily="34" charset="-122"/>
                          <a:cs typeface="Times New Roman" panose="02020603050405020304" pitchFamily="18" charset="0"/>
                        </a:rPr>
                        <a:t>:?</a:t>
                      </a:r>
                      <a:endParaRPr kumimoji="0" lang="en-US" altLang="zh-CN" sz="2000" b="0" i="0" u="none" strike="noStrike" cap="none" normalizeH="0" baseline="0" dirty="0">
                        <a:ln>
                          <a:noFill/>
                        </a:ln>
                        <a:solidFill>
                          <a:srgbClr val="000000"/>
                        </a:solidFill>
                        <a:effectLst/>
                        <a:highlight>
                          <a:srgbClr val="00FFFF"/>
                        </a:highlight>
                        <a:latin typeface="微软雅黑 Light" panose="020B0502040204020203" pitchFamily="34" charset="-122"/>
                        <a:ea typeface="微软雅黑 Light" panose="020B0502040204020203" pitchFamily="34"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80000"/>
                        <a:buFontTx/>
                        <a:buNone/>
                      </a:pPr>
                      <a:r>
                        <a:rPr kumimoji="0" lang="en-US" altLang="zh-CN" sz="2000" b="0" i="0" u="none" strike="noStrike" cap="none" normalizeH="0" baseline="0" dirty="0">
                          <a:ln>
                            <a:noFill/>
                          </a:ln>
                          <a:solidFill>
                            <a:srgbClr val="000000"/>
                          </a:solidFill>
                          <a:effectLst/>
                          <a:highlight>
                            <a:srgbClr val="00FFFF"/>
                          </a:highlight>
                          <a:latin typeface="微软雅黑 Light" panose="020B0502040204020203" pitchFamily="34" charset="-122"/>
                          <a:ea typeface="微软雅黑 Light" panose="020B0502040204020203" pitchFamily="34" charset="-122"/>
                          <a:cs typeface="Times New Roman" panose="02020603050405020304" pitchFamily="18" charset="0"/>
                        </a:rPr>
                        <a:t>2:</a:t>
                      </a:r>
                      <a:r>
                        <a:rPr kumimoji="0" lang="en-US" altLang="zh-CN" sz="2000" b="0" i="0" u="none" strike="noStrike" cap="none" normalizeH="0" baseline="0" dirty="0">
                          <a:ln>
                            <a:noFill/>
                          </a:ln>
                          <a:solidFill>
                            <a:srgbClr val="000000"/>
                          </a:solidFill>
                          <a:effectLst/>
                          <a:highlight>
                            <a:srgbClr val="00FFFF"/>
                          </a:highlight>
                          <a:latin typeface="微软雅黑 Light" panose="020B0502040204020203" pitchFamily="34" charset="-122"/>
                          <a:ea typeface="微软雅黑 Light" panose="020B0502040204020203" pitchFamily="34" charset="-122"/>
                          <a:cs typeface="Times New Roman" panose="02020603050405020304" pitchFamily="18" charset="0"/>
                          <a:sym typeface="Symbol" panose="05050102010706020507" pitchFamily="18" charset="2"/>
                        </a:rPr>
                        <a:t></a:t>
                      </a:r>
                      <a:r>
                        <a:rPr kumimoji="0" lang="en-US" altLang="zh-CN" sz="2000" b="0" i="0" u="none" strike="noStrike" cap="none" normalizeH="0" baseline="0" dirty="0">
                          <a:ln>
                            <a:noFill/>
                          </a:ln>
                          <a:solidFill>
                            <a:srgbClr val="000000"/>
                          </a:solidFill>
                          <a:effectLst/>
                          <a:highlight>
                            <a:srgbClr val="00FFFF"/>
                          </a:highlight>
                          <a:latin typeface="微软雅黑 Light" panose="020B0502040204020203" pitchFamily="34" charset="-122"/>
                          <a:ea typeface="微软雅黑 Light" panose="020B0502040204020203" pitchFamily="34" charset="-122"/>
                          <a:cs typeface="Times New Roman" panose="02020603050405020304" pitchFamily="18" charset="0"/>
                        </a:rPr>
                        <a:t>:?</a:t>
                      </a:r>
                      <a:endParaRPr kumimoji="0" lang="en-US" altLang="zh-CN" sz="2000" b="0" i="0" u="none" strike="noStrike" cap="none" normalizeH="0" baseline="0" dirty="0">
                        <a:ln>
                          <a:noFill/>
                        </a:ln>
                        <a:solidFill>
                          <a:srgbClr val="000000"/>
                        </a:solidFill>
                        <a:effectLst/>
                        <a:highlight>
                          <a:srgbClr val="00FFFF"/>
                        </a:highlight>
                        <a:latin typeface="微软雅黑 Light" panose="020B0502040204020203" pitchFamily="34" charset="-122"/>
                        <a:ea typeface="微软雅黑 Light" panose="020B0502040204020203" pitchFamily="34"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80000"/>
                        <a:buFontTx/>
                        <a:buNone/>
                      </a:pPr>
                      <a:r>
                        <a:rPr kumimoji="0" lang="en-US" altLang="zh-CN" sz="2000" b="0" i="0" u="none" strike="noStrike" cap="none" normalizeH="0" baseline="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rPr>
                        <a:t>3: 1:-</a:t>
                      </a:r>
                      <a:endParaRPr kumimoji="0" lang="en-US" altLang="zh-CN" sz="2000" b="0" i="0" u="none" strike="noStrike" cap="none" normalizeH="0" baseline="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80000"/>
                        <a:buFontTx/>
                        <a:buNone/>
                      </a:pPr>
                      <a:r>
                        <a:rPr kumimoji="0" lang="en-US" altLang="zh-CN" sz="2000" b="0" i="0" u="none" strike="noStrike" cap="none" normalizeH="0" baseline="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rPr>
                        <a:t>4:1:-</a:t>
                      </a:r>
                      <a:endParaRPr kumimoji="0" lang="en-US" altLang="zh-CN" sz="2000" b="0" i="0" u="none" strike="noStrike" cap="none" normalizeH="0" baseline="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80000"/>
                        <a:buFontTx/>
                        <a:buNone/>
                      </a:pPr>
                      <a:r>
                        <a:rPr kumimoji="0" lang="en-US" altLang="zh-CN" sz="2000" b="0" i="0" u="none" strike="noStrike" cap="none" normalizeH="0" baseline="0" dirty="0">
                          <a:ln>
                            <a:noFill/>
                          </a:ln>
                          <a:solidFill>
                            <a:srgbClr val="000000"/>
                          </a:solidFill>
                          <a:effectLst/>
                          <a:highlight>
                            <a:srgbClr val="00FFFF"/>
                          </a:highlight>
                          <a:latin typeface="微软雅黑 Light" panose="020B0502040204020203" pitchFamily="34" charset="-122"/>
                          <a:ea typeface="微软雅黑 Light" panose="020B0502040204020203" pitchFamily="34" charset="-122"/>
                          <a:cs typeface="Times New Roman" panose="02020603050405020304" pitchFamily="18" charset="0"/>
                        </a:rPr>
                        <a:t>5:</a:t>
                      </a:r>
                      <a:r>
                        <a:rPr kumimoji="0" lang="en-US" altLang="zh-CN" sz="2000" b="0" i="0" u="none" strike="noStrike" cap="none" normalizeH="0" baseline="0" dirty="0">
                          <a:ln>
                            <a:noFill/>
                          </a:ln>
                          <a:solidFill>
                            <a:srgbClr val="000000"/>
                          </a:solidFill>
                          <a:effectLst/>
                          <a:highlight>
                            <a:srgbClr val="00FFFF"/>
                          </a:highlight>
                          <a:latin typeface="微软雅黑 Light" panose="020B0502040204020203" pitchFamily="34" charset="-122"/>
                          <a:ea typeface="微软雅黑 Light" panose="020B0502040204020203" pitchFamily="34" charset="-122"/>
                          <a:cs typeface="Times New Roman" panose="02020603050405020304" pitchFamily="18" charset="0"/>
                          <a:sym typeface="Symbol" panose="05050102010706020507" pitchFamily="18" charset="2"/>
                        </a:rPr>
                        <a:t></a:t>
                      </a:r>
                      <a:r>
                        <a:rPr kumimoji="0" lang="en-US" altLang="zh-CN" sz="2000" b="0" i="0" u="none" strike="noStrike" cap="none" normalizeH="0" baseline="0" dirty="0">
                          <a:ln>
                            <a:noFill/>
                          </a:ln>
                          <a:solidFill>
                            <a:srgbClr val="000000"/>
                          </a:solidFill>
                          <a:effectLst/>
                          <a:highlight>
                            <a:srgbClr val="00FFFF"/>
                          </a:highlight>
                          <a:latin typeface="微软雅黑 Light" panose="020B0502040204020203" pitchFamily="34" charset="-122"/>
                          <a:ea typeface="微软雅黑 Light" panose="020B0502040204020203" pitchFamily="34" charset="-122"/>
                          <a:cs typeface="Times New Roman" panose="02020603050405020304" pitchFamily="18" charset="0"/>
                        </a:rPr>
                        <a:t>:?</a:t>
                      </a:r>
                      <a:endParaRPr kumimoji="0" lang="en-US" altLang="zh-CN" sz="2000" b="0" i="0" u="none" strike="noStrike" cap="none" normalizeH="0" baseline="0" dirty="0">
                        <a:ln>
                          <a:noFill/>
                        </a:ln>
                        <a:solidFill>
                          <a:srgbClr val="000000"/>
                        </a:solidFill>
                        <a:effectLst/>
                        <a:highlight>
                          <a:srgbClr val="00FFFF"/>
                        </a:highlight>
                        <a:latin typeface="微软雅黑 Light" panose="020B0502040204020203" pitchFamily="34" charset="-122"/>
                        <a:ea typeface="微软雅黑 Light" panose="020B0502040204020203" pitchFamily="34"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80000"/>
                        <a:buFontTx/>
                        <a:buNone/>
                      </a:pPr>
                      <a:r>
                        <a:rPr kumimoji="0" lang="en-US" altLang="zh-CN" sz="2000" b="0" i="0" u="none" strike="noStrike" cap="none" normalizeH="0" baseline="0" dirty="0">
                          <a:ln>
                            <a:noFill/>
                          </a:ln>
                          <a:solidFill>
                            <a:srgbClr val="000000"/>
                          </a:solidFill>
                          <a:effectLst/>
                          <a:highlight>
                            <a:srgbClr val="00FFFF"/>
                          </a:highlight>
                          <a:latin typeface="微软雅黑 Light" panose="020B0502040204020203" pitchFamily="34" charset="-122"/>
                          <a:ea typeface="微软雅黑 Light" panose="020B0502040204020203" pitchFamily="34" charset="-122"/>
                          <a:cs typeface="Times New Roman" panose="02020603050405020304" pitchFamily="18" charset="0"/>
                        </a:rPr>
                        <a:t>6:</a:t>
                      </a:r>
                      <a:r>
                        <a:rPr kumimoji="0" lang="en-US" altLang="zh-CN" sz="2000" b="0" i="0" u="none" strike="noStrike" cap="none" normalizeH="0" baseline="0" dirty="0">
                          <a:ln>
                            <a:noFill/>
                          </a:ln>
                          <a:solidFill>
                            <a:srgbClr val="000000"/>
                          </a:solidFill>
                          <a:effectLst/>
                          <a:highlight>
                            <a:srgbClr val="00FFFF"/>
                          </a:highlight>
                          <a:latin typeface="微软雅黑 Light" panose="020B0502040204020203" pitchFamily="34" charset="-122"/>
                          <a:ea typeface="微软雅黑 Light" panose="020B0502040204020203" pitchFamily="34" charset="-122"/>
                          <a:cs typeface="Times New Roman" panose="02020603050405020304" pitchFamily="18" charset="0"/>
                          <a:sym typeface="Symbol" panose="05050102010706020507" pitchFamily="18" charset="2"/>
                        </a:rPr>
                        <a:t></a:t>
                      </a:r>
                      <a:r>
                        <a:rPr kumimoji="0" lang="en-US" altLang="zh-CN" sz="2000" b="0" i="0" u="none" strike="noStrike" cap="none" normalizeH="0" baseline="0" dirty="0">
                          <a:ln>
                            <a:noFill/>
                          </a:ln>
                          <a:solidFill>
                            <a:srgbClr val="000000"/>
                          </a:solidFill>
                          <a:effectLst/>
                          <a:highlight>
                            <a:srgbClr val="00FFFF"/>
                          </a:highlight>
                          <a:latin typeface="微软雅黑 Light" panose="020B0502040204020203" pitchFamily="34" charset="-122"/>
                          <a:ea typeface="微软雅黑 Light" panose="020B0502040204020203" pitchFamily="34" charset="-122"/>
                          <a:cs typeface="Times New Roman" panose="02020603050405020304" pitchFamily="18" charset="0"/>
                        </a:rPr>
                        <a:t>:?</a:t>
                      </a:r>
                      <a:endParaRPr kumimoji="0" lang="en-US" altLang="zh-CN" sz="2000" b="0" i="0" u="none" strike="noStrike" cap="none" normalizeH="0" baseline="0" dirty="0">
                        <a:ln>
                          <a:noFill/>
                        </a:ln>
                        <a:solidFill>
                          <a:srgbClr val="000000"/>
                        </a:solidFill>
                        <a:effectLst/>
                        <a:highlight>
                          <a:srgbClr val="00FFFF"/>
                        </a:highlight>
                        <a:latin typeface="微软雅黑 Light" panose="020B0502040204020203" pitchFamily="34" charset="-122"/>
                        <a:ea typeface="微软雅黑 Light" panose="020B0502040204020203" pitchFamily="34"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80000"/>
                        <a:buFontTx/>
                        <a:buNone/>
                      </a:pPr>
                      <a:r>
                        <a:rPr kumimoji="0" lang="en-US" altLang="zh-CN" sz="2000" b="0" i="0" u="none" strike="noStrike" cap="none" normalizeH="0" baseline="0" dirty="0">
                          <a:ln>
                            <a:noFill/>
                          </a:ln>
                          <a:solidFill>
                            <a:srgbClr val="000000"/>
                          </a:solidFill>
                          <a:effectLst/>
                          <a:highlight>
                            <a:srgbClr val="00FFFF"/>
                          </a:highlight>
                          <a:latin typeface="微软雅黑 Light" panose="020B0502040204020203" pitchFamily="34" charset="-122"/>
                          <a:ea typeface="微软雅黑 Light" panose="020B0502040204020203" pitchFamily="34" charset="-122"/>
                          <a:cs typeface="Times New Roman" panose="02020603050405020304" pitchFamily="18" charset="0"/>
                        </a:rPr>
                        <a:t>7:</a:t>
                      </a:r>
                      <a:r>
                        <a:rPr kumimoji="0" lang="en-US" altLang="zh-CN" sz="2000" b="0" i="0" u="none" strike="noStrike" cap="none" normalizeH="0" baseline="0" dirty="0">
                          <a:ln>
                            <a:noFill/>
                          </a:ln>
                          <a:solidFill>
                            <a:srgbClr val="000000"/>
                          </a:solidFill>
                          <a:effectLst/>
                          <a:highlight>
                            <a:srgbClr val="00FFFF"/>
                          </a:highlight>
                          <a:latin typeface="微软雅黑 Light" panose="020B0502040204020203" pitchFamily="34" charset="-122"/>
                          <a:ea typeface="微软雅黑 Light" panose="020B0502040204020203" pitchFamily="34" charset="-122"/>
                          <a:cs typeface="Times New Roman" panose="02020603050405020304" pitchFamily="18" charset="0"/>
                          <a:sym typeface="Symbol" panose="05050102010706020507" pitchFamily="18" charset="2"/>
                        </a:rPr>
                        <a:t></a:t>
                      </a:r>
                      <a:r>
                        <a:rPr kumimoji="0" lang="en-US" altLang="zh-CN" sz="2000" b="0" i="0" u="none" strike="noStrike" cap="none" normalizeH="0" baseline="0" dirty="0">
                          <a:ln>
                            <a:noFill/>
                          </a:ln>
                          <a:solidFill>
                            <a:srgbClr val="000000"/>
                          </a:solidFill>
                          <a:effectLst/>
                          <a:highlight>
                            <a:srgbClr val="00FFFF"/>
                          </a:highlight>
                          <a:latin typeface="微软雅黑 Light" panose="020B0502040204020203" pitchFamily="34" charset="-122"/>
                          <a:ea typeface="微软雅黑 Light" panose="020B0502040204020203" pitchFamily="34" charset="-122"/>
                          <a:cs typeface="Times New Roman" panose="02020603050405020304" pitchFamily="18" charset="0"/>
                        </a:rPr>
                        <a:t>:?</a:t>
                      </a:r>
                      <a:endParaRPr kumimoji="0" lang="en-US" altLang="zh-CN" sz="2000" b="0" i="0" u="none" strike="noStrike" cap="none" normalizeH="0" baseline="0" dirty="0">
                        <a:ln>
                          <a:noFill/>
                        </a:ln>
                        <a:solidFill>
                          <a:srgbClr val="000000"/>
                        </a:solidFill>
                        <a:effectLst/>
                        <a:highlight>
                          <a:srgbClr val="00FFFF"/>
                        </a:highlight>
                        <a:latin typeface="微软雅黑 Light" panose="020B0502040204020203" pitchFamily="34" charset="-122"/>
                        <a:ea typeface="微软雅黑 Light" panose="020B0502040204020203" pitchFamily="34"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52425">
                <a:tc rowSpan="6">
                  <a:txBody>
                    <a:bodyPr/>
                    <a:lstStyle>
                      <a:lvl1pPr>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80000"/>
                        <a:buFontTx/>
                        <a:buNone/>
                      </a:pPr>
                      <a:r>
                        <a:rPr kumimoji="0" lang="en-US" altLang="zh-CN" sz="2000" b="0" i="0" u="none" strike="noStrike" cap="none" normalizeH="0" baseline="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rPr>
                        <a:t>1</a:t>
                      </a:r>
                      <a:endParaRPr kumimoji="0" lang="en-US" altLang="zh-CN" sz="2000" b="0" i="0" u="none" strike="noStrike" cap="none" normalizeH="0" baseline="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endParaRPr>
                    </a:p>
                  </a:txBody>
                  <a:tcPr marL="90000" marR="90000" marT="46800" marB="46800"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80000"/>
                        <a:buFontTx/>
                        <a:buNone/>
                      </a:pPr>
                      <a:r>
                        <a:rPr kumimoji="0" lang="en-US" altLang="zh-CN" sz="2000" b="0" i="0" u="none" strike="noStrike" cap="none" normalizeH="0" baseline="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rPr>
                        <a:t>A</a:t>
                      </a:r>
                      <a:endParaRPr kumimoji="0" lang="en-US" altLang="zh-CN" sz="2000" b="0" i="0" u="none" strike="noStrike" cap="none" normalizeH="0" baseline="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80000"/>
                        <a:buFontTx/>
                        <a:buNone/>
                      </a:pPr>
                      <a:r>
                        <a:rPr kumimoji="0" lang="en-US" altLang="zh-CN" sz="2000" b="0" i="0" u="none" strike="noStrike" cap="none" normalizeH="0" baseline="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rPr>
                        <a:t>1:1:-</a:t>
                      </a:r>
                      <a:endParaRPr kumimoji="0" lang="en-US" altLang="zh-CN" sz="2000" b="0" i="0" u="none" strike="noStrike" cap="none" normalizeH="0" baseline="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80000"/>
                        <a:buFontTx/>
                        <a:buNone/>
                      </a:pPr>
                      <a:r>
                        <a:rPr kumimoji="0" lang="en-US" altLang="zh-CN" sz="2000" b="0" i="0" u="none" strike="noStrike" cap="none" normalizeH="0" baseline="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rPr>
                        <a:t>2:2:B</a:t>
                      </a:r>
                      <a:endParaRPr kumimoji="0" lang="en-US" altLang="zh-CN" sz="2000" b="0" i="0" u="none" strike="noStrike" cap="none" normalizeH="0" baseline="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80000"/>
                        <a:buFontTx/>
                        <a:buNone/>
                      </a:pPr>
                      <a:r>
                        <a:rPr kumimoji="0" lang="en-US" altLang="zh-CN" sz="2000" b="0" i="0" u="none" strike="noStrike" cap="none" normalizeH="0" baseline="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rPr>
                        <a:t>3:1:-</a:t>
                      </a:r>
                      <a:endParaRPr kumimoji="0" lang="en-US" altLang="zh-CN" sz="2000" b="0" i="0" u="none" strike="noStrike" cap="none" normalizeH="0" baseline="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80000"/>
                        <a:buFontTx/>
                        <a:buNone/>
                      </a:pPr>
                      <a:r>
                        <a:rPr kumimoji="0" lang="en-US" altLang="zh-CN" sz="2000" b="0" i="0" u="none" strike="noStrike" cap="none" normalizeH="0" baseline="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rPr>
                        <a:t>4:2:F</a:t>
                      </a:r>
                      <a:endParaRPr kumimoji="0" lang="en-US" altLang="zh-CN" sz="2000" b="0" i="0" u="none" strike="noStrike" cap="none" normalizeH="0" baseline="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80000"/>
                        <a:buFontTx/>
                        <a:buNone/>
                      </a:pPr>
                      <a:r>
                        <a:rPr kumimoji="0" lang="en-US" altLang="zh-CN" sz="2000" b="0" i="0" u="none" strike="noStrike" cap="none" normalizeH="0" baseline="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rPr>
                        <a:t>5:1:-</a:t>
                      </a:r>
                      <a:endParaRPr kumimoji="0" lang="en-US" altLang="zh-CN" sz="2000" b="0" i="0" u="none" strike="noStrike" cap="none" normalizeH="0" baseline="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80000"/>
                        <a:buFontTx/>
                        <a:buNone/>
                      </a:pPr>
                      <a:r>
                        <a:rPr kumimoji="0" lang="en-US" altLang="zh-CN" sz="2000" b="0" i="0" u="none" strike="noStrike" cap="none" normalizeH="0" baseline="0" dirty="0">
                          <a:ln>
                            <a:noFill/>
                          </a:ln>
                          <a:solidFill>
                            <a:srgbClr val="000000"/>
                          </a:solidFill>
                          <a:effectLst/>
                          <a:highlight>
                            <a:srgbClr val="00FFFF"/>
                          </a:highlight>
                          <a:latin typeface="微软雅黑 Light" panose="020B0502040204020203" pitchFamily="34" charset="-122"/>
                          <a:ea typeface="微软雅黑 Light" panose="020B0502040204020203" pitchFamily="34" charset="-122"/>
                          <a:cs typeface="Times New Roman" panose="02020603050405020304" pitchFamily="18" charset="0"/>
                        </a:rPr>
                        <a:t>6:</a:t>
                      </a:r>
                      <a:r>
                        <a:rPr kumimoji="0" lang="en-US" altLang="zh-CN" sz="2000" b="0" i="0" u="none" strike="noStrike" cap="none" normalizeH="0" baseline="0" dirty="0">
                          <a:ln>
                            <a:noFill/>
                          </a:ln>
                          <a:solidFill>
                            <a:srgbClr val="000000"/>
                          </a:solidFill>
                          <a:effectLst/>
                          <a:highlight>
                            <a:srgbClr val="00FFFF"/>
                          </a:highlight>
                          <a:latin typeface="微软雅黑 Light" panose="020B0502040204020203" pitchFamily="34" charset="-122"/>
                          <a:ea typeface="微软雅黑 Light" panose="020B0502040204020203" pitchFamily="34" charset="-122"/>
                          <a:cs typeface="Times New Roman" panose="02020603050405020304" pitchFamily="18" charset="0"/>
                          <a:sym typeface="Symbol" panose="05050102010706020507" pitchFamily="18" charset="2"/>
                        </a:rPr>
                        <a:t></a:t>
                      </a:r>
                      <a:r>
                        <a:rPr kumimoji="0" lang="en-US" altLang="zh-CN" sz="2000" b="0" i="0" u="none" strike="noStrike" cap="none" normalizeH="0" baseline="0" dirty="0">
                          <a:ln>
                            <a:noFill/>
                          </a:ln>
                          <a:solidFill>
                            <a:srgbClr val="000000"/>
                          </a:solidFill>
                          <a:effectLst/>
                          <a:highlight>
                            <a:srgbClr val="00FFFF"/>
                          </a:highlight>
                          <a:latin typeface="微软雅黑 Light" panose="020B0502040204020203" pitchFamily="34" charset="-122"/>
                          <a:ea typeface="微软雅黑 Light" panose="020B0502040204020203" pitchFamily="34" charset="-122"/>
                          <a:cs typeface="Times New Roman" panose="02020603050405020304" pitchFamily="18" charset="0"/>
                        </a:rPr>
                        <a:t>:?</a:t>
                      </a:r>
                      <a:endParaRPr kumimoji="0" lang="en-US" altLang="zh-CN" sz="2000" b="0" i="0" u="none" strike="noStrike" cap="none" normalizeH="0" baseline="0" dirty="0">
                        <a:ln>
                          <a:noFill/>
                        </a:ln>
                        <a:solidFill>
                          <a:srgbClr val="000000"/>
                        </a:solidFill>
                        <a:effectLst/>
                        <a:highlight>
                          <a:srgbClr val="00FFFF"/>
                        </a:highlight>
                        <a:latin typeface="微软雅黑 Light" panose="020B0502040204020203" pitchFamily="34" charset="-122"/>
                        <a:ea typeface="微软雅黑 Light" panose="020B0502040204020203" pitchFamily="34"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80000"/>
                        <a:buFontTx/>
                        <a:buNone/>
                      </a:pPr>
                      <a:r>
                        <a:rPr kumimoji="0" lang="en-US" altLang="zh-CN" sz="2000" b="0" i="0" u="none" strike="noStrike" cap="none" normalizeH="0" baseline="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rPr>
                        <a:t>7:2:E</a:t>
                      </a:r>
                      <a:endParaRPr kumimoji="0" lang="en-US" altLang="zh-CN" sz="2000" b="0" i="0" u="none" strike="noStrike" cap="none" normalizeH="0" baseline="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49250">
                <a:tc vMerge="1">
                  <a:tcPr/>
                </a:tc>
                <a:tc>
                  <a:txBody>
                    <a:bodyPr/>
                    <a:lstStyle>
                      <a:lvl1pPr marL="342900" indent="-342900">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80000"/>
                        <a:buFontTx/>
                        <a:buNone/>
                      </a:pPr>
                      <a:r>
                        <a:rPr kumimoji="0" lang="en-US" altLang="zh-CN" sz="2000" b="0" i="0" u="none" strike="noStrike" cap="none" normalizeH="0" baseline="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rPr>
                        <a:t>B</a:t>
                      </a:r>
                      <a:endParaRPr kumimoji="0" lang="en-US" altLang="zh-CN" sz="2000" b="0" i="0" u="none" strike="noStrike" cap="none" normalizeH="0" baseline="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80000"/>
                        <a:buFontTx/>
                        <a:buNone/>
                      </a:pPr>
                      <a:r>
                        <a:rPr kumimoji="0" lang="en-US" altLang="zh-CN" sz="2000" b="0" i="0" u="none" strike="noStrike" cap="none" normalizeH="0" baseline="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rPr>
                        <a:t>1:1:-</a:t>
                      </a:r>
                      <a:endParaRPr kumimoji="0" lang="en-US" altLang="zh-CN" sz="2000" b="0" i="0" u="none" strike="noStrike" cap="none" normalizeH="0" baseline="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80000"/>
                        <a:buFontTx/>
                        <a:buNone/>
                      </a:pPr>
                      <a:r>
                        <a:rPr kumimoji="0" lang="en-US" altLang="zh-CN" sz="2000" b="0" i="0" u="none" strike="noStrike" cap="none" normalizeH="0" baseline="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rPr>
                        <a:t>2:1:-</a:t>
                      </a:r>
                      <a:endParaRPr kumimoji="0" lang="en-US" altLang="zh-CN" sz="2000" b="0" i="0" u="none" strike="noStrike" cap="none" normalizeH="0" baseline="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80000"/>
                        <a:buFontTx/>
                        <a:buNone/>
                      </a:pPr>
                      <a:r>
                        <a:rPr kumimoji="0" lang="en-US" altLang="zh-CN" sz="2000" b="0" i="0" u="none" strike="noStrike" cap="none" normalizeH="0" baseline="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rPr>
                        <a:t>3:2:A</a:t>
                      </a:r>
                      <a:endParaRPr kumimoji="0" lang="en-US" altLang="zh-CN" sz="2000" b="0" i="0" u="none" strike="noStrike" cap="none" normalizeH="0" baseline="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80000"/>
                        <a:buFontTx/>
                        <a:buNone/>
                      </a:pPr>
                      <a:r>
                        <a:rPr kumimoji="0" lang="en-US" altLang="zh-CN" sz="2000" b="0" i="0" u="none" strike="noStrike" cap="none" normalizeH="0" baseline="0" dirty="0">
                          <a:ln>
                            <a:noFill/>
                          </a:ln>
                          <a:solidFill>
                            <a:srgbClr val="000000"/>
                          </a:solidFill>
                          <a:effectLst/>
                          <a:highlight>
                            <a:srgbClr val="00FFFF"/>
                          </a:highlight>
                          <a:latin typeface="微软雅黑 Light" panose="020B0502040204020203" pitchFamily="34" charset="-122"/>
                          <a:ea typeface="微软雅黑 Light" panose="020B0502040204020203" pitchFamily="34" charset="-122"/>
                          <a:cs typeface="Times New Roman" panose="02020603050405020304" pitchFamily="18" charset="0"/>
                        </a:rPr>
                        <a:t>4:</a:t>
                      </a:r>
                      <a:r>
                        <a:rPr kumimoji="0" lang="en-US" altLang="zh-CN" sz="2000" b="0" i="0" u="none" strike="noStrike" cap="none" normalizeH="0" baseline="0" dirty="0">
                          <a:ln>
                            <a:noFill/>
                          </a:ln>
                          <a:solidFill>
                            <a:srgbClr val="000000"/>
                          </a:solidFill>
                          <a:effectLst/>
                          <a:highlight>
                            <a:srgbClr val="00FFFF"/>
                          </a:highlight>
                          <a:latin typeface="微软雅黑 Light" panose="020B0502040204020203" pitchFamily="34" charset="-122"/>
                          <a:ea typeface="微软雅黑 Light" panose="020B0502040204020203" pitchFamily="34" charset="-122"/>
                          <a:cs typeface="Times New Roman" panose="02020603050405020304" pitchFamily="18" charset="0"/>
                          <a:sym typeface="Symbol" panose="05050102010706020507" pitchFamily="18" charset="2"/>
                        </a:rPr>
                        <a:t></a:t>
                      </a:r>
                      <a:r>
                        <a:rPr kumimoji="0" lang="en-US" altLang="zh-CN" sz="2000" b="0" i="0" u="none" strike="noStrike" cap="none" normalizeH="0" baseline="0" dirty="0">
                          <a:ln>
                            <a:noFill/>
                          </a:ln>
                          <a:solidFill>
                            <a:srgbClr val="000000"/>
                          </a:solidFill>
                          <a:effectLst/>
                          <a:highlight>
                            <a:srgbClr val="00FFFF"/>
                          </a:highlight>
                          <a:latin typeface="微软雅黑 Light" panose="020B0502040204020203" pitchFamily="34" charset="-122"/>
                          <a:ea typeface="微软雅黑 Light" panose="020B0502040204020203" pitchFamily="34" charset="-122"/>
                          <a:cs typeface="Times New Roman" panose="02020603050405020304" pitchFamily="18" charset="0"/>
                        </a:rPr>
                        <a:t>:?</a:t>
                      </a:r>
                      <a:endParaRPr kumimoji="0" lang="en-US" altLang="zh-CN" sz="2000" b="0" i="0" u="none" strike="noStrike" cap="none" normalizeH="0" baseline="0" dirty="0">
                        <a:ln>
                          <a:noFill/>
                        </a:ln>
                        <a:solidFill>
                          <a:srgbClr val="000000"/>
                        </a:solidFill>
                        <a:effectLst/>
                        <a:highlight>
                          <a:srgbClr val="00FFFF"/>
                        </a:highlight>
                        <a:latin typeface="微软雅黑 Light" panose="020B0502040204020203" pitchFamily="34" charset="-122"/>
                        <a:ea typeface="微软雅黑 Light" panose="020B0502040204020203" pitchFamily="34"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80000"/>
                        <a:buFontTx/>
                        <a:buNone/>
                      </a:pPr>
                      <a:r>
                        <a:rPr kumimoji="0" lang="en-US" altLang="zh-CN" sz="2000" b="0" i="0" u="none" strike="noStrike" cap="none" normalizeH="0" baseline="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rPr>
                        <a:t>5:2:A</a:t>
                      </a:r>
                      <a:endParaRPr kumimoji="0" lang="en-US" altLang="zh-CN" sz="2000" b="0" i="0" u="none" strike="noStrike" cap="none" normalizeH="0" baseline="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80000"/>
                        <a:buFontTx/>
                        <a:buNone/>
                      </a:pPr>
                      <a:r>
                        <a:rPr kumimoji="0" lang="en-US" altLang="zh-CN" sz="2000" b="0" i="0" u="none" strike="noStrike" cap="none" normalizeH="0" baseline="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rPr>
                        <a:t>6:2:C</a:t>
                      </a:r>
                      <a:endParaRPr kumimoji="0" lang="en-US" altLang="zh-CN" sz="2000" b="0" i="0" u="none" strike="noStrike" cap="none" normalizeH="0" baseline="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80000"/>
                        <a:buFontTx/>
                        <a:buNone/>
                      </a:pPr>
                      <a:r>
                        <a:rPr kumimoji="0" lang="en-US" altLang="zh-CN" sz="2000" b="0" i="0" u="none" strike="noStrike" cap="none" normalizeH="0" baseline="0" dirty="0">
                          <a:ln>
                            <a:noFill/>
                          </a:ln>
                          <a:solidFill>
                            <a:srgbClr val="000000"/>
                          </a:solidFill>
                          <a:effectLst/>
                          <a:highlight>
                            <a:srgbClr val="00FFFF"/>
                          </a:highlight>
                          <a:latin typeface="微软雅黑 Light" panose="020B0502040204020203" pitchFamily="34" charset="-122"/>
                          <a:ea typeface="微软雅黑 Light" panose="020B0502040204020203" pitchFamily="34" charset="-122"/>
                          <a:cs typeface="Times New Roman" panose="02020603050405020304" pitchFamily="18" charset="0"/>
                        </a:rPr>
                        <a:t>7:</a:t>
                      </a:r>
                      <a:r>
                        <a:rPr kumimoji="0" lang="en-US" altLang="zh-CN" sz="2000" b="0" i="0" u="none" strike="noStrike" cap="none" normalizeH="0" baseline="0" dirty="0">
                          <a:ln>
                            <a:noFill/>
                          </a:ln>
                          <a:solidFill>
                            <a:srgbClr val="000000"/>
                          </a:solidFill>
                          <a:effectLst/>
                          <a:highlight>
                            <a:srgbClr val="00FFFF"/>
                          </a:highlight>
                          <a:latin typeface="微软雅黑 Light" panose="020B0502040204020203" pitchFamily="34" charset="-122"/>
                          <a:ea typeface="微软雅黑 Light" panose="020B0502040204020203" pitchFamily="34" charset="-122"/>
                          <a:cs typeface="Times New Roman" panose="02020603050405020304" pitchFamily="18" charset="0"/>
                          <a:sym typeface="Symbol" panose="05050102010706020507" pitchFamily="18" charset="2"/>
                        </a:rPr>
                        <a:t></a:t>
                      </a:r>
                      <a:r>
                        <a:rPr kumimoji="0" lang="en-US" altLang="zh-CN" sz="2000" b="0" i="0" u="none" strike="noStrike" cap="none" normalizeH="0" baseline="0" dirty="0">
                          <a:ln>
                            <a:noFill/>
                          </a:ln>
                          <a:solidFill>
                            <a:srgbClr val="000000"/>
                          </a:solidFill>
                          <a:effectLst/>
                          <a:highlight>
                            <a:srgbClr val="00FFFF"/>
                          </a:highlight>
                          <a:latin typeface="微软雅黑 Light" panose="020B0502040204020203" pitchFamily="34" charset="-122"/>
                          <a:ea typeface="微软雅黑 Light" panose="020B0502040204020203" pitchFamily="34" charset="-122"/>
                          <a:cs typeface="Times New Roman" panose="02020603050405020304" pitchFamily="18" charset="0"/>
                        </a:rPr>
                        <a:t>:?</a:t>
                      </a:r>
                      <a:endParaRPr kumimoji="0" lang="en-US" altLang="zh-CN" sz="2000" b="0" i="0" u="none" strike="noStrike" cap="none" normalizeH="0" baseline="0" dirty="0">
                        <a:ln>
                          <a:noFill/>
                        </a:ln>
                        <a:solidFill>
                          <a:srgbClr val="000000"/>
                        </a:solidFill>
                        <a:effectLst/>
                        <a:highlight>
                          <a:srgbClr val="00FFFF"/>
                        </a:highlight>
                        <a:latin typeface="微软雅黑 Light" panose="020B0502040204020203" pitchFamily="34" charset="-122"/>
                        <a:ea typeface="微软雅黑 Light" panose="020B0502040204020203" pitchFamily="34"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50838">
                <a:tc vMerge="1">
                  <a:tcPr/>
                </a:tc>
                <a:tc>
                  <a:txBody>
                    <a:bodyPr/>
                    <a:lstStyle>
                      <a:lvl1pPr marL="342900" indent="-342900">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80000"/>
                        <a:buFontTx/>
                        <a:buNone/>
                      </a:pPr>
                      <a:r>
                        <a:rPr kumimoji="0" lang="en-US" altLang="zh-CN" sz="2000" b="0" i="0" u="none" strike="noStrike" cap="none" normalizeH="0" baseline="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rPr>
                        <a:t>C</a:t>
                      </a:r>
                      <a:endParaRPr kumimoji="0" lang="en-US" altLang="zh-CN" sz="2000" b="0" i="0" u="none" strike="noStrike" cap="none" normalizeH="0" baseline="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80000"/>
                        <a:buFontTx/>
                        <a:buNone/>
                      </a:pPr>
                      <a:r>
                        <a:rPr kumimoji="0" lang="en-US" altLang="zh-CN" sz="2000" b="0" i="0" u="none" strike="noStrike" cap="none" normalizeH="0" baseline="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rPr>
                        <a:t>1:2:B</a:t>
                      </a:r>
                      <a:endParaRPr kumimoji="0" lang="en-US" altLang="zh-CN" sz="2000" b="0" i="0" u="none" strike="noStrike" cap="none" normalizeH="0" baseline="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80000"/>
                        <a:buFontTx/>
                        <a:buNone/>
                      </a:pPr>
                      <a:r>
                        <a:rPr kumimoji="0" lang="en-US" altLang="zh-CN" sz="2000" b="0" i="0" u="none" strike="noStrike" cap="none" normalizeH="0" baseline="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rPr>
                        <a:t>1:1:-</a:t>
                      </a:r>
                      <a:endParaRPr kumimoji="0" lang="en-US" altLang="zh-CN" sz="2000" b="0" i="0" u="none" strike="noStrike" cap="none" normalizeH="0" baseline="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80000"/>
                        <a:buFontTx/>
                        <a:buNone/>
                      </a:pPr>
                      <a:r>
                        <a:rPr kumimoji="0" lang="en-US" altLang="zh-CN" sz="2000" b="0" i="0" u="none" strike="noStrike" cap="none" normalizeH="0" baseline="0" dirty="0">
                          <a:ln>
                            <a:noFill/>
                          </a:ln>
                          <a:solidFill>
                            <a:srgbClr val="000000"/>
                          </a:solidFill>
                          <a:effectLst/>
                          <a:highlight>
                            <a:srgbClr val="00FFFF"/>
                          </a:highlight>
                          <a:latin typeface="微软雅黑 Light" panose="020B0502040204020203" pitchFamily="34" charset="-122"/>
                          <a:ea typeface="微软雅黑 Light" panose="020B0502040204020203" pitchFamily="34" charset="-122"/>
                          <a:cs typeface="Times New Roman" panose="02020603050405020304" pitchFamily="18" charset="0"/>
                        </a:rPr>
                        <a:t>3:</a:t>
                      </a:r>
                      <a:r>
                        <a:rPr kumimoji="0" lang="en-US" altLang="zh-CN" sz="2000" b="0" i="0" u="none" strike="noStrike" cap="none" normalizeH="0" baseline="0" dirty="0">
                          <a:ln>
                            <a:noFill/>
                          </a:ln>
                          <a:solidFill>
                            <a:srgbClr val="000000"/>
                          </a:solidFill>
                          <a:effectLst/>
                          <a:highlight>
                            <a:srgbClr val="00FFFF"/>
                          </a:highlight>
                          <a:latin typeface="微软雅黑 Light" panose="020B0502040204020203" pitchFamily="34" charset="-122"/>
                          <a:ea typeface="微软雅黑 Light" panose="020B0502040204020203" pitchFamily="34" charset="-122"/>
                          <a:cs typeface="Times New Roman" panose="02020603050405020304" pitchFamily="18" charset="0"/>
                          <a:sym typeface="Symbol" panose="05050102010706020507" pitchFamily="18" charset="2"/>
                        </a:rPr>
                        <a:t></a:t>
                      </a:r>
                      <a:r>
                        <a:rPr kumimoji="0" lang="en-US" altLang="zh-CN" sz="2000" b="0" i="0" u="none" strike="noStrike" cap="none" normalizeH="0" baseline="0" dirty="0">
                          <a:ln>
                            <a:noFill/>
                          </a:ln>
                          <a:solidFill>
                            <a:srgbClr val="000000"/>
                          </a:solidFill>
                          <a:effectLst/>
                          <a:highlight>
                            <a:srgbClr val="00FFFF"/>
                          </a:highlight>
                          <a:latin typeface="微软雅黑 Light" panose="020B0502040204020203" pitchFamily="34" charset="-122"/>
                          <a:ea typeface="微软雅黑 Light" panose="020B0502040204020203" pitchFamily="34" charset="-122"/>
                          <a:cs typeface="Times New Roman" panose="02020603050405020304" pitchFamily="18" charset="0"/>
                        </a:rPr>
                        <a:t>:?</a:t>
                      </a:r>
                      <a:endParaRPr kumimoji="0" lang="en-US" altLang="zh-CN" sz="2000" b="0" i="0" u="none" strike="noStrike" cap="none" normalizeH="0" baseline="0" dirty="0">
                        <a:ln>
                          <a:noFill/>
                        </a:ln>
                        <a:solidFill>
                          <a:srgbClr val="000000"/>
                        </a:solidFill>
                        <a:effectLst/>
                        <a:highlight>
                          <a:srgbClr val="00FFFF"/>
                        </a:highlight>
                        <a:latin typeface="微软雅黑 Light" panose="020B0502040204020203" pitchFamily="34" charset="-122"/>
                        <a:ea typeface="微软雅黑 Light" panose="020B0502040204020203" pitchFamily="34"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80000"/>
                        <a:buFontTx/>
                        <a:buNone/>
                      </a:pPr>
                      <a:r>
                        <a:rPr kumimoji="0" lang="en-US" altLang="zh-CN" sz="2000" b="0" i="0" u="none" strike="noStrike" cap="none" normalizeH="0" baseline="0" dirty="0">
                          <a:ln>
                            <a:noFill/>
                          </a:ln>
                          <a:solidFill>
                            <a:srgbClr val="000000"/>
                          </a:solidFill>
                          <a:effectLst/>
                          <a:highlight>
                            <a:srgbClr val="00FFFF"/>
                          </a:highlight>
                          <a:latin typeface="微软雅黑 Light" panose="020B0502040204020203" pitchFamily="34" charset="-122"/>
                          <a:ea typeface="微软雅黑 Light" panose="020B0502040204020203" pitchFamily="34" charset="-122"/>
                          <a:cs typeface="Times New Roman" panose="02020603050405020304" pitchFamily="18" charset="0"/>
                        </a:rPr>
                        <a:t>4:</a:t>
                      </a:r>
                      <a:r>
                        <a:rPr kumimoji="0" lang="en-US" altLang="zh-CN" sz="2000" b="0" i="0" u="none" strike="noStrike" cap="none" normalizeH="0" baseline="0" dirty="0">
                          <a:ln>
                            <a:noFill/>
                          </a:ln>
                          <a:solidFill>
                            <a:srgbClr val="000000"/>
                          </a:solidFill>
                          <a:effectLst/>
                          <a:highlight>
                            <a:srgbClr val="00FFFF"/>
                          </a:highlight>
                          <a:latin typeface="微软雅黑 Light" panose="020B0502040204020203" pitchFamily="34" charset="-122"/>
                          <a:ea typeface="微软雅黑 Light" panose="020B0502040204020203" pitchFamily="34" charset="-122"/>
                          <a:cs typeface="Times New Roman" panose="02020603050405020304" pitchFamily="18" charset="0"/>
                          <a:sym typeface="Symbol" panose="05050102010706020507" pitchFamily="18" charset="2"/>
                        </a:rPr>
                        <a:t></a:t>
                      </a:r>
                      <a:r>
                        <a:rPr kumimoji="0" lang="en-US" altLang="zh-CN" sz="2000" b="0" i="0" u="none" strike="noStrike" cap="none" normalizeH="0" baseline="0" dirty="0">
                          <a:ln>
                            <a:noFill/>
                          </a:ln>
                          <a:solidFill>
                            <a:srgbClr val="000000"/>
                          </a:solidFill>
                          <a:effectLst/>
                          <a:highlight>
                            <a:srgbClr val="00FFFF"/>
                          </a:highlight>
                          <a:latin typeface="微软雅黑 Light" panose="020B0502040204020203" pitchFamily="34" charset="-122"/>
                          <a:ea typeface="微软雅黑 Light" panose="020B0502040204020203" pitchFamily="34" charset="-122"/>
                          <a:cs typeface="Times New Roman" panose="02020603050405020304" pitchFamily="18" charset="0"/>
                        </a:rPr>
                        <a:t>:?</a:t>
                      </a:r>
                      <a:endParaRPr kumimoji="0" lang="en-US" altLang="zh-CN" sz="2000" b="0" i="0" u="none" strike="noStrike" cap="none" normalizeH="0" baseline="0" dirty="0">
                        <a:ln>
                          <a:noFill/>
                        </a:ln>
                        <a:solidFill>
                          <a:srgbClr val="000000"/>
                        </a:solidFill>
                        <a:effectLst/>
                        <a:highlight>
                          <a:srgbClr val="00FFFF"/>
                        </a:highlight>
                        <a:latin typeface="微软雅黑 Light" panose="020B0502040204020203" pitchFamily="34" charset="-122"/>
                        <a:ea typeface="微软雅黑 Light" panose="020B0502040204020203" pitchFamily="34"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80000"/>
                        <a:buFontTx/>
                        <a:buNone/>
                      </a:pPr>
                      <a:r>
                        <a:rPr kumimoji="0" lang="en-US" altLang="zh-CN" sz="2000" b="0" i="0" u="none" strike="noStrike" cap="none" normalizeH="0" baseline="0" dirty="0">
                          <a:ln>
                            <a:noFill/>
                          </a:ln>
                          <a:solidFill>
                            <a:srgbClr val="000000"/>
                          </a:solidFill>
                          <a:effectLst/>
                          <a:highlight>
                            <a:srgbClr val="00FFFF"/>
                          </a:highlight>
                          <a:latin typeface="微软雅黑 Light" panose="020B0502040204020203" pitchFamily="34" charset="-122"/>
                          <a:ea typeface="微软雅黑 Light" panose="020B0502040204020203" pitchFamily="34" charset="-122"/>
                          <a:cs typeface="Times New Roman" panose="02020603050405020304" pitchFamily="18" charset="0"/>
                        </a:rPr>
                        <a:t>5: </a:t>
                      </a:r>
                      <a:r>
                        <a:rPr kumimoji="0" lang="en-US" altLang="zh-CN" sz="2000" b="0" i="0" u="none" strike="noStrike" cap="none" normalizeH="0" baseline="0" dirty="0">
                          <a:ln>
                            <a:noFill/>
                          </a:ln>
                          <a:solidFill>
                            <a:srgbClr val="000000"/>
                          </a:solidFill>
                          <a:effectLst/>
                          <a:highlight>
                            <a:srgbClr val="00FFFF"/>
                          </a:highlight>
                          <a:latin typeface="微软雅黑 Light" panose="020B0502040204020203" pitchFamily="34" charset="-122"/>
                          <a:ea typeface="微软雅黑 Light" panose="020B0502040204020203" pitchFamily="34" charset="-122"/>
                          <a:cs typeface="Times New Roman" panose="02020603050405020304" pitchFamily="18" charset="0"/>
                          <a:sym typeface="Symbol" panose="05050102010706020507" pitchFamily="18" charset="2"/>
                        </a:rPr>
                        <a:t></a:t>
                      </a:r>
                      <a:r>
                        <a:rPr kumimoji="0" lang="en-US" altLang="zh-CN" sz="2000" b="0" i="0" u="none" strike="noStrike" cap="none" normalizeH="0" baseline="0" dirty="0">
                          <a:ln>
                            <a:noFill/>
                          </a:ln>
                          <a:solidFill>
                            <a:srgbClr val="000000"/>
                          </a:solidFill>
                          <a:effectLst/>
                          <a:highlight>
                            <a:srgbClr val="00FFFF"/>
                          </a:highlight>
                          <a:latin typeface="微软雅黑 Light" panose="020B0502040204020203" pitchFamily="34" charset="-122"/>
                          <a:ea typeface="微软雅黑 Light" panose="020B0502040204020203" pitchFamily="34" charset="-122"/>
                          <a:cs typeface="Times New Roman" panose="02020603050405020304" pitchFamily="18" charset="0"/>
                        </a:rPr>
                        <a:t> :?</a:t>
                      </a:r>
                      <a:endParaRPr kumimoji="0" lang="en-US" altLang="zh-CN" sz="2000" b="0" i="0" u="none" strike="noStrike" cap="none" normalizeH="0" baseline="0" dirty="0">
                        <a:ln>
                          <a:noFill/>
                        </a:ln>
                        <a:solidFill>
                          <a:srgbClr val="000000"/>
                        </a:solidFill>
                        <a:effectLst/>
                        <a:highlight>
                          <a:srgbClr val="00FFFF"/>
                        </a:highlight>
                        <a:latin typeface="微软雅黑 Light" panose="020B0502040204020203" pitchFamily="34" charset="-122"/>
                        <a:ea typeface="微软雅黑 Light" panose="020B0502040204020203" pitchFamily="34"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80000"/>
                        <a:buFontTx/>
                        <a:buNone/>
                      </a:pPr>
                      <a:r>
                        <a:rPr kumimoji="0" lang="en-US" altLang="zh-CN" sz="2000" b="0" i="0" u="none" strike="noStrike" cap="none" normalizeH="0" baseline="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rPr>
                        <a:t>6:1:-</a:t>
                      </a:r>
                      <a:endParaRPr kumimoji="0" lang="en-US" altLang="zh-CN" sz="2000" b="0" i="0" u="none" strike="noStrike" cap="none" normalizeH="0" baseline="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80000"/>
                        <a:buFontTx/>
                        <a:buNone/>
                      </a:pPr>
                      <a:r>
                        <a:rPr kumimoji="0" lang="en-US" altLang="zh-CN" sz="2000" b="0" i="0" u="none" strike="noStrike" cap="none" normalizeH="0" baseline="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rPr>
                        <a:t>7:2:D</a:t>
                      </a:r>
                      <a:endParaRPr kumimoji="0" lang="en-US" altLang="zh-CN" sz="2000" b="0" i="0" u="none" strike="noStrike" cap="none" normalizeH="0" baseline="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50838">
                <a:tc vMerge="1">
                  <a:tcPr/>
                </a:tc>
                <a:tc>
                  <a:txBody>
                    <a:bodyPr/>
                    <a:lstStyle>
                      <a:lvl1pPr marL="342900" indent="-342900">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80000"/>
                        <a:buFontTx/>
                        <a:buNone/>
                      </a:pPr>
                      <a:r>
                        <a:rPr kumimoji="0" lang="en-US" altLang="zh-CN" sz="2000" b="0" i="0" u="none" strike="noStrike" cap="none" normalizeH="0" baseline="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rPr>
                        <a:t>D</a:t>
                      </a:r>
                      <a:endParaRPr kumimoji="0" lang="en-US" altLang="zh-CN" sz="2000" b="0" i="0" u="none" strike="noStrike" cap="none" normalizeH="0" baseline="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80000"/>
                        <a:buFontTx/>
                        <a:buNone/>
                      </a:pPr>
                      <a:r>
                        <a:rPr kumimoji="0" lang="en-US" altLang="zh-CN" sz="2000" b="0" i="0" u="none" strike="noStrike" cap="none" normalizeH="0" baseline="0" dirty="0">
                          <a:ln>
                            <a:noFill/>
                          </a:ln>
                          <a:solidFill>
                            <a:srgbClr val="000000"/>
                          </a:solidFill>
                          <a:effectLst/>
                          <a:highlight>
                            <a:srgbClr val="00FFFF"/>
                          </a:highlight>
                          <a:latin typeface="微软雅黑 Light" panose="020B0502040204020203" pitchFamily="34" charset="-122"/>
                          <a:ea typeface="微软雅黑 Light" panose="020B0502040204020203" pitchFamily="34" charset="-122"/>
                          <a:cs typeface="Times New Roman" panose="02020603050405020304" pitchFamily="18" charset="0"/>
                        </a:rPr>
                        <a:t>1:</a:t>
                      </a:r>
                      <a:r>
                        <a:rPr kumimoji="0" lang="en-US" altLang="zh-CN" sz="2000" b="0" i="0" u="none" strike="noStrike" cap="none" normalizeH="0" baseline="0" dirty="0">
                          <a:ln>
                            <a:noFill/>
                          </a:ln>
                          <a:solidFill>
                            <a:srgbClr val="000000"/>
                          </a:solidFill>
                          <a:effectLst/>
                          <a:highlight>
                            <a:srgbClr val="00FFFF"/>
                          </a:highlight>
                          <a:latin typeface="微软雅黑 Light" panose="020B0502040204020203" pitchFamily="34" charset="-122"/>
                          <a:ea typeface="微软雅黑 Light" panose="020B0502040204020203" pitchFamily="34" charset="-122"/>
                          <a:cs typeface="Times New Roman" panose="02020603050405020304" pitchFamily="18" charset="0"/>
                          <a:sym typeface="Symbol" panose="05050102010706020507" pitchFamily="18" charset="2"/>
                        </a:rPr>
                        <a:t></a:t>
                      </a:r>
                      <a:r>
                        <a:rPr kumimoji="0" lang="en-US" altLang="zh-CN" sz="2000" b="0" i="0" u="none" strike="noStrike" cap="none" normalizeH="0" baseline="0" dirty="0">
                          <a:ln>
                            <a:noFill/>
                          </a:ln>
                          <a:solidFill>
                            <a:srgbClr val="000000"/>
                          </a:solidFill>
                          <a:effectLst/>
                          <a:highlight>
                            <a:srgbClr val="00FFFF"/>
                          </a:highlight>
                          <a:latin typeface="微软雅黑 Light" panose="020B0502040204020203" pitchFamily="34" charset="-122"/>
                          <a:ea typeface="微软雅黑 Light" panose="020B0502040204020203" pitchFamily="34" charset="-122"/>
                          <a:cs typeface="Times New Roman" panose="02020603050405020304" pitchFamily="18" charset="0"/>
                        </a:rPr>
                        <a:t>:?</a:t>
                      </a:r>
                      <a:endParaRPr kumimoji="0" lang="en-US" altLang="zh-CN" sz="2000" b="0" i="0" u="none" strike="noStrike" cap="none" normalizeH="0" baseline="0" dirty="0">
                        <a:ln>
                          <a:noFill/>
                        </a:ln>
                        <a:solidFill>
                          <a:srgbClr val="000000"/>
                        </a:solidFill>
                        <a:effectLst/>
                        <a:highlight>
                          <a:srgbClr val="00FFFF"/>
                        </a:highlight>
                        <a:latin typeface="微软雅黑 Light" panose="020B0502040204020203" pitchFamily="34" charset="-122"/>
                        <a:ea typeface="微软雅黑 Light" panose="020B0502040204020203" pitchFamily="34"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80000"/>
                        <a:buFontTx/>
                        <a:buNone/>
                      </a:pPr>
                      <a:r>
                        <a:rPr kumimoji="0" lang="en-US" altLang="zh-CN" sz="2000" b="0" i="0" u="none" strike="noStrike" cap="none" normalizeH="0" baseline="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rPr>
                        <a:t>2:2:C</a:t>
                      </a:r>
                      <a:endParaRPr kumimoji="0" lang="en-US" altLang="zh-CN" sz="2000" b="0" i="0" u="none" strike="noStrike" cap="none" normalizeH="0" baseline="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80000"/>
                        <a:buFontTx/>
                        <a:buNone/>
                      </a:pPr>
                      <a:r>
                        <a:rPr kumimoji="0" lang="en-US" altLang="zh-CN" sz="2000" b="0" i="0" u="none" strike="noStrike" cap="none" normalizeH="0" baseline="0" dirty="0">
                          <a:ln>
                            <a:noFill/>
                          </a:ln>
                          <a:solidFill>
                            <a:srgbClr val="000000"/>
                          </a:solidFill>
                          <a:effectLst/>
                          <a:highlight>
                            <a:srgbClr val="00FFFF"/>
                          </a:highlight>
                          <a:latin typeface="微软雅黑 Light" panose="020B0502040204020203" pitchFamily="34" charset="-122"/>
                          <a:ea typeface="微软雅黑 Light" panose="020B0502040204020203" pitchFamily="34" charset="-122"/>
                          <a:cs typeface="Times New Roman" panose="02020603050405020304" pitchFamily="18" charset="0"/>
                        </a:rPr>
                        <a:t>3:</a:t>
                      </a:r>
                      <a:r>
                        <a:rPr kumimoji="0" lang="en-US" altLang="zh-CN" sz="2000" b="0" i="0" u="none" strike="noStrike" cap="none" normalizeH="0" baseline="0" dirty="0">
                          <a:ln>
                            <a:noFill/>
                          </a:ln>
                          <a:solidFill>
                            <a:srgbClr val="000000"/>
                          </a:solidFill>
                          <a:effectLst/>
                          <a:highlight>
                            <a:srgbClr val="00FFFF"/>
                          </a:highlight>
                          <a:latin typeface="微软雅黑 Light" panose="020B0502040204020203" pitchFamily="34" charset="-122"/>
                          <a:ea typeface="微软雅黑 Light" panose="020B0502040204020203" pitchFamily="34" charset="-122"/>
                          <a:cs typeface="Times New Roman" panose="02020603050405020304" pitchFamily="18" charset="0"/>
                          <a:sym typeface="Symbol" panose="05050102010706020507" pitchFamily="18" charset="2"/>
                        </a:rPr>
                        <a:t></a:t>
                      </a:r>
                      <a:r>
                        <a:rPr kumimoji="0" lang="en-US" altLang="zh-CN" sz="2000" b="0" i="0" u="none" strike="noStrike" cap="none" normalizeH="0" baseline="0" dirty="0">
                          <a:ln>
                            <a:noFill/>
                          </a:ln>
                          <a:solidFill>
                            <a:srgbClr val="000000"/>
                          </a:solidFill>
                          <a:effectLst/>
                          <a:highlight>
                            <a:srgbClr val="00FFFF"/>
                          </a:highlight>
                          <a:latin typeface="微软雅黑 Light" panose="020B0502040204020203" pitchFamily="34" charset="-122"/>
                          <a:ea typeface="微软雅黑 Light" panose="020B0502040204020203" pitchFamily="34" charset="-122"/>
                          <a:cs typeface="Times New Roman" panose="02020603050405020304" pitchFamily="18" charset="0"/>
                        </a:rPr>
                        <a:t>:?</a:t>
                      </a:r>
                      <a:endParaRPr kumimoji="0" lang="en-US" altLang="zh-CN" sz="2000" b="0" i="0" u="none" strike="noStrike" cap="none" normalizeH="0" baseline="0" dirty="0">
                        <a:ln>
                          <a:noFill/>
                        </a:ln>
                        <a:solidFill>
                          <a:srgbClr val="000000"/>
                        </a:solidFill>
                        <a:effectLst/>
                        <a:highlight>
                          <a:srgbClr val="00FFFF"/>
                        </a:highlight>
                        <a:latin typeface="微软雅黑 Light" panose="020B0502040204020203" pitchFamily="34" charset="-122"/>
                        <a:ea typeface="微软雅黑 Light" panose="020B0502040204020203" pitchFamily="34"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80000"/>
                        <a:buFontTx/>
                        <a:buNone/>
                      </a:pPr>
                      <a:r>
                        <a:rPr kumimoji="0" lang="en-US" altLang="zh-CN" sz="2000" b="0" i="0" u="none" strike="noStrike" cap="none" normalizeH="0" baseline="0" dirty="0">
                          <a:ln>
                            <a:noFill/>
                          </a:ln>
                          <a:solidFill>
                            <a:srgbClr val="000000"/>
                          </a:solidFill>
                          <a:effectLst/>
                          <a:highlight>
                            <a:srgbClr val="00FFFF"/>
                          </a:highlight>
                          <a:latin typeface="微软雅黑 Light" panose="020B0502040204020203" pitchFamily="34" charset="-122"/>
                          <a:ea typeface="微软雅黑 Light" panose="020B0502040204020203" pitchFamily="34" charset="-122"/>
                          <a:cs typeface="Times New Roman" panose="02020603050405020304" pitchFamily="18" charset="0"/>
                        </a:rPr>
                        <a:t>4:</a:t>
                      </a:r>
                      <a:r>
                        <a:rPr kumimoji="0" lang="en-US" altLang="zh-CN" sz="2000" b="0" i="0" u="none" strike="noStrike" cap="none" normalizeH="0" baseline="0" dirty="0">
                          <a:ln>
                            <a:noFill/>
                          </a:ln>
                          <a:solidFill>
                            <a:srgbClr val="000000"/>
                          </a:solidFill>
                          <a:effectLst/>
                          <a:highlight>
                            <a:srgbClr val="00FFFF"/>
                          </a:highlight>
                          <a:latin typeface="微软雅黑 Light" panose="020B0502040204020203" pitchFamily="34" charset="-122"/>
                          <a:ea typeface="微软雅黑 Light" panose="020B0502040204020203" pitchFamily="34" charset="-122"/>
                          <a:cs typeface="Times New Roman" panose="02020603050405020304" pitchFamily="18" charset="0"/>
                          <a:sym typeface="Symbol" panose="05050102010706020507" pitchFamily="18" charset="2"/>
                        </a:rPr>
                        <a:t></a:t>
                      </a:r>
                      <a:r>
                        <a:rPr kumimoji="0" lang="en-US" altLang="zh-CN" sz="2000" b="0" i="0" u="none" strike="noStrike" cap="none" normalizeH="0" baseline="0" dirty="0">
                          <a:ln>
                            <a:noFill/>
                          </a:ln>
                          <a:solidFill>
                            <a:srgbClr val="000000"/>
                          </a:solidFill>
                          <a:effectLst/>
                          <a:highlight>
                            <a:srgbClr val="00FFFF"/>
                          </a:highlight>
                          <a:latin typeface="微软雅黑 Light" panose="020B0502040204020203" pitchFamily="34" charset="-122"/>
                          <a:ea typeface="微软雅黑 Light" panose="020B0502040204020203" pitchFamily="34" charset="-122"/>
                          <a:cs typeface="Times New Roman" panose="02020603050405020304" pitchFamily="18" charset="0"/>
                        </a:rPr>
                        <a:t>:?</a:t>
                      </a:r>
                      <a:endParaRPr kumimoji="0" lang="en-US" altLang="zh-CN" sz="2000" b="0" i="0" u="none" strike="noStrike" cap="none" normalizeH="0" baseline="0" dirty="0">
                        <a:ln>
                          <a:noFill/>
                        </a:ln>
                        <a:solidFill>
                          <a:srgbClr val="000000"/>
                        </a:solidFill>
                        <a:effectLst/>
                        <a:highlight>
                          <a:srgbClr val="00FFFF"/>
                        </a:highlight>
                        <a:latin typeface="微软雅黑 Light" panose="020B0502040204020203" pitchFamily="34" charset="-122"/>
                        <a:ea typeface="微软雅黑 Light" panose="020B0502040204020203" pitchFamily="34"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80000"/>
                        <a:buFontTx/>
                        <a:buNone/>
                      </a:pPr>
                      <a:r>
                        <a:rPr kumimoji="0" lang="en-US" altLang="zh-CN" sz="2000" b="0" i="0" u="none" strike="noStrike" cap="none" normalizeH="0" baseline="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rPr>
                        <a:t>5:2:E</a:t>
                      </a:r>
                      <a:endParaRPr kumimoji="0" lang="en-US" altLang="zh-CN" sz="2000" b="0" i="0" u="none" strike="noStrike" cap="none" normalizeH="0" baseline="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80000"/>
                        <a:buFontTx/>
                        <a:buNone/>
                      </a:pPr>
                      <a:r>
                        <a:rPr kumimoji="0" lang="en-US" altLang="zh-CN" sz="2000" b="0" i="0" u="none" strike="noStrike" cap="none" normalizeH="0" baseline="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rPr>
                        <a:t>6:1:-</a:t>
                      </a:r>
                      <a:endParaRPr kumimoji="0" lang="en-US" altLang="zh-CN" sz="2000" b="0" i="0" u="none" strike="noStrike" cap="none" normalizeH="0" baseline="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80000"/>
                        <a:buFontTx/>
                        <a:buNone/>
                      </a:pPr>
                      <a:r>
                        <a:rPr kumimoji="0" lang="en-US" altLang="zh-CN" sz="2000" b="0" i="0" u="none" strike="noStrike" cap="none" normalizeH="0" baseline="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rPr>
                        <a:t>7:1:-</a:t>
                      </a:r>
                      <a:endParaRPr kumimoji="0" lang="en-US" altLang="zh-CN" sz="2000" b="0" i="0" u="none" strike="noStrike" cap="none" normalizeH="0" baseline="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50838">
                <a:tc vMerge="1">
                  <a:tcPr/>
                </a:tc>
                <a:tc>
                  <a:txBody>
                    <a:bodyPr/>
                    <a:lstStyle>
                      <a:lvl1pPr marL="342900" indent="-342900">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80000"/>
                        <a:buFontTx/>
                        <a:buNone/>
                      </a:pPr>
                      <a:r>
                        <a:rPr kumimoji="0" lang="en-US" altLang="zh-CN" sz="2000" b="0" i="0" u="none" strike="noStrike" cap="none" normalizeH="0" baseline="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rPr>
                        <a:t>E</a:t>
                      </a:r>
                      <a:endParaRPr kumimoji="0" lang="en-US" altLang="zh-CN" sz="2000" b="0" i="0" u="none" strike="noStrike" cap="none" normalizeH="0" baseline="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80000"/>
                        <a:buFontTx/>
                        <a:buNone/>
                      </a:pPr>
                      <a:r>
                        <a:rPr kumimoji="0" lang="en-US" altLang="zh-CN" sz="2000" b="0" i="0" u="none" strike="noStrike" cap="none" normalizeH="0" baseline="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rPr>
                        <a:t>1:2:A</a:t>
                      </a:r>
                      <a:endParaRPr kumimoji="0" lang="en-US" altLang="zh-CN" sz="2000" b="0" i="0" u="none" strike="noStrike" cap="none" normalizeH="0" baseline="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80000"/>
                        <a:buFontTx/>
                        <a:buNone/>
                      </a:pPr>
                      <a:r>
                        <a:rPr kumimoji="0" lang="en-US" altLang="zh-CN" sz="2000" b="0" i="0" u="none" strike="noStrike" cap="none" normalizeH="0" baseline="0" dirty="0">
                          <a:ln>
                            <a:noFill/>
                          </a:ln>
                          <a:solidFill>
                            <a:srgbClr val="000000"/>
                          </a:solidFill>
                          <a:effectLst/>
                          <a:highlight>
                            <a:srgbClr val="00FFFF"/>
                          </a:highlight>
                          <a:latin typeface="微软雅黑 Light" panose="020B0502040204020203" pitchFamily="34" charset="-122"/>
                          <a:ea typeface="微软雅黑 Light" panose="020B0502040204020203" pitchFamily="34" charset="-122"/>
                          <a:cs typeface="Times New Roman" panose="02020603050405020304" pitchFamily="18" charset="0"/>
                        </a:rPr>
                        <a:t>2:</a:t>
                      </a:r>
                      <a:r>
                        <a:rPr kumimoji="0" lang="en-US" altLang="zh-CN" sz="2000" b="0" i="0" u="none" strike="noStrike" cap="none" normalizeH="0" baseline="0" dirty="0">
                          <a:ln>
                            <a:noFill/>
                          </a:ln>
                          <a:solidFill>
                            <a:srgbClr val="000000"/>
                          </a:solidFill>
                          <a:effectLst/>
                          <a:highlight>
                            <a:srgbClr val="00FFFF"/>
                          </a:highlight>
                          <a:latin typeface="微软雅黑 Light" panose="020B0502040204020203" pitchFamily="34" charset="-122"/>
                          <a:ea typeface="微软雅黑 Light" panose="020B0502040204020203" pitchFamily="34" charset="-122"/>
                          <a:cs typeface="Times New Roman" panose="02020603050405020304" pitchFamily="18" charset="0"/>
                          <a:sym typeface="Symbol" panose="05050102010706020507" pitchFamily="18" charset="2"/>
                        </a:rPr>
                        <a:t></a:t>
                      </a:r>
                      <a:r>
                        <a:rPr kumimoji="0" lang="en-US" altLang="zh-CN" sz="2000" b="0" i="0" u="none" strike="noStrike" cap="none" normalizeH="0" baseline="0" dirty="0">
                          <a:ln>
                            <a:noFill/>
                          </a:ln>
                          <a:solidFill>
                            <a:srgbClr val="000000"/>
                          </a:solidFill>
                          <a:effectLst/>
                          <a:highlight>
                            <a:srgbClr val="00FFFF"/>
                          </a:highlight>
                          <a:latin typeface="微软雅黑 Light" panose="020B0502040204020203" pitchFamily="34" charset="-122"/>
                          <a:ea typeface="微软雅黑 Light" panose="020B0502040204020203" pitchFamily="34" charset="-122"/>
                          <a:cs typeface="Times New Roman" panose="02020603050405020304" pitchFamily="18" charset="0"/>
                        </a:rPr>
                        <a:t>:?</a:t>
                      </a:r>
                      <a:endParaRPr kumimoji="0" lang="en-US" altLang="zh-CN" sz="2000" b="0" i="0" u="none" strike="noStrike" cap="none" normalizeH="0" baseline="0" dirty="0">
                        <a:ln>
                          <a:noFill/>
                        </a:ln>
                        <a:solidFill>
                          <a:srgbClr val="000000"/>
                        </a:solidFill>
                        <a:effectLst/>
                        <a:highlight>
                          <a:srgbClr val="00FFFF"/>
                        </a:highlight>
                        <a:latin typeface="微软雅黑 Light" panose="020B0502040204020203" pitchFamily="34" charset="-122"/>
                        <a:ea typeface="微软雅黑 Light" panose="020B0502040204020203" pitchFamily="34"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80000"/>
                        <a:buFontTx/>
                        <a:buNone/>
                      </a:pPr>
                      <a:r>
                        <a:rPr kumimoji="0" lang="en-US" altLang="zh-CN" sz="2000" b="0" i="0" u="none" strike="noStrike" cap="none" normalizeH="0" baseline="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rPr>
                        <a:t>3:2:A</a:t>
                      </a:r>
                      <a:endParaRPr kumimoji="0" lang="en-US" altLang="zh-CN" sz="2000" b="0" i="0" u="none" strike="noStrike" cap="none" normalizeH="0" baseline="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80000"/>
                        <a:buFontTx/>
                        <a:buNone/>
                      </a:pPr>
                      <a:r>
                        <a:rPr kumimoji="0" lang="en-US" altLang="zh-CN" sz="2000" b="0" i="0" u="none" strike="noStrike" cap="none" normalizeH="0" baseline="0" dirty="0">
                          <a:ln>
                            <a:noFill/>
                          </a:ln>
                          <a:solidFill>
                            <a:srgbClr val="000000"/>
                          </a:solidFill>
                          <a:effectLst/>
                          <a:highlight>
                            <a:srgbClr val="00FFFF"/>
                          </a:highlight>
                          <a:latin typeface="微软雅黑 Light" panose="020B0502040204020203" pitchFamily="34" charset="-122"/>
                          <a:ea typeface="微软雅黑 Light" panose="020B0502040204020203" pitchFamily="34" charset="-122"/>
                          <a:cs typeface="Times New Roman" panose="02020603050405020304" pitchFamily="18" charset="0"/>
                        </a:rPr>
                        <a:t>4:</a:t>
                      </a:r>
                      <a:r>
                        <a:rPr kumimoji="0" lang="en-US" altLang="zh-CN" sz="2000" b="0" i="0" u="none" strike="noStrike" cap="none" normalizeH="0" baseline="0" dirty="0">
                          <a:ln>
                            <a:noFill/>
                          </a:ln>
                          <a:solidFill>
                            <a:srgbClr val="000000"/>
                          </a:solidFill>
                          <a:effectLst/>
                          <a:highlight>
                            <a:srgbClr val="00FFFF"/>
                          </a:highlight>
                          <a:latin typeface="微软雅黑 Light" panose="020B0502040204020203" pitchFamily="34" charset="-122"/>
                          <a:ea typeface="微软雅黑 Light" panose="020B0502040204020203" pitchFamily="34" charset="-122"/>
                          <a:cs typeface="Times New Roman" panose="02020603050405020304" pitchFamily="18" charset="0"/>
                          <a:sym typeface="Symbol" panose="05050102010706020507" pitchFamily="18" charset="2"/>
                        </a:rPr>
                        <a:t></a:t>
                      </a:r>
                      <a:r>
                        <a:rPr kumimoji="0" lang="en-US" altLang="zh-CN" sz="2000" b="0" i="0" u="none" strike="noStrike" cap="none" normalizeH="0" baseline="0" dirty="0">
                          <a:ln>
                            <a:noFill/>
                          </a:ln>
                          <a:solidFill>
                            <a:srgbClr val="000000"/>
                          </a:solidFill>
                          <a:effectLst/>
                          <a:highlight>
                            <a:srgbClr val="00FFFF"/>
                          </a:highlight>
                          <a:latin typeface="微软雅黑 Light" panose="020B0502040204020203" pitchFamily="34" charset="-122"/>
                          <a:ea typeface="微软雅黑 Light" panose="020B0502040204020203" pitchFamily="34" charset="-122"/>
                          <a:cs typeface="Times New Roman" panose="02020603050405020304" pitchFamily="18" charset="0"/>
                        </a:rPr>
                        <a:t>:?</a:t>
                      </a:r>
                      <a:endParaRPr kumimoji="0" lang="en-US" altLang="zh-CN" sz="2000" b="0" i="0" u="none" strike="noStrike" cap="none" normalizeH="0" baseline="0" dirty="0">
                        <a:ln>
                          <a:noFill/>
                        </a:ln>
                        <a:solidFill>
                          <a:srgbClr val="000000"/>
                        </a:solidFill>
                        <a:effectLst/>
                        <a:highlight>
                          <a:srgbClr val="00FFFF"/>
                        </a:highlight>
                        <a:latin typeface="微软雅黑 Light" panose="020B0502040204020203" pitchFamily="34" charset="-122"/>
                        <a:ea typeface="微软雅黑 Light" panose="020B0502040204020203" pitchFamily="34"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80000"/>
                        <a:buFontTx/>
                        <a:buNone/>
                      </a:pPr>
                      <a:r>
                        <a:rPr kumimoji="0" lang="en-US" altLang="zh-CN" sz="2000" b="0" i="0" u="none" strike="noStrike" cap="none" normalizeH="0" baseline="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rPr>
                        <a:t>5:1:-</a:t>
                      </a:r>
                      <a:endParaRPr kumimoji="0" lang="en-US" altLang="zh-CN" sz="2000" b="0" i="0" u="none" strike="noStrike" cap="none" normalizeH="0" baseline="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80000"/>
                        <a:buFontTx/>
                        <a:buNone/>
                      </a:pPr>
                      <a:r>
                        <a:rPr kumimoji="0" lang="en-US" altLang="zh-CN" sz="2000" b="0" i="0" u="none" strike="noStrike" cap="none" normalizeH="0" baseline="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rPr>
                        <a:t>6:2:D</a:t>
                      </a:r>
                      <a:endParaRPr kumimoji="0" lang="en-US" altLang="zh-CN" sz="2000" b="0" i="0" u="none" strike="noStrike" cap="none" normalizeH="0" baseline="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80000"/>
                        <a:buFontTx/>
                        <a:buNone/>
                      </a:pPr>
                      <a:r>
                        <a:rPr kumimoji="0" lang="en-US" altLang="zh-CN" sz="2000" b="0" i="0" u="none" strike="noStrike" cap="none" normalizeH="0" baseline="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rPr>
                        <a:t>7:1:-</a:t>
                      </a:r>
                      <a:endParaRPr kumimoji="0" lang="en-US" altLang="zh-CN" sz="2000" b="0" i="0" u="none" strike="noStrike" cap="none" normalizeH="0" baseline="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50838">
                <a:tc vMerge="1">
                  <a:tcPr/>
                </a:tc>
                <a:tc>
                  <a:txBody>
                    <a:bodyPr/>
                    <a:lstStyle>
                      <a:lvl1pPr marL="342900" indent="-342900">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80000"/>
                        <a:buFontTx/>
                        <a:buNone/>
                      </a:pPr>
                      <a:r>
                        <a:rPr kumimoji="0" lang="en-US" altLang="zh-CN" sz="2000" b="0" i="0" u="none" strike="noStrike" cap="none" normalizeH="0" baseline="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rPr>
                        <a:t>F</a:t>
                      </a:r>
                      <a:endParaRPr kumimoji="0" lang="en-US" altLang="zh-CN" sz="2000" b="0" i="0" u="none" strike="noStrike" cap="none" normalizeH="0" baseline="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80000"/>
                        <a:buFontTx/>
                        <a:buNone/>
                      </a:pPr>
                      <a:r>
                        <a:rPr kumimoji="0" lang="en-US" altLang="zh-CN" sz="2000" b="0" i="0" u="none" strike="noStrike" cap="none" normalizeH="0" baseline="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rPr>
                        <a:t>1:2:A</a:t>
                      </a:r>
                      <a:endParaRPr kumimoji="0" lang="en-US" altLang="zh-CN" sz="2000" b="0" i="0" u="none" strike="noStrike" cap="none" normalizeH="0" baseline="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80000"/>
                        <a:buFontTx/>
                        <a:buNone/>
                      </a:pPr>
                      <a:r>
                        <a:rPr kumimoji="0" lang="en-US" altLang="zh-CN" sz="2000" b="0" i="0" u="none" strike="noStrike" cap="none" normalizeH="0" baseline="0" dirty="0">
                          <a:ln>
                            <a:noFill/>
                          </a:ln>
                          <a:solidFill>
                            <a:srgbClr val="000000"/>
                          </a:solidFill>
                          <a:effectLst/>
                          <a:highlight>
                            <a:srgbClr val="00FFFF"/>
                          </a:highlight>
                          <a:latin typeface="微软雅黑 Light" panose="020B0502040204020203" pitchFamily="34" charset="-122"/>
                          <a:ea typeface="微软雅黑 Light" panose="020B0502040204020203" pitchFamily="34" charset="-122"/>
                          <a:cs typeface="Times New Roman" panose="02020603050405020304" pitchFamily="18" charset="0"/>
                        </a:rPr>
                        <a:t>2:</a:t>
                      </a:r>
                      <a:r>
                        <a:rPr kumimoji="0" lang="en-US" altLang="zh-CN" sz="2000" b="0" i="0" u="none" strike="noStrike" cap="none" normalizeH="0" baseline="0" dirty="0">
                          <a:ln>
                            <a:noFill/>
                          </a:ln>
                          <a:solidFill>
                            <a:srgbClr val="000000"/>
                          </a:solidFill>
                          <a:effectLst/>
                          <a:highlight>
                            <a:srgbClr val="00FFFF"/>
                          </a:highlight>
                          <a:latin typeface="微软雅黑 Light" panose="020B0502040204020203" pitchFamily="34" charset="-122"/>
                          <a:ea typeface="微软雅黑 Light" panose="020B0502040204020203" pitchFamily="34" charset="-122"/>
                          <a:cs typeface="Times New Roman" panose="02020603050405020304" pitchFamily="18" charset="0"/>
                          <a:sym typeface="Symbol" panose="05050102010706020507" pitchFamily="18" charset="2"/>
                        </a:rPr>
                        <a:t></a:t>
                      </a:r>
                      <a:r>
                        <a:rPr kumimoji="0" lang="en-US" altLang="zh-CN" sz="2000" b="0" i="0" u="none" strike="noStrike" cap="none" normalizeH="0" baseline="0" dirty="0">
                          <a:ln>
                            <a:noFill/>
                          </a:ln>
                          <a:solidFill>
                            <a:srgbClr val="000000"/>
                          </a:solidFill>
                          <a:effectLst/>
                          <a:highlight>
                            <a:srgbClr val="00FFFF"/>
                          </a:highlight>
                          <a:latin typeface="微软雅黑 Light" panose="020B0502040204020203" pitchFamily="34" charset="-122"/>
                          <a:ea typeface="微软雅黑 Light" panose="020B0502040204020203" pitchFamily="34" charset="-122"/>
                          <a:cs typeface="Times New Roman" panose="02020603050405020304" pitchFamily="18" charset="0"/>
                        </a:rPr>
                        <a:t>:?</a:t>
                      </a:r>
                      <a:endParaRPr kumimoji="0" lang="en-US" altLang="zh-CN" sz="2000" b="0" i="0" u="none" strike="noStrike" cap="none" normalizeH="0" baseline="0" dirty="0">
                        <a:ln>
                          <a:noFill/>
                        </a:ln>
                        <a:solidFill>
                          <a:srgbClr val="000000"/>
                        </a:solidFill>
                        <a:effectLst/>
                        <a:highlight>
                          <a:srgbClr val="00FFFF"/>
                        </a:highlight>
                        <a:latin typeface="微软雅黑 Light" panose="020B0502040204020203" pitchFamily="34" charset="-122"/>
                        <a:ea typeface="微软雅黑 Light" panose="020B0502040204020203" pitchFamily="34"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80000"/>
                        <a:buFontTx/>
                        <a:buNone/>
                      </a:pPr>
                      <a:r>
                        <a:rPr kumimoji="0" lang="en-US" altLang="zh-CN" sz="2000" b="0" i="0" u="none" strike="noStrike" cap="none" normalizeH="0" baseline="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rPr>
                        <a:t>3:1:-</a:t>
                      </a:r>
                      <a:endParaRPr kumimoji="0" lang="en-US" altLang="zh-CN" sz="2000" b="0" i="0" u="none" strike="noStrike" cap="none" normalizeH="0" baseline="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80000"/>
                        <a:buFontTx/>
                        <a:buNone/>
                      </a:pPr>
                      <a:r>
                        <a:rPr kumimoji="0" lang="en-US" altLang="zh-CN" sz="2000" b="0" i="0" u="none" strike="noStrike" cap="none" normalizeH="0" baseline="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rPr>
                        <a:t>4:1:-</a:t>
                      </a:r>
                      <a:endParaRPr kumimoji="0" lang="en-US" altLang="zh-CN" sz="2000" b="0" i="0" u="none" strike="noStrike" cap="none" normalizeH="0" baseline="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80000"/>
                        <a:buFontTx/>
                        <a:buNone/>
                      </a:pPr>
                      <a:r>
                        <a:rPr kumimoji="0" lang="en-US" altLang="zh-CN" sz="2000" b="0" i="0" u="none" strike="noStrike" cap="none" normalizeH="0" baseline="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rPr>
                        <a:t>5:2:A</a:t>
                      </a:r>
                      <a:endParaRPr kumimoji="0" lang="en-US" altLang="zh-CN" sz="2000" b="0" i="0" u="none" strike="noStrike" cap="none" normalizeH="0" baseline="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80000"/>
                        <a:buFontTx/>
                        <a:buNone/>
                      </a:pPr>
                      <a:r>
                        <a:rPr kumimoji="0" lang="en-US" altLang="zh-CN" sz="2000" b="0" i="0" u="none" strike="noStrike" cap="none" normalizeH="0" baseline="0" dirty="0">
                          <a:ln>
                            <a:noFill/>
                          </a:ln>
                          <a:solidFill>
                            <a:srgbClr val="000000"/>
                          </a:solidFill>
                          <a:effectLst/>
                          <a:highlight>
                            <a:srgbClr val="00FFFF"/>
                          </a:highlight>
                          <a:latin typeface="微软雅黑 Light" panose="020B0502040204020203" pitchFamily="34" charset="-122"/>
                          <a:ea typeface="微软雅黑 Light" panose="020B0502040204020203" pitchFamily="34" charset="-122"/>
                          <a:cs typeface="Times New Roman" panose="02020603050405020304" pitchFamily="18" charset="0"/>
                        </a:rPr>
                        <a:t>6:</a:t>
                      </a:r>
                      <a:r>
                        <a:rPr kumimoji="0" lang="en-US" altLang="zh-CN" sz="2000" b="0" i="0" u="none" strike="noStrike" cap="none" normalizeH="0" baseline="0" dirty="0">
                          <a:ln>
                            <a:noFill/>
                          </a:ln>
                          <a:solidFill>
                            <a:srgbClr val="000000"/>
                          </a:solidFill>
                          <a:effectLst/>
                          <a:highlight>
                            <a:srgbClr val="00FFFF"/>
                          </a:highlight>
                          <a:latin typeface="微软雅黑 Light" panose="020B0502040204020203" pitchFamily="34" charset="-122"/>
                          <a:ea typeface="微软雅黑 Light" panose="020B0502040204020203" pitchFamily="34" charset="-122"/>
                          <a:cs typeface="Times New Roman" panose="02020603050405020304" pitchFamily="18" charset="0"/>
                          <a:sym typeface="Symbol" panose="05050102010706020507" pitchFamily="18" charset="2"/>
                        </a:rPr>
                        <a:t></a:t>
                      </a:r>
                      <a:r>
                        <a:rPr kumimoji="0" lang="en-US" altLang="zh-CN" sz="2000" b="0" i="0" u="none" strike="noStrike" cap="none" normalizeH="0" baseline="0" dirty="0">
                          <a:ln>
                            <a:noFill/>
                          </a:ln>
                          <a:solidFill>
                            <a:srgbClr val="000000"/>
                          </a:solidFill>
                          <a:effectLst/>
                          <a:highlight>
                            <a:srgbClr val="00FFFF"/>
                          </a:highlight>
                          <a:latin typeface="微软雅黑 Light" panose="020B0502040204020203" pitchFamily="34" charset="-122"/>
                          <a:ea typeface="微软雅黑 Light" panose="020B0502040204020203" pitchFamily="34" charset="-122"/>
                          <a:cs typeface="Times New Roman" panose="02020603050405020304" pitchFamily="18" charset="0"/>
                        </a:rPr>
                        <a:t>:?</a:t>
                      </a:r>
                      <a:endParaRPr kumimoji="0" lang="en-US" altLang="zh-CN" sz="2000" b="0" i="0" u="none" strike="noStrike" cap="none" normalizeH="0" baseline="0" dirty="0">
                        <a:ln>
                          <a:noFill/>
                        </a:ln>
                        <a:solidFill>
                          <a:srgbClr val="000000"/>
                        </a:solidFill>
                        <a:effectLst/>
                        <a:highlight>
                          <a:srgbClr val="00FFFF"/>
                        </a:highlight>
                        <a:latin typeface="微软雅黑 Light" panose="020B0502040204020203" pitchFamily="34" charset="-122"/>
                        <a:ea typeface="微软雅黑 Light" panose="020B0502040204020203" pitchFamily="34"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80000"/>
                        <a:buFontTx/>
                        <a:buNone/>
                      </a:pPr>
                      <a:r>
                        <a:rPr kumimoji="0" lang="en-US" altLang="zh-CN" sz="2000" b="0" i="0" u="none" strike="noStrike" cap="none" normalizeH="0" baseline="0" dirty="0">
                          <a:ln>
                            <a:noFill/>
                          </a:ln>
                          <a:solidFill>
                            <a:srgbClr val="000000"/>
                          </a:solidFill>
                          <a:effectLst/>
                          <a:highlight>
                            <a:srgbClr val="00FFFF"/>
                          </a:highlight>
                          <a:latin typeface="微软雅黑 Light" panose="020B0502040204020203" pitchFamily="34" charset="-122"/>
                          <a:ea typeface="微软雅黑 Light" panose="020B0502040204020203" pitchFamily="34" charset="-122"/>
                          <a:cs typeface="Times New Roman" panose="02020603050405020304" pitchFamily="18" charset="0"/>
                        </a:rPr>
                        <a:t>7:</a:t>
                      </a:r>
                      <a:r>
                        <a:rPr kumimoji="0" lang="en-US" altLang="zh-CN" sz="2000" b="0" i="0" u="none" strike="noStrike" cap="none" normalizeH="0" baseline="0" dirty="0">
                          <a:ln>
                            <a:noFill/>
                          </a:ln>
                          <a:solidFill>
                            <a:srgbClr val="000000"/>
                          </a:solidFill>
                          <a:effectLst/>
                          <a:highlight>
                            <a:srgbClr val="00FFFF"/>
                          </a:highlight>
                          <a:latin typeface="微软雅黑 Light" panose="020B0502040204020203" pitchFamily="34" charset="-122"/>
                          <a:ea typeface="微软雅黑 Light" panose="020B0502040204020203" pitchFamily="34" charset="-122"/>
                          <a:cs typeface="Times New Roman" panose="02020603050405020304" pitchFamily="18" charset="0"/>
                          <a:sym typeface="Symbol" panose="05050102010706020507" pitchFamily="18" charset="2"/>
                        </a:rPr>
                        <a:t></a:t>
                      </a:r>
                      <a:r>
                        <a:rPr kumimoji="0" lang="en-US" altLang="zh-CN" sz="2000" b="0" i="0" u="none" strike="noStrike" cap="none" normalizeH="0" baseline="0" dirty="0">
                          <a:ln>
                            <a:noFill/>
                          </a:ln>
                          <a:solidFill>
                            <a:srgbClr val="000000"/>
                          </a:solidFill>
                          <a:effectLst/>
                          <a:highlight>
                            <a:srgbClr val="00FFFF"/>
                          </a:highlight>
                          <a:latin typeface="微软雅黑 Light" panose="020B0502040204020203" pitchFamily="34" charset="-122"/>
                          <a:ea typeface="微软雅黑 Light" panose="020B0502040204020203" pitchFamily="34" charset="-122"/>
                          <a:cs typeface="Times New Roman" panose="02020603050405020304" pitchFamily="18" charset="0"/>
                        </a:rPr>
                        <a:t>:?</a:t>
                      </a:r>
                      <a:endParaRPr kumimoji="0" lang="en-US" altLang="zh-CN" sz="2000" b="0" i="0" u="none" strike="noStrike" cap="none" normalizeH="0" baseline="0" dirty="0">
                        <a:ln>
                          <a:noFill/>
                        </a:ln>
                        <a:solidFill>
                          <a:srgbClr val="000000"/>
                        </a:solidFill>
                        <a:effectLst/>
                        <a:highlight>
                          <a:srgbClr val="00FFFF"/>
                        </a:highlight>
                        <a:latin typeface="微软雅黑 Light" panose="020B0502040204020203" pitchFamily="34" charset="-122"/>
                        <a:ea typeface="微软雅黑 Light" panose="020B0502040204020203" pitchFamily="34"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bl>
          </a:graphicData>
        </a:graphic>
      </p:graphicFrame>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pPr>
              <a:defRPr/>
            </a:pPr>
            <a:fld id="{816960B2-2B11-492C-B588-5290E1274F96}" type="slidenum">
              <a:rPr lang="en-US" altLang="zh-CN" smtClean="0"/>
            </a:fld>
            <a:endParaRPr lang="en-US" altLang="zh-CN" dirty="0"/>
          </a:p>
        </p:txBody>
      </p:sp>
      <p:sp>
        <p:nvSpPr>
          <p:cNvPr id="5" name="标题 1"/>
          <p:cNvSpPr>
            <a:spLocks noGrp="1"/>
          </p:cNvSpPr>
          <p:nvPr>
            <p:ph type="title"/>
          </p:nvPr>
        </p:nvSpPr>
        <p:spPr>
          <a:xfrm>
            <a:off x="431800" y="71438"/>
            <a:ext cx="11328400" cy="765175"/>
          </a:xfrm>
        </p:spPr>
        <p:txBody>
          <a:bodyPr/>
          <a:lstStyle/>
          <a:p>
            <a:r>
              <a:rPr lang="zh-CN" altLang="en-US" dirty="0"/>
              <a:t>路由表的创建与更新</a:t>
            </a:r>
            <a:r>
              <a:rPr lang="en-US" altLang="zh-CN" dirty="0"/>
              <a:t>(</a:t>
            </a:r>
            <a:r>
              <a:rPr lang="zh-CN" altLang="en-US" dirty="0"/>
              <a:t>轮次</a:t>
            </a:r>
            <a:r>
              <a:rPr lang="en-US" altLang="zh-CN" dirty="0"/>
              <a:t>2</a:t>
            </a:r>
            <a:r>
              <a:rPr lang="zh-CN" altLang="en-US" dirty="0"/>
              <a:t>、</a:t>
            </a:r>
            <a:r>
              <a:rPr lang="en-US" altLang="zh-CN" dirty="0"/>
              <a:t>3)</a:t>
            </a:r>
            <a:endParaRPr lang="zh-CN" altLang="en-US" dirty="0"/>
          </a:p>
        </p:txBody>
      </p:sp>
      <p:graphicFrame>
        <p:nvGraphicFramePr>
          <p:cNvPr id="6" name="Group 372"/>
          <p:cNvGraphicFramePr/>
          <p:nvPr/>
        </p:nvGraphicFramePr>
        <p:xfrm>
          <a:off x="1992313" y="1044576"/>
          <a:ext cx="8267700" cy="5573280"/>
        </p:xfrm>
        <a:graphic>
          <a:graphicData uri="http://schemas.openxmlformats.org/drawingml/2006/table">
            <a:tbl>
              <a:tblPr/>
              <a:tblGrid>
                <a:gridCol w="431800"/>
                <a:gridCol w="1060450"/>
                <a:gridCol w="1001712"/>
                <a:gridCol w="962025"/>
                <a:gridCol w="963613"/>
                <a:gridCol w="962025"/>
                <a:gridCol w="962025"/>
                <a:gridCol w="962025"/>
                <a:gridCol w="962025"/>
              </a:tblGrid>
              <a:tr h="350838">
                <a:tc rowSpan="2">
                  <a:txBody>
                    <a:bodyPr/>
                    <a:lstStyle>
                      <a:lvl1pPr>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819150" indent="-285750">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227455" indent="-228600">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35125" indent="-228600">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80000"/>
                        <a:buFontTx/>
                        <a:buNone/>
                      </a:pPr>
                      <a:r>
                        <a:rPr kumimoji="0" lang="zh-CN" altLang="en-US" sz="2000" b="0" i="0" u="none" strike="noStrike" cap="none" normalizeH="0" baseline="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rPr>
                        <a:t>轮次</a:t>
                      </a:r>
                      <a:endParaRPr kumimoji="0" lang="zh-CN" altLang="en-US" sz="2000" b="0" i="0" u="none" strike="noStrike" cap="none" normalizeH="0" baseline="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endParaRPr>
                    </a:p>
                  </a:txBody>
                  <a:tcPr marL="90000" marR="90000" marT="46800" marB="46800"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chemeClr val="tx1"/>
                      </a:solidFill>
                      <a:prstDash val="solid"/>
                      <a:round/>
                      <a:headEnd type="none" w="sm" len="sm"/>
                      <a:tailEnd type="none" w="sm" len="sm"/>
                    </a:lnB>
                    <a:lnTlToBr>
                      <a:noFill/>
                    </a:lnTlToBr>
                    <a:lnBlToTr>
                      <a:noFill/>
                    </a:lnBlToTr>
                    <a:noFill/>
                  </a:tcPr>
                </a:tc>
                <a:tc rowSpan="2">
                  <a:txBody>
                    <a:bodyPr/>
                    <a:lstStyle>
                      <a:lvl1pPr>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1186180" indent="-285750">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593850" indent="-228600">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2002155" indent="-228600">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409825" indent="-228600">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867025"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3324225"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781425"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4238625"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80000"/>
                        <a:buFontTx/>
                        <a:buNone/>
                      </a:pPr>
                      <a:r>
                        <a:rPr kumimoji="0" lang="zh-CN" altLang="en-US" sz="2000" b="0" i="0" u="none" strike="noStrike" cap="none" normalizeH="0" baseline="0">
                          <a:ln>
                            <a:noFill/>
                          </a:ln>
                          <a:solidFill>
                            <a:srgbClr val="000000"/>
                          </a:solidFill>
                          <a:effectLst/>
                          <a:latin typeface="微软雅黑 Light" panose="020B0502040204020203" pitchFamily="34" charset="-122"/>
                          <a:ea typeface="微软雅黑 Light" panose="020B0502040204020203" pitchFamily="34" charset="-122"/>
                        </a:rPr>
                        <a:t>路由器</a:t>
                      </a:r>
                      <a:endParaRPr kumimoji="0" lang="zh-CN" altLang="en-US" sz="2000" b="0" i="0" u="none" strike="noStrike" cap="none" normalizeH="0" baseline="0">
                        <a:ln>
                          <a:noFill/>
                        </a:ln>
                        <a:solidFill>
                          <a:srgbClr val="000000"/>
                        </a:solidFill>
                        <a:effectLst/>
                        <a:latin typeface="微软雅黑 Light" panose="020B0502040204020203" pitchFamily="34" charset="-122"/>
                        <a:ea typeface="微软雅黑 Light" panose="020B0502040204020203" pitchFamily="34" charset="-122"/>
                      </a:endParaRPr>
                    </a:p>
                  </a:txBody>
                  <a:tcPr marL="90000" marR="90000" marT="46800" marB="46800"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chemeClr val="tx1"/>
                      </a:solidFill>
                      <a:prstDash val="solid"/>
                      <a:round/>
                      <a:headEnd type="none" w="sm" len="sm"/>
                      <a:tailEnd type="none" w="sm" len="sm"/>
                    </a:lnB>
                    <a:lnTlToBr>
                      <a:noFill/>
                    </a:lnTlToBr>
                    <a:lnBlToTr>
                      <a:noFill/>
                    </a:lnBlToTr>
                    <a:noFill/>
                  </a:tcPr>
                </a:tc>
                <a:tc gridSpan="7">
                  <a:txBody>
                    <a:bodyPr/>
                    <a:lstStyle>
                      <a:lvl1pPr marL="342900" indent="-342900">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80000"/>
                        <a:buFontTx/>
                        <a:buNone/>
                      </a:pPr>
                      <a:r>
                        <a:rPr kumimoji="0" lang="zh-CN" altLang="en-US" sz="2000" b="0" i="0" u="none" strike="noStrike" cap="none" normalizeH="0" baseline="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rPr>
                        <a:t>目的网络</a:t>
                      </a:r>
                      <a:endParaRPr kumimoji="0" lang="zh-CN" altLang="en-US" sz="2000" b="0" i="0" u="none" strike="noStrike" cap="none" normalizeH="0" baseline="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cPr/>
                </a:tc>
                <a:tc hMerge="1">
                  <a:tcPr/>
                </a:tc>
                <a:tc hMerge="1">
                  <a:tcPr/>
                </a:tc>
                <a:tc hMerge="1">
                  <a:tcPr/>
                </a:tc>
                <a:tc hMerge="1">
                  <a:tcPr/>
                </a:tc>
                <a:tc hMerge="1">
                  <a:tcPr/>
                </a:tc>
              </a:tr>
              <a:tr h="363538">
                <a:tc vMerge="1">
                  <a:tcPr/>
                </a:tc>
                <a:tc vMerge="1">
                  <a:tcPr/>
                </a:tc>
                <a:tc>
                  <a:txBody>
                    <a:bodyPr/>
                    <a:lstStyle>
                      <a:lvl1pPr marL="342900" indent="-342900">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80000"/>
                        <a:buFontTx/>
                        <a:buNone/>
                      </a:pPr>
                      <a:r>
                        <a:rPr kumimoji="0" lang="en-US" altLang="zh-CN" sz="2000" b="0" i="0" u="none" strike="noStrike" cap="none" normalizeH="0" baseline="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rPr>
                        <a:t>1</a:t>
                      </a:r>
                      <a:endParaRPr kumimoji="0" lang="en-US" altLang="zh-CN" sz="2000" b="0" i="0" u="none" strike="noStrike" cap="none" normalizeH="0" baseline="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sm" len="sm"/>
                      <a:tailEnd type="none" w="sm" len="sm"/>
                    </a:lnB>
                    <a:lnTlToBr>
                      <a:noFill/>
                    </a:lnTlToBr>
                    <a:lnBlToTr>
                      <a:noFill/>
                    </a:lnBlToTr>
                    <a:noFill/>
                  </a:tcPr>
                </a:tc>
                <a:tc>
                  <a:txBody>
                    <a:bodyPr/>
                    <a:lstStyle>
                      <a:lvl1pPr marL="342900" indent="-342900">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80000"/>
                        <a:buFontTx/>
                        <a:buNone/>
                      </a:pPr>
                      <a:r>
                        <a:rPr kumimoji="0" lang="en-US" altLang="zh-CN" sz="2000" b="0" i="0" u="none" strike="noStrike" cap="none" normalizeH="0" baseline="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rPr>
                        <a:t>2</a:t>
                      </a:r>
                      <a:endParaRPr kumimoji="0" lang="en-US" altLang="zh-CN" sz="2000" b="0" i="0" u="none" strike="noStrike" cap="none" normalizeH="0" baseline="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sm" len="sm"/>
                      <a:tailEnd type="none" w="sm" len="sm"/>
                    </a:lnB>
                    <a:lnTlToBr>
                      <a:noFill/>
                    </a:lnTlToBr>
                    <a:lnBlToTr>
                      <a:noFill/>
                    </a:lnBlToTr>
                    <a:noFill/>
                  </a:tcPr>
                </a:tc>
                <a:tc>
                  <a:txBody>
                    <a:bodyPr/>
                    <a:lstStyle>
                      <a:lvl1pPr marL="342900" indent="-342900">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80000"/>
                        <a:buFontTx/>
                        <a:buNone/>
                      </a:pPr>
                      <a:r>
                        <a:rPr kumimoji="0" lang="en-US" altLang="zh-CN" sz="2000" b="0" i="0" u="none" strike="noStrike" cap="none" normalizeH="0" baseline="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rPr>
                        <a:t>3</a:t>
                      </a:r>
                      <a:endParaRPr kumimoji="0" lang="en-US" altLang="zh-CN" sz="2000" b="0" i="0" u="none" strike="noStrike" cap="none" normalizeH="0" baseline="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sm" len="sm"/>
                      <a:tailEnd type="none" w="sm" len="sm"/>
                    </a:lnB>
                    <a:lnTlToBr>
                      <a:noFill/>
                    </a:lnTlToBr>
                    <a:lnBlToTr>
                      <a:noFill/>
                    </a:lnBlToTr>
                    <a:noFill/>
                  </a:tcPr>
                </a:tc>
                <a:tc>
                  <a:txBody>
                    <a:bodyPr/>
                    <a:lstStyle>
                      <a:lvl1pPr marL="342900" indent="-342900">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80000"/>
                        <a:buFontTx/>
                        <a:buNone/>
                      </a:pPr>
                      <a:r>
                        <a:rPr kumimoji="0" lang="en-US" altLang="zh-CN" sz="2000" b="0" i="0" u="none" strike="noStrike" cap="none" normalizeH="0" baseline="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rPr>
                        <a:t>4</a:t>
                      </a:r>
                      <a:endParaRPr kumimoji="0" lang="en-US" altLang="zh-CN" sz="2000" b="0" i="0" u="none" strike="noStrike" cap="none" normalizeH="0" baseline="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sm" len="sm"/>
                      <a:tailEnd type="none" w="sm" len="sm"/>
                    </a:lnB>
                    <a:lnTlToBr>
                      <a:noFill/>
                    </a:lnTlToBr>
                    <a:lnBlToTr>
                      <a:noFill/>
                    </a:lnBlToTr>
                    <a:noFill/>
                  </a:tcPr>
                </a:tc>
                <a:tc>
                  <a:txBody>
                    <a:bodyPr/>
                    <a:lstStyle>
                      <a:lvl1pPr marL="342900" indent="-342900">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80000"/>
                        <a:buFontTx/>
                        <a:buNone/>
                      </a:pPr>
                      <a:r>
                        <a:rPr kumimoji="0" lang="en-US" altLang="zh-CN" sz="2000" b="0" i="0" u="none" strike="noStrike" cap="none" normalizeH="0" baseline="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rPr>
                        <a:t>5</a:t>
                      </a:r>
                      <a:endParaRPr kumimoji="0" lang="en-US" altLang="zh-CN" sz="2000" b="0" i="0" u="none" strike="noStrike" cap="none" normalizeH="0" baseline="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sm" len="sm"/>
                      <a:tailEnd type="none" w="sm" len="sm"/>
                    </a:lnB>
                    <a:lnTlToBr>
                      <a:noFill/>
                    </a:lnTlToBr>
                    <a:lnBlToTr>
                      <a:noFill/>
                    </a:lnBlToTr>
                    <a:noFill/>
                  </a:tcPr>
                </a:tc>
                <a:tc>
                  <a:txBody>
                    <a:bodyPr/>
                    <a:lstStyle>
                      <a:lvl1pPr marL="342900" indent="-342900">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80000"/>
                        <a:buFontTx/>
                        <a:buNone/>
                      </a:pPr>
                      <a:r>
                        <a:rPr kumimoji="0" lang="en-US" altLang="zh-CN" sz="2000" b="0" i="0" u="none" strike="noStrike" cap="none" normalizeH="0" baseline="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rPr>
                        <a:t>6</a:t>
                      </a:r>
                      <a:endParaRPr kumimoji="0" lang="en-US" altLang="zh-CN" sz="2000" b="0" i="0" u="none" strike="noStrike" cap="none" normalizeH="0" baseline="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sm" len="sm"/>
                      <a:tailEnd type="none" w="sm" len="sm"/>
                    </a:lnB>
                    <a:lnTlToBr>
                      <a:noFill/>
                    </a:lnTlToBr>
                    <a:lnBlToTr>
                      <a:noFill/>
                    </a:lnBlToTr>
                    <a:noFill/>
                  </a:tcPr>
                </a:tc>
                <a:tc>
                  <a:txBody>
                    <a:bodyPr/>
                    <a:lstStyle>
                      <a:lvl1pPr marL="342900" indent="-342900">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80000"/>
                        <a:buFontTx/>
                        <a:buNone/>
                      </a:pPr>
                      <a:r>
                        <a:rPr kumimoji="0" lang="en-US" altLang="zh-CN" sz="2000" b="0" i="0" u="none" strike="noStrike" cap="none" normalizeH="0" baseline="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rPr>
                        <a:t>7</a:t>
                      </a:r>
                      <a:endParaRPr kumimoji="0" lang="en-US" altLang="zh-CN" sz="2000" b="0" i="0" u="none" strike="noStrike" cap="none" normalizeH="0" baseline="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sm" len="sm"/>
                      <a:tailEnd type="none" w="sm" len="sm"/>
                    </a:lnB>
                    <a:lnTlToBr>
                      <a:noFill/>
                    </a:lnTlToBr>
                    <a:lnBlToTr>
                      <a:noFill/>
                    </a:lnBlToTr>
                    <a:noFill/>
                  </a:tcPr>
                </a:tc>
              </a:tr>
              <a:tr h="366713">
                <a:tc rowSpan="6">
                  <a:txBody>
                    <a:bodyPr/>
                    <a:lstStyle>
                      <a:lvl1pPr>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819150" indent="-285750">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227455" indent="-228600">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35125" indent="-228600">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80000"/>
                        <a:buFontTx/>
                        <a:buNone/>
                      </a:pPr>
                      <a:r>
                        <a:rPr kumimoji="0" lang="en-US" altLang="zh-CN" sz="2000" b="0" i="0" u="none" strike="noStrike" cap="none" normalizeH="0" baseline="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rPr>
                        <a:t>2</a:t>
                      </a:r>
                      <a:endParaRPr kumimoji="0" lang="en-US" altLang="zh-CN" sz="2000" b="0" i="0" u="none" strike="noStrike" cap="none" normalizeH="0" baseline="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endParaRPr>
                    </a:p>
                  </a:txBody>
                  <a:tcPr marL="90000" marR="90000" marT="46800" marB="46800"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1186180" indent="-285750">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593850" indent="-228600">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2002155" indent="-228600">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409825" indent="-228600">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867025"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3324225"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781425"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4238625"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80000"/>
                        <a:buFontTx/>
                        <a:buNone/>
                      </a:pPr>
                      <a:r>
                        <a:rPr kumimoji="0" lang="en-US" altLang="zh-CN" sz="2000" b="0" i="0" u="none" strike="noStrike" cap="none" normalizeH="0" baseline="0" dirty="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rPr>
                        <a:t>A</a:t>
                      </a:r>
                      <a:endParaRPr kumimoji="0" lang="en-US" altLang="zh-CN" sz="2000" b="0" i="0" u="none" strike="noStrike" cap="none" normalizeH="0" baseline="0" dirty="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endParaRPr>
                    </a:p>
                  </a:txBody>
                  <a:tcPr marL="90000" marR="90000" marT="46800" marB="46800"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marL="342900" indent="-342900">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80000"/>
                        <a:buFontTx/>
                        <a:buNone/>
                      </a:pPr>
                      <a:r>
                        <a:rPr kumimoji="0" lang="en-US" altLang="zh-CN" sz="2000" b="0" i="0" u="none" strike="noStrike" cap="none" normalizeH="0" baseline="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rPr>
                        <a:t>1:1:-</a:t>
                      </a:r>
                      <a:endParaRPr kumimoji="0" lang="en-US" altLang="zh-CN" sz="2000" b="0" i="0" u="none" strike="noStrike" cap="none" normalizeH="0" baseline="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lvl1pPr marL="342900" indent="-342900">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80000"/>
                        <a:buFontTx/>
                        <a:buNone/>
                      </a:pPr>
                      <a:r>
                        <a:rPr kumimoji="0" lang="en-US" altLang="zh-CN" sz="2000" b="0" i="0" u="none" strike="noStrike" cap="none" normalizeH="0" baseline="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rPr>
                        <a:t>2:2:B</a:t>
                      </a:r>
                      <a:endParaRPr kumimoji="0" lang="en-US" altLang="zh-CN" sz="2000" b="0" i="0" u="none" strike="noStrike" cap="none" normalizeH="0" baseline="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lvl1pPr marL="342900" indent="-342900">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80000"/>
                        <a:buFontTx/>
                        <a:buNone/>
                      </a:pPr>
                      <a:r>
                        <a:rPr kumimoji="0" lang="en-US" altLang="zh-CN" sz="2000" b="0" i="0" u="none" strike="noStrike" cap="none" normalizeH="0" baseline="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rPr>
                        <a:t>3:1:-</a:t>
                      </a:r>
                      <a:endParaRPr kumimoji="0" lang="en-US" altLang="zh-CN" sz="2000" b="0" i="0" u="none" strike="noStrike" cap="none" normalizeH="0" baseline="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lvl1pPr marL="342900" indent="-342900">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80000"/>
                        <a:buFontTx/>
                        <a:buNone/>
                      </a:pPr>
                      <a:r>
                        <a:rPr kumimoji="0" lang="en-US" altLang="zh-CN" sz="2000" b="0" i="0" u="none" strike="noStrike" cap="none" normalizeH="0" baseline="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rPr>
                        <a:t>4:2:F</a:t>
                      </a:r>
                      <a:endParaRPr kumimoji="0" lang="en-US" altLang="zh-CN" sz="2000" b="0" i="0" u="none" strike="noStrike" cap="none" normalizeH="0" baseline="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lvl1pPr marL="342900" indent="-342900">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80000"/>
                        <a:buFontTx/>
                        <a:buNone/>
                      </a:pPr>
                      <a:r>
                        <a:rPr kumimoji="0" lang="en-US" altLang="zh-CN" sz="2000" b="0" i="0" u="none" strike="noStrike" cap="none" normalizeH="0" baseline="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rPr>
                        <a:t>5:1:-</a:t>
                      </a:r>
                      <a:endParaRPr kumimoji="0" lang="en-US" altLang="zh-CN" sz="2000" b="0" i="0" u="none" strike="noStrike" cap="none" normalizeH="0" baseline="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lvl1pPr marL="342900" indent="-342900">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80000"/>
                        <a:buFontTx/>
                        <a:buNone/>
                      </a:pPr>
                      <a:r>
                        <a:rPr kumimoji="0" lang="en-US" altLang="zh-CN" sz="2000" b="0" i="0" u="none" strike="noStrike" cap="none" normalizeH="0" baseline="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rPr>
                        <a:t>6:3:B</a:t>
                      </a:r>
                      <a:endParaRPr kumimoji="0" lang="en-US" altLang="zh-CN" sz="2000" b="0" i="0" u="none" strike="noStrike" cap="none" normalizeH="0" baseline="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lvl1pPr marL="342900" indent="-342900">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80000"/>
                        <a:buFontTx/>
                        <a:buNone/>
                      </a:pPr>
                      <a:r>
                        <a:rPr kumimoji="0" lang="en-US" altLang="zh-CN" sz="2000" b="0" i="0" u="none" strike="noStrike" cap="none" normalizeH="0" baseline="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rPr>
                        <a:t>7:2:E</a:t>
                      </a:r>
                      <a:endParaRPr kumimoji="0" lang="en-US" altLang="zh-CN" sz="2000" b="0" i="0" u="none" strike="noStrike" cap="none" normalizeH="0" baseline="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r>
              <a:tr h="252413">
                <a:tc vMerge="1">
                  <a:tcPr/>
                </a:tc>
                <a:tc>
                  <a:txBody>
                    <a:bodyPr/>
                    <a:lstStyle>
                      <a:lvl1pPr>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1186180" indent="-285750">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593850" indent="-228600">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2002155" indent="-228600">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409825" indent="-228600">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867025"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3324225"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781425"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4238625"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80000"/>
                        <a:buFontTx/>
                        <a:buNone/>
                      </a:pPr>
                      <a:r>
                        <a:rPr kumimoji="0" lang="en-US" altLang="zh-CN" sz="2000" b="0" i="0" u="none" strike="noStrike" cap="none" normalizeH="0" baseline="0" dirty="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rPr>
                        <a:t>B</a:t>
                      </a:r>
                      <a:endParaRPr kumimoji="0" lang="en-US" altLang="zh-CN" sz="2000" b="0" i="0" u="none" strike="noStrike" cap="none" normalizeH="0" baseline="0" dirty="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endParaRPr>
                    </a:p>
                  </a:txBody>
                  <a:tcPr marL="90000" marR="90000" marT="46800" marB="46800"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marL="342900" indent="-342900">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80000"/>
                        <a:buFontTx/>
                        <a:buNone/>
                      </a:pPr>
                      <a:r>
                        <a:rPr kumimoji="0" lang="en-US" altLang="zh-CN" sz="2000" b="0" i="0" u="none" strike="noStrike" cap="none" normalizeH="0" baseline="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rPr>
                        <a:t>1:1:-</a:t>
                      </a:r>
                      <a:endParaRPr kumimoji="0" lang="en-US" altLang="zh-CN" sz="2000" b="0" i="0" u="none" strike="noStrike" cap="none" normalizeH="0" baseline="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lvl1pPr marL="342900" indent="-342900">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80000"/>
                        <a:buFontTx/>
                        <a:buNone/>
                      </a:pPr>
                      <a:r>
                        <a:rPr kumimoji="0" lang="en-US" altLang="zh-CN" sz="2000" b="0" i="0" u="none" strike="noStrike" cap="none" normalizeH="0" baseline="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rPr>
                        <a:t>2:1:-</a:t>
                      </a:r>
                      <a:endParaRPr kumimoji="0" lang="en-US" altLang="zh-CN" sz="2000" b="0" i="0" u="none" strike="noStrike" cap="none" normalizeH="0" baseline="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lvl1pPr marL="342900" indent="-342900">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80000"/>
                        <a:buFontTx/>
                        <a:buNone/>
                      </a:pPr>
                      <a:r>
                        <a:rPr kumimoji="0" lang="en-US" altLang="zh-CN" sz="2000" b="0" i="0" u="none" strike="noStrike" cap="none" normalizeH="0" baseline="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rPr>
                        <a:t>3:2:A</a:t>
                      </a:r>
                      <a:endParaRPr kumimoji="0" lang="en-US" altLang="zh-CN" sz="2000" b="0" i="0" u="none" strike="noStrike" cap="none" normalizeH="0" baseline="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lvl1pPr marL="342900" indent="-342900">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80000"/>
                        <a:buFontTx/>
                        <a:buNone/>
                      </a:pPr>
                      <a:r>
                        <a:rPr kumimoji="0" lang="en-US" altLang="zh-CN" sz="2000" b="0" i="0" u="none" strike="noStrike" cap="none" normalizeH="0" baseline="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rPr>
                        <a:t>4:3:A</a:t>
                      </a:r>
                      <a:endParaRPr kumimoji="0" lang="en-US" altLang="zh-CN" sz="2000" b="0" i="0" u="none" strike="noStrike" cap="none" normalizeH="0" baseline="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lvl1pPr marL="342900" indent="-342900">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80000"/>
                        <a:buFontTx/>
                        <a:buNone/>
                      </a:pPr>
                      <a:r>
                        <a:rPr kumimoji="0" lang="en-US" altLang="zh-CN" sz="2000" b="0" i="0" u="none" strike="noStrike" cap="none" normalizeH="0" baseline="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rPr>
                        <a:t>5:2:A</a:t>
                      </a:r>
                      <a:endParaRPr kumimoji="0" lang="en-US" altLang="zh-CN" sz="2000" b="0" i="0" u="none" strike="noStrike" cap="none" normalizeH="0" baseline="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lvl1pPr marL="342900" indent="-342900">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80000"/>
                        <a:buFontTx/>
                        <a:buNone/>
                      </a:pPr>
                      <a:r>
                        <a:rPr kumimoji="0" lang="en-US" altLang="zh-CN" sz="2000" b="0" i="0" u="none" strike="noStrike" cap="none" normalizeH="0" baseline="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rPr>
                        <a:t>6:2:C</a:t>
                      </a:r>
                      <a:endParaRPr kumimoji="0" lang="en-US" altLang="zh-CN" sz="2000" b="0" i="0" u="none" strike="noStrike" cap="none" normalizeH="0" baseline="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lvl1pPr marL="342900" indent="-342900">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80000"/>
                        <a:buFontTx/>
                        <a:buNone/>
                      </a:pPr>
                      <a:r>
                        <a:rPr kumimoji="0" lang="en-US" altLang="zh-CN" sz="2000" b="0" i="0" u="none" strike="noStrike" cap="none" normalizeH="0" baseline="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rPr>
                        <a:t>7:3:A</a:t>
                      </a:r>
                      <a:endParaRPr kumimoji="0" lang="en-US" altLang="zh-CN" sz="2000" b="0" i="0" u="none" strike="noStrike" cap="none" normalizeH="0" baseline="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r>
              <a:tr h="252413">
                <a:tc vMerge="1">
                  <a:tcPr/>
                </a:tc>
                <a:tc>
                  <a:txBody>
                    <a:bodyPr/>
                    <a:lstStyle>
                      <a:lvl1pPr>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1186180" indent="-285750">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593850" indent="-228600">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2002155" indent="-228600">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409825" indent="-228600">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867025"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3324225"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781425"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4238625"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80000"/>
                        <a:buFontTx/>
                        <a:buNone/>
                      </a:pPr>
                      <a:r>
                        <a:rPr kumimoji="0" lang="en-US" altLang="zh-CN" sz="2000" b="0" i="0" u="none" strike="noStrike" cap="none" normalizeH="0" baseline="0" dirty="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rPr>
                        <a:t>C</a:t>
                      </a:r>
                      <a:endParaRPr kumimoji="0" lang="en-US" altLang="zh-CN" sz="2000" b="0" i="0" u="none" strike="noStrike" cap="none" normalizeH="0" baseline="0" dirty="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endParaRPr>
                    </a:p>
                  </a:txBody>
                  <a:tcPr marL="90000" marR="90000" marT="46800" marB="46800"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marL="342900" indent="-342900">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80000"/>
                        <a:buFontTx/>
                        <a:buNone/>
                      </a:pPr>
                      <a:r>
                        <a:rPr kumimoji="0" lang="en-US" altLang="zh-CN" sz="2000" b="0" i="0" u="none" strike="noStrike" cap="none" normalizeH="0" baseline="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rPr>
                        <a:t>1:2:B</a:t>
                      </a:r>
                      <a:endParaRPr kumimoji="0" lang="en-US" altLang="zh-CN" sz="2000" b="0" i="0" u="none" strike="noStrike" cap="none" normalizeH="0" baseline="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lvl1pPr marL="342900" indent="-342900">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80000"/>
                        <a:buFontTx/>
                        <a:buNone/>
                      </a:pPr>
                      <a:r>
                        <a:rPr kumimoji="0" lang="en-US" altLang="zh-CN" sz="2000" b="0" i="0" u="none" strike="noStrike" cap="none" normalizeH="0" baseline="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rPr>
                        <a:t>1:1:-</a:t>
                      </a:r>
                      <a:endParaRPr kumimoji="0" lang="en-US" altLang="zh-CN" sz="2000" b="0" i="0" u="none" strike="noStrike" cap="none" normalizeH="0" baseline="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lvl1pPr marL="342900" indent="-342900">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80000"/>
                        <a:buFontTx/>
                        <a:buNone/>
                      </a:pPr>
                      <a:r>
                        <a:rPr kumimoji="0" lang="en-US" altLang="zh-CN" sz="2000" b="0" i="0" u="none" strike="noStrike" cap="none" normalizeH="0" baseline="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rPr>
                        <a:t>3:3:B</a:t>
                      </a:r>
                      <a:endParaRPr kumimoji="0" lang="en-US" altLang="zh-CN" sz="2000" b="0" i="0" u="none" strike="noStrike" cap="none" normalizeH="0" baseline="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lvl1pPr marL="342900" indent="-342900">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80000"/>
                        <a:buFontTx/>
                        <a:buNone/>
                      </a:pPr>
                      <a:r>
                        <a:rPr kumimoji="0" lang="en-US" altLang="zh-CN" sz="2000" b="0" i="0" u="none" strike="noStrike" cap="none" normalizeH="0" baseline="0" dirty="0">
                          <a:ln>
                            <a:noFill/>
                          </a:ln>
                          <a:solidFill>
                            <a:srgbClr val="000000"/>
                          </a:solidFill>
                          <a:effectLst/>
                          <a:highlight>
                            <a:srgbClr val="00FFFF"/>
                          </a:highlight>
                          <a:latin typeface="微软雅黑 Light" panose="020B0502040204020203" pitchFamily="34" charset="-122"/>
                          <a:ea typeface="微软雅黑 Light" panose="020B0502040204020203" pitchFamily="34" charset="-122"/>
                          <a:cs typeface="Times New Roman" panose="02020603050405020304" pitchFamily="18" charset="0"/>
                        </a:rPr>
                        <a:t>4:</a:t>
                      </a:r>
                      <a:r>
                        <a:rPr kumimoji="0" lang="en-US" altLang="zh-CN" sz="2000" b="0" i="0" u="none" strike="noStrike" cap="none" normalizeH="0" baseline="0" dirty="0">
                          <a:ln>
                            <a:noFill/>
                          </a:ln>
                          <a:solidFill>
                            <a:srgbClr val="000000"/>
                          </a:solidFill>
                          <a:effectLst/>
                          <a:highlight>
                            <a:srgbClr val="00FFFF"/>
                          </a:highlight>
                          <a:latin typeface="微软雅黑 Light" panose="020B0502040204020203" pitchFamily="34" charset="-122"/>
                          <a:ea typeface="微软雅黑 Light" panose="020B0502040204020203" pitchFamily="34" charset="-122"/>
                          <a:cs typeface="Times New Roman" panose="02020603050405020304" pitchFamily="18" charset="0"/>
                          <a:sym typeface="Symbol" panose="05050102010706020507" pitchFamily="18" charset="2"/>
                        </a:rPr>
                        <a:t></a:t>
                      </a:r>
                      <a:r>
                        <a:rPr kumimoji="0" lang="en-US" altLang="zh-CN" sz="2000" b="0" i="0" u="none" strike="noStrike" cap="none" normalizeH="0" baseline="0" dirty="0">
                          <a:ln>
                            <a:noFill/>
                          </a:ln>
                          <a:solidFill>
                            <a:srgbClr val="000000"/>
                          </a:solidFill>
                          <a:effectLst/>
                          <a:highlight>
                            <a:srgbClr val="00FFFF"/>
                          </a:highlight>
                          <a:latin typeface="微软雅黑 Light" panose="020B0502040204020203" pitchFamily="34" charset="-122"/>
                          <a:ea typeface="微软雅黑 Light" panose="020B0502040204020203" pitchFamily="34" charset="-122"/>
                          <a:cs typeface="Times New Roman" panose="02020603050405020304" pitchFamily="18" charset="0"/>
                        </a:rPr>
                        <a:t>:?</a:t>
                      </a:r>
                      <a:endParaRPr kumimoji="0" lang="en-US" altLang="zh-CN" sz="2000" b="0" i="0" u="none" strike="noStrike" cap="none" normalizeH="0" baseline="0" dirty="0">
                        <a:ln>
                          <a:noFill/>
                        </a:ln>
                        <a:solidFill>
                          <a:srgbClr val="000000"/>
                        </a:solidFill>
                        <a:effectLst/>
                        <a:highlight>
                          <a:srgbClr val="00FFFF"/>
                        </a:highlight>
                        <a:latin typeface="微软雅黑 Light" panose="020B0502040204020203" pitchFamily="34" charset="-122"/>
                        <a:ea typeface="微软雅黑 Light" panose="020B0502040204020203" pitchFamily="34"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lvl1pPr marL="342900" indent="-342900">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80000"/>
                        <a:buFontTx/>
                        <a:buNone/>
                      </a:pPr>
                      <a:r>
                        <a:rPr kumimoji="0" lang="en-US" altLang="zh-CN" sz="2000" b="0" i="0" u="none" strike="noStrike" cap="none" normalizeH="0" baseline="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rPr>
                        <a:t>5:3:A</a:t>
                      </a:r>
                      <a:endParaRPr kumimoji="0" lang="en-US" altLang="zh-CN" sz="2000" b="0" i="0" u="none" strike="noStrike" cap="none" normalizeH="0" baseline="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lvl1pPr marL="342900" indent="-342900">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80000"/>
                        <a:buFontTx/>
                        <a:buNone/>
                      </a:pPr>
                      <a:r>
                        <a:rPr kumimoji="0" lang="en-US" altLang="zh-CN" sz="2000" b="0" i="0" u="none" strike="noStrike" cap="none" normalizeH="0" baseline="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rPr>
                        <a:t>6:1:-</a:t>
                      </a:r>
                      <a:endParaRPr kumimoji="0" lang="en-US" altLang="zh-CN" sz="2000" b="0" i="0" u="none" strike="noStrike" cap="none" normalizeH="0" baseline="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lvl1pPr marL="342900" indent="-342900">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80000"/>
                        <a:buFontTx/>
                        <a:buNone/>
                      </a:pPr>
                      <a:r>
                        <a:rPr kumimoji="0" lang="en-US" altLang="zh-CN" sz="2000" b="0" i="0" u="none" strike="noStrike" cap="none" normalizeH="0" baseline="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rPr>
                        <a:t>7:2:D</a:t>
                      </a:r>
                      <a:endParaRPr kumimoji="0" lang="en-US" altLang="zh-CN" sz="2000" b="0" i="0" u="none" strike="noStrike" cap="none" normalizeH="0" baseline="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r>
              <a:tr h="252413">
                <a:tc vMerge="1">
                  <a:tcPr/>
                </a:tc>
                <a:tc>
                  <a:txBody>
                    <a:bodyPr/>
                    <a:lstStyle>
                      <a:lvl1pPr>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1186180" indent="-285750">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593850" indent="-228600">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2002155" indent="-228600">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409825" indent="-228600">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867025"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3324225"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781425"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4238625"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80000"/>
                        <a:buFontTx/>
                        <a:buNone/>
                      </a:pPr>
                      <a:r>
                        <a:rPr kumimoji="0" lang="en-US" altLang="zh-CN" sz="2000" b="0" i="0" u="none" strike="noStrike" cap="none" normalizeH="0" baseline="0" dirty="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rPr>
                        <a:t>D</a:t>
                      </a:r>
                      <a:endParaRPr kumimoji="0" lang="en-US" altLang="zh-CN" sz="2000" b="0" i="0" u="none" strike="noStrike" cap="none" normalizeH="0" baseline="0" dirty="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endParaRPr>
                    </a:p>
                  </a:txBody>
                  <a:tcPr marL="90000" marR="90000" marT="46800" marB="46800"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marL="342900" indent="-342900">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80000"/>
                        <a:buFontTx/>
                        <a:buNone/>
                      </a:pPr>
                      <a:r>
                        <a:rPr kumimoji="0" lang="en-US" altLang="zh-CN" sz="2000" b="0" i="0" u="none" strike="noStrike" cap="none" normalizeH="0" baseline="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rPr>
                        <a:t>1:3:C</a:t>
                      </a:r>
                      <a:endParaRPr kumimoji="0" lang="en-US" altLang="zh-CN" sz="2000" b="0" i="0" u="none" strike="noStrike" cap="none" normalizeH="0" baseline="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lvl1pPr marL="342900" indent="-342900">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80000"/>
                        <a:buFontTx/>
                        <a:buNone/>
                      </a:pPr>
                      <a:r>
                        <a:rPr kumimoji="0" lang="en-US" altLang="zh-CN" sz="2000" b="0" i="0" u="none" strike="noStrike" cap="none" normalizeH="0" baseline="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rPr>
                        <a:t>2:2:C</a:t>
                      </a:r>
                      <a:endParaRPr kumimoji="0" lang="en-US" altLang="zh-CN" sz="2000" b="0" i="0" u="none" strike="noStrike" cap="none" normalizeH="0" baseline="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lvl1pPr marL="342900" indent="-342900">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80000"/>
                        <a:buFontTx/>
                        <a:buNone/>
                      </a:pPr>
                      <a:r>
                        <a:rPr kumimoji="0" lang="en-US" altLang="zh-CN" sz="2000" b="0" i="0" u="none" strike="noStrike" cap="none" normalizeH="0" baseline="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rPr>
                        <a:t>3:3:E</a:t>
                      </a:r>
                      <a:endParaRPr kumimoji="0" lang="en-US" altLang="zh-CN" sz="2000" b="0" i="0" u="none" strike="noStrike" cap="none" normalizeH="0" baseline="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lvl1pPr marL="342900" indent="-342900">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80000"/>
                        <a:buFontTx/>
                        <a:buNone/>
                      </a:pPr>
                      <a:r>
                        <a:rPr kumimoji="0" lang="en-US" altLang="zh-CN" sz="2000" b="0" i="0" u="none" strike="noStrike" cap="none" normalizeH="0" baseline="0" dirty="0">
                          <a:ln>
                            <a:noFill/>
                          </a:ln>
                          <a:solidFill>
                            <a:srgbClr val="000000"/>
                          </a:solidFill>
                          <a:effectLst/>
                          <a:highlight>
                            <a:srgbClr val="00FFFF"/>
                          </a:highlight>
                          <a:latin typeface="微软雅黑 Light" panose="020B0502040204020203" pitchFamily="34" charset="-122"/>
                          <a:ea typeface="微软雅黑 Light" panose="020B0502040204020203" pitchFamily="34" charset="-122"/>
                          <a:cs typeface="Times New Roman" panose="02020603050405020304" pitchFamily="18" charset="0"/>
                        </a:rPr>
                        <a:t>4:</a:t>
                      </a:r>
                      <a:r>
                        <a:rPr kumimoji="0" lang="en-US" altLang="zh-CN" sz="2000" b="0" i="0" u="none" strike="noStrike" cap="none" normalizeH="0" baseline="0" dirty="0">
                          <a:ln>
                            <a:noFill/>
                          </a:ln>
                          <a:solidFill>
                            <a:srgbClr val="000000"/>
                          </a:solidFill>
                          <a:effectLst/>
                          <a:highlight>
                            <a:srgbClr val="00FFFF"/>
                          </a:highlight>
                          <a:latin typeface="微软雅黑 Light" panose="020B0502040204020203" pitchFamily="34" charset="-122"/>
                          <a:ea typeface="微软雅黑 Light" panose="020B0502040204020203" pitchFamily="34" charset="-122"/>
                          <a:cs typeface="Times New Roman" panose="02020603050405020304" pitchFamily="18" charset="0"/>
                          <a:sym typeface="Symbol" panose="05050102010706020507" pitchFamily="18" charset="2"/>
                        </a:rPr>
                        <a:t></a:t>
                      </a:r>
                      <a:r>
                        <a:rPr kumimoji="0" lang="en-US" altLang="zh-CN" sz="2000" b="0" i="0" u="none" strike="noStrike" cap="none" normalizeH="0" baseline="0" dirty="0">
                          <a:ln>
                            <a:noFill/>
                          </a:ln>
                          <a:solidFill>
                            <a:srgbClr val="000000"/>
                          </a:solidFill>
                          <a:effectLst/>
                          <a:highlight>
                            <a:srgbClr val="00FFFF"/>
                          </a:highlight>
                          <a:latin typeface="微软雅黑 Light" panose="020B0502040204020203" pitchFamily="34" charset="-122"/>
                          <a:ea typeface="微软雅黑 Light" panose="020B0502040204020203" pitchFamily="34" charset="-122"/>
                          <a:cs typeface="Times New Roman" panose="02020603050405020304" pitchFamily="18" charset="0"/>
                        </a:rPr>
                        <a:t>:?</a:t>
                      </a:r>
                      <a:endParaRPr kumimoji="0" lang="en-US" altLang="zh-CN" sz="2000" b="0" i="0" u="none" strike="noStrike" cap="none" normalizeH="0" baseline="0" dirty="0">
                        <a:ln>
                          <a:noFill/>
                        </a:ln>
                        <a:solidFill>
                          <a:srgbClr val="000000"/>
                        </a:solidFill>
                        <a:effectLst/>
                        <a:highlight>
                          <a:srgbClr val="00FFFF"/>
                        </a:highlight>
                        <a:latin typeface="微软雅黑 Light" panose="020B0502040204020203" pitchFamily="34" charset="-122"/>
                        <a:ea typeface="微软雅黑 Light" panose="020B0502040204020203" pitchFamily="34"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lvl1pPr marL="342900" indent="-342900">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80000"/>
                        <a:buFontTx/>
                        <a:buNone/>
                      </a:pPr>
                      <a:r>
                        <a:rPr kumimoji="0" lang="en-US" altLang="zh-CN" sz="2000" b="0" i="0" u="none" strike="noStrike" cap="none" normalizeH="0" baseline="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rPr>
                        <a:t>5:2:E</a:t>
                      </a:r>
                      <a:endParaRPr kumimoji="0" lang="en-US" altLang="zh-CN" sz="2000" b="0" i="0" u="none" strike="noStrike" cap="none" normalizeH="0" baseline="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lvl1pPr marL="342900" indent="-342900">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80000"/>
                        <a:buFontTx/>
                        <a:buNone/>
                      </a:pPr>
                      <a:r>
                        <a:rPr kumimoji="0" lang="en-US" altLang="zh-CN" sz="2000" b="0" i="0" u="none" strike="noStrike" cap="none" normalizeH="0" baseline="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rPr>
                        <a:t>6:1:-</a:t>
                      </a:r>
                      <a:endParaRPr kumimoji="0" lang="en-US" altLang="zh-CN" sz="2000" b="0" i="0" u="none" strike="noStrike" cap="none" normalizeH="0" baseline="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lvl1pPr marL="342900" indent="-342900">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80000"/>
                        <a:buFontTx/>
                        <a:buNone/>
                      </a:pPr>
                      <a:r>
                        <a:rPr kumimoji="0" lang="en-US" altLang="zh-CN" sz="2000" b="0" i="0" u="none" strike="noStrike" cap="none" normalizeH="0" baseline="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rPr>
                        <a:t>7:1:-</a:t>
                      </a:r>
                      <a:endParaRPr kumimoji="0" lang="en-US" altLang="zh-CN" sz="2000" b="0" i="0" u="none" strike="noStrike" cap="none" normalizeH="0" baseline="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r>
              <a:tr h="252413">
                <a:tc vMerge="1">
                  <a:tcPr/>
                </a:tc>
                <a:tc>
                  <a:txBody>
                    <a:bodyPr/>
                    <a:lstStyle>
                      <a:lvl1pPr>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1186180" indent="-285750">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593850" indent="-228600">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2002155" indent="-228600">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409825" indent="-228600">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867025"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3324225"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781425"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4238625"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80000"/>
                        <a:buFontTx/>
                        <a:buNone/>
                      </a:pPr>
                      <a:r>
                        <a:rPr kumimoji="0" lang="en-US" altLang="zh-CN" sz="2000" b="0" i="0" u="none" strike="noStrike" cap="none" normalizeH="0" baseline="0" dirty="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rPr>
                        <a:t>E</a:t>
                      </a:r>
                      <a:endParaRPr kumimoji="0" lang="en-US" altLang="zh-CN" sz="2000" b="0" i="0" u="none" strike="noStrike" cap="none" normalizeH="0" baseline="0" dirty="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endParaRPr>
                    </a:p>
                  </a:txBody>
                  <a:tcPr marL="90000" marR="90000" marT="46800" marB="46800"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marL="342900" indent="-342900">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80000"/>
                        <a:buFontTx/>
                        <a:buNone/>
                      </a:pPr>
                      <a:r>
                        <a:rPr kumimoji="0" lang="en-US" altLang="zh-CN" sz="2000" b="0" i="0" u="none" strike="noStrike" cap="none" normalizeH="0" baseline="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rPr>
                        <a:t>1:2:A</a:t>
                      </a:r>
                      <a:endParaRPr kumimoji="0" lang="en-US" altLang="zh-CN" sz="2000" b="0" i="0" u="none" strike="noStrike" cap="none" normalizeH="0" baseline="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lvl1pPr marL="342900" indent="-342900">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80000"/>
                        <a:buFontTx/>
                        <a:buNone/>
                      </a:pPr>
                      <a:r>
                        <a:rPr kumimoji="0" lang="en-US" altLang="zh-CN" sz="2000" b="0" i="0" u="none" strike="noStrike" cap="none" normalizeH="0" baseline="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rPr>
                        <a:t>2:3:D</a:t>
                      </a:r>
                      <a:endParaRPr kumimoji="0" lang="en-US" altLang="zh-CN" sz="2000" b="0" i="0" u="none" strike="noStrike" cap="none" normalizeH="0" baseline="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lvl1pPr marL="342900" indent="-342900">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80000"/>
                        <a:buFontTx/>
                        <a:buNone/>
                      </a:pPr>
                      <a:r>
                        <a:rPr kumimoji="0" lang="en-US" altLang="zh-CN" sz="2000" b="0" i="0" u="none" strike="noStrike" cap="none" normalizeH="0" baseline="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rPr>
                        <a:t>3:2:A</a:t>
                      </a:r>
                      <a:endParaRPr kumimoji="0" lang="en-US" altLang="zh-CN" sz="2000" b="0" i="0" u="none" strike="noStrike" cap="none" normalizeH="0" baseline="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lvl1pPr marL="342900" indent="-342900">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80000"/>
                        <a:buFontTx/>
                        <a:buNone/>
                      </a:pPr>
                      <a:r>
                        <a:rPr kumimoji="0" lang="en-US" altLang="zh-CN" sz="2000" b="0" i="0" u="none" strike="noStrike" cap="none" normalizeH="0" baseline="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rPr>
                        <a:t>4:3:A</a:t>
                      </a:r>
                      <a:endParaRPr kumimoji="0" lang="en-US" altLang="zh-CN" sz="2000" b="0" i="0" u="none" strike="noStrike" cap="none" normalizeH="0" baseline="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lvl1pPr marL="342900" indent="-342900">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80000"/>
                        <a:buFontTx/>
                        <a:buNone/>
                      </a:pPr>
                      <a:r>
                        <a:rPr kumimoji="0" lang="en-US" altLang="zh-CN" sz="2000" b="0" i="0" u="none" strike="noStrike" cap="none" normalizeH="0" baseline="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rPr>
                        <a:t>5:1:-</a:t>
                      </a:r>
                      <a:endParaRPr kumimoji="0" lang="en-US" altLang="zh-CN" sz="2000" b="0" i="0" u="none" strike="noStrike" cap="none" normalizeH="0" baseline="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lvl1pPr marL="342900" indent="-342900">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80000"/>
                        <a:buFontTx/>
                        <a:buNone/>
                      </a:pPr>
                      <a:r>
                        <a:rPr kumimoji="0" lang="en-US" altLang="zh-CN" sz="2000" b="0" i="0" u="none" strike="noStrike" cap="none" normalizeH="0" baseline="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rPr>
                        <a:t>6:2:D</a:t>
                      </a:r>
                      <a:endParaRPr kumimoji="0" lang="en-US" altLang="zh-CN" sz="2000" b="0" i="0" u="none" strike="noStrike" cap="none" normalizeH="0" baseline="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lvl1pPr marL="342900" indent="-342900">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80000"/>
                        <a:buFontTx/>
                        <a:buNone/>
                      </a:pPr>
                      <a:r>
                        <a:rPr kumimoji="0" lang="en-US" altLang="zh-CN" sz="2000" b="0" i="0" u="none" strike="noStrike" cap="none" normalizeH="0" baseline="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rPr>
                        <a:t>7:1:-</a:t>
                      </a:r>
                      <a:endParaRPr kumimoji="0" lang="en-US" altLang="zh-CN" sz="2000" b="0" i="0" u="none" strike="noStrike" cap="none" normalizeH="0" baseline="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r>
              <a:tr h="252413">
                <a:tc vMerge="1">
                  <a:tcPr/>
                </a:tc>
                <a:tc>
                  <a:txBody>
                    <a:bodyPr/>
                    <a:lstStyle>
                      <a:lvl1pPr>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1186180" indent="-285750">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593850" indent="-228600">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2002155" indent="-228600">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409825" indent="-228600">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867025"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3324225"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781425"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4238625"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80000"/>
                        <a:buFontTx/>
                        <a:buNone/>
                      </a:pPr>
                      <a:r>
                        <a:rPr kumimoji="0" lang="en-US" altLang="zh-CN" sz="2000" b="0" i="0" u="none" strike="noStrike" cap="none" normalizeH="0" baseline="0" dirty="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rPr>
                        <a:t>F</a:t>
                      </a:r>
                      <a:endParaRPr kumimoji="0" lang="en-US" altLang="zh-CN" sz="2000" b="0" i="0" u="none" strike="noStrike" cap="none" normalizeH="0" baseline="0" dirty="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endParaRPr>
                    </a:p>
                  </a:txBody>
                  <a:tcPr marL="90000" marR="90000" marT="46800" marB="46800"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marL="342900" indent="-342900">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80000"/>
                        <a:buFontTx/>
                        <a:buNone/>
                      </a:pPr>
                      <a:r>
                        <a:rPr kumimoji="0" lang="en-US" altLang="zh-CN" sz="2000" b="0" i="0" u="none" strike="noStrike" cap="none" normalizeH="0" baseline="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rPr>
                        <a:t>1:2:A</a:t>
                      </a:r>
                      <a:endParaRPr kumimoji="0" lang="en-US" altLang="zh-CN" sz="2000" b="0" i="0" u="none" strike="noStrike" cap="none" normalizeH="0" baseline="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lvl1pPr marL="342900" indent="-342900">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80000"/>
                        <a:buFontTx/>
                        <a:buNone/>
                      </a:pPr>
                      <a:r>
                        <a:rPr kumimoji="0" lang="en-US" altLang="zh-CN" sz="2000" b="0" i="0" u="none" strike="noStrike" cap="none" normalizeH="0" baseline="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rPr>
                        <a:t>2:3:A</a:t>
                      </a:r>
                      <a:endParaRPr kumimoji="0" lang="en-US" altLang="zh-CN" sz="2000" b="0" i="0" u="none" strike="noStrike" cap="none" normalizeH="0" baseline="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lvl1pPr marL="342900" indent="-342900">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80000"/>
                        <a:buFontTx/>
                        <a:buNone/>
                      </a:pPr>
                      <a:r>
                        <a:rPr kumimoji="0" lang="en-US" altLang="zh-CN" sz="2000" b="0" i="0" u="none" strike="noStrike" cap="none" normalizeH="0" baseline="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rPr>
                        <a:t>3:1:-</a:t>
                      </a:r>
                      <a:endParaRPr kumimoji="0" lang="en-US" altLang="zh-CN" sz="2000" b="0" i="0" u="none" strike="noStrike" cap="none" normalizeH="0" baseline="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lvl1pPr marL="342900" indent="-342900">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80000"/>
                        <a:buFontTx/>
                        <a:buNone/>
                      </a:pPr>
                      <a:r>
                        <a:rPr kumimoji="0" lang="en-US" altLang="zh-CN" sz="2000" b="0" i="0" u="none" strike="noStrike" cap="none" normalizeH="0" baseline="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rPr>
                        <a:t>4:1:-</a:t>
                      </a:r>
                      <a:endParaRPr kumimoji="0" lang="en-US" altLang="zh-CN" sz="2000" b="0" i="0" u="none" strike="noStrike" cap="none" normalizeH="0" baseline="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lvl1pPr marL="342900" indent="-342900">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80000"/>
                        <a:buFontTx/>
                        <a:buNone/>
                      </a:pPr>
                      <a:r>
                        <a:rPr kumimoji="0" lang="en-US" altLang="zh-CN" sz="2000" b="0" i="0" u="none" strike="noStrike" cap="none" normalizeH="0" baseline="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rPr>
                        <a:t>5:2:A</a:t>
                      </a:r>
                      <a:endParaRPr kumimoji="0" lang="en-US" altLang="zh-CN" sz="2000" b="0" i="0" u="none" strike="noStrike" cap="none" normalizeH="0" baseline="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lvl1pPr marL="342900" indent="-342900">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80000"/>
                        <a:buFontTx/>
                        <a:buNone/>
                      </a:pPr>
                      <a:r>
                        <a:rPr kumimoji="0" lang="en-US" altLang="zh-CN" sz="2000" b="0" i="0" u="none" strike="noStrike" cap="none" normalizeH="0" baseline="0" dirty="0">
                          <a:ln>
                            <a:noFill/>
                          </a:ln>
                          <a:solidFill>
                            <a:srgbClr val="000000"/>
                          </a:solidFill>
                          <a:effectLst/>
                          <a:highlight>
                            <a:srgbClr val="00FFFF"/>
                          </a:highlight>
                          <a:latin typeface="微软雅黑 Light" panose="020B0502040204020203" pitchFamily="34" charset="-122"/>
                          <a:ea typeface="微软雅黑 Light" panose="020B0502040204020203" pitchFamily="34" charset="-122"/>
                          <a:cs typeface="Times New Roman" panose="02020603050405020304" pitchFamily="18" charset="0"/>
                        </a:rPr>
                        <a:t>6:</a:t>
                      </a:r>
                      <a:r>
                        <a:rPr kumimoji="0" lang="en-US" altLang="zh-CN" sz="2000" b="0" i="0" u="none" strike="noStrike" cap="none" normalizeH="0" baseline="0" dirty="0">
                          <a:ln>
                            <a:noFill/>
                          </a:ln>
                          <a:solidFill>
                            <a:srgbClr val="000000"/>
                          </a:solidFill>
                          <a:effectLst/>
                          <a:highlight>
                            <a:srgbClr val="00FFFF"/>
                          </a:highlight>
                          <a:latin typeface="微软雅黑 Light" panose="020B0502040204020203" pitchFamily="34" charset="-122"/>
                          <a:ea typeface="微软雅黑 Light" panose="020B0502040204020203" pitchFamily="34" charset="-122"/>
                          <a:cs typeface="Times New Roman" panose="02020603050405020304" pitchFamily="18" charset="0"/>
                          <a:sym typeface="Symbol" panose="05050102010706020507" pitchFamily="18" charset="2"/>
                        </a:rPr>
                        <a:t></a:t>
                      </a:r>
                      <a:r>
                        <a:rPr kumimoji="0" lang="en-US" altLang="zh-CN" sz="2000" b="0" i="0" u="none" strike="noStrike" cap="none" normalizeH="0" baseline="0" dirty="0">
                          <a:ln>
                            <a:noFill/>
                          </a:ln>
                          <a:solidFill>
                            <a:srgbClr val="000000"/>
                          </a:solidFill>
                          <a:effectLst/>
                          <a:highlight>
                            <a:srgbClr val="00FFFF"/>
                          </a:highlight>
                          <a:latin typeface="微软雅黑 Light" panose="020B0502040204020203" pitchFamily="34" charset="-122"/>
                          <a:ea typeface="微软雅黑 Light" panose="020B0502040204020203" pitchFamily="34" charset="-122"/>
                          <a:cs typeface="Times New Roman" panose="02020603050405020304" pitchFamily="18" charset="0"/>
                        </a:rPr>
                        <a:t>:?</a:t>
                      </a:r>
                      <a:endParaRPr kumimoji="0" lang="en-US" altLang="zh-CN" sz="2000" b="0" i="0" u="none" strike="noStrike" cap="none" normalizeH="0" baseline="0" dirty="0">
                        <a:ln>
                          <a:noFill/>
                        </a:ln>
                        <a:solidFill>
                          <a:srgbClr val="000000"/>
                        </a:solidFill>
                        <a:effectLst/>
                        <a:highlight>
                          <a:srgbClr val="00FFFF"/>
                        </a:highlight>
                        <a:latin typeface="微软雅黑 Light" panose="020B0502040204020203" pitchFamily="34" charset="-122"/>
                        <a:ea typeface="微软雅黑 Light" panose="020B0502040204020203" pitchFamily="34"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lvl1pPr marL="342900" indent="-342900">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80000"/>
                        <a:buFontTx/>
                        <a:buNone/>
                      </a:pPr>
                      <a:r>
                        <a:rPr kumimoji="0" lang="en-US" altLang="zh-CN" sz="2000" b="0" i="0" u="none" strike="noStrike" cap="none" normalizeH="0" baseline="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rPr>
                        <a:t>7:3:A</a:t>
                      </a:r>
                      <a:endParaRPr kumimoji="0" lang="en-US" altLang="zh-CN" sz="2000" b="0" i="0" u="none" strike="noStrike" cap="none" normalizeH="0" baseline="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r>
              <a:tr h="252413">
                <a:tc rowSpan="6">
                  <a:txBody>
                    <a:bodyPr/>
                    <a:lstStyle>
                      <a:lvl1pPr>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819150" indent="-285750">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227455" indent="-228600">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35125" indent="-228600">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80000"/>
                        <a:buFontTx/>
                        <a:buNone/>
                      </a:pPr>
                      <a:r>
                        <a:rPr kumimoji="0" lang="en-US" altLang="zh-CN" sz="2000" b="0" i="0" u="none" strike="noStrike" cap="none" normalizeH="0" baseline="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rPr>
                        <a:t>3</a:t>
                      </a:r>
                      <a:endParaRPr kumimoji="0" lang="en-US" altLang="zh-CN" sz="2000" b="0" i="0" u="none" strike="noStrike" cap="none" normalizeH="0" baseline="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endParaRPr>
                    </a:p>
                  </a:txBody>
                  <a:tcPr marL="90000" marR="90000" marT="46800" marB="46800"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chemeClr val="tx1"/>
                      </a:solidFill>
                      <a:prstDash val="solid"/>
                      <a:round/>
                      <a:headEnd type="none" w="sm" len="sm"/>
                      <a:tailEnd type="none" w="sm" len="sm"/>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1186180" indent="-285750">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593850" indent="-228600">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2002155" indent="-228600">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409825" indent="-228600">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867025"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3324225"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781425"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4238625"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80000"/>
                        <a:buFontTx/>
                        <a:buNone/>
                      </a:pPr>
                      <a:r>
                        <a:rPr kumimoji="0" lang="en-US" altLang="zh-CN" sz="2000" b="0" i="0" u="none" strike="noStrike" cap="none" normalizeH="0" baseline="0" dirty="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rPr>
                        <a:t>A</a:t>
                      </a:r>
                      <a:endParaRPr kumimoji="0" lang="en-US" altLang="zh-CN" sz="2000" b="0" i="0" u="none" strike="noStrike" cap="none" normalizeH="0" baseline="0" dirty="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endParaRPr>
                    </a:p>
                  </a:txBody>
                  <a:tcPr marL="90000" marR="90000" marT="46800" marB="46800"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marL="342900" indent="-342900">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80000"/>
                        <a:buFontTx/>
                        <a:buNone/>
                      </a:pPr>
                      <a:r>
                        <a:rPr kumimoji="0" lang="en-US" altLang="zh-CN" sz="2000" b="0" i="0" u="none" strike="noStrike" cap="none" normalizeH="0" baseline="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rPr>
                        <a:t>1:1:-</a:t>
                      </a:r>
                      <a:endParaRPr kumimoji="0" lang="en-US" altLang="zh-CN" sz="2000" b="0" i="0" u="none" strike="noStrike" cap="none" normalizeH="0" baseline="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lvl1pPr marL="342900" indent="-342900">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80000"/>
                        <a:buFontTx/>
                        <a:buNone/>
                      </a:pPr>
                      <a:r>
                        <a:rPr kumimoji="0" lang="en-US" altLang="zh-CN" sz="2000" b="0" i="0" u="none" strike="noStrike" cap="none" normalizeH="0" baseline="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rPr>
                        <a:t>2:2:B</a:t>
                      </a:r>
                      <a:endParaRPr kumimoji="0" lang="en-US" altLang="zh-CN" sz="2000" b="0" i="0" u="none" strike="noStrike" cap="none" normalizeH="0" baseline="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lvl1pPr marL="342900" indent="-342900">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80000"/>
                        <a:buFontTx/>
                        <a:buNone/>
                      </a:pPr>
                      <a:r>
                        <a:rPr kumimoji="0" lang="en-US" altLang="zh-CN" sz="2000" b="0" i="0" u="none" strike="noStrike" cap="none" normalizeH="0" baseline="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rPr>
                        <a:t>3:1:-</a:t>
                      </a:r>
                      <a:endParaRPr kumimoji="0" lang="en-US" altLang="zh-CN" sz="2000" b="0" i="0" u="none" strike="noStrike" cap="none" normalizeH="0" baseline="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lvl1pPr marL="342900" indent="-342900">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80000"/>
                        <a:buFontTx/>
                        <a:buNone/>
                      </a:pPr>
                      <a:r>
                        <a:rPr kumimoji="0" lang="en-US" altLang="zh-CN" sz="2000" b="0" i="0" u="none" strike="noStrike" cap="none" normalizeH="0" baseline="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rPr>
                        <a:t>4:2:F</a:t>
                      </a:r>
                      <a:endParaRPr kumimoji="0" lang="en-US" altLang="zh-CN" sz="2000" b="0" i="0" u="none" strike="noStrike" cap="none" normalizeH="0" baseline="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lvl1pPr marL="342900" indent="-342900">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80000"/>
                        <a:buFontTx/>
                        <a:buNone/>
                      </a:pPr>
                      <a:r>
                        <a:rPr kumimoji="0" lang="en-US" altLang="zh-CN" sz="2000" b="0" i="0" u="none" strike="noStrike" cap="none" normalizeH="0" baseline="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rPr>
                        <a:t>5:1:-</a:t>
                      </a:r>
                      <a:endParaRPr kumimoji="0" lang="en-US" altLang="zh-CN" sz="2000" b="0" i="0" u="none" strike="noStrike" cap="none" normalizeH="0" baseline="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lvl1pPr marL="342900" indent="-342900">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80000"/>
                        <a:buFontTx/>
                        <a:buNone/>
                      </a:pPr>
                      <a:r>
                        <a:rPr kumimoji="0" lang="en-US" altLang="zh-CN" sz="2000" b="0" i="0" u="none" strike="noStrike" cap="none" normalizeH="0" baseline="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rPr>
                        <a:t>6:3:B</a:t>
                      </a:r>
                      <a:endParaRPr kumimoji="0" lang="en-US" altLang="zh-CN" sz="2000" b="0" i="0" u="none" strike="noStrike" cap="none" normalizeH="0" baseline="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lvl1pPr marL="342900" indent="-342900">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80000"/>
                        <a:buFontTx/>
                        <a:buNone/>
                      </a:pPr>
                      <a:r>
                        <a:rPr kumimoji="0" lang="en-US" altLang="zh-CN" sz="2000" b="0" i="0" u="none" strike="noStrike" cap="none" normalizeH="0" baseline="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rPr>
                        <a:t>7:2:E</a:t>
                      </a:r>
                      <a:endParaRPr kumimoji="0" lang="en-US" altLang="zh-CN" sz="2000" b="0" i="0" u="none" strike="noStrike" cap="none" normalizeH="0" baseline="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r>
              <a:tr h="252413">
                <a:tc vMerge="1">
                  <a:tcPr/>
                </a:tc>
                <a:tc>
                  <a:txBody>
                    <a:bodyPr/>
                    <a:lstStyle>
                      <a:lvl1pPr>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1186180" indent="-285750">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593850" indent="-228600">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2002155" indent="-228600">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409825" indent="-228600">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867025"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3324225"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781425"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4238625"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80000"/>
                        <a:buFontTx/>
                        <a:buNone/>
                      </a:pPr>
                      <a:r>
                        <a:rPr kumimoji="0" lang="en-US" altLang="zh-CN" sz="2000" b="0" i="0" u="none" strike="noStrike" cap="none" normalizeH="0" baseline="0" dirty="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rPr>
                        <a:t>B</a:t>
                      </a:r>
                      <a:endParaRPr kumimoji="0" lang="en-US" altLang="zh-CN" sz="2000" b="0" i="0" u="none" strike="noStrike" cap="none" normalizeH="0" baseline="0" dirty="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endParaRPr>
                    </a:p>
                  </a:txBody>
                  <a:tcPr marL="90000" marR="90000" marT="46800" marB="46800"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marL="342900" indent="-342900">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80000"/>
                        <a:buFontTx/>
                        <a:buNone/>
                      </a:pPr>
                      <a:r>
                        <a:rPr kumimoji="0" lang="en-US" altLang="zh-CN" sz="2000" b="0" i="0" u="none" strike="noStrike" cap="none" normalizeH="0" baseline="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rPr>
                        <a:t>1:1:-</a:t>
                      </a:r>
                      <a:endParaRPr kumimoji="0" lang="en-US" altLang="zh-CN" sz="2000" b="0" i="0" u="none" strike="noStrike" cap="none" normalizeH="0" baseline="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lvl1pPr marL="342900" indent="-342900">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80000"/>
                        <a:buFontTx/>
                        <a:buNone/>
                      </a:pPr>
                      <a:r>
                        <a:rPr kumimoji="0" lang="en-US" altLang="zh-CN" sz="2000" b="0" i="0" u="none" strike="noStrike" cap="none" normalizeH="0" baseline="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rPr>
                        <a:t>2:1:-</a:t>
                      </a:r>
                      <a:endParaRPr kumimoji="0" lang="en-US" altLang="zh-CN" sz="2000" b="0" i="0" u="none" strike="noStrike" cap="none" normalizeH="0" baseline="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lvl1pPr marL="342900" indent="-342900">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80000"/>
                        <a:buFontTx/>
                        <a:buNone/>
                      </a:pPr>
                      <a:r>
                        <a:rPr kumimoji="0" lang="en-US" altLang="zh-CN" sz="2000" b="0" i="0" u="none" strike="noStrike" cap="none" normalizeH="0" baseline="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rPr>
                        <a:t>3:2:A</a:t>
                      </a:r>
                      <a:endParaRPr kumimoji="0" lang="en-US" altLang="zh-CN" sz="2000" b="0" i="0" u="none" strike="noStrike" cap="none" normalizeH="0" baseline="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lvl1pPr marL="342900" indent="-342900">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80000"/>
                        <a:buFontTx/>
                        <a:buNone/>
                      </a:pPr>
                      <a:r>
                        <a:rPr kumimoji="0" lang="en-US" altLang="zh-CN" sz="2000" b="0" i="0" u="none" strike="noStrike" cap="none" normalizeH="0" baseline="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rPr>
                        <a:t>4:3:A</a:t>
                      </a:r>
                      <a:endParaRPr kumimoji="0" lang="en-US" altLang="zh-CN" sz="2000" b="0" i="0" u="none" strike="noStrike" cap="none" normalizeH="0" baseline="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lvl1pPr marL="342900" indent="-342900">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80000"/>
                        <a:buFontTx/>
                        <a:buNone/>
                      </a:pPr>
                      <a:r>
                        <a:rPr kumimoji="0" lang="en-US" altLang="zh-CN" sz="2000" b="0" i="0" u="none" strike="noStrike" cap="none" normalizeH="0" baseline="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rPr>
                        <a:t>5:2:A</a:t>
                      </a:r>
                      <a:endParaRPr kumimoji="0" lang="en-US" altLang="zh-CN" sz="2000" b="0" i="0" u="none" strike="noStrike" cap="none" normalizeH="0" baseline="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lvl1pPr marL="342900" indent="-342900">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80000"/>
                        <a:buFontTx/>
                        <a:buNone/>
                      </a:pPr>
                      <a:r>
                        <a:rPr kumimoji="0" lang="en-US" altLang="zh-CN" sz="2000" b="0" i="0" u="none" strike="noStrike" cap="none" normalizeH="0" baseline="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rPr>
                        <a:t>6:2:C</a:t>
                      </a:r>
                      <a:endParaRPr kumimoji="0" lang="en-US" altLang="zh-CN" sz="2000" b="0" i="0" u="none" strike="noStrike" cap="none" normalizeH="0" baseline="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lvl1pPr marL="342900" indent="-342900">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80000"/>
                        <a:buFontTx/>
                        <a:buNone/>
                      </a:pPr>
                      <a:r>
                        <a:rPr kumimoji="0" lang="en-US" altLang="zh-CN" sz="2000" b="0" i="0" u="none" strike="noStrike" cap="none" normalizeH="0" baseline="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rPr>
                        <a:t>7:3:A</a:t>
                      </a:r>
                      <a:endParaRPr kumimoji="0" lang="en-US" altLang="zh-CN" sz="2000" b="0" i="0" u="none" strike="noStrike" cap="none" normalizeH="0" baseline="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r>
              <a:tr h="252413">
                <a:tc vMerge="1">
                  <a:tcPr/>
                </a:tc>
                <a:tc>
                  <a:txBody>
                    <a:bodyPr/>
                    <a:lstStyle>
                      <a:lvl1pPr>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1186180" indent="-285750">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593850" indent="-228600">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2002155" indent="-228600">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409825" indent="-228600">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867025"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3324225"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781425"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4238625"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80000"/>
                        <a:buFontTx/>
                        <a:buNone/>
                      </a:pPr>
                      <a:r>
                        <a:rPr kumimoji="0" lang="en-US" altLang="zh-CN" sz="2000" b="0" i="0" u="none" strike="noStrike" cap="none" normalizeH="0" baseline="0" dirty="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rPr>
                        <a:t>C</a:t>
                      </a:r>
                      <a:endParaRPr kumimoji="0" lang="en-US" altLang="zh-CN" sz="2000" b="0" i="0" u="none" strike="noStrike" cap="none" normalizeH="0" baseline="0" dirty="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endParaRPr>
                    </a:p>
                  </a:txBody>
                  <a:tcPr marL="90000" marR="90000" marT="46800" marB="46800"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marL="342900" indent="-342900">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80000"/>
                        <a:buFontTx/>
                        <a:buNone/>
                      </a:pPr>
                      <a:r>
                        <a:rPr kumimoji="0" lang="en-US" altLang="zh-CN" sz="2000" b="0" i="0" u="none" strike="noStrike" cap="none" normalizeH="0" baseline="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rPr>
                        <a:t>1:2:B</a:t>
                      </a:r>
                      <a:endParaRPr kumimoji="0" lang="en-US" altLang="zh-CN" sz="2000" b="0" i="0" u="none" strike="noStrike" cap="none" normalizeH="0" baseline="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lvl1pPr marL="342900" indent="-342900">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80000"/>
                        <a:buFontTx/>
                        <a:buNone/>
                      </a:pPr>
                      <a:r>
                        <a:rPr kumimoji="0" lang="en-US" altLang="zh-CN" sz="2000" b="0" i="0" u="none" strike="noStrike" cap="none" normalizeH="0" baseline="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rPr>
                        <a:t>1:1:-</a:t>
                      </a:r>
                      <a:endParaRPr kumimoji="0" lang="en-US" altLang="zh-CN" sz="2000" b="0" i="0" u="none" strike="noStrike" cap="none" normalizeH="0" baseline="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lvl1pPr marL="342900" indent="-342900">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80000"/>
                        <a:buFontTx/>
                        <a:buNone/>
                      </a:pPr>
                      <a:r>
                        <a:rPr kumimoji="0" lang="en-US" altLang="zh-CN" sz="2000" b="0" i="0" u="none" strike="noStrike" cap="none" normalizeH="0" baseline="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rPr>
                        <a:t>3:3:B</a:t>
                      </a:r>
                      <a:endParaRPr kumimoji="0" lang="en-US" altLang="zh-CN" sz="2000" b="0" i="0" u="none" strike="noStrike" cap="none" normalizeH="0" baseline="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lvl1pPr marL="342900" indent="-342900">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80000"/>
                        <a:buFontTx/>
                        <a:buNone/>
                      </a:pPr>
                      <a:r>
                        <a:rPr kumimoji="0" lang="en-US" altLang="zh-CN" sz="2000" b="0" i="0" u="none" strike="noStrike" cap="none" normalizeH="0" baseline="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rPr>
                        <a:t>4:4:B</a:t>
                      </a:r>
                      <a:endParaRPr kumimoji="0" lang="en-US" altLang="zh-CN" sz="2000" b="0" i="0" u="none" strike="noStrike" cap="none" normalizeH="0" baseline="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lvl1pPr marL="342900" indent="-342900">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80000"/>
                        <a:buFontTx/>
                        <a:buNone/>
                      </a:pPr>
                      <a:r>
                        <a:rPr kumimoji="0" lang="en-US" altLang="zh-CN" sz="2000" b="0" i="0" u="none" strike="noStrike" cap="none" normalizeH="0" baseline="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rPr>
                        <a:t>5:3:A</a:t>
                      </a:r>
                      <a:endParaRPr kumimoji="0" lang="en-US" altLang="zh-CN" sz="2000" b="0" i="0" u="none" strike="noStrike" cap="none" normalizeH="0" baseline="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lvl1pPr marL="342900" indent="-342900">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80000"/>
                        <a:buFontTx/>
                        <a:buNone/>
                      </a:pPr>
                      <a:r>
                        <a:rPr kumimoji="0" lang="en-US" altLang="zh-CN" sz="2000" b="0" i="0" u="none" strike="noStrike" cap="none" normalizeH="0" baseline="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rPr>
                        <a:t>6:1:-</a:t>
                      </a:r>
                      <a:endParaRPr kumimoji="0" lang="en-US" altLang="zh-CN" sz="2000" b="0" i="0" u="none" strike="noStrike" cap="none" normalizeH="0" baseline="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lvl1pPr marL="342900" indent="-342900">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80000"/>
                        <a:buFontTx/>
                        <a:buNone/>
                      </a:pPr>
                      <a:r>
                        <a:rPr kumimoji="0" lang="en-US" altLang="zh-CN" sz="2000" b="0" i="0" u="none" strike="noStrike" cap="none" normalizeH="0" baseline="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rPr>
                        <a:t>7:2:D</a:t>
                      </a:r>
                      <a:endParaRPr kumimoji="0" lang="en-US" altLang="zh-CN" sz="2000" b="0" i="0" u="none" strike="noStrike" cap="none" normalizeH="0" baseline="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r>
              <a:tr h="252413">
                <a:tc vMerge="1">
                  <a:tcPr/>
                </a:tc>
                <a:tc>
                  <a:txBody>
                    <a:bodyPr/>
                    <a:lstStyle>
                      <a:lvl1pPr>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1186180" indent="-285750">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593850" indent="-228600">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2002155" indent="-228600">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409825" indent="-228600">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867025"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3324225"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781425"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4238625"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80000"/>
                        <a:buFontTx/>
                        <a:buNone/>
                      </a:pPr>
                      <a:r>
                        <a:rPr kumimoji="0" lang="en-US" altLang="zh-CN" sz="2000" b="0" i="0" u="none" strike="noStrike" cap="none" normalizeH="0" baseline="0" dirty="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rPr>
                        <a:t>D</a:t>
                      </a:r>
                      <a:endParaRPr kumimoji="0" lang="en-US" altLang="zh-CN" sz="2000" b="0" i="0" u="none" strike="noStrike" cap="none" normalizeH="0" baseline="0" dirty="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endParaRPr>
                    </a:p>
                  </a:txBody>
                  <a:tcPr marL="90000" marR="90000" marT="46800" marB="46800"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marL="342900" indent="-342900">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80000"/>
                        <a:buFontTx/>
                        <a:buNone/>
                      </a:pPr>
                      <a:r>
                        <a:rPr kumimoji="0" lang="en-US" altLang="zh-CN" sz="2000" b="0" i="0" u="none" strike="noStrike" cap="none" normalizeH="0" baseline="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rPr>
                        <a:t>1:3:C</a:t>
                      </a:r>
                      <a:endParaRPr kumimoji="0" lang="en-US" altLang="zh-CN" sz="2000" b="0" i="0" u="none" strike="noStrike" cap="none" normalizeH="0" baseline="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lvl1pPr marL="342900" indent="-342900">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80000"/>
                        <a:buFontTx/>
                        <a:buNone/>
                      </a:pPr>
                      <a:r>
                        <a:rPr kumimoji="0" lang="en-US" altLang="zh-CN" sz="2000" b="0" i="0" u="none" strike="noStrike" cap="none" normalizeH="0" baseline="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rPr>
                        <a:t>2:2:C</a:t>
                      </a:r>
                      <a:endParaRPr kumimoji="0" lang="en-US" altLang="zh-CN" sz="2000" b="0" i="0" u="none" strike="noStrike" cap="none" normalizeH="0" baseline="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lvl1pPr marL="342900" indent="-342900">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80000"/>
                        <a:buFontTx/>
                        <a:buNone/>
                      </a:pPr>
                      <a:r>
                        <a:rPr kumimoji="0" lang="en-US" altLang="zh-CN" sz="2000" b="0" i="0" u="none" strike="noStrike" cap="none" normalizeH="0" baseline="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rPr>
                        <a:t>3:3:E</a:t>
                      </a:r>
                      <a:endParaRPr kumimoji="0" lang="en-US" altLang="zh-CN" sz="2000" b="0" i="0" u="none" strike="noStrike" cap="none" normalizeH="0" baseline="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lvl1pPr marL="342900" indent="-342900">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80000"/>
                        <a:buFontTx/>
                        <a:buNone/>
                      </a:pPr>
                      <a:r>
                        <a:rPr kumimoji="0" lang="en-US" altLang="zh-CN" sz="2000" b="0" i="0" u="none" strike="noStrike" cap="none" normalizeH="0" baseline="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rPr>
                        <a:t>4:4:E</a:t>
                      </a:r>
                      <a:endParaRPr kumimoji="0" lang="en-US" altLang="zh-CN" sz="2000" b="0" i="0" u="none" strike="noStrike" cap="none" normalizeH="0" baseline="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lvl1pPr marL="342900" indent="-342900">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80000"/>
                        <a:buFontTx/>
                        <a:buNone/>
                      </a:pPr>
                      <a:r>
                        <a:rPr kumimoji="0" lang="en-US" altLang="zh-CN" sz="2000" b="0" i="0" u="none" strike="noStrike" cap="none" normalizeH="0" baseline="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rPr>
                        <a:t>5:2:E</a:t>
                      </a:r>
                      <a:endParaRPr kumimoji="0" lang="en-US" altLang="zh-CN" sz="2000" b="0" i="0" u="none" strike="noStrike" cap="none" normalizeH="0" baseline="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lvl1pPr marL="342900" indent="-342900">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80000"/>
                        <a:buFontTx/>
                        <a:buNone/>
                      </a:pPr>
                      <a:r>
                        <a:rPr kumimoji="0" lang="en-US" altLang="zh-CN" sz="2000" b="0" i="0" u="none" strike="noStrike" cap="none" normalizeH="0" baseline="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rPr>
                        <a:t>6:1:-</a:t>
                      </a:r>
                      <a:endParaRPr kumimoji="0" lang="en-US" altLang="zh-CN" sz="2000" b="0" i="0" u="none" strike="noStrike" cap="none" normalizeH="0" baseline="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lvl1pPr marL="342900" indent="-342900">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80000"/>
                        <a:buFontTx/>
                        <a:buNone/>
                      </a:pPr>
                      <a:r>
                        <a:rPr kumimoji="0" lang="en-US" altLang="zh-CN" sz="2000" b="0" i="0" u="none" strike="noStrike" cap="none" normalizeH="0" baseline="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rPr>
                        <a:t>7:1:-</a:t>
                      </a:r>
                      <a:endParaRPr kumimoji="0" lang="en-US" altLang="zh-CN" sz="2000" b="0" i="0" u="none" strike="noStrike" cap="none" normalizeH="0" baseline="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r>
              <a:tr h="252413">
                <a:tc vMerge="1">
                  <a:tcPr/>
                </a:tc>
                <a:tc>
                  <a:txBody>
                    <a:bodyPr/>
                    <a:lstStyle>
                      <a:lvl1pPr>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1186180" indent="-285750">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593850" indent="-228600">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2002155" indent="-228600">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409825" indent="-228600">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867025"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3324225"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781425"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4238625"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80000"/>
                        <a:buFontTx/>
                        <a:buNone/>
                      </a:pPr>
                      <a:r>
                        <a:rPr kumimoji="0" lang="en-US" altLang="zh-CN" sz="2000" b="0" i="0" u="none" strike="noStrike" cap="none" normalizeH="0" baseline="0" dirty="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rPr>
                        <a:t>E</a:t>
                      </a:r>
                      <a:endParaRPr kumimoji="0" lang="en-US" altLang="zh-CN" sz="2000" b="0" i="0" u="none" strike="noStrike" cap="none" normalizeH="0" baseline="0" dirty="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endParaRPr>
                    </a:p>
                  </a:txBody>
                  <a:tcPr marL="90000" marR="90000" marT="46800" marB="46800"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marL="342900" indent="-342900">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80000"/>
                        <a:buFontTx/>
                        <a:buNone/>
                      </a:pPr>
                      <a:r>
                        <a:rPr kumimoji="0" lang="en-US" altLang="zh-CN" sz="2000" b="0" i="0" u="none" strike="noStrike" cap="none" normalizeH="0" baseline="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rPr>
                        <a:t>1:2:A</a:t>
                      </a:r>
                      <a:endParaRPr kumimoji="0" lang="en-US" altLang="zh-CN" sz="2000" b="0" i="0" u="none" strike="noStrike" cap="none" normalizeH="0" baseline="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lvl1pPr marL="342900" indent="-342900">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80000"/>
                        <a:buFontTx/>
                        <a:buNone/>
                      </a:pPr>
                      <a:r>
                        <a:rPr kumimoji="0" lang="en-US" altLang="zh-CN" sz="2000" b="0" i="0" u="none" strike="noStrike" cap="none" normalizeH="0" baseline="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rPr>
                        <a:t>2:3:D</a:t>
                      </a:r>
                      <a:endParaRPr kumimoji="0" lang="en-US" altLang="zh-CN" sz="2000" b="0" i="0" u="none" strike="noStrike" cap="none" normalizeH="0" baseline="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lvl1pPr marL="342900" indent="-342900">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80000"/>
                        <a:buFontTx/>
                        <a:buNone/>
                      </a:pPr>
                      <a:r>
                        <a:rPr kumimoji="0" lang="en-US" altLang="zh-CN" sz="2000" b="0" i="0" u="none" strike="noStrike" cap="none" normalizeH="0" baseline="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rPr>
                        <a:t>3:2:A</a:t>
                      </a:r>
                      <a:endParaRPr kumimoji="0" lang="en-US" altLang="zh-CN" sz="2000" b="0" i="0" u="none" strike="noStrike" cap="none" normalizeH="0" baseline="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lvl1pPr marL="342900" indent="-342900">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80000"/>
                        <a:buFontTx/>
                        <a:buNone/>
                      </a:pPr>
                      <a:r>
                        <a:rPr kumimoji="0" lang="en-US" altLang="zh-CN" sz="2000" b="0" i="0" u="none" strike="noStrike" cap="none" normalizeH="0" baseline="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rPr>
                        <a:t>4:3:A</a:t>
                      </a:r>
                      <a:endParaRPr kumimoji="0" lang="en-US" altLang="zh-CN" sz="2000" b="0" i="0" u="none" strike="noStrike" cap="none" normalizeH="0" baseline="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lvl1pPr marL="342900" indent="-342900">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80000"/>
                        <a:buFontTx/>
                        <a:buNone/>
                      </a:pPr>
                      <a:r>
                        <a:rPr kumimoji="0" lang="en-US" altLang="zh-CN" sz="2000" b="0" i="0" u="none" strike="noStrike" cap="none" normalizeH="0" baseline="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rPr>
                        <a:t>5:1:-</a:t>
                      </a:r>
                      <a:endParaRPr kumimoji="0" lang="en-US" altLang="zh-CN" sz="2000" b="0" i="0" u="none" strike="noStrike" cap="none" normalizeH="0" baseline="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lvl1pPr marL="342900" indent="-342900">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80000"/>
                        <a:buFontTx/>
                        <a:buNone/>
                      </a:pPr>
                      <a:r>
                        <a:rPr kumimoji="0" lang="en-US" altLang="zh-CN" sz="2000" b="0" i="0" u="none" strike="noStrike" cap="none" normalizeH="0" baseline="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rPr>
                        <a:t>6:2:D</a:t>
                      </a:r>
                      <a:endParaRPr kumimoji="0" lang="en-US" altLang="zh-CN" sz="2000" b="0" i="0" u="none" strike="noStrike" cap="none" normalizeH="0" baseline="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lvl1pPr marL="342900" indent="-342900">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80000"/>
                        <a:buFontTx/>
                        <a:buNone/>
                      </a:pPr>
                      <a:r>
                        <a:rPr kumimoji="0" lang="en-US" altLang="zh-CN" sz="2000" b="0" i="0" u="none" strike="noStrike" cap="none" normalizeH="0" baseline="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rPr>
                        <a:t>7:1:-</a:t>
                      </a:r>
                      <a:endParaRPr kumimoji="0" lang="en-US" altLang="zh-CN" sz="2000" b="0" i="0" u="none" strike="noStrike" cap="none" normalizeH="0" baseline="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r>
              <a:tr h="252413">
                <a:tc vMerge="1">
                  <a:tcPr/>
                </a:tc>
                <a:tc>
                  <a:txBody>
                    <a:bodyPr/>
                    <a:lstStyle>
                      <a:lvl1pPr>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1186180" indent="-285750">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593850" indent="-228600">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2002155" indent="-228600">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409825" indent="-228600">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867025"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3324225"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781425"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4238625"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80000"/>
                        <a:buFontTx/>
                        <a:buNone/>
                      </a:pPr>
                      <a:r>
                        <a:rPr kumimoji="0" lang="en-US" altLang="zh-CN" sz="2000" b="0" i="0" u="none" strike="noStrike" cap="none" normalizeH="0" baseline="0" dirty="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rPr>
                        <a:t>F</a:t>
                      </a:r>
                      <a:endParaRPr kumimoji="0" lang="en-US" altLang="zh-CN" sz="2000" b="0" i="0" u="none" strike="noStrike" cap="none" normalizeH="0" baseline="0" dirty="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endParaRPr>
                    </a:p>
                  </a:txBody>
                  <a:tcPr marL="90000" marR="90000" marT="46800" marB="46800"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chemeClr val="tx1"/>
                      </a:solidFill>
                      <a:prstDash val="solid"/>
                      <a:round/>
                      <a:headEnd type="none" w="sm" len="sm"/>
                      <a:tailEnd type="none" w="sm" len="sm"/>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80000"/>
                        <a:buFontTx/>
                        <a:buNone/>
                      </a:pPr>
                      <a:r>
                        <a:rPr kumimoji="0" lang="en-US" altLang="zh-CN" sz="2000" b="0" i="0" u="none" strike="noStrike" cap="none" normalizeH="0" baseline="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rPr>
                        <a:t>1:2:A</a:t>
                      </a:r>
                      <a:endParaRPr kumimoji="0" lang="en-US" altLang="zh-CN" sz="2000" b="0" i="0" u="none" strike="noStrike" cap="none" normalizeH="0" baseline="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80000"/>
                        <a:buFontTx/>
                        <a:buNone/>
                      </a:pPr>
                      <a:r>
                        <a:rPr kumimoji="0" lang="en-US" altLang="zh-CN" sz="2000" b="0" i="0" u="none" strike="noStrike" cap="none" normalizeH="0" baseline="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rPr>
                        <a:t>2:3:A</a:t>
                      </a:r>
                      <a:endParaRPr kumimoji="0" lang="en-US" altLang="zh-CN" sz="2000" b="0" i="0" u="none" strike="noStrike" cap="none" normalizeH="0" baseline="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80000"/>
                        <a:buFontTx/>
                        <a:buNone/>
                      </a:pPr>
                      <a:r>
                        <a:rPr kumimoji="0" lang="en-US" altLang="zh-CN" sz="2000" b="0" i="0" u="none" strike="noStrike" cap="none" normalizeH="0" baseline="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rPr>
                        <a:t>3:1:-</a:t>
                      </a:r>
                      <a:endParaRPr kumimoji="0" lang="en-US" altLang="zh-CN" sz="2000" b="0" i="0" u="none" strike="noStrike" cap="none" normalizeH="0" baseline="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80000"/>
                        <a:buFontTx/>
                        <a:buNone/>
                      </a:pPr>
                      <a:r>
                        <a:rPr kumimoji="0" lang="en-US" altLang="zh-CN" sz="2000" b="0" i="0" u="none" strike="noStrike" cap="none" normalizeH="0" baseline="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rPr>
                        <a:t>4:1:-</a:t>
                      </a:r>
                      <a:endParaRPr kumimoji="0" lang="en-US" altLang="zh-CN" sz="2000" b="0" i="0" u="none" strike="noStrike" cap="none" normalizeH="0" baseline="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80000"/>
                        <a:buFontTx/>
                        <a:buNone/>
                      </a:pPr>
                      <a:r>
                        <a:rPr kumimoji="0" lang="en-US" altLang="zh-CN" sz="2000" b="0" i="0" u="none" strike="noStrike" cap="none" normalizeH="0" baseline="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rPr>
                        <a:t>5:2:A</a:t>
                      </a:r>
                      <a:endParaRPr kumimoji="0" lang="en-US" altLang="zh-CN" sz="2000" b="0" i="0" u="none" strike="noStrike" cap="none" normalizeH="0" baseline="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80000"/>
                        <a:buFontTx/>
                        <a:buNone/>
                      </a:pPr>
                      <a:r>
                        <a:rPr kumimoji="0" lang="en-US" altLang="zh-CN" sz="2000" b="0" i="0" u="none" strike="noStrike" cap="none" normalizeH="0" baseline="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rPr>
                        <a:t>6:4:A</a:t>
                      </a:r>
                      <a:endParaRPr kumimoji="0" lang="en-US" altLang="zh-CN" sz="2000" b="0" i="0" u="none" strike="noStrike" cap="none" normalizeH="0" baseline="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80000"/>
                        <a:buFontTx/>
                        <a:buNone/>
                      </a:pPr>
                      <a:r>
                        <a:rPr kumimoji="0" lang="en-US" altLang="zh-CN" sz="2000" b="0" i="0" u="none" strike="noStrike" cap="none" normalizeH="0" baseline="0" dirty="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rPr>
                        <a:t>7:3:A</a:t>
                      </a:r>
                      <a:endParaRPr kumimoji="0" lang="en-US" altLang="zh-CN" sz="2000" b="0" i="0" u="none" strike="noStrike" cap="none" normalizeH="0" baseline="0" dirty="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med" len="med"/>
                      <a:tailEnd type="none" w="med" len="med"/>
                    </a:lnB>
                    <a:lnTlToBr>
                      <a:noFill/>
                    </a:lnTlToBr>
                    <a:lnBlToTr>
                      <a:noFill/>
                    </a:lnBlToTr>
                    <a:noFill/>
                  </a:tcPr>
                </a:tc>
              </a:tr>
            </a:tbl>
          </a:graphicData>
        </a:graphic>
      </p:graphicFrame>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p:txBody>
          <a:bodyPr/>
          <a:lstStyle/>
          <a:p>
            <a:fld id="{1D02054E-ACCC-4D5A-A39B-63264D5E65C1}" type="slidenum">
              <a:rPr lang="en-US" altLang="zh-CN"/>
            </a:fld>
            <a:endParaRPr lang="en-US" altLang="zh-CN"/>
          </a:p>
        </p:txBody>
      </p:sp>
      <p:sp>
        <p:nvSpPr>
          <p:cNvPr id="429058" name="Rectangle 2"/>
          <p:cNvSpPr>
            <a:spLocks noGrp="1" noChangeArrowheads="1"/>
          </p:cNvSpPr>
          <p:nvPr>
            <p:ph type="title"/>
          </p:nvPr>
        </p:nvSpPr>
        <p:spPr/>
        <p:txBody>
          <a:bodyPr/>
          <a:lstStyle/>
          <a:p>
            <a:r>
              <a:rPr lang="zh-CN" altLang="en-US" dirty="0"/>
              <a:t>算法的特点</a:t>
            </a:r>
            <a:endParaRPr lang="zh-CN" altLang="en-US" dirty="0"/>
          </a:p>
        </p:txBody>
      </p:sp>
      <p:sp>
        <p:nvSpPr>
          <p:cNvPr id="429059" name="Rectangle 3"/>
          <p:cNvSpPr>
            <a:spLocks noGrp="1" noChangeArrowheads="1"/>
          </p:cNvSpPr>
          <p:nvPr>
            <p:ph type="body" idx="1"/>
          </p:nvPr>
        </p:nvSpPr>
        <p:spPr/>
        <p:txBody>
          <a:bodyPr/>
          <a:lstStyle/>
          <a:p>
            <a:r>
              <a:rPr lang="zh-CN" altLang="en-US" dirty="0"/>
              <a:t>优点：</a:t>
            </a:r>
            <a:endParaRPr lang="zh-CN" altLang="en-US" dirty="0"/>
          </a:p>
          <a:p>
            <a:pPr lvl="1"/>
            <a:r>
              <a:rPr lang="zh-CN" altLang="en-US" dirty="0"/>
              <a:t>简单</a:t>
            </a:r>
            <a:endParaRPr lang="zh-CN" altLang="en-US" dirty="0"/>
          </a:p>
          <a:p>
            <a:pPr lvl="1"/>
            <a:r>
              <a:rPr lang="zh-CN" altLang="en-US" dirty="0"/>
              <a:t>适用于小规模网络</a:t>
            </a:r>
            <a:endParaRPr lang="zh-CN" altLang="en-US" dirty="0"/>
          </a:p>
          <a:p>
            <a:r>
              <a:rPr lang="zh-CN" altLang="en-US" dirty="0"/>
              <a:t>缺点：</a:t>
            </a:r>
            <a:endParaRPr lang="zh-CN" altLang="en-US" dirty="0"/>
          </a:p>
          <a:p>
            <a:pPr lvl="1"/>
            <a:r>
              <a:rPr lang="zh-CN" altLang="en-US" dirty="0"/>
              <a:t>网络规模的伸展性差</a:t>
            </a:r>
            <a:endParaRPr lang="zh-CN" altLang="en-US" dirty="0"/>
          </a:p>
          <a:p>
            <a:pPr lvl="1"/>
            <a:r>
              <a:rPr lang="zh-CN" altLang="en-US" dirty="0"/>
              <a:t>对链路状态的变化响应慢</a:t>
            </a:r>
            <a:endParaRPr lang="zh-CN" altLang="en-US" dirty="0"/>
          </a:p>
          <a:p>
            <a:pPr lvl="1"/>
            <a:r>
              <a:rPr lang="zh-CN" altLang="en-US" dirty="0"/>
              <a:t>路由报文尺寸大</a:t>
            </a:r>
            <a:endParaRPr lang="zh-CN" altLang="en-US" dirty="0"/>
          </a:p>
          <a:p>
            <a:pPr lvl="1"/>
            <a:r>
              <a:rPr lang="zh-CN" altLang="en-US" dirty="0"/>
              <a:t>轮数与路由器的个数成正比</a:t>
            </a:r>
            <a:endParaRPr lang="zh-CN" altLang="en-US"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距离向量路由选择协议</a:t>
            </a:r>
            <a:r>
              <a:rPr lang="en-US" altLang="zh-CN" dirty="0"/>
              <a:t>—</a:t>
            </a:r>
            <a:r>
              <a:rPr lang="zh-CN" altLang="en-US" dirty="0"/>
              <a:t>以</a:t>
            </a:r>
            <a:r>
              <a:rPr lang="en-US" altLang="zh-CN" dirty="0"/>
              <a:t>IP</a:t>
            </a:r>
            <a:r>
              <a:rPr lang="zh-CN" altLang="en-US" dirty="0"/>
              <a:t>协议为例</a:t>
            </a:r>
            <a:endParaRPr lang="zh-CN" altLang="en-US" dirty="0"/>
          </a:p>
        </p:txBody>
      </p:sp>
      <p:sp>
        <p:nvSpPr>
          <p:cNvPr id="3" name="内容占位符 2"/>
          <p:cNvSpPr>
            <a:spLocks noGrp="1"/>
          </p:cNvSpPr>
          <p:nvPr>
            <p:ph idx="1"/>
          </p:nvPr>
        </p:nvSpPr>
        <p:spPr/>
        <p:txBody>
          <a:bodyPr/>
          <a:lstStyle/>
          <a:p>
            <a:r>
              <a:rPr lang="zh-CN" altLang="en-US" dirty="0"/>
              <a:t>路由器初始启动</a:t>
            </a:r>
            <a:endParaRPr lang="zh-CN" altLang="en-US" dirty="0"/>
          </a:p>
          <a:p>
            <a:pPr lvl="1"/>
            <a:r>
              <a:rPr lang="zh-CN" altLang="en-US" dirty="0"/>
              <a:t>最初的网络发现直连路由写入路由表</a:t>
            </a:r>
            <a:endParaRPr lang="zh-CN" altLang="en-US" dirty="0"/>
          </a:p>
        </p:txBody>
      </p:sp>
      <p:sp>
        <p:nvSpPr>
          <p:cNvPr id="4" name="灯片编号占位符 3"/>
          <p:cNvSpPr>
            <a:spLocks noGrp="1"/>
          </p:cNvSpPr>
          <p:nvPr>
            <p:ph type="sldNum" sz="quarter" idx="12"/>
          </p:nvPr>
        </p:nvSpPr>
        <p:spPr/>
        <p:txBody>
          <a:bodyPr/>
          <a:lstStyle/>
          <a:p>
            <a:pPr>
              <a:defRPr/>
            </a:pPr>
            <a:fld id="{816960B2-2B11-492C-B588-5290E1274F96}" type="slidenum">
              <a:rPr lang="en-US" altLang="zh-CN" smtClean="0"/>
            </a:fld>
            <a:endParaRPr lang="en-US" altLang="zh-CN" dirty="0"/>
          </a:p>
        </p:txBody>
      </p:sp>
      <p:cxnSp>
        <p:nvCxnSpPr>
          <p:cNvPr id="5" name="直接连接符 29"/>
          <p:cNvCxnSpPr>
            <a:endCxn id="24" idx="1"/>
          </p:cNvCxnSpPr>
          <p:nvPr/>
        </p:nvCxnSpPr>
        <p:spPr bwMode="auto">
          <a:xfrm>
            <a:off x="1775520" y="3070471"/>
            <a:ext cx="1379657" cy="0"/>
          </a:xfrm>
          <a:prstGeom prst="line">
            <a:avLst/>
          </a:prstGeom>
          <a:solidFill>
            <a:schemeClr val="accent1"/>
          </a:solidFill>
          <a:ln w="25400" cap="flat" cmpd="sng" algn="ctr">
            <a:solidFill>
              <a:schemeClr val="tx1"/>
            </a:solidFill>
            <a:prstDash val="solid"/>
            <a:round/>
            <a:headEnd type="none" w="med" len="med"/>
            <a:tailEnd type="none" w="med" len="med"/>
          </a:ln>
          <a:effectLst/>
        </p:spPr>
      </p:cxnSp>
      <p:sp>
        <p:nvSpPr>
          <p:cNvPr id="6" name="矩形 42"/>
          <p:cNvSpPr/>
          <p:nvPr/>
        </p:nvSpPr>
        <p:spPr>
          <a:xfrm>
            <a:off x="3824603" y="2494819"/>
            <a:ext cx="1359668" cy="588944"/>
          </a:xfrm>
          <a:prstGeom prst="rect">
            <a:avLst/>
          </a:prstGeom>
        </p:spPr>
        <p:txBody>
          <a:bodyPr wrap="none">
            <a:spAutoFit/>
          </a:bodyPr>
          <a:lstStyle/>
          <a:p>
            <a:pPr>
              <a:lnSpc>
                <a:spcPct val="120000"/>
              </a:lnSpc>
            </a:pPr>
            <a:r>
              <a:rPr lang="en-US" altLang="zh-CN" sz="1400" dirty="0">
                <a:latin typeface="微软雅黑 Light" panose="020B0502040204020203" pitchFamily="34" charset="-122"/>
                <a:ea typeface="微软雅黑 Light" panose="020B0502040204020203" pitchFamily="34" charset="-122"/>
                <a:cs typeface="+mn-ea"/>
                <a:sym typeface="+mn-lt"/>
              </a:rPr>
              <a:t>GE0/0/0</a:t>
            </a:r>
            <a:endParaRPr lang="en-US" altLang="zh-CN" sz="1400" dirty="0">
              <a:latin typeface="微软雅黑 Light" panose="020B0502040204020203" pitchFamily="34" charset="-122"/>
              <a:ea typeface="微软雅黑 Light" panose="020B0502040204020203" pitchFamily="34" charset="-122"/>
              <a:cs typeface="+mn-ea"/>
              <a:sym typeface="+mn-lt"/>
            </a:endParaRPr>
          </a:p>
          <a:p>
            <a:pPr>
              <a:lnSpc>
                <a:spcPct val="120000"/>
              </a:lnSpc>
            </a:pPr>
            <a:r>
              <a:rPr lang="en-US" altLang="zh-CN" sz="1400" dirty="0">
                <a:latin typeface="微软雅黑 Light" panose="020B0502040204020203" pitchFamily="34" charset="-122"/>
                <a:ea typeface="微软雅黑 Light" panose="020B0502040204020203" pitchFamily="34" charset="-122"/>
                <a:cs typeface="+mn-ea"/>
                <a:sym typeface="+mn-lt"/>
              </a:rPr>
              <a:t>192.168.12.1/24</a:t>
            </a:r>
            <a:endParaRPr lang="en-US" altLang="zh-CN" sz="1400" dirty="0">
              <a:latin typeface="微软雅黑 Light" panose="020B0502040204020203" pitchFamily="34" charset="-122"/>
              <a:ea typeface="微软雅黑 Light" panose="020B0502040204020203" pitchFamily="34" charset="-122"/>
              <a:cs typeface="+mn-ea"/>
              <a:sym typeface="+mn-lt"/>
            </a:endParaRPr>
          </a:p>
        </p:txBody>
      </p:sp>
      <p:sp>
        <p:nvSpPr>
          <p:cNvPr id="9" name="矩形 69"/>
          <p:cNvSpPr/>
          <p:nvPr/>
        </p:nvSpPr>
        <p:spPr>
          <a:xfrm>
            <a:off x="5740599" y="3447164"/>
            <a:ext cx="463879" cy="330411"/>
          </a:xfrm>
          <a:prstGeom prst="rect">
            <a:avLst/>
          </a:prstGeom>
        </p:spPr>
        <p:txBody>
          <a:bodyPr wrap="square">
            <a:spAutoFit/>
          </a:bodyPr>
          <a:lstStyle/>
          <a:p>
            <a:pPr algn="ctr">
              <a:lnSpc>
                <a:spcPct val="120000"/>
              </a:lnSpc>
            </a:pPr>
            <a:r>
              <a:rPr lang="en-US" altLang="zh-CN" sz="1400" dirty="0">
                <a:solidFill>
                  <a:schemeClr val="accent2"/>
                </a:solidFill>
                <a:latin typeface="微软雅黑 Light" panose="020B0502040204020203" pitchFamily="34" charset="-122"/>
                <a:ea typeface="微软雅黑 Light" panose="020B0502040204020203" pitchFamily="34" charset="-122"/>
                <a:cs typeface="+mn-ea"/>
                <a:sym typeface="+mn-lt"/>
              </a:rPr>
              <a:t>R2</a:t>
            </a:r>
            <a:endParaRPr lang="en-US" altLang="zh-CN" sz="1400" dirty="0">
              <a:solidFill>
                <a:schemeClr val="accent2"/>
              </a:solidFill>
              <a:latin typeface="微软雅黑 Light" panose="020B0502040204020203" pitchFamily="34" charset="-122"/>
              <a:ea typeface="微软雅黑 Light" panose="020B0502040204020203" pitchFamily="34" charset="-122"/>
              <a:cs typeface="+mn-ea"/>
              <a:sym typeface="+mn-lt"/>
            </a:endParaRPr>
          </a:p>
        </p:txBody>
      </p:sp>
      <p:sp>
        <p:nvSpPr>
          <p:cNvPr id="12" name="矩形 70"/>
          <p:cNvSpPr/>
          <p:nvPr/>
        </p:nvSpPr>
        <p:spPr>
          <a:xfrm>
            <a:off x="8329223" y="3451814"/>
            <a:ext cx="463879" cy="330411"/>
          </a:xfrm>
          <a:prstGeom prst="rect">
            <a:avLst/>
          </a:prstGeom>
        </p:spPr>
        <p:txBody>
          <a:bodyPr wrap="square">
            <a:spAutoFit/>
          </a:bodyPr>
          <a:lstStyle/>
          <a:p>
            <a:pPr algn="ctr">
              <a:lnSpc>
                <a:spcPct val="120000"/>
              </a:lnSpc>
            </a:pPr>
            <a:r>
              <a:rPr lang="en-US" altLang="zh-CN" sz="1400" dirty="0">
                <a:solidFill>
                  <a:schemeClr val="accent2"/>
                </a:solidFill>
                <a:latin typeface="微软雅黑 Light" panose="020B0502040204020203" pitchFamily="34" charset="-122"/>
                <a:ea typeface="微软雅黑 Light" panose="020B0502040204020203" pitchFamily="34" charset="-122"/>
                <a:cs typeface="+mn-ea"/>
                <a:sym typeface="+mn-lt"/>
              </a:rPr>
              <a:t>R3</a:t>
            </a:r>
            <a:endParaRPr lang="en-US" altLang="zh-CN" sz="1400" dirty="0">
              <a:solidFill>
                <a:schemeClr val="accent2"/>
              </a:solidFill>
              <a:latin typeface="微软雅黑 Light" panose="020B0502040204020203" pitchFamily="34" charset="-122"/>
              <a:ea typeface="微软雅黑 Light" panose="020B0502040204020203" pitchFamily="34" charset="-122"/>
              <a:cs typeface="+mn-ea"/>
              <a:sym typeface="+mn-lt"/>
            </a:endParaRPr>
          </a:p>
        </p:txBody>
      </p:sp>
      <p:sp>
        <p:nvSpPr>
          <p:cNvPr id="15" name="矩形 66"/>
          <p:cNvSpPr/>
          <p:nvPr/>
        </p:nvSpPr>
        <p:spPr>
          <a:xfrm>
            <a:off x="3291214" y="3452491"/>
            <a:ext cx="463879" cy="330411"/>
          </a:xfrm>
          <a:prstGeom prst="rect">
            <a:avLst/>
          </a:prstGeom>
        </p:spPr>
        <p:txBody>
          <a:bodyPr wrap="square">
            <a:spAutoFit/>
          </a:bodyPr>
          <a:lstStyle/>
          <a:p>
            <a:pPr algn="ctr">
              <a:lnSpc>
                <a:spcPct val="120000"/>
              </a:lnSpc>
            </a:pPr>
            <a:r>
              <a:rPr lang="en-US" altLang="zh-CN" sz="1400" dirty="0">
                <a:solidFill>
                  <a:schemeClr val="accent2"/>
                </a:solidFill>
                <a:latin typeface="微软雅黑 Light" panose="020B0502040204020203" pitchFamily="34" charset="-122"/>
                <a:ea typeface="微软雅黑 Light" panose="020B0502040204020203" pitchFamily="34" charset="-122"/>
                <a:cs typeface="+mn-ea"/>
                <a:sym typeface="+mn-lt"/>
              </a:rPr>
              <a:t>R1</a:t>
            </a:r>
            <a:endParaRPr lang="en-US" altLang="zh-CN" sz="1400" dirty="0">
              <a:solidFill>
                <a:schemeClr val="accent2"/>
              </a:solidFill>
              <a:latin typeface="微软雅黑 Light" panose="020B0502040204020203" pitchFamily="34" charset="-122"/>
              <a:ea typeface="微软雅黑 Light" panose="020B0502040204020203" pitchFamily="34" charset="-122"/>
              <a:cs typeface="+mn-ea"/>
              <a:sym typeface="+mn-lt"/>
            </a:endParaRPr>
          </a:p>
        </p:txBody>
      </p:sp>
      <p:sp>
        <p:nvSpPr>
          <p:cNvPr id="16" name="矩形 42"/>
          <p:cNvSpPr/>
          <p:nvPr/>
        </p:nvSpPr>
        <p:spPr>
          <a:xfrm>
            <a:off x="4232724" y="3106290"/>
            <a:ext cx="1390124" cy="588944"/>
          </a:xfrm>
          <a:prstGeom prst="rect">
            <a:avLst/>
          </a:prstGeom>
        </p:spPr>
        <p:txBody>
          <a:bodyPr wrap="none">
            <a:spAutoFit/>
          </a:bodyPr>
          <a:lstStyle/>
          <a:p>
            <a:pPr algn="r">
              <a:lnSpc>
                <a:spcPct val="120000"/>
              </a:lnSpc>
            </a:pPr>
            <a:r>
              <a:rPr lang="en-US" altLang="zh-CN" sz="1400" dirty="0">
                <a:latin typeface="微软雅黑 Light" panose="020B0502040204020203" pitchFamily="34" charset="-122"/>
                <a:ea typeface="微软雅黑 Light" panose="020B0502040204020203" pitchFamily="34" charset="-122"/>
                <a:cs typeface="+mn-ea"/>
                <a:sym typeface="+mn-lt"/>
              </a:rPr>
              <a:t>GE0/0/0</a:t>
            </a:r>
            <a:endParaRPr lang="en-US" altLang="zh-CN" sz="1400" dirty="0">
              <a:latin typeface="微软雅黑 Light" panose="020B0502040204020203" pitchFamily="34" charset="-122"/>
              <a:ea typeface="微软雅黑 Light" panose="020B0502040204020203" pitchFamily="34" charset="-122"/>
              <a:cs typeface="+mn-ea"/>
              <a:sym typeface="+mn-lt"/>
            </a:endParaRPr>
          </a:p>
          <a:p>
            <a:pPr algn="r">
              <a:lnSpc>
                <a:spcPct val="120000"/>
              </a:lnSpc>
            </a:pPr>
            <a:r>
              <a:rPr lang="en-US" altLang="zh-CN" sz="1400" dirty="0">
                <a:latin typeface="微软雅黑 Light" panose="020B0502040204020203" pitchFamily="34" charset="-122"/>
                <a:ea typeface="微软雅黑 Light" panose="020B0502040204020203" pitchFamily="34" charset="-122"/>
                <a:cs typeface="+mn-ea"/>
                <a:sym typeface="+mn-lt"/>
              </a:rPr>
              <a:t>192.168.12.2/24</a:t>
            </a:r>
            <a:endParaRPr lang="en-US" altLang="zh-CN" sz="1400" dirty="0">
              <a:latin typeface="微软雅黑 Light" panose="020B0502040204020203" pitchFamily="34" charset="-122"/>
              <a:ea typeface="微软雅黑 Light" panose="020B0502040204020203" pitchFamily="34" charset="-122"/>
              <a:cs typeface="+mn-ea"/>
              <a:sym typeface="+mn-lt"/>
            </a:endParaRPr>
          </a:p>
        </p:txBody>
      </p:sp>
      <p:sp>
        <p:nvSpPr>
          <p:cNvPr id="17" name="矩形 42"/>
          <p:cNvSpPr/>
          <p:nvPr/>
        </p:nvSpPr>
        <p:spPr>
          <a:xfrm>
            <a:off x="6295456" y="2469334"/>
            <a:ext cx="1476686" cy="585610"/>
          </a:xfrm>
          <a:prstGeom prst="rect">
            <a:avLst/>
          </a:prstGeom>
        </p:spPr>
        <p:txBody>
          <a:bodyPr wrap="none">
            <a:spAutoFit/>
          </a:bodyPr>
          <a:lstStyle/>
          <a:p>
            <a:pPr>
              <a:lnSpc>
                <a:spcPct val="120000"/>
              </a:lnSpc>
            </a:pPr>
            <a:r>
              <a:rPr lang="en-US" altLang="zh-CN" sz="1400" dirty="0">
                <a:latin typeface="微软雅黑 Light" panose="020B0502040204020203" pitchFamily="34" charset="-122"/>
                <a:ea typeface="微软雅黑 Light" panose="020B0502040204020203" pitchFamily="34" charset="-122"/>
                <a:cs typeface="+mn-ea"/>
                <a:sym typeface="+mn-lt"/>
              </a:rPr>
              <a:t>GE0/0/1</a:t>
            </a:r>
            <a:endParaRPr lang="en-US" altLang="zh-CN" sz="1400" dirty="0">
              <a:latin typeface="微软雅黑 Light" panose="020B0502040204020203" pitchFamily="34" charset="-122"/>
              <a:ea typeface="微软雅黑 Light" panose="020B0502040204020203" pitchFamily="34" charset="-122"/>
              <a:cs typeface="+mn-ea"/>
              <a:sym typeface="+mn-lt"/>
            </a:endParaRPr>
          </a:p>
          <a:p>
            <a:pPr>
              <a:lnSpc>
                <a:spcPct val="120000"/>
              </a:lnSpc>
            </a:pPr>
            <a:r>
              <a:rPr lang="en-US" altLang="zh-CN" sz="1400" dirty="0">
                <a:latin typeface="微软雅黑 Light" panose="020B0502040204020203" pitchFamily="34" charset="-122"/>
                <a:ea typeface="微软雅黑 Light" panose="020B0502040204020203" pitchFamily="34" charset="-122"/>
                <a:cs typeface="+mn-ea"/>
                <a:sym typeface="+mn-lt"/>
              </a:rPr>
              <a:t>192.168.23.2/24</a:t>
            </a:r>
            <a:endParaRPr lang="en-US" altLang="zh-CN" sz="1400" dirty="0">
              <a:latin typeface="微软雅黑 Light" panose="020B0502040204020203" pitchFamily="34" charset="-122"/>
              <a:ea typeface="微软雅黑 Light" panose="020B0502040204020203" pitchFamily="34" charset="-122"/>
              <a:cs typeface="+mn-ea"/>
              <a:sym typeface="+mn-lt"/>
            </a:endParaRPr>
          </a:p>
        </p:txBody>
      </p:sp>
      <p:sp>
        <p:nvSpPr>
          <p:cNvPr id="18" name="矩形 42"/>
          <p:cNvSpPr/>
          <p:nvPr/>
        </p:nvSpPr>
        <p:spPr>
          <a:xfrm>
            <a:off x="6762313" y="3136195"/>
            <a:ext cx="1476686" cy="585610"/>
          </a:xfrm>
          <a:prstGeom prst="rect">
            <a:avLst/>
          </a:prstGeom>
        </p:spPr>
        <p:txBody>
          <a:bodyPr wrap="none">
            <a:spAutoFit/>
          </a:bodyPr>
          <a:lstStyle/>
          <a:p>
            <a:pPr algn="r">
              <a:lnSpc>
                <a:spcPct val="120000"/>
              </a:lnSpc>
            </a:pPr>
            <a:r>
              <a:rPr lang="en-US" altLang="zh-CN" sz="1400" dirty="0">
                <a:latin typeface="微软雅黑 Light" panose="020B0502040204020203" pitchFamily="34" charset="-122"/>
                <a:ea typeface="微软雅黑 Light" panose="020B0502040204020203" pitchFamily="34" charset="-122"/>
                <a:cs typeface="+mn-ea"/>
                <a:sym typeface="+mn-lt"/>
              </a:rPr>
              <a:t>GE0/0/0</a:t>
            </a:r>
            <a:endParaRPr lang="en-US" altLang="zh-CN" sz="1400" dirty="0">
              <a:latin typeface="微软雅黑 Light" panose="020B0502040204020203" pitchFamily="34" charset="-122"/>
              <a:ea typeface="微软雅黑 Light" panose="020B0502040204020203" pitchFamily="34" charset="-122"/>
              <a:cs typeface="+mn-ea"/>
              <a:sym typeface="+mn-lt"/>
            </a:endParaRPr>
          </a:p>
          <a:p>
            <a:pPr algn="r">
              <a:lnSpc>
                <a:spcPct val="120000"/>
              </a:lnSpc>
            </a:pPr>
            <a:r>
              <a:rPr lang="en-US" altLang="zh-CN" sz="1400" dirty="0">
                <a:latin typeface="微软雅黑 Light" panose="020B0502040204020203" pitchFamily="34" charset="-122"/>
                <a:ea typeface="微软雅黑 Light" panose="020B0502040204020203" pitchFamily="34" charset="-122"/>
                <a:cs typeface="+mn-ea"/>
                <a:sym typeface="+mn-lt"/>
              </a:rPr>
              <a:t>192.168.23.3/24</a:t>
            </a:r>
            <a:endParaRPr lang="en-US" altLang="zh-CN" sz="1400" dirty="0">
              <a:latin typeface="微软雅黑 Light" panose="020B0502040204020203" pitchFamily="34" charset="-122"/>
              <a:ea typeface="微软雅黑 Light" panose="020B0502040204020203" pitchFamily="34" charset="-122"/>
              <a:cs typeface="+mn-ea"/>
              <a:sym typeface="+mn-lt"/>
            </a:endParaRPr>
          </a:p>
        </p:txBody>
      </p:sp>
      <p:sp>
        <p:nvSpPr>
          <p:cNvPr id="19" name="矩形 42"/>
          <p:cNvSpPr/>
          <p:nvPr/>
        </p:nvSpPr>
        <p:spPr>
          <a:xfrm>
            <a:off x="2245508" y="2484861"/>
            <a:ext cx="880369" cy="585610"/>
          </a:xfrm>
          <a:prstGeom prst="rect">
            <a:avLst/>
          </a:prstGeom>
        </p:spPr>
        <p:txBody>
          <a:bodyPr wrap="none">
            <a:spAutoFit/>
          </a:bodyPr>
          <a:lstStyle/>
          <a:p>
            <a:pPr algn="r">
              <a:lnSpc>
                <a:spcPct val="120000"/>
              </a:lnSpc>
            </a:pPr>
            <a:r>
              <a:rPr lang="en-US" altLang="zh-CN" sz="1400" dirty="0">
                <a:latin typeface="微软雅黑 Light" panose="020B0502040204020203" pitchFamily="34" charset="-122"/>
                <a:ea typeface="微软雅黑 Light" panose="020B0502040204020203" pitchFamily="34" charset="-122"/>
                <a:cs typeface="+mn-ea"/>
                <a:sym typeface="+mn-lt"/>
              </a:rPr>
              <a:t>GE0/0/1</a:t>
            </a:r>
            <a:endParaRPr lang="en-US" altLang="zh-CN" sz="1400" dirty="0">
              <a:latin typeface="微软雅黑 Light" panose="020B0502040204020203" pitchFamily="34" charset="-122"/>
              <a:ea typeface="微软雅黑 Light" panose="020B0502040204020203" pitchFamily="34" charset="-122"/>
              <a:cs typeface="+mn-ea"/>
              <a:sym typeface="+mn-lt"/>
            </a:endParaRPr>
          </a:p>
          <a:p>
            <a:pPr algn="r">
              <a:lnSpc>
                <a:spcPct val="120000"/>
              </a:lnSpc>
            </a:pPr>
            <a:r>
              <a:rPr lang="en-US" altLang="zh-CN" sz="1400" dirty="0">
                <a:latin typeface="微软雅黑 Light" panose="020B0502040204020203" pitchFamily="34" charset="-122"/>
                <a:ea typeface="微软雅黑 Light" panose="020B0502040204020203" pitchFamily="34" charset="-122"/>
                <a:cs typeface="+mn-ea"/>
                <a:sym typeface="+mn-lt"/>
              </a:rPr>
              <a:t>1.0.0.0/8</a:t>
            </a:r>
            <a:endParaRPr lang="en-US" altLang="zh-CN" sz="1400" dirty="0">
              <a:latin typeface="微软雅黑 Light" panose="020B0502040204020203" pitchFamily="34" charset="-122"/>
              <a:ea typeface="微软雅黑 Light" panose="020B0502040204020203" pitchFamily="34" charset="-122"/>
              <a:cs typeface="+mn-ea"/>
              <a:sym typeface="+mn-lt"/>
            </a:endParaRPr>
          </a:p>
        </p:txBody>
      </p:sp>
      <p:sp>
        <p:nvSpPr>
          <p:cNvPr id="20" name="矩形 42"/>
          <p:cNvSpPr/>
          <p:nvPr/>
        </p:nvSpPr>
        <p:spPr>
          <a:xfrm>
            <a:off x="8860193" y="2507273"/>
            <a:ext cx="880369" cy="585610"/>
          </a:xfrm>
          <a:prstGeom prst="rect">
            <a:avLst/>
          </a:prstGeom>
        </p:spPr>
        <p:txBody>
          <a:bodyPr wrap="none">
            <a:spAutoFit/>
          </a:bodyPr>
          <a:lstStyle/>
          <a:p>
            <a:pPr>
              <a:lnSpc>
                <a:spcPct val="120000"/>
              </a:lnSpc>
            </a:pPr>
            <a:r>
              <a:rPr lang="en-US" altLang="zh-CN" sz="1400" dirty="0">
                <a:latin typeface="微软雅黑 Light" panose="020B0502040204020203" pitchFamily="34" charset="-122"/>
                <a:ea typeface="微软雅黑 Light" panose="020B0502040204020203" pitchFamily="34" charset="-122"/>
                <a:cs typeface="+mn-ea"/>
                <a:sym typeface="+mn-lt"/>
              </a:rPr>
              <a:t>GE0/0/1</a:t>
            </a:r>
            <a:endParaRPr lang="en-US" altLang="zh-CN" sz="1400" dirty="0">
              <a:latin typeface="微软雅黑 Light" panose="020B0502040204020203" pitchFamily="34" charset="-122"/>
              <a:ea typeface="微软雅黑 Light" panose="020B0502040204020203" pitchFamily="34" charset="-122"/>
              <a:cs typeface="+mn-ea"/>
              <a:sym typeface="+mn-lt"/>
            </a:endParaRPr>
          </a:p>
          <a:p>
            <a:pPr>
              <a:lnSpc>
                <a:spcPct val="120000"/>
              </a:lnSpc>
            </a:pPr>
            <a:r>
              <a:rPr lang="en-US" altLang="zh-CN" sz="1400" dirty="0">
                <a:latin typeface="微软雅黑 Light" panose="020B0502040204020203" pitchFamily="34" charset="-122"/>
                <a:ea typeface="微软雅黑 Light" panose="020B0502040204020203" pitchFamily="34" charset="-122"/>
                <a:cs typeface="+mn-ea"/>
                <a:sym typeface="+mn-lt"/>
              </a:rPr>
              <a:t>3.0.0.0/8</a:t>
            </a:r>
            <a:endParaRPr lang="en-US" altLang="zh-CN" sz="1400" dirty="0">
              <a:latin typeface="微软雅黑 Light" panose="020B0502040204020203" pitchFamily="34" charset="-122"/>
              <a:ea typeface="微软雅黑 Light" panose="020B0502040204020203" pitchFamily="34" charset="-122"/>
              <a:cs typeface="+mn-ea"/>
              <a:sym typeface="+mn-lt"/>
            </a:endParaRPr>
          </a:p>
        </p:txBody>
      </p:sp>
      <p:graphicFrame>
        <p:nvGraphicFramePr>
          <p:cNvPr id="21" name="表格 176"/>
          <p:cNvGraphicFramePr>
            <a:graphicFrameLocks noGrp="1"/>
          </p:cNvGraphicFramePr>
          <p:nvPr/>
        </p:nvGraphicFramePr>
        <p:xfrm>
          <a:off x="2317154" y="3970634"/>
          <a:ext cx="2412000" cy="1641316"/>
        </p:xfrm>
        <a:graphic>
          <a:graphicData uri="http://schemas.openxmlformats.org/drawingml/2006/table">
            <a:tbl>
              <a:tblPr firstRow="1" bandRow="1">
                <a:tableStyleId>{5940675A-B579-460E-94D1-54222C63F5DA}</a:tableStyleId>
              </a:tblPr>
              <a:tblGrid>
                <a:gridCol w="1368000"/>
                <a:gridCol w="756000"/>
                <a:gridCol w="288000"/>
              </a:tblGrid>
              <a:tr h="332452">
                <a:tc gridSpan="3">
                  <a:txBody>
                    <a:bodyPr/>
                    <a:lstStyle/>
                    <a:p>
                      <a:pPr algn="ctr">
                        <a:lnSpc>
                          <a:spcPct val="120000"/>
                        </a:lnSpc>
                        <a:spcBef>
                          <a:spcPts val="0"/>
                        </a:spcBef>
                        <a:spcAft>
                          <a:spcPts val="0"/>
                        </a:spcAft>
                      </a:pPr>
                      <a:r>
                        <a:rPr lang="en-US" altLang="zh-CN" sz="1400" b="0" dirty="0">
                          <a:latin typeface="微软雅黑 Light" panose="020B0502040204020203" pitchFamily="34" charset="-122"/>
                          <a:ea typeface="微软雅黑 Light" panose="020B0502040204020203" pitchFamily="34" charset="-122"/>
                          <a:cs typeface="+mn-ea"/>
                          <a:sym typeface="+mn-lt"/>
                        </a:rPr>
                        <a:t>R1</a:t>
                      </a:r>
                      <a:r>
                        <a:rPr lang="zh-CN" altLang="en-US" sz="1400" b="0" dirty="0">
                          <a:latin typeface="微软雅黑 Light" panose="020B0502040204020203" pitchFamily="34" charset="-122"/>
                          <a:ea typeface="微软雅黑 Light" panose="020B0502040204020203" pitchFamily="34" charset="-122"/>
                          <a:cs typeface="+mn-ea"/>
                          <a:sym typeface="+mn-lt"/>
                        </a:rPr>
                        <a:t>的路由表</a:t>
                      </a:r>
                      <a:endParaRPr lang="zh-CN" altLang="en-US" sz="1400" b="0" dirty="0">
                        <a:latin typeface="微软雅黑 Light" panose="020B0502040204020203" pitchFamily="34" charset="-122"/>
                        <a:ea typeface="微软雅黑 Light" panose="020B0502040204020203" pitchFamily="34" charset="-122"/>
                        <a:cs typeface="+mn-ea"/>
                        <a:sym typeface="+mn-lt"/>
                      </a:endParaRPr>
                    </a:p>
                  </a:txBody>
                  <a:tcPr marL="0" marR="0">
                    <a:lnL w="28575"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no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cPr/>
                </a:tc>
                <a:tc hMerge="1">
                  <a:tcPr/>
                </a:tc>
              </a:tr>
              <a:tr h="132770">
                <a:tc>
                  <a:txBody>
                    <a:bodyPr/>
                    <a:lstStyle/>
                    <a:p>
                      <a:pPr algn="ctr">
                        <a:lnSpc>
                          <a:spcPct val="120000"/>
                        </a:lnSpc>
                        <a:spcBef>
                          <a:spcPts val="0"/>
                        </a:spcBef>
                        <a:spcAft>
                          <a:spcPts val="0"/>
                        </a:spcAft>
                      </a:pPr>
                      <a:r>
                        <a:rPr lang="en-US" altLang="zh-CN" sz="1400">
                          <a:latin typeface="微软雅黑 Light" panose="020B0502040204020203" pitchFamily="34" charset="-122"/>
                          <a:ea typeface="微软雅黑 Light" panose="020B0502040204020203" pitchFamily="34" charset="-122"/>
                          <a:cs typeface="+mn-ea"/>
                          <a:sym typeface="+mn-lt"/>
                        </a:rPr>
                        <a:t>192.168.12.0</a:t>
                      </a:r>
                      <a:endParaRPr lang="zh-CN" altLang="en-US" sz="1400">
                        <a:latin typeface="微软雅黑 Light" panose="020B0502040204020203" pitchFamily="34" charset="-122"/>
                        <a:ea typeface="微软雅黑 Light" panose="020B0502040204020203" pitchFamily="34" charset="-122"/>
                        <a:cs typeface="+mn-ea"/>
                        <a:sym typeface="+mn-lt"/>
                      </a:endParaRPr>
                    </a:p>
                  </a:txBody>
                  <a:tcPr marL="0" marR="0">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20000"/>
                        </a:lnSpc>
                        <a:spcBef>
                          <a:spcPts val="0"/>
                        </a:spcBef>
                        <a:spcAft>
                          <a:spcPts val="0"/>
                        </a:spcAft>
                      </a:pPr>
                      <a:r>
                        <a:rPr lang="en-US" altLang="zh-CN" sz="1400">
                          <a:latin typeface="微软雅黑 Light" panose="020B0502040204020203" pitchFamily="34" charset="-122"/>
                          <a:ea typeface="微软雅黑 Light" panose="020B0502040204020203" pitchFamily="34" charset="-122"/>
                          <a:cs typeface="+mn-ea"/>
                          <a:sym typeface="+mn-lt"/>
                        </a:rPr>
                        <a:t>GE0/0/0</a:t>
                      </a:r>
                      <a:endParaRPr lang="zh-CN" altLang="en-US" sz="1400">
                        <a:latin typeface="微软雅黑 Light" panose="020B0502040204020203" pitchFamily="34" charset="-122"/>
                        <a:ea typeface="微软雅黑 Light" panose="020B0502040204020203" pitchFamily="34" charset="-122"/>
                        <a:cs typeface="+mn-ea"/>
                        <a:sym typeface="+mn-lt"/>
                      </a:endParaRPr>
                    </a:p>
                  </a:txBody>
                  <a:tcPr marL="0" mar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20000"/>
                        </a:lnSpc>
                        <a:spcBef>
                          <a:spcPts val="0"/>
                        </a:spcBef>
                        <a:spcAft>
                          <a:spcPts val="0"/>
                        </a:spcAft>
                      </a:pPr>
                      <a:r>
                        <a:rPr lang="en-US" altLang="zh-CN" sz="1400">
                          <a:latin typeface="微软雅黑 Light" panose="020B0502040204020203" pitchFamily="34" charset="-122"/>
                          <a:ea typeface="微软雅黑 Light" panose="020B0502040204020203" pitchFamily="34" charset="-122"/>
                          <a:cs typeface="+mn-ea"/>
                          <a:sym typeface="+mn-lt"/>
                        </a:rPr>
                        <a:t>0</a:t>
                      </a:r>
                      <a:endParaRPr lang="zh-CN" altLang="en-US" sz="1400">
                        <a:latin typeface="微软雅黑 Light" panose="020B0502040204020203" pitchFamily="34" charset="-122"/>
                        <a:ea typeface="微软雅黑 Light" panose="020B0502040204020203" pitchFamily="34" charset="-122"/>
                        <a:cs typeface="+mn-ea"/>
                        <a:sym typeface="+mn-lt"/>
                      </a:endParaRPr>
                    </a:p>
                  </a:txBody>
                  <a:tcPr marL="0" marR="0">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132770">
                <a:tc>
                  <a:txBody>
                    <a:bodyPr/>
                    <a:lstStyle/>
                    <a:p>
                      <a:pPr algn="ctr">
                        <a:lnSpc>
                          <a:spcPct val="120000"/>
                        </a:lnSpc>
                        <a:spcBef>
                          <a:spcPts val="0"/>
                        </a:spcBef>
                        <a:spcAft>
                          <a:spcPts val="0"/>
                        </a:spcAft>
                      </a:pPr>
                      <a:r>
                        <a:rPr lang="en-US" altLang="zh-CN" sz="1400">
                          <a:latin typeface="微软雅黑 Light" panose="020B0502040204020203" pitchFamily="34" charset="-122"/>
                          <a:ea typeface="微软雅黑 Light" panose="020B0502040204020203" pitchFamily="34" charset="-122"/>
                          <a:cs typeface="+mn-ea"/>
                          <a:sym typeface="+mn-lt"/>
                        </a:rPr>
                        <a:t>1.0.0.0</a:t>
                      </a:r>
                      <a:endParaRPr lang="zh-CN" altLang="en-US" sz="1400">
                        <a:latin typeface="微软雅黑 Light" panose="020B0502040204020203" pitchFamily="34" charset="-122"/>
                        <a:ea typeface="微软雅黑 Light" panose="020B0502040204020203" pitchFamily="34" charset="-122"/>
                        <a:cs typeface="+mn-ea"/>
                        <a:sym typeface="+mn-lt"/>
                      </a:endParaRPr>
                    </a:p>
                  </a:txBody>
                  <a:tcPr marL="0" marR="0">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20000"/>
                        </a:lnSpc>
                        <a:spcBef>
                          <a:spcPts val="0"/>
                        </a:spcBef>
                        <a:spcAft>
                          <a:spcPts val="0"/>
                        </a:spcAft>
                      </a:pPr>
                      <a:r>
                        <a:rPr lang="en-US" altLang="zh-CN" sz="1400">
                          <a:latin typeface="微软雅黑 Light" panose="020B0502040204020203" pitchFamily="34" charset="-122"/>
                          <a:ea typeface="微软雅黑 Light" panose="020B0502040204020203" pitchFamily="34" charset="-122"/>
                          <a:cs typeface="+mn-ea"/>
                          <a:sym typeface="+mn-lt"/>
                        </a:rPr>
                        <a:t>GE0/0/1</a:t>
                      </a:r>
                      <a:endParaRPr lang="zh-CN" altLang="en-US" sz="1400">
                        <a:latin typeface="微软雅黑 Light" panose="020B0502040204020203" pitchFamily="34" charset="-122"/>
                        <a:ea typeface="微软雅黑 Light" panose="020B0502040204020203" pitchFamily="34" charset="-122"/>
                        <a:cs typeface="+mn-ea"/>
                        <a:sym typeface="+mn-lt"/>
                      </a:endParaRPr>
                    </a:p>
                  </a:txBody>
                  <a:tcPr marL="0" mar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20000"/>
                        </a:lnSpc>
                        <a:spcBef>
                          <a:spcPts val="0"/>
                        </a:spcBef>
                        <a:spcAft>
                          <a:spcPts val="0"/>
                        </a:spcAft>
                      </a:pPr>
                      <a:r>
                        <a:rPr lang="en-US" altLang="zh-CN" sz="1400">
                          <a:latin typeface="微软雅黑 Light" panose="020B0502040204020203" pitchFamily="34" charset="-122"/>
                          <a:ea typeface="微软雅黑 Light" panose="020B0502040204020203" pitchFamily="34" charset="-122"/>
                          <a:cs typeface="+mn-ea"/>
                          <a:sym typeface="+mn-lt"/>
                        </a:rPr>
                        <a:t>0</a:t>
                      </a:r>
                      <a:endParaRPr lang="zh-CN" altLang="en-US" sz="1400">
                        <a:latin typeface="微软雅黑 Light" panose="020B0502040204020203" pitchFamily="34" charset="-122"/>
                        <a:ea typeface="微软雅黑 Light" panose="020B0502040204020203" pitchFamily="34" charset="-122"/>
                        <a:cs typeface="+mn-ea"/>
                        <a:sym typeface="+mn-lt"/>
                      </a:endParaRPr>
                    </a:p>
                  </a:txBody>
                  <a:tcPr marL="0" marR="0">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132770">
                <a:tc>
                  <a:txBody>
                    <a:bodyPr/>
                    <a:lstStyle/>
                    <a:p>
                      <a:pPr algn="ctr">
                        <a:lnSpc>
                          <a:spcPct val="120000"/>
                        </a:lnSpc>
                        <a:spcBef>
                          <a:spcPts val="0"/>
                        </a:spcBef>
                        <a:spcAft>
                          <a:spcPts val="0"/>
                        </a:spcAft>
                      </a:pPr>
                      <a:endParaRPr lang="zh-CN" altLang="en-US" sz="1400">
                        <a:latin typeface="微软雅黑 Light" panose="020B0502040204020203" pitchFamily="34" charset="-122"/>
                        <a:ea typeface="微软雅黑 Light" panose="020B0502040204020203" pitchFamily="34" charset="-122"/>
                        <a:cs typeface="+mn-ea"/>
                        <a:sym typeface="+mn-lt"/>
                      </a:endParaRPr>
                    </a:p>
                  </a:txBody>
                  <a:tcPr marL="0" marR="0">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20000"/>
                        </a:lnSpc>
                        <a:spcBef>
                          <a:spcPts val="0"/>
                        </a:spcBef>
                        <a:spcAft>
                          <a:spcPts val="0"/>
                        </a:spcAft>
                      </a:pPr>
                      <a:endParaRPr lang="zh-CN" altLang="en-US" sz="1400">
                        <a:latin typeface="微软雅黑 Light" panose="020B0502040204020203" pitchFamily="34" charset="-122"/>
                        <a:ea typeface="微软雅黑 Light" panose="020B0502040204020203" pitchFamily="34" charset="-122"/>
                        <a:cs typeface="+mn-ea"/>
                        <a:sym typeface="+mn-lt"/>
                      </a:endParaRPr>
                    </a:p>
                  </a:txBody>
                  <a:tcPr marL="0" mar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20000"/>
                        </a:lnSpc>
                        <a:spcBef>
                          <a:spcPts val="0"/>
                        </a:spcBef>
                        <a:spcAft>
                          <a:spcPts val="0"/>
                        </a:spcAft>
                      </a:pPr>
                      <a:endParaRPr lang="zh-CN" altLang="en-US" sz="1400">
                        <a:latin typeface="微软雅黑 Light" panose="020B0502040204020203" pitchFamily="34" charset="-122"/>
                        <a:ea typeface="微软雅黑 Light" panose="020B0502040204020203" pitchFamily="34" charset="-122"/>
                        <a:cs typeface="+mn-ea"/>
                        <a:sym typeface="+mn-lt"/>
                      </a:endParaRPr>
                    </a:p>
                  </a:txBody>
                  <a:tcPr marL="0" marR="0">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132770">
                <a:tc>
                  <a:txBody>
                    <a:bodyPr/>
                    <a:lstStyle/>
                    <a:p>
                      <a:pPr algn="ctr">
                        <a:lnSpc>
                          <a:spcPct val="120000"/>
                        </a:lnSpc>
                        <a:spcBef>
                          <a:spcPts val="0"/>
                        </a:spcBef>
                        <a:spcAft>
                          <a:spcPts val="0"/>
                        </a:spcAft>
                      </a:pPr>
                      <a:endParaRPr lang="zh-CN" altLang="en-US" sz="1400">
                        <a:latin typeface="微软雅黑 Light" panose="020B0502040204020203" pitchFamily="34" charset="-122"/>
                        <a:ea typeface="微软雅黑 Light" panose="020B0502040204020203" pitchFamily="34" charset="-122"/>
                        <a:cs typeface="+mn-ea"/>
                        <a:sym typeface="+mn-lt"/>
                      </a:endParaRPr>
                    </a:p>
                  </a:txBody>
                  <a:tcPr marL="0" marR="0">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lnSpc>
                          <a:spcPct val="120000"/>
                        </a:lnSpc>
                        <a:spcBef>
                          <a:spcPts val="0"/>
                        </a:spcBef>
                        <a:spcAft>
                          <a:spcPts val="0"/>
                        </a:spcAft>
                      </a:pPr>
                      <a:endParaRPr lang="zh-CN" altLang="en-US" sz="1400">
                        <a:latin typeface="微软雅黑 Light" panose="020B0502040204020203" pitchFamily="34" charset="-122"/>
                        <a:ea typeface="微软雅黑 Light" panose="020B0502040204020203" pitchFamily="34" charset="-122"/>
                        <a:cs typeface="+mn-ea"/>
                        <a:sym typeface="+mn-lt"/>
                      </a:endParaRPr>
                    </a:p>
                  </a:txBody>
                  <a:tcPr marL="0" mar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lnSpc>
                          <a:spcPct val="120000"/>
                        </a:lnSpc>
                        <a:spcBef>
                          <a:spcPts val="0"/>
                        </a:spcBef>
                        <a:spcAft>
                          <a:spcPts val="0"/>
                        </a:spcAft>
                      </a:pPr>
                      <a:endParaRPr lang="zh-CN" altLang="en-US" sz="1400" dirty="0">
                        <a:latin typeface="微软雅黑 Light" panose="020B0502040204020203" pitchFamily="34" charset="-122"/>
                        <a:ea typeface="微软雅黑 Light" panose="020B0502040204020203" pitchFamily="34" charset="-122"/>
                        <a:cs typeface="+mn-ea"/>
                        <a:sym typeface="+mn-lt"/>
                      </a:endParaRPr>
                    </a:p>
                  </a:txBody>
                  <a:tcPr marL="0" marR="0">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r>
            </a:tbl>
          </a:graphicData>
        </a:graphic>
      </p:graphicFrame>
      <p:graphicFrame>
        <p:nvGraphicFramePr>
          <p:cNvPr id="22" name="表格 176"/>
          <p:cNvGraphicFramePr>
            <a:graphicFrameLocks noGrp="1"/>
          </p:cNvGraphicFramePr>
          <p:nvPr/>
        </p:nvGraphicFramePr>
        <p:xfrm>
          <a:off x="4854649" y="3970634"/>
          <a:ext cx="2412000" cy="1641316"/>
        </p:xfrm>
        <a:graphic>
          <a:graphicData uri="http://schemas.openxmlformats.org/drawingml/2006/table">
            <a:tbl>
              <a:tblPr firstRow="1" bandRow="1">
                <a:tableStyleId>{5940675A-B579-460E-94D1-54222C63F5DA}</a:tableStyleId>
              </a:tblPr>
              <a:tblGrid>
                <a:gridCol w="1368000"/>
                <a:gridCol w="756000"/>
                <a:gridCol w="288000"/>
              </a:tblGrid>
              <a:tr h="332452">
                <a:tc gridSpan="3">
                  <a:txBody>
                    <a:bodyPr/>
                    <a:lstStyle/>
                    <a:p>
                      <a:pPr marL="0" algn="ctr" defTabSz="914400" rtl="0" eaLnBrk="1" latinLnBrk="0" hangingPunct="1">
                        <a:lnSpc>
                          <a:spcPct val="120000"/>
                        </a:lnSpc>
                        <a:spcBef>
                          <a:spcPts val="0"/>
                        </a:spcBef>
                        <a:spcAft>
                          <a:spcPts val="0"/>
                        </a:spcAft>
                      </a:pPr>
                      <a:r>
                        <a:rPr lang="en-US" altLang="zh-CN" sz="1400" b="0" kern="1200" dirty="0">
                          <a:solidFill>
                            <a:schemeClr val="tx1"/>
                          </a:solidFill>
                          <a:latin typeface="微软雅黑 Light" panose="020B0502040204020203" pitchFamily="34" charset="-122"/>
                          <a:ea typeface="微软雅黑 Light" panose="020B0502040204020203" pitchFamily="34" charset="-122"/>
                          <a:cs typeface="+mn-ea"/>
                          <a:sym typeface="+mn-lt"/>
                        </a:rPr>
                        <a:t>R2</a:t>
                      </a:r>
                      <a:r>
                        <a:rPr lang="zh-CN" altLang="en-US" sz="1400" b="0" kern="1200" dirty="0">
                          <a:solidFill>
                            <a:schemeClr val="tx1"/>
                          </a:solidFill>
                          <a:latin typeface="微软雅黑 Light" panose="020B0502040204020203" pitchFamily="34" charset="-122"/>
                          <a:ea typeface="微软雅黑 Light" panose="020B0502040204020203" pitchFamily="34" charset="-122"/>
                          <a:cs typeface="+mn-ea"/>
                          <a:sym typeface="+mn-lt"/>
                        </a:rPr>
                        <a:t>的路由表</a:t>
                      </a:r>
                      <a:endParaRPr lang="zh-CN" altLang="en-US" sz="1400" b="0" kern="1200" dirty="0">
                        <a:solidFill>
                          <a:schemeClr val="tx1"/>
                        </a:solidFill>
                        <a:latin typeface="微软雅黑 Light" panose="020B0502040204020203" pitchFamily="34" charset="-122"/>
                        <a:ea typeface="微软雅黑 Light" panose="020B0502040204020203" pitchFamily="34" charset="-122"/>
                        <a:cs typeface="+mn-ea"/>
                        <a:sym typeface="+mn-lt"/>
                      </a:endParaRPr>
                    </a:p>
                  </a:txBody>
                  <a:tcPr marL="0" marR="0">
                    <a:lnL w="28575"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no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cPr/>
                </a:tc>
                <a:tc hMerge="1">
                  <a:tcPr/>
                </a:tc>
              </a:tr>
              <a:tr h="132770">
                <a:tc>
                  <a:txBody>
                    <a:bodyPr/>
                    <a:lstStyle/>
                    <a:p>
                      <a:pPr marL="0" algn="ctr" defTabSz="914400" rtl="0" eaLnBrk="1" latinLnBrk="0" hangingPunct="1">
                        <a:lnSpc>
                          <a:spcPct val="120000"/>
                        </a:lnSpc>
                        <a:spcBef>
                          <a:spcPts val="0"/>
                        </a:spcBef>
                        <a:spcAft>
                          <a:spcPts val="0"/>
                        </a:spcAft>
                      </a:pPr>
                      <a:r>
                        <a:rPr lang="en-US" altLang="zh-CN" sz="1400" b="0" kern="1200" dirty="0">
                          <a:solidFill>
                            <a:schemeClr val="tx1"/>
                          </a:solidFill>
                          <a:latin typeface="微软雅黑 Light" panose="020B0502040204020203" pitchFamily="34" charset="-122"/>
                          <a:ea typeface="微软雅黑 Light" panose="020B0502040204020203" pitchFamily="34" charset="-122"/>
                          <a:cs typeface="+mn-ea"/>
                          <a:sym typeface="+mn-lt"/>
                        </a:rPr>
                        <a:t>192.168.12.0</a:t>
                      </a:r>
                      <a:endParaRPr lang="zh-CN" altLang="en-US" sz="1400" b="0" kern="1200" dirty="0">
                        <a:solidFill>
                          <a:schemeClr val="tx1"/>
                        </a:solidFill>
                        <a:latin typeface="微软雅黑 Light" panose="020B0502040204020203" pitchFamily="34" charset="-122"/>
                        <a:ea typeface="微软雅黑 Light" panose="020B0502040204020203" pitchFamily="34" charset="-122"/>
                        <a:cs typeface="+mn-ea"/>
                        <a:sym typeface="+mn-lt"/>
                      </a:endParaRPr>
                    </a:p>
                  </a:txBody>
                  <a:tcPr marL="0" marR="0">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latinLnBrk="0" hangingPunct="1">
                        <a:lnSpc>
                          <a:spcPct val="120000"/>
                        </a:lnSpc>
                        <a:spcBef>
                          <a:spcPts val="0"/>
                        </a:spcBef>
                        <a:spcAft>
                          <a:spcPts val="0"/>
                        </a:spcAft>
                      </a:pPr>
                      <a:r>
                        <a:rPr lang="en-US" altLang="zh-CN" sz="1400" b="0" kern="1200" dirty="0">
                          <a:solidFill>
                            <a:schemeClr val="tx1"/>
                          </a:solidFill>
                          <a:latin typeface="微软雅黑 Light" panose="020B0502040204020203" pitchFamily="34" charset="-122"/>
                          <a:ea typeface="微软雅黑 Light" panose="020B0502040204020203" pitchFamily="34" charset="-122"/>
                          <a:cs typeface="+mn-ea"/>
                          <a:sym typeface="+mn-lt"/>
                        </a:rPr>
                        <a:t>GE0/0/0</a:t>
                      </a:r>
                      <a:endParaRPr lang="zh-CN" altLang="en-US" sz="1400" b="0" kern="1200" dirty="0">
                        <a:solidFill>
                          <a:schemeClr val="tx1"/>
                        </a:solidFill>
                        <a:latin typeface="微软雅黑 Light" panose="020B0502040204020203" pitchFamily="34" charset="-122"/>
                        <a:ea typeface="微软雅黑 Light" panose="020B0502040204020203" pitchFamily="34" charset="-122"/>
                        <a:cs typeface="+mn-ea"/>
                        <a:sym typeface="+mn-lt"/>
                      </a:endParaRPr>
                    </a:p>
                  </a:txBody>
                  <a:tcPr marL="0" mar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latinLnBrk="0" hangingPunct="1">
                        <a:lnSpc>
                          <a:spcPct val="120000"/>
                        </a:lnSpc>
                        <a:spcBef>
                          <a:spcPts val="0"/>
                        </a:spcBef>
                        <a:spcAft>
                          <a:spcPts val="0"/>
                        </a:spcAft>
                      </a:pPr>
                      <a:r>
                        <a:rPr lang="en-US" altLang="zh-CN" sz="1400" b="0" kern="1200" dirty="0">
                          <a:solidFill>
                            <a:schemeClr val="tx1"/>
                          </a:solidFill>
                          <a:latin typeface="微软雅黑 Light" panose="020B0502040204020203" pitchFamily="34" charset="-122"/>
                          <a:ea typeface="微软雅黑 Light" panose="020B0502040204020203" pitchFamily="34" charset="-122"/>
                          <a:cs typeface="+mn-ea"/>
                          <a:sym typeface="+mn-lt"/>
                        </a:rPr>
                        <a:t>0</a:t>
                      </a:r>
                      <a:endParaRPr lang="zh-CN" altLang="en-US" sz="1400" b="0" kern="1200" dirty="0">
                        <a:solidFill>
                          <a:schemeClr val="tx1"/>
                        </a:solidFill>
                        <a:latin typeface="微软雅黑 Light" panose="020B0502040204020203" pitchFamily="34" charset="-122"/>
                        <a:ea typeface="微软雅黑 Light" panose="020B0502040204020203" pitchFamily="34" charset="-122"/>
                        <a:cs typeface="+mn-ea"/>
                        <a:sym typeface="+mn-lt"/>
                      </a:endParaRPr>
                    </a:p>
                  </a:txBody>
                  <a:tcPr marL="0" marR="0">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132770">
                <a:tc>
                  <a:txBody>
                    <a:bodyPr/>
                    <a:lstStyle/>
                    <a:p>
                      <a:pPr marL="0" algn="ctr" defTabSz="914400" rtl="0" eaLnBrk="1" latinLnBrk="0" hangingPunct="1">
                        <a:lnSpc>
                          <a:spcPct val="120000"/>
                        </a:lnSpc>
                        <a:spcBef>
                          <a:spcPts val="0"/>
                        </a:spcBef>
                        <a:spcAft>
                          <a:spcPts val="0"/>
                        </a:spcAft>
                      </a:pPr>
                      <a:r>
                        <a:rPr lang="en-US" altLang="zh-CN" sz="1400" b="0" kern="1200" dirty="0">
                          <a:solidFill>
                            <a:schemeClr val="tx1"/>
                          </a:solidFill>
                          <a:latin typeface="微软雅黑 Light" panose="020B0502040204020203" pitchFamily="34" charset="-122"/>
                          <a:ea typeface="微软雅黑 Light" panose="020B0502040204020203" pitchFamily="34" charset="-122"/>
                          <a:cs typeface="+mn-ea"/>
                          <a:sym typeface="+mn-lt"/>
                        </a:rPr>
                        <a:t>192.168.23.0</a:t>
                      </a:r>
                      <a:endParaRPr lang="zh-CN" altLang="en-US" sz="1400" b="0" kern="1200" dirty="0">
                        <a:solidFill>
                          <a:schemeClr val="tx1"/>
                        </a:solidFill>
                        <a:latin typeface="微软雅黑 Light" panose="020B0502040204020203" pitchFamily="34" charset="-122"/>
                        <a:ea typeface="微软雅黑 Light" panose="020B0502040204020203" pitchFamily="34" charset="-122"/>
                        <a:cs typeface="+mn-ea"/>
                        <a:sym typeface="+mn-lt"/>
                      </a:endParaRPr>
                    </a:p>
                  </a:txBody>
                  <a:tcPr marL="0" marR="0">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latinLnBrk="0" hangingPunct="1">
                        <a:lnSpc>
                          <a:spcPct val="120000"/>
                        </a:lnSpc>
                        <a:spcBef>
                          <a:spcPts val="0"/>
                        </a:spcBef>
                        <a:spcAft>
                          <a:spcPts val="0"/>
                        </a:spcAft>
                      </a:pPr>
                      <a:r>
                        <a:rPr lang="en-US" altLang="zh-CN" sz="1400" b="0" kern="1200" dirty="0">
                          <a:solidFill>
                            <a:schemeClr val="tx1"/>
                          </a:solidFill>
                          <a:latin typeface="微软雅黑 Light" panose="020B0502040204020203" pitchFamily="34" charset="-122"/>
                          <a:ea typeface="微软雅黑 Light" panose="020B0502040204020203" pitchFamily="34" charset="-122"/>
                          <a:cs typeface="+mn-ea"/>
                          <a:sym typeface="+mn-lt"/>
                        </a:rPr>
                        <a:t>GE0/0/1</a:t>
                      </a:r>
                      <a:endParaRPr lang="zh-CN" altLang="en-US" sz="1400" b="0" kern="1200" dirty="0">
                        <a:solidFill>
                          <a:schemeClr val="tx1"/>
                        </a:solidFill>
                        <a:latin typeface="微软雅黑 Light" panose="020B0502040204020203" pitchFamily="34" charset="-122"/>
                        <a:ea typeface="微软雅黑 Light" panose="020B0502040204020203" pitchFamily="34" charset="-122"/>
                        <a:cs typeface="+mn-ea"/>
                        <a:sym typeface="+mn-lt"/>
                      </a:endParaRPr>
                    </a:p>
                  </a:txBody>
                  <a:tcPr marL="0" mar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latinLnBrk="0" hangingPunct="1">
                        <a:lnSpc>
                          <a:spcPct val="120000"/>
                        </a:lnSpc>
                        <a:spcBef>
                          <a:spcPts val="0"/>
                        </a:spcBef>
                        <a:spcAft>
                          <a:spcPts val="0"/>
                        </a:spcAft>
                      </a:pPr>
                      <a:r>
                        <a:rPr lang="en-US" altLang="zh-CN" sz="1400" b="0" kern="1200">
                          <a:solidFill>
                            <a:schemeClr val="tx1"/>
                          </a:solidFill>
                          <a:latin typeface="微软雅黑 Light" panose="020B0502040204020203" pitchFamily="34" charset="-122"/>
                          <a:ea typeface="微软雅黑 Light" panose="020B0502040204020203" pitchFamily="34" charset="-122"/>
                          <a:cs typeface="+mn-ea"/>
                          <a:sym typeface="+mn-lt"/>
                        </a:rPr>
                        <a:t>0</a:t>
                      </a:r>
                      <a:endParaRPr lang="zh-CN" altLang="en-US" sz="1400" b="0" kern="1200">
                        <a:solidFill>
                          <a:schemeClr val="tx1"/>
                        </a:solidFill>
                        <a:latin typeface="微软雅黑 Light" panose="020B0502040204020203" pitchFamily="34" charset="-122"/>
                        <a:ea typeface="微软雅黑 Light" panose="020B0502040204020203" pitchFamily="34" charset="-122"/>
                        <a:cs typeface="+mn-ea"/>
                        <a:sym typeface="+mn-lt"/>
                      </a:endParaRPr>
                    </a:p>
                  </a:txBody>
                  <a:tcPr marL="0" marR="0">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132770">
                <a:tc>
                  <a:txBody>
                    <a:bodyPr/>
                    <a:lstStyle/>
                    <a:p>
                      <a:pPr marL="0" algn="ctr" defTabSz="914400" rtl="0" eaLnBrk="1" latinLnBrk="0" hangingPunct="1">
                        <a:lnSpc>
                          <a:spcPct val="120000"/>
                        </a:lnSpc>
                        <a:spcBef>
                          <a:spcPts val="0"/>
                        </a:spcBef>
                        <a:spcAft>
                          <a:spcPts val="0"/>
                        </a:spcAft>
                      </a:pPr>
                      <a:endParaRPr lang="zh-CN" altLang="en-US" sz="1400" b="0" kern="1200" dirty="0">
                        <a:solidFill>
                          <a:schemeClr val="tx1"/>
                        </a:solidFill>
                        <a:latin typeface="微软雅黑 Light" panose="020B0502040204020203" pitchFamily="34" charset="-122"/>
                        <a:ea typeface="微软雅黑 Light" panose="020B0502040204020203" pitchFamily="34" charset="-122"/>
                        <a:cs typeface="+mn-ea"/>
                        <a:sym typeface="+mn-lt"/>
                      </a:endParaRPr>
                    </a:p>
                  </a:txBody>
                  <a:tcPr marL="0" marR="0">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latinLnBrk="0" hangingPunct="1">
                        <a:lnSpc>
                          <a:spcPct val="120000"/>
                        </a:lnSpc>
                        <a:spcBef>
                          <a:spcPts val="0"/>
                        </a:spcBef>
                        <a:spcAft>
                          <a:spcPts val="0"/>
                        </a:spcAft>
                      </a:pPr>
                      <a:endParaRPr lang="zh-CN" altLang="en-US" sz="1400" b="0" kern="1200" dirty="0">
                        <a:solidFill>
                          <a:schemeClr val="tx1"/>
                        </a:solidFill>
                        <a:latin typeface="微软雅黑 Light" panose="020B0502040204020203" pitchFamily="34" charset="-122"/>
                        <a:ea typeface="微软雅黑 Light" panose="020B0502040204020203" pitchFamily="34" charset="-122"/>
                        <a:cs typeface="+mn-ea"/>
                        <a:sym typeface="+mn-lt"/>
                      </a:endParaRPr>
                    </a:p>
                  </a:txBody>
                  <a:tcPr marL="0" mar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latinLnBrk="0" hangingPunct="1">
                        <a:lnSpc>
                          <a:spcPct val="120000"/>
                        </a:lnSpc>
                        <a:spcBef>
                          <a:spcPts val="0"/>
                        </a:spcBef>
                        <a:spcAft>
                          <a:spcPts val="0"/>
                        </a:spcAft>
                      </a:pPr>
                      <a:endParaRPr lang="zh-CN" altLang="en-US" sz="1400" b="0" kern="1200">
                        <a:solidFill>
                          <a:schemeClr val="tx1"/>
                        </a:solidFill>
                        <a:latin typeface="微软雅黑 Light" panose="020B0502040204020203" pitchFamily="34" charset="-122"/>
                        <a:ea typeface="微软雅黑 Light" panose="020B0502040204020203" pitchFamily="34" charset="-122"/>
                        <a:cs typeface="+mn-ea"/>
                        <a:sym typeface="+mn-lt"/>
                      </a:endParaRPr>
                    </a:p>
                  </a:txBody>
                  <a:tcPr marL="0" marR="0">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132770">
                <a:tc>
                  <a:txBody>
                    <a:bodyPr/>
                    <a:lstStyle/>
                    <a:p>
                      <a:pPr marL="0" algn="ctr" defTabSz="914400" rtl="0" eaLnBrk="1" latinLnBrk="0" hangingPunct="1">
                        <a:lnSpc>
                          <a:spcPct val="120000"/>
                        </a:lnSpc>
                        <a:spcBef>
                          <a:spcPts val="0"/>
                        </a:spcBef>
                        <a:spcAft>
                          <a:spcPts val="0"/>
                        </a:spcAft>
                      </a:pPr>
                      <a:endParaRPr lang="zh-CN" altLang="en-US" sz="1400" b="0" kern="1200">
                        <a:solidFill>
                          <a:schemeClr val="tx1"/>
                        </a:solidFill>
                        <a:latin typeface="微软雅黑 Light" panose="020B0502040204020203" pitchFamily="34" charset="-122"/>
                        <a:ea typeface="微软雅黑 Light" panose="020B0502040204020203" pitchFamily="34" charset="-122"/>
                        <a:cs typeface="+mn-ea"/>
                        <a:sym typeface="+mn-lt"/>
                      </a:endParaRPr>
                    </a:p>
                  </a:txBody>
                  <a:tcPr marL="0" marR="0">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marL="0" algn="ctr" defTabSz="914400" rtl="0" eaLnBrk="1" latinLnBrk="0" hangingPunct="1">
                        <a:lnSpc>
                          <a:spcPct val="120000"/>
                        </a:lnSpc>
                        <a:spcBef>
                          <a:spcPts val="0"/>
                        </a:spcBef>
                        <a:spcAft>
                          <a:spcPts val="0"/>
                        </a:spcAft>
                      </a:pPr>
                      <a:endParaRPr lang="zh-CN" altLang="en-US" sz="1400" b="0" kern="1200" dirty="0">
                        <a:solidFill>
                          <a:schemeClr val="tx1"/>
                        </a:solidFill>
                        <a:latin typeface="微软雅黑 Light" panose="020B0502040204020203" pitchFamily="34" charset="-122"/>
                        <a:ea typeface="微软雅黑 Light" panose="020B0502040204020203" pitchFamily="34" charset="-122"/>
                        <a:cs typeface="+mn-ea"/>
                        <a:sym typeface="+mn-lt"/>
                      </a:endParaRPr>
                    </a:p>
                  </a:txBody>
                  <a:tcPr marL="0" mar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marL="0" algn="ctr" defTabSz="914400" rtl="0" eaLnBrk="1" latinLnBrk="0" hangingPunct="1">
                        <a:lnSpc>
                          <a:spcPct val="120000"/>
                        </a:lnSpc>
                        <a:spcBef>
                          <a:spcPts val="0"/>
                        </a:spcBef>
                        <a:spcAft>
                          <a:spcPts val="0"/>
                        </a:spcAft>
                      </a:pPr>
                      <a:endParaRPr lang="zh-CN" altLang="en-US" sz="1400" b="0" kern="1200" dirty="0">
                        <a:solidFill>
                          <a:schemeClr val="tx1"/>
                        </a:solidFill>
                        <a:latin typeface="微软雅黑 Light" panose="020B0502040204020203" pitchFamily="34" charset="-122"/>
                        <a:ea typeface="微软雅黑 Light" panose="020B0502040204020203" pitchFamily="34" charset="-122"/>
                        <a:cs typeface="+mn-ea"/>
                        <a:sym typeface="+mn-lt"/>
                      </a:endParaRPr>
                    </a:p>
                  </a:txBody>
                  <a:tcPr marL="0" marR="0">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r>
            </a:tbl>
          </a:graphicData>
        </a:graphic>
      </p:graphicFrame>
      <p:graphicFrame>
        <p:nvGraphicFramePr>
          <p:cNvPr id="23" name="表格 176"/>
          <p:cNvGraphicFramePr>
            <a:graphicFrameLocks noGrp="1"/>
          </p:cNvGraphicFramePr>
          <p:nvPr/>
        </p:nvGraphicFramePr>
        <p:xfrm>
          <a:off x="7392144" y="3970634"/>
          <a:ext cx="2412000" cy="1641316"/>
        </p:xfrm>
        <a:graphic>
          <a:graphicData uri="http://schemas.openxmlformats.org/drawingml/2006/table">
            <a:tbl>
              <a:tblPr firstRow="1" bandRow="1">
                <a:tableStyleId>{5940675A-B579-460E-94D1-54222C63F5DA}</a:tableStyleId>
              </a:tblPr>
              <a:tblGrid>
                <a:gridCol w="1368000"/>
                <a:gridCol w="756000"/>
                <a:gridCol w="288000"/>
              </a:tblGrid>
              <a:tr h="332452">
                <a:tc gridSpan="3">
                  <a:txBody>
                    <a:bodyPr/>
                    <a:lstStyle/>
                    <a:p>
                      <a:pPr marL="0" algn="ctr" defTabSz="914400" rtl="0" eaLnBrk="1" latinLnBrk="0" hangingPunct="1">
                        <a:lnSpc>
                          <a:spcPct val="120000"/>
                        </a:lnSpc>
                        <a:spcBef>
                          <a:spcPts val="0"/>
                        </a:spcBef>
                        <a:spcAft>
                          <a:spcPts val="0"/>
                        </a:spcAft>
                      </a:pPr>
                      <a:r>
                        <a:rPr lang="en-US" altLang="zh-CN" sz="1400" b="0" kern="1200" dirty="0">
                          <a:solidFill>
                            <a:schemeClr val="tx1"/>
                          </a:solidFill>
                          <a:latin typeface="微软雅黑 Light" panose="020B0502040204020203" pitchFamily="34" charset="-122"/>
                          <a:ea typeface="微软雅黑 Light" panose="020B0502040204020203" pitchFamily="34" charset="-122"/>
                          <a:cs typeface="+mn-ea"/>
                          <a:sym typeface="+mn-lt"/>
                        </a:rPr>
                        <a:t>R3</a:t>
                      </a:r>
                      <a:r>
                        <a:rPr lang="zh-CN" altLang="en-US" sz="1400" b="0" kern="1200" dirty="0">
                          <a:solidFill>
                            <a:schemeClr val="tx1"/>
                          </a:solidFill>
                          <a:latin typeface="微软雅黑 Light" panose="020B0502040204020203" pitchFamily="34" charset="-122"/>
                          <a:ea typeface="微软雅黑 Light" panose="020B0502040204020203" pitchFamily="34" charset="-122"/>
                          <a:cs typeface="+mn-ea"/>
                          <a:sym typeface="+mn-lt"/>
                        </a:rPr>
                        <a:t>的路由表</a:t>
                      </a:r>
                      <a:endParaRPr lang="zh-CN" altLang="en-US" sz="1400" b="0" kern="1200" dirty="0">
                        <a:solidFill>
                          <a:schemeClr val="tx1"/>
                        </a:solidFill>
                        <a:latin typeface="微软雅黑 Light" panose="020B0502040204020203" pitchFamily="34" charset="-122"/>
                        <a:ea typeface="微软雅黑 Light" panose="020B0502040204020203" pitchFamily="34" charset="-122"/>
                        <a:cs typeface="+mn-ea"/>
                        <a:sym typeface="+mn-lt"/>
                      </a:endParaRPr>
                    </a:p>
                  </a:txBody>
                  <a:tcPr marL="0" marR="0">
                    <a:lnL w="28575"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no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cPr/>
                </a:tc>
                <a:tc hMerge="1">
                  <a:tcPr/>
                </a:tc>
              </a:tr>
              <a:tr h="132770">
                <a:tc>
                  <a:txBody>
                    <a:bodyPr/>
                    <a:lstStyle/>
                    <a:p>
                      <a:pPr marL="0" algn="ctr" defTabSz="914400" rtl="0" eaLnBrk="1" latinLnBrk="0" hangingPunct="1">
                        <a:lnSpc>
                          <a:spcPct val="120000"/>
                        </a:lnSpc>
                        <a:spcBef>
                          <a:spcPts val="0"/>
                        </a:spcBef>
                        <a:spcAft>
                          <a:spcPts val="0"/>
                        </a:spcAft>
                      </a:pPr>
                      <a:r>
                        <a:rPr lang="en-US" altLang="zh-CN" sz="1400" b="0" kern="1200" dirty="0">
                          <a:solidFill>
                            <a:schemeClr val="tx1"/>
                          </a:solidFill>
                          <a:latin typeface="微软雅黑 Light" panose="020B0502040204020203" pitchFamily="34" charset="-122"/>
                          <a:ea typeface="微软雅黑 Light" panose="020B0502040204020203" pitchFamily="34" charset="-122"/>
                          <a:cs typeface="+mn-ea"/>
                          <a:sym typeface="+mn-lt"/>
                        </a:rPr>
                        <a:t>192.168.23.0</a:t>
                      </a:r>
                      <a:endParaRPr lang="zh-CN" altLang="en-US" sz="1400" b="0" kern="1200" dirty="0">
                        <a:solidFill>
                          <a:schemeClr val="tx1"/>
                        </a:solidFill>
                        <a:latin typeface="微软雅黑 Light" panose="020B0502040204020203" pitchFamily="34" charset="-122"/>
                        <a:ea typeface="微软雅黑 Light" panose="020B0502040204020203" pitchFamily="34" charset="-122"/>
                        <a:cs typeface="+mn-ea"/>
                        <a:sym typeface="+mn-lt"/>
                      </a:endParaRPr>
                    </a:p>
                  </a:txBody>
                  <a:tcPr marL="0" marR="0">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latinLnBrk="0" hangingPunct="1">
                        <a:lnSpc>
                          <a:spcPct val="120000"/>
                        </a:lnSpc>
                        <a:spcBef>
                          <a:spcPts val="0"/>
                        </a:spcBef>
                        <a:spcAft>
                          <a:spcPts val="0"/>
                        </a:spcAft>
                      </a:pPr>
                      <a:r>
                        <a:rPr lang="en-US" altLang="zh-CN" sz="1400" b="0" kern="1200">
                          <a:solidFill>
                            <a:schemeClr val="tx1"/>
                          </a:solidFill>
                          <a:latin typeface="微软雅黑 Light" panose="020B0502040204020203" pitchFamily="34" charset="-122"/>
                          <a:ea typeface="微软雅黑 Light" panose="020B0502040204020203" pitchFamily="34" charset="-122"/>
                          <a:cs typeface="+mn-ea"/>
                          <a:sym typeface="+mn-lt"/>
                        </a:rPr>
                        <a:t>GE0/0/0</a:t>
                      </a:r>
                      <a:endParaRPr lang="zh-CN" altLang="en-US" sz="1400" b="0" kern="1200">
                        <a:solidFill>
                          <a:schemeClr val="tx1"/>
                        </a:solidFill>
                        <a:latin typeface="微软雅黑 Light" panose="020B0502040204020203" pitchFamily="34" charset="-122"/>
                        <a:ea typeface="微软雅黑 Light" panose="020B0502040204020203" pitchFamily="34" charset="-122"/>
                        <a:cs typeface="+mn-ea"/>
                        <a:sym typeface="+mn-lt"/>
                      </a:endParaRPr>
                    </a:p>
                  </a:txBody>
                  <a:tcPr marL="0" mar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latinLnBrk="0" hangingPunct="1">
                        <a:lnSpc>
                          <a:spcPct val="120000"/>
                        </a:lnSpc>
                        <a:spcBef>
                          <a:spcPts val="0"/>
                        </a:spcBef>
                        <a:spcAft>
                          <a:spcPts val="0"/>
                        </a:spcAft>
                      </a:pPr>
                      <a:r>
                        <a:rPr lang="en-US" altLang="zh-CN" sz="1400" b="0" kern="1200">
                          <a:solidFill>
                            <a:schemeClr val="tx1"/>
                          </a:solidFill>
                          <a:latin typeface="微软雅黑 Light" panose="020B0502040204020203" pitchFamily="34" charset="-122"/>
                          <a:ea typeface="微软雅黑 Light" panose="020B0502040204020203" pitchFamily="34" charset="-122"/>
                          <a:cs typeface="+mn-ea"/>
                          <a:sym typeface="+mn-lt"/>
                        </a:rPr>
                        <a:t>0</a:t>
                      </a:r>
                      <a:endParaRPr lang="zh-CN" altLang="en-US" sz="1400" b="0" kern="1200">
                        <a:solidFill>
                          <a:schemeClr val="tx1"/>
                        </a:solidFill>
                        <a:latin typeface="微软雅黑 Light" panose="020B0502040204020203" pitchFamily="34" charset="-122"/>
                        <a:ea typeface="微软雅黑 Light" panose="020B0502040204020203" pitchFamily="34" charset="-122"/>
                        <a:cs typeface="+mn-ea"/>
                        <a:sym typeface="+mn-lt"/>
                      </a:endParaRPr>
                    </a:p>
                  </a:txBody>
                  <a:tcPr marL="0" marR="0">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132770">
                <a:tc>
                  <a:txBody>
                    <a:bodyPr/>
                    <a:lstStyle/>
                    <a:p>
                      <a:pPr marL="0" algn="ctr" defTabSz="914400" rtl="0" eaLnBrk="1" latinLnBrk="0" hangingPunct="1">
                        <a:lnSpc>
                          <a:spcPct val="120000"/>
                        </a:lnSpc>
                        <a:spcBef>
                          <a:spcPts val="0"/>
                        </a:spcBef>
                        <a:spcAft>
                          <a:spcPts val="0"/>
                        </a:spcAft>
                      </a:pPr>
                      <a:r>
                        <a:rPr lang="en-US" altLang="zh-CN" sz="1400" b="0" kern="1200" dirty="0">
                          <a:solidFill>
                            <a:schemeClr val="tx1"/>
                          </a:solidFill>
                          <a:latin typeface="微软雅黑 Light" panose="020B0502040204020203" pitchFamily="34" charset="-122"/>
                          <a:ea typeface="微软雅黑 Light" panose="020B0502040204020203" pitchFamily="34" charset="-122"/>
                          <a:cs typeface="+mn-ea"/>
                          <a:sym typeface="+mn-lt"/>
                        </a:rPr>
                        <a:t>3.0.0.0</a:t>
                      </a:r>
                      <a:endParaRPr lang="zh-CN" altLang="en-US" sz="1400" b="0" kern="1200" dirty="0">
                        <a:solidFill>
                          <a:schemeClr val="tx1"/>
                        </a:solidFill>
                        <a:latin typeface="微软雅黑 Light" panose="020B0502040204020203" pitchFamily="34" charset="-122"/>
                        <a:ea typeface="微软雅黑 Light" panose="020B0502040204020203" pitchFamily="34" charset="-122"/>
                        <a:cs typeface="+mn-ea"/>
                        <a:sym typeface="+mn-lt"/>
                      </a:endParaRPr>
                    </a:p>
                  </a:txBody>
                  <a:tcPr marL="0" marR="0">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latinLnBrk="0" hangingPunct="1">
                        <a:lnSpc>
                          <a:spcPct val="120000"/>
                        </a:lnSpc>
                        <a:spcBef>
                          <a:spcPts val="0"/>
                        </a:spcBef>
                        <a:spcAft>
                          <a:spcPts val="0"/>
                        </a:spcAft>
                      </a:pPr>
                      <a:r>
                        <a:rPr lang="en-US" altLang="zh-CN" sz="1400" b="0" kern="1200" dirty="0">
                          <a:solidFill>
                            <a:schemeClr val="tx1"/>
                          </a:solidFill>
                          <a:latin typeface="微软雅黑 Light" panose="020B0502040204020203" pitchFamily="34" charset="-122"/>
                          <a:ea typeface="微软雅黑 Light" panose="020B0502040204020203" pitchFamily="34" charset="-122"/>
                          <a:cs typeface="+mn-ea"/>
                          <a:sym typeface="+mn-lt"/>
                        </a:rPr>
                        <a:t>GE0/0/1</a:t>
                      </a:r>
                      <a:endParaRPr lang="zh-CN" altLang="en-US" sz="1400" b="0" kern="1200" dirty="0">
                        <a:solidFill>
                          <a:schemeClr val="tx1"/>
                        </a:solidFill>
                        <a:latin typeface="微软雅黑 Light" panose="020B0502040204020203" pitchFamily="34" charset="-122"/>
                        <a:ea typeface="微软雅黑 Light" panose="020B0502040204020203" pitchFamily="34" charset="-122"/>
                        <a:cs typeface="+mn-ea"/>
                        <a:sym typeface="+mn-lt"/>
                      </a:endParaRPr>
                    </a:p>
                  </a:txBody>
                  <a:tcPr marL="0" mar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latinLnBrk="0" hangingPunct="1">
                        <a:lnSpc>
                          <a:spcPct val="120000"/>
                        </a:lnSpc>
                        <a:spcBef>
                          <a:spcPts val="0"/>
                        </a:spcBef>
                        <a:spcAft>
                          <a:spcPts val="0"/>
                        </a:spcAft>
                      </a:pPr>
                      <a:r>
                        <a:rPr lang="en-US" altLang="zh-CN" sz="1400" b="0" kern="1200" dirty="0">
                          <a:solidFill>
                            <a:schemeClr val="tx1"/>
                          </a:solidFill>
                          <a:latin typeface="微软雅黑 Light" panose="020B0502040204020203" pitchFamily="34" charset="-122"/>
                          <a:ea typeface="微软雅黑 Light" panose="020B0502040204020203" pitchFamily="34" charset="-122"/>
                          <a:cs typeface="+mn-ea"/>
                          <a:sym typeface="+mn-lt"/>
                        </a:rPr>
                        <a:t>0</a:t>
                      </a:r>
                      <a:endParaRPr lang="zh-CN" altLang="en-US" sz="1400" b="0" kern="1200" dirty="0">
                        <a:solidFill>
                          <a:schemeClr val="tx1"/>
                        </a:solidFill>
                        <a:latin typeface="微软雅黑 Light" panose="020B0502040204020203" pitchFamily="34" charset="-122"/>
                        <a:ea typeface="微软雅黑 Light" panose="020B0502040204020203" pitchFamily="34" charset="-122"/>
                        <a:cs typeface="+mn-ea"/>
                        <a:sym typeface="+mn-lt"/>
                      </a:endParaRPr>
                    </a:p>
                  </a:txBody>
                  <a:tcPr marL="0" marR="0">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132770">
                <a:tc>
                  <a:txBody>
                    <a:bodyPr/>
                    <a:lstStyle/>
                    <a:p>
                      <a:pPr marL="0" algn="ctr" defTabSz="914400" rtl="0" eaLnBrk="1" latinLnBrk="0" hangingPunct="1">
                        <a:lnSpc>
                          <a:spcPct val="120000"/>
                        </a:lnSpc>
                        <a:spcBef>
                          <a:spcPts val="0"/>
                        </a:spcBef>
                        <a:spcAft>
                          <a:spcPts val="0"/>
                        </a:spcAft>
                      </a:pPr>
                      <a:endParaRPr lang="zh-CN" altLang="en-US" sz="1400" b="0" kern="1200">
                        <a:solidFill>
                          <a:schemeClr val="tx1"/>
                        </a:solidFill>
                        <a:latin typeface="微软雅黑 Light" panose="020B0502040204020203" pitchFamily="34" charset="-122"/>
                        <a:ea typeface="微软雅黑 Light" panose="020B0502040204020203" pitchFamily="34" charset="-122"/>
                        <a:cs typeface="+mn-ea"/>
                        <a:sym typeface="+mn-lt"/>
                      </a:endParaRPr>
                    </a:p>
                  </a:txBody>
                  <a:tcPr marL="0" marR="0">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latinLnBrk="0" hangingPunct="1">
                        <a:lnSpc>
                          <a:spcPct val="120000"/>
                        </a:lnSpc>
                        <a:spcBef>
                          <a:spcPts val="0"/>
                        </a:spcBef>
                        <a:spcAft>
                          <a:spcPts val="0"/>
                        </a:spcAft>
                      </a:pPr>
                      <a:endParaRPr lang="zh-CN" altLang="en-US" sz="1400" b="0" kern="1200" dirty="0">
                        <a:solidFill>
                          <a:schemeClr val="tx1"/>
                        </a:solidFill>
                        <a:latin typeface="微软雅黑 Light" panose="020B0502040204020203" pitchFamily="34" charset="-122"/>
                        <a:ea typeface="微软雅黑 Light" panose="020B0502040204020203" pitchFamily="34" charset="-122"/>
                        <a:cs typeface="+mn-ea"/>
                        <a:sym typeface="+mn-lt"/>
                      </a:endParaRPr>
                    </a:p>
                  </a:txBody>
                  <a:tcPr marL="0" mar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latinLnBrk="0" hangingPunct="1">
                        <a:lnSpc>
                          <a:spcPct val="120000"/>
                        </a:lnSpc>
                        <a:spcBef>
                          <a:spcPts val="0"/>
                        </a:spcBef>
                        <a:spcAft>
                          <a:spcPts val="0"/>
                        </a:spcAft>
                      </a:pPr>
                      <a:endParaRPr lang="zh-CN" altLang="en-US" sz="1400" b="0" kern="1200" dirty="0">
                        <a:solidFill>
                          <a:schemeClr val="tx1"/>
                        </a:solidFill>
                        <a:latin typeface="微软雅黑 Light" panose="020B0502040204020203" pitchFamily="34" charset="-122"/>
                        <a:ea typeface="微软雅黑 Light" panose="020B0502040204020203" pitchFamily="34" charset="-122"/>
                        <a:cs typeface="+mn-ea"/>
                        <a:sym typeface="+mn-lt"/>
                      </a:endParaRPr>
                    </a:p>
                  </a:txBody>
                  <a:tcPr marL="0" marR="0">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132770">
                <a:tc>
                  <a:txBody>
                    <a:bodyPr/>
                    <a:lstStyle/>
                    <a:p>
                      <a:pPr marL="0" algn="ctr" defTabSz="914400" rtl="0" eaLnBrk="1" latinLnBrk="0" hangingPunct="1">
                        <a:lnSpc>
                          <a:spcPct val="120000"/>
                        </a:lnSpc>
                        <a:spcBef>
                          <a:spcPts val="0"/>
                        </a:spcBef>
                        <a:spcAft>
                          <a:spcPts val="0"/>
                        </a:spcAft>
                      </a:pPr>
                      <a:endParaRPr lang="zh-CN" altLang="en-US" sz="1400" b="0" kern="1200">
                        <a:solidFill>
                          <a:schemeClr val="tx1"/>
                        </a:solidFill>
                        <a:latin typeface="微软雅黑 Light" panose="020B0502040204020203" pitchFamily="34" charset="-122"/>
                        <a:ea typeface="微软雅黑 Light" panose="020B0502040204020203" pitchFamily="34" charset="-122"/>
                        <a:cs typeface="+mn-ea"/>
                        <a:sym typeface="+mn-lt"/>
                      </a:endParaRPr>
                    </a:p>
                  </a:txBody>
                  <a:tcPr marL="0" marR="0">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marL="0" algn="ctr" defTabSz="914400" rtl="0" eaLnBrk="1" latinLnBrk="0" hangingPunct="1">
                        <a:lnSpc>
                          <a:spcPct val="120000"/>
                        </a:lnSpc>
                        <a:spcBef>
                          <a:spcPts val="0"/>
                        </a:spcBef>
                        <a:spcAft>
                          <a:spcPts val="0"/>
                        </a:spcAft>
                      </a:pPr>
                      <a:endParaRPr lang="zh-CN" altLang="en-US" sz="1400" b="0" kern="1200">
                        <a:solidFill>
                          <a:schemeClr val="tx1"/>
                        </a:solidFill>
                        <a:latin typeface="微软雅黑 Light" panose="020B0502040204020203" pitchFamily="34" charset="-122"/>
                        <a:ea typeface="微软雅黑 Light" panose="020B0502040204020203" pitchFamily="34" charset="-122"/>
                        <a:cs typeface="+mn-ea"/>
                        <a:sym typeface="+mn-lt"/>
                      </a:endParaRPr>
                    </a:p>
                  </a:txBody>
                  <a:tcPr marL="0" mar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marL="0" algn="ctr" defTabSz="914400" rtl="0" eaLnBrk="1" latinLnBrk="0" hangingPunct="1">
                        <a:lnSpc>
                          <a:spcPct val="120000"/>
                        </a:lnSpc>
                        <a:spcBef>
                          <a:spcPts val="0"/>
                        </a:spcBef>
                        <a:spcAft>
                          <a:spcPts val="0"/>
                        </a:spcAft>
                      </a:pPr>
                      <a:endParaRPr lang="zh-CN" altLang="en-US" sz="1400" b="0" kern="1200" dirty="0">
                        <a:solidFill>
                          <a:schemeClr val="tx1"/>
                        </a:solidFill>
                        <a:latin typeface="微软雅黑 Light" panose="020B0502040204020203" pitchFamily="34" charset="-122"/>
                        <a:ea typeface="微软雅黑 Light" panose="020B0502040204020203" pitchFamily="34" charset="-122"/>
                        <a:cs typeface="+mn-ea"/>
                        <a:sym typeface="+mn-lt"/>
                      </a:endParaRPr>
                    </a:p>
                  </a:txBody>
                  <a:tcPr marL="0" marR="0">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r>
            </a:tbl>
          </a:graphicData>
        </a:graphic>
      </p:graphicFrame>
      <p:pic>
        <p:nvPicPr>
          <p:cNvPr id="24" name="图形 23"/>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3155177" y="2721108"/>
            <a:ext cx="698726" cy="698726"/>
          </a:xfrm>
          <a:prstGeom prst="rect">
            <a:avLst/>
          </a:prstGeom>
        </p:spPr>
      </p:pic>
      <p:pic>
        <p:nvPicPr>
          <p:cNvPr id="29" name="图形 28"/>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5596730" y="2721108"/>
            <a:ext cx="698726" cy="698726"/>
          </a:xfrm>
          <a:prstGeom prst="rect">
            <a:avLst/>
          </a:prstGeom>
        </p:spPr>
      </p:pic>
      <p:pic>
        <p:nvPicPr>
          <p:cNvPr id="30" name="图形 29"/>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8184601" y="2721108"/>
            <a:ext cx="698726" cy="698726"/>
          </a:xfrm>
          <a:prstGeom prst="rect">
            <a:avLst/>
          </a:prstGeom>
        </p:spPr>
      </p:pic>
      <p:cxnSp>
        <p:nvCxnSpPr>
          <p:cNvPr id="32" name="直接连接符 29"/>
          <p:cNvCxnSpPr>
            <a:stCxn id="24" idx="3"/>
            <a:endCxn id="29" idx="1"/>
          </p:cNvCxnSpPr>
          <p:nvPr/>
        </p:nvCxnSpPr>
        <p:spPr bwMode="auto">
          <a:xfrm>
            <a:off x="3853903" y="3070471"/>
            <a:ext cx="1742827" cy="0"/>
          </a:xfrm>
          <a:prstGeom prst="line">
            <a:avLst/>
          </a:prstGeom>
          <a:solidFill>
            <a:schemeClr val="accent1"/>
          </a:solidFill>
          <a:ln w="25400" cap="flat" cmpd="sng" algn="ctr">
            <a:solidFill>
              <a:schemeClr val="tx1"/>
            </a:solidFill>
            <a:prstDash val="solid"/>
            <a:round/>
            <a:headEnd type="none" w="med" len="med"/>
            <a:tailEnd type="none" w="med" len="med"/>
          </a:ln>
          <a:effectLst/>
        </p:spPr>
      </p:cxnSp>
      <p:cxnSp>
        <p:nvCxnSpPr>
          <p:cNvPr id="33" name="直接连接符 29"/>
          <p:cNvCxnSpPr>
            <a:stCxn id="29" idx="3"/>
            <a:endCxn id="30" idx="1"/>
          </p:cNvCxnSpPr>
          <p:nvPr/>
        </p:nvCxnSpPr>
        <p:spPr bwMode="auto">
          <a:xfrm>
            <a:off x="6295456" y="3070471"/>
            <a:ext cx="1889145" cy="0"/>
          </a:xfrm>
          <a:prstGeom prst="line">
            <a:avLst/>
          </a:prstGeom>
          <a:solidFill>
            <a:schemeClr val="accent1"/>
          </a:solidFill>
          <a:ln w="25400" cap="flat" cmpd="sng" algn="ctr">
            <a:solidFill>
              <a:schemeClr val="tx1"/>
            </a:solidFill>
            <a:prstDash val="solid"/>
            <a:round/>
            <a:headEnd type="none" w="med" len="med"/>
            <a:tailEnd type="none" w="med" len="med"/>
          </a:ln>
          <a:effectLst/>
        </p:spPr>
      </p:cxnSp>
      <p:cxnSp>
        <p:nvCxnSpPr>
          <p:cNvPr id="38" name="直接连接符 29"/>
          <p:cNvCxnSpPr>
            <a:stCxn id="30" idx="3"/>
          </p:cNvCxnSpPr>
          <p:nvPr/>
        </p:nvCxnSpPr>
        <p:spPr bwMode="auto">
          <a:xfrm>
            <a:off x="8883327" y="3070471"/>
            <a:ext cx="1317129" cy="0"/>
          </a:xfrm>
          <a:prstGeom prst="line">
            <a:avLst/>
          </a:prstGeom>
          <a:solidFill>
            <a:schemeClr val="accent1"/>
          </a:solidFill>
          <a:ln w="25400" cap="flat" cmpd="sng" algn="ctr">
            <a:solidFill>
              <a:schemeClr val="tx1"/>
            </a:solidFill>
            <a:prstDash val="solid"/>
            <a:round/>
            <a:headEnd type="none" w="med" len="med"/>
            <a:tailEnd type="none" w="med" len="med"/>
          </a:ln>
          <a:effectLst/>
        </p:spPr>
      </p:cxn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距离矢量路由选择协议</a:t>
            </a:r>
            <a:r>
              <a:rPr lang="en-US" altLang="zh-CN" dirty="0"/>
              <a:t>—</a:t>
            </a:r>
            <a:r>
              <a:rPr lang="zh-CN" altLang="en-US" dirty="0"/>
              <a:t>以</a:t>
            </a:r>
            <a:r>
              <a:rPr lang="en-US" altLang="zh-CN" dirty="0"/>
              <a:t>IP</a:t>
            </a:r>
            <a:r>
              <a:rPr lang="zh-CN" altLang="en-US" dirty="0"/>
              <a:t>协议为例</a:t>
            </a:r>
            <a:endParaRPr lang="zh-CN" altLang="en-US" dirty="0"/>
          </a:p>
        </p:txBody>
      </p:sp>
      <p:sp>
        <p:nvSpPr>
          <p:cNvPr id="3" name="内容占位符 2"/>
          <p:cNvSpPr>
            <a:spLocks noGrp="1"/>
          </p:cNvSpPr>
          <p:nvPr>
            <p:ph idx="1"/>
          </p:nvPr>
        </p:nvSpPr>
        <p:spPr/>
        <p:txBody>
          <a:bodyPr/>
          <a:lstStyle/>
          <a:p>
            <a:r>
              <a:rPr lang="zh-CN" altLang="en-US" dirty="0"/>
              <a:t>初次路由信息交换</a:t>
            </a:r>
            <a:endParaRPr lang="zh-CN" altLang="en-US" dirty="0"/>
          </a:p>
        </p:txBody>
      </p:sp>
      <p:sp>
        <p:nvSpPr>
          <p:cNvPr id="4" name="灯片编号占位符 3"/>
          <p:cNvSpPr>
            <a:spLocks noGrp="1"/>
          </p:cNvSpPr>
          <p:nvPr>
            <p:ph type="sldNum" sz="quarter" idx="12"/>
          </p:nvPr>
        </p:nvSpPr>
        <p:spPr/>
        <p:txBody>
          <a:bodyPr/>
          <a:lstStyle/>
          <a:p>
            <a:pPr>
              <a:defRPr/>
            </a:pPr>
            <a:fld id="{816960B2-2B11-492C-B588-5290E1274F96}" type="slidenum">
              <a:rPr lang="en-US" altLang="zh-CN" smtClean="0"/>
            </a:fld>
            <a:endParaRPr lang="en-US" altLang="zh-CN" dirty="0"/>
          </a:p>
        </p:txBody>
      </p:sp>
      <p:cxnSp>
        <p:nvCxnSpPr>
          <p:cNvPr id="5" name="直接连接符 29"/>
          <p:cNvCxnSpPr>
            <a:endCxn id="24" idx="1"/>
          </p:cNvCxnSpPr>
          <p:nvPr/>
        </p:nvCxnSpPr>
        <p:spPr bwMode="auto">
          <a:xfrm>
            <a:off x="1775520" y="3070471"/>
            <a:ext cx="1379657" cy="0"/>
          </a:xfrm>
          <a:prstGeom prst="line">
            <a:avLst/>
          </a:prstGeom>
          <a:solidFill>
            <a:schemeClr val="accent1"/>
          </a:solidFill>
          <a:ln w="25400" cap="flat" cmpd="sng" algn="ctr">
            <a:solidFill>
              <a:schemeClr val="tx1"/>
            </a:solidFill>
            <a:prstDash val="solid"/>
            <a:round/>
            <a:headEnd type="none" w="med" len="med"/>
            <a:tailEnd type="none" w="med" len="med"/>
          </a:ln>
          <a:effectLst/>
        </p:spPr>
      </p:cxnSp>
      <p:sp>
        <p:nvSpPr>
          <p:cNvPr id="6" name="矩形 42"/>
          <p:cNvSpPr/>
          <p:nvPr/>
        </p:nvSpPr>
        <p:spPr>
          <a:xfrm>
            <a:off x="3824603" y="2494819"/>
            <a:ext cx="1359668" cy="588944"/>
          </a:xfrm>
          <a:prstGeom prst="rect">
            <a:avLst/>
          </a:prstGeom>
        </p:spPr>
        <p:txBody>
          <a:bodyPr wrap="none">
            <a:spAutoFit/>
          </a:bodyPr>
          <a:lstStyle/>
          <a:p>
            <a:pPr>
              <a:lnSpc>
                <a:spcPct val="120000"/>
              </a:lnSpc>
            </a:pPr>
            <a:r>
              <a:rPr lang="en-US" altLang="zh-CN" sz="1400" dirty="0">
                <a:latin typeface="微软雅黑 Light" panose="020B0502040204020203" pitchFamily="34" charset="-122"/>
                <a:ea typeface="微软雅黑 Light" panose="020B0502040204020203" pitchFamily="34" charset="-122"/>
                <a:cs typeface="+mn-ea"/>
                <a:sym typeface="+mn-lt"/>
              </a:rPr>
              <a:t>GE0/0/0</a:t>
            </a:r>
            <a:endParaRPr lang="en-US" altLang="zh-CN" sz="1400" dirty="0">
              <a:latin typeface="微软雅黑 Light" panose="020B0502040204020203" pitchFamily="34" charset="-122"/>
              <a:ea typeface="微软雅黑 Light" panose="020B0502040204020203" pitchFamily="34" charset="-122"/>
              <a:cs typeface="+mn-ea"/>
              <a:sym typeface="+mn-lt"/>
            </a:endParaRPr>
          </a:p>
          <a:p>
            <a:pPr>
              <a:lnSpc>
                <a:spcPct val="120000"/>
              </a:lnSpc>
            </a:pPr>
            <a:r>
              <a:rPr lang="en-US" altLang="zh-CN" sz="1400" dirty="0">
                <a:latin typeface="微软雅黑 Light" panose="020B0502040204020203" pitchFamily="34" charset="-122"/>
                <a:ea typeface="微软雅黑 Light" panose="020B0502040204020203" pitchFamily="34" charset="-122"/>
                <a:cs typeface="+mn-ea"/>
                <a:sym typeface="+mn-lt"/>
              </a:rPr>
              <a:t>192.168.12.1/24</a:t>
            </a:r>
            <a:endParaRPr lang="en-US" altLang="zh-CN" sz="1400" dirty="0">
              <a:latin typeface="微软雅黑 Light" panose="020B0502040204020203" pitchFamily="34" charset="-122"/>
              <a:ea typeface="微软雅黑 Light" panose="020B0502040204020203" pitchFamily="34" charset="-122"/>
              <a:cs typeface="+mn-ea"/>
              <a:sym typeface="+mn-lt"/>
            </a:endParaRPr>
          </a:p>
        </p:txBody>
      </p:sp>
      <p:sp>
        <p:nvSpPr>
          <p:cNvPr id="9" name="矩形 69"/>
          <p:cNvSpPr/>
          <p:nvPr/>
        </p:nvSpPr>
        <p:spPr>
          <a:xfrm>
            <a:off x="5740599" y="3447164"/>
            <a:ext cx="463879" cy="330411"/>
          </a:xfrm>
          <a:prstGeom prst="rect">
            <a:avLst/>
          </a:prstGeom>
        </p:spPr>
        <p:txBody>
          <a:bodyPr wrap="square">
            <a:spAutoFit/>
          </a:bodyPr>
          <a:lstStyle/>
          <a:p>
            <a:pPr algn="ctr">
              <a:lnSpc>
                <a:spcPct val="120000"/>
              </a:lnSpc>
            </a:pPr>
            <a:r>
              <a:rPr lang="en-US" altLang="zh-CN" sz="1400" dirty="0">
                <a:solidFill>
                  <a:schemeClr val="accent2"/>
                </a:solidFill>
                <a:latin typeface="微软雅黑 Light" panose="020B0502040204020203" pitchFamily="34" charset="-122"/>
                <a:ea typeface="微软雅黑 Light" panose="020B0502040204020203" pitchFamily="34" charset="-122"/>
                <a:cs typeface="+mn-ea"/>
                <a:sym typeface="+mn-lt"/>
              </a:rPr>
              <a:t>R2</a:t>
            </a:r>
            <a:endParaRPr lang="en-US" altLang="zh-CN" sz="1400" dirty="0">
              <a:solidFill>
                <a:schemeClr val="accent2"/>
              </a:solidFill>
              <a:latin typeface="微软雅黑 Light" panose="020B0502040204020203" pitchFamily="34" charset="-122"/>
              <a:ea typeface="微软雅黑 Light" panose="020B0502040204020203" pitchFamily="34" charset="-122"/>
              <a:cs typeface="+mn-ea"/>
              <a:sym typeface="+mn-lt"/>
            </a:endParaRPr>
          </a:p>
        </p:txBody>
      </p:sp>
      <p:sp>
        <p:nvSpPr>
          <p:cNvPr id="12" name="矩形 70"/>
          <p:cNvSpPr/>
          <p:nvPr/>
        </p:nvSpPr>
        <p:spPr>
          <a:xfrm>
            <a:off x="8329223" y="3451814"/>
            <a:ext cx="463879" cy="330411"/>
          </a:xfrm>
          <a:prstGeom prst="rect">
            <a:avLst/>
          </a:prstGeom>
        </p:spPr>
        <p:txBody>
          <a:bodyPr wrap="square">
            <a:spAutoFit/>
          </a:bodyPr>
          <a:lstStyle/>
          <a:p>
            <a:pPr algn="ctr">
              <a:lnSpc>
                <a:spcPct val="120000"/>
              </a:lnSpc>
            </a:pPr>
            <a:r>
              <a:rPr lang="en-US" altLang="zh-CN" sz="1400" dirty="0">
                <a:solidFill>
                  <a:schemeClr val="accent2"/>
                </a:solidFill>
                <a:latin typeface="微软雅黑 Light" panose="020B0502040204020203" pitchFamily="34" charset="-122"/>
                <a:ea typeface="微软雅黑 Light" panose="020B0502040204020203" pitchFamily="34" charset="-122"/>
                <a:cs typeface="+mn-ea"/>
                <a:sym typeface="+mn-lt"/>
              </a:rPr>
              <a:t>R3</a:t>
            </a:r>
            <a:endParaRPr lang="en-US" altLang="zh-CN" sz="1400" dirty="0">
              <a:solidFill>
                <a:schemeClr val="accent2"/>
              </a:solidFill>
              <a:latin typeface="微软雅黑 Light" panose="020B0502040204020203" pitchFamily="34" charset="-122"/>
              <a:ea typeface="微软雅黑 Light" panose="020B0502040204020203" pitchFamily="34" charset="-122"/>
              <a:cs typeface="+mn-ea"/>
              <a:sym typeface="+mn-lt"/>
            </a:endParaRPr>
          </a:p>
        </p:txBody>
      </p:sp>
      <p:sp>
        <p:nvSpPr>
          <p:cNvPr id="15" name="矩形 66"/>
          <p:cNvSpPr/>
          <p:nvPr/>
        </p:nvSpPr>
        <p:spPr>
          <a:xfrm>
            <a:off x="3291214" y="3452491"/>
            <a:ext cx="463879" cy="330411"/>
          </a:xfrm>
          <a:prstGeom prst="rect">
            <a:avLst/>
          </a:prstGeom>
        </p:spPr>
        <p:txBody>
          <a:bodyPr wrap="square">
            <a:spAutoFit/>
          </a:bodyPr>
          <a:lstStyle/>
          <a:p>
            <a:pPr algn="ctr">
              <a:lnSpc>
                <a:spcPct val="120000"/>
              </a:lnSpc>
            </a:pPr>
            <a:r>
              <a:rPr lang="en-US" altLang="zh-CN" sz="1400" dirty="0">
                <a:solidFill>
                  <a:schemeClr val="accent2"/>
                </a:solidFill>
                <a:latin typeface="微软雅黑 Light" panose="020B0502040204020203" pitchFamily="34" charset="-122"/>
                <a:ea typeface="微软雅黑 Light" panose="020B0502040204020203" pitchFamily="34" charset="-122"/>
                <a:cs typeface="+mn-ea"/>
                <a:sym typeface="+mn-lt"/>
              </a:rPr>
              <a:t>R1</a:t>
            </a:r>
            <a:endParaRPr lang="en-US" altLang="zh-CN" sz="1400" dirty="0">
              <a:solidFill>
                <a:schemeClr val="accent2"/>
              </a:solidFill>
              <a:latin typeface="微软雅黑 Light" panose="020B0502040204020203" pitchFamily="34" charset="-122"/>
              <a:ea typeface="微软雅黑 Light" panose="020B0502040204020203" pitchFamily="34" charset="-122"/>
              <a:cs typeface="+mn-ea"/>
              <a:sym typeface="+mn-lt"/>
            </a:endParaRPr>
          </a:p>
        </p:txBody>
      </p:sp>
      <p:sp>
        <p:nvSpPr>
          <p:cNvPr id="16" name="矩形 42"/>
          <p:cNvSpPr/>
          <p:nvPr/>
        </p:nvSpPr>
        <p:spPr>
          <a:xfrm>
            <a:off x="4232724" y="3106290"/>
            <a:ext cx="1390124" cy="588944"/>
          </a:xfrm>
          <a:prstGeom prst="rect">
            <a:avLst/>
          </a:prstGeom>
        </p:spPr>
        <p:txBody>
          <a:bodyPr wrap="none">
            <a:spAutoFit/>
          </a:bodyPr>
          <a:lstStyle/>
          <a:p>
            <a:pPr algn="r">
              <a:lnSpc>
                <a:spcPct val="120000"/>
              </a:lnSpc>
            </a:pPr>
            <a:r>
              <a:rPr lang="en-US" altLang="zh-CN" sz="1400" dirty="0">
                <a:latin typeface="微软雅黑 Light" panose="020B0502040204020203" pitchFamily="34" charset="-122"/>
                <a:ea typeface="微软雅黑 Light" panose="020B0502040204020203" pitchFamily="34" charset="-122"/>
                <a:cs typeface="+mn-ea"/>
                <a:sym typeface="+mn-lt"/>
              </a:rPr>
              <a:t>GE0/0/0</a:t>
            </a:r>
            <a:endParaRPr lang="en-US" altLang="zh-CN" sz="1400" dirty="0">
              <a:latin typeface="微软雅黑 Light" panose="020B0502040204020203" pitchFamily="34" charset="-122"/>
              <a:ea typeface="微软雅黑 Light" panose="020B0502040204020203" pitchFamily="34" charset="-122"/>
              <a:cs typeface="+mn-ea"/>
              <a:sym typeface="+mn-lt"/>
            </a:endParaRPr>
          </a:p>
          <a:p>
            <a:pPr algn="r">
              <a:lnSpc>
                <a:spcPct val="120000"/>
              </a:lnSpc>
            </a:pPr>
            <a:r>
              <a:rPr lang="en-US" altLang="zh-CN" sz="1400" dirty="0">
                <a:latin typeface="微软雅黑 Light" panose="020B0502040204020203" pitchFamily="34" charset="-122"/>
                <a:ea typeface="微软雅黑 Light" panose="020B0502040204020203" pitchFamily="34" charset="-122"/>
                <a:cs typeface="+mn-ea"/>
                <a:sym typeface="+mn-lt"/>
              </a:rPr>
              <a:t>192.168.12.2/24</a:t>
            </a:r>
            <a:endParaRPr lang="en-US" altLang="zh-CN" sz="1400" dirty="0">
              <a:latin typeface="微软雅黑 Light" panose="020B0502040204020203" pitchFamily="34" charset="-122"/>
              <a:ea typeface="微软雅黑 Light" panose="020B0502040204020203" pitchFamily="34" charset="-122"/>
              <a:cs typeface="+mn-ea"/>
              <a:sym typeface="+mn-lt"/>
            </a:endParaRPr>
          </a:p>
        </p:txBody>
      </p:sp>
      <p:sp>
        <p:nvSpPr>
          <p:cNvPr id="17" name="矩形 42"/>
          <p:cNvSpPr/>
          <p:nvPr/>
        </p:nvSpPr>
        <p:spPr>
          <a:xfrm>
            <a:off x="6295456" y="2469334"/>
            <a:ext cx="1476686" cy="585610"/>
          </a:xfrm>
          <a:prstGeom prst="rect">
            <a:avLst/>
          </a:prstGeom>
        </p:spPr>
        <p:txBody>
          <a:bodyPr wrap="none">
            <a:spAutoFit/>
          </a:bodyPr>
          <a:lstStyle/>
          <a:p>
            <a:pPr>
              <a:lnSpc>
                <a:spcPct val="120000"/>
              </a:lnSpc>
            </a:pPr>
            <a:r>
              <a:rPr lang="en-US" altLang="zh-CN" sz="1400" dirty="0">
                <a:latin typeface="微软雅黑 Light" panose="020B0502040204020203" pitchFamily="34" charset="-122"/>
                <a:ea typeface="微软雅黑 Light" panose="020B0502040204020203" pitchFamily="34" charset="-122"/>
                <a:cs typeface="+mn-ea"/>
                <a:sym typeface="+mn-lt"/>
              </a:rPr>
              <a:t>GE0/0/1</a:t>
            </a:r>
            <a:endParaRPr lang="en-US" altLang="zh-CN" sz="1400" dirty="0">
              <a:latin typeface="微软雅黑 Light" panose="020B0502040204020203" pitchFamily="34" charset="-122"/>
              <a:ea typeface="微软雅黑 Light" panose="020B0502040204020203" pitchFamily="34" charset="-122"/>
              <a:cs typeface="+mn-ea"/>
              <a:sym typeface="+mn-lt"/>
            </a:endParaRPr>
          </a:p>
          <a:p>
            <a:pPr>
              <a:lnSpc>
                <a:spcPct val="120000"/>
              </a:lnSpc>
            </a:pPr>
            <a:r>
              <a:rPr lang="en-US" altLang="zh-CN" sz="1400" dirty="0">
                <a:latin typeface="微软雅黑 Light" panose="020B0502040204020203" pitchFamily="34" charset="-122"/>
                <a:ea typeface="微软雅黑 Light" panose="020B0502040204020203" pitchFamily="34" charset="-122"/>
                <a:cs typeface="+mn-ea"/>
                <a:sym typeface="+mn-lt"/>
              </a:rPr>
              <a:t>192.168.23.2/24</a:t>
            </a:r>
            <a:endParaRPr lang="en-US" altLang="zh-CN" sz="1400" dirty="0">
              <a:latin typeface="微软雅黑 Light" panose="020B0502040204020203" pitchFamily="34" charset="-122"/>
              <a:ea typeface="微软雅黑 Light" panose="020B0502040204020203" pitchFamily="34" charset="-122"/>
              <a:cs typeface="+mn-ea"/>
              <a:sym typeface="+mn-lt"/>
            </a:endParaRPr>
          </a:p>
        </p:txBody>
      </p:sp>
      <p:sp>
        <p:nvSpPr>
          <p:cNvPr id="18" name="矩形 42"/>
          <p:cNvSpPr/>
          <p:nvPr/>
        </p:nvSpPr>
        <p:spPr>
          <a:xfrm>
            <a:off x="6762313" y="3136195"/>
            <a:ext cx="1476686" cy="585610"/>
          </a:xfrm>
          <a:prstGeom prst="rect">
            <a:avLst/>
          </a:prstGeom>
        </p:spPr>
        <p:txBody>
          <a:bodyPr wrap="none">
            <a:spAutoFit/>
          </a:bodyPr>
          <a:lstStyle/>
          <a:p>
            <a:pPr algn="r">
              <a:lnSpc>
                <a:spcPct val="120000"/>
              </a:lnSpc>
            </a:pPr>
            <a:r>
              <a:rPr lang="en-US" altLang="zh-CN" sz="1400" dirty="0">
                <a:latin typeface="微软雅黑 Light" panose="020B0502040204020203" pitchFamily="34" charset="-122"/>
                <a:ea typeface="微软雅黑 Light" panose="020B0502040204020203" pitchFamily="34" charset="-122"/>
                <a:cs typeface="+mn-ea"/>
                <a:sym typeface="+mn-lt"/>
              </a:rPr>
              <a:t>GE0/0/0</a:t>
            </a:r>
            <a:endParaRPr lang="en-US" altLang="zh-CN" sz="1400" dirty="0">
              <a:latin typeface="微软雅黑 Light" panose="020B0502040204020203" pitchFamily="34" charset="-122"/>
              <a:ea typeface="微软雅黑 Light" panose="020B0502040204020203" pitchFamily="34" charset="-122"/>
              <a:cs typeface="+mn-ea"/>
              <a:sym typeface="+mn-lt"/>
            </a:endParaRPr>
          </a:p>
          <a:p>
            <a:pPr algn="r">
              <a:lnSpc>
                <a:spcPct val="120000"/>
              </a:lnSpc>
            </a:pPr>
            <a:r>
              <a:rPr lang="en-US" altLang="zh-CN" sz="1400" dirty="0">
                <a:latin typeface="微软雅黑 Light" panose="020B0502040204020203" pitchFamily="34" charset="-122"/>
                <a:ea typeface="微软雅黑 Light" panose="020B0502040204020203" pitchFamily="34" charset="-122"/>
                <a:cs typeface="+mn-ea"/>
                <a:sym typeface="+mn-lt"/>
              </a:rPr>
              <a:t>192.168.23.3/24</a:t>
            </a:r>
            <a:endParaRPr lang="en-US" altLang="zh-CN" sz="1400" dirty="0">
              <a:latin typeface="微软雅黑 Light" panose="020B0502040204020203" pitchFamily="34" charset="-122"/>
              <a:ea typeface="微软雅黑 Light" panose="020B0502040204020203" pitchFamily="34" charset="-122"/>
              <a:cs typeface="+mn-ea"/>
              <a:sym typeface="+mn-lt"/>
            </a:endParaRPr>
          </a:p>
        </p:txBody>
      </p:sp>
      <p:sp>
        <p:nvSpPr>
          <p:cNvPr id="19" name="矩形 42"/>
          <p:cNvSpPr/>
          <p:nvPr/>
        </p:nvSpPr>
        <p:spPr>
          <a:xfrm>
            <a:off x="2245508" y="2484861"/>
            <a:ext cx="880369" cy="585610"/>
          </a:xfrm>
          <a:prstGeom prst="rect">
            <a:avLst/>
          </a:prstGeom>
        </p:spPr>
        <p:txBody>
          <a:bodyPr wrap="none">
            <a:spAutoFit/>
          </a:bodyPr>
          <a:lstStyle/>
          <a:p>
            <a:pPr algn="r">
              <a:lnSpc>
                <a:spcPct val="120000"/>
              </a:lnSpc>
            </a:pPr>
            <a:r>
              <a:rPr lang="en-US" altLang="zh-CN" sz="1400" dirty="0">
                <a:latin typeface="微软雅黑 Light" panose="020B0502040204020203" pitchFamily="34" charset="-122"/>
                <a:ea typeface="微软雅黑 Light" panose="020B0502040204020203" pitchFamily="34" charset="-122"/>
                <a:cs typeface="+mn-ea"/>
                <a:sym typeface="+mn-lt"/>
              </a:rPr>
              <a:t>GE0/0/1</a:t>
            </a:r>
            <a:endParaRPr lang="en-US" altLang="zh-CN" sz="1400" dirty="0">
              <a:latin typeface="微软雅黑 Light" panose="020B0502040204020203" pitchFamily="34" charset="-122"/>
              <a:ea typeface="微软雅黑 Light" panose="020B0502040204020203" pitchFamily="34" charset="-122"/>
              <a:cs typeface="+mn-ea"/>
              <a:sym typeface="+mn-lt"/>
            </a:endParaRPr>
          </a:p>
          <a:p>
            <a:pPr algn="r">
              <a:lnSpc>
                <a:spcPct val="120000"/>
              </a:lnSpc>
            </a:pPr>
            <a:r>
              <a:rPr lang="en-US" altLang="zh-CN" sz="1400" dirty="0">
                <a:latin typeface="微软雅黑 Light" panose="020B0502040204020203" pitchFamily="34" charset="-122"/>
                <a:ea typeface="微软雅黑 Light" panose="020B0502040204020203" pitchFamily="34" charset="-122"/>
                <a:cs typeface="+mn-ea"/>
                <a:sym typeface="+mn-lt"/>
              </a:rPr>
              <a:t>1.0.0.0/8</a:t>
            </a:r>
            <a:endParaRPr lang="en-US" altLang="zh-CN" sz="1400" dirty="0">
              <a:latin typeface="微软雅黑 Light" panose="020B0502040204020203" pitchFamily="34" charset="-122"/>
              <a:ea typeface="微软雅黑 Light" panose="020B0502040204020203" pitchFamily="34" charset="-122"/>
              <a:cs typeface="+mn-ea"/>
              <a:sym typeface="+mn-lt"/>
            </a:endParaRPr>
          </a:p>
        </p:txBody>
      </p:sp>
      <p:sp>
        <p:nvSpPr>
          <p:cNvPr id="20" name="矩形 42"/>
          <p:cNvSpPr/>
          <p:nvPr/>
        </p:nvSpPr>
        <p:spPr>
          <a:xfrm>
            <a:off x="8860193" y="2507273"/>
            <a:ext cx="880369" cy="585610"/>
          </a:xfrm>
          <a:prstGeom prst="rect">
            <a:avLst/>
          </a:prstGeom>
        </p:spPr>
        <p:txBody>
          <a:bodyPr wrap="none">
            <a:spAutoFit/>
          </a:bodyPr>
          <a:lstStyle/>
          <a:p>
            <a:pPr>
              <a:lnSpc>
                <a:spcPct val="120000"/>
              </a:lnSpc>
            </a:pPr>
            <a:r>
              <a:rPr lang="en-US" altLang="zh-CN" sz="1400" dirty="0">
                <a:latin typeface="微软雅黑 Light" panose="020B0502040204020203" pitchFamily="34" charset="-122"/>
                <a:ea typeface="微软雅黑 Light" panose="020B0502040204020203" pitchFamily="34" charset="-122"/>
                <a:cs typeface="+mn-ea"/>
                <a:sym typeface="+mn-lt"/>
              </a:rPr>
              <a:t>GE0/0/1</a:t>
            </a:r>
            <a:endParaRPr lang="en-US" altLang="zh-CN" sz="1400" dirty="0">
              <a:latin typeface="微软雅黑 Light" panose="020B0502040204020203" pitchFamily="34" charset="-122"/>
              <a:ea typeface="微软雅黑 Light" panose="020B0502040204020203" pitchFamily="34" charset="-122"/>
              <a:cs typeface="+mn-ea"/>
              <a:sym typeface="+mn-lt"/>
            </a:endParaRPr>
          </a:p>
          <a:p>
            <a:pPr>
              <a:lnSpc>
                <a:spcPct val="120000"/>
              </a:lnSpc>
            </a:pPr>
            <a:r>
              <a:rPr lang="en-US" altLang="zh-CN" sz="1400" dirty="0">
                <a:latin typeface="微软雅黑 Light" panose="020B0502040204020203" pitchFamily="34" charset="-122"/>
                <a:ea typeface="微软雅黑 Light" panose="020B0502040204020203" pitchFamily="34" charset="-122"/>
                <a:cs typeface="+mn-ea"/>
                <a:sym typeface="+mn-lt"/>
              </a:rPr>
              <a:t>3.0.0.0/8</a:t>
            </a:r>
            <a:endParaRPr lang="en-US" altLang="zh-CN" sz="1400" dirty="0">
              <a:latin typeface="微软雅黑 Light" panose="020B0502040204020203" pitchFamily="34" charset="-122"/>
              <a:ea typeface="微软雅黑 Light" panose="020B0502040204020203" pitchFamily="34" charset="-122"/>
              <a:cs typeface="+mn-ea"/>
              <a:sym typeface="+mn-lt"/>
            </a:endParaRPr>
          </a:p>
        </p:txBody>
      </p:sp>
      <p:graphicFrame>
        <p:nvGraphicFramePr>
          <p:cNvPr id="21" name="表格 176"/>
          <p:cNvGraphicFramePr>
            <a:graphicFrameLocks noGrp="1"/>
          </p:cNvGraphicFramePr>
          <p:nvPr/>
        </p:nvGraphicFramePr>
        <p:xfrm>
          <a:off x="2317154" y="3970634"/>
          <a:ext cx="2412000" cy="1641316"/>
        </p:xfrm>
        <a:graphic>
          <a:graphicData uri="http://schemas.openxmlformats.org/drawingml/2006/table">
            <a:tbl>
              <a:tblPr firstRow="1" bandRow="1">
                <a:tableStyleId>{5940675A-B579-460E-94D1-54222C63F5DA}</a:tableStyleId>
              </a:tblPr>
              <a:tblGrid>
                <a:gridCol w="1368000"/>
                <a:gridCol w="756000"/>
                <a:gridCol w="288000"/>
              </a:tblGrid>
              <a:tr h="332452">
                <a:tc gridSpan="3">
                  <a:txBody>
                    <a:bodyPr/>
                    <a:lstStyle/>
                    <a:p>
                      <a:pPr algn="ctr">
                        <a:lnSpc>
                          <a:spcPct val="120000"/>
                        </a:lnSpc>
                        <a:spcBef>
                          <a:spcPts val="0"/>
                        </a:spcBef>
                        <a:spcAft>
                          <a:spcPts val="0"/>
                        </a:spcAft>
                      </a:pPr>
                      <a:r>
                        <a:rPr lang="en-US" altLang="zh-CN" sz="1400" b="0" dirty="0">
                          <a:latin typeface="微软雅黑 Light" panose="020B0502040204020203" pitchFamily="34" charset="-122"/>
                          <a:ea typeface="微软雅黑 Light" panose="020B0502040204020203" pitchFamily="34" charset="-122"/>
                          <a:cs typeface="+mn-ea"/>
                          <a:sym typeface="+mn-lt"/>
                        </a:rPr>
                        <a:t>R1</a:t>
                      </a:r>
                      <a:r>
                        <a:rPr lang="zh-CN" altLang="en-US" sz="1400" b="0" dirty="0">
                          <a:latin typeface="微软雅黑 Light" panose="020B0502040204020203" pitchFamily="34" charset="-122"/>
                          <a:ea typeface="微软雅黑 Light" panose="020B0502040204020203" pitchFamily="34" charset="-122"/>
                          <a:cs typeface="+mn-ea"/>
                          <a:sym typeface="+mn-lt"/>
                        </a:rPr>
                        <a:t>的路由表</a:t>
                      </a:r>
                      <a:endParaRPr lang="zh-CN" altLang="en-US" sz="1400" b="0" dirty="0">
                        <a:latin typeface="微软雅黑 Light" panose="020B0502040204020203" pitchFamily="34" charset="-122"/>
                        <a:ea typeface="微软雅黑 Light" panose="020B0502040204020203" pitchFamily="34" charset="-122"/>
                        <a:cs typeface="+mn-ea"/>
                        <a:sym typeface="+mn-lt"/>
                      </a:endParaRPr>
                    </a:p>
                  </a:txBody>
                  <a:tcPr marL="0" marR="0">
                    <a:lnL w="28575"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no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cPr/>
                </a:tc>
                <a:tc hMerge="1">
                  <a:tcPr/>
                </a:tc>
              </a:tr>
              <a:tr h="132770">
                <a:tc>
                  <a:txBody>
                    <a:bodyPr/>
                    <a:lstStyle/>
                    <a:p>
                      <a:pPr algn="ctr">
                        <a:lnSpc>
                          <a:spcPct val="120000"/>
                        </a:lnSpc>
                        <a:spcBef>
                          <a:spcPts val="0"/>
                        </a:spcBef>
                        <a:spcAft>
                          <a:spcPts val="0"/>
                        </a:spcAft>
                      </a:pPr>
                      <a:r>
                        <a:rPr lang="en-US" altLang="zh-CN" sz="1400" dirty="0">
                          <a:latin typeface="微软雅黑 Light" panose="020B0502040204020203" pitchFamily="34" charset="-122"/>
                          <a:ea typeface="微软雅黑 Light" panose="020B0502040204020203" pitchFamily="34" charset="-122"/>
                          <a:cs typeface="+mn-ea"/>
                          <a:sym typeface="+mn-lt"/>
                        </a:rPr>
                        <a:t>192.168.12.0</a:t>
                      </a:r>
                      <a:endParaRPr lang="zh-CN" altLang="en-US" sz="1400" dirty="0">
                        <a:latin typeface="微软雅黑 Light" panose="020B0502040204020203" pitchFamily="34" charset="-122"/>
                        <a:ea typeface="微软雅黑 Light" panose="020B0502040204020203" pitchFamily="34" charset="-122"/>
                        <a:cs typeface="+mn-ea"/>
                        <a:sym typeface="+mn-lt"/>
                      </a:endParaRPr>
                    </a:p>
                  </a:txBody>
                  <a:tcPr marL="0" marR="0">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20000"/>
                        </a:lnSpc>
                        <a:spcBef>
                          <a:spcPts val="0"/>
                        </a:spcBef>
                        <a:spcAft>
                          <a:spcPts val="0"/>
                        </a:spcAft>
                      </a:pPr>
                      <a:r>
                        <a:rPr lang="en-US" altLang="zh-CN" sz="1400">
                          <a:latin typeface="微软雅黑 Light" panose="020B0502040204020203" pitchFamily="34" charset="-122"/>
                          <a:ea typeface="微软雅黑 Light" panose="020B0502040204020203" pitchFamily="34" charset="-122"/>
                          <a:cs typeface="+mn-ea"/>
                          <a:sym typeface="+mn-lt"/>
                        </a:rPr>
                        <a:t>GE0/0/0</a:t>
                      </a:r>
                      <a:endParaRPr lang="zh-CN" altLang="en-US" sz="1400">
                        <a:latin typeface="微软雅黑 Light" panose="020B0502040204020203" pitchFamily="34" charset="-122"/>
                        <a:ea typeface="微软雅黑 Light" panose="020B0502040204020203" pitchFamily="34" charset="-122"/>
                        <a:cs typeface="+mn-ea"/>
                        <a:sym typeface="+mn-lt"/>
                      </a:endParaRPr>
                    </a:p>
                  </a:txBody>
                  <a:tcPr marL="0" mar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20000"/>
                        </a:lnSpc>
                        <a:spcBef>
                          <a:spcPts val="0"/>
                        </a:spcBef>
                        <a:spcAft>
                          <a:spcPts val="0"/>
                        </a:spcAft>
                      </a:pPr>
                      <a:r>
                        <a:rPr lang="en-US" altLang="zh-CN" sz="1400">
                          <a:latin typeface="微软雅黑 Light" panose="020B0502040204020203" pitchFamily="34" charset="-122"/>
                          <a:ea typeface="微软雅黑 Light" panose="020B0502040204020203" pitchFamily="34" charset="-122"/>
                          <a:cs typeface="+mn-ea"/>
                          <a:sym typeface="+mn-lt"/>
                        </a:rPr>
                        <a:t>0</a:t>
                      </a:r>
                      <a:endParaRPr lang="zh-CN" altLang="en-US" sz="1400">
                        <a:latin typeface="微软雅黑 Light" panose="020B0502040204020203" pitchFamily="34" charset="-122"/>
                        <a:ea typeface="微软雅黑 Light" panose="020B0502040204020203" pitchFamily="34" charset="-122"/>
                        <a:cs typeface="+mn-ea"/>
                        <a:sym typeface="+mn-lt"/>
                      </a:endParaRPr>
                    </a:p>
                  </a:txBody>
                  <a:tcPr marL="0" marR="0">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132770">
                <a:tc>
                  <a:txBody>
                    <a:bodyPr/>
                    <a:lstStyle/>
                    <a:p>
                      <a:pPr algn="ctr">
                        <a:lnSpc>
                          <a:spcPct val="120000"/>
                        </a:lnSpc>
                        <a:spcBef>
                          <a:spcPts val="0"/>
                        </a:spcBef>
                        <a:spcAft>
                          <a:spcPts val="0"/>
                        </a:spcAft>
                      </a:pPr>
                      <a:r>
                        <a:rPr lang="en-US" altLang="zh-CN" sz="1400" dirty="0">
                          <a:latin typeface="微软雅黑 Light" panose="020B0502040204020203" pitchFamily="34" charset="-122"/>
                          <a:ea typeface="微软雅黑 Light" panose="020B0502040204020203" pitchFamily="34" charset="-122"/>
                          <a:cs typeface="+mn-ea"/>
                          <a:sym typeface="+mn-lt"/>
                        </a:rPr>
                        <a:t>1.0.0.0</a:t>
                      </a:r>
                      <a:endParaRPr lang="zh-CN" altLang="en-US" sz="1400" dirty="0">
                        <a:latin typeface="微软雅黑 Light" panose="020B0502040204020203" pitchFamily="34" charset="-122"/>
                        <a:ea typeface="微软雅黑 Light" panose="020B0502040204020203" pitchFamily="34" charset="-122"/>
                        <a:cs typeface="+mn-ea"/>
                        <a:sym typeface="+mn-lt"/>
                      </a:endParaRPr>
                    </a:p>
                  </a:txBody>
                  <a:tcPr marL="0" marR="0">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20000"/>
                        </a:lnSpc>
                        <a:spcBef>
                          <a:spcPts val="0"/>
                        </a:spcBef>
                        <a:spcAft>
                          <a:spcPts val="0"/>
                        </a:spcAft>
                      </a:pPr>
                      <a:r>
                        <a:rPr lang="en-US" altLang="zh-CN" sz="1400">
                          <a:latin typeface="微软雅黑 Light" panose="020B0502040204020203" pitchFamily="34" charset="-122"/>
                          <a:ea typeface="微软雅黑 Light" panose="020B0502040204020203" pitchFamily="34" charset="-122"/>
                          <a:cs typeface="+mn-ea"/>
                          <a:sym typeface="+mn-lt"/>
                        </a:rPr>
                        <a:t>GE0/0/1</a:t>
                      </a:r>
                      <a:endParaRPr lang="zh-CN" altLang="en-US" sz="1400">
                        <a:latin typeface="微软雅黑 Light" panose="020B0502040204020203" pitchFamily="34" charset="-122"/>
                        <a:ea typeface="微软雅黑 Light" panose="020B0502040204020203" pitchFamily="34" charset="-122"/>
                        <a:cs typeface="+mn-ea"/>
                        <a:sym typeface="+mn-lt"/>
                      </a:endParaRPr>
                    </a:p>
                  </a:txBody>
                  <a:tcPr marL="0" mar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20000"/>
                        </a:lnSpc>
                        <a:spcBef>
                          <a:spcPts val="0"/>
                        </a:spcBef>
                        <a:spcAft>
                          <a:spcPts val="0"/>
                        </a:spcAft>
                      </a:pPr>
                      <a:r>
                        <a:rPr lang="en-US" altLang="zh-CN" sz="1400">
                          <a:latin typeface="微软雅黑 Light" panose="020B0502040204020203" pitchFamily="34" charset="-122"/>
                          <a:ea typeface="微软雅黑 Light" panose="020B0502040204020203" pitchFamily="34" charset="-122"/>
                          <a:cs typeface="+mn-ea"/>
                          <a:sym typeface="+mn-lt"/>
                        </a:rPr>
                        <a:t>0</a:t>
                      </a:r>
                      <a:endParaRPr lang="zh-CN" altLang="en-US" sz="1400">
                        <a:latin typeface="微软雅黑 Light" panose="020B0502040204020203" pitchFamily="34" charset="-122"/>
                        <a:ea typeface="微软雅黑 Light" panose="020B0502040204020203" pitchFamily="34" charset="-122"/>
                        <a:cs typeface="+mn-ea"/>
                        <a:sym typeface="+mn-lt"/>
                      </a:endParaRPr>
                    </a:p>
                  </a:txBody>
                  <a:tcPr marL="0" marR="0">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132770">
                <a:tc>
                  <a:txBody>
                    <a:bodyPr/>
                    <a:lstStyle/>
                    <a:p>
                      <a:pPr marL="0" algn="ctr" defTabSz="914400" rtl="0" eaLnBrk="1" latinLnBrk="0" hangingPunct="1">
                        <a:lnSpc>
                          <a:spcPct val="120000"/>
                        </a:lnSpc>
                        <a:spcBef>
                          <a:spcPts val="0"/>
                        </a:spcBef>
                        <a:spcAft>
                          <a:spcPts val="0"/>
                        </a:spcAft>
                      </a:pPr>
                      <a:r>
                        <a:rPr lang="en-US" altLang="zh-CN" sz="1400" kern="1200" dirty="0">
                          <a:solidFill>
                            <a:schemeClr val="tx1"/>
                          </a:solidFill>
                          <a:latin typeface="微软雅黑 Light" panose="020B0502040204020203" pitchFamily="34" charset="-122"/>
                          <a:ea typeface="微软雅黑 Light" panose="020B0502040204020203" pitchFamily="34" charset="-122"/>
                          <a:cs typeface="+mn-ea"/>
                          <a:sym typeface="+mn-lt"/>
                        </a:rPr>
                        <a:t>192.168.23.0</a:t>
                      </a:r>
                      <a:endParaRPr lang="zh-CN" altLang="en-US" sz="1400" kern="1200" dirty="0">
                        <a:solidFill>
                          <a:schemeClr val="tx1"/>
                        </a:solidFill>
                        <a:latin typeface="微软雅黑 Light" panose="020B0502040204020203" pitchFamily="34" charset="-122"/>
                        <a:ea typeface="微软雅黑 Light" panose="020B0502040204020203" pitchFamily="34" charset="-122"/>
                        <a:cs typeface="+mn-ea"/>
                        <a:sym typeface="+mn-lt"/>
                      </a:endParaRPr>
                    </a:p>
                  </a:txBody>
                  <a:tcPr marL="0" marR="0">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marL="0" algn="ctr" defTabSz="914400" rtl="0" eaLnBrk="1" latinLnBrk="0" hangingPunct="1">
                        <a:lnSpc>
                          <a:spcPct val="120000"/>
                        </a:lnSpc>
                        <a:spcBef>
                          <a:spcPts val="0"/>
                        </a:spcBef>
                        <a:spcAft>
                          <a:spcPts val="0"/>
                        </a:spcAft>
                      </a:pPr>
                      <a:r>
                        <a:rPr lang="en-US" altLang="zh-CN" sz="1400" kern="1200" dirty="0">
                          <a:solidFill>
                            <a:schemeClr val="tx1"/>
                          </a:solidFill>
                          <a:latin typeface="微软雅黑 Light" panose="020B0502040204020203" pitchFamily="34" charset="-122"/>
                          <a:ea typeface="微软雅黑 Light" panose="020B0502040204020203" pitchFamily="34" charset="-122"/>
                          <a:cs typeface="+mn-ea"/>
                          <a:sym typeface="+mn-lt"/>
                        </a:rPr>
                        <a:t>GE0/0/0</a:t>
                      </a:r>
                      <a:endParaRPr lang="zh-CN" altLang="en-US" sz="1400" kern="1200" dirty="0">
                        <a:solidFill>
                          <a:schemeClr val="tx1"/>
                        </a:solidFill>
                        <a:latin typeface="微软雅黑 Light" panose="020B0502040204020203" pitchFamily="34" charset="-122"/>
                        <a:ea typeface="微软雅黑 Light" panose="020B0502040204020203" pitchFamily="34" charset="-122"/>
                        <a:cs typeface="+mn-ea"/>
                        <a:sym typeface="+mn-lt"/>
                      </a:endParaRPr>
                    </a:p>
                  </a:txBody>
                  <a:tcPr marL="0" mar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marL="0" algn="ctr" defTabSz="914400" rtl="0" eaLnBrk="1" latinLnBrk="0" hangingPunct="1">
                        <a:lnSpc>
                          <a:spcPct val="120000"/>
                        </a:lnSpc>
                        <a:spcBef>
                          <a:spcPts val="0"/>
                        </a:spcBef>
                        <a:spcAft>
                          <a:spcPts val="0"/>
                        </a:spcAft>
                      </a:pPr>
                      <a:r>
                        <a:rPr lang="en-US" altLang="zh-CN" sz="1400" kern="1200" dirty="0">
                          <a:solidFill>
                            <a:schemeClr val="tx1"/>
                          </a:solidFill>
                          <a:latin typeface="微软雅黑 Light" panose="020B0502040204020203" pitchFamily="34" charset="-122"/>
                          <a:ea typeface="微软雅黑 Light" panose="020B0502040204020203" pitchFamily="34" charset="-122"/>
                          <a:cs typeface="+mn-ea"/>
                          <a:sym typeface="+mn-lt"/>
                        </a:rPr>
                        <a:t>1</a:t>
                      </a:r>
                      <a:endParaRPr lang="zh-CN" altLang="en-US" sz="1400" kern="1200" dirty="0">
                        <a:solidFill>
                          <a:schemeClr val="tx1"/>
                        </a:solidFill>
                        <a:latin typeface="微软雅黑 Light" panose="020B0502040204020203" pitchFamily="34" charset="-122"/>
                        <a:ea typeface="微软雅黑 Light" panose="020B0502040204020203" pitchFamily="34" charset="-122"/>
                        <a:cs typeface="+mn-ea"/>
                        <a:sym typeface="+mn-lt"/>
                      </a:endParaRPr>
                    </a:p>
                  </a:txBody>
                  <a:tcPr marL="0" marR="0">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r>
              <a:tr h="132770">
                <a:tc>
                  <a:txBody>
                    <a:bodyPr/>
                    <a:lstStyle/>
                    <a:p>
                      <a:pPr algn="ctr">
                        <a:lnSpc>
                          <a:spcPct val="120000"/>
                        </a:lnSpc>
                        <a:spcBef>
                          <a:spcPts val="0"/>
                        </a:spcBef>
                        <a:spcAft>
                          <a:spcPts val="0"/>
                        </a:spcAft>
                      </a:pPr>
                      <a:endParaRPr lang="zh-CN" altLang="en-US" sz="1400">
                        <a:latin typeface="微软雅黑 Light" panose="020B0502040204020203" pitchFamily="34" charset="-122"/>
                        <a:ea typeface="微软雅黑 Light" panose="020B0502040204020203" pitchFamily="34" charset="-122"/>
                        <a:cs typeface="+mn-ea"/>
                        <a:sym typeface="+mn-lt"/>
                      </a:endParaRPr>
                    </a:p>
                  </a:txBody>
                  <a:tcPr marL="0" marR="0">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lnSpc>
                          <a:spcPct val="120000"/>
                        </a:lnSpc>
                        <a:spcBef>
                          <a:spcPts val="0"/>
                        </a:spcBef>
                        <a:spcAft>
                          <a:spcPts val="0"/>
                        </a:spcAft>
                      </a:pPr>
                      <a:endParaRPr lang="zh-CN" altLang="en-US" sz="1400" dirty="0">
                        <a:latin typeface="微软雅黑 Light" panose="020B0502040204020203" pitchFamily="34" charset="-122"/>
                        <a:ea typeface="微软雅黑 Light" panose="020B0502040204020203" pitchFamily="34" charset="-122"/>
                        <a:cs typeface="+mn-ea"/>
                        <a:sym typeface="+mn-lt"/>
                      </a:endParaRPr>
                    </a:p>
                  </a:txBody>
                  <a:tcPr marL="0" mar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lnSpc>
                          <a:spcPct val="120000"/>
                        </a:lnSpc>
                        <a:spcBef>
                          <a:spcPts val="0"/>
                        </a:spcBef>
                        <a:spcAft>
                          <a:spcPts val="0"/>
                        </a:spcAft>
                      </a:pPr>
                      <a:endParaRPr lang="zh-CN" altLang="en-US" sz="1400" dirty="0">
                        <a:latin typeface="微软雅黑 Light" panose="020B0502040204020203" pitchFamily="34" charset="-122"/>
                        <a:ea typeface="微软雅黑 Light" panose="020B0502040204020203" pitchFamily="34" charset="-122"/>
                        <a:cs typeface="+mn-ea"/>
                        <a:sym typeface="+mn-lt"/>
                      </a:endParaRPr>
                    </a:p>
                  </a:txBody>
                  <a:tcPr marL="0" marR="0">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r>
            </a:tbl>
          </a:graphicData>
        </a:graphic>
      </p:graphicFrame>
      <p:graphicFrame>
        <p:nvGraphicFramePr>
          <p:cNvPr id="22" name="表格 176"/>
          <p:cNvGraphicFramePr>
            <a:graphicFrameLocks noGrp="1"/>
          </p:cNvGraphicFramePr>
          <p:nvPr/>
        </p:nvGraphicFramePr>
        <p:xfrm>
          <a:off x="4854649" y="3970634"/>
          <a:ext cx="2412000" cy="1641316"/>
        </p:xfrm>
        <a:graphic>
          <a:graphicData uri="http://schemas.openxmlformats.org/drawingml/2006/table">
            <a:tbl>
              <a:tblPr firstRow="1" bandRow="1">
                <a:tableStyleId>{5940675A-B579-460E-94D1-54222C63F5DA}</a:tableStyleId>
              </a:tblPr>
              <a:tblGrid>
                <a:gridCol w="1368000"/>
                <a:gridCol w="756000"/>
                <a:gridCol w="288000"/>
              </a:tblGrid>
              <a:tr h="332452">
                <a:tc gridSpan="3">
                  <a:txBody>
                    <a:bodyPr/>
                    <a:lstStyle/>
                    <a:p>
                      <a:pPr marL="0" algn="ctr" defTabSz="914400" rtl="0" eaLnBrk="1" latinLnBrk="0" hangingPunct="1">
                        <a:lnSpc>
                          <a:spcPct val="120000"/>
                        </a:lnSpc>
                        <a:spcBef>
                          <a:spcPts val="0"/>
                        </a:spcBef>
                        <a:spcAft>
                          <a:spcPts val="0"/>
                        </a:spcAft>
                      </a:pPr>
                      <a:r>
                        <a:rPr lang="en-US" altLang="zh-CN" sz="1400" b="0" kern="1200" dirty="0">
                          <a:solidFill>
                            <a:schemeClr val="tx1"/>
                          </a:solidFill>
                          <a:latin typeface="微软雅黑 Light" panose="020B0502040204020203" pitchFamily="34" charset="-122"/>
                          <a:ea typeface="微软雅黑 Light" panose="020B0502040204020203" pitchFamily="34" charset="-122"/>
                          <a:cs typeface="+mn-ea"/>
                          <a:sym typeface="+mn-lt"/>
                        </a:rPr>
                        <a:t>R2</a:t>
                      </a:r>
                      <a:r>
                        <a:rPr lang="zh-CN" altLang="en-US" sz="1400" b="0" kern="1200" dirty="0">
                          <a:solidFill>
                            <a:schemeClr val="tx1"/>
                          </a:solidFill>
                          <a:latin typeface="微软雅黑 Light" panose="020B0502040204020203" pitchFamily="34" charset="-122"/>
                          <a:ea typeface="微软雅黑 Light" panose="020B0502040204020203" pitchFamily="34" charset="-122"/>
                          <a:cs typeface="+mn-ea"/>
                          <a:sym typeface="+mn-lt"/>
                        </a:rPr>
                        <a:t>的路由表</a:t>
                      </a:r>
                      <a:endParaRPr lang="zh-CN" altLang="en-US" sz="1400" b="0" kern="1200" dirty="0">
                        <a:solidFill>
                          <a:schemeClr val="tx1"/>
                        </a:solidFill>
                        <a:latin typeface="微软雅黑 Light" panose="020B0502040204020203" pitchFamily="34" charset="-122"/>
                        <a:ea typeface="微软雅黑 Light" panose="020B0502040204020203" pitchFamily="34" charset="-122"/>
                        <a:cs typeface="+mn-ea"/>
                        <a:sym typeface="+mn-lt"/>
                      </a:endParaRPr>
                    </a:p>
                  </a:txBody>
                  <a:tcPr marL="0" marR="0">
                    <a:lnL w="28575"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no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cPr/>
                </a:tc>
                <a:tc hMerge="1">
                  <a:tcPr/>
                </a:tc>
              </a:tr>
              <a:tr h="132770">
                <a:tc>
                  <a:txBody>
                    <a:bodyPr/>
                    <a:lstStyle/>
                    <a:p>
                      <a:pPr marL="0" algn="ctr" defTabSz="914400" rtl="0" eaLnBrk="1" latinLnBrk="0" hangingPunct="1">
                        <a:lnSpc>
                          <a:spcPct val="120000"/>
                        </a:lnSpc>
                        <a:spcBef>
                          <a:spcPts val="0"/>
                        </a:spcBef>
                        <a:spcAft>
                          <a:spcPts val="0"/>
                        </a:spcAft>
                      </a:pPr>
                      <a:r>
                        <a:rPr lang="en-US" altLang="zh-CN" sz="1400" b="0" kern="1200" dirty="0">
                          <a:solidFill>
                            <a:schemeClr val="tx1"/>
                          </a:solidFill>
                          <a:latin typeface="微软雅黑 Light" panose="020B0502040204020203" pitchFamily="34" charset="-122"/>
                          <a:ea typeface="微软雅黑 Light" panose="020B0502040204020203" pitchFamily="34" charset="-122"/>
                          <a:cs typeface="+mn-ea"/>
                          <a:sym typeface="+mn-lt"/>
                        </a:rPr>
                        <a:t>192.168.12.0</a:t>
                      </a:r>
                      <a:endParaRPr lang="zh-CN" altLang="en-US" sz="1400" b="0" kern="1200" dirty="0">
                        <a:solidFill>
                          <a:schemeClr val="tx1"/>
                        </a:solidFill>
                        <a:latin typeface="微软雅黑 Light" panose="020B0502040204020203" pitchFamily="34" charset="-122"/>
                        <a:ea typeface="微软雅黑 Light" panose="020B0502040204020203" pitchFamily="34" charset="-122"/>
                        <a:cs typeface="+mn-ea"/>
                        <a:sym typeface="+mn-lt"/>
                      </a:endParaRPr>
                    </a:p>
                  </a:txBody>
                  <a:tcPr marL="0" marR="0">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latinLnBrk="0" hangingPunct="1">
                        <a:lnSpc>
                          <a:spcPct val="120000"/>
                        </a:lnSpc>
                        <a:spcBef>
                          <a:spcPts val="0"/>
                        </a:spcBef>
                        <a:spcAft>
                          <a:spcPts val="0"/>
                        </a:spcAft>
                      </a:pPr>
                      <a:r>
                        <a:rPr lang="en-US" altLang="zh-CN" sz="1400" b="0" kern="1200" dirty="0">
                          <a:solidFill>
                            <a:schemeClr val="tx1"/>
                          </a:solidFill>
                          <a:latin typeface="微软雅黑 Light" panose="020B0502040204020203" pitchFamily="34" charset="-122"/>
                          <a:ea typeface="微软雅黑 Light" panose="020B0502040204020203" pitchFamily="34" charset="-122"/>
                          <a:cs typeface="+mn-ea"/>
                          <a:sym typeface="+mn-lt"/>
                        </a:rPr>
                        <a:t>GE0/0/0</a:t>
                      </a:r>
                      <a:endParaRPr lang="zh-CN" altLang="en-US" sz="1400" b="0" kern="1200" dirty="0">
                        <a:solidFill>
                          <a:schemeClr val="tx1"/>
                        </a:solidFill>
                        <a:latin typeface="微软雅黑 Light" panose="020B0502040204020203" pitchFamily="34" charset="-122"/>
                        <a:ea typeface="微软雅黑 Light" panose="020B0502040204020203" pitchFamily="34" charset="-122"/>
                        <a:cs typeface="+mn-ea"/>
                        <a:sym typeface="+mn-lt"/>
                      </a:endParaRPr>
                    </a:p>
                  </a:txBody>
                  <a:tcPr marL="0" mar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latinLnBrk="0" hangingPunct="1">
                        <a:lnSpc>
                          <a:spcPct val="120000"/>
                        </a:lnSpc>
                        <a:spcBef>
                          <a:spcPts val="0"/>
                        </a:spcBef>
                        <a:spcAft>
                          <a:spcPts val="0"/>
                        </a:spcAft>
                      </a:pPr>
                      <a:r>
                        <a:rPr lang="en-US" altLang="zh-CN" sz="1400" b="0" kern="1200" dirty="0">
                          <a:solidFill>
                            <a:schemeClr val="tx1"/>
                          </a:solidFill>
                          <a:latin typeface="微软雅黑 Light" panose="020B0502040204020203" pitchFamily="34" charset="-122"/>
                          <a:ea typeface="微软雅黑 Light" panose="020B0502040204020203" pitchFamily="34" charset="-122"/>
                          <a:cs typeface="+mn-ea"/>
                          <a:sym typeface="+mn-lt"/>
                        </a:rPr>
                        <a:t>0</a:t>
                      </a:r>
                      <a:endParaRPr lang="zh-CN" altLang="en-US" sz="1400" b="0" kern="1200" dirty="0">
                        <a:solidFill>
                          <a:schemeClr val="tx1"/>
                        </a:solidFill>
                        <a:latin typeface="微软雅黑 Light" panose="020B0502040204020203" pitchFamily="34" charset="-122"/>
                        <a:ea typeface="微软雅黑 Light" panose="020B0502040204020203" pitchFamily="34" charset="-122"/>
                        <a:cs typeface="+mn-ea"/>
                        <a:sym typeface="+mn-lt"/>
                      </a:endParaRPr>
                    </a:p>
                  </a:txBody>
                  <a:tcPr marL="0" marR="0">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132770">
                <a:tc>
                  <a:txBody>
                    <a:bodyPr/>
                    <a:lstStyle/>
                    <a:p>
                      <a:pPr marL="0" algn="ctr" defTabSz="914400" rtl="0" eaLnBrk="1" latinLnBrk="0" hangingPunct="1">
                        <a:lnSpc>
                          <a:spcPct val="120000"/>
                        </a:lnSpc>
                        <a:spcBef>
                          <a:spcPts val="0"/>
                        </a:spcBef>
                        <a:spcAft>
                          <a:spcPts val="0"/>
                        </a:spcAft>
                      </a:pPr>
                      <a:r>
                        <a:rPr lang="en-US" altLang="zh-CN" sz="1400" b="0" kern="1200" dirty="0">
                          <a:solidFill>
                            <a:schemeClr val="tx1"/>
                          </a:solidFill>
                          <a:latin typeface="微软雅黑 Light" panose="020B0502040204020203" pitchFamily="34" charset="-122"/>
                          <a:ea typeface="微软雅黑 Light" panose="020B0502040204020203" pitchFamily="34" charset="-122"/>
                          <a:cs typeface="+mn-ea"/>
                          <a:sym typeface="+mn-lt"/>
                        </a:rPr>
                        <a:t>192.168.23.0</a:t>
                      </a:r>
                      <a:endParaRPr lang="zh-CN" altLang="en-US" sz="1400" b="0" kern="1200" dirty="0">
                        <a:solidFill>
                          <a:schemeClr val="tx1"/>
                        </a:solidFill>
                        <a:latin typeface="微软雅黑 Light" panose="020B0502040204020203" pitchFamily="34" charset="-122"/>
                        <a:ea typeface="微软雅黑 Light" panose="020B0502040204020203" pitchFamily="34" charset="-122"/>
                        <a:cs typeface="+mn-ea"/>
                        <a:sym typeface="+mn-lt"/>
                      </a:endParaRPr>
                    </a:p>
                  </a:txBody>
                  <a:tcPr marL="0" marR="0">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latinLnBrk="0" hangingPunct="1">
                        <a:lnSpc>
                          <a:spcPct val="120000"/>
                        </a:lnSpc>
                        <a:spcBef>
                          <a:spcPts val="0"/>
                        </a:spcBef>
                        <a:spcAft>
                          <a:spcPts val="0"/>
                        </a:spcAft>
                      </a:pPr>
                      <a:r>
                        <a:rPr lang="en-US" altLang="zh-CN" sz="1400" b="0" kern="1200" dirty="0">
                          <a:solidFill>
                            <a:schemeClr val="tx1"/>
                          </a:solidFill>
                          <a:latin typeface="微软雅黑 Light" panose="020B0502040204020203" pitchFamily="34" charset="-122"/>
                          <a:ea typeface="微软雅黑 Light" panose="020B0502040204020203" pitchFamily="34" charset="-122"/>
                          <a:cs typeface="+mn-ea"/>
                          <a:sym typeface="+mn-lt"/>
                        </a:rPr>
                        <a:t>GE0/0/1</a:t>
                      </a:r>
                      <a:endParaRPr lang="zh-CN" altLang="en-US" sz="1400" b="0" kern="1200" dirty="0">
                        <a:solidFill>
                          <a:schemeClr val="tx1"/>
                        </a:solidFill>
                        <a:latin typeface="微软雅黑 Light" panose="020B0502040204020203" pitchFamily="34" charset="-122"/>
                        <a:ea typeface="微软雅黑 Light" panose="020B0502040204020203" pitchFamily="34" charset="-122"/>
                        <a:cs typeface="+mn-ea"/>
                        <a:sym typeface="+mn-lt"/>
                      </a:endParaRPr>
                    </a:p>
                  </a:txBody>
                  <a:tcPr marL="0" mar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latinLnBrk="0" hangingPunct="1">
                        <a:lnSpc>
                          <a:spcPct val="120000"/>
                        </a:lnSpc>
                        <a:spcBef>
                          <a:spcPts val="0"/>
                        </a:spcBef>
                        <a:spcAft>
                          <a:spcPts val="0"/>
                        </a:spcAft>
                      </a:pPr>
                      <a:r>
                        <a:rPr lang="en-US" altLang="zh-CN" sz="1400" b="0" kern="1200">
                          <a:solidFill>
                            <a:schemeClr val="tx1"/>
                          </a:solidFill>
                          <a:latin typeface="微软雅黑 Light" panose="020B0502040204020203" pitchFamily="34" charset="-122"/>
                          <a:ea typeface="微软雅黑 Light" panose="020B0502040204020203" pitchFamily="34" charset="-122"/>
                          <a:cs typeface="+mn-ea"/>
                          <a:sym typeface="+mn-lt"/>
                        </a:rPr>
                        <a:t>0</a:t>
                      </a:r>
                      <a:endParaRPr lang="zh-CN" altLang="en-US" sz="1400" b="0" kern="1200">
                        <a:solidFill>
                          <a:schemeClr val="tx1"/>
                        </a:solidFill>
                        <a:latin typeface="微软雅黑 Light" panose="020B0502040204020203" pitchFamily="34" charset="-122"/>
                        <a:ea typeface="微软雅黑 Light" panose="020B0502040204020203" pitchFamily="34" charset="-122"/>
                        <a:cs typeface="+mn-ea"/>
                        <a:sym typeface="+mn-lt"/>
                      </a:endParaRPr>
                    </a:p>
                  </a:txBody>
                  <a:tcPr marL="0" marR="0">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132770">
                <a:tc>
                  <a:txBody>
                    <a:bodyPr/>
                    <a:lstStyle/>
                    <a:p>
                      <a:pPr marL="0" algn="ctr" defTabSz="914400" rtl="0" eaLnBrk="1" latinLnBrk="0" hangingPunct="1">
                        <a:lnSpc>
                          <a:spcPct val="120000"/>
                        </a:lnSpc>
                        <a:spcBef>
                          <a:spcPts val="0"/>
                        </a:spcBef>
                        <a:spcAft>
                          <a:spcPts val="0"/>
                        </a:spcAft>
                      </a:pPr>
                      <a:r>
                        <a:rPr lang="en-US" altLang="zh-CN" sz="1400" kern="1200" dirty="0">
                          <a:solidFill>
                            <a:schemeClr val="tx1"/>
                          </a:solidFill>
                          <a:latin typeface="微软雅黑 Light" panose="020B0502040204020203" pitchFamily="34" charset="-122"/>
                          <a:ea typeface="微软雅黑 Light" panose="020B0502040204020203" pitchFamily="34" charset="-122"/>
                          <a:cs typeface="+mn-ea"/>
                          <a:sym typeface="+mn-lt"/>
                        </a:rPr>
                        <a:t>1.0.0.0</a:t>
                      </a:r>
                      <a:endParaRPr lang="zh-CN" altLang="en-US" sz="1400" kern="1200" dirty="0">
                        <a:solidFill>
                          <a:schemeClr val="tx1"/>
                        </a:solidFill>
                        <a:latin typeface="微软雅黑 Light" panose="020B0502040204020203" pitchFamily="34" charset="-122"/>
                        <a:ea typeface="微软雅黑 Light" panose="020B0502040204020203" pitchFamily="34" charset="-122"/>
                        <a:cs typeface="+mn-ea"/>
                        <a:sym typeface="+mn-lt"/>
                      </a:endParaRPr>
                    </a:p>
                  </a:txBody>
                  <a:tcPr marL="0" marR="0">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marL="0" algn="ctr" defTabSz="914400" rtl="0" eaLnBrk="1" latinLnBrk="0" hangingPunct="1">
                        <a:lnSpc>
                          <a:spcPct val="120000"/>
                        </a:lnSpc>
                        <a:spcBef>
                          <a:spcPts val="0"/>
                        </a:spcBef>
                        <a:spcAft>
                          <a:spcPts val="0"/>
                        </a:spcAft>
                      </a:pPr>
                      <a:r>
                        <a:rPr lang="en-US" altLang="zh-CN" sz="1400" kern="1200" dirty="0">
                          <a:solidFill>
                            <a:schemeClr val="tx1"/>
                          </a:solidFill>
                          <a:latin typeface="微软雅黑 Light" panose="020B0502040204020203" pitchFamily="34" charset="-122"/>
                          <a:ea typeface="微软雅黑 Light" panose="020B0502040204020203" pitchFamily="34" charset="-122"/>
                          <a:cs typeface="+mn-ea"/>
                          <a:sym typeface="+mn-lt"/>
                        </a:rPr>
                        <a:t>GE0/0/0</a:t>
                      </a:r>
                      <a:endParaRPr lang="zh-CN" altLang="en-US" sz="1400" kern="1200" dirty="0">
                        <a:solidFill>
                          <a:schemeClr val="tx1"/>
                        </a:solidFill>
                        <a:latin typeface="微软雅黑 Light" panose="020B0502040204020203" pitchFamily="34" charset="-122"/>
                        <a:ea typeface="微软雅黑 Light" panose="020B0502040204020203" pitchFamily="34" charset="-122"/>
                        <a:cs typeface="+mn-ea"/>
                        <a:sym typeface="+mn-lt"/>
                      </a:endParaRPr>
                    </a:p>
                  </a:txBody>
                  <a:tcPr marL="0" mar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marL="0" algn="ctr" defTabSz="914400" rtl="0" eaLnBrk="1" latinLnBrk="0" hangingPunct="1">
                        <a:lnSpc>
                          <a:spcPct val="120000"/>
                        </a:lnSpc>
                        <a:spcBef>
                          <a:spcPts val="0"/>
                        </a:spcBef>
                        <a:spcAft>
                          <a:spcPts val="0"/>
                        </a:spcAft>
                      </a:pPr>
                      <a:r>
                        <a:rPr lang="en-US" altLang="zh-CN" sz="1400" kern="1200">
                          <a:solidFill>
                            <a:schemeClr val="tx1"/>
                          </a:solidFill>
                          <a:latin typeface="微软雅黑 Light" panose="020B0502040204020203" pitchFamily="34" charset="-122"/>
                          <a:ea typeface="微软雅黑 Light" panose="020B0502040204020203" pitchFamily="34" charset="-122"/>
                          <a:cs typeface="+mn-ea"/>
                          <a:sym typeface="+mn-lt"/>
                        </a:rPr>
                        <a:t>1</a:t>
                      </a:r>
                      <a:endParaRPr lang="zh-CN" altLang="en-US" sz="1400" kern="1200">
                        <a:solidFill>
                          <a:schemeClr val="tx1"/>
                        </a:solidFill>
                        <a:latin typeface="微软雅黑 Light" panose="020B0502040204020203" pitchFamily="34" charset="-122"/>
                        <a:ea typeface="微软雅黑 Light" panose="020B0502040204020203" pitchFamily="34" charset="-122"/>
                        <a:cs typeface="+mn-ea"/>
                        <a:sym typeface="+mn-lt"/>
                      </a:endParaRPr>
                    </a:p>
                  </a:txBody>
                  <a:tcPr marL="0" marR="0">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r>
              <a:tr h="132770">
                <a:tc>
                  <a:txBody>
                    <a:bodyPr/>
                    <a:lstStyle/>
                    <a:p>
                      <a:pPr marL="0" algn="ctr" defTabSz="914400" rtl="0" eaLnBrk="1" latinLnBrk="0" hangingPunct="1">
                        <a:lnSpc>
                          <a:spcPct val="120000"/>
                        </a:lnSpc>
                        <a:spcBef>
                          <a:spcPts val="0"/>
                        </a:spcBef>
                        <a:spcAft>
                          <a:spcPts val="0"/>
                        </a:spcAft>
                      </a:pPr>
                      <a:r>
                        <a:rPr lang="en-US" altLang="zh-CN" sz="1400" kern="1200" dirty="0">
                          <a:solidFill>
                            <a:schemeClr val="tx1"/>
                          </a:solidFill>
                          <a:latin typeface="微软雅黑 Light" panose="020B0502040204020203" pitchFamily="34" charset="-122"/>
                          <a:ea typeface="微软雅黑 Light" panose="020B0502040204020203" pitchFamily="34" charset="-122"/>
                          <a:cs typeface="+mn-ea"/>
                          <a:sym typeface="+mn-lt"/>
                        </a:rPr>
                        <a:t>3.0.0.0</a:t>
                      </a:r>
                      <a:endParaRPr lang="zh-CN" altLang="en-US" sz="1400" kern="1200" dirty="0">
                        <a:solidFill>
                          <a:schemeClr val="tx1"/>
                        </a:solidFill>
                        <a:latin typeface="微软雅黑 Light" panose="020B0502040204020203" pitchFamily="34" charset="-122"/>
                        <a:ea typeface="微软雅黑 Light" panose="020B0502040204020203" pitchFamily="34" charset="-122"/>
                        <a:cs typeface="+mn-ea"/>
                        <a:sym typeface="+mn-lt"/>
                      </a:endParaRPr>
                    </a:p>
                  </a:txBody>
                  <a:tcPr marL="0" marR="0">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accent1"/>
                    </a:solidFill>
                  </a:tcPr>
                </a:tc>
                <a:tc>
                  <a:txBody>
                    <a:bodyPr/>
                    <a:lstStyle/>
                    <a:p>
                      <a:pPr marL="0" algn="ctr" defTabSz="914400" rtl="0" eaLnBrk="1" latinLnBrk="0" hangingPunct="1">
                        <a:lnSpc>
                          <a:spcPct val="120000"/>
                        </a:lnSpc>
                        <a:spcBef>
                          <a:spcPts val="0"/>
                        </a:spcBef>
                        <a:spcAft>
                          <a:spcPts val="0"/>
                        </a:spcAft>
                      </a:pPr>
                      <a:r>
                        <a:rPr lang="en-US" altLang="zh-CN" sz="1400" kern="1200" dirty="0">
                          <a:solidFill>
                            <a:schemeClr val="tx1"/>
                          </a:solidFill>
                          <a:latin typeface="微软雅黑 Light" panose="020B0502040204020203" pitchFamily="34" charset="-122"/>
                          <a:ea typeface="微软雅黑 Light" panose="020B0502040204020203" pitchFamily="34" charset="-122"/>
                          <a:cs typeface="+mn-ea"/>
                          <a:sym typeface="+mn-lt"/>
                        </a:rPr>
                        <a:t>GE0/0/1</a:t>
                      </a:r>
                      <a:endParaRPr lang="zh-CN" altLang="en-US" sz="1400" kern="1200" dirty="0">
                        <a:solidFill>
                          <a:schemeClr val="tx1"/>
                        </a:solidFill>
                        <a:latin typeface="微软雅黑 Light" panose="020B0502040204020203" pitchFamily="34" charset="-122"/>
                        <a:ea typeface="微软雅黑 Light" panose="020B0502040204020203" pitchFamily="34" charset="-122"/>
                        <a:cs typeface="+mn-ea"/>
                        <a:sym typeface="+mn-lt"/>
                      </a:endParaRPr>
                    </a:p>
                  </a:txBody>
                  <a:tcPr marL="0" mar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accent1"/>
                    </a:solidFill>
                  </a:tcPr>
                </a:tc>
                <a:tc>
                  <a:txBody>
                    <a:bodyPr/>
                    <a:lstStyle/>
                    <a:p>
                      <a:pPr marL="0" algn="ctr" defTabSz="914400" rtl="0" eaLnBrk="1" latinLnBrk="0" hangingPunct="1">
                        <a:lnSpc>
                          <a:spcPct val="120000"/>
                        </a:lnSpc>
                        <a:spcBef>
                          <a:spcPts val="0"/>
                        </a:spcBef>
                        <a:spcAft>
                          <a:spcPts val="0"/>
                        </a:spcAft>
                      </a:pPr>
                      <a:r>
                        <a:rPr lang="en-US" altLang="zh-CN" sz="1400" kern="1200" dirty="0">
                          <a:solidFill>
                            <a:schemeClr val="tx1"/>
                          </a:solidFill>
                          <a:latin typeface="微软雅黑 Light" panose="020B0502040204020203" pitchFamily="34" charset="-122"/>
                          <a:ea typeface="微软雅黑 Light" panose="020B0502040204020203" pitchFamily="34" charset="-122"/>
                          <a:cs typeface="+mn-ea"/>
                          <a:sym typeface="+mn-lt"/>
                        </a:rPr>
                        <a:t>1</a:t>
                      </a:r>
                      <a:endParaRPr lang="zh-CN" altLang="en-US" sz="1400" kern="1200" dirty="0">
                        <a:solidFill>
                          <a:schemeClr val="tx1"/>
                        </a:solidFill>
                        <a:latin typeface="微软雅黑 Light" panose="020B0502040204020203" pitchFamily="34" charset="-122"/>
                        <a:ea typeface="微软雅黑 Light" panose="020B0502040204020203" pitchFamily="34" charset="-122"/>
                        <a:cs typeface="+mn-ea"/>
                        <a:sym typeface="+mn-lt"/>
                      </a:endParaRPr>
                    </a:p>
                  </a:txBody>
                  <a:tcPr marL="0" marR="0">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accent1"/>
                    </a:solidFill>
                  </a:tcPr>
                </a:tc>
              </a:tr>
            </a:tbl>
          </a:graphicData>
        </a:graphic>
      </p:graphicFrame>
      <p:graphicFrame>
        <p:nvGraphicFramePr>
          <p:cNvPr id="23" name="表格 176"/>
          <p:cNvGraphicFramePr>
            <a:graphicFrameLocks noGrp="1"/>
          </p:cNvGraphicFramePr>
          <p:nvPr/>
        </p:nvGraphicFramePr>
        <p:xfrm>
          <a:off x="7392144" y="3970634"/>
          <a:ext cx="2412000" cy="1641316"/>
        </p:xfrm>
        <a:graphic>
          <a:graphicData uri="http://schemas.openxmlformats.org/drawingml/2006/table">
            <a:tbl>
              <a:tblPr firstRow="1" bandRow="1">
                <a:tableStyleId>{5940675A-B579-460E-94D1-54222C63F5DA}</a:tableStyleId>
              </a:tblPr>
              <a:tblGrid>
                <a:gridCol w="1368000"/>
                <a:gridCol w="756000"/>
                <a:gridCol w="288000"/>
              </a:tblGrid>
              <a:tr h="332452">
                <a:tc gridSpan="3">
                  <a:txBody>
                    <a:bodyPr/>
                    <a:lstStyle/>
                    <a:p>
                      <a:pPr marL="0" algn="ctr" defTabSz="914400" rtl="0" eaLnBrk="1" latinLnBrk="0" hangingPunct="1">
                        <a:lnSpc>
                          <a:spcPct val="120000"/>
                        </a:lnSpc>
                        <a:spcBef>
                          <a:spcPts val="0"/>
                        </a:spcBef>
                        <a:spcAft>
                          <a:spcPts val="0"/>
                        </a:spcAft>
                      </a:pPr>
                      <a:r>
                        <a:rPr lang="en-US" altLang="zh-CN" sz="1400" b="0" kern="1200" dirty="0">
                          <a:solidFill>
                            <a:schemeClr val="tx1"/>
                          </a:solidFill>
                          <a:latin typeface="微软雅黑 Light" panose="020B0502040204020203" pitchFamily="34" charset="-122"/>
                          <a:ea typeface="微软雅黑 Light" panose="020B0502040204020203" pitchFamily="34" charset="-122"/>
                          <a:cs typeface="+mn-ea"/>
                          <a:sym typeface="+mn-lt"/>
                        </a:rPr>
                        <a:t>R3</a:t>
                      </a:r>
                      <a:r>
                        <a:rPr lang="zh-CN" altLang="en-US" sz="1400" b="0" kern="1200" dirty="0">
                          <a:solidFill>
                            <a:schemeClr val="tx1"/>
                          </a:solidFill>
                          <a:latin typeface="微软雅黑 Light" panose="020B0502040204020203" pitchFamily="34" charset="-122"/>
                          <a:ea typeface="微软雅黑 Light" panose="020B0502040204020203" pitchFamily="34" charset="-122"/>
                          <a:cs typeface="+mn-ea"/>
                          <a:sym typeface="+mn-lt"/>
                        </a:rPr>
                        <a:t>的路由表</a:t>
                      </a:r>
                      <a:endParaRPr lang="zh-CN" altLang="en-US" sz="1400" b="0" kern="1200" dirty="0">
                        <a:solidFill>
                          <a:schemeClr val="tx1"/>
                        </a:solidFill>
                        <a:latin typeface="微软雅黑 Light" panose="020B0502040204020203" pitchFamily="34" charset="-122"/>
                        <a:ea typeface="微软雅黑 Light" panose="020B0502040204020203" pitchFamily="34" charset="-122"/>
                        <a:cs typeface="+mn-ea"/>
                        <a:sym typeface="+mn-lt"/>
                      </a:endParaRPr>
                    </a:p>
                  </a:txBody>
                  <a:tcPr marL="0" marR="0">
                    <a:lnL w="28575"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no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cPr/>
                </a:tc>
                <a:tc hMerge="1">
                  <a:tcPr/>
                </a:tc>
              </a:tr>
              <a:tr h="132770">
                <a:tc>
                  <a:txBody>
                    <a:bodyPr/>
                    <a:lstStyle/>
                    <a:p>
                      <a:pPr marL="0" algn="ctr" defTabSz="914400" rtl="0" eaLnBrk="1" latinLnBrk="0" hangingPunct="1">
                        <a:lnSpc>
                          <a:spcPct val="120000"/>
                        </a:lnSpc>
                        <a:spcBef>
                          <a:spcPts val="0"/>
                        </a:spcBef>
                        <a:spcAft>
                          <a:spcPts val="0"/>
                        </a:spcAft>
                      </a:pPr>
                      <a:r>
                        <a:rPr lang="en-US" altLang="zh-CN" sz="1400" b="0" kern="1200" dirty="0">
                          <a:solidFill>
                            <a:schemeClr val="tx1"/>
                          </a:solidFill>
                          <a:latin typeface="微软雅黑 Light" panose="020B0502040204020203" pitchFamily="34" charset="-122"/>
                          <a:ea typeface="微软雅黑 Light" panose="020B0502040204020203" pitchFamily="34" charset="-122"/>
                          <a:cs typeface="+mn-ea"/>
                          <a:sym typeface="+mn-lt"/>
                        </a:rPr>
                        <a:t>192.168.23.0</a:t>
                      </a:r>
                      <a:endParaRPr lang="zh-CN" altLang="en-US" sz="1400" b="0" kern="1200" dirty="0">
                        <a:solidFill>
                          <a:schemeClr val="tx1"/>
                        </a:solidFill>
                        <a:latin typeface="微软雅黑 Light" panose="020B0502040204020203" pitchFamily="34" charset="-122"/>
                        <a:ea typeface="微软雅黑 Light" panose="020B0502040204020203" pitchFamily="34" charset="-122"/>
                        <a:cs typeface="+mn-ea"/>
                        <a:sym typeface="+mn-lt"/>
                      </a:endParaRPr>
                    </a:p>
                  </a:txBody>
                  <a:tcPr marL="0" marR="0">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latinLnBrk="0" hangingPunct="1">
                        <a:lnSpc>
                          <a:spcPct val="120000"/>
                        </a:lnSpc>
                        <a:spcBef>
                          <a:spcPts val="0"/>
                        </a:spcBef>
                        <a:spcAft>
                          <a:spcPts val="0"/>
                        </a:spcAft>
                      </a:pPr>
                      <a:r>
                        <a:rPr lang="en-US" altLang="zh-CN" sz="1400" b="0" kern="1200">
                          <a:solidFill>
                            <a:schemeClr val="tx1"/>
                          </a:solidFill>
                          <a:latin typeface="微软雅黑 Light" panose="020B0502040204020203" pitchFamily="34" charset="-122"/>
                          <a:ea typeface="微软雅黑 Light" panose="020B0502040204020203" pitchFamily="34" charset="-122"/>
                          <a:cs typeface="+mn-ea"/>
                          <a:sym typeface="+mn-lt"/>
                        </a:rPr>
                        <a:t>GE0/0/0</a:t>
                      </a:r>
                      <a:endParaRPr lang="zh-CN" altLang="en-US" sz="1400" b="0" kern="1200">
                        <a:solidFill>
                          <a:schemeClr val="tx1"/>
                        </a:solidFill>
                        <a:latin typeface="微软雅黑 Light" panose="020B0502040204020203" pitchFamily="34" charset="-122"/>
                        <a:ea typeface="微软雅黑 Light" panose="020B0502040204020203" pitchFamily="34" charset="-122"/>
                        <a:cs typeface="+mn-ea"/>
                        <a:sym typeface="+mn-lt"/>
                      </a:endParaRPr>
                    </a:p>
                  </a:txBody>
                  <a:tcPr marL="0" mar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latinLnBrk="0" hangingPunct="1">
                        <a:lnSpc>
                          <a:spcPct val="120000"/>
                        </a:lnSpc>
                        <a:spcBef>
                          <a:spcPts val="0"/>
                        </a:spcBef>
                        <a:spcAft>
                          <a:spcPts val="0"/>
                        </a:spcAft>
                      </a:pPr>
                      <a:r>
                        <a:rPr lang="en-US" altLang="zh-CN" sz="1400" b="0" kern="1200">
                          <a:solidFill>
                            <a:schemeClr val="tx1"/>
                          </a:solidFill>
                          <a:latin typeface="微软雅黑 Light" panose="020B0502040204020203" pitchFamily="34" charset="-122"/>
                          <a:ea typeface="微软雅黑 Light" panose="020B0502040204020203" pitchFamily="34" charset="-122"/>
                          <a:cs typeface="+mn-ea"/>
                          <a:sym typeface="+mn-lt"/>
                        </a:rPr>
                        <a:t>0</a:t>
                      </a:r>
                      <a:endParaRPr lang="zh-CN" altLang="en-US" sz="1400" b="0" kern="1200">
                        <a:solidFill>
                          <a:schemeClr val="tx1"/>
                        </a:solidFill>
                        <a:latin typeface="微软雅黑 Light" panose="020B0502040204020203" pitchFamily="34" charset="-122"/>
                        <a:ea typeface="微软雅黑 Light" panose="020B0502040204020203" pitchFamily="34" charset="-122"/>
                        <a:cs typeface="+mn-ea"/>
                        <a:sym typeface="+mn-lt"/>
                      </a:endParaRPr>
                    </a:p>
                  </a:txBody>
                  <a:tcPr marL="0" marR="0">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132770">
                <a:tc>
                  <a:txBody>
                    <a:bodyPr/>
                    <a:lstStyle/>
                    <a:p>
                      <a:pPr marL="0" algn="ctr" defTabSz="914400" rtl="0" eaLnBrk="1" latinLnBrk="0" hangingPunct="1">
                        <a:lnSpc>
                          <a:spcPct val="120000"/>
                        </a:lnSpc>
                        <a:spcBef>
                          <a:spcPts val="0"/>
                        </a:spcBef>
                        <a:spcAft>
                          <a:spcPts val="0"/>
                        </a:spcAft>
                      </a:pPr>
                      <a:r>
                        <a:rPr lang="en-US" altLang="zh-CN" sz="1400" b="0" kern="1200" dirty="0">
                          <a:solidFill>
                            <a:schemeClr val="tx1"/>
                          </a:solidFill>
                          <a:latin typeface="微软雅黑 Light" panose="020B0502040204020203" pitchFamily="34" charset="-122"/>
                          <a:ea typeface="微软雅黑 Light" panose="020B0502040204020203" pitchFamily="34" charset="-122"/>
                          <a:cs typeface="+mn-ea"/>
                          <a:sym typeface="+mn-lt"/>
                        </a:rPr>
                        <a:t>3.0.0.0</a:t>
                      </a:r>
                      <a:endParaRPr lang="zh-CN" altLang="en-US" sz="1400" b="0" kern="1200" dirty="0">
                        <a:solidFill>
                          <a:schemeClr val="tx1"/>
                        </a:solidFill>
                        <a:latin typeface="微软雅黑 Light" panose="020B0502040204020203" pitchFamily="34" charset="-122"/>
                        <a:ea typeface="微软雅黑 Light" panose="020B0502040204020203" pitchFamily="34" charset="-122"/>
                        <a:cs typeface="+mn-ea"/>
                        <a:sym typeface="+mn-lt"/>
                      </a:endParaRPr>
                    </a:p>
                  </a:txBody>
                  <a:tcPr marL="0" marR="0">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latinLnBrk="0" hangingPunct="1">
                        <a:lnSpc>
                          <a:spcPct val="120000"/>
                        </a:lnSpc>
                        <a:spcBef>
                          <a:spcPts val="0"/>
                        </a:spcBef>
                        <a:spcAft>
                          <a:spcPts val="0"/>
                        </a:spcAft>
                      </a:pPr>
                      <a:r>
                        <a:rPr lang="en-US" altLang="zh-CN" sz="1400" b="0" kern="1200" dirty="0">
                          <a:solidFill>
                            <a:schemeClr val="tx1"/>
                          </a:solidFill>
                          <a:latin typeface="微软雅黑 Light" panose="020B0502040204020203" pitchFamily="34" charset="-122"/>
                          <a:ea typeface="微软雅黑 Light" panose="020B0502040204020203" pitchFamily="34" charset="-122"/>
                          <a:cs typeface="+mn-ea"/>
                          <a:sym typeface="+mn-lt"/>
                        </a:rPr>
                        <a:t>GE0/0/1</a:t>
                      </a:r>
                      <a:endParaRPr lang="zh-CN" altLang="en-US" sz="1400" b="0" kern="1200" dirty="0">
                        <a:solidFill>
                          <a:schemeClr val="tx1"/>
                        </a:solidFill>
                        <a:latin typeface="微软雅黑 Light" panose="020B0502040204020203" pitchFamily="34" charset="-122"/>
                        <a:ea typeface="微软雅黑 Light" panose="020B0502040204020203" pitchFamily="34" charset="-122"/>
                        <a:cs typeface="+mn-ea"/>
                        <a:sym typeface="+mn-lt"/>
                      </a:endParaRPr>
                    </a:p>
                  </a:txBody>
                  <a:tcPr marL="0" mar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latinLnBrk="0" hangingPunct="1">
                        <a:lnSpc>
                          <a:spcPct val="120000"/>
                        </a:lnSpc>
                        <a:spcBef>
                          <a:spcPts val="0"/>
                        </a:spcBef>
                        <a:spcAft>
                          <a:spcPts val="0"/>
                        </a:spcAft>
                      </a:pPr>
                      <a:r>
                        <a:rPr lang="en-US" altLang="zh-CN" sz="1400" b="0" kern="1200" dirty="0">
                          <a:solidFill>
                            <a:schemeClr val="tx1"/>
                          </a:solidFill>
                          <a:latin typeface="微软雅黑 Light" panose="020B0502040204020203" pitchFamily="34" charset="-122"/>
                          <a:ea typeface="微软雅黑 Light" panose="020B0502040204020203" pitchFamily="34" charset="-122"/>
                          <a:cs typeface="+mn-ea"/>
                          <a:sym typeface="+mn-lt"/>
                        </a:rPr>
                        <a:t>0</a:t>
                      </a:r>
                      <a:endParaRPr lang="zh-CN" altLang="en-US" sz="1400" b="0" kern="1200" dirty="0">
                        <a:solidFill>
                          <a:schemeClr val="tx1"/>
                        </a:solidFill>
                        <a:latin typeface="微软雅黑 Light" panose="020B0502040204020203" pitchFamily="34" charset="-122"/>
                        <a:ea typeface="微软雅黑 Light" panose="020B0502040204020203" pitchFamily="34" charset="-122"/>
                        <a:cs typeface="+mn-ea"/>
                        <a:sym typeface="+mn-lt"/>
                      </a:endParaRPr>
                    </a:p>
                  </a:txBody>
                  <a:tcPr marL="0" marR="0">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132770">
                <a:tc>
                  <a:txBody>
                    <a:bodyPr/>
                    <a:lstStyle/>
                    <a:p>
                      <a:pPr algn="ctr">
                        <a:lnSpc>
                          <a:spcPct val="120000"/>
                        </a:lnSpc>
                        <a:spcBef>
                          <a:spcPts val="0"/>
                        </a:spcBef>
                        <a:spcAft>
                          <a:spcPts val="0"/>
                        </a:spcAft>
                      </a:pPr>
                      <a:r>
                        <a:rPr lang="en-US" altLang="zh-CN" sz="1400" dirty="0">
                          <a:latin typeface="微软雅黑 Light" panose="020B0502040204020203" pitchFamily="34" charset="-122"/>
                          <a:ea typeface="微软雅黑 Light" panose="020B0502040204020203" pitchFamily="34" charset="-122"/>
                          <a:cs typeface="+mn-ea"/>
                          <a:sym typeface="+mn-lt"/>
                        </a:rPr>
                        <a:t>192.168.12.0</a:t>
                      </a:r>
                      <a:endParaRPr lang="zh-CN" altLang="en-US" sz="1400" dirty="0">
                        <a:latin typeface="微软雅黑 Light" panose="020B0502040204020203" pitchFamily="34" charset="-122"/>
                        <a:ea typeface="微软雅黑 Light" panose="020B0502040204020203" pitchFamily="34" charset="-122"/>
                        <a:cs typeface="+mn-ea"/>
                        <a:sym typeface="+mn-lt"/>
                      </a:endParaRPr>
                    </a:p>
                  </a:txBody>
                  <a:tcPr marL="0" marR="0">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ctr">
                        <a:lnSpc>
                          <a:spcPct val="120000"/>
                        </a:lnSpc>
                        <a:spcBef>
                          <a:spcPts val="0"/>
                        </a:spcBef>
                        <a:spcAft>
                          <a:spcPts val="0"/>
                        </a:spcAft>
                      </a:pPr>
                      <a:r>
                        <a:rPr lang="en-US" altLang="zh-CN" sz="1400" dirty="0">
                          <a:latin typeface="微软雅黑 Light" panose="020B0502040204020203" pitchFamily="34" charset="-122"/>
                          <a:ea typeface="微软雅黑 Light" panose="020B0502040204020203" pitchFamily="34" charset="-122"/>
                          <a:cs typeface="+mn-ea"/>
                          <a:sym typeface="+mn-lt"/>
                        </a:rPr>
                        <a:t>GE0/0/0</a:t>
                      </a:r>
                      <a:endParaRPr lang="zh-CN" altLang="en-US" sz="1400" dirty="0">
                        <a:latin typeface="微软雅黑 Light" panose="020B0502040204020203" pitchFamily="34" charset="-122"/>
                        <a:ea typeface="微软雅黑 Light" panose="020B0502040204020203" pitchFamily="34" charset="-122"/>
                        <a:cs typeface="+mn-ea"/>
                        <a:sym typeface="+mn-lt"/>
                      </a:endParaRPr>
                    </a:p>
                  </a:txBody>
                  <a:tcPr marL="0" mar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ctr">
                        <a:lnSpc>
                          <a:spcPct val="120000"/>
                        </a:lnSpc>
                        <a:spcBef>
                          <a:spcPts val="0"/>
                        </a:spcBef>
                        <a:spcAft>
                          <a:spcPts val="0"/>
                        </a:spcAft>
                      </a:pPr>
                      <a:r>
                        <a:rPr lang="en-US" altLang="zh-CN" sz="1400" dirty="0">
                          <a:latin typeface="微软雅黑 Light" panose="020B0502040204020203" pitchFamily="34" charset="-122"/>
                          <a:ea typeface="微软雅黑 Light" panose="020B0502040204020203" pitchFamily="34" charset="-122"/>
                          <a:cs typeface="+mn-ea"/>
                          <a:sym typeface="+mn-lt"/>
                        </a:rPr>
                        <a:t>1</a:t>
                      </a:r>
                      <a:endParaRPr lang="zh-CN" altLang="en-US" sz="1400" dirty="0">
                        <a:latin typeface="微软雅黑 Light" panose="020B0502040204020203" pitchFamily="34" charset="-122"/>
                        <a:ea typeface="微软雅黑 Light" panose="020B0502040204020203" pitchFamily="34" charset="-122"/>
                        <a:cs typeface="+mn-ea"/>
                        <a:sym typeface="+mn-lt"/>
                      </a:endParaRPr>
                    </a:p>
                  </a:txBody>
                  <a:tcPr marL="0" marR="0">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r>
              <a:tr h="132770">
                <a:tc>
                  <a:txBody>
                    <a:bodyPr/>
                    <a:lstStyle/>
                    <a:p>
                      <a:pPr marL="0" algn="ctr" defTabSz="914400" rtl="0" eaLnBrk="1" latinLnBrk="0" hangingPunct="1">
                        <a:lnSpc>
                          <a:spcPct val="120000"/>
                        </a:lnSpc>
                        <a:spcBef>
                          <a:spcPts val="0"/>
                        </a:spcBef>
                        <a:spcAft>
                          <a:spcPts val="0"/>
                        </a:spcAft>
                      </a:pPr>
                      <a:endParaRPr lang="zh-CN" altLang="en-US" sz="1400" b="0" kern="1200">
                        <a:solidFill>
                          <a:schemeClr val="tx1"/>
                        </a:solidFill>
                        <a:latin typeface="微软雅黑 Light" panose="020B0502040204020203" pitchFamily="34" charset="-122"/>
                        <a:ea typeface="微软雅黑 Light" panose="020B0502040204020203" pitchFamily="34" charset="-122"/>
                        <a:cs typeface="+mn-ea"/>
                        <a:sym typeface="+mn-lt"/>
                      </a:endParaRPr>
                    </a:p>
                  </a:txBody>
                  <a:tcPr marL="0" marR="0">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marL="0" algn="ctr" defTabSz="914400" rtl="0" eaLnBrk="1" latinLnBrk="0" hangingPunct="1">
                        <a:lnSpc>
                          <a:spcPct val="120000"/>
                        </a:lnSpc>
                        <a:spcBef>
                          <a:spcPts val="0"/>
                        </a:spcBef>
                        <a:spcAft>
                          <a:spcPts val="0"/>
                        </a:spcAft>
                      </a:pPr>
                      <a:endParaRPr lang="zh-CN" altLang="en-US" sz="1400" b="0" kern="1200">
                        <a:solidFill>
                          <a:schemeClr val="tx1"/>
                        </a:solidFill>
                        <a:latin typeface="微软雅黑 Light" panose="020B0502040204020203" pitchFamily="34" charset="-122"/>
                        <a:ea typeface="微软雅黑 Light" panose="020B0502040204020203" pitchFamily="34" charset="-122"/>
                        <a:cs typeface="+mn-ea"/>
                        <a:sym typeface="+mn-lt"/>
                      </a:endParaRPr>
                    </a:p>
                  </a:txBody>
                  <a:tcPr marL="0" mar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marL="0" algn="ctr" defTabSz="914400" rtl="0" eaLnBrk="1" latinLnBrk="0" hangingPunct="1">
                        <a:lnSpc>
                          <a:spcPct val="120000"/>
                        </a:lnSpc>
                        <a:spcBef>
                          <a:spcPts val="0"/>
                        </a:spcBef>
                        <a:spcAft>
                          <a:spcPts val="0"/>
                        </a:spcAft>
                      </a:pPr>
                      <a:endParaRPr lang="zh-CN" altLang="en-US" sz="1400" b="0" kern="1200" dirty="0">
                        <a:solidFill>
                          <a:schemeClr val="tx1"/>
                        </a:solidFill>
                        <a:latin typeface="微软雅黑 Light" panose="020B0502040204020203" pitchFamily="34" charset="-122"/>
                        <a:ea typeface="微软雅黑 Light" panose="020B0502040204020203" pitchFamily="34" charset="-122"/>
                        <a:cs typeface="+mn-ea"/>
                        <a:sym typeface="+mn-lt"/>
                      </a:endParaRPr>
                    </a:p>
                  </a:txBody>
                  <a:tcPr marL="0" marR="0">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r>
            </a:tbl>
          </a:graphicData>
        </a:graphic>
      </p:graphicFrame>
      <p:pic>
        <p:nvPicPr>
          <p:cNvPr id="24" name="图形 23"/>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3155177" y="2721108"/>
            <a:ext cx="698726" cy="698726"/>
          </a:xfrm>
          <a:prstGeom prst="rect">
            <a:avLst/>
          </a:prstGeom>
        </p:spPr>
      </p:pic>
      <p:pic>
        <p:nvPicPr>
          <p:cNvPr id="29" name="图形 28"/>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5596730" y="2721108"/>
            <a:ext cx="698726" cy="698726"/>
          </a:xfrm>
          <a:prstGeom prst="rect">
            <a:avLst/>
          </a:prstGeom>
        </p:spPr>
      </p:pic>
      <p:pic>
        <p:nvPicPr>
          <p:cNvPr id="30" name="图形 29"/>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8184601" y="2721108"/>
            <a:ext cx="698726" cy="698726"/>
          </a:xfrm>
          <a:prstGeom prst="rect">
            <a:avLst/>
          </a:prstGeom>
        </p:spPr>
      </p:pic>
      <p:cxnSp>
        <p:nvCxnSpPr>
          <p:cNvPr id="32" name="直接连接符 29"/>
          <p:cNvCxnSpPr>
            <a:stCxn id="24" idx="3"/>
            <a:endCxn id="29" idx="1"/>
          </p:cNvCxnSpPr>
          <p:nvPr/>
        </p:nvCxnSpPr>
        <p:spPr bwMode="auto">
          <a:xfrm>
            <a:off x="3853903" y="3070471"/>
            <a:ext cx="1742827" cy="0"/>
          </a:xfrm>
          <a:prstGeom prst="line">
            <a:avLst/>
          </a:prstGeom>
          <a:solidFill>
            <a:schemeClr val="accent1"/>
          </a:solidFill>
          <a:ln w="25400" cap="flat" cmpd="sng" algn="ctr">
            <a:solidFill>
              <a:schemeClr val="tx1"/>
            </a:solidFill>
            <a:prstDash val="solid"/>
            <a:round/>
            <a:headEnd type="none" w="med" len="med"/>
            <a:tailEnd type="none" w="med" len="med"/>
          </a:ln>
          <a:effectLst/>
        </p:spPr>
      </p:cxnSp>
      <p:cxnSp>
        <p:nvCxnSpPr>
          <p:cNvPr id="33" name="直接连接符 29"/>
          <p:cNvCxnSpPr>
            <a:stCxn id="29" idx="3"/>
            <a:endCxn id="30" idx="1"/>
          </p:cNvCxnSpPr>
          <p:nvPr/>
        </p:nvCxnSpPr>
        <p:spPr bwMode="auto">
          <a:xfrm>
            <a:off x="6295456" y="3070471"/>
            <a:ext cx="1889145" cy="0"/>
          </a:xfrm>
          <a:prstGeom prst="line">
            <a:avLst/>
          </a:prstGeom>
          <a:solidFill>
            <a:schemeClr val="accent1"/>
          </a:solidFill>
          <a:ln w="25400" cap="flat" cmpd="sng" algn="ctr">
            <a:solidFill>
              <a:schemeClr val="tx1"/>
            </a:solidFill>
            <a:prstDash val="solid"/>
            <a:round/>
            <a:headEnd type="none" w="med" len="med"/>
            <a:tailEnd type="none" w="med" len="med"/>
          </a:ln>
          <a:effectLst/>
        </p:spPr>
      </p:cxnSp>
      <p:cxnSp>
        <p:nvCxnSpPr>
          <p:cNvPr id="38" name="直接连接符 29"/>
          <p:cNvCxnSpPr>
            <a:stCxn id="30" idx="3"/>
          </p:cNvCxnSpPr>
          <p:nvPr/>
        </p:nvCxnSpPr>
        <p:spPr bwMode="auto">
          <a:xfrm>
            <a:off x="8883327" y="3070471"/>
            <a:ext cx="1317129" cy="0"/>
          </a:xfrm>
          <a:prstGeom prst="line">
            <a:avLst/>
          </a:prstGeom>
          <a:solidFill>
            <a:schemeClr val="accent1"/>
          </a:solidFill>
          <a:ln w="25400" cap="flat" cmpd="sng" algn="ctr">
            <a:solidFill>
              <a:schemeClr val="tx1"/>
            </a:solidFill>
            <a:prstDash val="solid"/>
            <a:round/>
            <a:headEnd type="none" w="med" len="med"/>
            <a:tailEnd type="none" w="med" len="med"/>
          </a:ln>
          <a:effectLst/>
        </p:spPr>
      </p:cxnSp>
      <p:cxnSp>
        <p:nvCxnSpPr>
          <p:cNvPr id="25" name="直接箭头连接符 30"/>
          <p:cNvCxnSpPr>
            <a:stCxn id="27" idx="1"/>
          </p:cNvCxnSpPr>
          <p:nvPr/>
        </p:nvCxnSpPr>
        <p:spPr>
          <a:xfrm flipH="1" flipV="1">
            <a:off x="2481391" y="2098275"/>
            <a:ext cx="613576" cy="1478"/>
          </a:xfrm>
          <a:prstGeom prst="straightConnector1">
            <a:avLst/>
          </a:prstGeom>
          <a:ln w="28575">
            <a:solidFill>
              <a:schemeClr val="tx1"/>
            </a:solidFill>
            <a:prstDash val="sysDot"/>
            <a:headEnd type="none" w="lg" len="lg"/>
            <a:tailEnd type="triangle" w="lg" len="lg"/>
          </a:ln>
        </p:spPr>
        <p:style>
          <a:lnRef idx="1">
            <a:schemeClr val="accent1"/>
          </a:lnRef>
          <a:fillRef idx="0">
            <a:schemeClr val="accent1"/>
          </a:fillRef>
          <a:effectRef idx="0">
            <a:schemeClr val="accent1"/>
          </a:effectRef>
          <a:fontRef idx="minor">
            <a:schemeClr val="tx1"/>
          </a:fontRef>
        </p:style>
      </p:cxnSp>
      <p:cxnSp>
        <p:nvCxnSpPr>
          <p:cNvPr id="26" name="直接箭头连接符 30"/>
          <p:cNvCxnSpPr>
            <a:stCxn id="27" idx="3"/>
          </p:cNvCxnSpPr>
          <p:nvPr/>
        </p:nvCxnSpPr>
        <p:spPr>
          <a:xfrm flipV="1">
            <a:off x="3997778" y="2098275"/>
            <a:ext cx="535800" cy="1478"/>
          </a:xfrm>
          <a:prstGeom prst="straightConnector1">
            <a:avLst/>
          </a:prstGeom>
          <a:ln w="28575">
            <a:solidFill>
              <a:schemeClr val="tx1"/>
            </a:solidFill>
            <a:prstDash val="sysDot"/>
            <a:headEnd type="none" w="lg" len="lg"/>
            <a:tailEnd type="triangle" w="lg" len="lg"/>
          </a:ln>
        </p:spPr>
        <p:style>
          <a:lnRef idx="1">
            <a:schemeClr val="accent1"/>
          </a:lnRef>
          <a:fillRef idx="0">
            <a:schemeClr val="accent1"/>
          </a:fillRef>
          <a:effectRef idx="0">
            <a:schemeClr val="accent1"/>
          </a:effectRef>
          <a:fontRef idx="minor">
            <a:schemeClr val="tx1"/>
          </a:fontRef>
        </p:style>
      </p:cxnSp>
      <p:sp>
        <p:nvSpPr>
          <p:cNvPr id="27" name="矩形 4"/>
          <p:cNvSpPr/>
          <p:nvPr/>
        </p:nvSpPr>
        <p:spPr>
          <a:xfrm>
            <a:off x="3094967" y="1935477"/>
            <a:ext cx="902811" cy="328551"/>
          </a:xfrm>
          <a:prstGeom prst="rect">
            <a:avLst/>
          </a:prstGeom>
          <a:solidFill>
            <a:schemeClr val="bg1">
              <a:lumMod val="95000"/>
            </a:schemeClr>
          </a:solidFill>
          <a:ln w="28575">
            <a:solidFill>
              <a:schemeClr val="tx1"/>
            </a:solidFill>
          </a:ln>
        </p:spPr>
        <p:txBody>
          <a:bodyPr wrap="none">
            <a:spAutoFit/>
          </a:bodyPr>
          <a:lstStyle/>
          <a:p>
            <a:pPr algn="ctr">
              <a:lnSpc>
                <a:spcPct val="120000"/>
              </a:lnSpc>
            </a:pPr>
            <a:r>
              <a:rPr lang="zh-CN" altLang="en-US" sz="1400" dirty="0">
                <a:latin typeface="微软雅黑 Light" panose="020B0502040204020203" pitchFamily="34" charset="-122"/>
                <a:ea typeface="微软雅黑 Light" panose="020B0502040204020203" pitchFamily="34" charset="-122"/>
                <a:cs typeface="+mn-ea"/>
                <a:sym typeface="+mn-lt"/>
              </a:rPr>
              <a:t>路由信息</a:t>
            </a:r>
            <a:endParaRPr lang="en-US" altLang="zh-CN" sz="1400" dirty="0">
              <a:latin typeface="微软雅黑 Light" panose="020B0502040204020203" pitchFamily="34" charset="-122"/>
              <a:ea typeface="微软雅黑 Light" panose="020B0502040204020203" pitchFamily="34" charset="-122"/>
              <a:cs typeface="+mn-ea"/>
              <a:sym typeface="+mn-lt"/>
            </a:endParaRPr>
          </a:p>
        </p:txBody>
      </p:sp>
      <p:cxnSp>
        <p:nvCxnSpPr>
          <p:cNvPr id="39" name="直接箭头连接符 30"/>
          <p:cNvCxnSpPr>
            <a:stCxn id="41" idx="1"/>
          </p:cNvCxnSpPr>
          <p:nvPr/>
        </p:nvCxnSpPr>
        <p:spPr>
          <a:xfrm flipH="1" flipV="1">
            <a:off x="4885624" y="2098275"/>
            <a:ext cx="613576" cy="1478"/>
          </a:xfrm>
          <a:prstGeom prst="straightConnector1">
            <a:avLst/>
          </a:prstGeom>
          <a:ln w="28575">
            <a:solidFill>
              <a:schemeClr val="tx1"/>
            </a:solidFill>
            <a:prstDash val="sysDot"/>
            <a:headEnd type="none" w="lg" len="lg"/>
            <a:tailEnd type="triangle" w="lg" len="lg"/>
          </a:ln>
        </p:spPr>
        <p:style>
          <a:lnRef idx="1">
            <a:schemeClr val="accent1"/>
          </a:lnRef>
          <a:fillRef idx="0">
            <a:schemeClr val="accent1"/>
          </a:fillRef>
          <a:effectRef idx="0">
            <a:schemeClr val="accent1"/>
          </a:effectRef>
          <a:fontRef idx="minor">
            <a:schemeClr val="tx1"/>
          </a:fontRef>
        </p:style>
      </p:cxnSp>
      <p:cxnSp>
        <p:nvCxnSpPr>
          <p:cNvPr id="40" name="直接箭头连接符 30"/>
          <p:cNvCxnSpPr>
            <a:stCxn id="41" idx="3"/>
          </p:cNvCxnSpPr>
          <p:nvPr/>
        </p:nvCxnSpPr>
        <p:spPr>
          <a:xfrm flipV="1">
            <a:off x="6402011" y="2098275"/>
            <a:ext cx="535800" cy="1478"/>
          </a:xfrm>
          <a:prstGeom prst="straightConnector1">
            <a:avLst/>
          </a:prstGeom>
          <a:ln w="28575">
            <a:solidFill>
              <a:schemeClr val="tx1"/>
            </a:solidFill>
            <a:prstDash val="sysDot"/>
            <a:headEnd type="none" w="lg" len="lg"/>
            <a:tailEnd type="triangle" w="lg" len="lg"/>
          </a:ln>
        </p:spPr>
        <p:style>
          <a:lnRef idx="1">
            <a:schemeClr val="accent1"/>
          </a:lnRef>
          <a:fillRef idx="0">
            <a:schemeClr val="accent1"/>
          </a:fillRef>
          <a:effectRef idx="0">
            <a:schemeClr val="accent1"/>
          </a:effectRef>
          <a:fontRef idx="minor">
            <a:schemeClr val="tx1"/>
          </a:fontRef>
        </p:style>
      </p:cxnSp>
      <p:sp>
        <p:nvSpPr>
          <p:cNvPr id="41" name="矩形 4"/>
          <p:cNvSpPr/>
          <p:nvPr/>
        </p:nvSpPr>
        <p:spPr>
          <a:xfrm>
            <a:off x="5499200" y="1935477"/>
            <a:ext cx="902811" cy="328551"/>
          </a:xfrm>
          <a:prstGeom prst="rect">
            <a:avLst/>
          </a:prstGeom>
          <a:solidFill>
            <a:schemeClr val="bg1">
              <a:lumMod val="95000"/>
            </a:schemeClr>
          </a:solidFill>
          <a:ln w="28575">
            <a:solidFill>
              <a:schemeClr val="tx1"/>
            </a:solidFill>
          </a:ln>
        </p:spPr>
        <p:txBody>
          <a:bodyPr wrap="none">
            <a:spAutoFit/>
          </a:bodyPr>
          <a:lstStyle/>
          <a:p>
            <a:pPr algn="ctr">
              <a:lnSpc>
                <a:spcPct val="120000"/>
              </a:lnSpc>
            </a:pPr>
            <a:r>
              <a:rPr lang="zh-CN" altLang="en-US" sz="1400">
                <a:latin typeface="微软雅黑 Light" panose="020B0502040204020203" pitchFamily="34" charset="-122"/>
                <a:ea typeface="微软雅黑 Light" panose="020B0502040204020203" pitchFamily="34" charset="-122"/>
                <a:cs typeface="+mn-ea"/>
                <a:sym typeface="+mn-lt"/>
              </a:rPr>
              <a:t>路由信息</a:t>
            </a:r>
            <a:endParaRPr lang="en-US" altLang="zh-CN" sz="1400">
              <a:latin typeface="微软雅黑 Light" panose="020B0502040204020203" pitchFamily="34" charset="-122"/>
              <a:ea typeface="微软雅黑 Light" panose="020B0502040204020203" pitchFamily="34" charset="-122"/>
              <a:cs typeface="+mn-ea"/>
              <a:sym typeface="+mn-lt"/>
            </a:endParaRPr>
          </a:p>
        </p:txBody>
      </p:sp>
      <p:cxnSp>
        <p:nvCxnSpPr>
          <p:cNvPr id="42" name="直接箭头连接符 30"/>
          <p:cNvCxnSpPr>
            <a:stCxn id="44" idx="1"/>
          </p:cNvCxnSpPr>
          <p:nvPr/>
        </p:nvCxnSpPr>
        <p:spPr>
          <a:xfrm flipH="1" flipV="1">
            <a:off x="7384887" y="2119446"/>
            <a:ext cx="613576" cy="1478"/>
          </a:xfrm>
          <a:prstGeom prst="straightConnector1">
            <a:avLst/>
          </a:prstGeom>
          <a:ln w="28575">
            <a:solidFill>
              <a:schemeClr val="tx1"/>
            </a:solidFill>
            <a:prstDash val="sysDot"/>
            <a:headEnd type="none" w="lg" len="lg"/>
            <a:tailEnd type="triangle" w="lg" len="lg"/>
          </a:ln>
        </p:spPr>
        <p:style>
          <a:lnRef idx="1">
            <a:schemeClr val="accent1"/>
          </a:lnRef>
          <a:fillRef idx="0">
            <a:schemeClr val="accent1"/>
          </a:fillRef>
          <a:effectRef idx="0">
            <a:schemeClr val="accent1"/>
          </a:effectRef>
          <a:fontRef idx="minor">
            <a:schemeClr val="tx1"/>
          </a:fontRef>
        </p:style>
      </p:cxnSp>
      <p:cxnSp>
        <p:nvCxnSpPr>
          <p:cNvPr id="43" name="直接箭头连接符 30"/>
          <p:cNvCxnSpPr>
            <a:stCxn id="44" idx="3"/>
          </p:cNvCxnSpPr>
          <p:nvPr/>
        </p:nvCxnSpPr>
        <p:spPr>
          <a:xfrm flipV="1">
            <a:off x="8901274" y="2119446"/>
            <a:ext cx="535800" cy="1478"/>
          </a:xfrm>
          <a:prstGeom prst="straightConnector1">
            <a:avLst/>
          </a:prstGeom>
          <a:ln w="28575">
            <a:solidFill>
              <a:schemeClr val="tx1"/>
            </a:solidFill>
            <a:prstDash val="sysDot"/>
            <a:headEnd type="none" w="lg" len="lg"/>
            <a:tailEnd type="triangle" w="lg" len="lg"/>
          </a:ln>
        </p:spPr>
        <p:style>
          <a:lnRef idx="1">
            <a:schemeClr val="accent1"/>
          </a:lnRef>
          <a:fillRef idx="0">
            <a:schemeClr val="accent1"/>
          </a:fillRef>
          <a:effectRef idx="0">
            <a:schemeClr val="accent1"/>
          </a:effectRef>
          <a:fontRef idx="minor">
            <a:schemeClr val="tx1"/>
          </a:fontRef>
        </p:style>
      </p:cxnSp>
      <p:sp>
        <p:nvSpPr>
          <p:cNvPr id="44" name="矩形 4"/>
          <p:cNvSpPr/>
          <p:nvPr/>
        </p:nvSpPr>
        <p:spPr>
          <a:xfrm>
            <a:off x="7998463" y="1956648"/>
            <a:ext cx="902811" cy="328551"/>
          </a:xfrm>
          <a:prstGeom prst="rect">
            <a:avLst/>
          </a:prstGeom>
          <a:solidFill>
            <a:schemeClr val="bg1">
              <a:lumMod val="95000"/>
            </a:schemeClr>
          </a:solidFill>
          <a:ln w="28575">
            <a:solidFill>
              <a:schemeClr val="tx1"/>
            </a:solidFill>
          </a:ln>
        </p:spPr>
        <p:txBody>
          <a:bodyPr wrap="none">
            <a:spAutoFit/>
          </a:bodyPr>
          <a:lstStyle/>
          <a:p>
            <a:pPr algn="ctr">
              <a:lnSpc>
                <a:spcPct val="120000"/>
              </a:lnSpc>
            </a:pPr>
            <a:r>
              <a:rPr lang="zh-CN" altLang="en-US" sz="1400">
                <a:latin typeface="微软雅黑 Light" panose="020B0502040204020203" pitchFamily="34" charset="-122"/>
                <a:ea typeface="微软雅黑 Light" panose="020B0502040204020203" pitchFamily="34" charset="-122"/>
                <a:cs typeface="+mn-ea"/>
                <a:sym typeface="+mn-lt"/>
              </a:rPr>
              <a:t>路由信息</a:t>
            </a:r>
            <a:endParaRPr lang="en-US" altLang="zh-CN" sz="1400">
              <a:latin typeface="微软雅黑 Light" panose="020B0502040204020203" pitchFamily="34" charset="-122"/>
              <a:ea typeface="微软雅黑 Light" panose="020B0502040204020203" pitchFamily="34" charset="-122"/>
              <a:cs typeface="+mn-ea"/>
              <a:sym typeface="+mn-lt"/>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距离矢量路由选择协议</a:t>
            </a:r>
            <a:r>
              <a:rPr lang="en-US" altLang="zh-CN" dirty="0"/>
              <a:t>—</a:t>
            </a:r>
            <a:r>
              <a:rPr lang="zh-CN" altLang="en-US" dirty="0"/>
              <a:t>以</a:t>
            </a:r>
            <a:r>
              <a:rPr lang="en-US" altLang="zh-CN" dirty="0"/>
              <a:t>IP</a:t>
            </a:r>
            <a:r>
              <a:rPr lang="zh-CN" altLang="en-US" dirty="0"/>
              <a:t>协议为例</a:t>
            </a:r>
            <a:endParaRPr lang="zh-CN" altLang="en-US" dirty="0"/>
          </a:p>
        </p:txBody>
      </p:sp>
      <p:sp>
        <p:nvSpPr>
          <p:cNvPr id="3" name="内容占位符 2"/>
          <p:cNvSpPr>
            <a:spLocks noGrp="1"/>
          </p:cNvSpPr>
          <p:nvPr>
            <p:ph idx="1"/>
          </p:nvPr>
        </p:nvSpPr>
        <p:spPr/>
        <p:txBody>
          <a:bodyPr/>
          <a:lstStyle/>
          <a:p>
            <a:r>
              <a:rPr lang="zh-CN" altLang="en-US" dirty="0"/>
              <a:t>路由收敛完成</a:t>
            </a:r>
            <a:endParaRPr lang="zh-CN" altLang="en-US" dirty="0"/>
          </a:p>
        </p:txBody>
      </p:sp>
      <p:sp>
        <p:nvSpPr>
          <p:cNvPr id="4" name="灯片编号占位符 3"/>
          <p:cNvSpPr>
            <a:spLocks noGrp="1"/>
          </p:cNvSpPr>
          <p:nvPr>
            <p:ph type="sldNum" sz="quarter" idx="12"/>
          </p:nvPr>
        </p:nvSpPr>
        <p:spPr/>
        <p:txBody>
          <a:bodyPr/>
          <a:lstStyle/>
          <a:p>
            <a:pPr>
              <a:defRPr/>
            </a:pPr>
            <a:fld id="{816960B2-2B11-492C-B588-5290E1274F96}" type="slidenum">
              <a:rPr lang="en-US" altLang="zh-CN" smtClean="0"/>
            </a:fld>
            <a:endParaRPr lang="en-US" altLang="zh-CN" dirty="0"/>
          </a:p>
        </p:txBody>
      </p:sp>
      <p:cxnSp>
        <p:nvCxnSpPr>
          <p:cNvPr id="5" name="直接连接符 29"/>
          <p:cNvCxnSpPr>
            <a:endCxn id="24" idx="1"/>
          </p:cNvCxnSpPr>
          <p:nvPr/>
        </p:nvCxnSpPr>
        <p:spPr bwMode="auto">
          <a:xfrm>
            <a:off x="1775520" y="3070471"/>
            <a:ext cx="1379657" cy="0"/>
          </a:xfrm>
          <a:prstGeom prst="line">
            <a:avLst/>
          </a:prstGeom>
          <a:solidFill>
            <a:schemeClr val="accent1"/>
          </a:solidFill>
          <a:ln w="25400" cap="flat" cmpd="sng" algn="ctr">
            <a:solidFill>
              <a:schemeClr val="tx1"/>
            </a:solidFill>
            <a:prstDash val="solid"/>
            <a:round/>
            <a:headEnd type="none" w="med" len="med"/>
            <a:tailEnd type="none" w="med" len="med"/>
          </a:ln>
          <a:effectLst/>
        </p:spPr>
      </p:cxnSp>
      <p:sp>
        <p:nvSpPr>
          <p:cNvPr id="6" name="矩形 42"/>
          <p:cNvSpPr/>
          <p:nvPr/>
        </p:nvSpPr>
        <p:spPr>
          <a:xfrm>
            <a:off x="3824603" y="2494819"/>
            <a:ext cx="1359668" cy="588944"/>
          </a:xfrm>
          <a:prstGeom prst="rect">
            <a:avLst/>
          </a:prstGeom>
        </p:spPr>
        <p:txBody>
          <a:bodyPr wrap="none">
            <a:spAutoFit/>
          </a:bodyPr>
          <a:lstStyle/>
          <a:p>
            <a:pPr>
              <a:lnSpc>
                <a:spcPct val="120000"/>
              </a:lnSpc>
            </a:pPr>
            <a:r>
              <a:rPr lang="en-US" altLang="zh-CN" sz="1400" dirty="0">
                <a:latin typeface="微软雅黑 Light" panose="020B0502040204020203" pitchFamily="34" charset="-122"/>
                <a:ea typeface="微软雅黑 Light" panose="020B0502040204020203" pitchFamily="34" charset="-122"/>
                <a:cs typeface="+mn-ea"/>
                <a:sym typeface="+mn-lt"/>
              </a:rPr>
              <a:t>GE0/0/0</a:t>
            </a:r>
            <a:endParaRPr lang="en-US" altLang="zh-CN" sz="1400" dirty="0">
              <a:latin typeface="微软雅黑 Light" panose="020B0502040204020203" pitchFamily="34" charset="-122"/>
              <a:ea typeface="微软雅黑 Light" panose="020B0502040204020203" pitchFamily="34" charset="-122"/>
              <a:cs typeface="+mn-ea"/>
              <a:sym typeface="+mn-lt"/>
            </a:endParaRPr>
          </a:p>
          <a:p>
            <a:pPr>
              <a:lnSpc>
                <a:spcPct val="120000"/>
              </a:lnSpc>
            </a:pPr>
            <a:r>
              <a:rPr lang="en-US" altLang="zh-CN" sz="1400" dirty="0">
                <a:latin typeface="微软雅黑 Light" panose="020B0502040204020203" pitchFamily="34" charset="-122"/>
                <a:ea typeface="微软雅黑 Light" panose="020B0502040204020203" pitchFamily="34" charset="-122"/>
                <a:cs typeface="+mn-ea"/>
                <a:sym typeface="+mn-lt"/>
              </a:rPr>
              <a:t>192.168.12.1/24</a:t>
            </a:r>
            <a:endParaRPr lang="en-US" altLang="zh-CN" sz="1400" dirty="0">
              <a:latin typeface="微软雅黑 Light" panose="020B0502040204020203" pitchFamily="34" charset="-122"/>
              <a:ea typeface="微软雅黑 Light" panose="020B0502040204020203" pitchFamily="34" charset="-122"/>
              <a:cs typeface="+mn-ea"/>
              <a:sym typeface="+mn-lt"/>
            </a:endParaRPr>
          </a:p>
        </p:txBody>
      </p:sp>
      <p:sp>
        <p:nvSpPr>
          <p:cNvPr id="9" name="矩形 69"/>
          <p:cNvSpPr/>
          <p:nvPr/>
        </p:nvSpPr>
        <p:spPr>
          <a:xfrm>
            <a:off x="5740599" y="3447164"/>
            <a:ext cx="463879" cy="330411"/>
          </a:xfrm>
          <a:prstGeom prst="rect">
            <a:avLst/>
          </a:prstGeom>
        </p:spPr>
        <p:txBody>
          <a:bodyPr wrap="square">
            <a:spAutoFit/>
          </a:bodyPr>
          <a:lstStyle/>
          <a:p>
            <a:pPr algn="ctr">
              <a:lnSpc>
                <a:spcPct val="120000"/>
              </a:lnSpc>
            </a:pPr>
            <a:r>
              <a:rPr lang="en-US" altLang="zh-CN" sz="1400" dirty="0">
                <a:solidFill>
                  <a:schemeClr val="accent2"/>
                </a:solidFill>
                <a:latin typeface="微软雅黑 Light" panose="020B0502040204020203" pitchFamily="34" charset="-122"/>
                <a:ea typeface="微软雅黑 Light" panose="020B0502040204020203" pitchFamily="34" charset="-122"/>
                <a:cs typeface="+mn-ea"/>
                <a:sym typeface="+mn-lt"/>
              </a:rPr>
              <a:t>R2</a:t>
            </a:r>
            <a:endParaRPr lang="en-US" altLang="zh-CN" sz="1400" dirty="0">
              <a:solidFill>
                <a:schemeClr val="accent2"/>
              </a:solidFill>
              <a:latin typeface="微软雅黑 Light" panose="020B0502040204020203" pitchFamily="34" charset="-122"/>
              <a:ea typeface="微软雅黑 Light" panose="020B0502040204020203" pitchFamily="34" charset="-122"/>
              <a:cs typeface="+mn-ea"/>
              <a:sym typeface="+mn-lt"/>
            </a:endParaRPr>
          </a:p>
        </p:txBody>
      </p:sp>
      <p:sp>
        <p:nvSpPr>
          <p:cNvPr id="12" name="矩形 70"/>
          <p:cNvSpPr/>
          <p:nvPr/>
        </p:nvSpPr>
        <p:spPr>
          <a:xfrm>
            <a:off x="8329223" y="3451814"/>
            <a:ext cx="463879" cy="330411"/>
          </a:xfrm>
          <a:prstGeom prst="rect">
            <a:avLst/>
          </a:prstGeom>
        </p:spPr>
        <p:txBody>
          <a:bodyPr wrap="square">
            <a:spAutoFit/>
          </a:bodyPr>
          <a:lstStyle/>
          <a:p>
            <a:pPr algn="ctr">
              <a:lnSpc>
                <a:spcPct val="120000"/>
              </a:lnSpc>
            </a:pPr>
            <a:r>
              <a:rPr lang="en-US" altLang="zh-CN" sz="1400" dirty="0">
                <a:solidFill>
                  <a:schemeClr val="accent2"/>
                </a:solidFill>
                <a:latin typeface="微软雅黑 Light" panose="020B0502040204020203" pitchFamily="34" charset="-122"/>
                <a:ea typeface="微软雅黑 Light" panose="020B0502040204020203" pitchFamily="34" charset="-122"/>
                <a:cs typeface="+mn-ea"/>
                <a:sym typeface="+mn-lt"/>
              </a:rPr>
              <a:t>R3</a:t>
            </a:r>
            <a:endParaRPr lang="en-US" altLang="zh-CN" sz="1400" dirty="0">
              <a:solidFill>
                <a:schemeClr val="accent2"/>
              </a:solidFill>
              <a:latin typeface="微软雅黑 Light" panose="020B0502040204020203" pitchFamily="34" charset="-122"/>
              <a:ea typeface="微软雅黑 Light" panose="020B0502040204020203" pitchFamily="34" charset="-122"/>
              <a:cs typeface="+mn-ea"/>
              <a:sym typeface="+mn-lt"/>
            </a:endParaRPr>
          </a:p>
        </p:txBody>
      </p:sp>
      <p:sp>
        <p:nvSpPr>
          <p:cNvPr id="15" name="矩形 66"/>
          <p:cNvSpPr/>
          <p:nvPr/>
        </p:nvSpPr>
        <p:spPr>
          <a:xfrm>
            <a:off x="3291214" y="3452491"/>
            <a:ext cx="463879" cy="330411"/>
          </a:xfrm>
          <a:prstGeom prst="rect">
            <a:avLst/>
          </a:prstGeom>
        </p:spPr>
        <p:txBody>
          <a:bodyPr wrap="square">
            <a:spAutoFit/>
          </a:bodyPr>
          <a:lstStyle/>
          <a:p>
            <a:pPr algn="ctr">
              <a:lnSpc>
                <a:spcPct val="120000"/>
              </a:lnSpc>
            </a:pPr>
            <a:r>
              <a:rPr lang="en-US" altLang="zh-CN" sz="1400" dirty="0">
                <a:solidFill>
                  <a:schemeClr val="accent2"/>
                </a:solidFill>
                <a:latin typeface="微软雅黑 Light" panose="020B0502040204020203" pitchFamily="34" charset="-122"/>
                <a:ea typeface="微软雅黑 Light" panose="020B0502040204020203" pitchFamily="34" charset="-122"/>
                <a:cs typeface="+mn-ea"/>
                <a:sym typeface="+mn-lt"/>
              </a:rPr>
              <a:t>R1</a:t>
            </a:r>
            <a:endParaRPr lang="en-US" altLang="zh-CN" sz="1400" dirty="0">
              <a:solidFill>
                <a:schemeClr val="accent2"/>
              </a:solidFill>
              <a:latin typeface="微软雅黑 Light" panose="020B0502040204020203" pitchFamily="34" charset="-122"/>
              <a:ea typeface="微软雅黑 Light" panose="020B0502040204020203" pitchFamily="34" charset="-122"/>
              <a:cs typeface="+mn-ea"/>
              <a:sym typeface="+mn-lt"/>
            </a:endParaRPr>
          </a:p>
        </p:txBody>
      </p:sp>
      <p:sp>
        <p:nvSpPr>
          <p:cNvPr id="16" name="矩形 42"/>
          <p:cNvSpPr/>
          <p:nvPr/>
        </p:nvSpPr>
        <p:spPr>
          <a:xfrm>
            <a:off x="4232724" y="3106290"/>
            <a:ext cx="1390124" cy="588944"/>
          </a:xfrm>
          <a:prstGeom prst="rect">
            <a:avLst/>
          </a:prstGeom>
        </p:spPr>
        <p:txBody>
          <a:bodyPr wrap="none">
            <a:spAutoFit/>
          </a:bodyPr>
          <a:lstStyle/>
          <a:p>
            <a:pPr algn="r">
              <a:lnSpc>
                <a:spcPct val="120000"/>
              </a:lnSpc>
            </a:pPr>
            <a:r>
              <a:rPr lang="en-US" altLang="zh-CN" sz="1400" dirty="0">
                <a:latin typeface="微软雅黑 Light" panose="020B0502040204020203" pitchFamily="34" charset="-122"/>
                <a:ea typeface="微软雅黑 Light" panose="020B0502040204020203" pitchFamily="34" charset="-122"/>
                <a:cs typeface="+mn-ea"/>
                <a:sym typeface="+mn-lt"/>
              </a:rPr>
              <a:t>GE0/0/0</a:t>
            </a:r>
            <a:endParaRPr lang="en-US" altLang="zh-CN" sz="1400" dirty="0">
              <a:latin typeface="微软雅黑 Light" panose="020B0502040204020203" pitchFamily="34" charset="-122"/>
              <a:ea typeface="微软雅黑 Light" panose="020B0502040204020203" pitchFamily="34" charset="-122"/>
              <a:cs typeface="+mn-ea"/>
              <a:sym typeface="+mn-lt"/>
            </a:endParaRPr>
          </a:p>
          <a:p>
            <a:pPr algn="r">
              <a:lnSpc>
                <a:spcPct val="120000"/>
              </a:lnSpc>
            </a:pPr>
            <a:r>
              <a:rPr lang="en-US" altLang="zh-CN" sz="1400" dirty="0">
                <a:latin typeface="微软雅黑 Light" panose="020B0502040204020203" pitchFamily="34" charset="-122"/>
                <a:ea typeface="微软雅黑 Light" panose="020B0502040204020203" pitchFamily="34" charset="-122"/>
                <a:cs typeface="+mn-ea"/>
                <a:sym typeface="+mn-lt"/>
              </a:rPr>
              <a:t>192.168.12.2/24</a:t>
            </a:r>
            <a:endParaRPr lang="en-US" altLang="zh-CN" sz="1400" dirty="0">
              <a:latin typeface="微软雅黑 Light" panose="020B0502040204020203" pitchFamily="34" charset="-122"/>
              <a:ea typeface="微软雅黑 Light" panose="020B0502040204020203" pitchFamily="34" charset="-122"/>
              <a:cs typeface="+mn-ea"/>
              <a:sym typeface="+mn-lt"/>
            </a:endParaRPr>
          </a:p>
        </p:txBody>
      </p:sp>
      <p:sp>
        <p:nvSpPr>
          <p:cNvPr id="17" name="矩形 42"/>
          <p:cNvSpPr/>
          <p:nvPr/>
        </p:nvSpPr>
        <p:spPr>
          <a:xfrm>
            <a:off x="6295456" y="2469334"/>
            <a:ext cx="1476686" cy="585610"/>
          </a:xfrm>
          <a:prstGeom prst="rect">
            <a:avLst/>
          </a:prstGeom>
        </p:spPr>
        <p:txBody>
          <a:bodyPr wrap="none">
            <a:spAutoFit/>
          </a:bodyPr>
          <a:lstStyle/>
          <a:p>
            <a:pPr>
              <a:lnSpc>
                <a:spcPct val="120000"/>
              </a:lnSpc>
            </a:pPr>
            <a:r>
              <a:rPr lang="en-US" altLang="zh-CN" sz="1400" dirty="0">
                <a:latin typeface="微软雅黑 Light" panose="020B0502040204020203" pitchFamily="34" charset="-122"/>
                <a:ea typeface="微软雅黑 Light" panose="020B0502040204020203" pitchFamily="34" charset="-122"/>
                <a:cs typeface="+mn-ea"/>
                <a:sym typeface="+mn-lt"/>
              </a:rPr>
              <a:t>GE0/0/1</a:t>
            </a:r>
            <a:endParaRPr lang="en-US" altLang="zh-CN" sz="1400" dirty="0">
              <a:latin typeface="微软雅黑 Light" panose="020B0502040204020203" pitchFamily="34" charset="-122"/>
              <a:ea typeface="微软雅黑 Light" panose="020B0502040204020203" pitchFamily="34" charset="-122"/>
              <a:cs typeface="+mn-ea"/>
              <a:sym typeface="+mn-lt"/>
            </a:endParaRPr>
          </a:p>
          <a:p>
            <a:pPr>
              <a:lnSpc>
                <a:spcPct val="120000"/>
              </a:lnSpc>
            </a:pPr>
            <a:r>
              <a:rPr lang="en-US" altLang="zh-CN" sz="1400" dirty="0">
                <a:latin typeface="微软雅黑 Light" panose="020B0502040204020203" pitchFamily="34" charset="-122"/>
                <a:ea typeface="微软雅黑 Light" panose="020B0502040204020203" pitchFamily="34" charset="-122"/>
                <a:cs typeface="+mn-ea"/>
                <a:sym typeface="+mn-lt"/>
              </a:rPr>
              <a:t>192.168.23.2/24</a:t>
            </a:r>
            <a:endParaRPr lang="en-US" altLang="zh-CN" sz="1400" dirty="0">
              <a:latin typeface="微软雅黑 Light" panose="020B0502040204020203" pitchFamily="34" charset="-122"/>
              <a:ea typeface="微软雅黑 Light" panose="020B0502040204020203" pitchFamily="34" charset="-122"/>
              <a:cs typeface="+mn-ea"/>
              <a:sym typeface="+mn-lt"/>
            </a:endParaRPr>
          </a:p>
        </p:txBody>
      </p:sp>
      <p:sp>
        <p:nvSpPr>
          <p:cNvPr id="18" name="矩形 42"/>
          <p:cNvSpPr/>
          <p:nvPr/>
        </p:nvSpPr>
        <p:spPr>
          <a:xfrm>
            <a:off x="6762313" y="3136195"/>
            <a:ext cx="1476686" cy="585610"/>
          </a:xfrm>
          <a:prstGeom prst="rect">
            <a:avLst/>
          </a:prstGeom>
        </p:spPr>
        <p:txBody>
          <a:bodyPr wrap="none">
            <a:spAutoFit/>
          </a:bodyPr>
          <a:lstStyle/>
          <a:p>
            <a:pPr algn="r">
              <a:lnSpc>
                <a:spcPct val="120000"/>
              </a:lnSpc>
            </a:pPr>
            <a:r>
              <a:rPr lang="en-US" altLang="zh-CN" sz="1400" dirty="0">
                <a:latin typeface="微软雅黑 Light" panose="020B0502040204020203" pitchFamily="34" charset="-122"/>
                <a:ea typeface="微软雅黑 Light" panose="020B0502040204020203" pitchFamily="34" charset="-122"/>
                <a:cs typeface="+mn-ea"/>
                <a:sym typeface="+mn-lt"/>
              </a:rPr>
              <a:t>GE0/0/0</a:t>
            </a:r>
            <a:endParaRPr lang="en-US" altLang="zh-CN" sz="1400" dirty="0">
              <a:latin typeface="微软雅黑 Light" panose="020B0502040204020203" pitchFamily="34" charset="-122"/>
              <a:ea typeface="微软雅黑 Light" panose="020B0502040204020203" pitchFamily="34" charset="-122"/>
              <a:cs typeface="+mn-ea"/>
              <a:sym typeface="+mn-lt"/>
            </a:endParaRPr>
          </a:p>
          <a:p>
            <a:pPr algn="r">
              <a:lnSpc>
                <a:spcPct val="120000"/>
              </a:lnSpc>
            </a:pPr>
            <a:r>
              <a:rPr lang="en-US" altLang="zh-CN" sz="1400" dirty="0">
                <a:latin typeface="微软雅黑 Light" panose="020B0502040204020203" pitchFamily="34" charset="-122"/>
                <a:ea typeface="微软雅黑 Light" panose="020B0502040204020203" pitchFamily="34" charset="-122"/>
                <a:cs typeface="+mn-ea"/>
                <a:sym typeface="+mn-lt"/>
              </a:rPr>
              <a:t>192.168.23.3/24</a:t>
            </a:r>
            <a:endParaRPr lang="en-US" altLang="zh-CN" sz="1400" dirty="0">
              <a:latin typeface="微软雅黑 Light" panose="020B0502040204020203" pitchFamily="34" charset="-122"/>
              <a:ea typeface="微软雅黑 Light" panose="020B0502040204020203" pitchFamily="34" charset="-122"/>
              <a:cs typeface="+mn-ea"/>
              <a:sym typeface="+mn-lt"/>
            </a:endParaRPr>
          </a:p>
        </p:txBody>
      </p:sp>
      <p:sp>
        <p:nvSpPr>
          <p:cNvPr id="19" name="矩形 42"/>
          <p:cNvSpPr/>
          <p:nvPr/>
        </p:nvSpPr>
        <p:spPr>
          <a:xfrm>
            <a:off x="2245508" y="2484861"/>
            <a:ext cx="880369" cy="585610"/>
          </a:xfrm>
          <a:prstGeom prst="rect">
            <a:avLst/>
          </a:prstGeom>
        </p:spPr>
        <p:txBody>
          <a:bodyPr wrap="none">
            <a:spAutoFit/>
          </a:bodyPr>
          <a:lstStyle/>
          <a:p>
            <a:pPr algn="r">
              <a:lnSpc>
                <a:spcPct val="120000"/>
              </a:lnSpc>
            </a:pPr>
            <a:r>
              <a:rPr lang="en-US" altLang="zh-CN" sz="1400" dirty="0">
                <a:latin typeface="微软雅黑 Light" panose="020B0502040204020203" pitchFamily="34" charset="-122"/>
                <a:ea typeface="微软雅黑 Light" panose="020B0502040204020203" pitchFamily="34" charset="-122"/>
                <a:cs typeface="+mn-ea"/>
                <a:sym typeface="+mn-lt"/>
              </a:rPr>
              <a:t>GE0/0/1</a:t>
            </a:r>
            <a:endParaRPr lang="en-US" altLang="zh-CN" sz="1400" dirty="0">
              <a:latin typeface="微软雅黑 Light" panose="020B0502040204020203" pitchFamily="34" charset="-122"/>
              <a:ea typeface="微软雅黑 Light" panose="020B0502040204020203" pitchFamily="34" charset="-122"/>
              <a:cs typeface="+mn-ea"/>
              <a:sym typeface="+mn-lt"/>
            </a:endParaRPr>
          </a:p>
          <a:p>
            <a:pPr algn="r">
              <a:lnSpc>
                <a:spcPct val="120000"/>
              </a:lnSpc>
            </a:pPr>
            <a:r>
              <a:rPr lang="en-US" altLang="zh-CN" sz="1400" dirty="0">
                <a:latin typeface="微软雅黑 Light" panose="020B0502040204020203" pitchFamily="34" charset="-122"/>
                <a:ea typeface="微软雅黑 Light" panose="020B0502040204020203" pitchFamily="34" charset="-122"/>
                <a:cs typeface="+mn-ea"/>
                <a:sym typeface="+mn-lt"/>
              </a:rPr>
              <a:t>1.0.0.0/8</a:t>
            </a:r>
            <a:endParaRPr lang="en-US" altLang="zh-CN" sz="1400" dirty="0">
              <a:latin typeface="微软雅黑 Light" panose="020B0502040204020203" pitchFamily="34" charset="-122"/>
              <a:ea typeface="微软雅黑 Light" panose="020B0502040204020203" pitchFamily="34" charset="-122"/>
              <a:cs typeface="+mn-ea"/>
              <a:sym typeface="+mn-lt"/>
            </a:endParaRPr>
          </a:p>
        </p:txBody>
      </p:sp>
      <p:sp>
        <p:nvSpPr>
          <p:cNvPr id="20" name="矩形 42"/>
          <p:cNvSpPr/>
          <p:nvPr/>
        </p:nvSpPr>
        <p:spPr>
          <a:xfrm>
            <a:off x="8860193" y="2507273"/>
            <a:ext cx="880369" cy="585610"/>
          </a:xfrm>
          <a:prstGeom prst="rect">
            <a:avLst/>
          </a:prstGeom>
        </p:spPr>
        <p:txBody>
          <a:bodyPr wrap="none">
            <a:spAutoFit/>
          </a:bodyPr>
          <a:lstStyle/>
          <a:p>
            <a:pPr>
              <a:lnSpc>
                <a:spcPct val="120000"/>
              </a:lnSpc>
            </a:pPr>
            <a:r>
              <a:rPr lang="en-US" altLang="zh-CN" sz="1400" dirty="0">
                <a:latin typeface="微软雅黑 Light" panose="020B0502040204020203" pitchFamily="34" charset="-122"/>
                <a:ea typeface="微软雅黑 Light" panose="020B0502040204020203" pitchFamily="34" charset="-122"/>
                <a:cs typeface="+mn-ea"/>
                <a:sym typeface="+mn-lt"/>
              </a:rPr>
              <a:t>GE0/0/1</a:t>
            </a:r>
            <a:endParaRPr lang="en-US" altLang="zh-CN" sz="1400" dirty="0">
              <a:latin typeface="微软雅黑 Light" panose="020B0502040204020203" pitchFamily="34" charset="-122"/>
              <a:ea typeface="微软雅黑 Light" panose="020B0502040204020203" pitchFamily="34" charset="-122"/>
              <a:cs typeface="+mn-ea"/>
              <a:sym typeface="+mn-lt"/>
            </a:endParaRPr>
          </a:p>
          <a:p>
            <a:pPr>
              <a:lnSpc>
                <a:spcPct val="120000"/>
              </a:lnSpc>
            </a:pPr>
            <a:r>
              <a:rPr lang="en-US" altLang="zh-CN" sz="1400" dirty="0">
                <a:latin typeface="微软雅黑 Light" panose="020B0502040204020203" pitchFamily="34" charset="-122"/>
                <a:ea typeface="微软雅黑 Light" panose="020B0502040204020203" pitchFamily="34" charset="-122"/>
                <a:cs typeface="+mn-ea"/>
                <a:sym typeface="+mn-lt"/>
              </a:rPr>
              <a:t>3.0.0.0/8</a:t>
            </a:r>
            <a:endParaRPr lang="en-US" altLang="zh-CN" sz="1400" dirty="0">
              <a:latin typeface="微软雅黑 Light" panose="020B0502040204020203" pitchFamily="34" charset="-122"/>
              <a:ea typeface="微软雅黑 Light" panose="020B0502040204020203" pitchFamily="34" charset="-122"/>
              <a:cs typeface="+mn-ea"/>
              <a:sym typeface="+mn-lt"/>
            </a:endParaRPr>
          </a:p>
        </p:txBody>
      </p:sp>
      <p:graphicFrame>
        <p:nvGraphicFramePr>
          <p:cNvPr id="21" name="表格 176"/>
          <p:cNvGraphicFramePr>
            <a:graphicFrameLocks noGrp="1"/>
          </p:cNvGraphicFramePr>
          <p:nvPr/>
        </p:nvGraphicFramePr>
        <p:xfrm>
          <a:off x="2317154" y="3970634"/>
          <a:ext cx="2412000" cy="1641316"/>
        </p:xfrm>
        <a:graphic>
          <a:graphicData uri="http://schemas.openxmlformats.org/drawingml/2006/table">
            <a:tbl>
              <a:tblPr firstRow="1" bandRow="1">
                <a:tableStyleId>{5940675A-B579-460E-94D1-54222C63F5DA}</a:tableStyleId>
              </a:tblPr>
              <a:tblGrid>
                <a:gridCol w="1368000"/>
                <a:gridCol w="756000"/>
                <a:gridCol w="288000"/>
              </a:tblGrid>
              <a:tr h="332452">
                <a:tc gridSpan="3">
                  <a:txBody>
                    <a:bodyPr/>
                    <a:lstStyle/>
                    <a:p>
                      <a:pPr algn="ctr">
                        <a:lnSpc>
                          <a:spcPct val="120000"/>
                        </a:lnSpc>
                        <a:spcBef>
                          <a:spcPts val="0"/>
                        </a:spcBef>
                        <a:spcAft>
                          <a:spcPts val="0"/>
                        </a:spcAft>
                      </a:pPr>
                      <a:r>
                        <a:rPr lang="en-US" altLang="zh-CN" sz="1400" b="0" dirty="0">
                          <a:latin typeface="微软雅黑 Light" panose="020B0502040204020203" pitchFamily="34" charset="-122"/>
                          <a:ea typeface="微软雅黑 Light" panose="020B0502040204020203" pitchFamily="34" charset="-122"/>
                          <a:cs typeface="+mn-ea"/>
                          <a:sym typeface="+mn-lt"/>
                        </a:rPr>
                        <a:t>R1</a:t>
                      </a:r>
                      <a:r>
                        <a:rPr lang="zh-CN" altLang="en-US" sz="1400" b="0" dirty="0">
                          <a:latin typeface="微软雅黑 Light" panose="020B0502040204020203" pitchFamily="34" charset="-122"/>
                          <a:ea typeface="微软雅黑 Light" panose="020B0502040204020203" pitchFamily="34" charset="-122"/>
                          <a:cs typeface="+mn-ea"/>
                          <a:sym typeface="+mn-lt"/>
                        </a:rPr>
                        <a:t>的路由表</a:t>
                      </a:r>
                      <a:endParaRPr lang="zh-CN" altLang="en-US" sz="1400" b="0" dirty="0">
                        <a:latin typeface="微软雅黑 Light" panose="020B0502040204020203" pitchFamily="34" charset="-122"/>
                        <a:ea typeface="微软雅黑 Light" panose="020B0502040204020203" pitchFamily="34" charset="-122"/>
                        <a:cs typeface="+mn-ea"/>
                        <a:sym typeface="+mn-lt"/>
                      </a:endParaRPr>
                    </a:p>
                  </a:txBody>
                  <a:tcPr marL="0" marR="0">
                    <a:lnL w="28575"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no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cPr/>
                </a:tc>
                <a:tc hMerge="1">
                  <a:tcPr/>
                </a:tc>
              </a:tr>
              <a:tr h="132770">
                <a:tc>
                  <a:txBody>
                    <a:bodyPr/>
                    <a:lstStyle/>
                    <a:p>
                      <a:pPr algn="ctr">
                        <a:lnSpc>
                          <a:spcPct val="120000"/>
                        </a:lnSpc>
                        <a:spcBef>
                          <a:spcPts val="0"/>
                        </a:spcBef>
                        <a:spcAft>
                          <a:spcPts val="0"/>
                        </a:spcAft>
                      </a:pPr>
                      <a:r>
                        <a:rPr lang="en-US" altLang="zh-CN" sz="1400" dirty="0">
                          <a:latin typeface="微软雅黑 Light" panose="020B0502040204020203" pitchFamily="34" charset="-122"/>
                          <a:ea typeface="微软雅黑 Light" panose="020B0502040204020203" pitchFamily="34" charset="-122"/>
                          <a:cs typeface="+mn-ea"/>
                          <a:sym typeface="+mn-lt"/>
                        </a:rPr>
                        <a:t>192.168.12.0</a:t>
                      </a:r>
                      <a:endParaRPr lang="zh-CN" altLang="en-US" sz="1400" dirty="0">
                        <a:latin typeface="微软雅黑 Light" panose="020B0502040204020203" pitchFamily="34" charset="-122"/>
                        <a:ea typeface="微软雅黑 Light" panose="020B0502040204020203" pitchFamily="34" charset="-122"/>
                        <a:cs typeface="+mn-ea"/>
                        <a:sym typeface="+mn-lt"/>
                      </a:endParaRPr>
                    </a:p>
                  </a:txBody>
                  <a:tcPr marL="0" marR="0">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20000"/>
                        </a:lnSpc>
                        <a:spcBef>
                          <a:spcPts val="0"/>
                        </a:spcBef>
                        <a:spcAft>
                          <a:spcPts val="0"/>
                        </a:spcAft>
                      </a:pPr>
                      <a:r>
                        <a:rPr lang="en-US" altLang="zh-CN" sz="1400">
                          <a:latin typeface="微软雅黑 Light" panose="020B0502040204020203" pitchFamily="34" charset="-122"/>
                          <a:ea typeface="微软雅黑 Light" panose="020B0502040204020203" pitchFamily="34" charset="-122"/>
                          <a:cs typeface="+mn-ea"/>
                          <a:sym typeface="+mn-lt"/>
                        </a:rPr>
                        <a:t>GE0/0/0</a:t>
                      </a:r>
                      <a:endParaRPr lang="zh-CN" altLang="en-US" sz="1400">
                        <a:latin typeface="微软雅黑 Light" panose="020B0502040204020203" pitchFamily="34" charset="-122"/>
                        <a:ea typeface="微软雅黑 Light" panose="020B0502040204020203" pitchFamily="34" charset="-122"/>
                        <a:cs typeface="+mn-ea"/>
                        <a:sym typeface="+mn-lt"/>
                      </a:endParaRPr>
                    </a:p>
                  </a:txBody>
                  <a:tcPr marL="0" mar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20000"/>
                        </a:lnSpc>
                        <a:spcBef>
                          <a:spcPts val="0"/>
                        </a:spcBef>
                        <a:spcAft>
                          <a:spcPts val="0"/>
                        </a:spcAft>
                      </a:pPr>
                      <a:r>
                        <a:rPr lang="en-US" altLang="zh-CN" sz="1400">
                          <a:latin typeface="微软雅黑 Light" panose="020B0502040204020203" pitchFamily="34" charset="-122"/>
                          <a:ea typeface="微软雅黑 Light" panose="020B0502040204020203" pitchFamily="34" charset="-122"/>
                          <a:cs typeface="+mn-ea"/>
                          <a:sym typeface="+mn-lt"/>
                        </a:rPr>
                        <a:t>0</a:t>
                      </a:r>
                      <a:endParaRPr lang="zh-CN" altLang="en-US" sz="1400">
                        <a:latin typeface="微软雅黑 Light" panose="020B0502040204020203" pitchFamily="34" charset="-122"/>
                        <a:ea typeface="微软雅黑 Light" panose="020B0502040204020203" pitchFamily="34" charset="-122"/>
                        <a:cs typeface="+mn-ea"/>
                        <a:sym typeface="+mn-lt"/>
                      </a:endParaRPr>
                    </a:p>
                  </a:txBody>
                  <a:tcPr marL="0" marR="0">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132770">
                <a:tc>
                  <a:txBody>
                    <a:bodyPr/>
                    <a:lstStyle/>
                    <a:p>
                      <a:pPr algn="ctr">
                        <a:lnSpc>
                          <a:spcPct val="120000"/>
                        </a:lnSpc>
                        <a:spcBef>
                          <a:spcPts val="0"/>
                        </a:spcBef>
                        <a:spcAft>
                          <a:spcPts val="0"/>
                        </a:spcAft>
                      </a:pPr>
                      <a:r>
                        <a:rPr lang="en-US" altLang="zh-CN" sz="1400" dirty="0">
                          <a:latin typeface="微软雅黑 Light" panose="020B0502040204020203" pitchFamily="34" charset="-122"/>
                          <a:ea typeface="微软雅黑 Light" panose="020B0502040204020203" pitchFamily="34" charset="-122"/>
                          <a:cs typeface="+mn-ea"/>
                          <a:sym typeface="+mn-lt"/>
                        </a:rPr>
                        <a:t>1.0.0.0</a:t>
                      </a:r>
                      <a:endParaRPr lang="zh-CN" altLang="en-US" sz="1400" dirty="0">
                        <a:latin typeface="微软雅黑 Light" panose="020B0502040204020203" pitchFamily="34" charset="-122"/>
                        <a:ea typeface="微软雅黑 Light" panose="020B0502040204020203" pitchFamily="34" charset="-122"/>
                        <a:cs typeface="+mn-ea"/>
                        <a:sym typeface="+mn-lt"/>
                      </a:endParaRPr>
                    </a:p>
                  </a:txBody>
                  <a:tcPr marL="0" marR="0">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20000"/>
                        </a:lnSpc>
                        <a:spcBef>
                          <a:spcPts val="0"/>
                        </a:spcBef>
                        <a:spcAft>
                          <a:spcPts val="0"/>
                        </a:spcAft>
                      </a:pPr>
                      <a:r>
                        <a:rPr lang="en-US" altLang="zh-CN" sz="1400">
                          <a:latin typeface="微软雅黑 Light" panose="020B0502040204020203" pitchFamily="34" charset="-122"/>
                          <a:ea typeface="微软雅黑 Light" panose="020B0502040204020203" pitchFamily="34" charset="-122"/>
                          <a:cs typeface="+mn-ea"/>
                          <a:sym typeface="+mn-lt"/>
                        </a:rPr>
                        <a:t>GE0/0/1</a:t>
                      </a:r>
                      <a:endParaRPr lang="zh-CN" altLang="en-US" sz="1400">
                        <a:latin typeface="微软雅黑 Light" panose="020B0502040204020203" pitchFamily="34" charset="-122"/>
                        <a:ea typeface="微软雅黑 Light" panose="020B0502040204020203" pitchFamily="34" charset="-122"/>
                        <a:cs typeface="+mn-ea"/>
                        <a:sym typeface="+mn-lt"/>
                      </a:endParaRPr>
                    </a:p>
                  </a:txBody>
                  <a:tcPr marL="0" mar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20000"/>
                        </a:lnSpc>
                        <a:spcBef>
                          <a:spcPts val="0"/>
                        </a:spcBef>
                        <a:spcAft>
                          <a:spcPts val="0"/>
                        </a:spcAft>
                      </a:pPr>
                      <a:r>
                        <a:rPr lang="en-US" altLang="zh-CN" sz="1400">
                          <a:latin typeface="微软雅黑 Light" panose="020B0502040204020203" pitchFamily="34" charset="-122"/>
                          <a:ea typeface="微软雅黑 Light" panose="020B0502040204020203" pitchFamily="34" charset="-122"/>
                          <a:cs typeface="+mn-ea"/>
                          <a:sym typeface="+mn-lt"/>
                        </a:rPr>
                        <a:t>0</a:t>
                      </a:r>
                      <a:endParaRPr lang="zh-CN" altLang="en-US" sz="1400">
                        <a:latin typeface="微软雅黑 Light" panose="020B0502040204020203" pitchFamily="34" charset="-122"/>
                        <a:ea typeface="微软雅黑 Light" panose="020B0502040204020203" pitchFamily="34" charset="-122"/>
                        <a:cs typeface="+mn-ea"/>
                        <a:sym typeface="+mn-lt"/>
                      </a:endParaRPr>
                    </a:p>
                  </a:txBody>
                  <a:tcPr marL="0" marR="0">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132770">
                <a:tc>
                  <a:txBody>
                    <a:bodyPr/>
                    <a:lstStyle/>
                    <a:p>
                      <a:pPr marL="0" algn="ctr" defTabSz="914400" rtl="0" eaLnBrk="1" latinLnBrk="0" hangingPunct="1">
                        <a:lnSpc>
                          <a:spcPct val="120000"/>
                        </a:lnSpc>
                        <a:spcBef>
                          <a:spcPts val="0"/>
                        </a:spcBef>
                        <a:spcAft>
                          <a:spcPts val="0"/>
                        </a:spcAft>
                      </a:pPr>
                      <a:r>
                        <a:rPr lang="en-US" altLang="zh-CN" sz="1400" kern="1200" dirty="0">
                          <a:solidFill>
                            <a:schemeClr val="tx1"/>
                          </a:solidFill>
                          <a:latin typeface="微软雅黑 Light" panose="020B0502040204020203" pitchFamily="34" charset="-122"/>
                          <a:ea typeface="微软雅黑 Light" panose="020B0502040204020203" pitchFamily="34" charset="-122"/>
                          <a:cs typeface="+mn-ea"/>
                          <a:sym typeface="+mn-lt"/>
                        </a:rPr>
                        <a:t>192.168.23.0</a:t>
                      </a:r>
                      <a:endParaRPr lang="zh-CN" altLang="en-US" sz="1400" kern="1200" dirty="0">
                        <a:solidFill>
                          <a:schemeClr val="tx1"/>
                        </a:solidFill>
                        <a:latin typeface="微软雅黑 Light" panose="020B0502040204020203" pitchFamily="34" charset="-122"/>
                        <a:ea typeface="微软雅黑 Light" panose="020B0502040204020203" pitchFamily="34" charset="-122"/>
                        <a:cs typeface="+mn-ea"/>
                        <a:sym typeface="+mn-lt"/>
                      </a:endParaRPr>
                    </a:p>
                  </a:txBody>
                  <a:tcPr marL="0" marR="0">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marL="0" algn="ctr" defTabSz="914400" rtl="0" eaLnBrk="1" latinLnBrk="0" hangingPunct="1">
                        <a:lnSpc>
                          <a:spcPct val="120000"/>
                        </a:lnSpc>
                        <a:spcBef>
                          <a:spcPts val="0"/>
                        </a:spcBef>
                        <a:spcAft>
                          <a:spcPts val="0"/>
                        </a:spcAft>
                      </a:pPr>
                      <a:r>
                        <a:rPr lang="en-US" altLang="zh-CN" sz="1400" kern="1200" dirty="0">
                          <a:solidFill>
                            <a:schemeClr val="tx1"/>
                          </a:solidFill>
                          <a:latin typeface="微软雅黑 Light" panose="020B0502040204020203" pitchFamily="34" charset="-122"/>
                          <a:ea typeface="微软雅黑 Light" panose="020B0502040204020203" pitchFamily="34" charset="-122"/>
                          <a:cs typeface="+mn-ea"/>
                          <a:sym typeface="+mn-lt"/>
                        </a:rPr>
                        <a:t>GE0/0/0</a:t>
                      </a:r>
                      <a:endParaRPr lang="zh-CN" altLang="en-US" sz="1400" kern="1200" dirty="0">
                        <a:solidFill>
                          <a:schemeClr val="tx1"/>
                        </a:solidFill>
                        <a:latin typeface="微软雅黑 Light" panose="020B0502040204020203" pitchFamily="34" charset="-122"/>
                        <a:ea typeface="微软雅黑 Light" panose="020B0502040204020203" pitchFamily="34" charset="-122"/>
                        <a:cs typeface="+mn-ea"/>
                        <a:sym typeface="+mn-lt"/>
                      </a:endParaRPr>
                    </a:p>
                  </a:txBody>
                  <a:tcPr marL="0" mar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marL="0" algn="ctr" defTabSz="914400" rtl="0" eaLnBrk="1" latinLnBrk="0" hangingPunct="1">
                        <a:lnSpc>
                          <a:spcPct val="120000"/>
                        </a:lnSpc>
                        <a:spcBef>
                          <a:spcPts val="0"/>
                        </a:spcBef>
                        <a:spcAft>
                          <a:spcPts val="0"/>
                        </a:spcAft>
                      </a:pPr>
                      <a:r>
                        <a:rPr lang="en-US" altLang="zh-CN" sz="1400" kern="1200" dirty="0">
                          <a:solidFill>
                            <a:schemeClr val="tx1"/>
                          </a:solidFill>
                          <a:latin typeface="微软雅黑 Light" panose="020B0502040204020203" pitchFamily="34" charset="-122"/>
                          <a:ea typeface="微软雅黑 Light" panose="020B0502040204020203" pitchFamily="34" charset="-122"/>
                          <a:cs typeface="+mn-ea"/>
                          <a:sym typeface="+mn-lt"/>
                        </a:rPr>
                        <a:t>1</a:t>
                      </a:r>
                      <a:endParaRPr lang="zh-CN" altLang="en-US" sz="1400" kern="1200" dirty="0">
                        <a:solidFill>
                          <a:schemeClr val="tx1"/>
                        </a:solidFill>
                        <a:latin typeface="微软雅黑 Light" panose="020B0502040204020203" pitchFamily="34" charset="-122"/>
                        <a:ea typeface="微软雅黑 Light" panose="020B0502040204020203" pitchFamily="34" charset="-122"/>
                        <a:cs typeface="+mn-ea"/>
                        <a:sym typeface="+mn-lt"/>
                      </a:endParaRPr>
                    </a:p>
                  </a:txBody>
                  <a:tcPr marL="0" marR="0">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r>
              <a:tr h="132770">
                <a:tc>
                  <a:txBody>
                    <a:bodyPr/>
                    <a:lstStyle/>
                    <a:p>
                      <a:pPr algn="ctr">
                        <a:lnSpc>
                          <a:spcPct val="120000"/>
                        </a:lnSpc>
                        <a:spcBef>
                          <a:spcPts val="0"/>
                        </a:spcBef>
                        <a:spcAft>
                          <a:spcPts val="0"/>
                        </a:spcAft>
                      </a:pPr>
                      <a:r>
                        <a:rPr lang="en-US" altLang="zh-CN" sz="1400" dirty="0">
                          <a:latin typeface="微软雅黑 Light" panose="020B0502040204020203" pitchFamily="34" charset="-122"/>
                          <a:ea typeface="微软雅黑 Light" panose="020B0502040204020203" pitchFamily="34" charset="-122"/>
                          <a:cs typeface="+mn-ea"/>
                          <a:sym typeface="+mn-lt"/>
                        </a:rPr>
                        <a:t>3.0.0.0</a:t>
                      </a:r>
                      <a:endParaRPr lang="zh-CN" altLang="en-US" sz="1400" dirty="0">
                        <a:latin typeface="微软雅黑 Light" panose="020B0502040204020203" pitchFamily="34" charset="-122"/>
                        <a:ea typeface="微软雅黑 Light" panose="020B0502040204020203" pitchFamily="34" charset="-122"/>
                        <a:cs typeface="+mn-ea"/>
                        <a:sym typeface="+mn-lt"/>
                      </a:endParaRPr>
                    </a:p>
                  </a:txBody>
                  <a:tcPr marL="0" marR="0">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ctr">
                        <a:lnSpc>
                          <a:spcPct val="120000"/>
                        </a:lnSpc>
                        <a:spcBef>
                          <a:spcPts val="0"/>
                        </a:spcBef>
                        <a:spcAft>
                          <a:spcPts val="0"/>
                        </a:spcAft>
                      </a:pPr>
                      <a:r>
                        <a:rPr lang="en-US" altLang="zh-CN" sz="1400" dirty="0">
                          <a:latin typeface="微软雅黑 Light" panose="020B0502040204020203" pitchFamily="34" charset="-122"/>
                          <a:ea typeface="微软雅黑 Light" panose="020B0502040204020203" pitchFamily="34" charset="-122"/>
                          <a:cs typeface="+mn-ea"/>
                          <a:sym typeface="+mn-lt"/>
                        </a:rPr>
                        <a:t>GE0/0/0</a:t>
                      </a:r>
                      <a:endParaRPr lang="zh-CN" altLang="en-US" sz="1400" dirty="0">
                        <a:latin typeface="微软雅黑 Light" panose="020B0502040204020203" pitchFamily="34" charset="-122"/>
                        <a:ea typeface="微软雅黑 Light" panose="020B0502040204020203" pitchFamily="34" charset="-122"/>
                        <a:cs typeface="+mn-ea"/>
                        <a:sym typeface="+mn-lt"/>
                      </a:endParaRPr>
                    </a:p>
                  </a:txBody>
                  <a:tcPr marL="0" mar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ctr">
                        <a:lnSpc>
                          <a:spcPct val="120000"/>
                        </a:lnSpc>
                        <a:spcBef>
                          <a:spcPts val="0"/>
                        </a:spcBef>
                        <a:spcAft>
                          <a:spcPts val="0"/>
                        </a:spcAft>
                      </a:pPr>
                      <a:r>
                        <a:rPr lang="en-US" altLang="zh-CN" sz="1400" dirty="0">
                          <a:latin typeface="微软雅黑 Light" panose="020B0502040204020203" pitchFamily="34" charset="-122"/>
                          <a:ea typeface="微软雅黑 Light" panose="020B0502040204020203" pitchFamily="34" charset="-122"/>
                          <a:cs typeface="+mn-ea"/>
                          <a:sym typeface="+mn-lt"/>
                        </a:rPr>
                        <a:t>2</a:t>
                      </a:r>
                      <a:endParaRPr lang="zh-CN" altLang="en-US" sz="1400" dirty="0">
                        <a:latin typeface="微软雅黑 Light" panose="020B0502040204020203" pitchFamily="34" charset="-122"/>
                        <a:ea typeface="微软雅黑 Light" panose="020B0502040204020203" pitchFamily="34" charset="-122"/>
                        <a:cs typeface="+mn-ea"/>
                        <a:sym typeface="+mn-lt"/>
                      </a:endParaRPr>
                    </a:p>
                  </a:txBody>
                  <a:tcPr marL="0" marR="0">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accent6">
                        <a:lumMod val="20000"/>
                        <a:lumOff val="80000"/>
                      </a:schemeClr>
                    </a:solidFill>
                  </a:tcPr>
                </a:tc>
              </a:tr>
            </a:tbl>
          </a:graphicData>
        </a:graphic>
      </p:graphicFrame>
      <p:graphicFrame>
        <p:nvGraphicFramePr>
          <p:cNvPr id="22" name="表格 176"/>
          <p:cNvGraphicFramePr>
            <a:graphicFrameLocks noGrp="1"/>
          </p:cNvGraphicFramePr>
          <p:nvPr/>
        </p:nvGraphicFramePr>
        <p:xfrm>
          <a:off x="4854649" y="3970634"/>
          <a:ext cx="2412000" cy="1641316"/>
        </p:xfrm>
        <a:graphic>
          <a:graphicData uri="http://schemas.openxmlformats.org/drawingml/2006/table">
            <a:tbl>
              <a:tblPr firstRow="1" bandRow="1">
                <a:tableStyleId>{5940675A-B579-460E-94D1-54222C63F5DA}</a:tableStyleId>
              </a:tblPr>
              <a:tblGrid>
                <a:gridCol w="1368000"/>
                <a:gridCol w="756000"/>
                <a:gridCol w="288000"/>
              </a:tblGrid>
              <a:tr h="332452">
                <a:tc gridSpan="3">
                  <a:txBody>
                    <a:bodyPr/>
                    <a:lstStyle/>
                    <a:p>
                      <a:pPr marL="0" algn="ctr" defTabSz="914400" rtl="0" eaLnBrk="1" latinLnBrk="0" hangingPunct="1">
                        <a:lnSpc>
                          <a:spcPct val="120000"/>
                        </a:lnSpc>
                        <a:spcBef>
                          <a:spcPts val="0"/>
                        </a:spcBef>
                        <a:spcAft>
                          <a:spcPts val="0"/>
                        </a:spcAft>
                      </a:pPr>
                      <a:r>
                        <a:rPr lang="en-US" altLang="zh-CN" sz="1400" b="0" kern="1200" dirty="0">
                          <a:solidFill>
                            <a:schemeClr val="tx1"/>
                          </a:solidFill>
                          <a:latin typeface="微软雅黑 Light" panose="020B0502040204020203" pitchFamily="34" charset="-122"/>
                          <a:ea typeface="微软雅黑 Light" panose="020B0502040204020203" pitchFamily="34" charset="-122"/>
                          <a:cs typeface="+mn-ea"/>
                          <a:sym typeface="+mn-lt"/>
                        </a:rPr>
                        <a:t>R2</a:t>
                      </a:r>
                      <a:r>
                        <a:rPr lang="zh-CN" altLang="en-US" sz="1400" b="0" kern="1200" dirty="0">
                          <a:solidFill>
                            <a:schemeClr val="tx1"/>
                          </a:solidFill>
                          <a:latin typeface="微软雅黑 Light" panose="020B0502040204020203" pitchFamily="34" charset="-122"/>
                          <a:ea typeface="微软雅黑 Light" panose="020B0502040204020203" pitchFamily="34" charset="-122"/>
                          <a:cs typeface="+mn-ea"/>
                          <a:sym typeface="+mn-lt"/>
                        </a:rPr>
                        <a:t>的路由表</a:t>
                      </a:r>
                      <a:endParaRPr lang="zh-CN" altLang="en-US" sz="1400" b="0" kern="1200" dirty="0">
                        <a:solidFill>
                          <a:schemeClr val="tx1"/>
                        </a:solidFill>
                        <a:latin typeface="微软雅黑 Light" panose="020B0502040204020203" pitchFamily="34" charset="-122"/>
                        <a:ea typeface="微软雅黑 Light" panose="020B0502040204020203" pitchFamily="34" charset="-122"/>
                        <a:cs typeface="+mn-ea"/>
                        <a:sym typeface="+mn-lt"/>
                      </a:endParaRPr>
                    </a:p>
                  </a:txBody>
                  <a:tcPr marL="0" marR="0">
                    <a:lnL w="28575"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no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cPr/>
                </a:tc>
                <a:tc hMerge="1">
                  <a:tcPr/>
                </a:tc>
              </a:tr>
              <a:tr h="132770">
                <a:tc>
                  <a:txBody>
                    <a:bodyPr/>
                    <a:lstStyle/>
                    <a:p>
                      <a:pPr marL="0" algn="ctr" defTabSz="914400" rtl="0" eaLnBrk="1" latinLnBrk="0" hangingPunct="1">
                        <a:lnSpc>
                          <a:spcPct val="120000"/>
                        </a:lnSpc>
                        <a:spcBef>
                          <a:spcPts val="0"/>
                        </a:spcBef>
                        <a:spcAft>
                          <a:spcPts val="0"/>
                        </a:spcAft>
                      </a:pPr>
                      <a:r>
                        <a:rPr lang="en-US" altLang="zh-CN" sz="1400" b="0" kern="1200" dirty="0">
                          <a:solidFill>
                            <a:schemeClr val="tx1"/>
                          </a:solidFill>
                          <a:latin typeface="微软雅黑 Light" panose="020B0502040204020203" pitchFamily="34" charset="-122"/>
                          <a:ea typeface="微软雅黑 Light" panose="020B0502040204020203" pitchFamily="34" charset="-122"/>
                          <a:cs typeface="+mn-ea"/>
                          <a:sym typeface="+mn-lt"/>
                        </a:rPr>
                        <a:t>192.168.12.0</a:t>
                      </a:r>
                      <a:endParaRPr lang="zh-CN" altLang="en-US" sz="1400" b="0" kern="1200" dirty="0">
                        <a:solidFill>
                          <a:schemeClr val="tx1"/>
                        </a:solidFill>
                        <a:latin typeface="微软雅黑 Light" panose="020B0502040204020203" pitchFamily="34" charset="-122"/>
                        <a:ea typeface="微软雅黑 Light" panose="020B0502040204020203" pitchFamily="34" charset="-122"/>
                        <a:cs typeface="+mn-ea"/>
                        <a:sym typeface="+mn-lt"/>
                      </a:endParaRPr>
                    </a:p>
                  </a:txBody>
                  <a:tcPr marL="0" marR="0">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latinLnBrk="0" hangingPunct="1">
                        <a:lnSpc>
                          <a:spcPct val="120000"/>
                        </a:lnSpc>
                        <a:spcBef>
                          <a:spcPts val="0"/>
                        </a:spcBef>
                        <a:spcAft>
                          <a:spcPts val="0"/>
                        </a:spcAft>
                      </a:pPr>
                      <a:r>
                        <a:rPr lang="en-US" altLang="zh-CN" sz="1400" b="0" kern="1200" dirty="0">
                          <a:solidFill>
                            <a:schemeClr val="tx1"/>
                          </a:solidFill>
                          <a:latin typeface="微软雅黑 Light" panose="020B0502040204020203" pitchFamily="34" charset="-122"/>
                          <a:ea typeface="微软雅黑 Light" panose="020B0502040204020203" pitchFamily="34" charset="-122"/>
                          <a:cs typeface="+mn-ea"/>
                          <a:sym typeface="+mn-lt"/>
                        </a:rPr>
                        <a:t>GE0/0/0</a:t>
                      </a:r>
                      <a:endParaRPr lang="zh-CN" altLang="en-US" sz="1400" b="0" kern="1200" dirty="0">
                        <a:solidFill>
                          <a:schemeClr val="tx1"/>
                        </a:solidFill>
                        <a:latin typeface="微软雅黑 Light" panose="020B0502040204020203" pitchFamily="34" charset="-122"/>
                        <a:ea typeface="微软雅黑 Light" panose="020B0502040204020203" pitchFamily="34" charset="-122"/>
                        <a:cs typeface="+mn-ea"/>
                        <a:sym typeface="+mn-lt"/>
                      </a:endParaRPr>
                    </a:p>
                  </a:txBody>
                  <a:tcPr marL="0" mar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latinLnBrk="0" hangingPunct="1">
                        <a:lnSpc>
                          <a:spcPct val="120000"/>
                        </a:lnSpc>
                        <a:spcBef>
                          <a:spcPts val="0"/>
                        </a:spcBef>
                        <a:spcAft>
                          <a:spcPts val="0"/>
                        </a:spcAft>
                      </a:pPr>
                      <a:r>
                        <a:rPr lang="en-US" altLang="zh-CN" sz="1400" b="0" kern="1200" dirty="0">
                          <a:solidFill>
                            <a:schemeClr val="tx1"/>
                          </a:solidFill>
                          <a:latin typeface="微软雅黑 Light" panose="020B0502040204020203" pitchFamily="34" charset="-122"/>
                          <a:ea typeface="微软雅黑 Light" panose="020B0502040204020203" pitchFamily="34" charset="-122"/>
                          <a:cs typeface="+mn-ea"/>
                          <a:sym typeface="+mn-lt"/>
                        </a:rPr>
                        <a:t>0</a:t>
                      </a:r>
                      <a:endParaRPr lang="zh-CN" altLang="en-US" sz="1400" b="0" kern="1200" dirty="0">
                        <a:solidFill>
                          <a:schemeClr val="tx1"/>
                        </a:solidFill>
                        <a:latin typeface="微软雅黑 Light" panose="020B0502040204020203" pitchFamily="34" charset="-122"/>
                        <a:ea typeface="微软雅黑 Light" panose="020B0502040204020203" pitchFamily="34" charset="-122"/>
                        <a:cs typeface="+mn-ea"/>
                        <a:sym typeface="+mn-lt"/>
                      </a:endParaRPr>
                    </a:p>
                  </a:txBody>
                  <a:tcPr marL="0" marR="0">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132770">
                <a:tc>
                  <a:txBody>
                    <a:bodyPr/>
                    <a:lstStyle/>
                    <a:p>
                      <a:pPr marL="0" algn="ctr" defTabSz="914400" rtl="0" eaLnBrk="1" latinLnBrk="0" hangingPunct="1">
                        <a:lnSpc>
                          <a:spcPct val="120000"/>
                        </a:lnSpc>
                        <a:spcBef>
                          <a:spcPts val="0"/>
                        </a:spcBef>
                        <a:spcAft>
                          <a:spcPts val="0"/>
                        </a:spcAft>
                      </a:pPr>
                      <a:r>
                        <a:rPr lang="en-US" altLang="zh-CN" sz="1400" b="0" kern="1200" dirty="0">
                          <a:solidFill>
                            <a:schemeClr val="tx1"/>
                          </a:solidFill>
                          <a:latin typeface="微软雅黑 Light" panose="020B0502040204020203" pitchFamily="34" charset="-122"/>
                          <a:ea typeface="微软雅黑 Light" panose="020B0502040204020203" pitchFamily="34" charset="-122"/>
                          <a:cs typeface="+mn-ea"/>
                          <a:sym typeface="+mn-lt"/>
                        </a:rPr>
                        <a:t>192.168.23.0</a:t>
                      </a:r>
                      <a:endParaRPr lang="zh-CN" altLang="en-US" sz="1400" b="0" kern="1200" dirty="0">
                        <a:solidFill>
                          <a:schemeClr val="tx1"/>
                        </a:solidFill>
                        <a:latin typeface="微软雅黑 Light" panose="020B0502040204020203" pitchFamily="34" charset="-122"/>
                        <a:ea typeface="微软雅黑 Light" panose="020B0502040204020203" pitchFamily="34" charset="-122"/>
                        <a:cs typeface="+mn-ea"/>
                        <a:sym typeface="+mn-lt"/>
                      </a:endParaRPr>
                    </a:p>
                  </a:txBody>
                  <a:tcPr marL="0" marR="0">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latinLnBrk="0" hangingPunct="1">
                        <a:lnSpc>
                          <a:spcPct val="120000"/>
                        </a:lnSpc>
                        <a:spcBef>
                          <a:spcPts val="0"/>
                        </a:spcBef>
                        <a:spcAft>
                          <a:spcPts val="0"/>
                        </a:spcAft>
                      </a:pPr>
                      <a:r>
                        <a:rPr lang="en-US" altLang="zh-CN" sz="1400" b="0" kern="1200" dirty="0">
                          <a:solidFill>
                            <a:schemeClr val="tx1"/>
                          </a:solidFill>
                          <a:latin typeface="微软雅黑 Light" panose="020B0502040204020203" pitchFamily="34" charset="-122"/>
                          <a:ea typeface="微软雅黑 Light" panose="020B0502040204020203" pitchFamily="34" charset="-122"/>
                          <a:cs typeface="+mn-ea"/>
                          <a:sym typeface="+mn-lt"/>
                        </a:rPr>
                        <a:t>GE0/0/1</a:t>
                      </a:r>
                      <a:endParaRPr lang="zh-CN" altLang="en-US" sz="1400" b="0" kern="1200" dirty="0">
                        <a:solidFill>
                          <a:schemeClr val="tx1"/>
                        </a:solidFill>
                        <a:latin typeface="微软雅黑 Light" panose="020B0502040204020203" pitchFamily="34" charset="-122"/>
                        <a:ea typeface="微软雅黑 Light" panose="020B0502040204020203" pitchFamily="34" charset="-122"/>
                        <a:cs typeface="+mn-ea"/>
                        <a:sym typeface="+mn-lt"/>
                      </a:endParaRPr>
                    </a:p>
                  </a:txBody>
                  <a:tcPr marL="0" mar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latinLnBrk="0" hangingPunct="1">
                        <a:lnSpc>
                          <a:spcPct val="120000"/>
                        </a:lnSpc>
                        <a:spcBef>
                          <a:spcPts val="0"/>
                        </a:spcBef>
                        <a:spcAft>
                          <a:spcPts val="0"/>
                        </a:spcAft>
                      </a:pPr>
                      <a:r>
                        <a:rPr lang="en-US" altLang="zh-CN" sz="1400" b="0" kern="1200">
                          <a:solidFill>
                            <a:schemeClr val="tx1"/>
                          </a:solidFill>
                          <a:latin typeface="微软雅黑 Light" panose="020B0502040204020203" pitchFamily="34" charset="-122"/>
                          <a:ea typeface="微软雅黑 Light" panose="020B0502040204020203" pitchFamily="34" charset="-122"/>
                          <a:cs typeface="+mn-ea"/>
                          <a:sym typeface="+mn-lt"/>
                        </a:rPr>
                        <a:t>0</a:t>
                      </a:r>
                      <a:endParaRPr lang="zh-CN" altLang="en-US" sz="1400" b="0" kern="1200">
                        <a:solidFill>
                          <a:schemeClr val="tx1"/>
                        </a:solidFill>
                        <a:latin typeface="微软雅黑 Light" panose="020B0502040204020203" pitchFamily="34" charset="-122"/>
                        <a:ea typeface="微软雅黑 Light" panose="020B0502040204020203" pitchFamily="34" charset="-122"/>
                        <a:cs typeface="+mn-ea"/>
                        <a:sym typeface="+mn-lt"/>
                      </a:endParaRPr>
                    </a:p>
                  </a:txBody>
                  <a:tcPr marL="0" marR="0">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132770">
                <a:tc>
                  <a:txBody>
                    <a:bodyPr/>
                    <a:lstStyle/>
                    <a:p>
                      <a:pPr marL="0" algn="ctr" defTabSz="914400" rtl="0" eaLnBrk="1" latinLnBrk="0" hangingPunct="1">
                        <a:lnSpc>
                          <a:spcPct val="120000"/>
                        </a:lnSpc>
                        <a:spcBef>
                          <a:spcPts val="0"/>
                        </a:spcBef>
                        <a:spcAft>
                          <a:spcPts val="0"/>
                        </a:spcAft>
                      </a:pPr>
                      <a:r>
                        <a:rPr lang="en-US" altLang="zh-CN" sz="1400" kern="1200" dirty="0">
                          <a:solidFill>
                            <a:schemeClr val="tx1"/>
                          </a:solidFill>
                          <a:latin typeface="微软雅黑 Light" panose="020B0502040204020203" pitchFamily="34" charset="-122"/>
                          <a:ea typeface="微软雅黑 Light" panose="020B0502040204020203" pitchFamily="34" charset="-122"/>
                          <a:cs typeface="+mn-ea"/>
                          <a:sym typeface="+mn-lt"/>
                        </a:rPr>
                        <a:t>1.0.0.0</a:t>
                      </a:r>
                      <a:endParaRPr lang="zh-CN" altLang="en-US" sz="1400" kern="1200" dirty="0">
                        <a:solidFill>
                          <a:schemeClr val="tx1"/>
                        </a:solidFill>
                        <a:latin typeface="微软雅黑 Light" panose="020B0502040204020203" pitchFamily="34" charset="-122"/>
                        <a:ea typeface="微软雅黑 Light" panose="020B0502040204020203" pitchFamily="34" charset="-122"/>
                        <a:cs typeface="+mn-ea"/>
                        <a:sym typeface="+mn-lt"/>
                      </a:endParaRPr>
                    </a:p>
                  </a:txBody>
                  <a:tcPr marL="0" marR="0">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marL="0" algn="ctr" defTabSz="914400" rtl="0" eaLnBrk="1" latinLnBrk="0" hangingPunct="1">
                        <a:lnSpc>
                          <a:spcPct val="120000"/>
                        </a:lnSpc>
                        <a:spcBef>
                          <a:spcPts val="0"/>
                        </a:spcBef>
                        <a:spcAft>
                          <a:spcPts val="0"/>
                        </a:spcAft>
                      </a:pPr>
                      <a:r>
                        <a:rPr lang="en-US" altLang="zh-CN" sz="1400" kern="1200">
                          <a:solidFill>
                            <a:schemeClr val="tx1"/>
                          </a:solidFill>
                          <a:latin typeface="微软雅黑 Light" panose="020B0502040204020203" pitchFamily="34" charset="-122"/>
                          <a:ea typeface="微软雅黑 Light" panose="020B0502040204020203" pitchFamily="34" charset="-122"/>
                          <a:cs typeface="+mn-ea"/>
                          <a:sym typeface="+mn-lt"/>
                        </a:rPr>
                        <a:t>GE0/0/0</a:t>
                      </a:r>
                      <a:endParaRPr lang="zh-CN" altLang="en-US" sz="1400" kern="1200">
                        <a:solidFill>
                          <a:schemeClr val="tx1"/>
                        </a:solidFill>
                        <a:latin typeface="微软雅黑 Light" panose="020B0502040204020203" pitchFamily="34" charset="-122"/>
                        <a:ea typeface="微软雅黑 Light" panose="020B0502040204020203" pitchFamily="34" charset="-122"/>
                        <a:cs typeface="+mn-ea"/>
                        <a:sym typeface="+mn-lt"/>
                      </a:endParaRPr>
                    </a:p>
                  </a:txBody>
                  <a:tcPr marL="0" mar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marL="0" algn="ctr" defTabSz="914400" rtl="0" eaLnBrk="1" latinLnBrk="0" hangingPunct="1">
                        <a:lnSpc>
                          <a:spcPct val="120000"/>
                        </a:lnSpc>
                        <a:spcBef>
                          <a:spcPts val="0"/>
                        </a:spcBef>
                        <a:spcAft>
                          <a:spcPts val="0"/>
                        </a:spcAft>
                      </a:pPr>
                      <a:r>
                        <a:rPr lang="en-US" altLang="zh-CN" sz="1400" kern="1200">
                          <a:solidFill>
                            <a:schemeClr val="tx1"/>
                          </a:solidFill>
                          <a:latin typeface="微软雅黑 Light" panose="020B0502040204020203" pitchFamily="34" charset="-122"/>
                          <a:ea typeface="微软雅黑 Light" panose="020B0502040204020203" pitchFamily="34" charset="-122"/>
                          <a:cs typeface="+mn-ea"/>
                          <a:sym typeface="+mn-lt"/>
                        </a:rPr>
                        <a:t>1</a:t>
                      </a:r>
                      <a:endParaRPr lang="zh-CN" altLang="en-US" sz="1400" kern="1200">
                        <a:solidFill>
                          <a:schemeClr val="tx1"/>
                        </a:solidFill>
                        <a:latin typeface="微软雅黑 Light" panose="020B0502040204020203" pitchFamily="34" charset="-122"/>
                        <a:ea typeface="微软雅黑 Light" panose="020B0502040204020203" pitchFamily="34" charset="-122"/>
                        <a:cs typeface="+mn-ea"/>
                        <a:sym typeface="+mn-lt"/>
                      </a:endParaRPr>
                    </a:p>
                  </a:txBody>
                  <a:tcPr marL="0" marR="0">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r>
              <a:tr h="132770">
                <a:tc>
                  <a:txBody>
                    <a:bodyPr/>
                    <a:lstStyle/>
                    <a:p>
                      <a:pPr marL="0" algn="ctr" defTabSz="914400" rtl="0" eaLnBrk="1" latinLnBrk="0" hangingPunct="1">
                        <a:lnSpc>
                          <a:spcPct val="120000"/>
                        </a:lnSpc>
                        <a:spcBef>
                          <a:spcPts val="0"/>
                        </a:spcBef>
                        <a:spcAft>
                          <a:spcPts val="0"/>
                        </a:spcAft>
                      </a:pPr>
                      <a:r>
                        <a:rPr lang="en-US" altLang="zh-CN" sz="1400" kern="1200" dirty="0">
                          <a:solidFill>
                            <a:schemeClr val="tx1"/>
                          </a:solidFill>
                          <a:latin typeface="微软雅黑 Light" panose="020B0502040204020203" pitchFamily="34" charset="-122"/>
                          <a:ea typeface="微软雅黑 Light" panose="020B0502040204020203" pitchFamily="34" charset="-122"/>
                          <a:cs typeface="+mn-ea"/>
                          <a:sym typeface="+mn-lt"/>
                        </a:rPr>
                        <a:t>3.0.0.0</a:t>
                      </a:r>
                      <a:endParaRPr lang="zh-CN" altLang="en-US" sz="1400" kern="1200" dirty="0">
                        <a:solidFill>
                          <a:schemeClr val="tx1"/>
                        </a:solidFill>
                        <a:latin typeface="微软雅黑 Light" panose="020B0502040204020203" pitchFamily="34" charset="-122"/>
                        <a:ea typeface="微软雅黑 Light" panose="020B0502040204020203" pitchFamily="34" charset="-122"/>
                        <a:cs typeface="+mn-ea"/>
                        <a:sym typeface="+mn-lt"/>
                      </a:endParaRPr>
                    </a:p>
                  </a:txBody>
                  <a:tcPr marL="0" marR="0">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accent1"/>
                    </a:solidFill>
                  </a:tcPr>
                </a:tc>
                <a:tc>
                  <a:txBody>
                    <a:bodyPr/>
                    <a:lstStyle/>
                    <a:p>
                      <a:pPr marL="0" algn="ctr" defTabSz="914400" rtl="0" eaLnBrk="1" latinLnBrk="0" hangingPunct="1">
                        <a:lnSpc>
                          <a:spcPct val="120000"/>
                        </a:lnSpc>
                        <a:spcBef>
                          <a:spcPts val="0"/>
                        </a:spcBef>
                        <a:spcAft>
                          <a:spcPts val="0"/>
                        </a:spcAft>
                      </a:pPr>
                      <a:r>
                        <a:rPr lang="en-US" altLang="zh-CN" sz="1400" kern="1200" dirty="0">
                          <a:solidFill>
                            <a:schemeClr val="tx1"/>
                          </a:solidFill>
                          <a:latin typeface="微软雅黑 Light" panose="020B0502040204020203" pitchFamily="34" charset="-122"/>
                          <a:ea typeface="微软雅黑 Light" panose="020B0502040204020203" pitchFamily="34" charset="-122"/>
                          <a:cs typeface="+mn-ea"/>
                          <a:sym typeface="+mn-lt"/>
                        </a:rPr>
                        <a:t>GE0/0/1</a:t>
                      </a:r>
                      <a:endParaRPr lang="zh-CN" altLang="en-US" sz="1400" kern="1200" dirty="0">
                        <a:solidFill>
                          <a:schemeClr val="tx1"/>
                        </a:solidFill>
                        <a:latin typeface="微软雅黑 Light" panose="020B0502040204020203" pitchFamily="34" charset="-122"/>
                        <a:ea typeface="微软雅黑 Light" panose="020B0502040204020203" pitchFamily="34" charset="-122"/>
                        <a:cs typeface="+mn-ea"/>
                        <a:sym typeface="+mn-lt"/>
                      </a:endParaRPr>
                    </a:p>
                  </a:txBody>
                  <a:tcPr marL="0" mar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accent1"/>
                    </a:solidFill>
                  </a:tcPr>
                </a:tc>
                <a:tc>
                  <a:txBody>
                    <a:bodyPr/>
                    <a:lstStyle/>
                    <a:p>
                      <a:pPr marL="0" algn="ctr" defTabSz="914400" rtl="0" eaLnBrk="1" latinLnBrk="0" hangingPunct="1">
                        <a:lnSpc>
                          <a:spcPct val="120000"/>
                        </a:lnSpc>
                        <a:spcBef>
                          <a:spcPts val="0"/>
                        </a:spcBef>
                        <a:spcAft>
                          <a:spcPts val="0"/>
                        </a:spcAft>
                      </a:pPr>
                      <a:r>
                        <a:rPr lang="en-US" altLang="zh-CN" sz="1400" kern="1200" dirty="0">
                          <a:solidFill>
                            <a:schemeClr val="tx1"/>
                          </a:solidFill>
                          <a:latin typeface="微软雅黑 Light" panose="020B0502040204020203" pitchFamily="34" charset="-122"/>
                          <a:ea typeface="微软雅黑 Light" panose="020B0502040204020203" pitchFamily="34" charset="-122"/>
                          <a:cs typeface="+mn-ea"/>
                          <a:sym typeface="+mn-lt"/>
                        </a:rPr>
                        <a:t>1</a:t>
                      </a:r>
                      <a:endParaRPr lang="zh-CN" altLang="en-US" sz="1400" kern="1200" dirty="0">
                        <a:solidFill>
                          <a:schemeClr val="tx1"/>
                        </a:solidFill>
                        <a:latin typeface="微软雅黑 Light" panose="020B0502040204020203" pitchFamily="34" charset="-122"/>
                        <a:ea typeface="微软雅黑 Light" panose="020B0502040204020203" pitchFamily="34" charset="-122"/>
                        <a:cs typeface="+mn-ea"/>
                        <a:sym typeface="+mn-lt"/>
                      </a:endParaRPr>
                    </a:p>
                  </a:txBody>
                  <a:tcPr marL="0" marR="0">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accent1"/>
                    </a:solidFill>
                  </a:tcPr>
                </a:tc>
              </a:tr>
            </a:tbl>
          </a:graphicData>
        </a:graphic>
      </p:graphicFrame>
      <p:graphicFrame>
        <p:nvGraphicFramePr>
          <p:cNvPr id="23" name="表格 176"/>
          <p:cNvGraphicFramePr>
            <a:graphicFrameLocks noGrp="1"/>
          </p:cNvGraphicFramePr>
          <p:nvPr/>
        </p:nvGraphicFramePr>
        <p:xfrm>
          <a:off x="7392144" y="3970634"/>
          <a:ext cx="2412000" cy="1641316"/>
        </p:xfrm>
        <a:graphic>
          <a:graphicData uri="http://schemas.openxmlformats.org/drawingml/2006/table">
            <a:tbl>
              <a:tblPr firstRow="1" bandRow="1">
                <a:tableStyleId>{5940675A-B579-460E-94D1-54222C63F5DA}</a:tableStyleId>
              </a:tblPr>
              <a:tblGrid>
                <a:gridCol w="1368000"/>
                <a:gridCol w="756000"/>
                <a:gridCol w="288000"/>
              </a:tblGrid>
              <a:tr h="332452">
                <a:tc gridSpan="3">
                  <a:txBody>
                    <a:bodyPr/>
                    <a:lstStyle/>
                    <a:p>
                      <a:pPr marL="0" algn="ctr" defTabSz="914400" rtl="0" eaLnBrk="1" latinLnBrk="0" hangingPunct="1">
                        <a:lnSpc>
                          <a:spcPct val="120000"/>
                        </a:lnSpc>
                        <a:spcBef>
                          <a:spcPts val="0"/>
                        </a:spcBef>
                        <a:spcAft>
                          <a:spcPts val="0"/>
                        </a:spcAft>
                      </a:pPr>
                      <a:r>
                        <a:rPr lang="en-US" altLang="zh-CN" sz="1400" b="0" kern="1200" dirty="0">
                          <a:solidFill>
                            <a:schemeClr val="tx1"/>
                          </a:solidFill>
                          <a:latin typeface="微软雅黑 Light" panose="020B0502040204020203" pitchFamily="34" charset="-122"/>
                          <a:ea typeface="微软雅黑 Light" panose="020B0502040204020203" pitchFamily="34" charset="-122"/>
                          <a:cs typeface="+mn-ea"/>
                          <a:sym typeface="+mn-lt"/>
                        </a:rPr>
                        <a:t>R3</a:t>
                      </a:r>
                      <a:r>
                        <a:rPr lang="zh-CN" altLang="en-US" sz="1400" b="0" kern="1200" dirty="0">
                          <a:solidFill>
                            <a:schemeClr val="tx1"/>
                          </a:solidFill>
                          <a:latin typeface="微软雅黑 Light" panose="020B0502040204020203" pitchFamily="34" charset="-122"/>
                          <a:ea typeface="微软雅黑 Light" panose="020B0502040204020203" pitchFamily="34" charset="-122"/>
                          <a:cs typeface="+mn-ea"/>
                          <a:sym typeface="+mn-lt"/>
                        </a:rPr>
                        <a:t>的路由表</a:t>
                      </a:r>
                      <a:endParaRPr lang="zh-CN" altLang="en-US" sz="1400" b="0" kern="1200" dirty="0">
                        <a:solidFill>
                          <a:schemeClr val="tx1"/>
                        </a:solidFill>
                        <a:latin typeface="微软雅黑 Light" panose="020B0502040204020203" pitchFamily="34" charset="-122"/>
                        <a:ea typeface="微软雅黑 Light" panose="020B0502040204020203" pitchFamily="34" charset="-122"/>
                        <a:cs typeface="+mn-ea"/>
                        <a:sym typeface="+mn-lt"/>
                      </a:endParaRPr>
                    </a:p>
                  </a:txBody>
                  <a:tcPr marL="0" marR="0">
                    <a:lnL w="28575"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no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cPr/>
                </a:tc>
                <a:tc hMerge="1">
                  <a:tcPr/>
                </a:tc>
              </a:tr>
              <a:tr h="132770">
                <a:tc>
                  <a:txBody>
                    <a:bodyPr/>
                    <a:lstStyle/>
                    <a:p>
                      <a:pPr marL="0" algn="ctr" defTabSz="914400" rtl="0" eaLnBrk="1" latinLnBrk="0" hangingPunct="1">
                        <a:lnSpc>
                          <a:spcPct val="120000"/>
                        </a:lnSpc>
                        <a:spcBef>
                          <a:spcPts val="0"/>
                        </a:spcBef>
                        <a:spcAft>
                          <a:spcPts val="0"/>
                        </a:spcAft>
                      </a:pPr>
                      <a:r>
                        <a:rPr lang="en-US" altLang="zh-CN" sz="1400" b="0" kern="1200" dirty="0">
                          <a:solidFill>
                            <a:schemeClr val="tx1"/>
                          </a:solidFill>
                          <a:latin typeface="微软雅黑 Light" panose="020B0502040204020203" pitchFamily="34" charset="-122"/>
                          <a:ea typeface="微软雅黑 Light" panose="020B0502040204020203" pitchFamily="34" charset="-122"/>
                          <a:cs typeface="+mn-ea"/>
                          <a:sym typeface="+mn-lt"/>
                        </a:rPr>
                        <a:t>192.168.23.0</a:t>
                      </a:r>
                      <a:endParaRPr lang="zh-CN" altLang="en-US" sz="1400" b="0" kern="1200" dirty="0">
                        <a:solidFill>
                          <a:schemeClr val="tx1"/>
                        </a:solidFill>
                        <a:latin typeface="微软雅黑 Light" panose="020B0502040204020203" pitchFamily="34" charset="-122"/>
                        <a:ea typeface="微软雅黑 Light" panose="020B0502040204020203" pitchFamily="34" charset="-122"/>
                        <a:cs typeface="+mn-ea"/>
                        <a:sym typeface="+mn-lt"/>
                      </a:endParaRPr>
                    </a:p>
                  </a:txBody>
                  <a:tcPr marL="0" marR="0">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latinLnBrk="0" hangingPunct="1">
                        <a:lnSpc>
                          <a:spcPct val="120000"/>
                        </a:lnSpc>
                        <a:spcBef>
                          <a:spcPts val="0"/>
                        </a:spcBef>
                        <a:spcAft>
                          <a:spcPts val="0"/>
                        </a:spcAft>
                      </a:pPr>
                      <a:r>
                        <a:rPr lang="en-US" altLang="zh-CN" sz="1400" b="0" kern="1200">
                          <a:solidFill>
                            <a:schemeClr val="tx1"/>
                          </a:solidFill>
                          <a:latin typeface="微软雅黑 Light" panose="020B0502040204020203" pitchFamily="34" charset="-122"/>
                          <a:ea typeface="微软雅黑 Light" panose="020B0502040204020203" pitchFamily="34" charset="-122"/>
                          <a:cs typeface="+mn-ea"/>
                          <a:sym typeface="+mn-lt"/>
                        </a:rPr>
                        <a:t>GE0/0/0</a:t>
                      </a:r>
                      <a:endParaRPr lang="zh-CN" altLang="en-US" sz="1400" b="0" kern="1200">
                        <a:solidFill>
                          <a:schemeClr val="tx1"/>
                        </a:solidFill>
                        <a:latin typeface="微软雅黑 Light" panose="020B0502040204020203" pitchFamily="34" charset="-122"/>
                        <a:ea typeface="微软雅黑 Light" panose="020B0502040204020203" pitchFamily="34" charset="-122"/>
                        <a:cs typeface="+mn-ea"/>
                        <a:sym typeface="+mn-lt"/>
                      </a:endParaRPr>
                    </a:p>
                  </a:txBody>
                  <a:tcPr marL="0" mar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latinLnBrk="0" hangingPunct="1">
                        <a:lnSpc>
                          <a:spcPct val="120000"/>
                        </a:lnSpc>
                        <a:spcBef>
                          <a:spcPts val="0"/>
                        </a:spcBef>
                        <a:spcAft>
                          <a:spcPts val="0"/>
                        </a:spcAft>
                      </a:pPr>
                      <a:r>
                        <a:rPr lang="en-US" altLang="zh-CN" sz="1400" b="0" kern="1200">
                          <a:solidFill>
                            <a:schemeClr val="tx1"/>
                          </a:solidFill>
                          <a:latin typeface="微软雅黑 Light" panose="020B0502040204020203" pitchFamily="34" charset="-122"/>
                          <a:ea typeface="微软雅黑 Light" panose="020B0502040204020203" pitchFamily="34" charset="-122"/>
                          <a:cs typeface="+mn-ea"/>
                          <a:sym typeface="+mn-lt"/>
                        </a:rPr>
                        <a:t>0</a:t>
                      </a:r>
                      <a:endParaRPr lang="zh-CN" altLang="en-US" sz="1400" b="0" kern="1200">
                        <a:solidFill>
                          <a:schemeClr val="tx1"/>
                        </a:solidFill>
                        <a:latin typeface="微软雅黑 Light" panose="020B0502040204020203" pitchFamily="34" charset="-122"/>
                        <a:ea typeface="微软雅黑 Light" panose="020B0502040204020203" pitchFamily="34" charset="-122"/>
                        <a:cs typeface="+mn-ea"/>
                        <a:sym typeface="+mn-lt"/>
                      </a:endParaRPr>
                    </a:p>
                  </a:txBody>
                  <a:tcPr marL="0" marR="0">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132770">
                <a:tc>
                  <a:txBody>
                    <a:bodyPr/>
                    <a:lstStyle/>
                    <a:p>
                      <a:pPr marL="0" algn="ctr" defTabSz="914400" rtl="0" eaLnBrk="1" latinLnBrk="0" hangingPunct="1">
                        <a:lnSpc>
                          <a:spcPct val="120000"/>
                        </a:lnSpc>
                        <a:spcBef>
                          <a:spcPts val="0"/>
                        </a:spcBef>
                        <a:spcAft>
                          <a:spcPts val="0"/>
                        </a:spcAft>
                      </a:pPr>
                      <a:r>
                        <a:rPr lang="en-US" altLang="zh-CN" sz="1400" b="0" kern="1200" dirty="0">
                          <a:solidFill>
                            <a:schemeClr val="tx1"/>
                          </a:solidFill>
                          <a:latin typeface="微软雅黑 Light" panose="020B0502040204020203" pitchFamily="34" charset="-122"/>
                          <a:ea typeface="微软雅黑 Light" panose="020B0502040204020203" pitchFamily="34" charset="-122"/>
                          <a:cs typeface="+mn-ea"/>
                          <a:sym typeface="+mn-lt"/>
                        </a:rPr>
                        <a:t>3.0.0.0</a:t>
                      </a:r>
                      <a:endParaRPr lang="zh-CN" altLang="en-US" sz="1400" b="0" kern="1200" dirty="0">
                        <a:solidFill>
                          <a:schemeClr val="tx1"/>
                        </a:solidFill>
                        <a:latin typeface="微软雅黑 Light" panose="020B0502040204020203" pitchFamily="34" charset="-122"/>
                        <a:ea typeface="微软雅黑 Light" panose="020B0502040204020203" pitchFamily="34" charset="-122"/>
                        <a:cs typeface="+mn-ea"/>
                        <a:sym typeface="+mn-lt"/>
                      </a:endParaRPr>
                    </a:p>
                  </a:txBody>
                  <a:tcPr marL="0" marR="0">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latinLnBrk="0" hangingPunct="1">
                        <a:lnSpc>
                          <a:spcPct val="120000"/>
                        </a:lnSpc>
                        <a:spcBef>
                          <a:spcPts val="0"/>
                        </a:spcBef>
                        <a:spcAft>
                          <a:spcPts val="0"/>
                        </a:spcAft>
                      </a:pPr>
                      <a:r>
                        <a:rPr lang="en-US" altLang="zh-CN" sz="1400" b="0" kern="1200" dirty="0">
                          <a:solidFill>
                            <a:schemeClr val="tx1"/>
                          </a:solidFill>
                          <a:latin typeface="微软雅黑 Light" panose="020B0502040204020203" pitchFamily="34" charset="-122"/>
                          <a:ea typeface="微软雅黑 Light" panose="020B0502040204020203" pitchFamily="34" charset="-122"/>
                          <a:cs typeface="+mn-ea"/>
                          <a:sym typeface="+mn-lt"/>
                        </a:rPr>
                        <a:t>GE0/0/1</a:t>
                      </a:r>
                      <a:endParaRPr lang="zh-CN" altLang="en-US" sz="1400" b="0" kern="1200" dirty="0">
                        <a:solidFill>
                          <a:schemeClr val="tx1"/>
                        </a:solidFill>
                        <a:latin typeface="微软雅黑 Light" panose="020B0502040204020203" pitchFamily="34" charset="-122"/>
                        <a:ea typeface="微软雅黑 Light" panose="020B0502040204020203" pitchFamily="34" charset="-122"/>
                        <a:cs typeface="+mn-ea"/>
                        <a:sym typeface="+mn-lt"/>
                      </a:endParaRPr>
                    </a:p>
                  </a:txBody>
                  <a:tcPr marL="0" mar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latinLnBrk="0" hangingPunct="1">
                        <a:lnSpc>
                          <a:spcPct val="120000"/>
                        </a:lnSpc>
                        <a:spcBef>
                          <a:spcPts val="0"/>
                        </a:spcBef>
                        <a:spcAft>
                          <a:spcPts val="0"/>
                        </a:spcAft>
                      </a:pPr>
                      <a:r>
                        <a:rPr lang="en-US" altLang="zh-CN" sz="1400" b="0" kern="1200" dirty="0">
                          <a:solidFill>
                            <a:schemeClr val="tx1"/>
                          </a:solidFill>
                          <a:latin typeface="微软雅黑 Light" panose="020B0502040204020203" pitchFamily="34" charset="-122"/>
                          <a:ea typeface="微软雅黑 Light" panose="020B0502040204020203" pitchFamily="34" charset="-122"/>
                          <a:cs typeface="+mn-ea"/>
                          <a:sym typeface="+mn-lt"/>
                        </a:rPr>
                        <a:t>0</a:t>
                      </a:r>
                      <a:endParaRPr lang="zh-CN" altLang="en-US" sz="1400" b="0" kern="1200" dirty="0">
                        <a:solidFill>
                          <a:schemeClr val="tx1"/>
                        </a:solidFill>
                        <a:latin typeface="微软雅黑 Light" panose="020B0502040204020203" pitchFamily="34" charset="-122"/>
                        <a:ea typeface="微软雅黑 Light" panose="020B0502040204020203" pitchFamily="34" charset="-122"/>
                        <a:cs typeface="+mn-ea"/>
                        <a:sym typeface="+mn-lt"/>
                      </a:endParaRPr>
                    </a:p>
                  </a:txBody>
                  <a:tcPr marL="0" marR="0">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132770">
                <a:tc>
                  <a:txBody>
                    <a:bodyPr/>
                    <a:lstStyle/>
                    <a:p>
                      <a:pPr algn="ctr">
                        <a:lnSpc>
                          <a:spcPct val="120000"/>
                        </a:lnSpc>
                        <a:spcBef>
                          <a:spcPts val="0"/>
                        </a:spcBef>
                        <a:spcAft>
                          <a:spcPts val="0"/>
                        </a:spcAft>
                      </a:pPr>
                      <a:r>
                        <a:rPr lang="en-US" altLang="zh-CN" sz="1400" dirty="0">
                          <a:latin typeface="微软雅黑 Light" panose="020B0502040204020203" pitchFamily="34" charset="-122"/>
                          <a:ea typeface="微软雅黑 Light" panose="020B0502040204020203" pitchFamily="34" charset="-122"/>
                          <a:cs typeface="+mn-ea"/>
                          <a:sym typeface="+mn-lt"/>
                        </a:rPr>
                        <a:t>192.168.12.0</a:t>
                      </a:r>
                      <a:endParaRPr lang="zh-CN" altLang="en-US" sz="1400" dirty="0">
                        <a:latin typeface="微软雅黑 Light" panose="020B0502040204020203" pitchFamily="34" charset="-122"/>
                        <a:ea typeface="微软雅黑 Light" panose="020B0502040204020203" pitchFamily="34" charset="-122"/>
                        <a:cs typeface="+mn-ea"/>
                        <a:sym typeface="+mn-lt"/>
                      </a:endParaRPr>
                    </a:p>
                  </a:txBody>
                  <a:tcPr marL="0" marR="0">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ctr">
                        <a:lnSpc>
                          <a:spcPct val="120000"/>
                        </a:lnSpc>
                        <a:spcBef>
                          <a:spcPts val="0"/>
                        </a:spcBef>
                        <a:spcAft>
                          <a:spcPts val="0"/>
                        </a:spcAft>
                      </a:pPr>
                      <a:r>
                        <a:rPr lang="en-US" altLang="zh-CN" sz="1400" dirty="0">
                          <a:latin typeface="微软雅黑 Light" panose="020B0502040204020203" pitchFamily="34" charset="-122"/>
                          <a:ea typeface="微软雅黑 Light" panose="020B0502040204020203" pitchFamily="34" charset="-122"/>
                          <a:cs typeface="+mn-ea"/>
                          <a:sym typeface="+mn-lt"/>
                        </a:rPr>
                        <a:t>GE0/0/0</a:t>
                      </a:r>
                      <a:endParaRPr lang="zh-CN" altLang="en-US" sz="1400" dirty="0">
                        <a:latin typeface="微软雅黑 Light" panose="020B0502040204020203" pitchFamily="34" charset="-122"/>
                        <a:ea typeface="微软雅黑 Light" panose="020B0502040204020203" pitchFamily="34" charset="-122"/>
                        <a:cs typeface="+mn-ea"/>
                        <a:sym typeface="+mn-lt"/>
                      </a:endParaRPr>
                    </a:p>
                  </a:txBody>
                  <a:tcPr marL="0" mar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ctr">
                        <a:lnSpc>
                          <a:spcPct val="120000"/>
                        </a:lnSpc>
                        <a:spcBef>
                          <a:spcPts val="0"/>
                        </a:spcBef>
                        <a:spcAft>
                          <a:spcPts val="0"/>
                        </a:spcAft>
                      </a:pPr>
                      <a:r>
                        <a:rPr lang="en-US" altLang="zh-CN" sz="1400" dirty="0">
                          <a:latin typeface="微软雅黑 Light" panose="020B0502040204020203" pitchFamily="34" charset="-122"/>
                          <a:ea typeface="微软雅黑 Light" panose="020B0502040204020203" pitchFamily="34" charset="-122"/>
                          <a:cs typeface="+mn-ea"/>
                          <a:sym typeface="+mn-lt"/>
                        </a:rPr>
                        <a:t>1</a:t>
                      </a:r>
                      <a:endParaRPr lang="zh-CN" altLang="en-US" sz="1400" dirty="0">
                        <a:latin typeface="微软雅黑 Light" panose="020B0502040204020203" pitchFamily="34" charset="-122"/>
                        <a:ea typeface="微软雅黑 Light" panose="020B0502040204020203" pitchFamily="34" charset="-122"/>
                        <a:cs typeface="+mn-ea"/>
                        <a:sym typeface="+mn-lt"/>
                      </a:endParaRPr>
                    </a:p>
                  </a:txBody>
                  <a:tcPr marL="0" marR="0">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r>
              <a:tr h="132770">
                <a:tc>
                  <a:txBody>
                    <a:bodyPr/>
                    <a:lstStyle/>
                    <a:p>
                      <a:pPr algn="ctr">
                        <a:lnSpc>
                          <a:spcPct val="120000"/>
                        </a:lnSpc>
                        <a:spcBef>
                          <a:spcPts val="0"/>
                        </a:spcBef>
                        <a:spcAft>
                          <a:spcPts val="0"/>
                        </a:spcAft>
                      </a:pPr>
                      <a:r>
                        <a:rPr lang="en-US" altLang="zh-CN" sz="1400" dirty="0">
                          <a:latin typeface="微软雅黑 Light" panose="020B0502040204020203" pitchFamily="34" charset="-122"/>
                          <a:ea typeface="微软雅黑 Light" panose="020B0502040204020203" pitchFamily="34" charset="-122"/>
                          <a:cs typeface="+mn-ea"/>
                          <a:sym typeface="+mn-lt"/>
                        </a:rPr>
                        <a:t>1.0.0.0</a:t>
                      </a:r>
                      <a:endParaRPr lang="zh-CN" altLang="en-US" sz="1400" dirty="0">
                        <a:latin typeface="微软雅黑 Light" panose="020B0502040204020203" pitchFamily="34" charset="-122"/>
                        <a:ea typeface="微软雅黑 Light" panose="020B0502040204020203" pitchFamily="34" charset="-122"/>
                        <a:cs typeface="+mn-ea"/>
                        <a:sym typeface="+mn-lt"/>
                      </a:endParaRPr>
                    </a:p>
                  </a:txBody>
                  <a:tcPr marL="0" marR="0">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ctr">
                        <a:lnSpc>
                          <a:spcPct val="120000"/>
                        </a:lnSpc>
                        <a:spcBef>
                          <a:spcPts val="0"/>
                        </a:spcBef>
                        <a:spcAft>
                          <a:spcPts val="0"/>
                        </a:spcAft>
                      </a:pPr>
                      <a:r>
                        <a:rPr lang="en-US" altLang="zh-CN" sz="1400" dirty="0">
                          <a:latin typeface="微软雅黑 Light" panose="020B0502040204020203" pitchFamily="34" charset="-122"/>
                          <a:ea typeface="微软雅黑 Light" panose="020B0502040204020203" pitchFamily="34" charset="-122"/>
                          <a:cs typeface="+mn-ea"/>
                          <a:sym typeface="+mn-lt"/>
                        </a:rPr>
                        <a:t>GE0/0/0</a:t>
                      </a:r>
                      <a:endParaRPr lang="zh-CN" altLang="en-US" sz="1400" dirty="0">
                        <a:latin typeface="微软雅黑 Light" panose="020B0502040204020203" pitchFamily="34" charset="-122"/>
                        <a:ea typeface="微软雅黑 Light" panose="020B0502040204020203" pitchFamily="34" charset="-122"/>
                        <a:cs typeface="+mn-ea"/>
                        <a:sym typeface="+mn-lt"/>
                      </a:endParaRPr>
                    </a:p>
                  </a:txBody>
                  <a:tcPr marL="0" mar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ctr">
                        <a:lnSpc>
                          <a:spcPct val="120000"/>
                        </a:lnSpc>
                        <a:spcBef>
                          <a:spcPts val="0"/>
                        </a:spcBef>
                        <a:spcAft>
                          <a:spcPts val="0"/>
                        </a:spcAft>
                      </a:pPr>
                      <a:r>
                        <a:rPr lang="en-US" altLang="zh-CN" sz="1400" dirty="0">
                          <a:latin typeface="微软雅黑 Light" panose="020B0502040204020203" pitchFamily="34" charset="-122"/>
                          <a:ea typeface="微软雅黑 Light" panose="020B0502040204020203" pitchFamily="34" charset="-122"/>
                          <a:cs typeface="+mn-ea"/>
                          <a:sym typeface="+mn-lt"/>
                        </a:rPr>
                        <a:t>2</a:t>
                      </a:r>
                      <a:endParaRPr lang="zh-CN" altLang="en-US" sz="1400" dirty="0">
                        <a:latin typeface="微软雅黑 Light" panose="020B0502040204020203" pitchFamily="34" charset="-122"/>
                        <a:ea typeface="微软雅黑 Light" panose="020B0502040204020203" pitchFamily="34" charset="-122"/>
                        <a:cs typeface="+mn-ea"/>
                        <a:sym typeface="+mn-lt"/>
                      </a:endParaRPr>
                    </a:p>
                  </a:txBody>
                  <a:tcPr marL="0" marR="0">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accent6">
                        <a:lumMod val="20000"/>
                        <a:lumOff val="80000"/>
                      </a:schemeClr>
                    </a:solidFill>
                  </a:tcPr>
                </a:tc>
              </a:tr>
            </a:tbl>
          </a:graphicData>
        </a:graphic>
      </p:graphicFrame>
      <p:pic>
        <p:nvPicPr>
          <p:cNvPr id="24" name="图形 23"/>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3155177" y="2721108"/>
            <a:ext cx="698726" cy="698726"/>
          </a:xfrm>
          <a:prstGeom prst="rect">
            <a:avLst/>
          </a:prstGeom>
        </p:spPr>
      </p:pic>
      <p:pic>
        <p:nvPicPr>
          <p:cNvPr id="29" name="图形 28"/>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5596730" y="2721108"/>
            <a:ext cx="698726" cy="698726"/>
          </a:xfrm>
          <a:prstGeom prst="rect">
            <a:avLst/>
          </a:prstGeom>
        </p:spPr>
      </p:pic>
      <p:pic>
        <p:nvPicPr>
          <p:cNvPr id="30" name="图形 29"/>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8184601" y="2721108"/>
            <a:ext cx="698726" cy="698726"/>
          </a:xfrm>
          <a:prstGeom prst="rect">
            <a:avLst/>
          </a:prstGeom>
        </p:spPr>
      </p:pic>
      <p:cxnSp>
        <p:nvCxnSpPr>
          <p:cNvPr id="32" name="直接连接符 29"/>
          <p:cNvCxnSpPr>
            <a:stCxn id="24" idx="3"/>
            <a:endCxn id="29" idx="1"/>
          </p:cNvCxnSpPr>
          <p:nvPr/>
        </p:nvCxnSpPr>
        <p:spPr bwMode="auto">
          <a:xfrm>
            <a:off x="3853903" y="3070471"/>
            <a:ext cx="1742827" cy="0"/>
          </a:xfrm>
          <a:prstGeom prst="line">
            <a:avLst/>
          </a:prstGeom>
          <a:solidFill>
            <a:schemeClr val="accent1"/>
          </a:solidFill>
          <a:ln w="25400" cap="flat" cmpd="sng" algn="ctr">
            <a:solidFill>
              <a:schemeClr val="tx1"/>
            </a:solidFill>
            <a:prstDash val="solid"/>
            <a:round/>
            <a:headEnd type="none" w="med" len="med"/>
            <a:tailEnd type="none" w="med" len="med"/>
          </a:ln>
          <a:effectLst/>
        </p:spPr>
      </p:cxnSp>
      <p:cxnSp>
        <p:nvCxnSpPr>
          <p:cNvPr id="33" name="直接连接符 29"/>
          <p:cNvCxnSpPr>
            <a:stCxn id="29" idx="3"/>
            <a:endCxn id="30" idx="1"/>
          </p:cNvCxnSpPr>
          <p:nvPr/>
        </p:nvCxnSpPr>
        <p:spPr bwMode="auto">
          <a:xfrm>
            <a:off x="6295456" y="3070471"/>
            <a:ext cx="1889145" cy="0"/>
          </a:xfrm>
          <a:prstGeom prst="line">
            <a:avLst/>
          </a:prstGeom>
          <a:solidFill>
            <a:schemeClr val="accent1"/>
          </a:solidFill>
          <a:ln w="25400" cap="flat" cmpd="sng" algn="ctr">
            <a:solidFill>
              <a:schemeClr val="tx1"/>
            </a:solidFill>
            <a:prstDash val="solid"/>
            <a:round/>
            <a:headEnd type="none" w="med" len="med"/>
            <a:tailEnd type="none" w="med" len="med"/>
          </a:ln>
          <a:effectLst/>
        </p:spPr>
      </p:cxnSp>
      <p:cxnSp>
        <p:nvCxnSpPr>
          <p:cNvPr id="38" name="直接连接符 29"/>
          <p:cNvCxnSpPr>
            <a:stCxn id="30" idx="3"/>
          </p:cNvCxnSpPr>
          <p:nvPr/>
        </p:nvCxnSpPr>
        <p:spPr bwMode="auto">
          <a:xfrm>
            <a:off x="8883327" y="3070471"/>
            <a:ext cx="1317129" cy="0"/>
          </a:xfrm>
          <a:prstGeom prst="line">
            <a:avLst/>
          </a:prstGeom>
          <a:solidFill>
            <a:schemeClr val="accent1"/>
          </a:solidFill>
          <a:ln w="25400" cap="flat" cmpd="sng" algn="ctr">
            <a:solidFill>
              <a:schemeClr val="tx1"/>
            </a:solidFill>
            <a:prstDash val="solid"/>
            <a:round/>
            <a:headEnd type="none" w="med" len="med"/>
            <a:tailEnd type="none" w="med" len="med"/>
          </a:ln>
          <a:effectLst/>
        </p:spPr>
      </p:cxnSp>
      <p:cxnSp>
        <p:nvCxnSpPr>
          <p:cNvPr id="25" name="直接箭头连接符 30"/>
          <p:cNvCxnSpPr>
            <a:stCxn id="27" idx="1"/>
          </p:cNvCxnSpPr>
          <p:nvPr/>
        </p:nvCxnSpPr>
        <p:spPr>
          <a:xfrm flipH="1" flipV="1">
            <a:off x="2481391" y="2098275"/>
            <a:ext cx="613576" cy="1478"/>
          </a:xfrm>
          <a:prstGeom prst="straightConnector1">
            <a:avLst/>
          </a:prstGeom>
          <a:ln w="28575">
            <a:solidFill>
              <a:schemeClr val="tx1"/>
            </a:solidFill>
            <a:prstDash val="sysDot"/>
            <a:headEnd type="none" w="lg" len="lg"/>
            <a:tailEnd type="triangle" w="lg" len="lg"/>
          </a:ln>
        </p:spPr>
        <p:style>
          <a:lnRef idx="1">
            <a:schemeClr val="accent1"/>
          </a:lnRef>
          <a:fillRef idx="0">
            <a:schemeClr val="accent1"/>
          </a:fillRef>
          <a:effectRef idx="0">
            <a:schemeClr val="accent1"/>
          </a:effectRef>
          <a:fontRef idx="minor">
            <a:schemeClr val="tx1"/>
          </a:fontRef>
        </p:style>
      </p:cxnSp>
      <p:cxnSp>
        <p:nvCxnSpPr>
          <p:cNvPr id="26" name="直接箭头连接符 30"/>
          <p:cNvCxnSpPr>
            <a:stCxn id="27" idx="3"/>
          </p:cNvCxnSpPr>
          <p:nvPr/>
        </p:nvCxnSpPr>
        <p:spPr>
          <a:xfrm flipV="1">
            <a:off x="3997778" y="2098275"/>
            <a:ext cx="535800" cy="1478"/>
          </a:xfrm>
          <a:prstGeom prst="straightConnector1">
            <a:avLst/>
          </a:prstGeom>
          <a:ln w="28575">
            <a:solidFill>
              <a:schemeClr val="tx1"/>
            </a:solidFill>
            <a:prstDash val="sysDot"/>
            <a:headEnd type="none" w="lg" len="lg"/>
            <a:tailEnd type="triangle" w="lg" len="lg"/>
          </a:ln>
        </p:spPr>
        <p:style>
          <a:lnRef idx="1">
            <a:schemeClr val="accent1"/>
          </a:lnRef>
          <a:fillRef idx="0">
            <a:schemeClr val="accent1"/>
          </a:fillRef>
          <a:effectRef idx="0">
            <a:schemeClr val="accent1"/>
          </a:effectRef>
          <a:fontRef idx="minor">
            <a:schemeClr val="tx1"/>
          </a:fontRef>
        </p:style>
      </p:cxnSp>
      <p:sp>
        <p:nvSpPr>
          <p:cNvPr id="27" name="矩形 4"/>
          <p:cNvSpPr/>
          <p:nvPr/>
        </p:nvSpPr>
        <p:spPr>
          <a:xfrm>
            <a:off x="3094967" y="1935477"/>
            <a:ext cx="902811" cy="328551"/>
          </a:xfrm>
          <a:prstGeom prst="rect">
            <a:avLst/>
          </a:prstGeom>
          <a:solidFill>
            <a:schemeClr val="bg1">
              <a:lumMod val="95000"/>
            </a:schemeClr>
          </a:solidFill>
          <a:ln w="28575">
            <a:solidFill>
              <a:schemeClr val="tx1"/>
            </a:solidFill>
          </a:ln>
        </p:spPr>
        <p:txBody>
          <a:bodyPr wrap="none">
            <a:spAutoFit/>
          </a:bodyPr>
          <a:lstStyle/>
          <a:p>
            <a:pPr algn="ctr">
              <a:lnSpc>
                <a:spcPct val="120000"/>
              </a:lnSpc>
            </a:pPr>
            <a:r>
              <a:rPr lang="zh-CN" altLang="en-US" sz="1400">
                <a:latin typeface="微软雅黑 Light" panose="020B0502040204020203" pitchFamily="34" charset="-122"/>
                <a:ea typeface="微软雅黑 Light" panose="020B0502040204020203" pitchFamily="34" charset="-122"/>
                <a:cs typeface="+mn-ea"/>
                <a:sym typeface="+mn-lt"/>
              </a:rPr>
              <a:t>路由信息</a:t>
            </a:r>
            <a:endParaRPr lang="en-US" altLang="zh-CN" sz="1400">
              <a:latin typeface="微软雅黑 Light" panose="020B0502040204020203" pitchFamily="34" charset="-122"/>
              <a:ea typeface="微软雅黑 Light" panose="020B0502040204020203" pitchFamily="34" charset="-122"/>
              <a:cs typeface="+mn-ea"/>
              <a:sym typeface="+mn-lt"/>
            </a:endParaRPr>
          </a:p>
        </p:txBody>
      </p:sp>
      <p:cxnSp>
        <p:nvCxnSpPr>
          <p:cNvPr id="39" name="直接箭头连接符 30"/>
          <p:cNvCxnSpPr>
            <a:stCxn id="41" idx="1"/>
          </p:cNvCxnSpPr>
          <p:nvPr/>
        </p:nvCxnSpPr>
        <p:spPr>
          <a:xfrm flipH="1" flipV="1">
            <a:off x="4885624" y="2098275"/>
            <a:ext cx="613576" cy="1478"/>
          </a:xfrm>
          <a:prstGeom prst="straightConnector1">
            <a:avLst/>
          </a:prstGeom>
          <a:ln w="28575">
            <a:solidFill>
              <a:schemeClr val="tx1"/>
            </a:solidFill>
            <a:prstDash val="sysDot"/>
            <a:headEnd type="none" w="lg" len="lg"/>
            <a:tailEnd type="triangle" w="lg" len="lg"/>
          </a:ln>
        </p:spPr>
        <p:style>
          <a:lnRef idx="1">
            <a:schemeClr val="accent1"/>
          </a:lnRef>
          <a:fillRef idx="0">
            <a:schemeClr val="accent1"/>
          </a:fillRef>
          <a:effectRef idx="0">
            <a:schemeClr val="accent1"/>
          </a:effectRef>
          <a:fontRef idx="minor">
            <a:schemeClr val="tx1"/>
          </a:fontRef>
        </p:style>
      </p:cxnSp>
      <p:cxnSp>
        <p:nvCxnSpPr>
          <p:cNvPr id="40" name="直接箭头连接符 30"/>
          <p:cNvCxnSpPr>
            <a:stCxn id="41" idx="3"/>
          </p:cNvCxnSpPr>
          <p:nvPr/>
        </p:nvCxnSpPr>
        <p:spPr>
          <a:xfrm flipV="1">
            <a:off x="6402011" y="2098275"/>
            <a:ext cx="535800" cy="1478"/>
          </a:xfrm>
          <a:prstGeom prst="straightConnector1">
            <a:avLst/>
          </a:prstGeom>
          <a:ln w="28575">
            <a:solidFill>
              <a:schemeClr val="tx1"/>
            </a:solidFill>
            <a:prstDash val="sysDot"/>
            <a:headEnd type="none" w="lg" len="lg"/>
            <a:tailEnd type="triangle" w="lg" len="lg"/>
          </a:ln>
        </p:spPr>
        <p:style>
          <a:lnRef idx="1">
            <a:schemeClr val="accent1"/>
          </a:lnRef>
          <a:fillRef idx="0">
            <a:schemeClr val="accent1"/>
          </a:fillRef>
          <a:effectRef idx="0">
            <a:schemeClr val="accent1"/>
          </a:effectRef>
          <a:fontRef idx="minor">
            <a:schemeClr val="tx1"/>
          </a:fontRef>
        </p:style>
      </p:cxnSp>
      <p:sp>
        <p:nvSpPr>
          <p:cNvPr id="41" name="矩形 4"/>
          <p:cNvSpPr/>
          <p:nvPr/>
        </p:nvSpPr>
        <p:spPr>
          <a:xfrm>
            <a:off x="5499200" y="1935477"/>
            <a:ext cx="902811" cy="328551"/>
          </a:xfrm>
          <a:prstGeom prst="rect">
            <a:avLst/>
          </a:prstGeom>
          <a:solidFill>
            <a:schemeClr val="bg1">
              <a:lumMod val="95000"/>
            </a:schemeClr>
          </a:solidFill>
          <a:ln w="28575">
            <a:solidFill>
              <a:schemeClr val="tx1"/>
            </a:solidFill>
          </a:ln>
        </p:spPr>
        <p:txBody>
          <a:bodyPr wrap="none">
            <a:spAutoFit/>
          </a:bodyPr>
          <a:lstStyle/>
          <a:p>
            <a:pPr algn="ctr">
              <a:lnSpc>
                <a:spcPct val="120000"/>
              </a:lnSpc>
            </a:pPr>
            <a:r>
              <a:rPr lang="zh-CN" altLang="en-US" sz="1400">
                <a:latin typeface="微软雅黑 Light" panose="020B0502040204020203" pitchFamily="34" charset="-122"/>
                <a:ea typeface="微软雅黑 Light" panose="020B0502040204020203" pitchFamily="34" charset="-122"/>
                <a:cs typeface="+mn-ea"/>
                <a:sym typeface="+mn-lt"/>
              </a:rPr>
              <a:t>路由信息</a:t>
            </a:r>
            <a:endParaRPr lang="en-US" altLang="zh-CN" sz="1400">
              <a:latin typeface="微软雅黑 Light" panose="020B0502040204020203" pitchFamily="34" charset="-122"/>
              <a:ea typeface="微软雅黑 Light" panose="020B0502040204020203" pitchFamily="34" charset="-122"/>
              <a:cs typeface="+mn-ea"/>
              <a:sym typeface="+mn-lt"/>
            </a:endParaRPr>
          </a:p>
        </p:txBody>
      </p:sp>
      <p:cxnSp>
        <p:nvCxnSpPr>
          <p:cNvPr id="42" name="直接箭头连接符 30"/>
          <p:cNvCxnSpPr>
            <a:stCxn id="44" idx="1"/>
          </p:cNvCxnSpPr>
          <p:nvPr/>
        </p:nvCxnSpPr>
        <p:spPr>
          <a:xfrm flipH="1" flipV="1">
            <a:off x="7384887" y="2119446"/>
            <a:ext cx="613576" cy="1478"/>
          </a:xfrm>
          <a:prstGeom prst="straightConnector1">
            <a:avLst/>
          </a:prstGeom>
          <a:ln w="28575">
            <a:solidFill>
              <a:schemeClr val="tx1"/>
            </a:solidFill>
            <a:prstDash val="sysDot"/>
            <a:headEnd type="none" w="lg" len="lg"/>
            <a:tailEnd type="triangle" w="lg" len="lg"/>
          </a:ln>
        </p:spPr>
        <p:style>
          <a:lnRef idx="1">
            <a:schemeClr val="accent1"/>
          </a:lnRef>
          <a:fillRef idx="0">
            <a:schemeClr val="accent1"/>
          </a:fillRef>
          <a:effectRef idx="0">
            <a:schemeClr val="accent1"/>
          </a:effectRef>
          <a:fontRef idx="minor">
            <a:schemeClr val="tx1"/>
          </a:fontRef>
        </p:style>
      </p:cxnSp>
      <p:cxnSp>
        <p:nvCxnSpPr>
          <p:cNvPr id="43" name="直接箭头连接符 30"/>
          <p:cNvCxnSpPr>
            <a:stCxn id="44" idx="3"/>
          </p:cNvCxnSpPr>
          <p:nvPr/>
        </p:nvCxnSpPr>
        <p:spPr>
          <a:xfrm flipV="1">
            <a:off x="8901274" y="2119446"/>
            <a:ext cx="535800" cy="1478"/>
          </a:xfrm>
          <a:prstGeom prst="straightConnector1">
            <a:avLst/>
          </a:prstGeom>
          <a:ln w="28575">
            <a:solidFill>
              <a:schemeClr val="tx1"/>
            </a:solidFill>
            <a:prstDash val="sysDot"/>
            <a:headEnd type="none" w="lg" len="lg"/>
            <a:tailEnd type="triangle" w="lg" len="lg"/>
          </a:ln>
        </p:spPr>
        <p:style>
          <a:lnRef idx="1">
            <a:schemeClr val="accent1"/>
          </a:lnRef>
          <a:fillRef idx="0">
            <a:schemeClr val="accent1"/>
          </a:fillRef>
          <a:effectRef idx="0">
            <a:schemeClr val="accent1"/>
          </a:effectRef>
          <a:fontRef idx="minor">
            <a:schemeClr val="tx1"/>
          </a:fontRef>
        </p:style>
      </p:cxnSp>
      <p:sp>
        <p:nvSpPr>
          <p:cNvPr id="44" name="矩形 4"/>
          <p:cNvSpPr/>
          <p:nvPr/>
        </p:nvSpPr>
        <p:spPr>
          <a:xfrm>
            <a:off x="7998463" y="1956648"/>
            <a:ext cx="902811" cy="328551"/>
          </a:xfrm>
          <a:prstGeom prst="rect">
            <a:avLst/>
          </a:prstGeom>
          <a:solidFill>
            <a:schemeClr val="bg1">
              <a:lumMod val="95000"/>
            </a:schemeClr>
          </a:solidFill>
          <a:ln w="28575">
            <a:solidFill>
              <a:schemeClr val="tx1"/>
            </a:solidFill>
          </a:ln>
        </p:spPr>
        <p:txBody>
          <a:bodyPr wrap="none">
            <a:spAutoFit/>
          </a:bodyPr>
          <a:lstStyle/>
          <a:p>
            <a:pPr algn="ctr">
              <a:lnSpc>
                <a:spcPct val="120000"/>
              </a:lnSpc>
            </a:pPr>
            <a:r>
              <a:rPr lang="zh-CN" altLang="en-US" sz="1400">
                <a:latin typeface="微软雅黑 Light" panose="020B0502040204020203" pitchFamily="34" charset="-122"/>
                <a:ea typeface="微软雅黑 Light" panose="020B0502040204020203" pitchFamily="34" charset="-122"/>
                <a:cs typeface="+mn-ea"/>
                <a:sym typeface="+mn-lt"/>
              </a:rPr>
              <a:t>路由信息</a:t>
            </a:r>
            <a:endParaRPr lang="en-US" altLang="zh-CN" sz="1400">
              <a:latin typeface="微软雅黑 Light" panose="020B0502040204020203" pitchFamily="34" charset="-122"/>
              <a:ea typeface="微软雅黑 Light" panose="020B0502040204020203" pitchFamily="34" charset="-122"/>
              <a:cs typeface="+mn-ea"/>
              <a:sym typeface="+mn-lt"/>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p:txBody>
          <a:bodyPr/>
          <a:lstStyle/>
          <a:p>
            <a:fld id="{C006FC13-6518-410A-952B-C10CC4F0A0E9}" type="slidenum">
              <a:rPr lang="en-US" altLang="zh-CN"/>
            </a:fld>
            <a:endParaRPr lang="en-US" altLang="zh-CN"/>
          </a:p>
        </p:txBody>
      </p:sp>
      <p:sp>
        <p:nvSpPr>
          <p:cNvPr id="431106" name="Rectangle 2"/>
          <p:cNvSpPr>
            <a:spLocks noGrp="1" noChangeArrowheads="1"/>
          </p:cNvSpPr>
          <p:nvPr>
            <p:ph type="title"/>
          </p:nvPr>
        </p:nvSpPr>
        <p:spPr/>
        <p:txBody>
          <a:bodyPr/>
          <a:lstStyle/>
          <a:p>
            <a:r>
              <a:rPr lang="zh-CN" altLang="en-US" dirty="0"/>
              <a:t>链路状态路由算法</a:t>
            </a:r>
            <a:endParaRPr lang="zh-CN" altLang="en-US" dirty="0"/>
          </a:p>
        </p:txBody>
      </p:sp>
      <p:sp>
        <p:nvSpPr>
          <p:cNvPr id="431107" name="Rectangle 3"/>
          <p:cNvSpPr>
            <a:spLocks noGrp="1" noChangeArrowheads="1"/>
          </p:cNvSpPr>
          <p:nvPr>
            <p:ph type="body" idx="1"/>
          </p:nvPr>
        </p:nvSpPr>
        <p:spPr/>
        <p:txBody>
          <a:bodyPr/>
          <a:lstStyle/>
          <a:p>
            <a:r>
              <a:rPr lang="zh-CN" altLang="en-US" dirty="0"/>
              <a:t>在链路状态路由中，每个路由器和互连网络中的所有其它路由器共享关于它邻居的信息</a:t>
            </a:r>
            <a:r>
              <a:rPr lang="en-US" altLang="zh-CN" dirty="0"/>
              <a:t>:</a:t>
            </a:r>
            <a:endParaRPr lang="en-US" altLang="zh-CN" dirty="0"/>
          </a:p>
          <a:p>
            <a:pPr lvl="1"/>
            <a:r>
              <a:rPr lang="zh-CN" altLang="en-US" dirty="0"/>
              <a:t>每个链路状态描述路由器本身能直接可达（邻居）的路由器</a:t>
            </a:r>
            <a:r>
              <a:rPr lang="en-US" altLang="zh-CN" dirty="0"/>
              <a:t>/</a:t>
            </a:r>
            <a:r>
              <a:rPr lang="zh-CN" altLang="en-US" dirty="0"/>
              <a:t>路由</a:t>
            </a:r>
            <a:endParaRPr lang="en-US" altLang="zh-CN" dirty="0"/>
          </a:p>
          <a:p>
            <a:pPr lvl="1"/>
            <a:r>
              <a:rPr lang="zh-CN" altLang="en-US" dirty="0"/>
              <a:t>共享关于邻居的信息</a:t>
            </a:r>
            <a:endParaRPr lang="zh-CN" altLang="en-US" dirty="0"/>
          </a:p>
          <a:p>
            <a:pPr lvl="1"/>
            <a:r>
              <a:rPr lang="zh-CN" altLang="en-US" dirty="0"/>
              <a:t>共享的信息发给所有的路由器</a:t>
            </a:r>
            <a:r>
              <a:rPr lang="en-US" altLang="zh-CN" dirty="0"/>
              <a:t>(</a:t>
            </a:r>
            <a:r>
              <a:rPr lang="zh-CN" altLang="en-US" dirty="0"/>
              <a:t>扩散法</a:t>
            </a:r>
            <a:r>
              <a:rPr lang="en-US" altLang="zh-CN" dirty="0"/>
              <a:t>)</a:t>
            </a:r>
            <a:endParaRPr lang="en-US" altLang="zh-CN" dirty="0"/>
          </a:p>
          <a:p>
            <a:pPr lvl="1"/>
            <a:r>
              <a:rPr lang="zh-CN" altLang="en-US" dirty="0"/>
              <a:t>共享信息在有规律的时间间隔内进行</a:t>
            </a:r>
            <a:r>
              <a:rPr lang="en-US" altLang="zh-CN" dirty="0"/>
              <a:t>(</a:t>
            </a:r>
            <a:r>
              <a:rPr lang="zh-CN" altLang="en-US" dirty="0"/>
              <a:t>一般</a:t>
            </a:r>
            <a:r>
              <a:rPr lang="en-US" altLang="zh-CN" dirty="0"/>
              <a:t>30</a:t>
            </a:r>
            <a:r>
              <a:rPr lang="zh-CN" altLang="en-US" dirty="0"/>
              <a:t>分钟</a:t>
            </a:r>
            <a:r>
              <a:rPr lang="en-US" altLang="zh-CN" dirty="0"/>
              <a:t>)</a:t>
            </a:r>
            <a:endParaRPr lang="en-US" altLang="zh-CN" dirty="0"/>
          </a:p>
          <a:p>
            <a:pPr lvl="1"/>
            <a:r>
              <a:rPr lang="zh-CN" altLang="en-US" dirty="0"/>
              <a:t>所有的链路状态组成链路状态数据库</a:t>
            </a:r>
            <a:endParaRPr lang="en-US" altLang="zh-CN" dirty="0"/>
          </a:p>
          <a:p>
            <a:r>
              <a:rPr lang="zh-CN" altLang="en-US" dirty="0"/>
              <a:t>理解链路状态路由的关键在于它和距离向量路由的不同之处</a:t>
            </a:r>
            <a:endParaRPr lang="zh-CN" altLang="en-US" dirty="0"/>
          </a:p>
          <a:p>
            <a:pPr lvl="1"/>
            <a:r>
              <a:rPr lang="zh-CN" altLang="en-US" dirty="0"/>
              <a:t>在链路状态路由中，每个路由器和互连网络中的所有其它路由器共享关于它邻居的信息</a:t>
            </a:r>
            <a:endParaRPr lang="zh-CN" altLang="en-US"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p:txBody>
          <a:bodyPr/>
          <a:lstStyle/>
          <a:p>
            <a:fld id="{42A339A8-A895-496A-88CB-D3DD65CF3413}" type="slidenum">
              <a:rPr lang="en-US" altLang="zh-CN"/>
            </a:fld>
            <a:endParaRPr lang="en-US" altLang="zh-CN"/>
          </a:p>
        </p:txBody>
      </p:sp>
      <p:sp>
        <p:nvSpPr>
          <p:cNvPr id="432130" name="Rectangle 2"/>
          <p:cNvSpPr>
            <a:spLocks noGrp="1" noChangeArrowheads="1"/>
          </p:cNvSpPr>
          <p:nvPr>
            <p:ph type="title"/>
          </p:nvPr>
        </p:nvSpPr>
        <p:spPr/>
        <p:txBody>
          <a:bodyPr/>
          <a:lstStyle/>
          <a:p>
            <a:r>
              <a:rPr lang="zh-CN" altLang="en-US"/>
              <a:t>完成步骤</a:t>
            </a:r>
            <a:endParaRPr lang="zh-CN" altLang="en-US"/>
          </a:p>
        </p:txBody>
      </p:sp>
      <p:sp>
        <p:nvSpPr>
          <p:cNvPr id="432131" name="Rectangle 3"/>
          <p:cNvSpPr>
            <a:spLocks noGrp="1" noChangeArrowheads="1"/>
          </p:cNvSpPr>
          <p:nvPr>
            <p:ph type="body" idx="1"/>
          </p:nvPr>
        </p:nvSpPr>
        <p:spPr/>
        <p:txBody>
          <a:bodyPr/>
          <a:lstStyle/>
          <a:p>
            <a:r>
              <a:rPr lang="zh-CN" altLang="en-US" dirty="0"/>
              <a:t>链路状态路由可分为两步完成</a:t>
            </a:r>
            <a:endParaRPr lang="zh-CN" altLang="en-US" dirty="0"/>
          </a:p>
          <a:p>
            <a:pPr lvl="1"/>
            <a:r>
              <a:rPr lang="zh-CN" altLang="en-US" dirty="0"/>
              <a:t>第一步：共享链路状态信息，即每个路由器将它自己和它的所有邻居之间的链路状态信息发送给互连网络中的所有其它路由器</a:t>
            </a:r>
            <a:endParaRPr lang="zh-CN" altLang="en-US" dirty="0"/>
          </a:p>
          <a:p>
            <a:pPr lvl="1"/>
            <a:r>
              <a:rPr lang="zh-CN" altLang="en-US" dirty="0"/>
              <a:t>第二步：每个路由器根据自己所掌握的关于整个网络的链路状态信息计算到每个网络的路由</a:t>
            </a:r>
            <a:endParaRPr lang="zh-CN" altLang="en-US"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p:txBody>
          <a:bodyPr/>
          <a:lstStyle/>
          <a:p>
            <a:fld id="{82C4EE94-892C-4B87-A679-9CD577D46E9C}" type="slidenum">
              <a:rPr lang="en-US" altLang="zh-CN"/>
            </a:fld>
            <a:endParaRPr lang="en-US" altLang="zh-CN"/>
          </a:p>
        </p:txBody>
      </p:sp>
      <p:sp>
        <p:nvSpPr>
          <p:cNvPr id="435202" name="Rectangle 2"/>
          <p:cNvSpPr>
            <a:spLocks noGrp="1" noChangeArrowheads="1"/>
          </p:cNvSpPr>
          <p:nvPr>
            <p:ph type="title"/>
          </p:nvPr>
        </p:nvSpPr>
        <p:spPr/>
        <p:txBody>
          <a:bodyPr/>
          <a:lstStyle/>
          <a:p>
            <a:r>
              <a:rPr lang="zh-CN" altLang="en-US" dirty="0"/>
              <a:t>链路状态信息共享（</a:t>
            </a:r>
            <a:r>
              <a:rPr lang="en-US" altLang="zh-CN" dirty="0"/>
              <a:t>1</a:t>
            </a:r>
            <a:r>
              <a:rPr lang="zh-CN" altLang="en-US" dirty="0"/>
              <a:t>）</a:t>
            </a:r>
            <a:endParaRPr lang="en-US" altLang="zh-CN" dirty="0"/>
          </a:p>
        </p:txBody>
      </p:sp>
      <p:sp>
        <p:nvSpPr>
          <p:cNvPr id="435203" name="Rectangle 3"/>
          <p:cNvSpPr>
            <a:spLocks noGrp="1" noChangeArrowheads="1"/>
          </p:cNvSpPr>
          <p:nvPr>
            <p:ph type="body" idx="1"/>
          </p:nvPr>
        </p:nvSpPr>
        <p:spPr/>
        <p:txBody>
          <a:bodyPr/>
          <a:lstStyle/>
          <a:p>
            <a:r>
              <a:rPr lang="zh-CN" altLang="en-US" dirty="0"/>
              <a:t>路由器传输包的费用：在链路状态路由中，费用是许多因素的加权值这些因素包括安全级别，流量和链路的传输速率等</a:t>
            </a:r>
            <a:endParaRPr lang="zh-CN" altLang="en-US" dirty="0"/>
          </a:p>
          <a:p>
            <a:r>
              <a:rPr lang="zh-CN" altLang="en-US" dirty="0"/>
              <a:t>费用的计算：仅计算路由器到网络的部分，网络到路由器的费用不计</a:t>
            </a:r>
            <a:endParaRPr lang="zh-CN" altLang="en-US"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 name="灯片编号占位符 5"/>
          <p:cNvSpPr>
            <a:spLocks noGrp="1"/>
          </p:cNvSpPr>
          <p:nvPr>
            <p:ph type="sldNum" sz="quarter" idx="12"/>
          </p:nvPr>
        </p:nvSpPr>
        <p:spPr/>
        <p:txBody>
          <a:bodyPr/>
          <a:lstStyle/>
          <a:p>
            <a:fld id="{ED9CFC54-35C1-44F8-8998-6DBE4834D088}" type="slidenum">
              <a:rPr lang="en-US" altLang="zh-CN"/>
            </a:fld>
            <a:endParaRPr lang="en-US" altLang="zh-CN"/>
          </a:p>
        </p:txBody>
      </p:sp>
      <p:sp>
        <p:nvSpPr>
          <p:cNvPr id="504834" name="Rectangle 2"/>
          <p:cNvSpPr>
            <a:spLocks noGrp="1" noChangeArrowheads="1"/>
          </p:cNvSpPr>
          <p:nvPr>
            <p:ph type="title"/>
          </p:nvPr>
        </p:nvSpPr>
        <p:spPr/>
        <p:txBody>
          <a:bodyPr/>
          <a:lstStyle/>
          <a:p>
            <a:r>
              <a:rPr lang="zh-CN" altLang="en-US" dirty="0"/>
              <a:t>链路状态信息共享（</a:t>
            </a:r>
            <a:r>
              <a:rPr lang="en-US" altLang="zh-CN" dirty="0"/>
              <a:t>2</a:t>
            </a:r>
            <a:r>
              <a:rPr lang="zh-CN" altLang="en-US" dirty="0"/>
              <a:t>）</a:t>
            </a:r>
            <a:endParaRPr lang="zh-CN" altLang="en-US" dirty="0"/>
          </a:p>
        </p:txBody>
      </p:sp>
      <p:sp>
        <p:nvSpPr>
          <p:cNvPr id="504835" name="Line 3"/>
          <p:cNvSpPr>
            <a:spLocks noChangeShapeType="1"/>
          </p:cNvSpPr>
          <p:nvPr/>
        </p:nvSpPr>
        <p:spPr bwMode="auto">
          <a:xfrm flipV="1">
            <a:off x="2786360" y="2288541"/>
            <a:ext cx="950912" cy="792164"/>
          </a:xfrm>
          <a:prstGeom prst="line">
            <a:avLst/>
          </a:prstGeom>
          <a:noFill/>
          <a:ln w="25400" cap="rnd">
            <a:solidFill>
              <a:srgbClr val="FF3300"/>
            </a:solidFill>
            <a:round/>
            <a:headEnd type="none" w="sm" len="sm"/>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latin typeface="微软雅黑 Light" panose="020B0502040204020203" pitchFamily="34" charset="-122"/>
              <a:ea typeface="微软雅黑 Light" panose="020B0502040204020203" pitchFamily="34" charset="-122"/>
            </a:endParaRPr>
          </a:p>
        </p:txBody>
      </p:sp>
      <p:sp>
        <p:nvSpPr>
          <p:cNvPr id="504836" name="Line 4"/>
          <p:cNvSpPr>
            <a:spLocks noChangeShapeType="1"/>
          </p:cNvSpPr>
          <p:nvPr/>
        </p:nvSpPr>
        <p:spPr bwMode="auto">
          <a:xfrm>
            <a:off x="4961235" y="3433129"/>
            <a:ext cx="792162" cy="0"/>
          </a:xfrm>
          <a:prstGeom prst="line">
            <a:avLst/>
          </a:prstGeom>
          <a:noFill/>
          <a:ln w="25400" cap="rnd">
            <a:solidFill>
              <a:srgbClr val="FF3300"/>
            </a:solidFill>
            <a:round/>
            <a:headEnd type="triangle" w="lg" len="lg"/>
            <a:tailEnd type="non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latin typeface="微软雅黑 Light" panose="020B0502040204020203" pitchFamily="34" charset="-122"/>
              <a:ea typeface="微软雅黑 Light" panose="020B0502040204020203" pitchFamily="34" charset="-122"/>
            </a:endParaRPr>
          </a:p>
        </p:txBody>
      </p:sp>
      <p:sp>
        <p:nvSpPr>
          <p:cNvPr id="504837" name="Line 5"/>
          <p:cNvSpPr>
            <a:spLocks noChangeShapeType="1"/>
          </p:cNvSpPr>
          <p:nvPr/>
        </p:nvSpPr>
        <p:spPr bwMode="auto">
          <a:xfrm flipV="1">
            <a:off x="6476966" y="3433130"/>
            <a:ext cx="644855" cy="7912"/>
          </a:xfrm>
          <a:prstGeom prst="line">
            <a:avLst/>
          </a:prstGeom>
          <a:noFill/>
          <a:ln w="25400" cap="rnd">
            <a:solidFill>
              <a:srgbClr val="FF3300"/>
            </a:solidFill>
            <a:round/>
            <a:headEnd type="none" w="sm" len="sm"/>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latin typeface="微软雅黑 Light" panose="020B0502040204020203" pitchFamily="34" charset="-122"/>
              <a:ea typeface="微软雅黑 Light" panose="020B0502040204020203" pitchFamily="34" charset="-122"/>
            </a:endParaRPr>
          </a:p>
        </p:txBody>
      </p:sp>
      <p:sp>
        <p:nvSpPr>
          <p:cNvPr id="504838" name="Line 6"/>
          <p:cNvSpPr>
            <a:spLocks noChangeShapeType="1"/>
          </p:cNvSpPr>
          <p:nvPr/>
        </p:nvSpPr>
        <p:spPr bwMode="auto">
          <a:xfrm flipH="1" flipV="1">
            <a:off x="8561685" y="2353629"/>
            <a:ext cx="844218" cy="582612"/>
          </a:xfrm>
          <a:prstGeom prst="line">
            <a:avLst/>
          </a:prstGeom>
          <a:noFill/>
          <a:ln w="25400" cap="rnd">
            <a:solidFill>
              <a:srgbClr val="FF3300"/>
            </a:solidFill>
            <a:round/>
            <a:headEnd type="none" w="sm" len="sm"/>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latin typeface="微软雅黑 Light" panose="020B0502040204020203" pitchFamily="34" charset="-122"/>
              <a:ea typeface="微软雅黑 Light" panose="020B0502040204020203" pitchFamily="34" charset="-122"/>
            </a:endParaRPr>
          </a:p>
        </p:txBody>
      </p:sp>
      <p:sp>
        <p:nvSpPr>
          <p:cNvPr id="504839" name="Line 7"/>
          <p:cNvSpPr>
            <a:spLocks noChangeShapeType="1"/>
          </p:cNvSpPr>
          <p:nvPr/>
        </p:nvSpPr>
        <p:spPr bwMode="auto">
          <a:xfrm>
            <a:off x="6545560" y="1993266"/>
            <a:ext cx="1008062" cy="0"/>
          </a:xfrm>
          <a:prstGeom prst="line">
            <a:avLst/>
          </a:prstGeom>
          <a:noFill/>
          <a:ln w="25400" cap="rnd">
            <a:solidFill>
              <a:srgbClr val="FF3300"/>
            </a:solidFill>
            <a:round/>
            <a:headEnd type="none" w="lg" len="lg"/>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latin typeface="微软雅黑 Light" panose="020B0502040204020203" pitchFamily="34" charset="-122"/>
              <a:ea typeface="微软雅黑 Light" panose="020B0502040204020203" pitchFamily="34" charset="-122"/>
            </a:endParaRPr>
          </a:p>
        </p:txBody>
      </p:sp>
      <p:sp>
        <p:nvSpPr>
          <p:cNvPr id="504840" name="Line 8"/>
          <p:cNvSpPr>
            <a:spLocks noChangeShapeType="1"/>
          </p:cNvSpPr>
          <p:nvPr/>
        </p:nvSpPr>
        <p:spPr bwMode="auto">
          <a:xfrm flipV="1">
            <a:off x="2872086" y="3433129"/>
            <a:ext cx="936625" cy="4762"/>
          </a:xfrm>
          <a:prstGeom prst="line">
            <a:avLst/>
          </a:prstGeom>
          <a:noFill/>
          <a:ln w="25400" cap="rnd">
            <a:solidFill>
              <a:srgbClr val="FF3300"/>
            </a:solidFill>
            <a:round/>
            <a:headEnd type="none" w="sm" len="sm"/>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latin typeface="微软雅黑 Light" panose="020B0502040204020203" pitchFamily="34" charset="-122"/>
              <a:ea typeface="微软雅黑 Light" panose="020B0502040204020203" pitchFamily="34" charset="-122"/>
            </a:endParaRPr>
          </a:p>
        </p:txBody>
      </p:sp>
      <p:sp>
        <p:nvSpPr>
          <p:cNvPr id="504841" name="Line 9"/>
          <p:cNvSpPr>
            <a:spLocks noChangeShapeType="1"/>
          </p:cNvSpPr>
          <p:nvPr/>
        </p:nvSpPr>
        <p:spPr bwMode="auto">
          <a:xfrm>
            <a:off x="4745336" y="1993266"/>
            <a:ext cx="936625" cy="0"/>
          </a:xfrm>
          <a:prstGeom prst="line">
            <a:avLst/>
          </a:prstGeom>
          <a:noFill/>
          <a:ln w="25400" cap="rnd">
            <a:solidFill>
              <a:srgbClr val="FF3300"/>
            </a:solidFill>
            <a:round/>
            <a:headEnd type="triangle" w="lg" len="lg"/>
            <a:tailEnd type="non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latin typeface="微软雅黑 Light" panose="020B0502040204020203" pitchFamily="34" charset="-122"/>
              <a:ea typeface="微软雅黑 Light" panose="020B0502040204020203" pitchFamily="34" charset="-122"/>
            </a:endParaRPr>
          </a:p>
        </p:txBody>
      </p:sp>
      <p:sp>
        <p:nvSpPr>
          <p:cNvPr id="504842" name="Line 10"/>
          <p:cNvSpPr>
            <a:spLocks noChangeShapeType="1"/>
          </p:cNvSpPr>
          <p:nvPr/>
        </p:nvSpPr>
        <p:spPr bwMode="auto">
          <a:xfrm flipH="1" flipV="1">
            <a:off x="2626023" y="3763328"/>
            <a:ext cx="319088" cy="390526"/>
          </a:xfrm>
          <a:prstGeom prst="line">
            <a:avLst/>
          </a:prstGeom>
          <a:noFill/>
          <a:ln w="25400" cap="rnd">
            <a:solidFill>
              <a:srgbClr val="FF3300"/>
            </a:solidFill>
            <a:round/>
            <a:headEnd type="triangle" w="lg" len="lg"/>
            <a:tailEnd type="non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latin typeface="微软雅黑 Light" panose="020B0502040204020203" pitchFamily="34" charset="-122"/>
              <a:ea typeface="微软雅黑 Light" panose="020B0502040204020203" pitchFamily="34" charset="-122"/>
            </a:endParaRPr>
          </a:p>
        </p:txBody>
      </p:sp>
      <p:sp>
        <p:nvSpPr>
          <p:cNvPr id="504843" name="Line 11"/>
          <p:cNvSpPr>
            <a:spLocks noChangeShapeType="1"/>
          </p:cNvSpPr>
          <p:nvPr/>
        </p:nvSpPr>
        <p:spPr bwMode="auto">
          <a:xfrm>
            <a:off x="3376910" y="4736467"/>
            <a:ext cx="576262" cy="504825"/>
          </a:xfrm>
          <a:prstGeom prst="line">
            <a:avLst/>
          </a:prstGeom>
          <a:noFill/>
          <a:ln w="25400" cap="rnd">
            <a:solidFill>
              <a:srgbClr val="FF3300"/>
            </a:solidFill>
            <a:round/>
            <a:headEnd type="triangle" w="lg" len="lg"/>
            <a:tailEnd type="non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latin typeface="微软雅黑 Light" panose="020B0502040204020203" pitchFamily="34" charset="-122"/>
              <a:ea typeface="微软雅黑 Light" panose="020B0502040204020203" pitchFamily="34" charset="-122"/>
            </a:endParaRPr>
          </a:p>
        </p:txBody>
      </p:sp>
      <p:sp>
        <p:nvSpPr>
          <p:cNvPr id="504844" name="Line 12"/>
          <p:cNvSpPr>
            <a:spLocks noChangeShapeType="1"/>
          </p:cNvSpPr>
          <p:nvPr/>
        </p:nvSpPr>
        <p:spPr bwMode="auto">
          <a:xfrm flipV="1">
            <a:off x="4657908" y="5377816"/>
            <a:ext cx="735128" cy="1"/>
          </a:xfrm>
          <a:prstGeom prst="line">
            <a:avLst/>
          </a:prstGeom>
          <a:noFill/>
          <a:ln w="25400" cap="rnd">
            <a:solidFill>
              <a:srgbClr val="FF3300"/>
            </a:solidFill>
            <a:round/>
            <a:headEnd type="none" w="sm" len="sm"/>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latin typeface="微软雅黑 Light" panose="020B0502040204020203" pitchFamily="34" charset="-122"/>
              <a:ea typeface="微软雅黑 Light" panose="020B0502040204020203" pitchFamily="34" charset="-122"/>
            </a:endParaRPr>
          </a:p>
        </p:txBody>
      </p:sp>
      <p:sp>
        <p:nvSpPr>
          <p:cNvPr id="504845" name="Line 13"/>
          <p:cNvSpPr>
            <a:spLocks noChangeShapeType="1"/>
          </p:cNvSpPr>
          <p:nvPr/>
        </p:nvSpPr>
        <p:spPr bwMode="auto">
          <a:xfrm flipV="1">
            <a:off x="6528098" y="5384166"/>
            <a:ext cx="936625" cy="0"/>
          </a:xfrm>
          <a:prstGeom prst="line">
            <a:avLst/>
          </a:prstGeom>
          <a:noFill/>
          <a:ln w="25400" cap="rnd">
            <a:solidFill>
              <a:srgbClr val="FF3300"/>
            </a:solidFill>
            <a:round/>
            <a:headEnd type="triangle" w="lg" len="lg"/>
            <a:tailEnd type="non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latin typeface="微软雅黑 Light" panose="020B0502040204020203" pitchFamily="34" charset="-122"/>
              <a:ea typeface="微软雅黑 Light" panose="020B0502040204020203" pitchFamily="34" charset="-122"/>
            </a:endParaRPr>
          </a:p>
        </p:txBody>
      </p:sp>
      <p:sp>
        <p:nvSpPr>
          <p:cNvPr id="504846" name="Line 14"/>
          <p:cNvSpPr>
            <a:spLocks noChangeShapeType="1"/>
          </p:cNvSpPr>
          <p:nvPr/>
        </p:nvSpPr>
        <p:spPr bwMode="auto">
          <a:xfrm flipV="1">
            <a:off x="8156707" y="5023804"/>
            <a:ext cx="819316" cy="304031"/>
          </a:xfrm>
          <a:prstGeom prst="line">
            <a:avLst/>
          </a:prstGeom>
          <a:noFill/>
          <a:ln w="25400" cap="rnd">
            <a:solidFill>
              <a:srgbClr val="FF3300"/>
            </a:solidFill>
            <a:round/>
            <a:headEnd type="none" w="sm" len="sm"/>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latin typeface="微软雅黑 Light" panose="020B0502040204020203" pitchFamily="34" charset="-122"/>
              <a:ea typeface="微软雅黑 Light" panose="020B0502040204020203" pitchFamily="34" charset="-122"/>
            </a:endParaRPr>
          </a:p>
        </p:txBody>
      </p:sp>
      <p:sp>
        <p:nvSpPr>
          <p:cNvPr id="504847" name="Line 15"/>
          <p:cNvSpPr>
            <a:spLocks noChangeShapeType="1"/>
          </p:cNvSpPr>
          <p:nvPr/>
        </p:nvSpPr>
        <p:spPr bwMode="auto">
          <a:xfrm flipV="1">
            <a:off x="9353848" y="3664906"/>
            <a:ext cx="319088" cy="704848"/>
          </a:xfrm>
          <a:prstGeom prst="line">
            <a:avLst/>
          </a:prstGeom>
          <a:noFill/>
          <a:ln w="25400" cap="rnd">
            <a:solidFill>
              <a:srgbClr val="FF3300"/>
            </a:solidFill>
            <a:round/>
            <a:headEnd type="triangle" w="lg" len="lg"/>
            <a:tailEnd type="non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latin typeface="微软雅黑 Light" panose="020B0502040204020203" pitchFamily="34" charset="-122"/>
              <a:ea typeface="微软雅黑 Light" panose="020B0502040204020203" pitchFamily="34" charset="-122"/>
            </a:endParaRPr>
          </a:p>
        </p:txBody>
      </p:sp>
      <p:sp>
        <p:nvSpPr>
          <p:cNvPr id="504866" name="Text Box 34"/>
          <p:cNvSpPr txBox="1">
            <a:spLocks noChangeArrowheads="1"/>
          </p:cNvSpPr>
          <p:nvPr/>
        </p:nvSpPr>
        <p:spPr bwMode="auto">
          <a:xfrm>
            <a:off x="2289795" y="2648905"/>
            <a:ext cx="393056"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400" dirty="0">
                <a:latin typeface="微软雅黑 Light" panose="020B0502040204020203" pitchFamily="34" charset="-122"/>
                <a:ea typeface="微软雅黑 Light" panose="020B0502040204020203" pitchFamily="34" charset="-122"/>
              </a:rPr>
              <a:t>A</a:t>
            </a:r>
            <a:endParaRPr lang="en-US" altLang="zh-CN" sz="2400" dirty="0">
              <a:latin typeface="微软雅黑 Light" panose="020B0502040204020203" pitchFamily="34" charset="-122"/>
              <a:ea typeface="微软雅黑 Light" panose="020B0502040204020203" pitchFamily="34" charset="-122"/>
            </a:endParaRPr>
          </a:p>
        </p:txBody>
      </p:sp>
      <p:grpSp>
        <p:nvGrpSpPr>
          <p:cNvPr id="504867" name="Group 35"/>
          <p:cNvGrpSpPr/>
          <p:nvPr/>
        </p:nvGrpSpPr>
        <p:grpSpPr bwMode="auto">
          <a:xfrm>
            <a:off x="3592810" y="1712280"/>
            <a:ext cx="1181100" cy="714375"/>
            <a:chOff x="1338" y="1752"/>
            <a:chExt cx="744" cy="450"/>
          </a:xfrm>
        </p:grpSpPr>
        <p:pic>
          <p:nvPicPr>
            <p:cNvPr id="504868" name="Picture 25"/>
            <p:cNvPicPr>
              <a:picLocks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1338" y="1752"/>
              <a:ext cx="744" cy="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04869" name="Text Box 37"/>
            <p:cNvSpPr txBox="1">
              <a:spLocks noChangeArrowheads="1"/>
            </p:cNvSpPr>
            <p:nvPr/>
          </p:nvSpPr>
          <p:spPr bwMode="auto">
            <a:xfrm>
              <a:off x="1432" y="1829"/>
              <a:ext cx="555"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400">
                  <a:latin typeface="微软雅黑 Light" panose="020B0502040204020203" pitchFamily="34" charset="-122"/>
                  <a:ea typeface="微软雅黑 Light" panose="020B0502040204020203" pitchFamily="34" charset="-122"/>
                </a:rPr>
                <a:t>Net:1</a:t>
              </a:r>
              <a:endParaRPr lang="en-US" altLang="zh-CN" sz="2400">
                <a:latin typeface="微软雅黑 Light" panose="020B0502040204020203" pitchFamily="34" charset="-122"/>
                <a:ea typeface="微软雅黑 Light" panose="020B0502040204020203" pitchFamily="34" charset="-122"/>
              </a:endParaRPr>
            </a:p>
          </p:txBody>
        </p:sp>
      </p:grpSp>
      <p:sp>
        <p:nvSpPr>
          <p:cNvPr id="504888" name="Text Box 56"/>
          <p:cNvSpPr txBox="1">
            <a:spLocks noChangeArrowheads="1"/>
          </p:cNvSpPr>
          <p:nvPr/>
        </p:nvSpPr>
        <p:spPr bwMode="auto">
          <a:xfrm>
            <a:off x="4098164" y="4593665"/>
            <a:ext cx="378629"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zh-CN"/>
            </a:defPPr>
            <a:lvl1pPr algn="ctr">
              <a:defRPr sz="2400">
                <a:latin typeface="微软雅黑 Light" panose="020B0502040204020203" pitchFamily="34" charset="-122"/>
                <a:ea typeface="微软雅黑 Light" panose="020B0502040204020203" pitchFamily="34" charset="-122"/>
              </a:defRPr>
            </a:lvl1pPr>
          </a:lstStyle>
          <a:p>
            <a:r>
              <a:rPr lang="en-US" altLang="zh-CN" dirty="0"/>
              <a:t>E</a:t>
            </a:r>
            <a:endParaRPr lang="en-US" altLang="zh-CN" dirty="0"/>
          </a:p>
        </p:txBody>
      </p:sp>
      <p:sp>
        <p:nvSpPr>
          <p:cNvPr id="504907" name="Text Box 75"/>
          <p:cNvSpPr txBox="1">
            <a:spLocks noChangeArrowheads="1"/>
          </p:cNvSpPr>
          <p:nvPr/>
        </p:nvSpPr>
        <p:spPr bwMode="auto">
          <a:xfrm>
            <a:off x="7541959" y="4654534"/>
            <a:ext cx="458788" cy="523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zh-CN"/>
            </a:defPPr>
            <a:lvl1pPr algn="ctr">
              <a:defRPr sz="2400">
                <a:latin typeface="微软雅黑 Light" panose="020B0502040204020203" pitchFamily="34" charset="-122"/>
                <a:ea typeface="微软雅黑 Light" panose="020B0502040204020203" pitchFamily="34" charset="-122"/>
              </a:defRPr>
            </a:lvl1pPr>
          </a:lstStyle>
          <a:p>
            <a:r>
              <a:rPr lang="en-US" altLang="zh-CN" dirty="0"/>
              <a:t>D</a:t>
            </a:r>
            <a:endParaRPr lang="en-US" altLang="zh-CN" dirty="0"/>
          </a:p>
        </p:txBody>
      </p:sp>
      <p:sp>
        <p:nvSpPr>
          <p:cNvPr id="504926" name="Text Box 94"/>
          <p:cNvSpPr txBox="1">
            <a:spLocks noChangeArrowheads="1"/>
          </p:cNvSpPr>
          <p:nvPr/>
        </p:nvSpPr>
        <p:spPr bwMode="auto">
          <a:xfrm>
            <a:off x="9394376" y="2529489"/>
            <a:ext cx="423863" cy="523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zh-CN"/>
            </a:defPPr>
            <a:lvl1pPr algn="ctr">
              <a:defRPr sz="2400">
                <a:latin typeface="微软雅黑 Light" panose="020B0502040204020203" pitchFamily="34" charset="-122"/>
                <a:ea typeface="微软雅黑 Light" panose="020B0502040204020203" pitchFamily="34" charset="-122"/>
              </a:defRPr>
            </a:lvl1pPr>
          </a:lstStyle>
          <a:p>
            <a:r>
              <a:rPr lang="en-US" altLang="zh-CN" dirty="0"/>
              <a:t>C</a:t>
            </a:r>
            <a:endParaRPr lang="en-US" altLang="zh-CN" dirty="0"/>
          </a:p>
        </p:txBody>
      </p:sp>
      <p:sp>
        <p:nvSpPr>
          <p:cNvPr id="504945" name="Text Box 113"/>
          <p:cNvSpPr txBox="1">
            <a:spLocks noChangeArrowheads="1"/>
          </p:cNvSpPr>
          <p:nvPr/>
        </p:nvSpPr>
        <p:spPr bwMode="auto">
          <a:xfrm>
            <a:off x="5940089" y="1249994"/>
            <a:ext cx="396262"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zh-CN"/>
            </a:defPPr>
            <a:lvl1pPr algn="ctr">
              <a:defRPr sz="2400">
                <a:latin typeface="微软雅黑 Light" panose="020B0502040204020203" pitchFamily="34" charset="-122"/>
                <a:ea typeface="微软雅黑 Light" panose="020B0502040204020203" pitchFamily="34" charset="-122"/>
              </a:defRPr>
            </a:lvl1pPr>
          </a:lstStyle>
          <a:p>
            <a:r>
              <a:rPr lang="en-US" altLang="zh-CN" dirty="0"/>
              <a:t>B</a:t>
            </a:r>
            <a:endParaRPr lang="en-US" altLang="zh-CN" dirty="0"/>
          </a:p>
        </p:txBody>
      </p:sp>
      <p:sp>
        <p:nvSpPr>
          <p:cNvPr id="504964" name="Text Box 132"/>
          <p:cNvSpPr txBox="1">
            <a:spLocks noChangeArrowheads="1"/>
          </p:cNvSpPr>
          <p:nvPr/>
        </p:nvSpPr>
        <p:spPr bwMode="auto">
          <a:xfrm>
            <a:off x="5888003" y="2720341"/>
            <a:ext cx="364202"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zh-CN"/>
            </a:defPPr>
            <a:lvl1pPr algn="ctr">
              <a:defRPr sz="2400">
                <a:latin typeface="微软雅黑 Light" panose="020B0502040204020203" pitchFamily="34" charset="-122"/>
                <a:ea typeface="微软雅黑 Light" panose="020B0502040204020203" pitchFamily="34" charset="-122"/>
              </a:defRPr>
            </a:lvl1pPr>
          </a:lstStyle>
          <a:p>
            <a:r>
              <a:rPr lang="en-US" altLang="zh-CN" dirty="0"/>
              <a:t>F</a:t>
            </a:r>
            <a:endParaRPr lang="en-US" altLang="zh-CN" dirty="0"/>
          </a:p>
        </p:txBody>
      </p:sp>
      <p:grpSp>
        <p:nvGrpSpPr>
          <p:cNvPr id="504965" name="Group 133"/>
          <p:cNvGrpSpPr/>
          <p:nvPr/>
        </p:nvGrpSpPr>
        <p:grpSpPr bwMode="auto">
          <a:xfrm>
            <a:off x="3808710" y="3080705"/>
            <a:ext cx="1181100" cy="714375"/>
            <a:chOff x="1338" y="1752"/>
            <a:chExt cx="744" cy="450"/>
          </a:xfrm>
        </p:grpSpPr>
        <p:pic>
          <p:nvPicPr>
            <p:cNvPr id="504966" name="Picture 25"/>
            <p:cNvPicPr>
              <a:picLocks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1338" y="1752"/>
              <a:ext cx="744" cy="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04967" name="Text Box 135"/>
            <p:cNvSpPr txBox="1">
              <a:spLocks noChangeArrowheads="1"/>
            </p:cNvSpPr>
            <p:nvPr/>
          </p:nvSpPr>
          <p:spPr bwMode="auto">
            <a:xfrm>
              <a:off x="1415" y="1829"/>
              <a:ext cx="588"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400" dirty="0">
                  <a:latin typeface="微软雅黑 Light" panose="020B0502040204020203" pitchFamily="34" charset="-122"/>
                  <a:ea typeface="微软雅黑 Light" panose="020B0502040204020203" pitchFamily="34" charset="-122"/>
                </a:rPr>
                <a:t>Net:3</a:t>
              </a:r>
              <a:endParaRPr lang="en-US" altLang="zh-CN" sz="2400" dirty="0">
                <a:latin typeface="微软雅黑 Light" panose="020B0502040204020203" pitchFamily="34" charset="-122"/>
                <a:ea typeface="微软雅黑 Light" panose="020B0502040204020203" pitchFamily="34" charset="-122"/>
              </a:endParaRPr>
            </a:p>
          </p:txBody>
        </p:sp>
      </p:grpSp>
      <p:grpSp>
        <p:nvGrpSpPr>
          <p:cNvPr id="504968" name="Group 136"/>
          <p:cNvGrpSpPr/>
          <p:nvPr/>
        </p:nvGrpSpPr>
        <p:grpSpPr bwMode="auto">
          <a:xfrm>
            <a:off x="2513310" y="4088767"/>
            <a:ext cx="1181100" cy="714375"/>
            <a:chOff x="1338" y="1752"/>
            <a:chExt cx="744" cy="450"/>
          </a:xfrm>
        </p:grpSpPr>
        <p:pic>
          <p:nvPicPr>
            <p:cNvPr id="504969" name="Picture 25"/>
            <p:cNvPicPr>
              <a:picLocks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1338" y="1752"/>
              <a:ext cx="744" cy="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04970" name="Text Box 138"/>
            <p:cNvSpPr txBox="1">
              <a:spLocks noChangeArrowheads="1"/>
            </p:cNvSpPr>
            <p:nvPr/>
          </p:nvSpPr>
          <p:spPr bwMode="auto">
            <a:xfrm>
              <a:off x="1415" y="1829"/>
              <a:ext cx="588"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400">
                  <a:latin typeface="微软雅黑 Light" panose="020B0502040204020203" pitchFamily="34" charset="-122"/>
                  <a:ea typeface="微软雅黑 Light" panose="020B0502040204020203" pitchFamily="34" charset="-122"/>
                </a:rPr>
                <a:t>Net:5</a:t>
              </a:r>
              <a:endParaRPr lang="en-US" altLang="zh-CN" sz="2400">
                <a:latin typeface="微软雅黑 Light" panose="020B0502040204020203" pitchFamily="34" charset="-122"/>
                <a:ea typeface="微软雅黑 Light" panose="020B0502040204020203" pitchFamily="34" charset="-122"/>
              </a:endParaRPr>
            </a:p>
          </p:txBody>
        </p:sp>
      </p:grpSp>
      <p:grpSp>
        <p:nvGrpSpPr>
          <p:cNvPr id="504971" name="Group 139"/>
          <p:cNvGrpSpPr/>
          <p:nvPr/>
        </p:nvGrpSpPr>
        <p:grpSpPr bwMode="auto">
          <a:xfrm>
            <a:off x="5375572" y="5023805"/>
            <a:ext cx="1181100" cy="714375"/>
            <a:chOff x="1338" y="1752"/>
            <a:chExt cx="744" cy="450"/>
          </a:xfrm>
        </p:grpSpPr>
        <p:pic>
          <p:nvPicPr>
            <p:cNvPr id="504972" name="Picture 25"/>
            <p:cNvPicPr>
              <a:picLocks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1338" y="1752"/>
              <a:ext cx="744" cy="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04973" name="Text Box 141"/>
            <p:cNvSpPr txBox="1">
              <a:spLocks noChangeArrowheads="1"/>
            </p:cNvSpPr>
            <p:nvPr/>
          </p:nvSpPr>
          <p:spPr bwMode="auto">
            <a:xfrm>
              <a:off x="1417" y="1829"/>
              <a:ext cx="585"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400">
                  <a:latin typeface="微软雅黑 Light" panose="020B0502040204020203" pitchFamily="34" charset="-122"/>
                  <a:ea typeface="微软雅黑 Light" panose="020B0502040204020203" pitchFamily="34" charset="-122"/>
                </a:rPr>
                <a:t>Net:7</a:t>
              </a:r>
              <a:endParaRPr lang="en-US" altLang="zh-CN" sz="2400">
                <a:latin typeface="微软雅黑 Light" panose="020B0502040204020203" pitchFamily="34" charset="-122"/>
                <a:ea typeface="微软雅黑 Light" panose="020B0502040204020203" pitchFamily="34" charset="-122"/>
              </a:endParaRPr>
            </a:p>
          </p:txBody>
        </p:sp>
      </p:grpSp>
      <p:grpSp>
        <p:nvGrpSpPr>
          <p:cNvPr id="504974" name="Group 142"/>
          <p:cNvGrpSpPr/>
          <p:nvPr/>
        </p:nvGrpSpPr>
        <p:grpSpPr bwMode="auto">
          <a:xfrm>
            <a:off x="8544222" y="4377692"/>
            <a:ext cx="1181100" cy="714375"/>
            <a:chOff x="1338" y="1752"/>
            <a:chExt cx="744" cy="450"/>
          </a:xfrm>
        </p:grpSpPr>
        <p:pic>
          <p:nvPicPr>
            <p:cNvPr id="504975" name="Picture 25"/>
            <p:cNvPicPr>
              <a:picLocks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1338" y="1752"/>
              <a:ext cx="744" cy="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04976" name="Text Box 144"/>
            <p:cNvSpPr txBox="1">
              <a:spLocks noChangeArrowheads="1"/>
            </p:cNvSpPr>
            <p:nvPr/>
          </p:nvSpPr>
          <p:spPr bwMode="auto">
            <a:xfrm>
              <a:off x="1415" y="1829"/>
              <a:ext cx="588"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400">
                  <a:latin typeface="微软雅黑 Light" panose="020B0502040204020203" pitchFamily="34" charset="-122"/>
                  <a:ea typeface="微软雅黑 Light" panose="020B0502040204020203" pitchFamily="34" charset="-122"/>
                </a:rPr>
                <a:t>Net:6</a:t>
              </a:r>
              <a:endParaRPr lang="en-US" altLang="zh-CN" sz="2400">
                <a:latin typeface="微软雅黑 Light" panose="020B0502040204020203" pitchFamily="34" charset="-122"/>
                <a:ea typeface="微软雅黑 Light" panose="020B0502040204020203" pitchFamily="34" charset="-122"/>
              </a:endParaRPr>
            </a:p>
          </p:txBody>
        </p:sp>
      </p:grpSp>
      <p:grpSp>
        <p:nvGrpSpPr>
          <p:cNvPr id="504977" name="Group 145"/>
          <p:cNvGrpSpPr/>
          <p:nvPr/>
        </p:nvGrpSpPr>
        <p:grpSpPr bwMode="auto">
          <a:xfrm>
            <a:off x="7104360" y="3080705"/>
            <a:ext cx="1181100" cy="714375"/>
            <a:chOff x="1338" y="1752"/>
            <a:chExt cx="744" cy="450"/>
          </a:xfrm>
        </p:grpSpPr>
        <p:pic>
          <p:nvPicPr>
            <p:cNvPr id="504978" name="Picture 25"/>
            <p:cNvPicPr>
              <a:picLocks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1338" y="1752"/>
              <a:ext cx="744" cy="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04979" name="Text Box 147"/>
            <p:cNvSpPr txBox="1">
              <a:spLocks noChangeArrowheads="1"/>
            </p:cNvSpPr>
            <p:nvPr/>
          </p:nvSpPr>
          <p:spPr bwMode="auto">
            <a:xfrm>
              <a:off x="1414" y="1829"/>
              <a:ext cx="591"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400">
                  <a:latin typeface="微软雅黑 Light" panose="020B0502040204020203" pitchFamily="34" charset="-122"/>
                  <a:ea typeface="微软雅黑 Light" panose="020B0502040204020203" pitchFamily="34" charset="-122"/>
                </a:rPr>
                <a:t>Net:4</a:t>
              </a:r>
              <a:endParaRPr lang="en-US" altLang="zh-CN" sz="2400">
                <a:latin typeface="微软雅黑 Light" panose="020B0502040204020203" pitchFamily="34" charset="-122"/>
                <a:ea typeface="微软雅黑 Light" panose="020B0502040204020203" pitchFamily="34" charset="-122"/>
              </a:endParaRPr>
            </a:p>
          </p:txBody>
        </p:sp>
      </p:grpSp>
      <p:grpSp>
        <p:nvGrpSpPr>
          <p:cNvPr id="504980" name="Group 148"/>
          <p:cNvGrpSpPr/>
          <p:nvPr/>
        </p:nvGrpSpPr>
        <p:grpSpPr bwMode="auto">
          <a:xfrm>
            <a:off x="7536160" y="1712280"/>
            <a:ext cx="1181100" cy="714375"/>
            <a:chOff x="1338" y="1752"/>
            <a:chExt cx="744" cy="450"/>
          </a:xfrm>
        </p:grpSpPr>
        <p:pic>
          <p:nvPicPr>
            <p:cNvPr id="504981" name="Picture 25"/>
            <p:cNvPicPr>
              <a:picLocks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1338" y="1752"/>
              <a:ext cx="744" cy="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04982" name="Text Box 150"/>
            <p:cNvSpPr txBox="1">
              <a:spLocks noChangeArrowheads="1"/>
            </p:cNvSpPr>
            <p:nvPr/>
          </p:nvSpPr>
          <p:spPr bwMode="auto">
            <a:xfrm>
              <a:off x="1415" y="1829"/>
              <a:ext cx="588"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400">
                  <a:latin typeface="微软雅黑 Light" panose="020B0502040204020203" pitchFamily="34" charset="-122"/>
                  <a:ea typeface="微软雅黑 Light" panose="020B0502040204020203" pitchFamily="34" charset="-122"/>
                </a:rPr>
                <a:t>Net:2</a:t>
              </a:r>
              <a:endParaRPr lang="en-US" altLang="zh-CN" sz="2400">
                <a:latin typeface="微软雅黑 Light" panose="020B0502040204020203" pitchFamily="34" charset="-122"/>
                <a:ea typeface="微软雅黑 Light" panose="020B0502040204020203" pitchFamily="34" charset="-122"/>
              </a:endParaRPr>
            </a:p>
          </p:txBody>
        </p:sp>
      </p:grpSp>
      <p:sp>
        <p:nvSpPr>
          <p:cNvPr id="504983" name="Text Box 151"/>
          <p:cNvSpPr txBox="1">
            <a:spLocks noChangeArrowheads="1"/>
          </p:cNvSpPr>
          <p:nvPr/>
        </p:nvSpPr>
        <p:spPr bwMode="auto">
          <a:xfrm>
            <a:off x="2686218" y="2569529"/>
            <a:ext cx="322524" cy="5232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chemeClr val="accent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ctr"/>
            <a:r>
              <a:rPr lang="en-US" altLang="zh-CN" sz="2800">
                <a:solidFill>
                  <a:srgbClr val="6600CC"/>
                </a:solidFill>
                <a:latin typeface="微软雅黑 Light" panose="020B0502040204020203" pitchFamily="34" charset="-122"/>
                <a:ea typeface="微软雅黑 Light" panose="020B0502040204020203" pitchFamily="34" charset="-122"/>
              </a:rPr>
              <a:t>1</a:t>
            </a:r>
            <a:endParaRPr lang="en-US" altLang="zh-CN" sz="2800">
              <a:solidFill>
                <a:srgbClr val="6600CC"/>
              </a:solidFill>
              <a:latin typeface="微软雅黑 Light" panose="020B0502040204020203" pitchFamily="34" charset="-122"/>
              <a:ea typeface="微软雅黑 Light" panose="020B0502040204020203" pitchFamily="34" charset="-122"/>
            </a:endParaRPr>
          </a:p>
        </p:txBody>
      </p:sp>
      <p:sp>
        <p:nvSpPr>
          <p:cNvPr id="504984" name="Text Box 152"/>
          <p:cNvSpPr txBox="1">
            <a:spLocks noChangeArrowheads="1"/>
          </p:cNvSpPr>
          <p:nvPr/>
        </p:nvSpPr>
        <p:spPr bwMode="auto">
          <a:xfrm>
            <a:off x="2943884" y="3001329"/>
            <a:ext cx="385042" cy="5232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chemeClr val="accent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ctr"/>
            <a:r>
              <a:rPr lang="en-US" altLang="zh-CN" sz="2800">
                <a:solidFill>
                  <a:srgbClr val="6600CC"/>
                </a:solidFill>
                <a:latin typeface="微软雅黑 Light" panose="020B0502040204020203" pitchFamily="34" charset="-122"/>
                <a:ea typeface="微软雅黑 Light" panose="020B0502040204020203" pitchFamily="34" charset="-122"/>
              </a:rPr>
              <a:t>3</a:t>
            </a:r>
            <a:endParaRPr lang="en-US" altLang="zh-CN" sz="2800">
              <a:solidFill>
                <a:srgbClr val="6600CC"/>
              </a:solidFill>
              <a:latin typeface="微软雅黑 Light" panose="020B0502040204020203" pitchFamily="34" charset="-122"/>
              <a:ea typeface="微软雅黑 Light" panose="020B0502040204020203" pitchFamily="34" charset="-122"/>
            </a:endParaRPr>
          </a:p>
        </p:txBody>
      </p:sp>
      <p:sp>
        <p:nvSpPr>
          <p:cNvPr id="504985" name="Text Box 153"/>
          <p:cNvSpPr txBox="1">
            <a:spLocks noChangeArrowheads="1"/>
          </p:cNvSpPr>
          <p:nvPr/>
        </p:nvSpPr>
        <p:spPr bwMode="auto">
          <a:xfrm>
            <a:off x="2727984" y="3506154"/>
            <a:ext cx="385042" cy="5232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chemeClr val="accent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ctr"/>
            <a:r>
              <a:rPr lang="en-US" altLang="zh-CN" sz="2800">
                <a:solidFill>
                  <a:srgbClr val="6600CC"/>
                </a:solidFill>
                <a:latin typeface="微软雅黑 Light" panose="020B0502040204020203" pitchFamily="34" charset="-122"/>
                <a:ea typeface="微软雅黑 Light" panose="020B0502040204020203" pitchFamily="34" charset="-122"/>
              </a:rPr>
              <a:t>2</a:t>
            </a:r>
            <a:endParaRPr lang="en-US" altLang="zh-CN" sz="2800">
              <a:solidFill>
                <a:srgbClr val="6600CC"/>
              </a:solidFill>
              <a:latin typeface="微软雅黑 Light" panose="020B0502040204020203" pitchFamily="34" charset="-122"/>
              <a:ea typeface="微软雅黑 Light" panose="020B0502040204020203" pitchFamily="34" charset="-122"/>
            </a:endParaRPr>
          </a:p>
        </p:txBody>
      </p:sp>
      <p:sp>
        <p:nvSpPr>
          <p:cNvPr id="504986" name="Text Box 154"/>
          <p:cNvSpPr txBox="1">
            <a:spLocks noChangeArrowheads="1"/>
          </p:cNvSpPr>
          <p:nvPr/>
        </p:nvSpPr>
        <p:spPr bwMode="auto">
          <a:xfrm>
            <a:off x="3664609" y="4657092"/>
            <a:ext cx="385042" cy="5232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chemeClr val="accent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ctr"/>
            <a:r>
              <a:rPr lang="en-US" altLang="zh-CN" sz="2800">
                <a:solidFill>
                  <a:srgbClr val="6600CC"/>
                </a:solidFill>
                <a:latin typeface="微软雅黑 Light" panose="020B0502040204020203" pitchFamily="34" charset="-122"/>
                <a:ea typeface="微软雅黑 Light" panose="020B0502040204020203" pitchFamily="34" charset="-122"/>
              </a:rPr>
              <a:t>3</a:t>
            </a:r>
            <a:endParaRPr lang="en-US" altLang="zh-CN" sz="2800">
              <a:solidFill>
                <a:srgbClr val="6600CC"/>
              </a:solidFill>
              <a:latin typeface="微软雅黑 Light" panose="020B0502040204020203" pitchFamily="34" charset="-122"/>
              <a:ea typeface="微软雅黑 Light" panose="020B0502040204020203" pitchFamily="34" charset="-122"/>
            </a:endParaRPr>
          </a:p>
        </p:txBody>
      </p:sp>
      <p:sp>
        <p:nvSpPr>
          <p:cNvPr id="504987" name="Text Box 155"/>
          <p:cNvSpPr txBox="1">
            <a:spLocks noChangeArrowheads="1"/>
          </p:cNvSpPr>
          <p:nvPr/>
        </p:nvSpPr>
        <p:spPr bwMode="auto">
          <a:xfrm>
            <a:off x="4672670" y="4946017"/>
            <a:ext cx="385042" cy="5232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chemeClr val="accent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ctr"/>
            <a:r>
              <a:rPr lang="en-US" altLang="zh-CN" sz="2800" dirty="0">
                <a:solidFill>
                  <a:srgbClr val="6600CC"/>
                </a:solidFill>
                <a:latin typeface="微软雅黑 Light" panose="020B0502040204020203" pitchFamily="34" charset="-122"/>
                <a:ea typeface="微软雅黑 Light" panose="020B0502040204020203" pitchFamily="34" charset="-122"/>
              </a:rPr>
              <a:t>2</a:t>
            </a:r>
            <a:endParaRPr lang="en-US" altLang="zh-CN" sz="2800" dirty="0">
              <a:solidFill>
                <a:srgbClr val="6600CC"/>
              </a:solidFill>
              <a:latin typeface="微软雅黑 Light" panose="020B0502040204020203" pitchFamily="34" charset="-122"/>
              <a:ea typeface="微软雅黑 Light" panose="020B0502040204020203" pitchFamily="34" charset="-122"/>
            </a:endParaRPr>
          </a:p>
        </p:txBody>
      </p:sp>
      <p:sp>
        <p:nvSpPr>
          <p:cNvPr id="504988" name="Text Box 156"/>
          <p:cNvSpPr txBox="1">
            <a:spLocks noChangeArrowheads="1"/>
          </p:cNvSpPr>
          <p:nvPr/>
        </p:nvSpPr>
        <p:spPr bwMode="auto">
          <a:xfrm>
            <a:off x="6831670" y="4946017"/>
            <a:ext cx="385042" cy="5232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chemeClr val="accent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ctr"/>
            <a:r>
              <a:rPr lang="en-US" altLang="zh-CN" sz="2800">
                <a:solidFill>
                  <a:srgbClr val="6600CC"/>
                </a:solidFill>
                <a:latin typeface="微软雅黑 Light" panose="020B0502040204020203" pitchFamily="34" charset="-122"/>
                <a:ea typeface="微软雅黑 Light" panose="020B0502040204020203" pitchFamily="34" charset="-122"/>
              </a:rPr>
              <a:t>3</a:t>
            </a:r>
            <a:endParaRPr lang="en-US" altLang="zh-CN" sz="2800">
              <a:solidFill>
                <a:srgbClr val="6600CC"/>
              </a:solidFill>
              <a:latin typeface="微软雅黑 Light" panose="020B0502040204020203" pitchFamily="34" charset="-122"/>
              <a:ea typeface="微软雅黑 Light" panose="020B0502040204020203" pitchFamily="34" charset="-122"/>
            </a:endParaRPr>
          </a:p>
        </p:txBody>
      </p:sp>
      <p:sp>
        <p:nvSpPr>
          <p:cNvPr id="504989" name="Text Box 157"/>
          <p:cNvSpPr txBox="1">
            <a:spLocks noChangeArrowheads="1"/>
          </p:cNvSpPr>
          <p:nvPr/>
        </p:nvSpPr>
        <p:spPr bwMode="auto">
          <a:xfrm>
            <a:off x="8055634" y="4872992"/>
            <a:ext cx="385042" cy="5232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chemeClr val="accent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ctr"/>
            <a:r>
              <a:rPr lang="en-US" altLang="zh-CN" sz="2800">
                <a:solidFill>
                  <a:srgbClr val="6600CC"/>
                </a:solidFill>
                <a:latin typeface="微软雅黑 Light" panose="020B0502040204020203" pitchFamily="34" charset="-122"/>
                <a:ea typeface="微软雅黑 Light" panose="020B0502040204020203" pitchFamily="34" charset="-122"/>
              </a:rPr>
              <a:t>5</a:t>
            </a:r>
            <a:endParaRPr lang="en-US" altLang="zh-CN" sz="2800">
              <a:solidFill>
                <a:srgbClr val="6600CC"/>
              </a:solidFill>
              <a:latin typeface="微软雅黑 Light" panose="020B0502040204020203" pitchFamily="34" charset="-122"/>
              <a:ea typeface="微软雅黑 Light" panose="020B0502040204020203" pitchFamily="34" charset="-122"/>
            </a:endParaRPr>
          </a:p>
        </p:txBody>
      </p:sp>
      <p:sp>
        <p:nvSpPr>
          <p:cNvPr id="504990" name="Text Box 158"/>
          <p:cNvSpPr txBox="1">
            <a:spLocks noChangeArrowheads="1"/>
          </p:cNvSpPr>
          <p:nvPr/>
        </p:nvSpPr>
        <p:spPr bwMode="auto">
          <a:xfrm>
            <a:off x="9136720" y="3506154"/>
            <a:ext cx="385042" cy="5232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chemeClr val="accent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ctr"/>
            <a:r>
              <a:rPr lang="en-US" altLang="zh-CN" sz="2800" dirty="0">
                <a:solidFill>
                  <a:srgbClr val="6600CC"/>
                </a:solidFill>
                <a:latin typeface="微软雅黑 Light" panose="020B0502040204020203" pitchFamily="34" charset="-122"/>
                <a:ea typeface="微软雅黑 Light" panose="020B0502040204020203" pitchFamily="34" charset="-122"/>
              </a:rPr>
              <a:t>2</a:t>
            </a:r>
            <a:endParaRPr lang="en-US" altLang="zh-CN" sz="2800" dirty="0">
              <a:solidFill>
                <a:srgbClr val="6600CC"/>
              </a:solidFill>
              <a:latin typeface="微软雅黑 Light" panose="020B0502040204020203" pitchFamily="34" charset="-122"/>
              <a:ea typeface="微软雅黑 Light" panose="020B0502040204020203" pitchFamily="34" charset="-122"/>
            </a:endParaRPr>
          </a:p>
        </p:txBody>
      </p:sp>
      <p:sp>
        <p:nvSpPr>
          <p:cNvPr id="504991" name="Text Box 159"/>
          <p:cNvSpPr txBox="1">
            <a:spLocks noChangeArrowheads="1"/>
          </p:cNvSpPr>
          <p:nvPr/>
        </p:nvSpPr>
        <p:spPr bwMode="auto">
          <a:xfrm>
            <a:off x="8847795" y="2785429"/>
            <a:ext cx="385042" cy="5232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chemeClr val="accent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ctr"/>
            <a:r>
              <a:rPr lang="en-US" altLang="zh-CN" sz="2800">
                <a:solidFill>
                  <a:srgbClr val="6600CC"/>
                </a:solidFill>
                <a:latin typeface="微软雅黑 Light" panose="020B0502040204020203" pitchFamily="34" charset="-122"/>
                <a:ea typeface="微软雅黑 Light" panose="020B0502040204020203" pitchFamily="34" charset="-122"/>
              </a:rPr>
              <a:t>5</a:t>
            </a:r>
            <a:endParaRPr lang="en-US" altLang="zh-CN" sz="2800">
              <a:solidFill>
                <a:srgbClr val="6600CC"/>
              </a:solidFill>
              <a:latin typeface="微软雅黑 Light" panose="020B0502040204020203" pitchFamily="34" charset="-122"/>
              <a:ea typeface="微软雅黑 Light" panose="020B0502040204020203" pitchFamily="34" charset="-122"/>
            </a:endParaRPr>
          </a:p>
        </p:txBody>
      </p:sp>
      <p:sp>
        <p:nvSpPr>
          <p:cNvPr id="504992" name="Text Box 160"/>
          <p:cNvSpPr txBox="1">
            <a:spLocks noChangeArrowheads="1"/>
          </p:cNvSpPr>
          <p:nvPr/>
        </p:nvSpPr>
        <p:spPr bwMode="auto">
          <a:xfrm>
            <a:off x="6472895" y="1561467"/>
            <a:ext cx="385042" cy="5232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chemeClr val="accent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ctr"/>
            <a:r>
              <a:rPr lang="en-US" altLang="zh-CN" sz="2800">
                <a:solidFill>
                  <a:srgbClr val="6600CC"/>
                </a:solidFill>
                <a:latin typeface="微软雅黑 Light" panose="020B0502040204020203" pitchFamily="34" charset="-122"/>
                <a:ea typeface="微软雅黑 Light" panose="020B0502040204020203" pitchFamily="34" charset="-122"/>
              </a:rPr>
              <a:t>2</a:t>
            </a:r>
            <a:endParaRPr lang="en-US" altLang="zh-CN" sz="2800">
              <a:solidFill>
                <a:srgbClr val="6600CC"/>
              </a:solidFill>
              <a:latin typeface="微软雅黑 Light" panose="020B0502040204020203" pitchFamily="34" charset="-122"/>
              <a:ea typeface="微软雅黑 Light" panose="020B0502040204020203" pitchFamily="34" charset="-122"/>
            </a:endParaRPr>
          </a:p>
        </p:txBody>
      </p:sp>
      <p:sp>
        <p:nvSpPr>
          <p:cNvPr id="504993" name="Text Box 161"/>
          <p:cNvSpPr txBox="1">
            <a:spLocks noChangeArrowheads="1"/>
          </p:cNvSpPr>
          <p:nvPr/>
        </p:nvSpPr>
        <p:spPr bwMode="auto">
          <a:xfrm>
            <a:off x="5244941" y="1561467"/>
            <a:ext cx="389851" cy="5232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chemeClr val="accent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ctr"/>
            <a:r>
              <a:rPr lang="en-US" altLang="zh-CN" sz="2800">
                <a:solidFill>
                  <a:srgbClr val="6600CC"/>
                </a:solidFill>
                <a:latin typeface="微软雅黑 Light" panose="020B0502040204020203" pitchFamily="34" charset="-122"/>
                <a:ea typeface="微软雅黑 Light" panose="020B0502040204020203" pitchFamily="34" charset="-122"/>
              </a:rPr>
              <a:t>4</a:t>
            </a:r>
            <a:endParaRPr lang="en-US" altLang="zh-CN" sz="2800">
              <a:solidFill>
                <a:srgbClr val="6600CC"/>
              </a:solidFill>
              <a:latin typeface="微软雅黑 Light" panose="020B0502040204020203" pitchFamily="34" charset="-122"/>
              <a:ea typeface="微软雅黑 Light" panose="020B0502040204020203" pitchFamily="34" charset="-122"/>
            </a:endParaRPr>
          </a:p>
        </p:txBody>
      </p:sp>
      <p:sp>
        <p:nvSpPr>
          <p:cNvPr id="504994" name="Text Box 162"/>
          <p:cNvSpPr txBox="1">
            <a:spLocks noChangeArrowheads="1"/>
          </p:cNvSpPr>
          <p:nvPr/>
        </p:nvSpPr>
        <p:spPr bwMode="auto">
          <a:xfrm>
            <a:off x="5247345" y="3001329"/>
            <a:ext cx="385042" cy="5232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chemeClr val="accent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ctr"/>
            <a:r>
              <a:rPr lang="en-US" altLang="zh-CN" sz="2800">
                <a:solidFill>
                  <a:srgbClr val="6600CC"/>
                </a:solidFill>
                <a:latin typeface="微软雅黑 Light" panose="020B0502040204020203" pitchFamily="34" charset="-122"/>
                <a:ea typeface="微软雅黑 Light" panose="020B0502040204020203" pitchFamily="34" charset="-122"/>
              </a:rPr>
              <a:t>2</a:t>
            </a:r>
            <a:endParaRPr lang="en-US" altLang="zh-CN" sz="2800">
              <a:solidFill>
                <a:srgbClr val="6600CC"/>
              </a:solidFill>
              <a:latin typeface="微软雅黑 Light" panose="020B0502040204020203" pitchFamily="34" charset="-122"/>
              <a:ea typeface="微软雅黑 Light" panose="020B0502040204020203" pitchFamily="34" charset="-122"/>
            </a:endParaRPr>
          </a:p>
        </p:txBody>
      </p:sp>
      <p:sp>
        <p:nvSpPr>
          <p:cNvPr id="504995" name="Text Box 163"/>
          <p:cNvSpPr txBox="1">
            <a:spLocks noChangeArrowheads="1"/>
          </p:cNvSpPr>
          <p:nvPr/>
        </p:nvSpPr>
        <p:spPr bwMode="auto">
          <a:xfrm>
            <a:off x="6544334" y="3001329"/>
            <a:ext cx="385042" cy="5232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chemeClr val="accent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ctr"/>
            <a:r>
              <a:rPr lang="en-US" altLang="zh-CN" sz="2800" dirty="0">
                <a:solidFill>
                  <a:srgbClr val="6600CC"/>
                </a:solidFill>
                <a:latin typeface="微软雅黑 Light" panose="020B0502040204020203" pitchFamily="34" charset="-122"/>
                <a:ea typeface="微软雅黑 Light" panose="020B0502040204020203" pitchFamily="34" charset="-122"/>
              </a:rPr>
              <a:t>3</a:t>
            </a:r>
            <a:endParaRPr lang="en-US" altLang="zh-CN" sz="2800" dirty="0">
              <a:solidFill>
                <a:srgbClr val="6600CC"/>
              </a:solidFill>
              <a:latin typeface="微软雅黑 Light" panose="020B0502040204020203" pitchFamily="34" charset="-122"/>
              <a:ea typeface="微软雅黑 Light" panose="020B0502040204020203" pitchFamily="34" charset="-122"/>
            </a:endParaRPr>
          </a:p>
        </p:txBody>
      </p:sp>
      <p:pic>
        <p:nvPicPr>
          <p:cNvPr id="165" name="图形 164"/>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148754" y="3064603"/>
            <a:ext cx="698726" cy="698726"/>
          </a:xfrm>
          <a:prstGeom prst="rect">
            <a:avLst/>
          </a:prstGeom>
        </p:spPr>
      </p:pic>
      <p:pic>
        <p:nvPicPr>
          <p:cNvPr id="167" name="图形 166"/>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760080" y="1676507"/>
            <a:ext cx="698726" cy="698726"/>
          </a:xfrm>
          <a:prstGeom prst="rect">
            <a:avLst/>
          </a:prstGeom>
        </p:spPr>
      </p:pic>
      <p:pic>
        <p:nvPicPr>
          <p:cNvPr id="168" name="图形 167"/>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9352035" y="2957889"/>
            <a:ext cx="698726" cy="698726"/>
          </a:xfrm>
          <a:prstGeom prst="rect">
            <a:avLst/>
          </a:prstGeom>
        </p:spPr>
      </p:pic>
      <p:pic>
        <p:nvPicPr>
          <p:cNvPr id="169" name="图形 168"/>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7457981" y="5108760"/>
            <a:ext cx="698726" cy="698726"/>
          </a:xfrm>
          <a:prstGeom prst="rect">
            <a:avLst/>
          </a:prstGeom>
        </p:spPr>
      </p:pic>
      <p:pic>
        <p:nvPicPr>
          <p:cNvPr id="170" name="图形 169"/>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3959182" y="5049911"/>
            <a:ext cx="698726" cy="698726"/>
          </a:xfrm>
          <a:prstGeom prst="rect">
            <a:avLst/>
          </a:prstGeom>
        </p:spPr>
      </p:pic>
      <p:pic>
        <p:nvPicPr>
          <p:cNvPr id="171" name="图形 170"/>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778241" y="3156791"/>
            <a:ext cx="698726" cy="698726"/>
          </a:xfrm>
          <a:prstGeom prst="rect">
            <a:avLst/>
          </a:prstGeom>
        </p:spPr>
      </p:pic>
      <p:sp>
        <p:nvSpPr>
          <p:cNvPr id="63" name="Rectangle 3"/>
          <p:cNvSpPr txBox="1">
            <a:spLocks noChangeArrowheads="1"/>
          </p:cNvSpPr>
          <p:nvPr/>
        </p:nvSpPr>
        <p:spPr bwMode="auto">
          <a:xfrm>
            <a:off x="547448" y="1167204"/>
            <a:ext cx="2071191" cy="6217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normAutofit/>
          </a:bodyPr>
          <a:lstStyle>
            <a:lvl1pPr marL="342900" indent="-342900" algn="l" rtl="0" eaLnBrk="1" fontAlgn="base" hangingPunct="1">
              <a:spcBef>
                <a:spcPct val="20000"/>
              </a:spcBef>
              <a:spcAft>
                <a:spcPct val="0"/>
              </a:spcAft>
              <a:buClr>
                <a:srgbClr val="C80000"/>
              </a:buClr>
              <a:buSzPct val="80000"/>
              <a:buFont typeface="Wingdings" panose="05000000000000000000" pitchFamily="2" charset="2"/>
              <a:buChar char="n"/>
              <a:defRPr sz="2800" baseline="0">
                <a:solidFill>
                  <a:schemeClr val="tx1"/>
                </a:solidFill>
                <a:latin typeface="微软雅黑 Light" panose="020B0502040204020203" pitchFamily="34" charset="-122"/>
                <a:ea typeface="微软雅黑 Light" panose="020B0502040204020203" pitchFamily="34" charset="-122"/>
                <a:cs typeface="Times New Roman" panose="02020603050405020304" pitchFamily="18" charset="0"/>
              </a:defRPr>
            </a:lvl1pPr>
            <a:lvl2pPr marL="742950" indent="-285750" algn="l" rtl="0" eaLnBrk="1" fontAlgn="base" hangingPunct="1">
              <a:spcBef>
                <a:spcPct val="20000"/>
              </a:spcBef>
              <a:spcAft>
                <a:spcPct val="0"/>
              </a:spcAft>
              <a:buClr>
                <a:srgbClr val="00C800"/>
              </a:buClr>
              <a:buSzPct val="80000"/>
              <a:buFont typeface="Wingdings" panose="05000000000000000000" pitchFamily="2" charset="2"/>
              <a:buChar char="n"/>
              <a:defRPr sz="2400" baseline="0">
                <a:solidFill>
                  <a:schemeClr val="tx1"/>
                </a:solidFill>
                <a:latin typeface="微软雅黑 Light" panose="020B0502040204020203" pitchFamily="34" charset="-122"/>
                <a:ea typeface="微软雅黑 Light" panose="020B0502040204020203" pitchFamily="34" charset="-122"/>
                <a:cs typeface="Times New Roman" panose="02020603050405020304" pitchFamily="18" charset="0"/>
              </a:defRPr>
            </a:lvl2pPr>
            <a:lvl3pPr marL="1143000" indent="-228600" algn="l" rtl="0" eaLnBrk="1" fontAlgn="base" hangingPunct="1">
              <a:spcBef>
                <a:spcPct val="20000"/>
              </a:spcBef>
              <a:spcAft>
                <a:spcPct val="0"/>
              </a:spcAft>
              <a:buClr>
                <a:srgbClr val="0000C8"/>
              </a:buClr>
              <a:buSzPct val="80000"/>
              <a:buFont typeface="Wingdings" panose="05000000000000000000" pitchFamily="2" charset="2"/>
              <a:buChar char="n"/>
              <a:defRPr sz="2000" baseline="0">
                <a:solidFill>
                  <a:schemeClr val="tx1"/>
                </a:solidFill>
                <a:latin typeface="微软雅黑 Light" panose="020B0502040204020203" pitchFamily="34" charset="-122"/>
                <a:ea typeface="微软雅黑 Light" panose="020B0502040204020203" pitchFamily="34" charset="-122"/>
                <a:cs typeface="Times New Roman" panose="02020603050405020304" pitchFamily="18" charset="0"/>
              </a:defRPr>
            </a:lvl3pPr>
            <a:lvl4pPr marL="1600200" indent="-228600" algn="l" rtl="0" eaLnBrk="1" fontAlgn="base" hangingPunct="1">
              <a:spcBef>
                <a:spcPct val="20000"/>
              </a:spcBef>
              <a:spcAft>
                <a:spcPct val="0"/>
              </a:spcAft>
              <a:buClr>
                <a:srgbClr val="FF7F00"/>
              </a:buClr>
              <a:buSzPct val="80000"/>
              <a:buFont typeface="Wingdings" panose="05000000000000000000" pitchFamily="2" charset="2"/>
              <a:buChar char="u"/>
              <a:defRPr sz="1800" baseline="0">
                <a:solidFill>
                  <a:schemeClr val="tx1"/>
                </a:solidFill>
                <a:latin typeface="微软雅黑 Light" panose="020B0502040204020203" pitchFamily="34" charset="-122"/>
                <a:ea typeface="微软雅黑 Light" panose="020B0502040204020203" pitchFamily="34" charset="-122"/>
                <a:cs typeface="Times New Roman" panose="02020603050405020304" pitchFamily="18" charset="0"/>
              </a:defRPr>
            </a:lvl4pPr>
            <a:lvl5pPr marL="2057400" indent="-228600" algn="l" rtl="0" eaLnBrk="1" fontAlgn="base" hangingPunct="1">
              <a:spcBef>
                <a:spcPct val="20000"/>
              </a:spcBef>
              <a:spcAft>
                <a:spcPct val="0"/>
              </a:spcAft>
              <a:buSzPct val="80000"/>
              <a:buFont typeface="Wingdings" panose="05000000000000000000" pitchFamily="2" charset="2"/>
              <a:buChar char="Ø"/>
              <a:defRPr sz="1800" baseline="0">
                <a:solidFill>
                  <a:schemeClr val="tx1"/>
                </a:solidFill>
                <a:latin typeface="微软雅黑 Light" panose="020B0502040204020203" pitchFamily="34" charset="-122"/>
                <a:ea typeface="微软雅黑 Light" panose="020B0502040204020203" pitchFamily="34" charset="-122"/>
                <a:cs typeface="Times New Roman" panose="02020603050405020304" pitchFamily="18" charset="0"/>
              </a:defRPr>
            </a:lvl5pPr>
            <a:lvl6pPr marL="2514600" indent="-228600" algn="l" rtl="0" fontAlgn="base">
              <a:spcBef>
                <a:spcPct val="20000"/>
              </a:spcBef>
              <a:spcAft>
                <a:spcPct val="0"/>
              </a:spcAft>
              <a:buSzPct val="80000"/>
              <a:buFont typeface="Wingdings" panose="05000000000000000000" pitchFamily="2" charset="2"/>
              <a:buChar char="Ø"/>
              <a:defRPr sz="2000">
                <a:solidFill>
                  <a:schemeClr val="tx1"/>
                </a:solidFill>
                <a:latin typeface="+mn-lt"/>
                <a:ea typeface="+mn-ea"/>
              </a:defRPr>
            </a:lvl6pPr>
            <a:lvl7pPr marL="2971800" indent="-228600" algn="l" rtl="0" fontAlgn="base">
              <a:spcBef>
                <a:spcPct val="20000"/>
              </a:spcBef>
              <a:spcAft>
                <a:spcPct val="0"/>
              </a:spcAft>
              <a:buSzPct val="80000"/>
              <a:buFont typeface="Wingdings" panose="05000000000000000000" pitchFamily="2" charset="2"/>
              <a:buChar char="Ø"/>
              <a:defRPr sz="2000">
                <a:solidFill>
                  <a:schemeClr val="tx1"/>
                </a:solidFill>
                <a:latin typeface="+mn-lt"/>
                <a:ea typeface="+mn-ea"/>
              </a:defRPr>
            </a:lvl7pPr>
            <a:lvl8pPr marL="3429000" indent="-228600" algn="l" rtl="0" fontAlgn="base">
              <a:spcBef>
                <a:spcPct val="20000"/>
              </a:spcBef>
              <a:spcAft>
                <a:spcPct val="0"/>
              </a:spcAft>
              <a:buSzPct val="80000"/>
              <a:buFont typeface="Wingdings" panose="05000000000000000000" pitchFamily="2" charset="2"/>
              <a:buChar char="Ø"/>
              <a:defRPr sz="2000">
                <a:solidFill>
                  <a:schemeClr val="tx1"/>
                </a:solidFill>
                <a:latin typeface="+mn-lt"/>
                <a:ea typeface="+mn-ea"/>
              </a:defRPr>
            </a:lvl8pPr>
            <a:lvl9pPr marL="3886200" indent="-228600" algn="l" rtl="0" fontAlgn="base">
              <a:spcBef>
                <a:spcPct val="20000"/>
              </a:spcBef>
              <a:spcAft>
                <a:spcPct val="0"/>
              </a:spcAft>
              <a:buSzPct val="80000"/>
              <a:buFont typeface="Wingdings" panose="05000000000000000000" pitchFamily="2" charset="2"/>
              <a:buChar char="Ø"/>
              <a:defRPr sz="2000">
                <a:solidFill>
                  <a:schemeClr val="tx1"/>
                </a:solidFill>
                <a:latin typeface="+mn-lt"/>
                <a:ea typeface="+mn-ea"/>
              </a:defRPr>
            </a:lvl9pPr>
          </a:lstStyle>
          <a:p>
            <a:r>
              <a:rPr lang="zh-CN" altLang="en-US" kern="0" dirty="0"/>
              <a:t>示例网络</a:t>
            </a:r>
            <a:endParaRPr lang="zh-CN" altLang="en-US" kern="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p:txBody>
          <a:bodyPr/>
          <a:lstStyle/>
          <a:p>
            <a:fld id="{B006A061-7AE2-472A-88D5-3E0E97DDA5A0}" type="slidenum">
              <a:rPr lang="en-US" altLang="zh-CN"/>
            </a:fld>
            <a:endParaRPr lang="en-US" altLang="zh-CN"/>
          </a:p>
        </p:txBody>
      </p:sp>
      <p:sp>
        <p:nvSpPr>
          <p:cNvPr id="506882" name="Rectangle 2"/>
          <p:cNvSpPr>
            <a:spLocks noGrp="1" noChangeArrowheads="1"/>
          </p:cNvSpPr>
          <p:nvPr>
            <p:ph type="title"/>
          </p:nvPr>
        </p:nvSpPr>
        <p:spPr/>
        <p:txBody>
          <a:bodyPr/>
          <a:lstStyle/>
          <a:p>
            <a:r>
              <a:rPr lang="zh-CN" altLang="en-US" dirty="0"/>
              <a:t>链路状态信息共享</a:t>
            </a:r>
            <a:r>
              <a:rPr lang="en-US" altLang="zh-CN" dirty="0"/>
              <a:t>(3)</a:t>
            </a:r>
            <a:endParaRPr lang="en-US" altLang="zh-CN" dirty="0"/>
          </a:p>
        </p:txBody>
      </p:sp>
      <p:sp>
        <p:nvSpPr>
          <p:cNvPr id="506883" name="Rectangle 3"/>
          <p:cNvSpPr>
            <a:spLocks noGrp="1" noChangeArrowheads="1"/>
          </p:cNvSpPr>
          <p:nvPr>
            <p:ph type="body" idx="1"/>
          </p:nvPr>
        </p:nvSpPr>
        <p:spPr/>
        <p:txBody>
          <a:bodyPr/>
          <a:lstStyle/>
          <a:p>
            <a:r>
              <a:rPr lang="zh-CN" altLang="en-US" dirty="0"/>
              <a:t>链路状态包：路由器通过向整个互连网络中的所有路由器发送链路状态包</a:t>
            </a:r>
            <a:r>
              <a:rPr lang="en-US" altLang="zh-CN" dirty="0"/>
              <a:t>(LSP)</a:t>
            </a:r>
            <a:r>
              <a:rPr lang="zh-CN" altLang="en-US" dirty="0"/>
              <a:t>，在网络中扩散关于自己邻居的信息</a:t>
            </a:r>
            <a:endParaRPr lang="zh-CN" altLang="en-US" dirty="0"/>
          </a:p>
          <a:p>
            <a:r>
              <a:rPr lang="zh-CN" altLang="en-US" dirty="0"/>
              <a:t>一个</a:t>
            </a:r>
            <a:r>
              <a:rPr lang="en-US" altLang="zh-CN" dirty="0"/>
              <a:t>LSP</a:t>
            </a:r>
            <a:r>
              <a:rPr lang="zh-CN" altLang="en-US" dirty="0"/>
              <a:t>通常包含</a:t>
            </a:r>
            <a:r>
              <a:rPr lang="en-US" altLang="zh-CN" dirty="0"/>
              <a:t>4</a:t>
            </a:r>
            <a:r>
              <a:rPr lang="zh-CN" altLang="en-US" dirty="0"/>
              <a:t>个信息域：</a:t>
            </a:r>
            <a:endParaRPr lang="zh-CN" altLang="en-US" dirty="0"/>
          </a:p>
          <a:p>
            <a:pPr lvl="1"/>
            <a:r>
              <a:rPr lang="zh-CN" altLang="en-US" dirty="0"/>
              <a:t>广告者的</a:t>
            </a:r>
            <a:r>
              <a:rPr lang="en-US" altLang="zh-CN" dirty="0"/>
              <a:t>ID</a:t>
            </a:r>
            <a:endParaRPr lang="en-US" altLang="zh-CN" dirty="0"/>
          </a:p>
          <a:p>
            <a:pPr lvl="1"/>
            <a:r>
              <a:rPr lang="zh-CN" altLang="en-US" dirty="0"/>
              <a:t>所影响的目标网络</a:t>
            </a:r>
            <a:r>
              <a:rPr lang="en-US" altLang="zh-CN" dirty="0"/>
              <a:t>ID</a:t>
            </a:r>
            <a:endParaRPr lang="en-US" altLang="zh-CN" dirty="0"/>
          </a:p>
          <a:p>
            <a:pPr lvl="1"/>
            <a:r>
              <a:rPr lang="zh-CN" altLang="en-US" dirty="0"/>
              <a:t>费用</a:t>
            </a:r>
            <a:endParaRPr lang="zh-CN" altLang="en-US" dirty="0"/>
          </a:p>
          <a:p>
            <a:pPr lvl="1"/>
            <a:r>
              <a:rPr lang="zh-CN" altLang="en-US" dirty="0"/>
              <a:t>邻居路由器的</a:t>
            </a:r>
            <a:r>
              <a:rPr lang="en-US" altLang="zh-CN" dirty="0"/>
              <a:t>ID</a:t>
            </a:r>
            <a:endParaRPr lang="en-US" altLang="zh-CN"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p:txBody>
          <a:bodyPr/>
          <a:lstStyle/>
          <a:p>
            <a:fld id="{B6911D58-FD95-418B-A49B-650D608F1201}" type="slidenum">
              <a:rPr lang="en-US" altLang="zh-CN"/>
            </a:fld>
            <a:endParaRPr lang="en-US" altLang="zh-CN"/>
          </a:p>
        </p:txBody>
      </p:sp>
      <p:sp>
        <p:nvSpPr>
          <p:cNvPr id="505858" name="Rectangle 2"/>
          <p:cNvSpPr>
            <a:spLocks noGrp="1" noChangeArrowheads="1"/>
          </p:cNvSpPr>
          <p:nvPr>
            <p:ph type="title"/>
          </p:nvPr>
        </p:nvSpPr>
        <p:spPr/>
        <p:txBody>
          <a:bodyPr/>
          <a:lstStyle/>
          <a:p>
            <a:r>
              <a:rPr lang="zh-CN" altLang="en-US" dirty="0"/>
              <a:t>链路状态信息共享</a:t>
            </a:r>
            <a:r>
              <a:rPr lang="en-US" altLang="zh-CN" dirty="0"/>
              <a:t>(4)</a:t>
            </a:r>
            <a:endParaRPr lang="en-US" altLang="zh-CN" dirty="0"/>
          </a:p>
        </p:txBody>
      </p:sp>
      <p:sp>
        <p:nvSpPr>
          <p:cNvPr id="505859" name="Rectangle 3"/>
          <p:cNvSpPr>
            <a:spLocks noGrp="1" noChangeArrowheads="1"/>
          </p:cNvSpPr>
          <p:nvPr>
            <p:ph type="body" idx="1"/>
          </p:nvPr>
        </p:nvSpPr>
        <p:spPr/>
        <p:txBody>
          <a:bodyPr/>
          <a:lstStyle/>
          <a:p>
            <a:r>
              <a:rPr lang="zh-CN" altLang="en-US" dirty="0"/>
              <a:t>获得关于邻居路由器的信息：每个路由器都周期性地发送一个简短的问候包来获取关于它们邻居的信息。根据是否得到应答，做出不同反应</a:t>
            </a:r>
            <a:endParaRPr lang="zh-CN" altLang="en-US" dirty="0"/>
          </a:p>
          <a:p>
            <a:r>
              <a:rPr lang="zh-CN" altLang="en-US" dirty="0"/>
              <a:t>初始化：每个路由器在启动时向它的所有邻居发送一个问候包来获取每条链路的状态信息。然后它基于这些问候的结果准备一个</a:t>
            </a:r>
            <a:r>
              <a:rPr lang="en-US" altLang="zh-CN" dirty="0"/>
              <a:t>LSP</a:t>
            </a:r>
            <a:r>
              <a:rPr lang="zh-CN" altLang="en-US" dirty="0"/>
              <a:t>，并将它扩散到整个网络</a:t>
            </a:r>
            <a:endParaRPr lang="zh-CN" altLang="en-US" dirty="0"/>
          </a:p>
          <a:p>
            <a:pPr lvl="1"/>
            <a:r>
              <a:rPr lang="zh-CN" altLang="en-US" dirty="0"/>
              <a:t>大家好！我是新路由器，这里有人吗</a:t>
            </a:r>
            <a:r>
              <a:rPr lang="en-US" altLang="zh-CN" dirty="0"/>
              <a:t>?</a:t>
            </a:r>
            <a:endParaRPr lang="en-US" altLang="zh-CN"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p:txBody>
          <a:bodyPr/>
          <a:lstStyle/>
          <a:p>
            <a:fld id="{5AAF56A3-243B-4C48-B24C-7296A3DAEE37}" type="slidenum">
              <a:rPr lang="en-US" altLang="zh-CN"/>
            </a:fld>
            <a:endParaRPr lang="en-US" altLang="zh-CN"/>
          </a:p>
        </p:txBody>
      </p:sp>
      <p:sp>
        <p:nvSpPr>
          <p:cNvPr id="507906" name="Rectangle 2"/>
          <p:cNvSpPr>
            <a:spLocks noGrp="1" noChangeArrowheads="1"/>
          </p:cNvSpPr>
          <p:nvPr>
            <p:ph type="title"/>
          </p:nvPr>
        </p:nvSpPr>
        <p:spPr/>
        <p:txBody>
          <a:bodyPr/>
          <a:lstStyle/>
          <a:p>
            <a:r>
              <a:rPr lang="zh-CN" altLang="en-US" dirty="0"/>
              <a:t>链路状态信息共享</a:t>
            </a:r>
            <a:r>
              <a:rPr lang="en-US" altLang="zh-CN" dirty="0"/>
              <a:t>(5)</a:t>
            </a:r>
            <a:endParaRPr lang="en-US" altLang="zh-CN" dirty="0"/>
          </a:p>
        </p:txBody>
      </p:sp>
      <p:sp>
        <p:nvSpPr>
          <p:cNvPr id="507907" name="Rectangle 3"/>
          <p:cNvSpPr>
            <a:spLocks noGrp="1" noChangeArrowheads="1"/>
          </p:cNvSpPr>
          <p:nvPr>
            <p:ph type="body" idx="1"/>
          </p:nvPr>
        </p:nvSpPr>
        <p:spPr/>
        <p:txBody>
          <a:bodyPr/>
          <a:lstStyle/>
          <a:p>
            <a:r>
              <a:rPr lang="zh-CN" altLang="en-US" dirty="0"/>
              <a:t>链路状态数据库：每个路由器接收每个其它路由器发送来的</a:t>
            </a:r>
            <a:r>
              <a:rPr lang="en-US" altLang="zh-CN" dirty="0"/>
              <a:t>LSP</a:t>
            </a:r>
            <a:r>
              <a:rPr lang="zh-CN" altLang="en-US" dirty="0"/>
              <a:t>，并将它们的信息存放到一个链路状态数据库中</a:t>
            </a:r>
            <a:endParaRPr lang="zh-CN" altLang="en-US" dirty="0"/>
          </a:p>
          <a:p>
            <a:pPr lvl="1"/>
            <a:r>
              <a:rPr lang="zh-CN" altLang="en-US" dirty="0"/>
              <a:t>由于每个路由器接收相同的链路状态数据包，所以各路由器的链路状态数据库相同</a:t>
            </a:r>
            <a:endParaRPr lang="zh-CN" altLang="en-US"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链路状态数据库</a:t>
            </a:r>
            <a:endParaRPr lang="zh-CN" altLang="en-US" dirty="0"/>
          </a:p>
        </p:txBody>
      </p:sp>
      <p:sp>
        <p:nvSpPr>
          <p:cNvPr id="4" name="灯片编号占位符 3"/>
          <p:cNvSpPr>
            <a:spLocks noGrp="1"/>
          </p:cNvSpPr>
          <p:nvPr>
            <p:ph type="sldNum" sz="quarter" idx="12"/>
          </p:nvPr>
        </p:nvSpPr>
        <p:spPr/>
        <p:txBody>
          <a:bodyPr/>
          <a:lstStyle/>
          <a:p>
            <a:pPr>
              <a:defRPr/>
            </a:pPr>
            <a:fld id="{816960B2-2B11-492C-B588-5290E1274F96}" type="slidenum">
              <a:rPr lang="en-US" altLang="zh-CN" smtClean="0"/>
            </a:fld>
            <a:endParaRPr lang="en-US" altLang="zh-CN" dirty="0"/>
          </a:p>
        </p:txBody>
      </p:sp>
      <p:graphicFrame>
        <p:nvGraphicFramePr>
          <p:cNvPr id="5" name="Group 90"/>
          <p:cNvGraphicFramePr/>
          <p:nvPr/>
        </p:nvGraphicFramePr>
        <p:xfrm>
          <a:off x="2279650" y="1052514"/>
          <a:ext cx="7620000" cy="5547360"/>
        </p:xfrm>
        <a:graphic>
          <a:graphicData uri="http://schemas.openxmlformats.org/drawingml/2006/table">
            <a:tbl>
              <a:tblPr/>
              <a:tblGrid>
                <a:gridCol w="1906588"/>
                <a:gridCol w="1903412"/>
                <a:gridCol w="1906588"/>
                <a:gridCol w="1903412"/>
              </a:tblGrid>
              <a:tr h="182563">
                <a:tc>
                  <a:txBody>
                    <a:bodyPr/>
                    <a:lstStyle>
                      <a:lvl1pPr marL="342900" indent="-342900">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80000"/>
                        <a:buFontTx/>
                        <a:buNone/>
                      </a:pPr>
                      <a:r>
                        <a:rPr kumimoji="0" lang="zh-CN" altLang="en-US" sz="2000" b="0" i="0" u="none" strike="noStrike" cap="none" normalizeH="0" baseline="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rPr>
                        <a:t>广告者</a:t>
                      </a:r>
                      <a:endParaRPr kumimoji="0" lang="zh-CN" altLang="en-US" sz="2000" b="0" i="0" u="none" strike="noStrike" cap="none" normalizeH="0" baseline="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80000"/>
                        <a:buFontTx/>
                        <a:buNone/>
                      </a:pPr>
                      <a:r>
                        <a:rPr kumimoji="0" lang="zh-CN" altLang="en-US" sz="2000" b="0" i="0" u="none" strike="noStrike" cap="none" normalizeH="0" baseline="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rPr>
                        <a:t>相关网络</a:t>
                      </a:r>
                      <a:endParaRPr kumimoji="0" lang="zh-CN" altLang="en-US" sz="2000" b="0" i="0" u="none" strike="noStrike" cap="none" normalizeH="0" baseline="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80000"/>
                        <a:buFontTx/>
                        <a:buNone/>
                      </a:pPr>
                      <a:r>
                        <a:rPr kumimoji="0" lang="zh-CN" altLang="en-US" sz="2000" b="0" i="0" u="none" strike="noStrike" cap="none" normalizeH="0" baseline="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rPr>
                        <a:t>费用</a:t>
                      </a:r>
                      <a:endParaRPr kumimoji="0" lang="zh-CN" altLang="en-US" sz="2000" b="0" i="0" u="none" strike="noStrike" cap="none" normalizeH="0" baseline="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80000"/>
                        <a:buFontTx/>
                        <a:buNone/>
                      </a:pPr>
                      <a:r>
                        <a:rPr kumimoji="0" lang="zh-CN" altLang="en-US" sz="2000" b="0" i="0" u="none" strike="noStrike" cap="none" normalizeH="0" baseline="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rPr>
                        <a:t>邻居</a:t>
                      </a:r>
                      <a:endParaRPr kumimoji="0" lang="zh-CN" altLang="en-US" sz="2000" b="0" i="0" u="none" strike="noStrike" cap="none" normalizeH="0" baseline="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180975">
                <a:tc>
                  <a:txBody>
                    <a:bodyPr/>
                    <a:lstStyle>
                      <a:lvl1pPr marL="342900" indent="-342900">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80000"/>
                        <a:buFontTx/>
                        <a:buNone/>
                      </a:pPr>
                      <a:r>
                        <a:rPr kumimoji="0" lang="en-US" altLang="zh-CN" sz="2000" b="0" i="0" u="none" strike="noStrike" cap="none" normalizeH="0" baseline="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rPr>
                        <a:t>A</a:t>
                      </a:r>
                      <a:endParaRPr kumimoji="0" lang="en-US" altLang="zh-CN" sz="2000" b="0" i="0" u="none" strike="noStrike" cap="none" normalizeH="0" baseline="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80000"/>
                        <a:buFontTx/>
                        <a:buNone/>
                      </a:pPr>
                      <a:r>
                        <a:rPr kumimoji="0" lang="en-US" altLang="zh-CN" sz="2000" b="0" i="0" u="none" strike="noStrike" cap="none" normalizeH="0" baseline="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rPr>
                        <a:t>1</a:t>
                      </a:r>
                      <a:endParaRPr kumimoji="0" lang="en-US" altLang="zh-CN" sz="2000" b="0" i="0" u="none" strike="noStrike" cap="none" normalizeH="0" baseline="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80000"/>
                        <a:buFontTx/>
                        <a:buNone/>
                      </a:pPr>
                      <a:r>
                        <a:rPr kumimoji="0" lang="en-US" altLang="zh-CN" sz="2000" b="0" i="0" u="none" strike="noStrike" cap="none" normalizeH="0" baseline="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rPr>
                        <a:t>1</a:t>
                      </a:r>
                      <a:endParaRPr kumimoji="0" lang="en-US" altLang="zh-CN" sz="2000" b="0" i="0" u="none" strike="noStrike" cap="none" normalizeH="0" baseline="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80000"/>
                        <a:buFontTx/>
                        <a:buNone/>
                      </a:pPr>
                      <a:r>
                        <a:rPr kumimoji="0" lang="en-US" altLang="zh-CN" sz="2000" b="0" i="0" u="none" strike="noStrike" cap="none" normalizeH="0" baseline="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rPr>
                        <a:t>B</a:t>
                      </a:r>
                      <a:endParaRPr kumimoji="0" lang="en-US" altLang="zh-CN" sz="2000" b="0" i="0" u="none" strike="noStrike" cap="none" normalizeH="0" baseline="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182563">
                <a:tc>
                  <a:txBody>
                    <a:bodyPr/>
                    <a:lstStyle>
                      <a:lvl1pPr marL="342900" indent="-342900">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80000"/>
                        <a:buFontTx/>
                        <a:buNone/>
                      </a:pPr>
                      <a:r>
                        <a:rPr kumimoji="0" lang="en-US" altLang="zh-CN" sz="2000" b="0" i="0" u="none" strike="noStrike" cap="none" normalizeH="0" baseline="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rPr>
                        <a:t>A</a:t>
                      </a:r>
                      <a:endParaRPr kumimoji="0" lang="en-US" altLang="zh-CN" sz="2000" b="0" i="0" u="none" strike="noStrike" cap="none" normalizeH="0" baseline="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80000"/>
                        <a:buFontTx/>
                        <a:buNone/>
                      </a:pPr>
                      <a:r>
                        <a:rPr kumimoji="0" lang="en-US" altLang="zh-CN" sz="2000" b="0" i="0" u="none" strike="noStrike" cap="none" normalizeH="0" baseline="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rPr>
                        <a:t>3</a:t>
                      </a:r>
                      <a:endParaRPr kumimoji="0" lang="en-US" altLang="zh-CN" sz="2000" b="0" i="0" u="none" strike="noStrike" cap="none" normalizeH="0" baseline="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80000"/>
                        <a:buFontTx/>
                        <a:buNone/>
                      </a:pPr>
                      <a:r>
                        <a:rPr kumimoji="0" lang="en-US" altLang="zh-CN" sz="2000" b="0" i="0" u="none" strike="noStrike" cap="none" normalizeH="0" baseline="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rPr>
                        <a:t>3</a:t>
                      </a:r>
                      <a:endParaRPr kumimoji="0" lang="en-US" altLang="zh-CN" sz="2000" b="0" i="0" u="none" strike="noStrike" cap="none" normalizeH="0" baseline="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80000"/>
                        <a:buFontTx/>
                        <a:buNone/>
                      </a:pPr>
                      <a:r>
                        <a:rPr kumimoji="0" lang="en-US" altLang="zh-CN" sz="2000" b="0" i="0" u="none" strike="noStrike" cap="none" normalizeH="0" baseline="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rPr>
                        <a:t>F</a:t>
                      </a:r>
                      <a:endParaRPr kumimoji="0" lang="en-US" altLang="zh-CN" sz="2000" b="0" i="0" u="none" strike="noStrike" cap="none" normalizeH="0" baseline="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182563">
                <a:tc>
                  <a:txBody>
                    <a:bodyPr/>
                    <a:lstStyle>
                      <a:lvl1pPr marL="342900" indent="-342900">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80000"/>
                        <a:buFontTx/>
                        <a:buNone/>
                      </a:pPr>
                      <a:r>
                        <a:rPr kumimoji="0" lang="en-US" altLang="zh-CN" sz="2000" b="0" i="0" u="none" strike="noStrike" cap="none" normalizeH="0" baseline="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rPr>
                        <a:t>A</a:t>
                      </a:r>
                      <a:endParaRPr kumimoji="0" lang="en-US" altLang="zh-CN" sz="2000" b="0" i="0" u="none" strike="noStrike" cap="none" normalizeH="0" baseline="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80000"/>
                        <a:buFontTx/>
                        <a:buNone/>
                      </a:pPr>
                      <a:r>
                        <a:rPr kumimoji="0" lang="en-US" altLang="zh-CN" sz="2000" b="0" i="0" u="none" strike="noStrike" cap="none" normalizeH="0" baseline="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rPr>
                        <a:t>5</a:t>
                      </a:r>
                      <a:endParaRPr kumimoji="0" lang="en-US" altLang="zh-CN" sz="2000" b="0" i="0" u="none" strike="noStrike" cap="none" normalizeH="0" baseline="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80000"/>
                        <a:buFontTx/>
                        <a:buNone/>
                      </a:pPr>
                      <a:r>
                        <a:rPr kumimoji="0" lang="en-US" altLang="zh-CN" sz="2000" b="0" i="0" u="none" strike="noStrike" cap="none" normalizeH="0" baseline="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rPr>
                        <a:t>2</a:t>
                      </a:r>
                      <a:endParaRPr kumimoji="0" lang="en-US" altLang="zh-CN" sz="2000" b="0" i="0" u="none" strike="noStrike" cap="none" normalizeH="0" baseline="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80000"/>
                        <a:buFontTx/>
                        <a:buNone/>
                      </a:pPr>
                      <a:r>
                        <a:rPr kumimoji="0" lang="en-US" altLang="zh-CN" sz="2000" b="0" i="0" u="none" strike="noStrike" cap="none" normalizeH="0" baseline="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rPr>
                        <a:t>E</a:t>
                      </a:r>
                      <a:endParaRPr kumimoji="0" lang="en-US" altLang="zh-CN" sz="2000" b="0" i="0" u="none" strike="noStrike" cap="none" normalizeH="0" baseline="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180975">
                <a:tc>
                  <a:txBody>
                    <a:bodyPr/>
                    <a:lstStyle>
                      <a:lvl1pPr marL="342900" indent="-342900">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80000"/>
                        <a:buFontTx/>
                        <a:buNone/>
                      </a:pPr>
                      <a:r>
                        <a:rPr kumimoji="0" lang="en-US" altLang="zh-CN" sz="2000" b="0" i="0" u="none" strike="noStrike" cap="none" normalizeH="0" baseline="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rPr>
                        <a:t>B</a:t>
                      </a:r>
                      <a:endParaRPr kumimoji="0" lang="en-US" altLang="zh-CN" sz="2000" b="0" i="0" u="none" strike="noStrike" cap="none" normalizeH="0" baseline="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80000"/>
                        <a:buFontTx/>
                        <a:buNone/>
                      </a:pPr>
                      <a:r>
                        <a:rPr kumimoji="0" lang="en-US" altLang="zh-CN" sz="2000" b="0" i="0" u="none" strike="noStrike" cap="none" normalizeH="0" baseline="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rPr>
                        <a:t>1</a:t>
                      </a:r>
                      <a:endParaRPr kumimoji="0" lang="en-US" altLang="zh-CN" sz="2000" b="0" i="0" u="none" strike="noStrike" cap="none" normalizeH="0" baseline="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80000"/>
                        <a:buFontTx/>
                        <a:buNone/>
                      </a:pPr>
                      <a:r>
                        <a:rPr kumimoji="0" lang="en-US" altLang="zh-CN" sz="2000" b="0" i="0" u="none" strike="noStrike" cap="none" normalizeH="0" baseline="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rPr>
                        <a:t>4</a:t>
                      </a:r>
                      <a:endParaRPr kumimoji="0" lang="en-US" altLang="zh-CN" sz="2000" b="0" i="0" u="none" strike="noStrike" cap="none" normalizeH="0" baseline="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80000"/>
                        <a:buFontTx/>
                        <a:buNone/>
                      </a:pPr>
                      <a:r>
                        <a:rPr kumimoji="0" lang="en-US" altLang="zh-CN" sz="2000" b="0" i="0" u="none" strike="noStrike" cap="none" normalizeH="0" baseline="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rPr>
                        <a:t>A</a:t>
                      </a:r>
                      <a:endParaRPr kumimoji="0" lang="en-US" altLang="zh-CN" sz="2000" b="0" i="0" u="none" strike="noStrike" cap="none" normalizeH="0" baseline="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182563">
                <a:tc>
                  <a:txBody>
                    <a:bodyPr/>
                    <a:lstStyle>
                      <a:lvl1pPr marL="342900" indent="-342900">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80000"/>
                        <a:buFontTx/>
                        <a:buNone/>
                      </a:pPr>
                      <a:r>
                        <a:rPr kumimoji="0" lang="en-US" altLang="zh-CN" sz="2000" b="0" i="0" u="none" strike="noStrike" cap="none" normalizeH="0" baseline="0" dirty="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rPr>
                        <a:t>B</a:t>
                      </a:r>
                      <a:endParaRPr kumimoji="0" lang="en-US" altLang="zh-CN" sz="2000" b="0" i="0" u="none" strike="noStrike" cap="none" normalizeH="0" baseline="0" dirty="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80000"/>
                        <a:buFontTx/>
                        <a:buNone/>
                      </a:pPr>
                      <a:r>
                        <a:rPr kumimoji="0" lang="en-US" altLang="zh-CN" sz="2000" b="0" i="0" u="none" strike="noStrike" cap="none" normalizeH="0" baseline="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rPr>
                        <a:t>2</a:t>
                      </a:r>
                      <a:endParaRPr kumimoji="0" lang="en-US" altLang="zh-CN" sz="2000" b="0" i="0" u="none" strike="noStrike" cap="none" normalizeH="0" baseline="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80000"/>
                        <a:buFontTx/>
                        <a:buNone/>
                      </a:pPr>
                      <a:r>
                        <a:rPr kumimoji="0" lang="en-US" altLang="zh-CN" sz="2000" b="0" i="0" u="none" strike="noStrike" cap="none" normalizeH="0" baseline="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rPr>
                        <a:t>2</a:t>
                      </a:r>
                      <a:endParaRPr kumimoji="0" lang="en-US" altLang="zh-CN" sz="2000" b="0" i="0" u="none" strike="noStrike" cap="none" normalizeH="0" baseline="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80000"/>
                        <a:buFontTx/>
                        <a:buNone/>
                      </a:pPr>
                      <a:r>
                        <a:rPr kumimoji="0" lang="en-US" altLang="zh-CN" sz="2000" b="0" i="0" u="none" strike="noStrike" cap="none" normalizeH="0" baseline="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rPr>
                        <a:t>C</a:t>
                      </a:r>
                      <a:endParaRPr kumimoji="0" lang="en-US" altLang="zh-CN" sz="2000" b="0" i="0" u="none" strike="noStrike" cap="none" normalizeH="0" baseline="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182563">
                <a:tc>
                  <a:txBody>
                    <a:bodyPr/>
                    <a:lstStyle>
                      <a:lvl1pPr marL="342900" indent="-342900">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80000"/>
                        <a:buFontTx/>
                        <a:buNone/>
                      </a:pPr>
                      <a:r>
                        <a:rPr kumimoji="0" lang="en-US" altLang="zh-CN" sz="2000" b="0" i="0" u="none" strike="noStrike" cap="none" normalizeH="0" baseline="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rPr>
                        <a:t>C</a:t>
                      </a:r>
                      <a:endParaRPr kumimoji="0" lang="en-US" altLang="zh-CN" sz="2000" b="0" i="0" u="none" strike="noStrike" cap="none" normalizeH="0" baseline="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80000"/>
                        <a:buFontTx/>
                        <a:buNone/>
                      </a:pPr>
                      <a:r>
                        <a:rPr kumimoji="0" lang="en-US" altLang="zh-CN" sz="2000" b="0" i="0" u="none" strike="noStrike" cap="none" normalizeH="0" baseline="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rPr>
                        <a:t>2</a:t>
                      </a:r>
                      <a:endParaRPr kumimoji="0" lang="en-US" altLang="zh-CN" sz="2000" b="0" i="0" u="none" strike="noStrike" cap="none" normalizeH="0" baseline="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80000"/>
                        <a:buFontTx/>
                        <a:buNone/>
                      </a:pPr>
                      <a:r>
                        <a:rPr kumimoji="0" lang="en-US" altLang="zh-CN" sz="2000" b="0" i="0" u="none" strike="noStrike" cap="none" normalizeH="0" baseline="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rPr>
                        <a:t>5</a:t>
                      </a:r>
                      <a:endParaRPr kumimoji="0" lang="en-US" altLang="zh-CN" sz="2000" b="0" i="0" u="none" strike="noStrike" cap="none" normalizeH="0" baseline="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80000"/>
                        <a:buFontTx/>
                        <a:buNone/>
                      </a:pPr>
                      <a:r>
                        <a:rPr kumimoji="0" lang="en-US" altLang="zh-CN" sz="2000" b="0" i="0" u="none" strike="noStrike" cap="none" normalizeH="0" baseline="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rPr>
                        <a:t>B</a:t>
                      </a:r>
                      <a:endParaRPr kumimoji="0" lang="en-US" altLang="zh-CN" sz="2000" b="0" i="0" u="none" strike="noStrike" cap="none" normalizeH="0" baseline="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180975">
                <a:tc>
                  <a:txBody>
                    <a:bodyPr/>
                    <a:lstStyle>
                      <a:lvl1pPr marL="342900" indent="-342900">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80000"/>
                        <a:buFontTx/>
                        <a:buNone/>
                      </a:pPr>
                      <a:r>
                        <a:rPr kumimoji="0" lang="en-US" altLang="zh-CN" sz="2000" b="0" i="0" u="none" strike="noStrike" cap="none" normalizeH="0" baseline="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rPr>
                        <a:t>C</a:t>
                      </a:r>
                      <a:endParaRPr kumimoji="0" lang="en-US" altLang="zh-CN" sz="2000" b="0" i="0" u="none" strike="noStrike" cap="none" normalizeH="0" baseline="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80000"/>
                        <a:buFontTx/>
                        <a:buNone/>
                      </a:pPr>
                      <a:r>
                        <a:rPr kumimoji="0" lang="en-US" altLang="zh-CN" sz="2000" b="0" i="0" u="none" strike="noStrike" cap="none" normalizeH="0" baseline="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rPr>
                        <a:t>6</a:t>
                      </a:r>
                      <a:endParaRPr kumimoji="0" lang="en-US" altLang="zh-CN" sz="2000" b="0" i="0" u="none" strike="noStrike" cap="none" normalizeH="0" baseline="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80000"/>
                        <a:buFontTx/>
                        <a:buNone/>
                      </a:pPr>
                      <a:r>
                        <a:rPr kumimoji="0" lang="en-US" altLang="zh-CN" sz="2000" b="0" i="0" u="none" strike="noStrike" cap="none" normalizeH="0" baseline="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rPr>
                        <a:t>2</a:t>
                      </a:r>
                      <a:endParaRPr kumimoji="0" lang="en-US" altLang="zh-CN" sz="2000" b="0" i="0" u="none" strike="noStrike" cap="none" normalizeH="0" baseline="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80000"/>
                        <a:buFontTx/>
                        <a:buNone/>
                      </a:pPr>
                      <a:r>
                        <a:rPr kumimoji="0" lang="en-US" altLang="zh-CN" sz="2000" b="0" i="0" u="none" strike="noStrike" cap="none" normalizeH="0" baseline="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rPr>
                        <a:t>D</a:t>
                      </a:r>
                      <a:endParaRPr kumimoji="0" lang="en-US" altLang="zh-CN" sz="2000" b="0" i="0" u="none" strike="noStrike" cap="none" normalizeH="0" baseline="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182563">
                <a:tc>
                  <a:txBody>
                    <a:bodyPr/>
                    <a:lstStyle>
                      <a:lvl1pPr marL="342900" indent="-342900">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80000"/>
                        <a:buFontTx/>
                        <a:buNone/>
                      </a:pPr>
                      <a:r>
                        <a:rPr kumimoji="0" lang="en-US" altLang="zh-CN" sz="2000" b="0" i="0" u="none" strike="noStrike" cap="none" normalizeH="0" baseline="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rPr>
                        <a:t>D</a:t>
                      </a:r>
                      <a:endParaRPr kumimoji="0" lang="en-US" altLang="zh-CN" sz="2000" b="0" i="0" u="none" strike="noStrike" cap="none" normalizeH="0" baseline="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80000"/>
                        <a:buFontTx/>
                        <a:buNone/>
                      </a:pPr>
                      <a:r>
                        <a:rPr kumimoji="0" lang="en-US" altLang="zh-CN" sz="2000" b="0" i="0" u="none" strike="noStrike" cap="none" normalizeH="0" baseline="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rPr>
                        <a:t>6</a:t>
                      </a:r>
                      <a:endParaRPr kumimoji="0" lang="en-US" altLang="zh-CN" sz="2000" b="0" i="0" u="none" strike="noStrike" cap="none" normalizeH="0" baseline="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80000"/>
                        <a:buFontTx/>
                        <a:buNone/>
                      </a:pPr>
                      <a:r>
                        <a:rPr kumimoji="0" lang="en-US" altLang="zh-CN" sz="2000" b="0" i="0" u="none" strike="noStrike" cap="none" normalizeH="0" baseline="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rPr>
                        <a:t>5</a:t>
                      </a:r>
                      <a:endParaRPr kumimoji="0" lang="en-US" altLang="zh-CN" sz="2000" b="0" i="0" u="none" strike="noStrike" cap="none" normalizeH="0" baseline="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80000"/>
                        <a:buFontTx/>
                        <a:buNone/>
                      </a:pPr>
                      <a:r>
                        <a:rPr kumimoji="0" lang="en-US" altLang="zh-CN" sz="2000" b="0" i="0" u="none" strike="noStrike" cap="none" normalizeH="0" baseline="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rPr>
                        <a:t>C</a:t>
                      </a:r>
                      <a:endParaRPr kumimoji="0" lang="en-US" altLang="zh-CN" sz="2000" b="0" i="0" u="none" strike="noStrike" cap="none" normalizeH="0" baseline="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180975">
                <a:tc>
                  <a:txBody>
                    <a:bodyPr/>
                    <a:lstStyle>
                      <a:lvl1pPr marL="342900" indent="-342900">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80000"/>
                        <a:buFontTx/>
                        <a:buNone/>
                      </a:pPr>
                      <a:r>
                        <a:rPr kumimoji="0" lang="en-US" altLang="zh-CN" sz="2000" b="0" i="0" u="none" strike="noStrike" cap="none" normalizeH="0" baseline="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rPr>
                        <a:t>D</a:t>
                      </a:r>
                      <a:endParaRPr kumimoji="0" lang="en-US" altLang="zh-CN" sz="2000" b="0" i="0" u="none" strike="noStrike" cap="none" normalizeH="0" baseline="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80000"/>
                        <a:buFontTx/>
                        <a:buNone/>
                      </a:pPr>
                      <a:r>
                        <a:rPr kumimoji="0" lang="en-US" altLang="zh-CN" sz="2000" b="0" i="0" u="none" strike="noStrike" cap="none" normalizeH="0" baseline="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rPr>
                        <a:t>7</a:t>
                      </a:r>
                      <a:endParaRPr kumimoji="0" lang="en-US" altLang="zh-CN" sz="2000" b="0" i="0" u="none" strike="noStrike" cap="none" normalizeH="0" baseline="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80000"/>
                        <a:buFontTx/>
                        <a:buNone/>
                      </a:pPr>
                      <a:r>
                        <a:rPr kumimoji="0" lang="en-US" altLang="zh-CN" sz="2000" b="0" i="0" u="none" strike="noStrike" cap="none" normalizeH="0" baseline="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rPr>
                        <a:t>3</a:t>
                      </a:r>
                      <a:endParaRPr kumimoji="0" lang="en-US" altLang="zh-CN" sz="2000" b="0" i="0" u="none" strike="noStrike" cap="none" normalizeH="0" baseline="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80000"/>
                        <a:buFontTx/>
                        <a:buNone/>
                      </a:pPr>
                      <a:r>
                        <a:rPr kumimoji="0" lang="en-US" altLang="zh-CN" sz="2000" b="0" i="0" u="none" strike="noStrike" cap="none" normalizeH="0" baseline="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rPr>
                        <a:t>E</a:t>
                      </a:r>
                      <a:endParaRPr kumimoji="0" lang="en-US" altLang="zh-CN" sz="2000" b="0" i="0" u="none" strike="noStrike" cap="none" normalizeH="0" baseline="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182563">
                <a:tc>
                  <a:txBody>
                    <a:bodyPr/>
                    <a:lstStyle>
                      <a:lvl1pPr marL="342900" indent="-342900">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80000"/>
                        <a:buFontTx/>
                        <a:buNone/>
                      </a:pPr>
                      <a:r>
                        <a:rPr kumimoji="0" lang="en-US" altLang="zh-CN" sz="2000" b="0" i="0" u="none" strike="noStrike" cap="none" normalizeH="0" baseline="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rPr>
                        <a:t>E</a:t>
                      </a:r>
                      <a:endParaRPr kumimoji="0" lang="en-US" altLang="zh-CN" sz="2000" b="0" i="0" u="none" strike="noStrike" cap="none" normalizeH="0" baseline="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80000"/>
                        <a:buFontTx/>
                        <a:buNone/>
                      </a:pPr>
                      <a:r>
                        <a:rPr kumimoji="0" lang="en-US" altLang="zh-CN" sz="2000" b="0" i="0" u="none" strike="noStrike" cap="none" normalizeH="0" baseline="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rPr>
                        <a:t>7</a:t>
                      </a:r>
                      <a:endParaRPr kumimoji="0" lang="en-US" altLang="zh-CN" sz="2000" b="0" i="0" u="none" strike="noStrike" cap="none" normalizeH="0" baseline="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80000"/>
                        <a:buFontTx/>
                        <a:buNone/>
                      </a:pPr>
                      <a:r>
                        <a:rPr kumimoji="0" lang="en-US" altLang="zh-CN" sz="2000" b="0" i="0" u="none" strike="noStrike" cap="none" normalizeH="0" baseline="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rPr>
                        <a:t>2</a:t>
                      </a:r>
                      <a:endParaRPr kumimoji="0" lang="en-US" altLang="zh-CN" sz="2000" b="0" i="0" u="none" strike="noStrike" cap="none" normalizeH="0" baseline="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80000"/>
                        <a:buFontTx/>
                        <a:buNone/>
                      </a:pPr>
                      <a:r>
                        <a:rPr kumimoji="0" lang="en-US" altLang="zh-CN" sz="2000" b="0" i="0" u="none" strike="noStrike" cap="none" normalizeH="0" baseline="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rPr>
                        <a:t>D</a:t>
                      </a:r>
                      <a:endParaRPr kumimoji="0" lang="en-US" altLang="zh-CN" sz="2000" b="0" i="0" u="none" strike="noStrike" cap="none" normalizeH="0" baseline="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182563">
                <a:tc>
                  <a:txBody>
                    <a:bodyPr/>
                    <a:lstStyle>
                      <a:lvl1pPr marL="342900" indent="-342900">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80000"/>
                        <a:buFontTx/>
                        <a:buNone/>
                      </a:pPr>
                      <a:r>
                        <a:rPr kumimoji="0" lang="en-US" altLang="zh-CN" sz="2000" b="0" i="0" u="none" strike="noStrike" cap="none" normalizeH="0" baseline="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rPr>
                        <a:t>E</a:t>
                      </a:r>
                      <a:endParaRPr kumimoji="0" lang="en-US" altLang="zh-CN" sz="2000" b="0" i="0" u="none" strike="noStrike" cap="none" normalizeH="0" baseline="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80000"/>
                        <a:buFontTx/>
                        <a:buNone/>
                      </a:pPr>
                      <a:r>
                        <a:rPr kumimoji="0" lang="en-US" altLang="zh-CN" sz="2000" b="0" i="0" u="none" strike="noStrike" cap="none" normalizeH="0" baseline="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rPr>
                        <a:t>5</a:t>
                      </a:r>
                      <a:endParaRPr kumimoji="0" lang="en-US" altLang="zh-CN" sz="2000" b="0" i="0" u="none" strike="noStrike" cap="none" normalizeH="0" baseline="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80000"/>
                        <a:buFontTx/>
                        <a:buNone/>
                      </a:pPr>
                      <a:r>
                        <a:rPr kumimoji="0" lang="en-US" altLang="zh-CN" sz="2000" b="0" i="0" u="none" strike="noStrike" cap="none" normalizeH="0" baseline="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rPr>
                        <a:t>3</a:t>
                      </a:r>
                      <a:endParaRPr kumimoji="0" lang="en-US" altLang="zh-CN" sz="2000" b="0" i="0" u="none" strike="noStrike" cap="none" normalizeH="0" baseline="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80000"/>
                        <a:buFontTx/>
                        <a:buNone/>
                      </a:pPr>
                      <a:r>
                        <a:rPr kumimoji="0" lang="en-US" altLang="zh-CN" sz="2000" b="0" i="0" u="none" strike="noStrike" cap="none" normalizeH="0" baseline="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rPr>
                        <a:t>A</a:t>
                      </a:r>
                      <a:endParaRPr kumimoji="0" lang="en-US" altLang="zh-CN" sz="2000" b="0" i="0" u="none" strike="noStrike" cap="none" normalizeH="0" baseline="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180975">
                <a:tc>
                  <a:txBody>
                    <a:bodyPr/>
                    <a:lstStyle>
                      <a:lvl1pPr marL="342900" indent="-342900">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80000"/>
                        <a:buFontTx/>
                        <a:buNone/>
                      </a:pPr>
                      <a:r>
                        <a:rPr kumimoji="0" lang="en-US" altLang="zh-CN" sz="2000" b="0" i="0" u="none" strike="noStrike" cap="none" normalizeH="0" baseline="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rPr>
                        <a:t>F</a:t>
                      </a:r>
                      <a:endParaRPr kumimoji="0" lang="en-US" altLang="zh-CN" sz="2000" b="0" i="0" u="none" strike="noStrike" cap="none" normalizeH="0" baseline="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80000"/>
                        <a:buFontTx/>
                        <a:buNone/>
                      </a:pPr>
                      <a:r>
                        <a:rPr kumimoji="0" lang="en-US" altLang="zh-CN" sz="2000" b="0" i="0" u="none" strike="noStrike" cap="none" normalizeH="0" baseline="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rPr>
                        <a:t>3</a:t>
                      </a:r>
                      <a:endParaRPr kumimoji="0" lang="en-US" altLang="zh-CN" sz="2000" b="0" i="0" u="none" strike="noStrike" cap="none" normalizeH="0" baseline="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80000"/>
                        <a:buFontTx/>
                        <a:buNone/>
                      </a:pPr>
                      <a:r>
                        <a:rPr kumimoji="0" lang="en-US" altLang="zh-CN" sz="2000" b="0" i="0" u="none" strike="noStrike" cap="none" normalizeH="0" baseline="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rPr>
                        <a:t>2</a:t>
                      </a:r>
                      <a:endParaRPr kumimoji="0" lang="en-US" altLang="zh-CN" sz="2000" b="0" i="0" u="none" strike="noStrike" cap="none" normalizeH="0" baseline="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80000"/>
                        <a:buFontTx/>
                        <a:buNone/>
                      </a:pPr>
                      <a:r>
                        <a:rPr kumimoji="0" lang="en-US" altLang="zh-CN" sz="2000" b="0" i="0" u="none" strike="noStrike" cap="none" normalizeH="0" baseline="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rPr>
                        <a:t>A</a:t>
                      </a:r>
                      <a:endParaRPr kumimoji="0" lang="en-US" altLang="zh-CN" sz="2000" b="0" i="0" u="none" strike="noStrike" cap="none" normalizeH="0" baseline="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182563">
                <a:tc>
                  <a:txBody>
                    <a:bodyPr/>
                    <a:lstStyle>
                      <a:lvl1pPr marL="342900" indent="-342900">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80000"/>
                        <a:buFontTx/>
                        <a:buNone/>
                      </a:pPr>
                      <a:r>
                        <a:rPr kumimoji="0" lang="en-US" altLang="zh-CN" sz="2000" b="0" i="0" u="none" strike="noStrike" cap="none" normalizeH="0" baseline="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rPr>
                        <a:t>F</a:t>
                      </a:r>
                      <a:endParaRPr kumimoji="0" lang="en-US" altLang="zh-CN" sz="2000" b="0" i="0" u="none" strike="noStrike" cap="none" normalizeH="0" baseline="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80000"/>
                        <a:buFontTx/>
                        <a:buNone/>
                      </a:pPr>
                      <a:r>
                        <a:rPr kumimoji="0" lang="en-US" altLang="zh-CN" sz="2000" b="0" i="0" u="none" strike="noStrike" cap="none" normalizeH="0" baseline="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rPr>
                        <a:t>4</a:t>
                      </a:r>
                      <a:endParaRPr kumimoji="0" lang="en-US" altLang="zh-CN" sz="2000" b="0" i="0" u="none" strike="noStrike" cap="none" normalizeH="0" baseline="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80000"/>
                        <a:buFontTx/>
                        <a:buNone/>
                      </a:pPr>
                      <a:r>
                        <a:rPr kumimoji="0" lang="en-US" altLang="zh-CN" sz="2000" b="0" i="0" u="none" strike="noStrike" cap="none" normalizeH="0" baseline="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rPr>
                        <a:t>3</a:t>
                      </a:r>
                      <a:endParaRPr kumimoji="0" lang="en-US" altLang="zh-CN" sz="2000" b="0" i="0" u="none" strike="noStrike" cap="none" normalizeH="0" baseline="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80000"/>
                        <a:buFontTx/>
                        <a:buNone/>
                      </a:pPr>
                      <a:r>
                        <a:rPr kumimoji="0" lang="en-US" altLang="zh-CN" sz="2000" b="0" i="0" u="none" strike="noStrike" cap="none" normalizeH="0" baseline="0" dirty="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rPr>
                        <a:t>-</a:t>
                      </a:r>
                      <a:endParaRPr kumimoji="0" lang="en-US" altLang="zh-CN" sz="2000" b="0" i="0" u="none" strike="noStrike" cap="none" normalizeH="0" baseline="0" dirty="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bl>
          </a:graphicData>
        </a:graphic>
      </p:graphicFrame>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p:txBody>
          <a:bodyPr/>
          <a:lstStyle/>
          <a:p>
            <a:fld id="{16977FE9-DB8D-4BDA-BBA8-88CE1F396F8E}" type="slidenum">
              <a:rPr lang="en-US" altLang="zh-CN"/>
            </a:fld>
            <a:endParaRPr lang="en-US" altLang="zh-CN"/>
          </a:p>
        </p:txBody>
      </p:sp>
      <p:sp>
        <p:nvSpPr>
          <p:cNvPr id="437250" name="Rectangle 2"/>
          <p:cNvSpPr>
            <a:spLocks noGrp="1" noChangeArrowheads="1"/>
          </p:cNvSpPr>
          <p:nvPr>
            <p:ph type="title"/>
          </p:nvPr>
        </p:nvSpPr>
        <p:spPr/>
        <p:txBody>
          <a:bodyPr/>
          <a:lstStyle/>
          <a:p>
            <a:r>
              <a:rPr lang="en-US" altLang="en-US"/>
              <a:t>迪科斯彻</a:t>
            </a:r>
            <a:r>
              <a:rPr lang="en-US" altLang="zh-CN"/>
              <a:t>(Dijkstra)</a:t>
            </a:r>
            <a:r>
              <a:rPr lang="zh-CN" altLang="en-US"/>
              <a:t>算法</a:t>
            </a:r>
            <a:endParaRPr lang="zh-CN" altLang="en-US"/>
          </a:p>
        </p:txBody>
      </p:sp>
      <p:sp>
        <p:nvSpPr>
          <p:cNvPr id="437251" name="Rectangle 3"/>
          <p:cNvSpPr>
            <a:spLocks noGrp="1" noChangeArrowheads="1"/>
          </p:cNvSpPr>
          <p:nvPr>
            <p:ph type="body" idx="1"/>
          </p:nvPr>
        </p:nvSpPr>
        <p:spPr/>
        <p:txBody>
          <a:bodyPr/>
          <a:lstStyle/>
          <a:p>
            <a:r>
              <a:rPr lang="en-US" altLang="zh-CN" dirty="0"/>
              <a:t>Dijkstra</a:t>
            </a:r>
            <a:r>
              <a:rPr lang="zh-CN" altLang="en-US" dirty="0"/>
              <a:t>算法</a:t>
            </a:r>
            <a:r>
              <a:rPr lang="en-US" altLang="zh-CN" dirty="0"/>
              <a:t>(1959</a:t>
            </a:r>
            <a:r>
              <a:rPr lang="zh-CN" altLang="en-US" dirty="0"/>
              <a:t>年</a:t>
            </a:r>
            <a:r>
              <a:rPr lang="en-US" altLang="zh-CN" dirty="0"/>
              <a:t>)</a:t>
            </a:r>
            <a:r>
              <a:rPr lang="zh-CN" altLang="en-US" dirty="0"/>
              <a:t>使用由节点和弧组成的图计算网络中两点之间的最短路径</a:t>
            </a:r>
            <a:endParaRPr lang="zh-CN" altLang="en-US" dirty="0"/>
          </a:p>
          <a:p>
            <a:r>
              <a:rPr lang="zh-CN" altLang="en-US" dirty="0"/>
              <a:t>节点有两种类型：网络和路由器</a:t>
            </a:r>
            <a:endParaRPr lang="zh-CN" altLang="en-US" dirty="0"/>
          </a:p>
          <a:p>
            <a:r>
              <a:rPr lang="zh-CN" altLang="en-US" dirty="0"/>
              <a:t>弧也有两类：路由器到网络的链路和网络到路由器的链路</a:t>
            </a:r>
            <a:endParaRPr lang="zh-CN" altLang="en-US" dirty="0"/>
          </a:p>
          <a:p>
            <a:r>
              <a:rPr lang="zh-CN" altLang="en-US" dirty="0"/>
              <a:t>在</a:t>
            </a:r>
            <a:r>
              <a:rPr lang="en-US" altLang="zh-CN" dirty="0"/>
              <a:t>Dijkstra</a:t>
            </a:r>
            <a:r>
              <a:rPr lang="zh-CN" altLang="en-US" dirty="0"/>
              <a:t>算法中，从路由器到网络的链路的费用有效，而从网络到路由器的链路的费用总是为</a:t>
            </a:r>
            <a:r>
              <a:rPr lang="en-US" altLang="zh-CN" dirty="0"/>
              <a:t>0</a:t>
            </a:r>
            <a:endParaRPr lang="zh-CN" altLang="en-US" dirty="0"/>
          </a:p>
          <a:p>
            <a:r>
              <a:rPr lang="zh-CN" altLang="en-US" dirty="0"/>
              <a:t>每个路由器在使用</a:t>
            </a:r>
            <a:r>
              <a:rPr lang="en-US" altLang="zh-CN" dirty="0"/>
              <a:t>Dijkstra</a:t>
            </a:r>
            <a:r>
              <a:rPr lang="zh-CN" altLang="en-US" dirty="0"/>
              <a:t>算法时，根据下面四个步骤来形成自己的最短路径树</a:t>
            </a:r>
            <a:endParaRPr lang="zh-CN" altLang="en-US"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p:txBody>
          <a:bodyPr/>
          <a:lstStyle/>
          <a:p>
            <a:fld id="{7D99F5C1-C166-4229-8A2E-D27F24D10321}" type="slidenum">
              <a:rPr lang="en-US" altLang="zh-CN"/>
            </a:fld>
            <a:endParaRPr lang="en-US" altLang="zh-CN"/>
          </a:p>
        </p:txBody>
      </p:sp>
      <p:sp>
        <p:nvSpPr>
          <p:cNvPr id="438274" name="Rectangle 2"/>
          <p:cNvSpPr>
            <a:spLocks noGrp="1" noChangeArrowheads="1"/>
          </p:cNvSpPr>
          <p:nvPr>
            <p:ph type="title"/>
          </p:nvPr>
        </p:nvSpPr>
        <p:spPr/>
        <p:txBody>
          <a:bodyPr/>
          <a:lstStyle/>
          <a:p>
            <a:r>
              <a:rPr lang="en-US" altLang="zh-CN" dirty="0"/>
              <a:t>Dijkstra</a:t>
            </a:r>
            <a:r>
              <a:rPr lang="zh-CN" altLang="en-US" dirty="0"/>
              <a:t>算法的一般步骤</a:t>
            </a:r>
            <a:endParaRPr lang="zh-CN" altLang="en-US" dirty="0"/>
          </a:p>
        </p:txBody>
      </p:sp>
      <p:sp>
        <p:nvSpPr>
          <p:cNvPr id="438275" name="Rectangle 3"/>
          <p:cNvSpPr>
            <a:spLocks noGrp="1" noChangeArrowheads="1"/>
          </p:cNvSpPr>
          <p:nvPr>
            <p:ph type="body" idx="1"/>
          </p:nvPr>
        </p:nvSpPr>
        <p:spPr/>
        <p:txBody>
          <a:bodyPr/>
          <a:lstStyle/>
          <a:p>
            <a:pPr marL="354330" indent="-354330">
              <a:lnSpc>
                <a:spcPct val="90000"/>
              </a:lnSpc>
              <a:buFont typeface="Wingdings" panose="05000000000000000000" pitchFamily="2" charset="2"/>
              <a:buAutoNum type="arabicPeriod"/>
            </a:pPr>
            <a:r>
              <a:rPr lang="zh-CN" altLang="en-US" sz="2800" dirty="0"/>
              <a:t>选择自己作为树的根，并将根标记为永久性节点，算法接着从根出发连接它所有邻居节点，这种连接是临时性的</a:t>
            </a:r>
            <a:endParaRPr lang="zh-CN" altLang="en-US" sz="2800" dirty="0"/>
          </a:p>
          <a:p>
            <a:pPr marL="354330" indent="-354330">
              <a:lnSpc>
                <a:spcPct val="90000"/>
              </a:lnSpc>
              <a:buFont typeface="Wingdings" panose="05000000000000000000" pitchFamily="2" charset="2"/>
              <a:buAutoNum type="arabicPeriod"/>
            </a:pPr>
            <a:r>
              <a:rPr lang="zh-CN" altLang="en-US" sz="2800" dirty="0"/>
              <a:t>算法比较所有的临时连接，找出费用最小的路径，这个</a:t>
            </a:r>
            <a:r>
              <a:rPr lang="zh-CN" altLang="en-US" dirty="0"/>
              <a:t>路径</a:t>
            </a:r>
            <a:r>
              <a:rPr lang="zh-CN" altLang="en-US" sz="2800" dirty="0"/>
              <a:t>上的所有弧和节点被标记为最短</a:t>
            </a:r>
            <a:r>
              <a:rPr lang="zh-CN" altLang="en-US" dirty="0"/>
              <a:t>路径</a:t>
            </a:r>
            <a:r>
              <a:rPr lang="zh-CN" altLang="en-US" sz="2800" dirty="0"/>
              <a:t>树上的永久部分</a:t>
            </a:r>
            <a:endParaRPr lang="zh-CN" altLang="en-US" sz="2800" dirty="0"/>
          </a:p>
          <a:p>
            <a:pPr marL="354330" indent="-354330">
              <a:lnSpc>
                <a:spcPct val="90000"/>
              </a:lnSpc>
              <a:buFont typeface="Wingdings" panose="05000000000000000000" pitchFamily="2" charset="2"/>
              <a:buAutoNum type="arabicPeriod"/>
            </a:pPr>
            <a:r>
              <a:rPr lang="zh-CN" altLang="en-US" sz="2800" dirty="0"/>
              <a:t>算法考察链路状态数据库，找出从这个选定的最短</a:t>
            </a:r>
            <a:r>
              <a:rPr lang="zh-CN" altLang="en-US" dirty="0"/>
              <a:t>路径</a:t>
            </a:r>
            <a:r>
              <a:rPr lang="zh-CN" altLang="en-US" sz="2800" dirty="0"/>
              <a:t>向外延伸所能连接的所有非永久性节点，将这些节点临时性的加到最短</a:t>
            </a:r>
            <a:r>
              <a:rPr lang="zh-CN" altLang="en-US" dirty="0"/>
              <a:t>路径</a:t>
            </a:r>
            <a:r>
              <a:rPr lang="zh-CN" altLang="en-US" sz="2800" dirty="0"/>
              <a:t>树上</a:t>
            </a:r>
            <a:endParaRPr lang="zh-CN" altLang="en-US" sz="2800" dirty="0"/>
          </a:p>
          <a:p>
            <a:pPr marL="354330" indent="-354330">
              <a:lnSpc>
                <a:spcPct val="90000"/>
              </a:lnSpc>
              <a:buFont typeface="Wingdings" panose="05000000000000000000" pitchFamily="2" charset="2"/>
              <a:buAutoNum type="arabicPeriod"/>
            </a:pPr>
            <a:r>
              <a:rPr lang="zh-CN" altLang="en-US" sz="2800" dirty="0"/>
              <a:t>如果所有的节点已经成为最短</a:t>
            </a:r>
            <a:r>
              <a:rPr lang="zh-CN" altLang="en-US" dirty="0"/>
              <a:t>路径</a:t>
            </a:r>
            <a:r>
              <a:rPr lang="zh-CN" altLang="en-US" sz="2800" dirty="0"/>
              <a:t>树上的永久部分，则算法结束，去掉非永久性的弧。否则，转步骤</a:t>
            </a:r>
            <a:r>
              <a:rPr lang="en-US" altLang="zh-CN" sz="2800" dirty="0">
                <a:solidFill>
                  <a:srgbClr val="CC3300"/>
                </a:solidFill>
              </a:rPr>
              <a:t>2</a:t>
            </a:r>
            <a:r>
              <a:rPr lang="zh-CN" altLang="en-US" sz="2800" dirty="0"/>
              <a:t>继续执行</a:t>
            </a:r>
            <a:endParaRPr lang="zh-CN" altLang="en-US" sz="28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 name="灯片编号占位符 3"/>
          <p:cNvSpPr>
            <a:spLocks noGrp="1"/>
          </p:cNvSpPr>
          <p:nvPr>
            <p:ph type="sldNum" sz="quarter" idx="12"/>
          </p:nvPr>
        </p:nvSpPr>
        <p:spPr/>
        <p:txBody>
          <a:bodyPr/>
          <a:lstStyle/>
          <a:p>
            <a:fld id="{55D0A785-B91B-4921-9CE8-7A3D9053671A}" type="slidenum">
              <a:rPr lang="en-US" altLang="zh-CN"/>
            </a:fld>
            <a:endParaRPr lang="en-US" altLang="zh-CN"/>
          </a:p>
        </p:txBody>
      </p:sp>
      <p:sp>
        <p:nvSpPr>
          <p:cNvPr id="165" name="Rectangle 2"/>
          <p:cNvSpPr txBox="1">
            <a:spLocks noChangeArrowheads="1"/>
          </p:cNvSpPr>
          <p:nvPr/>
        </p:nvSpPr>
        <p:spPr>
          <a:xfrm>
            <a:off x="431800" y="71438"/>
            <a:ext cx="11328400" cy="765175"/>
          </a:xfrm>
          <a:prstGeom prst="rect">
            <a:avLst/>
          </a:prstGeom>
        </p:spPr>
        <p:txBody>
          <a:bodyPr/>
          <a:lstStyle>
            <a:lvl1pPr algn="l" rtl="0" eaLnBrk="0" fontAlgn="base" hangingPunct="0">
              <a:spcBef>
                <a:spcPct val="0"/>
              </a:spcBef>
              <a:spcAft>
                <a:spcPct val="0"/>
              </a:spcAft>
              <a:defRPr sz="4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1pPr>
            <a:lvl2pPr algn="l" rtl="0" eaLnBrk="0" fontAlgn="base" hangingPunct="0">
              <a:spcBef>
                <a:spcPct val="0"/>
              </a:spcBef>
              <a:spcAft>
                <a:spcPct val="0"/>
              </a:spcAft>
              <a:defRPr sz="4000">
                <a:solidFill>
                  <a:schemeClr val="tx1"/>
                </a:solidFill>
                <a:latin typeface="Arial" panose="020B0604020202020204" pitchFamily="34" charset="0"/>
                <a:ea typeface="黑体" panose="02010609060101010101" pitchFamily="49" charset="-122"/>
              </a:defRPr>
            </a:lvl2pPr>
            <a:lvl3pPr algn="l" rtl="0" eaLnBrk="0" fontAlgn="base" hangingPunct="0">
              <a:spcBef>
                <a:spcPct val="0"/>
              </a:spcBef>
              <a:spcAft>
                <a:spcPct val="0"/>
              </a:spcAft>
              <a:defRPr sz="4000">
                <a:solidFill>
                  <a:schemeClr val="tx1"/>
                </a:solidFill>
                <a:latin typeface="Arial" panose="020B0604020202020204" pitchFamily="34" charset="0"/>
                <a:ea typeface="黑体" panose="02010609060101010101" pitchFamily="49" charset="-122"/>
              </a:defRPr>
            </a:lvl3pPr>
            <a:lvl4pPr algn="l" rtl="0" eaLnBrk="0" fontAlgn="base" hangingPunct="0">
              <a:spcBef>
                <a:spcPct val="0"/>
              </a:spcBef>
              <a:spcAft>
                <a:spcPct val="0"/>
              </a:spcAft>
              <a:defRPr sz="4000">
                <a:solidFill>
                  <a:schemeClr val="tx1"/>
                </a:solidFill>
                <a:latin typeface="Arial" panose="020B0604020202020204" pitchFamily="34" charset="0"/>
                <a:ea typeface="黑体" panose="02010609060101010101" pitchFamily="49" charset="-122"/>
              </a:defRPr>
            </a:lvl4pPr>
            <a:lvl5pPr algn="l" rtl="0" eaLnBrk="0" fontAlgn="base" hangingPunct="0">
              <a:spcBef>
                <a:spcPct val="0"/>
              </a:spcBef>
              <a:spcAft>
                <a:spcPct val="0"/>
              </a:spcAft>
              <a:defRPr sz="4000">
                <a:solidFill>
                  <a:schemeClr val="tx1"/>
                </a:solidFill>
                <a:latin typeface="Arial" panose="020B0604020202020204" pitchFamily="34" charset="0"/>
                <a:ea typeface="黑体" panose="02010609060101010101" pitchFamily="49" charset="-122"/>
              </a:defRPr>
            </a:lvl5pPr>
            <a:lvl6pPr marL="457200" algn="l" rtl="0" fontAlgn="base">
              <a:spcBef>
                <a:spcPct val="0"/>
              </a:spcBef>
              <a:spcAft>
                <a:spcPct val="0"/>
              </a:spcAft>
              <a:defRPr sz="4000">
                <a:solidFill>
                  <a:schemeClr val="tx1"/>
                </a:solidFill>
                <a:latin typeface="Arial" panose="020B0604020202020204" pitchFamily="34" charset="0"/>
                <a:ea typeface="黑体" panose="02010609060101010101" pitchFamily="49" charset="-122"/>
              </a:defRPr>
            </a:lvl6pPr>
            <a:lvl7pPr marL="914400" algn="l" rtl="0" fontAlgn="base">
              <a:spcBef>
                <a:spcPct val="0"/>
              </a:spcBef>
              <a:spcAft>
                <a:spcPct val="0"/>
              </a:spcAft>
              <a:defRPr sz="4000">
                <a:solidFill>
                  <a:schemeClr val="tx1"/>
                </a:solidFill>
                <a:latin typeface="Arial" panose="020B0604020202020204" pitchFamily="34" charset="0"/>
                <a:ea typeface="黑体" panose="02010609060101010101" pitchFamily="49" charset="-122"/>
              </a:defRPr>
            </a:lvl7pPr>
            <a:lvl8pPr marL="1371600" algn="l" rtl="0" fontAlgn="base">
              <a:spcBef>
                <a:spcPct val="0"/>
              </a:spcBef>
              <a:spcAft>
                <a:spcPct val="0"/>
              </a:spcAft>
              <a:defRPr sz="4000">
                <a:solidFill>
                  <a:schemeClr val="tx1"/>
                </a:solidFill>
                <a:latin typeface="Arial" panose="020B0604020202020204" pitchFamily="34" charset="0"/>
                <a:ea typeface="黑体" panose="02010609060101010101" pitchFamily="49" charset="-122"/>
              </a:defRPr>
            </a:lvl8pPr>
            <a:lvl9pPr marL="1828800" algn="l" rtl="0" fontAlgn="base">
              <a:spcBef>
                <a:spcPct val="0"/>
              </a:spcBef>
              <a:spcAft>
                <a:spcPct val="0"/>
              </a:spcAft>
              <a:defRPr sz="4000">
                <a:solidFill>
                  <a:schemeClr val="tx1"/>
                </a:solidFill>
                <a:latin typeface="Arial" panose="020B0604020202020204" pitchFamily="34" charset="0"/>
                <a:ea typeface="黑体" panose="02010609060101010101" pitchFamily="49" charset="-122"/>
              </a:defRPr>
            </a:lvl9pPr>
          </a:lstStyle>
          <a:p>
            <a:r>
              <a:rPr lang="en-US" altLang="zh-CN" sz="3200" dirty="0">
                <a:latin typeface="微软雅黑" panose="020B0503020204020204" pitchFamily="34" charset="-122"/>
              </a:rPr>
              <a:t>Dijkstra</a:t>
            </a:r>
            <a:r>
              <a:rPr lang="zh-CN" altLang="en-US" sz="3200" dirty="0">
                <a:latin typeface="微软雅黑" panose="020B0503020204020204" pitchFamily="34" charset="-122"/>
              </a:rPr>
              <a:t>算法示例</a:t>
            </a:r>
            <a:endParaRPr lang="zh-CN" altLang="en-US" sz="3200" dirty="0">
              <a:latin typeface="微软雅黑" panose="020B0503020204020204" pitchFamily="34" charset="-122"/>
            </a:endParaRPr>
          </a:p>
        </p:txBody>
      </p:sp>
      <p:sp>
        <p:nvSpPr>
          <p:cNvPr id="167" name="Line 3"/>
          <p:cNvSpPr>
            <a:spLocks noChangeShapeType="1"/>
          </p:cNvSpPr>
          <p:nvPr/>
        </p:nvSpPr>
        <p:spPr bwMode="auto">
          <a:xfrm flipV="1">
            <a:off x="2913063" y="2139950"/>
            <a:ext cx="950912" cy="792164"/>
          </a:xfrm>
          <a:prstGeom prst="line">
            <a:avLst/>
          </a:prstGeom>
          <a:noFill/>
          <a:ln w="25400" cap="rnd">
            <a:solidFill>
              <a:schemeClr val="bg2"/>
            </a:solidFill>
            <a:round/>
            <a:headEnd type="none" w="sm" len="sm"/>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latin typeface="微软雅黑 Light" panose="020B0502040204020203" pitchFamily="34" charset="-122"/>
              <a:ea typeface="微软雅黑 Light" panose="020B0502040204020203" pitchFamily="34" charset="-122"/>
            </a:endParaRPr>
          </a:p>
        </p:txBody>
      </p:sp>
      <p:sp>
        <p:nvSpPr>
          <p:cNvPr id="168" name="Line 4"/>
          <p:cNvSpPr>
            <a:spLocks noChangeShapeType="1"/>
          </p:cNvSpPr>
          <p:nvPr/>
        </p:nvSpPr>
        <p:spPr bwMode="auto">
          <a:xfrm>
            <a:off x="5087938" y="3284538"/>
            <a:ext cx="792162" cy="0"/>
          </a:xfrm>
          <a:prstGeom prst="line">
            <a:avLst/>
          </a:prstGeom>
          <a:noFill/>
          <a:ln w="25400" cap="rnd">
            <a:solidFill>
              <a:schemeClr val="bg2"/>
            </a:solidFill>
            <a:round/>
            <a:headEnd type="triangle" w="lg" len="lg"/>
            <a:tailEnd type="non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latin typeface="微软雅黑 Light" panose="020B0502040204020203" pitchFamily="34" charset="-122"/>
              <a:ea typeface="微软雅黑 Light" panose="020B0502040204020203" pitchFamily="34" charset="-122"/>
            </a:endParaRPr>
          </a:p>
        </p:txBody>
      </p:sp>
      <p:sp>
        <p:nvSpPr>
          <p:cNvPr id="169" name="Line 5"/>
          <p:cNvSpPr>
            <a:spLocks noChangeShapeType="1"/>
          </p:cNvSpPr>
          <p:nvPr/>
        </p:nvSpPr>
        <p:spPr bwMode="auto">
          <a:xfrm flipV="1">
            <a:off x="6603669" y="3284539"/>
            <a:ext cx="644855" cy="7912"/>
          </a:xfrm>
          <a:prstGeom prst="line">
            <a:avLst/>
          </a:prstGeom>
          <a:noFill/>
          <a:ln w="25400" cap="rnd">
            <a:solidFill>
              <a:schemeClr val="bg2"/>
            </a:solidFill>
            <a:round/>
            <a:headEnd type="none" w="sm" len="sm"/>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latin typeface="微软雅黑 Light" panose="020B0502040204020203" pitchFamily="34" charset="-122"/>
              <a:ea typeface="微软雅黑 Light" panose="020B0502040204020203" pitchFamily="34" charset="-122"/>
            </a:endParaRPr>
          </a:p>
        </p:txBody>
      </p:sp>
      <p:sp>
        <p:nvSpPr>
          <p:cNvPr id="170" name="Line 6"/>
          <p:cNvSpPr>
            <a:spLocks noChangeShapeType="1"/>
          </p:cNvSpPr>
          <p:nvPr/>
        </p:nvSpPr>
        <p:spPr bwMode="auto">
          <a:xfrm flipH="1" flipV="1">
            <a:off x="8688388" y="2205038"/>
            <a:ext cx="844218" cy="582612"/>
          </a:xfrm>
          <a:prstGeom prst="line">
            <a:avLst/>
          </a:prstGeom>
          <a:noFill/>
          <a:ln w="25400" cap="rnd">
            <a:solidFill>
              <a:schemeClr val="bg2"/>
            </a:solidFill>
            <a:round/>
            <a:headEnd type="none" w="sm" len="sm"/>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latin typeface="微软雅黑 Light" panose="020B0502040204020203" pitchFamily="34" charset="-122"/>
              <a:ea typeface="微软雅黑 Light" panose="020B0502040204020203" pitchFamily="34" charset="-122"/>
            </a:endParaRPr>
          </a:p>
        </p:txBody>
      </p:sp>
      <p:sp>
        <p:nvSpPr>
          <p:cNvPr id="171" name="Line 7"/>
          <p:cNvSpPr>
            <a:spLocks noChangeShapeType="1"/>
          </p:cNvSpPr>
          <p:nvPr/>
        </p:nvSpPr>
        <p:spPr bwMode="auto">
          <a:xfrm>
            <a:off x="6672263" y="1844675"/>
            <a:ext cx="1008062" cy="0"/>
          </a:xfrm>
          <a:prstGeom prst="line">
            <a:avLst/>
          </a:prstGeom>
          <a:noFill/>
          <a:ln w="25400" cap="rnd">
            <a:solidFill>
              <a:schemeClr val="bg2"/>
            </a:solidFill>
            <a:round/>
            <a:headEnd type="none" w="sm" len="sm"/>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latin typeface="微软雅黑 Light" panose="020B0502040204020203" pitchFamily="34" charset="-122"/>
              <a:ea typeface="微软雅黑 Light" panose="020B0502040204020203" pitchFamily="34" charset="-122"/>
            </a:endParaRPr>
          </a:p>
        </p:txBody>
      </p:sp>
      <p:sp>
        <p:nvSpPr>
          <p:cNvPr id="172" name="Line 8"/>
          <p:cNvSpPr>
            <a:spLocks noChangeShapeType="1"/>
          </p:cNvSpPr>
          <p:nvPr/>
        </p:nvSpPr>
        <p:spPr bwMode="auto">
          <a:xfrm flipV="1">
            <a:off x="2998789" y="3284538"/>
            <a:ext cx="936625" cy="4762"/>
          </a:xfrm>
          <a:prstGeom prst="line">
            <a:avLst/>
          </a:prstGeom>
          <a:noFill/>
          <a:ln w="25400" cap="rnd">
            <a:solidFill>
              <a:schemeClr val="bg2"/>
            </a:solidFill>
            <a:round/>
            <a:headEnd type="none" w="sm" len="sm"/>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latin typeface="微软雅黑 Light" panose="020B0502040204020203" pitchFamily="34" charset="-122"/>
              <a:ea typeface="微软雅黑 Light" panose="020B0502040204020203" pitchFamily="34" charset="-122"/>
            </a:endParaRPr>
          </a:p>
        </p:txBody>
      </p:sp>
      <p:sp>
        <p:nvSpPr>
          <p:cNvPr id="173" name="Line 9"/>
          <p:cNvSpPr>
            <a:spLocks noChangeShapeType="1"/>
          </p:cNvSpPr>
          <p:nvPr/>
        </p:nvSpPr>
        <p:spPr bwMode="auto">
          <a:xfrm>
            <a:off x="4872039" y="1844675"/>
            <a:ext cx="936625" cy="0"/>
          </a:xfrm>
          <a:prstGeom prst="line">
            <a:avLst/>
          </a:prstGeom>
          <a:noFill/>
          <a:ln w="25400" cap="rnd">
            <a:solidFill>
              <a:schemeClr val="bg2"/>
            </a:solidFill>
            <a:round/>
            <a:headEnd type="triangle" w="lg" len="lg"/>
            <a:tailEnd type="non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latin typeface="微软雅黑 Light" panose="020B0502040204020203" pitchFamily="34" charset="-122"/>
              <a:ea typeface="微软雅黑 Light" panose="020B0502040204020203" pitchFamily="34" charset="-122"/>
            </a:endParaRPr>
          </a:p>
        </p:txBody>
      </p:sp>
      <p:sp>
        <p:nvSpPr>
          <p:cNvPr id="174" name="Line 10"/>
          <p:cNvSpPr>
            <a:spLocks noChangeShapeType="1"/>
          </p:cNvSpPr>
          <p:nvPr/>
        </p:nvSpPr>
        <p:spPr bwMode="auto">
          <a:xfrm flipH="1" flipV="1">
            <a:off x="2752726" y="3614737"/>
            <a:ext cx="319088" cy="390526"/>
          </a:xfrm>
          <a:prstGeom prst="line">
            <a:avLst/>
          </a:prstGeom>
          <a:noFill/>
          <a:ln w="25400" cap="rnd">
            <a:solidFill>
              <a:schemeClr val="bg2"/>
            </a:solidFill>
            <a:round/>
            <a:headEnd type="triangle" w="lg" len="lg"/>
            <a:tailEnd type="non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latin typeface="微软雅黑 Light" panose="020B0502040204020203" pitchFamily="34" charset="-122"/>
              <a:ea typeface="微软雅黑 Light" panose="020B0502040204020203" pitchFamily="34" charset="-122"/>
            </a:endParaRPr>
          </a:p>
        </p:txBody>
      </p:sp>
      <p:sp>
        <p:nvSpPr>
          <p:cNvPr id="175" name="Line 11"/>
          <p:cNvSpPr>
            <a:spLocks noChangeShapeType="1"/>
          </p:cNvSpPr>
          <p:nvPr/>
        </p:nvSpPr>
        <p:spPr bwMode="auto">
          <a:xfrm>
            <a:off x="3503613" y="4587876"/>
            <a:ext cx="576262" cy="504825"/>
          </a:xfrm>
          <a:prstGeom prst="line">
            <a:avLst/>
          </a:prstGeom>
          <a:noFill/>
          <a:ln w="25400" cap="rnd">
            <a:solidFill>
              <a:schemeClr val="bg2"/>
            </a:solidFill>
            <a:round/>
            <a:headEnd type="triangle" w="lg" len="lg"/>
            <a:tailEnd type="non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latin typeface="微软雅黑 Light" panose="020B0502040204020203" pitchFamily="34" charset="-122"/>
              <a:ea typeface="微软雅黑 Light" panose="020B0502040204020203" pitchFamily="34" charset="-122"/>
            </a:endParaRPr>
          </a:p>
        </p:txBody>
      </p:sp>
      <p:sp>
        <p:nvSpPr>
          <p:cNvPr id="176" name="Line 12"/>
          <p:cNvSpPr>
            <a:spLocks noChangeShapeType="1"/>
          </p:cNvSpPr>
          <p:nvPr/>
        </p:nvSpPr>
        <p:spPr bwMode="auto">
          <a:xfrm flipV="1">
            <a:off x="4784611" y="5229225"/>
            <a:ext cx="735128" cy="1"/>
          </a:xfrm>
          <a:prstGeom prst="line">
            <a:avLst/>
          </a:prstGeom>
          <a:noFill/>
          <a:ln w="25400" cap="rnd">
            <a:solidFill>
              <a:schemeClr val="bg2"/>
            </a:solidFill>
            <a:round/>
            <a:headEnd type="none" w="sm" len="sm"/>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latin typeface="微软雅黑 Light" panose="020B0502040204020203" pitchFamily="34" charset="-122"/>
              <a:ea typeface="微软雅黑 Light" panose="020B0502040204020203" pitchFamily="34" charset="-122"/>
            </a:endParaRPr>
          </a:p>
        </p:txBody>
      </p:sp>
      <p:sp>
        <p:nvSpPr>
          <p:cNvPr id="177" name="Line 13"/>
          <p:cNvSpPr>
            <a:spLocks noChangeShapeType="1"/>
          </p:cNvSpPr>
          <p:nvPr/>
        </p:nvSpPr>
        <p:spPr bwMode="auto">
          <a:xfrm flipV="1">
            <a:off x="6654801" y="5235575"/>
            <a:ext cx="936625" cy="0"/>
          </a:xfrm>
          <a:prstGeom prst="line">
            <a:avLst/>
          </a:prstGeom>
          <a:noFill/>
          <a:ln w="25400" cap="rnd">
            <a:solidFill>
              <a:schemeClr val="bg2"/>
            </a:solidFill>
            <a:round/>
            <a:headEnd type="triangle" w="lg" len="lg"/>
            <a:tailEnd type="non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latin typeface="微软雅黑 Light" panose="020B0502040204020203" pitchFamily="34" charset="-122"/>
              <a:ea typeface="微软雅黑 Light" panose="020B0502040204020203" pitchFamily="34" charset="-122"/>
            </a:endParaRPr>
          </a:p>
        </p:txBody>
      </p:sp>
      <p:sp>
        <p:nvSpPr>
          <p:cNvPr id="178" name="Line 14"/>
          <p:cNvSpPr>
            <a:spLocks noChangeShapeType="1"/>
          </p:cNvSpPr>
          <p:nvPr/>
        </p:nvSpPr>
        <p:spPr bwMode="auto">
          <a:xfrm flipV="1">
            <a:off x="8283410" y="4875213"/>
            <a:ext cx="819316" cy="304031"/>
          </a:xfrm>
          <a:prstGeom prst="line">
            <a:avLst/>
          </a:prstGeom>
          <a:noFill/>
          <a:ln w="25400" cap="rnd">
            <a:solidFill>
              <a:schemeClr val="bg2"/>
            </a:solidFill>
            <a:round/>
            <a:headEnd type="none" w="sm" len="sm"/>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latin typeface="微软雅黑 Light" panose="020B0502040204020203" pitchFamily="34" charset="-122"/>
              <a:ea typeface="微软雅黑 Light" panose="020B0502040204020203" pitchFamily="34" charset="-122"/>
            </a:endParaRPr>
          </a:p>
        </p:txBody>
      </p:sp>
      <p:sp>
        <p:nvSpPr>
          <p:cNvPr id="179" name="Line 15"/>
          <p:cNvSpPr>
            <a:spLocks noChangeShapeType="1"/>
          </p:cNvSpPr>
          <p:nvPr/>
        </p:nvSpPr>
        <p:spPr bwMode="auto">
          <a:xfrm flipV="1">
            <a:off x="9480551" y="3516315"/>
            <a:ext cx="319088" cy="704848"/>
          </a:xfrm>
          <a:prstGeom prst="line">
            <a:avLst/>
          </a:prstGeom>
          <a:noFill/>
          <a:ln w="25400" cap="rnd">
            <a:solidFill>
              <a:schemeClr val="bg2"/>
            </a:solidFill>
            <a:round/>
            <a:headEnd type="triangle" w="lg" len="lg"/>
            <a:tailEnd type="non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latin typeface="微软雅黑 Light" panose="020B0502040204020203" pitchFamily="34" charset="-122"/>
              <a:ea typeface="微软雅黑 Light" panose="020B0502040204020203" pitchFamily="34" charset="-122"/>
            </a:endParaRPr>
          </a:p>
        </p:txBody>
      </p:sp>
      <p:sp>
        <p:nvSpPr>
          <p:cNvPr id="180" name="Text Box 34"/>
          <p:cNvSpPr txBox="1">
            <a:spLocks noChangeArrowheads="1"/>
          </p:cNvSpPr>
          <p:nvPr/>
        </p:nvSpPr>
        <p:spPr bwMode="auto">
          <a:xfrm>
            <a:off x="2390776" y="2500314"/>
            <a:ext cx="444500" cy="523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zh-CN"/>
            </a:defPPr>
            <a:lvl1pPr algn="ctr">
              <a:defRPr sz="2400">
                <a:latin typeface="微软雅黑 Light" panose="020B0502040204020203" pitchFamily="34" charset="-122"/>
                <a:ea typeface="微软雅黑 Light" panose="020B0502040204020203" pitchFamily="34" charset="-122"/>
              </a:defRPr>
            </a:lvl1pPr>
          </a:lstStyle>
          <a:p>
            <a:r>
              <a:rPr lang="en-US" altLang="zh-CN" dirty="0"/>
              <a:t>A</a:t>
            </a:r>
            <a:endParaRPr lang="en-US" altLang="zh-CN" dirty="0"/>
          </a:p>
        </p:txBody>
      </p:sp>
      <p:grpSp>
        <p:nvGrpSpPr>
          <p:cNvPr id="181" name="Group 35"/>
          <p:cNvGrpSpPr/>
          <p:nvPr/>
        </p:nvGrpSpPr>
        <p:grpSpPr bwMode="auto">
          <a:xfrm>
            <a:off x="3719513" y="1563689"/>
            <a:ext cx="1181100" cy="714375"/>
            <a:chOff x="1338" y="1752"/>
            <a:chExt cx="744" cy="450"/>
          </a:xfrm>
        </p:grpSpPr>
        <p:pic>
          <p:nvPicPr>
            <p:cNvPr id="182" name="Picture 25"/>
            <p:cNvPicPr>
              <a:picLocks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1338" y="1752"/>
              <a:ext cx="744" cy="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3" name="Text Box 37"/>
            <p:cNvSpPr txBox="1">
              <a:spLocks noChangeArrowheads="1"/>
            </p:cNvSpPr>
            <p:nvPr/>
          </p:nvSpPr>
          <p:spPr bwMode="auto">
            <a:xfrm>
              <a:off x="1432" y="1829"/>
              <a:ext cx="555"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400">
                  <a:latin typeface="微软雅黑 Light" panose="020B0502040204020203" pitchFamily="34" charset="-122"/>
                  <a:ea typeface="微软雅黑 Light" panose="020B0502040204020203" pitchFamily="34" charset="-122"/>
                </a:rPr>
                <a:t>Net:1</a:t>
              </a:r>
              <a:endParaRPr lang="en-US" altLang="zh-CN" sz="2400">
                <a:latin typeface="微软雅黑 Light" panose="020B0502040204020203" pitchFamily="34" charset="-122"/>
                <a:ea typeface="微软雅黑 Light" panose="020B0502040204020203" pitchFamily="34" charset="-122"/>
              </a:endParaRPr>
            </a:p>
          </p:txBody>
        </p:sp>
      </p:grpSp>
      <p:sp>
        <p:nvSpPr>
          <p:cNvPr id="184" name="Text Box 56"/>
          <p:cNvSpPr txBox="1">
            <a:spLocks noChangeArrowheads="1"/>
          </p:cNvSpPr>
          <p:nvPr/>
        </p:nvSpPr>
        <p:spPr bwMode="auto">
          <a:xfrm>
            <a:off x="4224867" y="4445074"/>
            <a:ext cx="378629"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zh-CN"/>
            </a:defPPr>
            <a:lvl1pPr algn="ctr">
              <a:defRPr sz="2400">
                <a:latin typeface="微软雅黑 Light" panose="020B0502040204020203" pitchFamily="34" charset="-122"/>
                <a:ea typeface="微软雅黑 Light" panose="020B0502040204020203" pitchFamily="34" charset="-122"/>
              </a:defRPr>
            </a:lvl1pPr>
          </a:lstStyle>
          <a:p>
            <a:r>
              <a:rPr lang="en-US" altLang="zh-CN" dirty="0"/>
              <a:t>E</a:t>
            </a:r>
            <a:endParaRPr lang="en-US" altLang="zh-CN" dirty="0"/>
          </a:p>
        </p:txBody>
      </p:sp>
      <p:sp>
        <p:nvSpPr>
          <p:cNvPr id="185" name="Text Box 75"/>
          <p:cNvSpPr txBox="1">
            <a:spLocks noChangeArrowheads="1"/>
          </p:cNvSpPr>
          <p:nvPr/>
        </p:nvSpPr>
        <p:spPr bwMode="auto">
          <a:xfrm>
            <a:off x="7668662" y="4505943"/>
            <a:ext cx="458788" cy="523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zh-CN"/>
            </a:defPPr>
            <a:lvl1pPr algn="ctr">
              <a:defRPr sz="2400">
                <a:latin typeface="微软雅黑 Light" panose="020B0502040204020203" pitchFamily="34" charset="-122"/>
                <a:ea typeface="微软雅黑 Light" panose="020B0502040204020203" pitchFamily="34" charset="-122"/>
              </a:defRPr>
            </a:lvl1pPr>
          </a:lstStyle>
          <a:p>
            <a:r>
              <a:rPr lang="en-US" altLang="zh-CN" dirty="0"/>
              <a:t>D</a:t>
            </a:r>
            <a:endParaRPr lang="en-US" altLang="zh-CN" dirty="0"/>
          </a:p>
        </p:txBody>
      </p:sp>
      <p:sp>
        <p:nvSpPr>
          <p:cNvPr id="186" name="Text Box 94"/>
          <p:cNvSpPr txBox="1">
            <a:spLocks noChangeArrowheads="1"/>
          </p:cNvSpPr>
          <p:nvPr/>
        </p:nvSpPr>
        <p:spPr bwMode="auto">
          <a:xfrm>
            <a:off x="9521079" y="2380898"/>
            <a:ext cx="423863" cy="523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zh-CN"/>
            </a:defPPr>
            <a:lvl1pPr algn="ctr">
              <a:defRPr sz="2400">
                <a:latin typeface="微软雅黑 Light" panose="020B0502040204020203" pitchFamily="34" charset="-122"/>
                <a:ea typeface="微软雅黑 Light" panose="020B0502040204020203" pitchFamily="34" charset="-122"/>
              </a:defRPr>
            </a:lvl1pPr>
          </a:lstStyle>
          <a:p>
            <a:r>
              <a:rPr lang="en-US" altLang="zh-CN" dirty="0"/>
              <a:t>C</a:t>
            </a:r>
            <a:endParaRPr lang="en-US" altLang="zh-CN" dirty="0"/>
          </a:p>
        </p:txBody>
      </p:sp>
      <p:sp>
        <p:nvSpPr>
          <p:cNvPr id="187" name="Text Box 113"/>
          <p:cNvSpPr txBox="1">
            <a:spLocks noChangeArrowheads="1"/>
          </p:cNvSpPr>
          <p:nvPr/>
        </p:nvSpPr>
        <p:spPr bwMode="auto">
          <a:xfrm>
            <a:off x="6016139" y="1086548"/>
            <a:ext cx="396262"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zh-CN"/>
            </a:defPPr>
            <a:lvl1pPr algn="ctr">
              <a:defRPr sz="2400">
                <a:latin typeface="微软雅黑 Light" panose="020B0502040204020203" pitchFamily="34" charset="-122"/>
                <a:ea typeface="微软雅黑 Light" panose="020B0502040204020203" pitchFamily="34" charset="-122"/>
              </a:defRPr>
            </a:lvl1pPr>
          </a:lstStyle>
          <a:p>
            <a:r>
              <a:rPr lang="en-US" altLang="zh-CN" dirty="0"/>
              <a:t>B</a:t>
            </a:r>
            <a:endParaRPr lang="en-US" altLang="zh-CN" dirty="0"/>
          </a:p>
        </p:txBody>
      </p:sp>
      <p:sp>
        <p:nvSpPr>
          <p:cNvPr id="188" name="Text Box 132"/>
          <p:cNvSpPr txBox="1">
            <a:spLocks noChangeArrowheads="1"/>
          </p:cNvSpPr>
          <p:nvPr/>
        </p:nvSpPr>
        <p:spPr bwMode="auto">
          <a:xfrm>
            <a:off x="6014706" y="2571750"/>
            <a:ext cx="364202"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zh-CN"/>
            </a:defPPr>
            <a:lvl1pPr algn="ctr">
              <a:defRPr sz="2400">
                <a:latin typeface="微软雅黑 Light" panose="020B0502040204020203" pitchFamily="34" charset="-122"/>
                <a:ea typeface="微软雅黑 Light" panose="020B0502040204020203" pitchFamily="34" charset="-122"/>
              </a:defRPr>
            </a:lvl1pPr>
          </a:lstStyle>
          <a:p>
            <a:r>
              <a:rPr lang="en-US" altLang="zh-CN" dirty="0"/>
              <a:t>F</a:t>
            </a:r>
            <a:endParaRPr lang="en-US" altLang="zh-CN" dirty="0"/>
          </a:p>
        </p:txBody>
      </p:sp>
      <p:grpSp>
        <p:nvGrpSpPr>
          <p:cNvPr id="189" name="Group 133"/>
          <p:cNvGrpSpPr/>
          <p:nvPr/>
        </p:nvGrpSpPr>
        <p:grpSpPr bwMode="auto">
          <a:xfrm>
            <a:off x="3935413" y="2932114"/>
            <a:ext cx="1181100" cy="714375"/>
            <a:chOff x="1338" y="1752"/>
            <a:chExt cx="744" cy="450"/>
          </a:xfrm>
        </p:grpSpPr>
        <p:pic>
          <p:nvPicPr>
            <p:cNvPr id="190" name="Picture 25"/>
            <p:cNvPicPr>
              <a:picLocks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1338" y="1752"/>
              <a:ext cx="744" cy="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1" name="Text Box 135"/>
            <p:cNvSpPr txBox="1">
              <a:spLocks noChangeArrowheads="1"/>
            </p:cNvSpPr>
            <p:nvPr/>
          </p:nvSpPr>
          <p:spPr bwMode="auto">
            <a:xfrm>
              <a:off x="1415" y="1829"/>
              <a:ext cx="588"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400">
                  <a:latin typeface="微软雅黑 Light" panose="020B0502040204020203" pitchFamily="34" charset="-122"/>
                  <a:ea typeface="微软雅黑 Light" panose="020B0502040204020203" pitchFamily="34" charset="-122"/>
                </a:rPr>
                <a:t>Net:3</a:t>
              </a:r>
              <a:endParaRPr lang="en-US" altLang="zh-CN" sz="2400">
                <a:latin typeface="微软雅黑 Light" panose="020B0502040204020203" pitchFamily="34" charset="-122"/>
                <a:ea typeface="微软雅黑 Light" panose="020B0502040204020203" pitchFamily="34" charset="-122"/>
              </a:endParaRPr>
            </a:p>
          </p:txBody>
        </p:sp>
      </p:grpSp>
      <p:grpSp>
        <p:nvGrpSpPr>
          <p:cNvPr id="192" name="Group 136"/>
          <p:cNvGrpSpPr/>
          <p:nvPr/>
        </p:nvGrpSpPr>
        <p:grpSpPr bwMode="auto">
          <a:xfrm>
            <a:off x="2640013" y="3940176"/>
            <a:ext cx="1181100" cy="714375"/>
            <a:chOff x="1338" y="1752"/>
            <a:chExt cx="744" cy="450"/>
          </a:xfrm>
        </p:grpSpPr>
        <p:pic>
          <p:nvPicPr>
            <p:cNvPr id="193" name="Picture 25"/>
            <p:cNvPicPr>
              <a:picLocks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1338" y="1752"/>
              <a:ext cx="744" cy="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4" name="Text Box 138"/>
            <p:cNvSpPr txBox="1">
              <a:spLocks noChangeArrowheads="1"/>
            </p:cNvSpPr>
            <p:nvPr/>
          </p:nvSpPr>
          <p:spPr bwMode="auto">
            <a:xfrm>
              <a:off x="1415" y="1829"/>
              <a:ext cx="588"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400">
                  <a:latin typeface="微软雅黑 Light" panose="020B0502040204020203" pitchFamily="34" charset="-122"/>
                  <a:ea typeface="微软雅黑 Light" panose="020B0502040204020203" pitchFamily="34" charset="-122"/>
                </a:rPr>
                <a:t>Net:5</a:t>
              </a:r>
              <a:endParaRPr lang="en-US" altLang="zh-CN" sz="2400">
                <a:latin typeface="微软雅黑 Light" panose="020B0502040204020203" pitchFamily="34" charset="-122"/>
                <a:ea typeface="微软雅黑 Light" panose="020B0502040204020203" pitchFamily="34" charset="-122"/>
              </a:endParaRPr>
            </a:p>
          </p:txBody>
        </p:sp>
      </p:grpSp>
      <p:grpSp>
        <p:nvGrpSpPr>
          <p:cNvPr id="195" name="Group 139"/>
          <p:cNvGrpSpPr/>
          <p:nvPr/>
        </p:nvGrpSpPr>
        <p:grpSpPr bwMode="auto">
          <a:xfrm>
            <a:off x="5502275" y="4875214"/>
            <a:ext cx="1181100" cy="714375"/>
            <a:chOff x="1338" y="1752"/>
            <a:chExt cx="744" cy="450"/>
          </a:xfrm>
        </p:grpSpPr>
        <p:pic>
          <p:nvPicPr>
            <p:cNvPr id="196" name="Picture 25"/>
            <p:cNvPicPr>
              <a:picLocks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1338" y="1752"/>
              <a:ext cx="744" cy="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7" name="Text Box 141"/>
            <p:cNvSpPr txBox="1">
              <a:spLocks noChangeArrowheads="1"/>
            </p:cNvSpPr>
            <p:nvPr/>
          </p:nvSpPr>
          <p:spPr bwMode="auto">
            <a:xfrm>
              <a:off x="1417" y="1829"/>
              <a:ext cx="585"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400">
                  <a:latin typeface="微软雅黑 Light" panose="020B0502040204020203" pitchFamily="34" charset="-122"/>
                  <a:ea typeface="微软雅黑 Light" panose="020B0502040204020203" pitchFamily="34" charset="-122"/>
                </a:rPr>
                <a:t>Net:7</a:t>
              </a:r>
              <a:endParaRPr lang="en-US" altLang="zh-CN" sz="2400">
                <a:latin typeface="微软雅黑 Light" panose="020B0502040204020203" pitchFamily="34" charset="-122"/>
                <a:ea typeface="微软雅黑 Light" panose="020B0502040204020203" pitchFamily="34" charset="-122"/>
              </a:endParaRPr>
            </a:p>
          </p:txBody>
        </p:sp>
      </p:grpSp>
      <p:grpSp>
        <p:nvGrpSpPr>
          <p:cNvPr id="198" name="Group 142"/>
          <p:cNvGrpSpPr/>
          <p:nvPr/>
        </p:nvGrpSpPr>
        <p:grpSpPr bwMode="auto">
          <a:xfrm>
            <a:off x="8670925" y="4229101"/>
            <a:ext cx="1181100" cy="714375"/>
            <a:chOff x="1338" y="1752"/>
            <a:chExt cx="744" cy="450"/>
          </a:xfrm>
        </p:grpSpPr>
        <p:pic>
          <p:nvPicPr>
            <p:cNvPr id="199" name="Picture 25"/>
            <p:cNvPicPr>
              <a:picLocks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1338" y="1752"/>
              <a:ext cx="744" cy="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0" name="Text Box 144"/>
            <p:cNvSpPr txBox="1">
              <a:spLocks noChangeArrowheads="1"/>
            </p:cNvSpPr>
            <p:nvPr/>
          </p:nvSpPr>
          <p:spPr bwMode="auto">
            <a:xfrm>
              <a:off x="1415" y="1829"/>
              <a:ext cx="588"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400">
                  <a:latin typeface="微软雅黑 Light" panose="020B0502040204020203" pitchFamily="34" charset="-122"/>
                  <a:ea typeface="微软雅黑 Light" panose="020B0502040204020203" pitchFamily="34" charset="-122"/>
                </a:rPr>
                <a:t>Net:6</a:t>
              </a:r>
              <a:endParaRPr lang="en-US" altLang="zh-CN" sz="2400">
                <a:latin typeface="微软雅黑 Light" panose="020B0502040204020203" pitchFamily="34" charset="-122"/>
                <a:ea typeface="微软雅黑 Light" panose="020B0502040204020203" pitchFamily="34" charset="-122"/>
              </a:endParaRPr>
            </a:p>
          </p:txBody>
        </p:sp>
      </p:grpSp>
      <p:grpSp>
        <p:nvGrpSpPr>
          <p:cNvPr id="201" name="Group 145"/>
          <p:cNvGrpSpPr/>
          <p:nvPr/>
        </p:nvGrpSpPr>
        <p:grpSpPr bwMode="auto">
          <a:xfrm>
            <a:off x="7231063" y="2932114"/>
            <a:ext cx="1181100" cy="714375"/>
            <a:chOff x="1338" y="1752"/>
            <a:chExt cx="744" cy="450"/>
          </a:xfrm>
        </p:grpSpPr>
        <p:pic>
          <p:nvPicPr>
            <p:cNvPr id="202" name="Picture 25"/>
            <p:cNvPicPr>
              <a:picLocks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1338" y="1752"/>
              <a:ext cx="744" cy="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3" name="Text Box 147"/>
            <p:cNvSpPr txBox="1">
              <a:spLocks noChangeArrowheads="1"/>
            </p:cNvSpPr>
            <p:nvPr/>
          </p:nvSpPr>
          <p:spPr bwMode="auto">
            <a:xfrm>
              <a:off x="1414" y="1829"/>
              <a:ext cx="591"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400">
                  <a:latin typeface="微软雅黑 Light" panose="020B0502040204020203" pitchFamily="34" charset="-122"/>
                  <a:ea typeface="微软雅黑 Light" panose="020B0502040204020203" pitchFamily="34" charset="-122"/>
                </a:rPr>
                <a:t>Net:4</a:t>
              </a:r>
              <a:endParaRPr lang="en-US" altLang="zh-CN" sz="2400">
                <a:latin typeface="微软雅黑 Light" panose="020B0502040204020203" pitchFamily="34" charset="-122"/>
                <a:ea typeface="微软雅黑 Light" panose="020B0502040204020203" pitchFamily="34" charset="-122"/>
              </a:endParaRPr>
            </a:p>
          </p:txBody>
        </p:sp>
      </p:grpSp>
      <p:grpSp>
        <p:nvGrpSpPr>
          <p:cNvPr id="204" name="Group 148"/>
          <p:cNvGrpSpPr/>
          <p:nvPr/>
        </p:nvGrpSpPr>
        <p:grpSpPr bwMode="auto">
          <a:xfrm>
            <a:off x="7662863" y="1563689"/>
            <a:ext cx="1181100" cy="714375"/>
            <a:chOff x="1338" y="1752"/>
            <a:chExt cx="744" cy="450"/>
          </a:xfrm>
        </p:grpSpPr>
        <p:pic>
          <p:nvPicPr>
            <p:cNvPr id="205" name="Picture 25"/>
            <p:cNvPicPr>
              <a:picLocks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1338" y="1752"/>
              <a:ext cx="744" cy="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6" name="Text Box 150"/>
            <p:cNvSpPr txBox="1">
              <a:spLocks noChangeArrowheads="1"/>
            </p:cNvSpPr>
            <p:nvPr/>
          </p:nvSpPr>
          <p:spPr bwMode="auto">
            <a:xfrm>
              <a:off x="1415" y="1829"/>
              <a:ext cx="588"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400">
                  <a:latin typeface="微软雅黑 Light" panose="020B0502040204020203" pitchFamily="34" charset="-122"/>
                  <a:ea typeface="微软雅黑 Light" panose="020B0502040204020203" pitchFamily="34" charset="-122"/>
                </a:rPr>
                <a:t>Net:2</a:t>
              </a:r>
              <a:endParaRPr lang="en-US" altLang="zh-CN" sz="2400">
                <a:latin typeface="微软雅黑 Light" panose="020B0502040204020203" pitchFamily="34" charset="-122"/>
                <a:ea typeface="微软雅黑 Light" panose="020B0502040204020203" pitchFamily="34" charset="-122"/>
              </a:endParaRPr>
            </a:p>
          </p:txBody>
        </p:sp>
      </p:grpSp>
      <p:sp>
        <p:nvSpPr>
          <p:cNvPr id="207" name="Text Box 151"/>
          <p:cNvSpPr txBox="1">
            <a:spLocks noChangeArrowheads="1"/>
          </p:cNvSpPr>
          <p:nvPr/>
        </p:nvSpPr>
        <p:spPr bwMode="auto">
          <a:xfrm>
            <a:off x="2812921" y="2420938"/>
            <a:ext cx="322524" cy="5232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chemeClr val="accent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ctr"/>
            <a:r>
              <a:rPr lang="en-US" altLang="zh-CN" sz="2800">
                <a:solidFill>
                  <a:srgbClr val="6600CC"/>
                </a:solidFill>
                <a:latin typeface="微软雅黑 Light" panose="020B0502040204020203" pitchFamily="34" charset="-122"/>
                <a:ea typeface="微软雅黑 Light" panose="020B0502040204020203" pitchFamily="34" charset="-122"/>
              </a:rPr>
              <a:t>1</a:t>
            </a:r>
            <a:endParaRPr lang="en-US" altLang="zh-CN" sz="2800">
              <a:solidFill>
                <a:srgbClr val="6600CC"/>
              </a:solidFill>
              <a:latin typeface="微软雅黑 Light" panose="020B0502040204020203" pitchFamily="34" charset="-122"/>
              <a:ea typeface="微软雅黑 Light" panose="020B0502040204020203" pitchFamily="34" charset="-122"/>
            </a:endParaRPr>
          </a:p>
        </p:txBody>
      </p:sp>
      <p:sp>
        <p:nvSpPr>
          <p:cNvPr id="208" name="Text Box 152"/>
          <p:cNvSpPr txBox="1">
            <a:spLocks noChangeArrowheads="1"/>
          </p:cNvSpPr>
          <p:nvPr/>
        </p:nvSpPr>
        <p:spPr bwMode="auto">
          <a:xfrm>
            <a:off x="3070587" y="2852738"/>
            <a:ext cx="385042" cy="5232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chemeClr val="accent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ctr"/>
            <a:r>
              <a:rPr lang="en-US" altLang="zh-CN" sz="2800">
                <a:solidFill>
                  <a:srgbClr val="6600CC"/>
                </a:solidFill>
                <a:latin typeface="微软雅黑 Light" panose="020B0502040204020203" pitchFamily="34" charset="-122"/>
                <a:ea typeface="微软雅黑 Light" panose="020B0502040204020203" pitchFamily="34" charset="-122"/>
              </a:rPr>
              <a:t>3</a:t>
            </a:r>
            <a:endParaRPr lang="en-US" altLang="zh-CN" sz="2800">
              <a:solidFill>
                <a:srgbClr val="6600CC"/>
              </a:solidFill>
              <a:latin typeface="微软雅黑 Light" panose="020B0502040204020203" pitchFamily="34" charset="-122"/>
              <a:ea typeface="微软雅黑 Light" panose="020B0502040204020203" pitchFamily="34" charset="-122"/>
            </a:endParaRPr>
          </a:p>
        </p:txBody>
      </p:sp>
      <p:sp>
        <p:nvSpPr>
          <p:cNvPr id="209" name="Text Box 153"/>
          <p:cNvSpPr txBox="1">
            <a:spLocks noChangeArrowheads="1"/>
          </p:cNvSpPr>
          <p:nvPr/>
        </p:nvSpPr>
        <p:spPr bwMode="auto">
          <a:xfrm>
            <a:off x="2854687" y="3357563"/>
            <a:ext cx="385042" cy="5232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chemeClr val="accent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ctr"/>
            <a:r>
              <a:rPr lang="en-US" altLang="zh-CN" sz="2800">
                <a:solidFill>
                  <a:srgbClr val="6600CC"/>
                </a:solidFill>
                <a:latin typeface="微软雅黑 Light" panose="020B0502040204020203" pitchFamily="34" charset="-122"/>
                <a:ea typeface="微软雅黑 Light" panose="020B0502040204020203" pitchFamily="34" charset="-122"/>
              </a:rPr>
              <a:t>2</a:t>
            </a:r>
            <a:endParaRPr lang="en-US" altLang="zh-CN" sz="2800">
              <a:solidFill>
                <a:srgbClr val="6600CC"/>
              </a:solidFill>
              <a:latin typeface="微软雅黑 Light" panose="020B0502040204020203" pitchFamily="34" charset="-122"/>
              <a:ea typeface="微软雅黑 Light" panose="020B0502040204020203" pitchFamily="34" charset="-122"/>
            </a:endParaRPr>
          </a:p>
        </p:txBody>
      </p:sp>
      <p:sp>
        <p:nvSpPr>
          <p:cNvPr id="210" name="Text Box 154"/>
          <p:cNvSpPr txBox="1">
            <a:spLocks noChangeArrowheads="1"/>
          </p:cNvSpPr>
          <p:nvPr/>
        </p:nvSpPr>
        <p:spPr bwMode="auto">
          <a:xfrm>
            <a:off x="3791312" y="4508501"/>
            <a:ext cx="385042" cy="5232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chemeClr val="accent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ctr"/>
            <a:r>
              <a:rPr lang="en-US" altLang="zh-CN" sz="2800">
                <a:solidFill>
                  <a:srgbClr val="6600CC"/>
                </a:solidFill>
                <a:latin typeface="微软雅黑 Light" panose="020B0502040204020203" pitchFamily="34" charset="-122"/>
                <a:ea typeface="微软雅黑 Light" panose="020B0502040204020203" pitchFamily="34" charset="-122"/>
              </a:rPr>
              <a:t>3</a:t>
            </a:r>
            <a:endParaRPr lang="en-US" altLang="zh-CN" sz="2800">
              <a:solidFill>
                <a:srgbClr val="6600CC"/>
              </a:solidFill>
              <a:latin typeface="微软雅黑 Light" panose="020B0502040204020203" pitchFamily="34" charset="-122"/>
              <a:ea typeface="微软雅黑 Light" panose="020B0502040204020203" pitchFamily="34" charset="-122"/>
            </a:endParaRPr>
          </a:p>
        </p:txBody>
      </p:sp>
      <p:sp>
        <p:nvSpPr>
          <p:cNvPr id="211" name="Text Box 155"/>
          <p:cNvSpPr txBox="1">
            <a:spLocks noChangeArrowheads="1"/>
          </p:cNvSpPr>
          <p:nvPr/>
        </p:nvSpPr>
        <p:spPr bwMode="auto">
          <a:xfrm>
            <a:off x="4799373" y="4797426"/>
            <a:ext cx="385042" cy="5232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chemeClr val="accent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ctr"/>
            <a:r>
              <a:rPr lang="en-US" altLang="zh-CN" sz="2800" dirty="0">
                <a:solidFill>
                  <a:srgbClr val="6600CC"/>
                </a:solidFill>
                <a:latin typeface="微软雅黑 Light" panose="020B0502040204020203" pitchFamily="34" charset="-122"/>
                <a:ea typeface="微软雅黑 Light" panose="020B0502040204020203" pitchFamily="34" charset="-122"/>
              </a:rPr>
              <a:t>2</a:t>
            </a:r>
            <a:endParaRPr lang="en-US" altLang="zh-CN" sz="2800" dirty="0">
              <a:solidFill>
                <a:srgbClr val="6600CC"/>
              </a:solidFill>
              <a:latin typeface="微软雅黑 Light" panose="020B0502040204020203" pitchFamily="34" charset="-122"/>
              <a:ea typeface="微软雅黑 Light" panose="020B0502040204020203" pitchFamily="34" charset="-122"/>
            </a:endParaRPr>
          </a:p>
        </p:txBody>
      </p:sp>
      <p:sp>
        <p:nvSpPr>
          <p:cNvPr id="212" name="Text Box 156"/>
          <p:cNvSpPr txBox="1">
            <a:spLocks noChangeArrowheads="1"/>
          </p:cNvSpPr>
          <p:nvPr/>
        </p:nvSpPr>
        <p:spPr bwMode="auto">
          <a:xfrm>
            <a:off x="6958373" y="4797426"/>
            <a:ext cx="385042" cy="5232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chemeClr val="accent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ctr"/>
            <a:r>
              <a:rPr lang="en-US" altLang="zh-CN" sz="2800">
                <a:solidFill>
                  <a:srgbClr val="6600CC"/>
                </a:solidFill>
                <a:latin typeface="微软雅黑 Light" panose="020B0502040204020203" pitchFamily="34" charset="-122"/>
                <a:ea typeface="微软雅黑 Light" panose="020B0502040204020203" pitchFamily="34" charset="-122"/>
              </a:rPr>
              <a:t>3</a:t>
            </a:r>
            <a:endParaRPr lang="en-US" altLang="zh-CN" sz="2800">
              <a:solidFill>
                <a:srgbClr val="6600CC"/>
              </a:solidFill>
              <a:latin typeface="微软雅黑 Light" panose="020B0502040204020203" pitchFamily="34" charset="-122"/>
              <a:ea typeface="微软雅黑 Light" panose="020B0502040204020203" pitchFamily="34" charset="-122"/>
            </a:endParaRPr>
          </a:p>
        </p:txBody>
      </p:sp>
      <p:sp>
        <p:nvSpPr>
          <p:cNvPr id="213" name="Text Box 157"/>
          <p:cNvSpPr txBox="1">
            <a:spLocks noChangeArrowheads="1"/>
          </p:cNvSpPr>
          <p:nvPr/>
        </p:nvSpPr>
        <p:spPr bwMode="auto">
          <a:xfrm>
            <a:off x="8182337" y="4724401"/>
            <a:ext cx="385042" cy="5232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chemeClr val="accent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ctr"/>
            <a:r>
              <a:rPr lang="en-US" altLang="zh-CN" sz="2800">
                <a:solidFill>
                  <a:srgbClr val="6600CC"/>
                </a:solidFill>
                <a:latin typeface="微软雅黑 Light" panose="020B0502040204020203" pitchFamily="34" charset="-122"/>
                <a:ea typeface="微软雅黑 Light" panose="020B0502040204020203" pitchFamily="34" charset="-122"/>
              </a:rPr>
              <a:t>5</a:t>
            </a:r>
            <a:endParaRPr lang="en-US" altLang="zh-CN" sz="2800">
              <a:solidFill>
                <a:srgbClr val="6600CC"/>
              </a:solidFill>
              <a:latin typeface="微软雅黑 Light" panose="020B0502040204020203" pitchFamily="34" charset="-122"/>
              <a:ea typeface="微软雅黑 Light" panose="020B0502040204020203" pitchFamily="34" charset="-122"/>
            </a:endParaRPr>
          </a:p>
        </p:txBody>
      </p:sp>
      <p:sp>
        <p:nvSpPr>
          <p:cNvPr id="214" name="Text Box 158"/>
          <p:cNvSpPr txBox="1">
            <a:spLocks noChangeArrowheads="1"/>
          </p:cNvSpPr>
          <p:nvPr/>
        </p:nvSpPr>
        <p:spPr bwMode="auto">
          <a:xfrm>
            <a:off x="9263423" y="3357563"/>
            <a:ext cx="385042" cy="5232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chemeClr val="accent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ctr"/>
            <a:r>
              <a:rPr lang="en-US" altLang="zh-CN" sz="2800" dirty="0">
                <a:solidFill>
                  <a:srgbClr val="6600CC"/>
                </a:solidFill>
                <a:latin typeface="微软雅黑 Light" panose="020B0502040204020203" pitchFamily="34" charset="-122"/>
                <a:ea typeface="微软雅黑 Light" panose="020B0502040204020203" pitchFamily="34" charset="-122"/>
              </a:rPr>
              <a:t>2</a:t>
            </a:r>
            <a:endParaRPr lang="en-US" altLang="zh-CN" sz="2800" dirty="0">
              <a:solidFill>
                <a:srgbClr val="6600CC"/>
              </a:solidFill>
              <a:latin typeface="微软雅黑 Light" panose="020B0502040204020203" pitchFamily="34" charset="-122"/>
              <a:ea typeface="微软雅黑 Light" panose="020B0502040204020203" pitchFamily="34" charset="-122"/>
            </a:endParaRPr>
          </a:p>
        </p:txBody>
      </p:sp>
      <p:sp>
        <p:nvSpPr>
          <p:cNvPr id="215" name="Text Box 159"/>
          <p:cNvSpPr txBox="1">
            <a:spLocks noChangeArrowheads="1"/>
          </p:cNvSpPr>
          <p:nvPr/>
        </p:nvSpPr>
        <p:spPr bwMode="auto">
          <a:xfrm>
            <a:off x="8974498" y="2636838"/>
            <a:ext cx="385042" cy="5232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chemeClr val="accent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ctr"/>
            <a:r>
              <a:rPr lang="en-US" altLang="zh-CN" sz="2800">
                <a:solidFill>
                  <a:srgbClr val="6600CC"/>
                </a:solidFill>
                <a:latin typeface="微软雅黑 Light" panose="020B0502040204020203" pitchFamily="34" charset="-122"/>
                <a:ea typeface="微软雅黑 Light" panose="020B0502040204020203" pitchFamily="34" charset="-122"/>
              </a:rPr>
              <a:t>5</a:t>
            </a:r>
            <a:endParaRPr lang="en-US" altLang="zh-CN" sz="2800">
              <a:solidFill>
                <a:srgbClr val="6600CC"/>
              </a:solidFill>
              <a:latin typeface="微软雅黑 Light" panose="020B0502040204020203" pitchFamily="34" charset="-122"/>
              <a:ea typeface="微软雅黑 Light" panose="020B0502040204020203" pitchFamily="34" charset="-122"/>
            </a:endParaRPr>
          </a:p>
        </p:txBody>
      </p:sp>
      <p:sp>
        <p:nvSpPr>
          <p:cNvPr id="216" name="Text Box 160"/>
          <p:cNvSpPr txBox="1">
            <a:spLocks noChangeArrowheads="1"/>
          </p:cNvSpPr>
          <p:nvPr/>
        </p:nvSpPr>
        <p:spPr bwMode="auto">
          <a:xfrm>
            <a:off x="6599598" y="1412876"/>
            <a:ext cx="385042" cy="5232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chemeClr val="accent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ctr"/>
            <a:r>
              <a:rPr lang="en-US" altLang="zh-CN" sz="2800">
                <a:solidFill>
                  <a:srgbClr val="6600CC"/>
                </a:solidFill>
                <a:latin typeface="微软雅黑 Light" panose="020B0502040204020203" pitchFamily="34" charset="-122"/>
                <a:ea typeface="微软雅黑 Light" panose="020B0502040204020203" pitchFamily="34" charset="-122"/>
              </a:rPr>
              <a:t>2</a:t>
            </a:r>
            <a:endParaRPr lang="en-US" altLang="zh-CN" sz="2800">
              <a:solidFill>
                <a:srgbClr val="6600CC"/>
              </a:solidFill>
              <a:latin typeface="微软雅黑 Light" panose="020B0502040204020203" pitchFamily="34" charset="-122"/>
              <a:ea typeface="微软雅黑 Light" panose="020B0502040204020203" pitchFamily="34" charset="-122"/>
            </a:endParaRPr>
          </a:p>
        </p:txBody>
      </p:sp>
      <p:sp>
        <p:nvSpPr>
          <p:cNvPr id="217" name="Text Box 161"/>
          <p:cNvSpPr txBox="1">
            <a:spLocks noChangeArrowheads="1"/>
          </p:cNvSpPr>
          <p:nvPr/>
        </p:nvSpPr>
        <p:spPr bwMode="auto">
          <a:xfrm>
            <a:off x="5371644" y="1412876"/>
            <a:ext cx="389851" cy="5232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chemeClr val="accent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ctr"/>
            <a:r>
              <a:rPr lang="en-US" altLang="zh-CN" sz="2800">
                <a:solidFill>
                  <a:srgbClr val="6600CC"/>
                </a:solidFill>
                <a:latin typeface="微软雅黑 Light" panose="020B0502040204020203" pitchFamily="34" charset="-122"/>
                <a:ea typeface="微软雅黑 Light" panose="020B0502040204020203" pitchFamily="34" charset="-122"/>
              </a:rPr>
              <a:t>4</a:t>
            </a:r>
            <a:endParaRPr lang="en-US" altLang="zh-CN" sz="2800">
              <a:solidFill>
                <a:srgbClr val="6600CC"/>
              </a:solidFill>
              <a:latin typeface="微软雅黑 Light" panose="020B0502040204020203" pitchFamily="34" charset="-122"/>
              <a:ea typeface="微软雅黑 Light" panose="020B0502040204020203" pitchFamily="34" charset="-122"/>
            </a:endParaRPr>
          </a:p>
        </p:txBody>
      </p:sp>
      <p:sp>
        <p:nvSpPr>
          <p:cNvPr id="218" name="Text Box 162"/>
          <p:cNvSpPr txBox="1">
            <a:spLocks noChangeArrowheads="1"/>
          </p:cNvSpPr>
          <p:nvPr/>
        </p:nvSpPr>
        <p:spPr bwMode="auto">
          <a:xfrm>
            <a:off x="5374048" y="2852738"/>
            <a:ext cx="385042" cy="5232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chemeClr val="accent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ctr"/>
            <a:r>
              <a:rPr lang="en-US" altLang="zh-CN" sz="2800">
                <a:solidFill>
                  <a:srgbClr val="6600CC"/>
                </a:solidFill>
                <a:latin typeface="微软雅黑 Light" panose="020B0502040204020203" pitchFamily="34" charset="-122"/>
                <a:ea typeface="微软雅黑 Light" panose="020B0502040204020203" pitchFamily="34" charset="-122"/>
              </a:rPr>
              <a:t>2</a:t>
            </a:r>
            <a:endParaRPr lang="en-US" altLang="zh-CN" sz="2800">
              <a:solidFill>
                <a:srgbClr val="6600CC"/>
              </a:solidFill>
              <a:latin typeface="微软雅黑 Light" panose="020B0502040204020203" pitchFamily="34" charset="-122"/>
              <a:ea typeface="微软雅黑 Light" panose="020B0502040204020203" pitchFamily="34" charset="-122"/>
            </a:endParaRPr>
          </a:p>
        </p:txBody>
      </p:sp>
      <p:sp>
        <p:nvSpPr>
          <p:cNvPr id="219" name="Text Box 163"/>
          <p:cNvSpPr txBox="1">
            <a:spLocks noChangeArrowheads="1"/>
          </p:cNvSpPr>
          <p:nvPr/>
        </p:nvSpPr>
        <p:spPr bwMode="auto">
          <a:xfrm>
            <a:off x="6671037" y="2852738"/>
            <a:ext cx="385042" cy="5232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chemeClr val="accent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ctr"/>
            <a:r>
              <a:rPr lang="en-US" altLang="zh-CN" sz="2800" dirty="0">
                <a:solidFill>
                  <a:srgbClr val="6600CC"/>
                </a:solidFill>
                <a:latin typeface="微软雅黑 Light" panose="020B0502040204020203" pitchFamily="34" charset="-122"/>
                <a:ea typeface="微软雅黑 Light" panose="020B0502040204020203" pitchFamily="34" charset="-122"/>
              </a:rPr>
              <a:t>3</a:t>
            </a:r>
            <a:endParaRPr lang="en-US" altLang="zh-CN" sz="2800" dirty="0">
              <a:solidFill>
                <a:srgbClr val="6600CC"/>
              </a:solidFill>
              <a:latin typeface="微软雅黑 Light" panose="020B0502040204020203" pitchFamily="34" charset="-122"/>
              <a:ea typeface="微软雅黑 Light" panose="020B0502040204020203" pitchFamily="34" charset="-122"/>
            </a:endParaRPr>
          </a:p>
        </p:txBody>
      </p:sp>
      <p:pic>
        <p:nvPicPr>
          <p:cNvPr id="220" name="图形 219"/>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275457" y="2916012"/>
            <a:ext cx="698726" cy="698726"/>
          </a:xfrm>
          <a:prstGeom prst="rect">
            <a:avLst/>
          </a:prstGeom>
        </p:spPr>
      </p:pic>
      <p:pic>
        <p:nvPicPr>
          <p:cNvPr id="221" name="图形 220"/>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886783" y="1527916"/>
            <a:ext cx="698726" cy="698726"/>
          </a:xfrm>
          <a:prstGeom prst="rect">
            <a:avLst/>
          </a:prstGeom>
        </p:spPr>
      </p:pic>
      <p:pic>
        <p:nvPicPr>
          <p:cNvPr id="222" name="图形 221"/>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9478738" y="2809298"/>
            <a:ext cx="698726" cy="698726"/>
          </a:xfrm>
          <a:prstGeom prst="rect">
            <a:avLst/>
          </a:prstGeom>
        </p:spPr>
      </p:pic>
      <p:pic>
        <p:nvPicPr>
          <p:cNvPr id="223" name="图形 222"/>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7584684" y="4960169"/>
            <a:ext cx="698726" cy="698726"/>
          </a:xfrm>
          <a:prstGeom prst="rect">
            <a:avLst/>
          </a:prstGeom>
        </p:spPr>
      </p:pic>
      <p:pic>
        <p:nvPicPr>
          <p:cNvPr id="224" name="图形 223"/>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085885" y="4901320"/>
            <a:ext cx="698726" cy="698726"/>
          </a:xfrm>
          <a:prstGeom prst="rect">
            <a:avLst/>
          </a:prstGeom>
        </p:spPr>
      </p:pic>
      <p:pic>
        <p:nvPicPr>
          <p:cNvPr id="225" name="图形 224"/>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904944" y="3008200"/>
            <a:ext cx="698726" cy="698726"/>
          </a:xfrm>
          <a:prstGeom prst="rect">
            <a:avLst/>
          </a:prstGeom>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 name="灯片编号占位符 3"/>
          <p:cNvSpPr>
            <a:spLocks noGrp="1"/>
          </p:cNvSpPr>
          <p:nvPr>
            <p:ph type="sldNum" sz="quarter" idx="12"/>
          </p:nvPr>
        </p:nvSpPr>
        <p:spPr/>
        <p:txBody>
          <a:bodyPr/>
          <a:lstStyle/>
          <a:p>
            <a:fld id="{55D0A785-B91B-4921-9CE8-7A3D9053671A}" type="slidenum">
              <a:rPr lang="en-US" altLang="zh-CN"/>
            </a:fld>
            <a:endParaRPr lang="en-US" altLang="zh-CN"/>
          </a:p>
        </p:txBody>
      </p:sp>
      <p:sp>
        <p:nvSpPr>
          <p:cNvPr id="165" name="Rectangle 2"/>
          <p:cNvSpPr txBox="1">
            <a:spLocks noChangeArrowheads="1"/>
          </p:cNvSpPr>
          <p:nvPr/>
        </p:nvSpPr>
        <p:spPr>
          <a:xfrm>
            <a:off x="431800" y="71438"/>
            <a:ext cx="11328400" cy="765175"/>
          </a:xfrm>
          <a:prstGeom prst="rect">
            <a:avLst/>
          </a:prstGeom>
        </p:spPr>
        <p:txBody>
          <a:bodyPr/>
          <a:lstStyle>
            <a:lvl1pPr algn="l" rtl="0" eaLnBrk="0" fontAlgn="base" hangingPunct="0">
              <a:spcBef>
                <a:spcPct val="0"/>
              </a:spcBef>
              <a:spcAft>
                <a:spcPct val="0"/>
              </a:spcAft>
              <a:defRPr sz="4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1pPr>
            <a:lvl2pPr algn="l" rtl="0" eaLnBrk="0" fontAlgn="base" hangingPunct="0">
              <a:spcBef>
                <a:spcPct val="0"/>
              </a:spcBef>
              <a:spcAft>
                <a:spcPct val="0"/>
              </a:spcAft>
              <a:defRPr sz="4000">
                <a:solidFill>
                  <a:schemeClr val="tx1"/>
                </a:solidFill>
                <a:latin typeface="Arial" panose="020B0604020202020204" pitchFamily="34" charset="0"/>
                <a:ea typeface="黑体" panose="02010609060101010101" pitchFamily="49" charset="-122"/>
              </a:defRPr>
            </a:lvl2pPr>
            <a:lvl3pPr algn="l" rtl="0" eaLnBrk="0" fontAlgn="base" hangingPunct="0">
              <a:spcBef>
                <a:spcPct val="0"/>
              </a:spcBef>
              <a:spcAft>
                <a:spcPct val="0"/>
              </a:spcAft>
              <a:defRPr sz="4000">
                <a:solidFill>
                  <a:schemeClr val="tx1"/>
                </a:solidFill>
                <a:latin typeface="Arial" panose="020B0604020202020204" pitchFamily="34" charset="0"/>
                <a:ea typeface="黑体" panose="02010609060101010101" pitchFamily="49" charset="-122"/>
              </a:defRPr>
            </a:lvl3pPr>
            <a:lvl4pPr algn="l" rtl="0" eaLnBrk="0" fontAlgn="base" hangingPunct="0">
              <a:spcBef>
                <a:spcPct val="0"/>
              </a:spcBef>
              <a:spcAft>
                <a:spcPct val="0"/>
              </a:spcAft>
              <a:defRPr sz="4000">
                <a:solidFill>
                  <a:schemeClr val="tx1"/>
                </a:solidFill>
                <a:latin typeface="Arial" panose="020B0604020202020204" pitchFamily="34" charset="0"/>
                <a:ea typeface="黑体" panose="02010609060101010101" pitchFamily="49" charset="-122"/>
              </a:defRPr>
            </a:lvl4pPr>
            <a:lvl5pPr algn="l" rtl="0" eaLnBrk="0" fontAlgn="base" hangingPunct="0">
              <a:spcBef>
                <a:spcPct val="0"/>
              </a:spcBef>
              <a:spcAft>
                <a:spcPct val="0"/>
              </a:spcAft>
              <a:defRPr sz="4000">
                <a:solidFill>
                  <a:schemeClr val="tx1"/>
                </a:solidFill>
                <a:latin typeface="Arial" panose="020B0604020202020204" pitchFamily="34" charset="0"/>
                <a:ea typeface="黑体" panose="02010609060101010101" pitchFamily="49" charset="-122"/>
              </a:defRPr>
            </a:lvl5pPr>
            <a:lvl6pPr marL="457200" algn="l" rtl="0" fontAlgn="base">
              <a:spcBef>
                <a:spcPct val="0"/>
              </a:spcBef>
              <a:spcAft>
                <a:spcPct val="0"/>
              </a:spcAft>
              <a:defRPr sz="4000">
                <a:solidFill>
                  <a:schemeClr val="tx1"/>
                </a:solidFill>
                <a:latin typeface="Arial" panose="020B0604020202020204" pitchFamily="34" charset="0"/>
                <a:ea typeface="黑体" panose="02010609060101010101" pitchFamily="49" charset="-122"/>
              </a:defRPr>
            </a:lvl6pPr>
            <a:lvl7pPr marL="914400" algn="l" rtl="0" fontAlgn="base">
              <a:spcBef>
                <a:spcPct val="0"/>
              </a:spcBef>
              <a:spcAft>
                <a:spcPct val="0"/>
              </a:spcAft>
              <a:defRPr sz="4000">
                <a:solidFill>
                  <a:schemeClr val="tx1"/>
                </a:solidFill>
                <a:latin typeface="Arial" panose="020B0604020202020204" pitchFamily="34" charset="0"/>
                <a:ea typeface="黑体" panose="02010609060101010101" pitchFamily="49" charset="-122"/>
              </a:defRPr>
            </a:lvl7pPr>
            <a:lvl8pPr marL="1371600" algn="l" rtl="0" fontAlgn="base">
              <a:spcBef>
                <a:spcPct val="0"/>
              </a:spcBef>
              <a:spcAft>
                <a:spcPct val="0"/>
              </a:spcAft>
              <a:defRPr sz="4000">
                <a:solidFill>
                  <a:schemeClr val="tx1"/>
                </a:solidFill>
                <a:latin typeface="Arial" panose="020B0604020202020204" pitchFamily="34" charset="0"/>
                <a:ea typeface="黑体" panose="02010609060101010101" pitchFamily="49" charset="-122"/>
              </a:defRPr>
            </a:lvl8pPr>
            <a:lvl9pPr marL="1828800" algn="l" rtl="0" fontAlgn="base">
              <a:spcBef>
                <a:spcPct val="0"/>
              </a:spcBef>
              <a:spcAft>
                <a:spcPct val="0"/>
              </a:spcAft>
              <a:defRPr sz="4000">
                <a:solidFill>
                  <a:schemeClr val="tx1"/>
                </a:solidFill>
                <a:latin typeface="Arial" panose="020B0604020202020204" pitchFamily="34" charset="0"/>
                <a:ea typeface="黑体" panose="02010609060101010101" pitchFamily="49" charset="-122"/>
              </a:defRPr>
            </a:lvl9pPr>
          </a:lstStyle>
          <a:p>
            <a:r>
              <a:rPr lang="en-US" altLang="zh-CN" sz="3200" dirty="0">
                <a:latin typeface="微软雅黑" panose="020B0503020204020204" pitchFamily="34" charset="-122"/>
              </a:rPr>
              <a:t>Dijkstra</a:t>
            </a:r>
            <a:r>
              <a:rPr lang="zh-CN" altLang="en-US" sz="3200" dirty="0">
                <a:latin typeface="微软雅黑" panose="020B0503020204020204" pitchFamily="34" charset="-122"/>
              </a:rPr>
              <a:t>算法示例</a:t>
            </a:r>
            <a:endParaRPr lang="zh-CN" altLang="en-US" sz="3200" dirty="0">
              <a:latin typeface="微软雅黑" panose="020B0503020204020204" pitchFamily="34" charset="-122"/>
            </a:endParaRPr>
          </a:p>
        </p:txBody>
      </p:sp>
      <p:sp>
        <p:nvSpPr>
          <p:cNvPr id="167" name="Line 3"/>
          <p:cNvSpPr>
            <a:spLocks noChangeShapeType="1"/>
          </p:cNvSpPr>
          <p:nvPr/>
        </p:nvSpPr>
        <p:spPr bwMode="auto">
          <a:xfrm flipV="1">
            <a:off x="2913063" y="2139950"/>
            <a:ext cx="950912" cy="792164"/>
          </a:xfrm>
          <a:prstGeom prst="line">
            <a:avLst/>
          </a:prstGeom>
          <a:noFill/>
          <a:ln w="25400" cap="rnd">
            <a:solidFill>
              <a:schemeClr val="bg2"/>
            </a:solidFill>
            <a:round/>
            <a:headEnd type="none" w="sm" len="sm"/>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latin typeface="微软雅黑 Light" panose="020B0502040204020203" pitchFamily="34" charset="-122"/>
              <a:ea typeface="微软雅黑 Light" panose="020B0502040204020203" pitchFamily="34" charset="-122"/>
            </a:endParaRPr>
          </a:p>
        </p:txBody>
      </p:sp>
      <p:sp>
        <p:nvSpPr>
          <p:cNvPr id="168" name="Line 4"/>
          <p:cNvSpPr>
            <a:spLocks noChangeShapeType="1"/>
          </p:cNvSpPr>
          <p:nvPr/>
        </p:nvSpPr>
        <p:spPr bwMode="auto">
          <a:xfrm>
            <a:off x="5087938" y="3284538"/>
            <a:ext cx="792162" cy="0"/>
          </a:xfrm>
          <a:prstGeom prst="line">
            <a:avLst/>
          </a:prstGeom>
          <a:noFill/>
          <a:ln w="25400" cap="rnd">
            <a:solidFill>
              <a:schemeClr val="bg2"/>
            </a:solidFill>
            <a:round/>
            <a:headEnd type="triangle" w="lg" len="lg"/>
            <a:tailEnd type="non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latin typeface="微软雅黑 Light" panose="020B0502040204020203" pitchFamily="34" charset="-122"/>
              <a:ea typeface="微软雅黑 Light" panose="020B0502040204020203" pitchFamily="34" charset="-122"/>
            </a:endParaRPr>
          </a:p>
        </p:txBody>
      </p:sp>
      <p:sp>
        <p:nvSpPr>
          <p:cNvPr id="169" name="Line 5"/>
          <p:cNvSpPr>
            <a:spLocks noChangeShapeType="1"/>
          </p:cNvSpPr>
          <p:nvPr/>
        </p:nvSpPr>
        <p:spPr bwMode="auto">
          <a:xfrm flipV="1">
            <a:off x="6603669" y="3284539"/>
            <a:ext cx="644855" cy="7912"/>
          </a:xfrm>
          <a:prstGeom prst="line">
            <a:avLst/>
          </a:prstGeom>
          <a:noFill/>
          <a:ln w="25400" cap="rnd">
            <a:solidFill>
              <a:schemeClr val="bg2"/>
            </a:solidFill>
            <a:round/>
            <a:headEnd type="none" w="sm" len="sm"/>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latin typeface="微软雅黑 Light" panose="020B0502040204020203" pitchFamily="34" charset="-122"/>
              <a:ea typeface="微软雅黑 Light" panose="020B0502040204020203" pitchFamily="34" charset="-122"/>
            </a:endParaRPr>
          </a:p>
        </p:txBody>
      </p:sp>
      <p:sp>
        <p:nvSpPr>
          <p:cNvPr id="170" name="Line 6"/>
          <p:cNvSpPr>
            <a:spLocks noChangeShapeType="1"/>
          </p:cNvSpPr>
          <p:nvPr/>
        </p:nvSpPr>
        <p:spPr bwMode="auto">
          <a:xfrm flipH="1" flipV="1">
            <a:off x="8688388" y="2205038"/>
            <a:ext cx="844218" cy="582612"/>
          </a:xfrm>
          <a:prstGeom prst="line">
            <a:avLst/>
          </a:prstGeom>
          <a:noFill/>
          <a:ln w="25400" cap="rnd">
            <a:solidFill>
              <a:schemeClr val="bg2"/>
            </a:solidFill>
            <a:round/>
            <a:headEnd type="none" w="sm" len="sm"/>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latin typeface="微软雅黑 Light" panose="020B0502040204020203" pitchFamily="34" charset="-122"/>
              <a:ea typeface="微软雅黑 Light" panose="020B0502040204020203" pitchFamily="34" charset="-122"/>
            </a:endParaRPr>
          </a:p>
        </p:txBody>
      </p:sp>
      <p:sp>
        <p:nvSpPr>
          <p:cNvPr id="171" name="Line 7"/>
          <p:cNvSpPr>
            <a:spLocks noChangeShapeType="1"/>
          </p:cNvSpPr>
          <p:nvPr/>
        </p:nvSpPr>
        <p:spPr bwMode="auto">
          <a:xfrm>
            <a:off x="6672263" y="1844675"/>
            <a:ext cx="1008062" cy="0"/>
          </a:xfrm>
          <a:prstGeom prst="line">
            <a:avLst/>
          </a:prstGeom>
          <a:noFill/>
          <a:ln w="25400" cap="rnd">
            <a:solidFill>
              <a:schemeClr val="bg2"/>
            </a:solidFill>
            <a:round/>
            <a:headEnd type="none" w="sm" len="sm"/>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latin typeface="微软雅黑 Light" panose="020B0502040204020203" pitchFamily="34" charset="-122"/>
              <a:ea typeface="微软雅黑 Light" panose="020B0502040204020203" pitchFamily="34" charset="-122"/>
            </a:endParaRPr>
          </a:p>
        </p:txBody>
      </p:sp>
      <p:sp>
        <p:nvSpPr>
          <p:cNvPr id="172" name="Line 8"/>
          <p:cNvSpPr>
            <a:spLocks noChangeShapeType="1"/>
          </p:cNvSpPr>
          <p:nvPr/>
        </p:nvSpPr>
        <p:spPr bwMode="auto">
          <a:xfrm flipV="1">
            <a:off x="2998789" y="3284538"/>
            <a:ext cx="936625" cy="4762"/>
          </a:xfrm>
          <a:prstGeom prst="line">
            <a:avLst/>
          </a:prstGeom>
          <a:noFill/>
          <a:ln w="25400" cap="rnd">
            <a:solidFill>
              <a:schemeClr val="bg2"/>
            </a:solidFill>
            <a:round/>
            <a:headEnd type="none" w="sm" len="sm"/>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latin typeface="微软雅黑 Light" panose="020B0502040204020203" pitchFamily="34" charset="-122"/>
              <a:ea typeface="微软雅黑 Light" panose="020B0502040204020203" pitchFamily="34" charset="-122"/>
            </a:endParaRPr>
          </a:p>
        </p:txBody>
      </p:sp>
      <p:sp>
        <p:nvSpPr>
          <p:cNvPr id="173" name="Line 9"/>
          <p:cNvSpPr>
            <a:spLocks noChangeShapeType="1"/>
          </p:cNvSpPr>
          <p:nvPr/>
        </p:nvSpPr>
        <p:spPr bwMode="auto">
          <a:xfrm>
            <a:off x="4872039" y="1844675"/>
            <a:ext cx="936625" cy="0"/>
          </a:xfrm>
          <a:prstGeom prst="line">
            <a:avLst/>
          </a:prstGeom>
          <a:noFill/>
          <a:ln w="25400" cap="rnd">
            <a:solidFill>
              <a:schemeClr val="bg2"/>
            </a:solidFill>
            <a:round/>
            <a:headEnd type="triangle" w="lg" len="lg"/>
            <a:tailEnd type="non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latin typeface="微软雅黑 Light" panose="020B0502040204020203" pitchFamily="34" charset="-122"/>
              <a:ea typeface="微软雅黑 Light" panose="020B0502040204020203" pitchFamily="34" charset="-122"/>
            </a:endParaRPr>
          </a:p>
        </p:txBody>
      </p:sp>
      <p:sp>
        <p:nvSpPr>
          <p:cNvPr id="174" name="Line 10"/>
          <p:cNvSpPr>
            <a:spLocks noChangeShapeType="1"/>
          </p:cNvSpPr>
          <p:nvPr/>
        </p:nvSpPr>
        <p:spPr bwMode="auto">
          <a:xfrm flipH="1" flipV="1">
            <a:off x="2752726" y="3614737"/>
            <a:ext cx="319088" cy="390526"/>
          </a:xfrm>
          <a:prstGeom prst="line">
            <a:avLst/>
          </a:prstGeom>
          <a:noFill/>
          <a:ln w="25400" cap="rnd">
            <a:solidFill>
              <a:schemeClr val="bg2"/>
            </a:solidFill>
            <a:round/>
            <a:headEnd type="triangle" w="lg" len="lg"/>
            <a:tailEnd type="non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latin typeface="微软雅黑 Light" panose="020B0502040204020203" pitchFamily="34" charset="-122"/>
              <a:ea typeface="微软雅黑 Light" panose="020B0502040204020203" pitchFamily="34" charset="-122"/>
            </a:endParaRPr>
          </a:p>
        </p:txBody>
      </p:sp>
      <p:sp>
        <p:nvSpPr>
          <p:cNvPr id="175" name="Line 11"/>
          <p:cNvSpPr>
            <a:spLocks noChangeShapeType="1"/>
          </p:cNvSpPr>
          <p:nvPr/>
        </p:nvSpPr>
        <p:spPr bwMode="auto">
          <a:xfrm>
            <a:off x="3503613" y="4587876"/>
            <a:ext cx="576262" cy="504825"/>
          </a:xfrm>
          <a:prstGeom prst="line">
            <a:avLst/>
          </a:prstGeom>
          <a:noFill/>
          <a:ln w="25400" cap="rnd">
            <a:solidFill>
              <a:schemeClr val="bg2"/>
            </a:solidFill>
            <a:round/>
            <a:headEnd type="triangle" w="lg" len="lg"/>
            <a:tailEnd type="non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latin typeface="微软雅黑 Light" panose="020B0502040204020203" pitchFamily="34" charset="-122"/>
              <a:ea typeface="微软雅黑 Light" panose="020B0502040204020203" pitchFamily="34" charset="-122"/>
            </a:endParaRPr>
          </a:p>
        </p:txBody>
      </p:sp>
      <p:sp>
        <p:nvSpPr>
          <p:cNvPr id="176" name="Line 12"/>
          <p:cNvSpPr>
            <a:spLocks noChangeShapeType="1"/>
          </p:cNvSpPr>
          <p:nvPr/>
        </p:nvSpPr>
        <p:spPr bwMode="auto">
          <a:xfrm flipV="1">
            <a:off x="4784611" y="5229225"/>
            <a:ext cx="735128" cy="1"/>
          </a:xfrm>
          <a:prstGeom prst="line">
            <a:avLst/>
          </a:prstGeom>
          <a:noFill/>
          <a:ln w="25400" cap="rnd">
            <a:solidFill>
              <a:schemeClr val="bg2"/>
            </a:solidFill>
            <a:round/>
            <a:headEnd type="none" w="sm" len="sm"/>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latin typeface="微软雅黑 Light" panose="020B0502040204020203" pitchFamily="34" charset="-122"/>
              <a:ea typeface="微软雅黑 Light" panose="020B0502040204020203" pitchFamily="34" charset="-122"/>
            </a:endParaRPr>
          </a:p>
        </p:txBody>
      </p:sp>
      <p:sp>
        <p:nvSpPr>
          <p:cNvPr id="177" name="Line 13"/>
          <p:cNvSpPr>
            <a:spLocks noChangeShapeType="1"/>
          </p:cNvSpPr>
          <p:nvPr/>
        </p:nvSpPr>
        <p:spPr bwMode="auto">
          <a:xfrm flipV="1">
            <a:off x="6654801" y="5235575"/>
            <a:ext cx="936625" cy="0"/>
          </a:xfrm>
          <a:prstGeom prst="line">
            <a:avLst/>
          </a:prstGeom>
          <a:noFill/>
          <a:ln w="25400" cap="rnd">
            <a:solidFill>
              <a:schemeClr val="bg2"/>
            </a:solidFill>
            <a:round/>
            <a:headEnd type="triangle" w="lg" len="lg"/>
            <a:tailEnd type="non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latin typeface="微软雅黑 Light" panose="020B0502040204020203" pitchFamily="34" charset="-122"/>
              <a:ea typeface="微软雅黑 Light" panose="020B0502040204020203" pitchFamily="34" charset="-122"/>
            </a:endParaRPr>
          </a:p>
        </p:txBody>
      </p:sp>
      <p:sp>
        <p:nvSpPr>
          <p:cNvPr id="178" name="Line 14"/>
          <p:cNvSpPr>
            <a:spLocks noChangeShapeType="1"/>
          </p:cNvSpPr>
          <p:nvPr/>
        </p:nvSpPr>
        <p:spPr bwMode="auto">
          <a:xfrm flipV="1">
            <a:off x="8283410" y="4875213"/>
            <a:ext cx="819316" cy="304031"/>
          </a:xfrm>
          <a:prstGeom prst="line">
            <a:avLst/>
          </a:prstGeom>
          <a:noFill/>
          <a:ln w="25400" cap="rnd">
            <a:solidFill>
              <a:schemeClr val="bg2"/>
            </a:solidFill>
            <a:round/>
            <a:headEnd type="none" w="sm" len="sm"/>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latin typeface="微软雅黑 Light" panose="020B0502040204020203" pitchFamily="34" charset="-122"/>
              <a:ea typeface="微软雅黑 Light" panose="020B0502040204020203" pitchFamily="34" charset="-122"/>
            </a:endParaRPr>
          </a:p>
        </p:txBody>
      </p:sp>
      <p:sp>
        <p:nvSpPr>
          <p:cNvPr id="179" name="Line 15"/>
          <p:cNvSpPr>
            <a:spLocks noChangeShapeType="1"/>
          </p:cNvSpPr>
          <p:nvPr/>
        </p:nvSpPr>
        <p:spPr bwMode="auto">
          <a:xfrm flipV="1">
            <a:off x="9480551" y="3516315"/>
            <a:ext cx="319088" cy="704848"/>
          </a:xfrm>
          <a:prstGeom prst="line">
            <a:avLst/>
          </a:prstGeom>
          <a:noFill/>
          <a:ln w="25400" cap="rnd">
            <a:solidFill>
              <a:schemeClr val="bg2"/>
            </a:solidFill>
            <a:round/>
            <a:headEnd type="triangle" w="lg" len="lg"/>
            <a:tailEnd type="non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latin typeface="微软雅黑 Light" panose="020B0502040204020203" pitchFamily="34" charset="-122"/>
              <a:ea typeface="微软雅黑 Light" panose="020B0502040204020203" pitchFamily="34" charset="-122"/>
            </a:endParaRPr>
          </a:p>
        </p:txBody>
      </p:sp>
      <p:sp>
        <p:nvSpPr>
          <p:cNvPr id="180" name="Text Box 34"/>
          <p:cNvSpPr txBox="1">
            <a:spLocks noChangeArrowheads="1"/>
          </p:cNvSpPr>
          <p:nvPr/>
        </p:nvSpPr>
        <p:spPr bwMode="auto">
          <a:xfrm>
            <a:off x="2390776" y="2500314"/>
            <a:ext cx="444500" cy="523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zh-CN"/>
            </a:defPPr>
            <a:lvl1pPr algn="ctr">
              <a:defRPr sz="2400">
                <a:latin typeface="微软雅黑 Light" panose="020B0502040204020203" pitchFamily="34" charset="-122"/>
                <a:ea typeface="微软雅黑 Light" panose="020B0502040204020203" pitchFamily="34" charset="-122"/>
              </a:defRPr>
            </a:lvl1pPr>
          </a:lstStyle>
          <a:p>
            <a:r>
              <a:rPr lang="en-US" altLang="zh-CN" dirty="0"/>
              <a:t>A</a:t>
            </a:r>
            <a:endParaRPr lang="en-US" altLang="zh-CN" dirty="0"/>
          </a:p>
        </p:txBody>
      </p:sp>
      <p:grpSp>
        <p:nvGrpSpPr>
          <p:cNvPr id="181" name="Group 35"/>
          <p:cNvGrpSpPr/>
          <p:nvPr/>
        </p:nvGrpSpPr>
        <p:grpSpPr bwMode="auto">
          <a:xfrm>
            <a:off x="3719513" y="1563689"/>
            <a:ext cx="1181100" cy="714375"/>
            <a:chOff x="1338" y="1752"/>
            <a:chExt cx="744" cy="450"/>
          </a:xfrm>
        </p:grpSpPr>
        <p:pic>
          <p:nvPicPr>
            <p:cNvPr id="182" name="Picture 25"/>
            <p:cNvPicPr>
              <a:picLocks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1338" y="1752"/>
              <a:ext cx="744" cy="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3" name="Text Box 37"/>
            <p:cNvSpPr txBox="1">
              <a:spLocks noChangeArrowheads="1"/>
            </p:cNvSpPr>
            <p:nvPr/>
          </p:nvSpPr>
          <p:spPr bwMode="auto">
            <a:xfrm>
              <a:off x="1432" y="1829"/>
              <a:ext cx="555"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400">
                  <a:latin typeface="微软雅黑 Light" panose="020B0502040204020203" pitchFamily="34" charset="-122"/>
                  <a:ea typeface="微软雅黑 Light" panose="020B0502040204020203" pitchFamily="34" charset="-122"/>
                </a:rPr>
                <a:t>Net:1</a:t>
              </a:r>
              <a:endParaRPr lang="en-US" altLang="zh-CN" sz="2400">
                <a:latin typeface="微软雅黑 Light" panose="020B0502040204020203" pitchFamily="34" charset="-122"/>
                <a:ea typeface="微软雅黑 Light" panose="020B0502040204020203" pitchFamily="34" charset="-122"/>
              </a:endParaRPr>
            </a:p>
          </p:txBody>
        </p:sp>
      </p:grpSp>
      <p:sp>
        <p:nvSpPr>
          <p:cNvPr id="184" name="Text Box 56"/>
          <p:cNvSpPr txBox="1">
            <a:spLocks noChangeArrowheads="1"/>
          </p:cNvSpPr>
          <p:nvPr/>
        </p:nvSpPr>
        <p:spPr bwMode="auto">
          <a:xfrm>
            <a:off x="4224867" y="4445074"/>
            <a:ext cx="378629"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zh-CN"/>
            </a:defPPr>
            <a:lvl1pPr algn="ctr">
              <a:defRPr sz="2400">
                <a:latin typeface="微软雅黑 Light" panose="020B0502040204020203" pitchFamily="34" charset="-122"/>
                <a:ea typeface="微软雅黑 Light" panose="020B0502040204020203" pitchFamily="34" charset="-122"/>
              </a:defRPr>
            </a:lvl1pPr>
          </a:lstStyle>
          <a:p>
            <a:r>
              <a:rPr lang="en-US" altLang="zh-CN" dirty="0"/>
              <a:t>E</a:t>
            </a:r>
            <a:endParaRPr lang="en-US" altLang="zh-CN" dirty="0"/>
          </a:p>
        </p:txBody>
      </p:sp>
      <p:sp>
        <p:nvSpPr>
          <p:cNvPr id="185" name="Text Box 75"/>
          <p:cNvSpPr txBox="1">
            <a:spLocks noChangeArrowheads="1"/>
          </p:cNvSpPr>
          <p:nvPr/>
        </p:nvSpPr>
        <p:spPr bwMode="auto">
          <a:xfrm>
            <a:off x="7668662" y="4505943"/>
            <a:ext cx="458788" cy="523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zh-CN"/>
            </a:defPPr>
            <a:lvl1pPr algn="ctr">
              <a:defRPr sz="2400">
                <a:latin typeface="微软雅黑 Light" panose="020B0502040204020203" pitchFamily="34" charset="-122"/>
                <a:ea typeface="微软雅黑 Light" panose="020B0502040204020203" pitchFamily="34" charset="-122"/>
              </a:defRPr>
            </a:lvl1pPr>
          </a:lstStyle>
          <a:p>
            <a:r>
              <a:rPr lang="en-US" altLang="zh-CN" dirty="0"/>
              <a:t>D</a:t>
            </a:r>
            <a:endParaRPr lang="en-US" altLang="zh-CN" dirty="0"/>
          </a:p>
        </p:txBody>
      </p:sp>
      <p:sp>
        <p:nvSpPr>
          <p:cNvPr id="186" name="Text Box 94"/>
          <p:cNvSpPr txBox="1">
            <a:spLocks noChangeArrowheads="1"/>
          </p:cNvSpPr>
          <p:nvPr/>
        </p:nvSpPr>
        <p:spPr bwMode="auto">
          <a:xfrm>
            <a:off x="9521079" y="2380898"/>
            <a:ext cx="423863" cy="523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zh-CN"/>
            </a:defPPr>
            <a:lvl1pPr algn="ctr">
              <a:defRPr sz="2400">
                <a:latin typeface="微软雅黑 Light" panose="020B0502040204020203" pitchFamily="34" charset="-122"/>
                <a:ea typeface="微软雅黑 Light" panose="020B0502040204020203" pitchFamily="34" charset="-122"/>
              </a:defRPr>
            </a:lvl1pPr>
          </a:lstStyle>
          <a:p>
            <a:r>
              <a:rPr lang="en-US" altLang="zh-CN" dirty="0"/>
              <a:t>C</a:t>
            </a:r>
            <a:endParaRPr lang="en-US" altLang="zh-CN" dirty="0"/>
          </a:p>
        </p:txBody>
      </p:sp>
      <p:sp>
        <p:nvSpPr>
          <p:cNvPr id="187" name="Text Box 113"/>
          <p:cNvSpPr txBox="1">
            <a:spLocks noChangeArrowheads="1"/>
          </p:cNvSpPr>
          <p:nvPr/>
        </p:nvSpPr>
        <p:spPr bwMode="auto">
          <a:xfrm>
            <a:off x="6016139" y="1086548"/>
            <a:ext cx="396262"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zh-CN"/>
            </a:defPPr>
            <a:lvl1pPr algn="ctr">
              <a:defRPr sz="2400">
                <a:latin typeface="微软雅黑 Light" panose="020B0502040204020203" pitchFamily="34" charset="-122"/>
                <a:ea typeface="微软雅黑 Light" panose="020B0502040204020203" pitchFamily="34" charset="-122"/>
              </a:defRPr>
            </a:lvl1pPr>
          </a:lstStyle>
          <a:p>
            <a:r>
              <a:rPr lang="en-US" altLang="zh-CN" dirty="0"/>
              <a:t>B</a:t>
            </a:r>
            <a:endParaRPr lang="en-US" altLang="zh-CN" dirty="0"/>
          </a:p>
        </p:txBody>
      </p:sp>
      <p:sp>
        <p:nvSpPr>
          <p:cNvPr id="188" name="Text Box 132"/>
          <p:cNvSpPr txBox="1">
            <a:spLocks noChangeArrowheads="1"/>
          </p:cNvSpPr>
          <p:nvPr/>
        </p:nvSpPr>
        <p:spPr bwMode="auto">
          <a:xfrm>
            <a:off x="6014706" y="2571750"/>
            <a:ext cx="364202"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zh-CN"/>
            </a:defPPr>
            <a:lvl1pPr algn="ctr">
              <a:defRPr sz="2400">
                <a:latin typeface="微软雅黑 Light" panose="020B0502040204020203" pitchFamily="34" charset="-122"/>
                <a:ea typeface="微软雅黑 Light" panose="020B0502040204020203" pitchFamily="34" charset="-122"/>
              </a:defRPr>
            </a:lvl1pPr>
          </a:lstStyle>
          <a:p>
            <a:r>
              <a:rPr lang="en-US" altLang="zh-CN" dirty="0"/>
              <a:t>F</a:t>
            </a:r>
            <a:endParaRPr lang="en-US" altLang="zh-CN" dirty="0"/>
          </a:p>
        </p:txBody>
      </p:sp>
      <p:grpSp>
        <p:nvGrpSpPr>
          <p:cNvPr id="189" name="Group 133"/>
          <p:cNvGrpSpPr/>
          <p:nvPr/>
        </p:nvGrpSpPr>
        <p:grpSpPr bwMode="auto">
          <a:xfrm>
            <a:off x="3935413" y="2932114"/>
            <a:ext cx="1181100" cy="714375"/>
            <a:chOff x="1338" y="1752"/>
            <a:chExt cx="744" cy="450"/>
          </a:xfrm>
        </p:grpSpPr>
        <p:pic>
          <p:nvPicPr>
            <p:cNvPr id="190" name="Picture 25"/>
            <p:cNvPicPr>
              <a:picLocks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1338" y="1752"/>
              <a:ext cx="744" cy="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1" name="Text Box 135"/>
            <p:cNvSpPr txBox="1">
              <a:spLocks noChangeArrowheads="1"/>
            </p:cNvSpPr>
            <p:nvPr/>
          </p:nvSpPr>
          <p:spPr bwMode="auto">
            <a:xfrm>
              <a:off x="1415" y="1829"/>
              <a:ext cx="588"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400">
                  <a:latin typeface="微软雅黑 Light" panose="020B0502040204020203" pitchFamily="34" charset="-122"/>
                  <a:ea typeface="微软雅黑 Light" panose="020B0502040204020203" pitchFamily="34" charset="-122"/>
                </a:rPr>
                <a:t>Net:3</a:t>
              </a:r>
              <a:endParaRPr lang="en-US" altLang="zh-CN" sz="2400">
                <a:latin typeface="微软雅黑 Light" panose="020B0502040204020203" pitchFamily="34" charset="-122"/>
                <a:ea typeface="微软雅黑 Light" panose="020B0502040204020203" pitchFamily="34" charset="-122"/>
              </a:endParaRPr>
            </a:p>
          </p:txBody>
        </p:sp>
      </p:grpSp>
      <p:grpSp>
        <p:nvGrpSpPr>
          <p:cNvPr id="192" name="Group 136"/>
          <p:cNvGrpSpPr/>
          <p:nvPr/>
        </p:nvGrpSpPr>
        <p:grpSpPr bwMode="auto">
          <a:xfrm>
            <a:off x="2640013" y="3940176"/>
            <a:ext cx="1181100" cy="714375"/>
            <a:chOff x="1338" y="1752"/>
            <a:chExt cx="744" cy="450"/>
          </a:xfrm>
        </p:grpSpPr>
        <p:pic>
          <p:nvPicPr>
            <p:cNvPr id="193" name="Picture 25"/>
            <p:cNvPicPr>
              <a:picLocks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1338" y="1752"/>
              <a:ext cx="744" cy="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4" name="Text Box 138"/>
            <p:cNvSpPr txBox="1">
              <a:spLocks noChangeArrowheads="1"/>
            </p:cNvSpPr>
            <p:nvPr/>
          </p:nvSpPr>
          <p:spPr bwMode="auto">
            <a:xfrm>
              <a:off x="1415" y="1829"/>
              <a:ext cx="588"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400">
                  <a:latin typeface="微软雅黑 Light" panose="020B0502040204020203" pitchFamily="34" charset="-122"/>
                  <a:ea typeface="微软雅黑 Light" panose="020B0502040204020203" pitchFamily="34" charset="-122"/>
                </a:rPr>
                <a:t>Net:5</a:t>
              </a:r>
              <a:endParaRPr lang="en-US" altLang="zh-CN" sz="2400">
                <a:latin typeface="微软雅黑 Light" panose="020B0502040204020203" pitchFamily="34" charset="-122"/>
                <a:ea typeface="微软雅黑 Light" panose="020B0502040204020203" pitchFamily="34" charset="-122"/>
              </a:endParaRPr>
            </a:p>
          </p:txBody>
        </p:sp>
      </p:grpSp>
      <p:grpSp>
        <p:nvGrpSpPr>
          <p:cNvPr id="195" name="Group 139"/>
          <p:cNvGrpSpPr/>
          <p:nvPr/>
        </p:nvGrpSpPr>
        <p:grpSpPr bwMode="auto">
          <a:xfrm>
            <a:off x="5502275" y="4875214"/>
            <a:ext cx="1181100" cy="714375"/>
            <a:chOff x="1338" y="1752"/>
            <a:chExt cx="744" cy="450"/>
          </a:xfrm>
        </p:grpSpPr>
        <p:pic>
          <p:nvPicPr>
            <p:cNvPr id="196" name="Picture 25"/>
            <p:cNvPicPr>
              <a:picLocks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1338" y="1752"/>
              <a:ext cx="744" cy="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7" name="Text Box 141"/>
            <p:cNvSpPr txBox="1">
              <a:spLocks noChangeArrowheads="1"/>
            </p:cNvSpPr>
            <p:nvPr/>
          </p:nvSpPr>
          <p:spPr bwMode="auto">
            <a:xfrm>
              <a:off x="1417" y="1829"/>
              <a:ext cx="585"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400">
                  <a:latin typeface="微软雅黑 Light" panose="020B0502040204020203" pitchFamily="34" charset="-122"/>
                  <a:ea typeface="微软雅黑 Light" panose="020B0502040204020203" pitchFamily="34" charset="-122"/>
                </a:rPr>
                <a:t>Net:7</a:t>
              </a:r>
              <a:endParaRPr lang="en-US" altLang="zh-CN" sz="2400">
                <a:latin typeface="微软雅黑 Light" panose="020B0502040204020203" pitchFamily="34" charset="-122"/>
                <a:ea typeface="微软雅黑 Light" panose="020B0502040204020203" pitchFamily="34" charset="-122"/>
              </a:endParaRPr>
            </a:p>
          </p:txBody>
        </p:sp>
      </p:grpSp>
      <p:grpSp>
        <p:nvGrpSpPr>
          <p:cNvPr id="198" name="Group 142"/>
          <p:cNvGrpSpPr/>
          <p:nvPr/>
        </p:nvGrpSpPr>
        <p:grpSpPr bwMode="auto">
          <a:xfrm>
            <a:off x="8670925" y="4229101"/>
            <a:ext cx="1181100" cy="714375"/>
            <a:chOff x="1338" y="1752"/>
            <a:chExt cx="744" cy="450"/>
          </a:xfrm>
        </p:grpSpPr>
        <p:pic>
          <p:nvPicPr>
            <p:cNvPr id="199" name="Picture 25"/>
            <p:cNvPicPr>
              <a:picLocks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1338" y="1752"/>
              <a:ext cx="744" cy="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0" name="Text Box 144"/>
            <p:cNvSpPr txBox="1">
              <a:spLocks noChangeArrowheads="1"/>
            </p:cNvSpPr>
            <p:nvPr/>
          </p:nvSpPr>
          <p:spPr bwMode="auto">
            <a:xfrm>
              <a:off x="1415" y="1829"/>
              <a:ext cx="588"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400">
                  <a:latin typeface="微软雅黑 Light" panose="020B0502040204020203" pitchFamily="34" charset="-122"/>
                  <a:ea typeface="微软雅黑 Light" panose="020B0502040204020203" pitchFamily="34" charset="-122"/>
                </a:rPr>
                <a:t>Net:6</a:t>
              </a:r>
              <a:endParaRPr lang="en-US" altLang="zh-CN" sz="2400">
                <a:latin typeface="微软雅黑 Light" panose="020B0502040204020203" pitchFamily="34" charset="-122"/>
                <a:ea typeface="微软雅黑 Light" panose="020B0502040204020203" pitchFamily="34" charset="-122"/>
              </a:endParaRPr>
            </a:p>
          </p:txBody>
        </p:sp>
      </p:grpSp>
      <p:grpSp>
        <p:nvGrpSpPr>
          <p:cNvPr id="201" name="Group 145"/>
          <p:cNvGrpSpPr/>
          <p:nvPr/>
        </p:nvGrpSpPr>
        <p:grpSpPr bwMode="auto">
          <a:xfrm>
            <a:off x="7231063" y="2932114"/>
            <a:ext cx="1181100" cy="714375"/>
            <a:chOff x="1338" y="1752"/>
            <a:chExt cx="744" cy="450"/>
          </a:xfrm>
        </p:grpSpPr>
        <p:pic>
          <p:nvPicPr>
            <p:cNvPr id="202" name="Picture 25"/>
            <p:cNvPicPr>
              <a:picLocks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1338" y="1752"/>
              <a:ext cx="744" cy="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3" name="Text Box 147"/>
            <p:cNvSpPr txBox="1">
              <a:spLocks noChangeArrowheads="1"/>
            </p:cNvSpPr>
            <p:nvPr/>
          </p:nvSpPr>
          <p:spPr bwMode="auto">
            <a:xfrm>
              <a:off x="1414" y="1829"/>
              <a:ext cx="591"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400">
                  <a:latin typeface="微软雅黑 Light" panose="020B0502040204020203" pitchFamily="34" charset="-122"/>
                  <a:ea typeface="微软雅黑 Light" panose="020B0502040204020203" pitchFamily="34" charset="-122"/>
                </a:rPr>
                <a:t>Net:4</a:t>
              </a:r>
              <a:endParaRPr lang="en-US" altLang="zh-CN" sz="2400">
                <a:latin typeface="微软雅黑 Light" panose="020B0502040204020203" pitchFamily="34" charset="-122"/>
                <a:ea typeface="微软雅黑 Light" panose="020B0502040204020203" pitchFamily="34" charset="-122"/>
              </a:endParaRPr>
            </a:p>
          </p:txBody>
        </p:sp>
      </p:grpSp>
      <p:grpSp>
        <p:nvGrpSpPr>
          <p:cNvPr id="204" name="Group 148"/>
          <p:cNvGrpSpPr/>
          <p:nvPr/>
        </p:nvGrpSpPr>
        <p:grpSpPr bwMode="auto">
          <a:xfrm>
            <a:off x="7662863" y="1563689"/>
            <a:ext cx="1181100" cy="714375"/>
            <a:chOff x="1338" y="1752"/>
            <a:chExt cx="744" cy="450"/>
          </a:xfrm>
        </p:grpSpPr>
        <p:pic>
          <p:nvPicPr>
            <p:cNvPr id="205" name="Picture 25"/>
            <p:cNvPicPr>
              <a:picLocks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1338" y="1752"/>
              <a:ext cx="744" cy="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6" name="Text Box 150"/>
            <p:cNvSpPr txBox="1">
              <a:spLocks noChangeArrowheads="1"/>
            </p:cNvSpPr>
            <p:nvPr/>
          </p:nvSpPr>
          <p:spPr bwMode="auto">
            <a:xfrm>
              <a:off x="1415" y="1829"/>
              <a:ext cx="588"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400">
                  <a:latin typeface="微软雅黑 Light" panose="020B0502040204020203" pitchFamily="34" charset="-122"/>
                  <a:ea typeface="微软雅黑 Light" panose="020B0502040204020203" pitchFamily="34" charset="-122"/>
                </a:rPr>
                <a:t>Net:2</a:t>
              </a:r>
              <a:endParaRPr lang="en-US" altLang="zh-CN" sz="2400">
                <a:latin typeface="微软雅黑 Light" panose="020B0502040204020203" pitchFamily="34" charset="-122"/>
                <a:ea typeface="微软雅黑 Light" panose="020B0502040204020203" pitchFamily="34" charset="-122"/>
              </a:endParaRPr>
            </a:p>
          </p:txBody>
        </p:sp>
      </p:grpSp>
      <p:sp>
        <p:nvSpPr>
          <p:cNvPr id="207" name="Text Box 151"/>
          <p:cNvSpPr txBox="1">
            <a:spLocks noChangeArrowheads="1"/>
          </p:cNvSpPr>
          <p:nvPr/>
        </p:nvSpPr>
        <p:spPr bwMode="auto">
          <a:xfrm>
            <a:off x="2812921" y="2420938"/>
            <a:ext cx="322524" cy="5232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chemeClr val="accent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ctr"/>
            <a:r>
              <a:rPr lang="en-US" altLang="zh-CN" sz="2800" dirty="0">
                <a:solidFill>
                  <a:srgbClr val="6600CC"/>
                </a:solidFill>
                <a:latin typeface="微软雅黑 Light" panose="020B0502040204020203" pitchFamily="34" charset="-122"/>
                <a:ea typeface="微软雅黑 Light" panose="020B0502040204020203" pitchFamily="34" charset="-122"/>
              </a:rPr>
              <a:t>1</a:t>
            </a:r>
            <a:endParaRPr lang="en-US" altLang="zh-CN" sz="2800" dirty="0">
              <a:solidFill>
                <a:srgbClr val="6600CC"/>
              </a:solidFill>
              <a:latin typeface="微软雅黑 Light" panose="020B0502040204020203" pitchFamily="34" charset="-122"/>
              <a:ea typeface="微软雅黑 Light" panose="020B0502040204020203" pitchFamily="34" charset="-122"/>
            </a:endParaRPr>
          </a:p>
        </p:txBody>
      </p:sp>
      <p:sp>
        <p:nvSpPr>
          <p:cNvPr id="208" name="Text Box 152"/>
          <p:cNvSpPr txBox="1">
            <a:spLocks noChangeArrowheads="1"/>
          </p:cNvSpPr>
          <p:nvPr/>
        </p:nvSpPr>
        <p:spPr bwMode="auto">
          <a:xfrm>
            <a:off x="3070587" y="2852738"/>
            <a:ext cx="385042" cy="5232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chemeClr val="accent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ctr"/>
            <a:r>
              <a:rPr lang="en-US" altLang="zh-CN" sz="2800">
                <a:solidFill>
                  <a:srgbClr val="6600CC"/>
                </a:solidFill>
                <a:latin typeface="微软雅黑 Light" panose="020B0502040204020203" pitchFamily="34" charset="-122"/>
                <a:ea typeface="微软雅黑 Light" panose="020B0502040204020203" pitchFamily="34" charset="-122"/>
              </a:rPr>
              <a:t>3</a:t>
            </a:r>
            <a:endParaRPr lang="en-US" altLang="zh-CN" sz="2800">
              <a:solidFill>
                <a:srgbClr val="6600CC"/>
              </a:solidFill>
              <a:latin typeface="微软雅黑 Light" panose="020B0502040204020203" pitchFamily="34" charset="-122"/>
              <a:ea typeface="微软雅黑 Light" panose="020B0502040204020203" pitchFamily="34" charset="-122"/>
            </a:endParaRPr>
          </a:p>
        </p:txBody>
      </p:sp>
      <p:sp>
        <p:nvSpPr>
          <p:cNvPr id="209" name="Text Box 153"/>
          <p:cNvSpPr txBox="1">
            <a:spLocks noChangeArrowheads="1"/>
          </p:cNvSpPr>
          <p:nvPr/>
        </p:nvSpPr>
        <p:spPr bwMode="auto">
          <a:xfrm>
            <a:off x="2854687" y="3357563"/>
            <a:ext cx="385042" cy="5232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chemeClr val="accent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ctr"/>
            <a:r>
              <a:rPr lang="en-US" altLang="zh-CN" sz="2800">
                <a:solidFill>
                  <a:srgbClr val="6600CC"/>
                </a:solidFill>
                <a:latin typeface="微软雅黑 Light" panose="020B0502040204020203" pitchFamily="34" charset="-122"/>
                <a:ea typeface="微软雅黑 Light" panose="020B0502040204020203" pitchFamily="34" charset="-122"/>
              </a:rPr>
              <a:t>2</a:t>
            </a:r>
            <a:endParaRPr lang="en-US" altLang="zh-CN" sz="2800">
              <a:solidFill>
                <a:srgbClr val="6600CC"/>
              </a:solidFill>
              <a:latin typeface="微软雅黑 Light" panose="020B0502040204020203" pitchFamily="34" charset="-122"/>
              <a:ea typeface="微软雅黑 Light" panose="020B0502040204020203" pitchFamily="34" charset="-122"/>
            </a:endParaRPr>
          </a:p>
        </p:txBody>
      </p:sp>
      <p:sp>
        <p:nvSpPr>
          <p:cNvPr id="210" name="Text Box 154"/>
          <p:cNvSpPr txBox="1">
            <a:spLocks noChangeArrowheads="1"/>
          </p:cNvSpPr>
          <p:nvPr/>
        </p:nvSpPr>
        <p:spPr bwMode="auto">
          <a:xfrm>
            <a:off x="3791312" y="4508501"/>
            <a:ext cx="385042" cy="5232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chemeClr val="accent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ctr"/>
            <a:r>
              <a:rPr lang="en-US" altLang="zh-CN" sz="2800">
                <a:solidFill>
                  <a:srgbClr val="6600CC"/>
                </a:solidFill>
                <a:latin typeface="微软雅黑 Light" panose="020B0502040204020203" pitchFamily="34" charset="-122"/>
                <a:ea typeface="微软雅黑 Light" panose="020B0502040204020203" pitchFamily="34" charset="-122"/>
              </a:rPr>
              <a:t>3</a:t>
            </a:r>
            <a:endParaRPr lang="en-US" altLang="zh-CN" sz="2800">
              <a:solidFill>
                <a:srgbClr val="6600CC"/>
              </a:solidFill>
              <a:latin typeface="微软雅黑 Light" panose="020B0502040204020203" pitchFamily="34" charset="-122"/>
              <a:ea typeface="微软雅黑 Light" panose="020B0502040204020203" pitchFamily="34" charset="-122"/>
            </a:endParaRPr>
          </a:p>
        </p:txBody>
      </p:sp>
      <p:sp>
        <p:nvSpPr>
          <p:cNvPr id="211" name="Text Box 155"/>
          <p:cNvSpPr txBox="1">
            <a:spLocks noChangeArrowheads="1"/>
          </p:cNvSpPr>
          <p:nvPr/>
        </p:nvSpPr>
        <p:spPr bwMode="auto">
          <a:xfrm>
            <a:off x="4799373" y="4797426"/>
            <a:ext cx="385042" cy="5232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chemeClr val="accent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ctr"/>
            <a:r>
              <a:rPr lang="en-US" altLang="zh-CN" sz="2800" dirty="0">
                <a:solidFill>
                  <a:srgbClr val="6600CC"/>
                </a:solidFill>
                <a:latin typeface="微软雅黑 Light" panose="020B0502040204020203" pitchFamily="34" charset="-122"/>
                <a:ea typeface="微软雅黑 Light" panose="020B0502040204020203" pitchFamily="34" charset="-122"/>
              </a:rPr>
              <a:t>2</a:t>
            </a:r>
            <a:endParaRPr lang="en-US" altLang="zh-CN" sz="2800" dirty="0">
              <a:solidFill>
                <a:srgbClr val="6600CC"/>
              </a:solidFill>
              <a:latin typeface="微软雅黑 Light" panose="020B0502040204020203" pitchFamily="34" charset="-122"/>
              <a:ea typeface="微软雅黑 Light" panose="020B0502040204020203" pitchFamily="34" charset="-122"/>
            </a:endParaRPr>
          </a:p>
        </p:txBody>
      </p:sp>
      <p:sp>
        <p:nvSpPr>
          <p:cNvPr id="212" name="Text Box 156"/>
          <p:cNvSpPr txBox="1">
            <a:spLocks noChangeArrowheads="1"/>
          </p:cNvSpPr>
          <p:nvPr/>
        </p:nvSpPr>
        <p:spPr bwMode="auto">
          <a:xfrm>
            <a:off x="6958373" y="4797426"/>
            <a:ext cx="385042" cy="5232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chemeClr val="accent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ctr"/>
            <a:r>
              <a:rPr lang="en-US" altLang="zh-CN" sz="2800">
                <a:solidFill>
                  <a:srgbClr val="6600CC"/>
                </a:solidFill>
                <a:latin typeface="微软雅黑 Light" panose="020B0502040204020203" pitchFamily="34" charset="-122"/>
                <a:ea typeface="微软雅黑 Light" panose="020B0502040204020203" pitchFamily="34" charset="-122"/>
              </a:rPr>
              <a:t>3</a:t>
            </a:r>
            <a:endParaRPr lang="en-US" altLang="zh-CN" sz="2800">
              <a:solidFill>
                <a:srgbClr val="6600CC"/>
              </a:solidFill>
              <a:latin typeface="微软雅黑 Light" panose="020B0502040204020203" pitchFamily="34" charset="-122"/>
              <a:ea typeface="微软雅黑 Light" panose="020B0502040204020203" pitchFamily="34" charset="-122"/>
            </a:endParaRPr>
          </a:p>
        </p:txBody>
      </p:sp>
      <p:sp>
        <p:nvSpPr>
          <p:cNvPr id="213" name="Text Box 157"/>
          <p:cNvSpPr txBox="1">
            <a:spLocks noChangeArrowheads="1"/>
          </p:cNvSpPr>
          <p:nvPr/>
        </p:nvSpPr>
        <p:spPr bwMode="auto">
          <a:xfrm>
            <a:off x="8182337" y="4724401"/>
            <a:ext cx="385042" cy="5232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chemeClr val="accent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ctr"/>
            <a:r>
              <a:rPr lang="en-US" altLang="zh-CN" sz="2800">
                <a:solidFill>
                  <a:srgbClr val="6600CC"/>
                </a:solidFill>
                <a:latin typeface="微软雅黑 Light" panose="020B0502040204020203" pitchFamily="34" charset="-122"/>
                <a:ea typeface="微软雅黑 Light" panose="020B0502040204020203" pitchFamily="34" charset="-122"/>
              </a:rPr>
              <a:t>5</a:t>
            </a:r>
            <a:endParaRPr lang="en-US" altLang="zh-CN" sz="2800">
              <a:solidFill>
                <a:srgbClr val="6600CC"/>
              </a:solidFill>
              <a:latin typeface="微软雅黑 Light" panose="020B0502040204020203" pitchFamily="34" charset="-122"/>
              <a:ea typeface="微软雅黑 Light" panose="020B0502040204020203" pitchFamily="34" charset="-122"/>
            </a:endParaRPr>
          </a:p>
        </p:txBody>
      </p:sp>
      <p:sp>
        <p:nvSpPr>
          <p:cNvPr id="214" name="Text Box 158"/>
          <p:cNvSpPr txBox="1">
            <a:spLocks noChangeArrowheads="1"/>
          </p:cNvSpPr>
          <p:nvPr/>
        </p:nvSpPr>
        <p:spPr bwMode="auto">
          <a:xfrm>
            <a:off x="9263423" y="3357563"/>
            <a:ext cx="385042" cy="5232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chemeClr val="accent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ctr"/>
            <a:r>
              <a:rPr lang="en-US" altLang="zh-CN" sz="2800" dirty="0">
                <a:solidFill>
                  <a:srgbClr val="6600CC"/>
                </a:solidFill>
                <a:latin typeface="微软雅黑 Light" panose="020B0502040204020203" pitchFamily="34" charset="-122"/>
                <a:ea typeface="微软雅黑 Light" panose="020B0502040204020203" pitchFamily="34" charset="-122"/>
              </a:rPr>
              <a:t>2</a:t>
            </a:r>
            <a:endParaRPr lang="en-US" altLang="zh-CN" sz="2800" dirty="0">
              <a:solidFill>
                <a:srgbClr val="6600CC"/>
              </a:solidFill>
              <a:latin typeface="微软雅黑 Light" panose="020B0502040204020203" pitchFamily="34" charset="-122"/>
              <a:ea typeface="微软雅黑 Light" panose="020B0502040204020203" pitchFamily="34" charset="-122"/>
            </a:endParaRPr>
          </a:p>
        </p:txBody>
      </p:sp>
      <p:sp>
        <p:nvSpPr>
          <p:cNvPr id="215" name="Text Box 159"/>
          <p:cNvSpPr txBox="1">
            <a:spLocks noChangeArrowheads="1"/>
          </p:cNvSpPr>
          <p:nvPr/>
        </p:nvSpPr>
        <p:spPr bwMode="auto">
          <a:xfrm>
            <a:off x="8974498" y="2636838"/>
            <a:ext cx="385042" cy="5232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chemeClr val="accent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ctr"/>
            <a:r>
              <a:rPr lang="en-US" altLang="zh-CN" sz="2800">
                <a:solidFill>
                  <a:srgbClr val="6600CC"/>
                </a:solidFill>
                <a:latin typeface="微软雅黑 Light" panose="020B0502040204020203" pitchFamily="34" charset="-122"/>
                <a:ea typeface="微软雅黑 Light" panose="020B0502040204020203" pitchFamily="34" charset="-122"/>
              </a:rPr>
              <a:t>5</a:t>
            </a:r>
            <a:endParaRPr lang="en-US" altLang="zh-CN" sz="2800">
              <a:solidFill>
                <a:srgbClr val="6600CC"/>
              </a:solidFill>
              <a:latin typeface="微软雅黑 Light" panose="020B0502040204020203" pitchFamily="34" charset="-122"/>
              <a:ea typeface="微软雅黑 Light" panose="020B0502040204020203" pitchFamily="34" charset="-122"/>
            </a:endParaRPr>
          </a:p>
        </p:txBody>
      </p:sp>
      <p:sp>
        <p:nvSpPr>
          <p:cNvPr id="216" name="Text Box 160"/>
          <p:cNvSpPr txBox="1">
            <a:spLocks noChangeArrowheads="1"/>
          </p:cNvSpPr>
          <p:nvPr/>
        </p:nvSpPr>
        <p:spPr bwMode="auto">
          <a:xfrm>
            <a:off x="6599598" y="1412876"/>
            <a:ext cx="385042" cy="5232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chemeClr val="accent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ctr"/>
            <a:r>
              <a:rPr lang="en-US" altLang="zh-CN" sz="2800">
                <a:solidFill>
                  <a:srgbClr val="6600CC"/>
                </a:solidFill>
                <a:latin typeface="微软雅黑 Light" panose="020B0502040204020203" pitchFamily="34" charset="-122"/>
                <a:ea typeface="微软雅黑 Light" panose="020B0502040204020203" pitchFamily="34" charset="-122"/>
              </a:rPr>
              <a:t>2</a:t>
            </a:r>
            <a:endParaRPr lang="en-US" altLang="zh-CN" sz="2800">
              <a:solidFill>
                <a:srgbClr val="6600CC"/>
              </a:solidFill>
              <a:latin typeface="微软雅黑 Light" panose="020B0502040204020203" pitchFamily="34" charset="-122"/>
              <a:ea typeface="微软雅黑 Light" panose="020B0502040204020203" pitchFamily="34" charset="-122"/>
            </a:endParaRPr>
          </a:p>
        </p:txBody>
      </p:sp>
      <p:sp>
        <p:nvSpPr>
          <p:cNvPr id="217" name="Text Box 161"/>
          <p:cNvSpPr txBox="1">
            <a:spLocks noChangeArrowheads="1"/>
          </p:cNvSpPr>
          <p:nvPr/>
        </p:nvSpPr>
        <p:spPr bwMode="auto">
          <a:xfrm>
            <a:off x="5371644" y="1412876"/>
            <a:ext cx="389851" cy="5232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chemeClr val="accent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ctr"/>
            <a:r>
              <a:rPr lang="en-US" altLang="zh-CN" sz="2800">
                <a:solidFill>
                  <a:srgbClr val="6600CC"/>
                </a:solidFill>
                <a:latin typeface="微软雅黑 Light" panose="020B0502040204020203" pitchFamily="34" charset="-122"/>
                <a:ea typeface="微软雅黑 Light" panose="020B0502040204020203" pitchFamily="34" charset="-122"/>
              </a:rPr>
              <a:t>4</a:t>
            </a:r>
            <a:endParaRPr lang="en-US" altLang="zh-CN" sz="2800">
              <a:solidFill>
                <a:srgbClr val="6600CC"/>
              </a:solidFill>
              <a:latin typeface="微软雅黑 Light" panose="020B0502040204020203" pitchFamily="34" charset="-122"/>
              <a:ea typeface="微软雅黑 Light" panose="020B0502040204020203" pitchFamily="34" charset="-122"/>
            </a:endParaRPr>
          </a:p>
        </p:txBody>
      </p:sp>
      <p:sp>
        <p:nvSpPr>
          <p:cNvPr id="218" name="Text Box 162"/>
          <p:cNvSpPr txBox="1">
            <a:spLocks noChangeArrowheads="1"/>
          </p:cNvSpPr>
          <p:nvPr/>
        </p:nvSpPr>
        <p:spPr bwMode="auto">
          <a:xfrm>
            <a:off x="5374048" y="2852738"/>
            <a:ext cx="385042" cy="5232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chemeClr val="accent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ctr"/>
            <a:r>
              <a:rPr lang="en-US" altLang="zh-CN" sz="2800">
                <a:solidFill>
                  <a:srgbClr val="6600CC"/>
                </a:solidFill>
                <a:latin typeface="微软雅黑 Light" panose="020B0502040204020203" pitchFamily="34" charset="-122"/>
                <a:ea typeface="微软雅黑 Light" panose="020B0502040204020203" pitchFamily="34" charset="-122"/>
              </a:rPr>
              <a:t>2</a:t>
            </a:r>
            <a:endParaRPr lang="en-US" altLang="zh-CN" sz="2800">
              <a:solidFill>
                <a:srgbClr val="6600CC"/>
              </a:solidFill>
              <a:latin typeface="微软雅黑 Light" panose="020B0502040204020203" pitchFamily="34" charset="-122"/>
              <a:ea typeface="微软雅黑 Light" panose="020B0502040204020203" pitchFamily="34" charset="-122"/>
            </a:endParaRPr>
          </a:p>
        </p:txBody>
      </p:sp>
      <p:sp>
        <p:nvSpPr>
          <p:cNvPr id="219" name="Text Box 163"/>
          <p:cNvSpPr txBox="1">
            <a:spLocks noChangeArrowheads="1"/>
          </p:cNvSpPr>
          <p:nvPr/>
        </p:nvSpPr>
        <p:spPr bwMode="auto">
          <a:xfrm>
            <a:off x="6671037" y="2852738"/>
            <a:ext cx="385042" cy="5232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chemeClr val="accent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ctr"/>
            <a:r>
              <a:rPr lang="en-US" altLang="zh-CN" sz="2800" dirty="0">
                <a:solidFill>
                  <a:srgbClr val="6600CC"/>
                </a:solidFill>
                <a:latin typeface="微软雅黑 Light" panose="020B0502040204020203" pitchFamily="34" charset="-122"/>
                <a:ea typeface="微软雅黑 Light" panose="020B0502040204020203" pitchFamily="34" charset="-122"/>
              </a:rPr>
              <a:t>3</a:t>
            </a:r>
            <a:endParaRPr lang="en-US" altLang="zh-CN" sz="2800" dirty="0">
              <a:solidFill>
                <a:srgbClr val="6600CC"/>
              </a:solidFill>
              <a:latin typeface="微软雅黑 Light" panose="020B0502040204020203" pitchFamily="34" charset="-122"/>
              <a:ea typeface="微软雅黑 Light" panose="020B0502040204020203" pitchFamily="34" charset="-122"/>
            </a:endParaRPr>
          </a:p>
        </p:txBody>
      </p:sp>
      <p:pic>
        <p:nvPicPr>
          <p:cNvPr id="220" name="图形 219"/>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275457" y="2916012"/>
            <a:ext cx="698726" cy="698726"/>
          </a:xfrm>
          <a:prstGeom prst="rect">
            <a:avLst/>
          </a:prstGeom>
        </p:spPr>
      </p:pic>
      <p:pic>
        <p:nvPicPr>
          <p:cNvPr id="221" name="图形 220"/>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886783" y="1527916"/>
            <a:ext cx="698726" cy="698726"/>
          </a:xfrm>
          <a:prstGeom prst="rect">
            <a:avLst/>
          </a:prstGeom>
        </p:spPr>
      </p:pic>
      <p:pic>
        <p:nvPicPr>
          <p:cNvPr id="222" name="图形 221"/>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9478738" y="2809298"/>
            <a:ext cx="698726" cy="698726"/>
          </a:xfrm>
          <a:prstGeom prst="rect">
            <a:avLst/>
          </a:prstGeom>
        </p:spPr>
      </p:pic>
      <p:pic>
        <p:nvPicPr>
          <p:cNvPr id="223" name="图形 222"/>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7584684" y="4960169"/>
            <a:ext cx="698726" cy="698726"/>
          </a:xfrm>
          <a:prstGeom prst="rect">
            <a:avLst/>
          </a:prstGeom>
        </p:spPr>
      </p:pic>
      <p:pic>
        <p:nvPicPr>
          <p:cNvPr id="224" name="图形 223"/>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085885" y="4901320"/>
            <a:ext cx="698726" cy="698726"/>
          </a:xfrm>
          <a:prstGeom prst="rect">
            <a:avLst/>
          </a:prstGeom>
        </p:spPr>
      </p:pic>
      <p:pic>
        <p:nvPicPr>
          <p:cNvPr id="225" name="图形 224"/>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904944" y="3008200"/>
            <a:ext cx="698726" cy="698726"/>
          </a:xfrm>
          <a:prstGeom prst="rect">
            <a:avLst/>
          </a:prstGeom>
        </p:spPr>
      </p:pic>
      <p:cxnSp>
        <p:nvCxnSpPr>
          <p:cNvPr id="6" name="直接箭头连接符 5"/>
          <p:cNvCxnSpPr/>
          <p:nvPr/>
        </p:nvCxnSpPr>
        <p:spPr bwMode="auto">
          <a:xfrm flipV="1">
            <a:off x="2861813" y="2091421"/>
            <a:ext cx="884237" cy="701404"/>
          </a:xfrm>
          <a:prstGeom prst="straightConnector1">
            <a:avLst/>
          </a:prstGeom>
          <a:noFill/>
          <a:ln w="25400" cap="flat" cmpd="sng" algn="ctr">
            <a:solidFill>
              <a:srgbClr val="FF0000"/>
            </a:solidFill>
            <a:prstDash val="sysDot"/>
            <a:round/>
            <a:headEnd type="none" w="med" len="med"/>
            <a:tailEnd type="triangle"/>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8" name="直接箭头连接符 67"/>
          <p:cNvCxnSpPr/>
          <p:nvPr/>
        </p:nvCxnSpPr>
        <p:spPr bwMode="auto">
          <a:xfrm>
            <a:off x="2642250" y="3671572"/>
            <a:ext cx="270020" cy="327343"/>
          </a:xfrm>
          <a:prstGeom prst="straightConnector1">
            <a:avLst/>
          </a:prstGeom>
          <a:noFill/>
          <a:ln w="25400" cap="flat" cmpd="sng" algn="ctr">
            <a:solidFill>
              <a:srgbClr val="FF0000"/>
            </a:solidFill>
            <a:prstDash val="sysDot"/>
            <a:round/>
            <a:headEnd type="none" w="med" len="med"/>
            <a:tailEnd type="triangle"/>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2" name="直接箭头连接符 71"/>
          <p:cNvCxnSpPr/>
          <p:nvPr/>
        </p:nvCxnSpPr>
        <p:spPr bwMode="auto">
          <a:xfrm flipV="1">
            <a:off x="2998183" y="3143060"/>
            <a:ext cx="907401" cy="15601"/>
          </a:xfrm>
          <a:prstGeom prst="straightConnector1">
            <a:avLst/>
          </a:prstGeom>
          <a:noFill/>
          <a:ln w="25400" cap="flat" cmpd="sng" algn="ctr">
            <a:solidFill>
              <a:srgbClr val="FF0000"/>
            </a:solidFill>
            <a:prstDash val="sysDot"/>
            <a:round/>
            <a:headEnd type="none" w="med" len="med"/>
            <a:tailEnd type="triangle"/>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1" name="椭圆 10"/>
          <p:cNvSpPr/>
          <p:nvPr/>
        </p:nvSpPr>
        <p:spPr bwMode="auto">
          <a:xfrm>
            <a:off x="3180225" y="1930844"/>
            <a:ext cx="364202" cy="361061"/>
          </a:xfrm>
          <a:prstGeom prst="ellipse">
            <a:avLst/>
          </a:prstGeom>
          <a:noFill/>
          <a:ln w="9525" cap="flat" cmpd="sng" algn="ctr">
            <a:solidFill>
              <a:srgbClr val="FF0000"/>
            </a:solidFill>
            <a:prstDash val="sysDot"/>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rot="0" spcFirstLastPara="0" vertOverflow="overflow" horzOverflow="overflow" vert="horz" wrap="square" lIns="91440" tIns="45720" rIns="91440" bIns="45720" numCol="1" spcCol="0" rtlCol="0" fromWordArt="0" anchor="ctr" anchorCtr="0" forceAA="0" compatLnSpc="1">
            <a:noAutofit/>
          </a:bodyPr>
          <a:lstStyle/>
          <a:p>
            <a:pPr algn="ctr" eaLnBrk="1" hangingPunct="1"/>
            <a:r>
              <a:rPr lang="en-US" altLang="zh-CN" dirty="0">
                <a:solidFill>
                  <a:srgbClr val="FF0000"/>
                </a:solidFill>
                <a:latin typeface="微软雅黑 Light" panose="020B0502040204020203" pitchFamily="34" charset="-122"/>
                <a:ea typeface="微软雅黑 Light" panose="020B0502040204020203" pitchFamily="34" charset="-122"/>
              </a:rPr>
              <a:t>1</a:t>
            </a:r>
            <a:endParaRPr lang="zh-CN" altLang="en-US" dirty="0">
              <a:solidFill>
                <a:srgbClr val="FF0000"/>
              </a:solidFill>
              <a:latin typeface="微软雅黑 Light" panose="020B0502040204020203" pitchFamily="34" charset="-122"/>
              <a:ea typeface="微软雅黑 Light" panose="020B0502040204020203" pitchFamily="34" charset="-122"/>
            </a:endParaRPr>
          </a:p>
        </p:txBody>
      </p:sp>
      <p:sp>
        <p:nvSpPr>
          <p:cNvPr id="76" name="椭圆 75"/>
          <p:cNvSpPr/>
          <p:nvPr/>
        </p:nvSpPr>
        <p:spPr bwMode="auto">
          <a:xfrm>
            <a:off x="3469276" y="2763627"/>
            <a:ext cx="364202" cy="361061"/>
          </a:xfrm>
          <a:prstGeom prst="ellipse">
            <a:avLst/>
          </a:prstGeom>
          <a:noFill/>
          <a:ln w="9525" cap="flat" cmpd="sng" algn="ctr">
            <a:solidFill>
              <a:srgbClr val="FF0000"/>
            </a:solidFill>
            <a:prstDash val="sysDot"/>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ctr" anchorCtr="0" compatLnSpc="1"/>
          <a:lstStyle/>
          <a:p>
            <a:pPr marL="0" marR="0" indent="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dirty="0">
                <a:ln>
                  <a:noFill/>
                </a:ln>
                <a:solidFill>
                  <a:srgbClr val="FF0000"/>
                </a:solidFill>
                <a:effectLst/>
                <a:latin typeface="微软雅黑 Light" panose="020B0502040204020203" pitchFamily="34" charset="-122"/>
                <a:ea typeface="微软雅黑 Light" panose="020B0502040204020203" pitchFamily="34" charset="-122"/>
              </a:rPr>
              <a:t>3</a:t>
            </a:r>
            <a:endParaRPr kumimoji="0" lang="zh-CN" altLang="en-US" sz="2000" b="0" i="0" u="none" strike="noStrike" cap="none" normalizeH="0" baseline="0" dirty="0">
              <a:ln>
                <a:noFill/>
              </a:ln>
              <a:solidFill>
                <a:srgbClr val="FF0000"/>
              </a:solidFill>
              <a:effectLst/>
              <a:latin typeface="微软雅黑 Light" panose="020B0502040204020203" pitchFamily="34" charset="-122"/>
              <a:ea typeface="微软雅黑 Light" panose="020B0502040204020203" pitchFamily="34" charset="-122"/>
            </a:endParaRPr>
          </a:p>
        </p:txBody>
      </p:sp>
      <p:sp>
        <p:nvSpPr>
          <p:cNvPr id="77" name="椭圆 76"/>
          <p:cNvSpPr/>
          <p:nvPr/>
        </p:nvSpPr>
        <p:spPr bwMode="auto">
          <a:xfrm>
            <a:off x="2463017" y="3845052"/>
            <a:ext cx="364202" cy="361061"/>
          </a:xfrm>
          <a:prstGeom prst="ellipse">
            <a:avLst/>
          </a:prstGeom>
          <a:noFill/>
          <a:ln w="9525" cap="flat" cmpd="sng" algn="ctr">
            <a:solidFill>
              <a:srgbClr val="FF0000"/>
            </a:solidFill>
            <a:prstDash val="sysDot"/>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ctr" anchorCtr="0" compatLnSpc="1"/>
          <a:lstStyle/>
          <a:p>
            <a:pPr marL="0" marR="0" indent="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dirty="0">
                <a:ln>
                  <a:noFill/>
                </a:ln>
                <a:solidFill>
                  <a:srgbClr val="FF0000"/>
                </a:solidFill>
                <a:effectLst/>
                <a:latin typeface="微软雅黑 Light" panose="020B0502040204020203" pitchFamily="34" charset="-122"/>
                <a:ea typeface="微软雅黑 Light" panose="020B0502040204020203" pitchFamily="34" charset="-122"/>
              </a:rPr>
              <a:t>2</a:t>
            </a:r>
            <a:endParaRPr kumimoji="0" lang="zh-CN" altLang="en-US" sz="2000" b="0" i="0" u="none" strike="noStrike" cap="none" normalizeH="0" baseline="0" dirty="0">
              <a:ln>
                <a:noFill/>
              </a:ln>
              <a:solidFill>
                <a:srgbClr val="FF0000"/>
              </a:solidFill>
              <a:effectLst/>
              <a:latin typeface="微软雅黑 Light" panose="020B0502040204020203" pitchFamily="34" charset="-122"/>
              <a:ea typeface="微软雅黑 Light" panose="020B0502040204020203" pitchFamily="34" charset="-122"/>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 name="灯片编号占位符 3"/>
          <p:cNvSpPr>
            <a:spLocks noGrp="1"/>
          </p:cNvSpPr>
          <p:nvPr>
            <p:ph type="sldNum" sz="quarter" idx="12"/>
          </p:nvPr>
        </p:nvSpPr>
        <p:spPr/>
        <p:txBody>
          <a:bodyPr/>
          <a:lstStyle/>
          <a:p>
            <a:fld id="{55D0A785-B91B-4921-9CE8-7A3D9053671A}" type="slidenum">
              <a:rPr lang="en-US" altLang="zh-CN"/>
            </a:fld>
            <a:endParaRPr lang="en-US" altLang="zh-CN"/>
          </a:p>
        </p:txBody>
      </p:sp>
      <p:sp>
        <p:nvSpPr>
          <p:cNvPr id="165" name="Rectangle 2"/>
          <p:cNvSpPr txBox="1">
            <a:spLocks noChangeArrowheads="1"/>
          </p:cNvSpPr>
          <p:nvPr/>
        </p:nvSpPr>
        <p:spPr>
          <a:xfrm>
            <a:off x="431800" y="71438"/>
            <a:ext cx="11328400" cy="765175"/>
          </a:xfrm>
          <a:prstGeom prst="rect">
            <a:avLst/>
          </a:prstGeom>
        </p:spPr>
        <p:txBody>
          <a:bodyPr/>
          <a:lstStyle>
            <a:lvl1pPr algn="l" rtl="0" eaLnBrk="0" fontAlgn="base" hangingPunct="0">
              <a:spcBef>
                <a:spcPct val="0"/>
              </a:spcBef>
              <a:spcAft>
                <a:spcPct val="0"/>
              </a:spcAft>
              <a:defRPr sz="4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1pPr>
            <a:lvl2pPr algn="l" rtl="0" eaLnBrk="0" fontAlgn="base" hangingPunct="0">
              <a:spcBef>
                <a:spcPct val="0"/>
              </a:spcBef>
              <a:spcAft>
                <a:spcPct val="0"/>
              </a:spcAft>
              <a:defRPr sz="4000">
                <a:solidFill>
                  <a:schemeClr val="tx1"/>
                </a:solidFill>
                <a:latin typeface="Arial" panose="020B0604020202020204" pitchFamily="34" charset="0"/>
                <a:ea typeface="黑体" panose="02010609060101010101" pitchFamily="49" charset="-122"/>
              </a:defRPr>
            </a:lvl2pPr>
            <a:lvl3pPr algn="l" rtl="0" eaLnBrk="0" fontAlgn="base" hangingPunct="0">
              <a:spcBef>
                <a:spcPct val="0"/>
              </a:spcBef>
              <a:spcAft>
                <a:spcPct val="0"/>
              </a:spcAft>
              <a:defRPr sz="4000">
                <a:solidFill>
                  <a:schemeClr val="tx1"/>
                </a:solidFill>
                <a:latin typeface="Arial" panose="020B0604020202020204" pitchFamily="34" charset="0"/>
                <a:ea typeface="黑体" panose="02010609060101010101" pitchFamily="49" charset="-122"/>
              </a:defRPr>
            </a:lvl3pPr>
            <a:lvl4pPr algn="l" rtl="0" eaLnBrk="0" fontAlgn="base" hangingPunct="0">
              <a:spcBef>
                <a:spcPct val="0"/>
              </a:spcBef>
              <a:spcAft>
                <a:spcPct val="0"/>
              </a:spcAft>
              <a:defRPr sz="4000">
                <a:solidFill>
                  <a:schemeClr val="tx1"/>
                </a:solidFill>
                <a:latin typeface="Arial" panose="020B0604020202020204" pitchFamily="34" charset="0"/>
                <a:ea typeface="黑体" panose="02010609060101010101" pitchFamily="49" charset="-122"/>
              </a:defRPr>
            </a:lvl4pPr>
            <a:lvl5pPr algn="l" rtl="0" eaLnBrk="0" fontAlgn="base" hangingPunct="0">
              <a:spcBef>
                <a:spcPct val="0"/>
              </a:spcBef>
              <a:spcAft>
                <a:spcPct val="0"/>
              </a:spcAft>
              <a:defRPr sz="4000">
                <a:solidFill>
                  <a:schemeClr val="tx1"/>
                </a:solidFill>
                <a:latin typeface="Arial" panose="020B0604020202020204" pitchFamily="34" charset="0"/>
                <a:ea typeface="黑体" panose="02010609060101010101" pitchFamily="49" charset="-122"/>
              </a:defRPr>
            </a:lvl5pPr>
            <a:lvl6pPr marL="457200" algn="l" rtl="0" fontAlgn="base">
              <a:spcBef>
                <a:spcPct val="0"/>
              </a:spcBef>
              <a:spcAft>
                <a:spcPct val="0"/>
              </a:spcAft>
              <a:defRPr sz="4000">
                <a:solidFill>
                  <a:schemeClr val="tx1"/>
                </a:solidFill>
                <a:latin typeface="Arial" panose="020B0604020202020204" pitchFamily="34" charset="0"/>
                <a:ea typeface="黑体" panose="02010609060101010101" pitchFamily="49" charset="-122"/>
              </a:defRPr>
            </a:lvl6pPr>
            <a:lvl7pPr marL="914400" algn="l" rtl="0" fontAlgn="base">
              <a:spcBef>
                <a:spcPct val="0"/>
              </a:spcBef>
              <a:spcAft>
                <a:spcPct val="0"/>
              </a:spcAft>
              <a:defRPr sz="4000">
                <a:solidFill>
                  <a:schemeClr val="tx1"/>
                </a:solidFill>
                <a:latin typeface="Arial" panose="020B0604020202020204" pitchFamily="34" charset="0"/>
                <a:ea typeface="黑体" panose="02010609060101010101" pitchFamily="49" charset="-122"/>
              </a:defRPr>
            </a:lvl7pPr>
            <a:lvl8pPr marL="1371600" algn="l" rtl="0" fontAlgn="base">
              <a:spcBef>
                <a:spcPct val="0"/>
              </a:spcBef>
              <a:spcAft>
                <a:spcPct val="0"/>
              </a:spcAft>
              <a:defRPr sz="4000">
                <a:solidFill>
                  <a:schemeClr val="tx1"/>
                </a:solidFill>
                <a:latin typeface="Arial" panose="020B0604020202020204" pitchFamily="34" charset="0"/>
                <a:ea typeface="黑体" panose="02010609060101010101" pitchFamily="49" charset="-122"/>
              </a:defRPr>
            </a:lvl8pPr>
            <a:lvl9pPr marL="1828800" algn="l" rtl="0" fontAlgn="base">
              <a:spcBef>
                <a:spcPct val="0"/>
              </a:spcBef>
              <a:spcAft>
                <a:spcPct val="0"/>
              </a:spcAft>
              <a:defRPr sz="4000">
                <a:solidFill>
                  <a:schemeClr val="tx1"/>
                </a:solidFill>
                <a:latin typeface="Arial" panose="020B0604020202020204" pitchFamily="34" charset="0"/>
                <a:ea typeface="黑体" panose="02010609060101010101" pitchFamily="49" charset="-122"/>
              </a:defRPr>
            </a:lvl9pPr>
          </a:lstStyle>
          <a:p>
            <a:r>
              <a:rPr lang="en-US" altLang="zh-CN" sz="3200" dirty="0">
                <a:latin typeface="微软雅黑" panose="020B0503020204020204" pitchFamily="34" charset="-122"/>
              </a:rPr>
              <a:t>Dijkstra</a:t>
            </a:r>
            <a:r>
              <a:rPr lang="zh-CN" altLang="en-US" sz="3200" dirty="0">
                <a:latin typeface="微软雅黑" panose="020B0503020204020204" pitchFamily="34" charset="-122"/>
              </a:rPr>
              <a:t>算法示例</a:t>
            </a:r>
            <a:endParaRPr lang="zh-CN" altLang="en-US" sz="3200" dirty="0">
              <a:latin typeface="微软雅黑" panose="020B0503020204020204" pitchFamily="34" charset="-122"/>
            </a:endParaRPr>
          </a:p>
        </p:txBody>
      </p:sp>
      <p:sp>
        <p:nvSpPr>
          <p:cNvPr id="167" name="Line 3"/>
          <p:cNvSpPr>
            <a:spLocks noChangeShapeType="1"/>
          </p:cNvSpPr>
          <p:nvPr/>
        </p:nvSpPr>
        <p:spPr bwMode="auto">
          <a:xfrm flipV="1">
            <a:off x="2913063" y="2139950"/>
            <a:ext cx="950912" cy="792164"/>
          </a:xfrm>
          <a:prstGeom prst="line">
            <a:avLst/>
          </a:prstGeom>
          <a:noFill/>
          <a:ln w="25400" cap="rnd">
            <a:solidFill>
              <a:schemeClr val="bg2"/>
            </a:solidFill>
            <a:round/>
            <a:headEnd type="none" w="sm" len="sm"/>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latin typeface="微软雅黑 Light" panose="020B0502040204020203" pitchFamily="34" charset="-122"/>
              <a:ea typeface="微软雅黑 Light" panose="020B0502040204020203" pitchFamily="34" charset="-122"/>
            </a:endParaRPr>
          </a:p>
        </p:txBody>
      </p:sp>
      <p:sp>
        <p:nvSpPr>
          <p:cNvPr id="168" name="Line 4"/>
          <p:cNvSpPr>
            <a:spLocks noChangeShapeType="1"/>
          </p:cNvSpPr>
          <p:nvPr/>
        </p:nvSpPr>
        <p:spPr bwMode="auto">
          <a:xfrm>
            <a:off x="5087938" y="3284538"/>
            <a:ext cx="792162" cy="0"/>
          </a:xfrm>
          <a:prstGeom prst="line">
            <a:avLst/>
          </a:prstGeom>
          <a:noFill/>
          <a:ln w="25400" cap="rnd">
            <a:solidFill>
              <a:schemeClr val="bg2"/>
            </a:solidFill>
            <a:round/>
            <a:headEnd type="triangle" w="lg" len="lg"/>
            <a:tailEnd type="non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latin typeface="微软雅黑 Light" panose="020B0502040204020203" pitchFamily="34" charset="-122"/>
              <a:ea typeface="微软雅黑 Light" panose="020B0502040204020203" pitchFamily="34" charset="-122"/>
            </a:endParaRPr>
          </a:p>
        </p:txBody>
      </p:sp>
      <p:sp>
        <p:nvSpPr>
          <p:cNvPr id="169" name="Line 5"/>
          <p:cNvSpPr>
            <a:spLocks noChangeShapeType="1"/>
          </p:cNvSpPr>
          <p:nvPr/>
        </p:nvSpPr>
        <p:spPr bwMode="auto">
          <a:xfrm flipV="1">
            <a:off x="6603669" y="3284539"/>
            <a:ext cx="644855" cy="7912"/>
          </a:xfrm>
          <a:prstGeom prst="line">
            <a:avLst/>
          </a:prstGeom>
          <a:noFill/>
          <a:ln w="25400" cap="rnd">
            <a:solidFill>
              <a:schemeClr val="bg2"/>
            </a:solidFill>
            <a:round/>
            <a:headEnd type="none" w="sm" len="sm"/>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latin typeface="微软雅黑 Light" panose="020B0502040204020203" pitchFamily="34" charset="-122"/>
              <a:ea typeface="微软雅黑 Light" panose="020B0502040204020203" pitchFamily="34" charset="-122"/>
            </a:endParaRPr>
          </a:p>
        </p:txBody>
      </p:sp>
      <p:sp>
        <p:nvSpPr>
          <p:cNvPr id="170" name="Line 6"/>
          <p:cNvSpPr>
            <a:spLocks noChangeShapeType="1"/>
          </p:cNvSpPr>
          <p:nvPr/>
        </p:nvSpPr>
        <p:spPr bwMode="auto">
          <a:xfrm flipH="1" flipV="1">
            <a:off x="8688388" y="2205038"/>
            <a:ext cx="844218" cy="582612"/>
          </a:xfrm>
          <a:prstGeom prst="line">
            <a:avLst/>
          </a:prstGeom>
          <a:noFill/>
          <a:ln w="25400" cap="rnd">
            <a:solidFill>
              <a:schemeClr val="bg2"/>
            </a:solidFill>
            <a:round/>
            <a:headEnd type="none" w="sm" len="sm"/>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latin typeface="微软雅黑 Light" panose="020B0502040204020203" pitchFamily="34" charset="-122"/>
              <a:ea typeface="微软雅黑 Light" panose="020B0502040204020203" pitchFamily="34" charset="-122"/>
            </a:endParaRPr>
          </a:p>
        </p:txBody>
      </p:sp>
      <p:sp>
        <p:nvSpPr>
          <p:cNvPr id="171" name="Line 7"/>
          <p:cNvSpPr>
            <a:spLocks noChangeShapeType="1"/>
          </p:cNvSpPr>
          <p:nvPr/>
        </p:nvSpPr>
        <p:spPr bwMode="auto">
          <a:xfrm>
            <a:off x="6672263" y="1844675"/>
            <a:ext cx="1008062" cy="0"/>
          </a:xfrm>
          <a:prstGeom prst="line">
            <a:avLst/>
          </a:prstGeom>
          <a:noFill/>
          <a:ln w="25400" cap="rnd">
            <a:solidFill>
              <a:schemeClr val="bg2"/>
            </a:solidFill>
            <a:round/>
            <a:headEnd type="none" w="sm" len="sm"/>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latin typeface="微软雅黑 Light" panose="020B0502040204020203" pitchFamily="34" charset="-122"/>
              <a:ea typeface="微软雅黑 Light" panose="020B0502040204020203" pitchFamily="34" charset="-122"/>
            </a:endParaRPr>
          </a:p>
        </p:txBody>
      </p:sp>
      <p:sp>
        <p:nvSpPr>
          <p:cNvPr id="172" name="Line 8"/>
          <p:cNvSpPr>
            <a:spLocks noChangeShapeType="1"/>
          </p:cNvSpPr>
          <p:nvPr/>
        </p:nvSpPr>
        <p:spPr bwMode="auto">
          <a:xfrm flipV="1">
            <a:off x="2998789" y="3284538"/>
            <a:ext cx="936625" cy="4762"/>
          </a:xfrm>
          <a:prstGeom prst="line">
            <a:avLst/>
          </a:prstGeom>
          <a:noFill/>
          <a:ln w="25400" cap="rnd">
            <a:solidFill>
              <a:schemeClr val="bg2"/>
            </a:solidFill>
            <a:round/>
            <a:headEnd type="none" w="sm" len="sm"/>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latin typeface="微软雅黑 Light" panose="020B0502040204020203" pitchFamily="34" charset="-122"/>
              <a:ea typeface="微软雅黑 Light" panose="020B0502040204020203" pitchFamily="34" charset="-122"/>
            </a:endParaRPr>
          </a:p>
        </p:txBody>
      </p:sp>
      <p:sp>
        <p:nvSpPr>
          <p:cNvPr id="173" name="Line 9"/>
          <p:cNvSpPr>
            <a:spLocks noChangeShapeType="1"/>
          </p:cNvSpPr>
          <p:nvPr/>
        </p:nvSpPr>
        <p:spPr bwMode="auto">
          <a:xfrm>
            <a:off x="4872039" y="1844675"/>
            <a:ext cx="936625" cy="0"/>
          </a:xfrm>
          <a:prstGeom prst="line">
            <a:avLst/>
          </a:prstGeom>
          <a:noFill/>
          <a:ln w="25400" cap="rnd">
            <a:solidFill>
              <a:schemeClr val="bg2"/>
            </a:solidFill>
            <a:round/>
            <a:headEnd type="triangle" w="lg" len="lg"/>
            <a:tailEnd type="non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latin typeface="微软雅黑 Light" panose="020B0502040204020203" pitchFamily="34" charset="-122"/>
              <a:ea typeface="微软雅黑 Light" panose="020B0502040204020203" pitchFamily="34" charset="-122"/>
            </a:endParaRPr>
          </a:p>
        </p:txBody>
      </p:sp>
      <p:sp>
        <p:nvSpPr>
          <p:cNvPr id="174" name="Line 10"/>
          <p:cNvSpPr>
            <a:spLocks noChangeShapeType="1"/>
          </p:cNvSpPr>
          <p:nvPr/>
        </p:nvSpPr>
        <p:spPr bwMode="auto">
          <a:xfrm flipH="1" flipV="1">
            <a:off x="2752726" y="3614737"/>
            <a:ext cx="319088" cy="390526"/>
          </a:xfrm>
          <a:prstGeom prst="line">
            <a:avLst/>
          </a:prstGeom>
          <a:noFill/>
          <a:ln w="25400" cap="rnd">
            <a:solidFill>
              <a:schemeClr val="bg2"/>
            </a:solidFill>
            <a:round/>
            <a:headEnd type="triangle" w="lg" len="lg"/>
            <a:tailEnd type="non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latin typeface="微软雅黑 Light" panose="020B0502040204020203" pitchFamily="34" charset="-122"/>
              <a:ea typeface="微软雅黑 Light" panose="020B0502040204020203" pitchFamily="34" charset="-122"/>
            </a:endParaRPr>
          </a:p>
        </p:txBody>
      </p:sp>
      <p:sp>
        <p:nvSpPr>
          <p:cNvPr id="175" name="Line 11"/>
          <p:cNvSpPr>
            <a:spLocks noChangeShapeType="1"/>
          </p:cNvSpPr>
          <p:nvPr/>
        </p:nvSpPr>
        <p:spPr bwMode="auto">
          <a:xfrm>
            <a:off x="3503613" y="4587876"/>
            <a:ext cx="576262" cy="504825"/>
          </a:xfrm>
          <a:prstGeom prst="line">
            <a:avLst/>
          </a:prstGeom>
          <a:noFill/>
          <a:ln w="25400" cap="rnd">
            <a:solidFill>
              <a:schemeClr val="bg2"/>
            </a:solidFill>
            <a:round/>
            <a:headEnd type="triangle" w="lg" len="lg"/>
            <a:tailEnd type="non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latin typeface="微软雅黑 Light" panose="020B0502040204020203" pitchFamily="34" charset="-122"/>
              <a:ea typeface="微软雅黑 Light" panose="020B0502040204020203" pitchFamily="34" charset="-122"/>
            </a:endParaRPr>
          </a:p>
        </p:txBody>
      </p:sp>
      <p:sp>
        <p:nvSpPr>
          <p:cNvPr id="176" name="Line 12"/>
          <p:cNvSpPr>
            <a:spLocks noChangeShapeType="1"/>
          </p:cNvSpPr>
          <p:nvPr/>
        </p:nvSpPr>
        <p:spPr bwMode="auto">
          <a:xfrm flipV="1">
            <a:off x="4784611" y="5229225"/>
            <a:ext cx="735128" cy="1"/>
          </a:xfrm>
          <a:prstGeom prst="line">
            <a:avLst/>
          </a:prstGeom>
          <a:noFill/>
          <a:ln w="25400" cap="rnd">
            <a:solidFill>
              <a:schemeClr val="bg2"/>
            </a:solidFill>
            <a:round/>
            <a:headEnd type="none" w="sm" len="sm"/>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latin typeface="微软雅黑 Light" panose="020B0502040204020203" pitchFamily="34" charset="-122"/>
              <a:ea typeface="微软雅黑 Light" panose="020B0502040204020203" pitchFamily="34" charset="-122"/>
            </a:endParaRPr>
          </a:p>
        </p:txBody>
      </p:sp>
      <p:sp>
        <p:nvSpPr>
          <p:cNvPr id="177" name="Line 13"/>
          <p:cNvSpPr>
            <a:spLocks noChangeShapeType="1"/>
          </p:cNvSpPr>
          <p:nvPr/>
        </p:nvSpPr>
        <p:spPr bwMode="auto">
          <a:xfrm flipV="1">
            <a:off x="6654801" y="5235575"/>
            <a:ext cx="936625" cy="0"/>
          </a:xfrm>
          <a:prstGeom prst="line">
            <a:avLst/>
          </a:prstGeom>
          <a:noFill/>
          <a:ln w="25400" cap="rnd">
            <a:solidFill>
              <a:schemeClr val="bg2"/>
            </a:solidFill>
            <a:round/>
            <a:headEnd type="triangle" w="lg" len="lg"/>
            <a:tailEnd type="non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latin typeface="微软雅黑 Light" panose="020B0502040204020203" pitchFamily="34" charset="-122"/>
              <a:ea typeface="微软雅黑 Light" panose="020B0502040204020203" pitchFamily="34" charset="-122"/>
            </a:endParaRPr>
          </a:p>
        </p:txBody>
      </p:sp>
      <p:sp>
        <p:nvSpPr>
          <p:cNvPr id="178" name="Line 14"/>
          <p:cNvSpPr>
            <a:spLocks noChangeShapeType="1"/>
          </p:cNvSpPr>
          <p:nvPr/>
        </p:nvSpPr>
        <p:spPr bwMode="auto">
          <a:xfrm flipV="1">
            <a:off x="8283410" y="4875213"/>
            <a:ext cx="819316" cy="304031"/>
          </a:xfrm>
          <a:prstGeom prst="line">
            <a:avLst/>
          </a:prstGeom>
          <a:noFill/>
          <a:ln w="25400" cap="rnd">
            <a:solidFill>
              <a:schemeClr val="bg2"/>
            </a:solidFill>
            <a:round/>
            <a:headEnd type="none" w="sm" len="sm"/>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latin typeface="微软雅黑 Light" panose="020B0502040204020203" pitchFamily="34" charset="-122"/>
              <a:ea typeface="微软雅黑 Light" panose="020B0502040204020203" pitchFamily="34" charset="-122"/>
            </a:endParaRPr>
          </a:p>
        </p:txBody>
      </p:sp>
      <p:sp>
        <p:nvSpPr>
          <p:cNvPr id="179" name="Line 15"/>
          <p:cNvSpPr>
            <a:spLocks noChangeShapeType="1"/>
          </p:cNvSpPr>
          <p:nvPr/>
        </p:nvSpPr>
        <p:spPr bwMode="auto">
          <a:xfrm flipV="1">
            <a:off x="9480551" y="3516315"/>
            <a:ext cx="319088" cy="704848"/>
          </a:xfrm>
          <a:prstGeom prst="line">
            <a:avLst/>
          </a:prstGeom>
          <a:noFill/>
          <a:ln w="25400" cap="rnd">
            <a:solidFill>
              <a:schemeClr val="bg2"/>
            </a:solidFill>
            <a:round/>
            <a:headEnd type="triangle" w="lg" len="lg"/>
            <a:tailEnd type="non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latin typeface="微软雅黑 Light" panose="020B0502040204020203" pitchFamily="34" charset="-122"/>
              <a:ea typeface="微软雅黑 Light" panose="020B0502040204020203" pitchFamily="34" charset="-122"/>
            </a:endParaRPr>
          </a:p>
        </p:txBody>
      </p:sp>
      <p:sp>
        <p:nvSpPr>
          <p:cNvPr id="180" name="Text Box 34"/>
          <p:cNvSpPr txBox="1">
            <a:spLocks noChangeArrowheads="1"/>
          </p:cNvSpPr>
          <p:nvPr/>
        </p:nvSpPr>
        <p:spPr bwMode="auto">
          <a:xfrm>
            <a:off x="2390776" y="2500314"/>
            <a:ext cx="444500" cy="523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zh-CN"/>
            </a:defPPr>
            <a:lvl1pPr algn="ctr">
              <a:defRPr sz="2400">
                <a:latin typeface="微软雅黑 Light" panose="020B0502040204020203" pitchFamily="34" charset="-122"/>
                <a:ea typeface="微软雅黑 Light" panose="020B0502040204020203" pitchFamily="34" charset="-122"/>
              </a:defRPr>
            </a:lvl1pPr>
          </a:lstStyle>
          <a:p>
            <a:r>
              <a:rPr lang="en-US" altLang="zh-CN" dirty="0"/>
              <a:t>A</a:t>
            </a:r>
            <a:endParaRPr lang="en-US" altLang="zh-CN" dirty="0"/>
          </a:p>
        </p:txBody>
      </p:sp>
      <p:grpSp>
        <p:nvGrpSpPr>
          <p:cNvPr id="181" name="Group 35"/>
          <p:cNvGrpSpPr/>
          <p:nvPr/>
        </p:nvGrpSpPr>
        <p:grpSpPr bwMode="auto">
          <a:xfrm>
            <a:off x="3719513" y="1563689"/>
            <a:ext cx="1181100" cy="714375"/>
            <a:chOff x="1338" y="1752"/>
            <a:chExt cx="744" cy="450"/>
          </a:xfrm>
        </p:grpSpPr>
        <p:pic>
          <p:nvPicPr>
            <p:cNvPr id="182" name="Picture 25"/>
            <p:cNvPicPr>
              <a:picLocks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1338" y="1752"/>
              <a:ext cx="744" cy="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3" name="Text Box 37"/>
            <p:cNvSpPr txBox="1">
              <a:spLocks noChangeArrowheads="1"/>
            </p:cNvSpPr>
            <p:nvPr/>
          </p:nvSpPr>
          <p:spPr bwMode="auto">
            <a:xfrm>
              <a:off x="1432" y="1829"/>
              <a:ext cx="555"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400">
                  <a:latin typeface="微软雅黑 Light" panose="020B0502040204020203" pitchFamily="34" charset="-122"/>
                  <a:ea typeface="微软雅黑 Light" panose="020B0502040204020203" pitchFamily="34" charset="-122"/>
                </a:rPr>
                <a:t>Net:1</a:t>
              </a:r>
              <a:endParaRPr lang="en-US" altLang="zh-CN" sz="2400">
                <a:latin typeface="微软雅黑 Light" panose="020B0502040204020203" pitchFamily="34" charset="-122"/>
                <a:ea typeface="微软雅黑 Light" panose="020B0502040204020203" pitchFamily="34" charset="-122"/>
              </a:endParaRPr>
            </a:p>
          </p:txBody>
        </p:sp>
      </p:grpSp>
      <p:sp>
        <p:nvSpPr>
          <p:cNvPr id="184" name="Text Box 56"/>
          <p:cNvSpPr txBox="1">
            <a:spLocks noChangeArrowheads="1"/>
          </p:cNvSpPr>
          <p:nvPr/>
        </p:nvSpPr>
        <p:spPr bwMode="auto">
          <a:xfrm>
            <a:off x="4224867" y="4445074"/>
            <a:ext cx="378629"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zh-CN"/>
            </a:defPPr>
            <a:lvl1pPr algn="ctr">
              <a:defRPr sz="2400">
                <a:latin typeface="微软雅黑 Light" panose="020B0502040204020203" pitchFamily="34" charset="-122"/>
                <a:ea typeface="微软雅黑 Light" panose="020B0502040204020203" pitchFamily="34" charset="-122"/>
              </a:defRPr>
            </a:lvl1pPr>
          </a:lstStyle>
          <a:p>
            <a:r>
              <a:rPr lang="en-US" altLang="zh-CN" dirty="0"/>
              <a:t>E</a:t>
            </a:r>
            <a:endParaRPr lang="en-US" altLang="zh-CN" dirty="0"/>
          </a:p>
        </p:txBody>
      </p:sp>
      <p:sp>
        <p:nvSpPr>
          <p:cNvPr id="185" name="Text Box 75"/>
          <p:cNvSpPr txBox="1">
            <a:spLocks noChangeArrowheads="1"/>
          </p:cNvSpPr>
          <p:nvPr/>
        </p:nvSpPr>
        <p:spPr bwMode="auto">
          <a:xfrm>
            <a:off x="7668662" y="4505943"/>
            <a:ext cx="458788" cy="523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zh-CN"/>
            </a:defPPr>
            <a:lvl1pPr algn="ctr">
              <a:defRPr sz="2400">
                <a:latin typeface="微软雅黑 Light" panose="020B0502040204020203" pitchFamily="34" charset="-122"/>
                <a:ea typeface="微软雅黑 Light" panose="020B0502040204020203" pitchFamily="34" charset="-122"/>
              </a:defRPr>
            </a:lvl1pPr>
          </a:lstStyle>
          <a:p>
            <a:r>
              <a:rPr lang="en-US" altLang="zh-CN" dirty="0"/>
              <a:t>D</a:t>
            </a:r>
            <a:endParaRPr lang="en-US" altLang="zh-CN" dirty="0"/>
          </a:p>
        </p:txBody>
      </p:sp>
      <p:sp>
        <p:nvSpPr>
          <p:cNvPr id="186" name="Text Box 94"/>
          <p:cNvSpPr txBox="1">
            <a:spLocks noChangeArrowheads="1"/>
          </p:cNvSpPr>
          <p:nvPr/>
        </p:nvSpPr>
        <p:spPr bwMode="auto">
          <a:xfrm>
            <a:off x="9521079" y="2380898"/>
            <a:ext cx="423863" cy="523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zh-CN"/>
            </a:defPPr>
            <a:lvl1pPr algn="ctr">
              <a:defRPr sz="2400">
                <a:latin typeface="微软雅黑 Light" panose="020B0502040204020203" pitchFamily="34" charset="-122"/>
                <a:ea typeface="微软雅黑 Light" panose="020B0502040204020203" pitchFamily="34" charset="-122"/>
              </a:defRPr>
            </a:lvl1pPr>
          </a:lstStyle>
          <a:p>
            <a:r>
              <a:rPr lang="en-US" altLang="zh-CN" dirty="0"/>
              <a:t>C</a:t>
            </a:r>
            <a:endParaRPr lang="en-US" altLang="zh-CN" dirty="0"/>
          </a:p>
        </p:txBody>
      </p:sp>
      <p:sp>
        <p:nvSpPr>
          <p:cNvPr id="187" name="Text Box 113"/>
          <p:cNvSpPr txBox="1">
            <a:spLocks noChangeArrowheads="1"/>
          </p:cNvSpPr>
          <p:nvPr/>
        </p:nvSpPr>
        <p:spPr bwMode="auto">
          <a:xfrm>
            <a:off x="6016139" y="1086548"/>
            <a:ext cx="396262"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zh-CN"/>
            </a:defPPr>
            <a:lvl1pPr algn="ctr">
              <a:defRPr sz="2400">
                <a:latin typeface="微软雅黑 Light" panose="020B0502040204020203" pitchFamily="34" charset="-122"/>
                <a:ea typeface="微软雅黑 Light" panose="020B0502040204020203" pitchFamily="34" charset="-122"/>
              </a:defRPr>
            </a:lvl1pPr>
          </a:lstStyle>
          <a:p>
            <a:r>
              <a:rPr lang="en-US" altLang="zh-CN" dirty="0"/>
              <a:t>B</a:t>
            </a:r>
            <a:endParaRPr lang="en-US" altLang="zh-CN" dirty="0"/>
          </a:p>
        </p:txBody>
      </p:sp>
      <p:sp>
        <p:nvSpPr>
          <p:cNvPr id="188" name="Text Box 132"/>
          <p:cNvSpPr txBox="1">
            <a:spLocks noChangeArrowheads="1"/>
          </p:cNvSpPr>
          <p:nvPr/>
        </p:nvSpPr>
        <p:spPr bwMode="auto">
          <a:xfrm>
            <a:off x="6014706" y="2571750"/>
            <a:ext cx="364202"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zh-CN"/>
            </a:defPPr>
            <a:lvl1pPr algn="ctr">
              <a:defRPr sz="2400">
                <a:latin typeface="微软雅黑 Light" panose="020B0502040204020203" pitchFamily="34" charset="-122"/>
                <a:ea typeface="微软雅黑 Light" panose="020B0502040204020203" pitchFamily="34" charset="-122"/>
              </a:defRPr>
            </a:lvl1pPr>
          </a:lstStyle>
          <a:p>
            <a:r>
              <a:rPr lang="en-US" altLang="zh-CN" dirty="0"/>
              <a:t>F</a:t>
            </a:r>
            <a:endParaRPr lang="en-US" altLang="zh-CN" dirty="0"/>
          </a:p>
        </p:txBody>
      </p:sp>
      <p:grpSp>
        <p:nvGrpSpPr>
          <p:cNvPr id="189" name="Group 133"/>
          <p:cNvGrpSpPr/>
          <p:nvPr/>
        </p:nvGrpSpPr>
        <p:grpSpPr bwMode="auto">
          <a:xfrm>
            <a:off x="3935413" y="2932114"/>
            <a:ext cx="1181100" cy="714375"/>
            <a:chOff x="1338" y="1752"/>
            <a:chExt cx="744" cy="450"/>
          </a:xfrm>
        </p:grpSpPr>
        <p:pic>
          <p:nvPicPr>
            <p:cNvPr id="190" name="Picture 25"/>
            <p:cNvPicPr>
              <a:picLocks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1338" y="1752"/>
              <a:ext cx="744" cy="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1" name="Text Box 135"/>
            <p:cNvSpPr txBox="1">
              <a:spLocks noChangeArrowheads="1"/>
            </p:cNvSpPr>
            <p:nvPr/>
          </p:nvSpPr>
          <p:spPr bwMode="auto">
            <a:xfrm>
              <a:off x="1415" y="1829"/>
              <a:ext cx="588"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400">
                  <a:latin typeface="微软雅黑 Light" panose="020B0502040204020203" pitchFamily="34" charset="-122"/>
                  <a:ea typeface="微软雅黑 Light" panose="020B0502040204020203" pitchFamily="34" charset="-122"/>
                </a:rPr>
                <a:t>Net:3</a:t>
              </a:r>
              <a:endParaRPr lang="en-US" altLang="zh-CN" sz="2400">
                <a:latin typeface="微软雅黑 Light" panose="020B0502040204020203" pitchFamily="34" charset="-122"/>
                <a:ea typeface="微软雅黑 Light" panose="020B0502040204020203" pitchFamily="34" charset="-122"/>
              </a:endParaRPr>
            </a:p>
          </p:txBody>
        </p:sp>
      </p:grpSp>
      <p:grpSp>
        <p:nvGrpSpPr>
          <p:cNvPr id="192" name="Group 136"/>
          <p:cNvGrpSpPr/>
          <p:nvPr/>
        </p:nvGrpSpPr>
        <p:grpSpPr bwMode="auto">
          <a:xfrm>
            <a:off x="2640013" y="3940176"/>
            <a:ext cx="1181100" cy="714375"/>
            <a:chOff x="1338" y="1752"/>
            <a:chExt cx="744" cy="450"/>
          </a:xfrm>
        </p:grpSpPr>
        <p:pic>
          <p:nvPicPr>
            <p:cNvPr id="193" name="Picture 25"/>
            <p:cNvPicPr>
              <a:picLocks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1338" y="1752"/>
              <a:ext cx="744" cy="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4" name="Text Box 138"/>
            <p:cNvSpPr txBox="1">
              <a:spLocks noChangeArrowheads="1"/>
            </p:cNvSpPr>
            <p:nvPr/>
          </p:nvSpPr>
          <p:spPr bwMode="auto">
            <a:xfrm>
              <a:off x="1415" y="1829"/>
              <a:ext cx="588"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400">
                  <a:latin typeface="微软雅黑 Light" panose="020B0502040204020203" pitchFamily="34" charset="-122"/>
                  <a:ea typeface="微软雅黑 Light" panose="020B0502040204020203" pitchFamily="34" charset="-122"/>
                </a:rPr>
                <a:t>Net:5</a:t>
              </a:r>
              <a:endParaRPr lang="en-US" altLang="zh-CN" sz="2400">
                <a:latin typeface="微软雅黑 Light" panose="020B0502040204020203" pitchFamily="34" charset="-122"/>
                <a:ea typeface="微软雅黑 Light" panose="020B0502040204020203" pitchFamily="34" charset="-122"/>
              </a:endParaRPr>
            </a:p>
          </p:txBody>
        </p:sp>
      </p:grpSp>
      <p:grpSp>
        <p:nvGrpSpPr>
          <p:cNvPr id="195" name="Group 139"/>
          <p:cNvGrpSpPr/>
          <p:nvPr/>
        </p:nvGrpSpPr>
        <p:grpSpPr bwMode="auto">
          <a:xfrm>
            <a:off x="5502275" y="4875214"/>
            <a:ext cx="1181100" cy="714375"/>
            <a:chOff x="1338" y="1752"/>
            <a:chExt cx="744" cy="450"/>
          </a:xfrm>
        </p:grpSpPr>
        <p:pic>
          <p:nvPicPr>
            <p:cNvPr id="196" name="Picture 25"/>
            <p:cNvPicPr>
              <a:picLocks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1338" y="1752"/>
              <a:ext cx="744" cy="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7" name="Text Box 141"/>
            <p:cNvSpPr txBox="1">
              <a:spLocks noChangeArrowheads="1"/>
            </p:cNvSpPr>
            <p:nvPr/>
          </p:nvSpPr>
          <p:spPr bwMode="auto">
            <a:xfrm>
              <a:off x="1417" y="1829"/>
              <a:ext cx="585"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400">
                  <a:latin typeface="微软雅黑 Light" panose="020B0502040204020203" pitchFamily="34" charset="-122"/>
                  <a:ea typeface="微软雅黑 Light" panose="020B0502040204020203" pitchFamily="34" charset="-122"/>
                </a:rPr>
                <a:t>Net:7</a:t>
              </a:r>
              <a:endParaRPr lang="en-US" altLang="zh-CN" sz="2400">
                <a:latin typeface="微软雅黑 Light" panose="020B0502040204020203" pitchFamily="34" charset="-122"/>
                <a:ea typeface="微软雅黑 Light" panose="020B0502040204020203" pitchFamily="34" charset="-122"/>
              </a:endParaRPr>
            </a:p>
          </p:txBody>
        </p:sp>
      </p:grpSp>
      <p:grpSp>
        <p:nvGrpSpPr>
          <p:cNvPr id="198" name="Group 142"/>
          <p:cNvGrpSpPr/>
          <p:nvPr/>
        </p:nvGrpSpPr>
        <p:grpSpPr bwMode="auto">
          <a:xfrm>
            <a:off x="8670925" y="4229101"/>
            <a:ext cx="1181100" cy="714375"/>
            <a:chOff x="1338" y="1752"/>
            <a:chExt cx="744" cy="450"/>
          </a:xfrm>
        </p:grpSpPr>
        <p:pic>
          <p:nvPicPr>
            <p:cNvPr id="199" name="Picture 25"/>
            <p:cNvPicPr>
              <a:picLocks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1338" y="1752"/>
              <a:ext cx="744" cy="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0" name="Text Box 144"/>
            <p:cNvSpPr txBox="1">
              <a:spLocks noChangeArrowheads="1"/>
            </p:cNvSpPr>
            <p:nvPr/>
          </p:nvSpPr>
          <p:spPr bwMode="auto">
            <a:xfrm>
              <a:off x="1415" y="1829"/>
              <a:ext cx="588"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400">
                  <a:latin typeface="微软雅黑 Light" panose="020B0502040204020203" pitchFamily="34" charset="-122"/>
                  <a:ea typeface="微软雅黑 Light" panose="020B0502040204020203" pitchFamily="34" charset="-122"/>
                </a:rPr>
                <a:t>Net:6</a:t>
              </a:r>
              <a:endParaRPr lang="en-US" altLang="zh-CN" sz="2400">
                <a:latin typeface="微软雅黑 Light" panose="020B0502040204020203" pitchFamily="34" charset="-122"/>
                <a:ea typeface="微软雅黑 Light" panose="020B0502040204020203" pitchFamily="34" charset="-122"/>
              </a:endParaRPr>
            </a:p>
          </p:txBody>
        </p:sp>
      </p:grpSp>
      <p:grpSp>
        <p:nvGrpSpPr>
          <p:cNvPr id="201" name="Group 145"/>
          <p:cNvGrpSpPr/>
          <p:nvPr/>
        </p:nvGrpSpPr>
        <p:grpSpPr bwMode="auto">
          <a:xfrm>
            <a:off x="7231063" y="2932114"/>
            <a:ext cx="1181100" cy="714375"/>
            <a:chOff x="1338" y="1752"/>
            <a:chExt cx="744" cy="450"/>
          </a:xfrm>
        </p:grpSpPr>
        <p:pic>
          <p:nvPicPr>
            <p:cNvPr id="202" name="Picture 25"/>
            <p:cNvPicPr>
              <a:picLocks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1338" y="1752"/>
              <a:ext cx="744" cy="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3" name="Text Box 147"/>
            <p:cNvSpPr txBox="1">
              <a:spLocks noChangeArrowheads="1"/>
            </p:cNvSpPr>
            <p:nvPr/>
          </p:nvSpPr>
          <p:spPr bwMode="auto">
            <a:xfrm>
              <a:off x="1414" y="1829"/>
              <a:ext cx="591"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400">
                  <a:latin typeface="微软雅黑 Light" panose="020B0502040204020203" pitchFamily="34" charset="-122"/>
                  <a:ea typeface="微软雅黑 Light" panose="020B0502040204020203" pitchFamily="34" charset="-122"/>
                </a:rPr>
                <a:t>Net:4</a:t>
              </a:r>
              <a:endParaRPr lang="en-US" altLang="zh-CN" sz="2400">
                <a:latin typeface="微软雅黑 Light" panose="020B0502040204020203" pitchFamily="34" charset="-122"/>
                <a:ea typeface="微软雅黑 Light" panose="020B0502040204020203" pitchFamily="34" charset="-122"/>
              </a:endParaRPr>
            </a:p>
          </p:txBody>
        </p:sp>
      </p:grpSp>
      <p:grpSp>
        <p:nvGrpSpPr>
          <p:cNvPr id="204" name="Group 148"/>
          <p:cNvGrpSpPr/>
          <p:nvPr/>
        </p:nvGrpSpPr>
        <p:grpSpPr bwMode="auto">
          <a:xfrm>
            <a:off x="7662863" y="1563689"/>
            <a:ext cx="1181100" cy="714375"/>
            <a:chOff x="1338" y="1752"/>
            <a:chExt cx="744" cy="450"/>
          </a:xfrm>
        </p:grpSpPr>
        <p:pic>
          <p:nvPicPr>
            <p:cNvPr id="205" name="Picture 25"/>
            <p:cNvPicPr>
              <a:picLocks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1338" y="1752"/>
              <a:ext cx="744" cy="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6" name="Text Box 150"/>
            <p:cNvSpPr txBox="1">
              <a:spLocks noChangeArrowheads="1"/>
            </p:cNvSpPr>
            <p:nvPr/>
          </p:nvSpPr>
          <p:spPr bwMode="auto">
            <a:xfrm>
              <a:off x="1415" y="1829"/>
              <a:ext cx="588"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400">
                  <a:latin typeface="微软雅黑 Light" panose="020B0502040204020203" pitchFamily="34" charset="-122"/>
                  <a:ea typeface="微软雅黑 Light" panose="020B0502040204020203" pitchFamily="34" charset="-122"/>
                </a:rPr>
                <a:t>Net:2</a:t>
              </a:r>
              <a:endParaRPr lang="en-US" altLang="zh-CN" sz="2400">
                <a:latin typeface="微软雅黑 Light" panose="020B0502040204020203" pitchFamily="34" charset="-122"/>
                <a:ea typeface="微软雅黑 Light" panose="020B0502040204020203" pitchFamily="34" charset="-122"/>
              </a:endParaRPr>
            </a:p>
          </p:txBody>
        </p:sp>
      </p:grpSp>
      <p:sp>
        <p:nvSpPr>
          <p:cNvPr id="207" name="Text Box 151"/>
          <p:cNvSpPr txBox="1">
            <a:spLocks noChangeArrowheads="1"/>
          </p:cNvSpPr>
          <p:nvPr/>
        </p:nvSpPr>
        <p:spPr bwMode="auto">
          <a:xfrm>
            <a:off x="2812921" y="2420938"/>
            <a:ext cx="322524" cy="5232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chemeClr val="accent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ctr"/>
            <a:r>
              <a:rPr lang="en-US" altLang="zh-CN" sz="2800" dirty="0">
                <a:solidFill>
                  <a:srgbClr val="6600CC"/>
                </a:solidFill>
                <a:latin typeface="微软雅黑 Light" panose="020B0502040204020203" pitchFamily="34" charset="-122"/>
                <a:ea typeface="微软雅黑 Light" panose="020B0502040204020203" pitchFamily="34" charset="-122"/>
              </a:rPr>
              <a:t>1</a:t>
            </a:r>
            <a:endParaRPr lang="en-US" altLang="zh-CN" sz="2800" dirty="0">
              <a:solidFill>
                <a:srgbClr val="6600CC"/>
              </a:solidFill>
              <a:latin typeface="微软雅黑 Light" panose="020B0502040204020203" pitchFamily="34" charset="-122"/>
              <a:ea typeface="微软雅黑 Light" panose="020B0502040204020203" pitchFamily="34" charset="-122"/>
            </a:endParaRPr>
          </a:p>
        </p:txBody>
      </p:sp>
      <p:sp>
        <p:nvSpPr>
          <p:cNvPr id="208" name="Text Box 152"/>
          <p:cNvSpPr txBox="1">
            <a:spLocks noChangeArrowheads="1"/>
          </p:cNvSpPr>
          <p:nvPr/>
        </p:nvSpPr>
        <p:spPr bwMode="auto">
          <a:xfrm>
            <a:off x="3070587" y="2852738"/>
            <a:ext cx="385042" cy="5232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chemeClr val="accent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ctr"/>
            <a:r>
              <a:rPr lang="en-US" altLang="zh-CN" sz="2800">
                <a:solidFill>
                  <a:srgbClr val="6600CC"/>
                </a:solidFill>
                <a:latin typeface="微软雅黑 Light" panose="020B0502040204020203" pitchFamily="34" charset="-122"/>
                <a:ea typeface="微软雅黑 Light" panose="020B0502040204020203" pitchFamily="34" charset="-122"/>
              </a:rPr>
              <a:t>3</a:t>
            </a:r>
            <a:endParaRPr lang="en-US" altLang="zh-CN" sz="2800">
              <a:solidFill>
                <a:srgbClr val="6600CC"/>
              </a:solidFill>
              <a:latin typeface="微软雅黑 Light" panose="020B0502040204020203" pitchFamily="34" charset="-122"/>
              <a:ea typeface="微软雅黑 Light" panose="020B0502040204020203" pitchFamily="34" charset="-122"/>
            </a:endParaRPr>
          </a:p>
        </p:txBody>
      </p:sp>
      <p:sp>
        <p:nvSpPr>
          <p:cNvPr id="209" name="Text Box 153"/>
          <p:cNvSpPr txBox="1">
            <a:spLocks noChangeArrowheads="1"/>
          </p:cNvSpPr>
          <p:nvPr/>
        </p:nvSpPr>
        <p:spPr bwMode="auto">
          <a:xfrm>
            <a:off x="2854687" y="3357563"/>
            <a:ext cx="385042" cy="5232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chemeClr val="accent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ctr"/>
            <a:r>
              <a:rPr lang="en-US" altLang="zh-CN" sz="2800">
                <a:solidFill>
                  <a:srgbClr val="6600CC"/>
                </a:solidFill>
                <a:latin typeface="微软雅黑 Light" panose="020B0502040204020203" pitchFamily="34" charset="-122"/>
                <a:ea typeface="微软雅黑 Light" panose="020B0502040204020203" pitchFamily="34" charset="-122"/>
              </a:rPr>
              <a:t>2</a:t>
            </a:r>
            <a:endParaRPr lang="en-US" altLang="zh-CN" sz="2800">
              <a:solidFill>
                <a:srgbClr val="6600CC"/>
              </a:solidFill>
              <a:latin typeface="微软雅黑 Light" panose="020B0502040204020203" pitchFamily="34" charset="-122"/>
              <a:ea typeface="微软雅黑 Light" panose="020B0502040204020203" pitchFamily="34" charset="-122"/>
            </a:endParaRPr>
          </a:p>
        </p:txBody>
      </p:sp>
      <p:sp>
        <p:nvSpPr>
          <p:cNvPr id="210" name="Text Box 154"/>
          <p:cNvSpPr txBox="1">
            <a:spLocks noChangeArrowheads="1"/>
          </p:cNvSpPr>
          <p:nvPr/>
        </p:nvSpPr>
        <p:spPr bwMode="auto">
          <a:xfrm>
            <a:off x="3791312" y="4508501"/>
            <a:ext cx="385042" cy="5232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chemeClr val="accent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ctr"/>
            <a:r>
              <a:rPr lang="en-US" altLang="zh-CN" sz="2800">
                <a:solidFill>
                  <a:srgbClr val="6600CC"/>
                </a:solidFill>
                <a:latin typeface="微软雅黑 Light" panose="020B0502040204020203" pitchFamily="34" charset="-122"/>
                <a:ea typeface="微软雅黑 Light" panose="020B0502040204020203" pitchFamily="34" charset="-122"/>
              </a:rPr>
              <a:t>3</a:t>
            </a:r>
            <a:endParaRPr lang="en-US" altLang="zh-CN" sz="2800">
              <a:solidFill>
                <a:srgbClr val="6600CC"/>
              </a:solidFill>
              <a:latin typeface="微软雅黑 Light" panose="020B0502040204020203" pitchFamily="34" charset="-122"/>
              <a:ea typeface="微软雅黑 Light" panose="020B0502040204020203" pitchFamily="34" charset="-122"/>
            </a:endParaRPr>
          </a:p>
        </p:txBody>
      </p:sp>
      <p:sp>
        <p:nvSpPr>
          <p:cNvPr id="211" name="Text Box 155"/>
          <p:cNvSpPr txBox="1">
            <a:spLocks noChangeArrowheads="1"/>
          </p:cNvSpPr>
          <p:nvPr/>
        </p:nvSpPr>
        <p:spPr bwMode="auto">
          <a:xfrm>
            <a:off x="4799373" y="4797426"/>
            <a:ext cx="385042" cy="5232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chemeClr val="accent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ctr"/>
            <a:r>
              <a:rPr lang="en-US" altLang="zh-CN" sz="2800" dirty="0">
                <a:solidFill>
                  <a:srgbClr val="6600CC"/>
                </a:solidFill>
                <a:latin typeface="微软雅黑 Light" panose="020B0502040204020203" pitchFamily="34" charset="-122"/>
                <a:ea typeface="微软雅黑 Light" panose="020B0502040204020203" pitchFamily="34" charset="-122"/>
              </a:rPr>
              <a:t>2</a:t>
            </a:r>
            <a:endParaRPr lang="en-US" altLang="zh-CN" sz="2800" dirty="0">
              <a:solidFill>
                <a:srgbClr val="6600CC"/>
              </a:solidFill>
              <a:latin typeface="微软雅黑 Light" panose="020B0502040204020203" pitchFamily="34" charset="-122"/>
              <a:ea typeface="微软雅黑 Light" panose="020B0502040204020203" pitchFamily="34" charset="-122"/>
            </a:endParaRPr>
          </a:p>
        </p:txBody>
      </p:sp>
      <p:sp>
        <p:nvSpPr>
          <p:cNvPr id="212" name="Text Box 156"/>
          <p:cNvSpPr txBox="1">
            <a:spLocks noChangeArrowheads="1"/>
          </p:cNvSpPr>
          <p:nvPr/>
        </p:nvSpPr>
        <p:spPr bwMode="auto">
          <a:xfrm>
            <a:off x="6958373" y="4797426"/>
            <a:ext cx="385042" cy="5232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chemeClr val="accent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ctr"/>
            <a:r>
              <a:rPr lang="en-US" altLang="zh-CN" sz="2800">
                <a:solidFill>
                  <a:srgbClr val="6600CC"/>
                </a:solidFill>
                <a:latin typeface="微软雅黑 Light" panose="020B0502040204020203" pitchFamily="34" charset="-122"/>
                <a:ea typeface="微软雅黑 Light" panose="020B0502040204020203" pitchFamily="34" charset="-122"/>
              </a:rPr>
              <a:t>3</a:t>
            </a:r>
            <a:endParaRPr lang="en-US" altLang="zh-CN" sz="2800">
              <a:solidFill>
                <a:srgbClr val="6600CC"/>
              </a:solidFill>
              <a:latin typeface="微软雅黑 Light" panose="020B0502040204020203" pitchFamily="34" charset="-122"/>
              <a:ea typeface="微软雅黑 Light" panose="020B0502040204020203" pitchFamily="34" charset="-122"/>
            </a:endParaRPr>
          </a:p>
        </p:txBody>
      </p:sp>
      <p:sp>
        <p:nvSpPr>
          <p:cNvPr id="213" name="Text Box 157"/>
          <p:cNvSpPr txBox="1">
            <a:spLocks noChangeArrowheads="1"/>
          </p:cNvSpPr>
          <p:nvPr/>
        </p:nvSpPr>
        <p:spPr bwMode="auto">
          <a:xfrm>
            <a:off x="8182337" y="4724401"/>
            <a:ext cx="385042" cy="5232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chemeClr val="accent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ctr"/>
            <a:r>
              <a:rPr lang="en-US" altLang="zh-CN" sz="2800">
                <a:solidFill>
                  <a:srgbClr val="6600CC"/>
                </a:solidFill>
                <a:latin typeface="微软雅黑 Light" panose="020B0502040204020203" pitchFamily="34" charset="-122"/>
                <a:ea typeface="微软雅黑 Light" panose="020B0502040204020203" pitchFamily="34" charset="-122"/>
              </a:rPr>
              <a:t>5</a:t>
            </a:r>
            <a:endParaRPr lang="en-US" altLang="zh-CN" sz="2800">
              <a:solidFill>
                <a:srgbClr val="6600CC"/>
              </a:solidFill>
              <a:latin typeface="微软雅黑 Light" panose="020B0502040204020203" pitchFamily="34" charset="-122"/>
              <a:ea typeface="微软雅黑 Light" panose="020B0502040204020203" pitchFamily="34" charset="-122"/>
            </a:endParaRPr>
          </a:p>
        </p:txBody>
      </p:sp>
      <p:sp>
        <p:nvSpPr>
          <p:cNvPr id="214" name="Text Box 158"/>
          <p:cNvSpPr txBox="1">
            <a:spLocks noChangeArrowheads="1"/>
          </p:cNvSpPr>
          <p:nvPr/>
        </p:nvSpPr>
        <p:spPr bwMode="auto">
          <a:xfrm>
            <a:off x="9263423" y="3357563"/>
            <a:ext cx="385042" cy="5232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chemeClr val="accent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ctr"/>
            <a:r>
              <a:rPr lang="en-US" altLang="zh-CN" sz="2800" dirty="0">
                <a:solidFill>
                  <a:srgbClr val="6600CC"/>
                </a:solidFill>
                <a:latin typeface="微软雅黑 Light" panose="020B0502040204020203" pitchFamily="34" charset="-122"/>
                <a:ea typeface="微软雅黑 Light" panose="020B0502040204020203" pitchFamily="34" charset="-122"/>
              </a:rPr>
              <a:t>2</a:t>
            </a:r>
            <a:endParaRPr lang="en-US" altLang="zh-CN" sz="2800" dirty="0">
              <a:solidFill>
                <a:srgbClr val="6600CC"/>
              </a:solidFill>
              <a:latin typeface="微软雅黑 Light" panose="020B0502040204020203" pitchFamily="34" charset="-122"/>
              <a:ea typeface="微软雅黑 Light" panose="020B0502040204020203" pitchFamily="34" charset="-122"/>
            </a:endParaRPr>
          </a:p>
        </p:txBody>
      </p:sp>
      <p:sp>
        <p:nvSpPr>
          <p:cNvPr id="215" name="Text Box 159"/>
          <p:cNvSpPr txBox="1">
            <a:spLocks noChangeArrowheads="1"/>
          </p:cNvSpPr>
          <p:nvPr/>
        </p:nvSpPr>
        <p:spPr bwMode="auto">
          <a:xfrm>
            <a:off x="8974498" y="2636838"/>
            <a:ext cx="385042" cy="5232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chemeClr val="accent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ctr"/>
            <a:r>
              <a:rPr lang="en-US" altLang="zh-CN" sz="2800">
                <a:solidFill>
                  <a:srgbClr val="6600CC"/>
                </a:solidFill>
                <a:latin typeface="微软雅黑 Light" panose="020B0502040204020203" pitchFamily="34" charset="-122"/>
                <a:ea typeface="微软雅黑 Light" panose="020B0502040204020203" pitchFamily="34" charset="-122"/>
              </a:rPr>
              <a:t>5</a:t>
            </a:r>
            <a:endParaRPr lang="en-US" altLang="zh-CN" sz="2800">
              <a:solidFill>
                <a:srgbClr val="6600CC"/>
              </a:solidFill>
              <a:latin typeface="微软雅黑 Light" panose="020B0502040204020203" pitchFamily="34" charset="-122"/>
              <a:ea typeface="微软雅黑 Light" panose="020B0502040204020203" pitchFamily="34" charset="-122"/>
            </a:endParaRPr>
          </a:p>
        </p:txBody>
      </p:sp>
      <p:sp>
        <p:nvSpPr>
          <p:cNvPr id="216" name="Text Box 160"/>
          <p:cNvSpPr txBox="1">
            <a:spLocks noChangeArrowheads="1"/>
          </p:cNvSpPr>
          <p:nvPr/>
        </p:nvSpPr>
        <p:spPr bwMode="auto">
          <a:xfrm>
            <a:off x="6599598" y="1412876"/>
            <a:ext cx="385042" cy="5232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chemeClr val="accent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ctr"/>
            <a:r>
              <a:rPr lang="en-US" altLang="zh-CN" sz="2800">
                <a:solidFill>
                  <a:srgbClr val="6600CC"/>
                </a:solidFill>
                <a:latin typeface="微软雅黑 Light" panose="020B0502040204020203" pitchFamily="34" charset="-122"/>
                <a:ea typeface="微软雅黑 Light" panose="020B0502040204020203" pitchFamily="34" charset="-122"/>
              </a:rPr>
              <a:t>2</a:t>
            </a:r>
            <a:endParaRPr lang="en-US" altLang="zh-CN" sz="2800">
              <a:solidFill>
                <a:srgbClr val="6600CC"/>
              </a:solidFill>
              <a:latin typeface="微软雅黑 Light" panose="020B0502040204020203" pitchFamily="34" charset="-122"/>
              <a:ea typeface="微软雅黑 Light" panose="020B0502040204020203" pitchFamily="34" charset="-122"/>
            </a:endParaRPr>
          </a:p>
        </p:txBody>
      </p:sp>
      <p:sp>
        <p:nvSpPr>
          <p:cNvPr id="217" name="Text Box 161"/>
          <p:cNvSpPr txBox="1">
            <a:spLocks noChangeArrowheads="1"/>
          </p:cNvSpPr>
          <p:nvPr/>
        </p:nvSpPr>
        <p:spPr bwMode="auto">
          <a:xfrm>
            <a:off x="5371644" y="1412876"/>
            <a:ext cx="389851" cy="5232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chemeClr val="accent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ctr"/>
            <a:r>
              <a:rPr lang="en-US" altLang="zh-CN" sz="2800">
                <a:solidFill>
                  <a:srgbClr val="6600CC"/>
                </a:solidFill>
                <a:latin typeface="微软雅黑 Light" panose="020B0502040204020203" pitchFamily="34" charset="-122"/>
                <a:ea typeface="微软雅黑 Light" panose="020B0502040204020203" pitchFamily="34" charset="-122"/>
              </a:rPr>
              <a:t>4</a:t>
            </a:r>
            <a:endParaRPr lang="en-US" altLang="zh-CN" sz="2800">
              <a:solidFill>
                <a:srgbClr val="6600CC"/>
              </a:solidFill>
              <a:latin typeface="微软雅黑 Light" panose="020B0502040204020203" pitchFamily="34" charset="-122"/>
              <a:ea typeface="微软雅黑 Light" panose="020B0502040204020203" pitchFamily="34" charset="-122"/>
            </a:endParaRPr>
          </a:p>
        </p:txBody>
      </p:sp>
      <p:sp>
        <p:nvSpPr>
          <p:cNvPr id="218" name="Text Box 162"/>
          <p:cNvSpPr txBox="1">
            <a:spLocks noChangeArrowheads="1"/>
          </p:cNvSpPr>
          <p:nvPr/>
        </p:nvSpPr>
        <p:spPr bwMode="auto">
          <a:xfrm>
            <a:off x="5374048" y="2852738"/>
            <a:ext cx="385042" cy="5232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chemeClr val="accent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ctr"/>
            <a:r>
              <a:rPr lang="en-US" altLang="zh-CN" sz="2800">
                <a:solidFill>
                  <a:srgbClr val="6600CC"/>
                </a:solidFill>
                <a:latin typeface="微软雅黑 Light" panose="020B0502040204020203" pitchFamily="34" charset="-122"/>
                <a:ea typeface="微软雅黑 Light" panose="020B0502040204020203" pitchFamily="34" charset="-122"/>
              </a:rPr>
              <a:t>2</a:t>
            </a:r>
            <a:endParaRPr lang="en-US" altLang="zh-CN" sz="2800">
              <a:solidFill>
                <a:srgbClr val="6600CC"/>
              </a:solidFill>
              <a:latin typeface="微软雅黑 Light" panose="020B0502040204020203" pitchFamily="34" charset="-122"/>
              <a:ea typeface="微软雅黑 Light" panose="020B0502040204020203" pitchFamily="34" charset="-122"/>
            </a:endParaRPr>
          </a:p>
        </p:txBody>
      </p:sp>
      <p:sp>
        <p:nvSpPr>
          <p:cNvPr id="219" name="Text Box 163"/>
          <p:cNvSpPr txBox="1">
            <a:spLocks noChangeArrowheads="1"/>
          </p:cNvSpPr>
          <p:nvPr/>
        </p:nvSpPr>
        <p:spPr bwMode="auto">
          <a:xfrm>
            <a:off x="6671037" y="2852738"/>
            <a:ext cx="385042" cy="5232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chemeClr val="accent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ctr"/>
            <a:r>
              <a:rPr lang="en-US" altLang="zh-CN" sz="2800" dirty="0">
                <a:solidFill>
                  <a:srgbClr val="6600CC"/>
                </a:solidFill>
                <a:latin typeface="微软雅黑 Light" panose="020B0502040204020203" pitchFamily="34" charset="-122"/>
                <a:ea typeface="微软雅黑 Light" panose="020B0502040204020203" pitchFamily="34" charset="-122"/>
              </a:rPr>
              <a:t>3</a:t>
            </a:r>
            <a:endParaRPr lang="en-US" altLang="zh-CN" sz="2800" dirty="0">
              <a:solidFill>
                <a:srgbClr val="6600CC"/>
              </a:solidFill>
              <a:latin typeface="微软雅黑 Light" panose="020B0502040204020203" pitchFamily="34" charset="-122"/>
              <a:ea typeface="微软雅黑 Light" panose="020B0502040204020203" pitchFamily="34" charset="-122"/>
            </a:endParaRPr>
          </a:p>
        </p:txBody>
      </p:sp>
      <p:pic>
        <p:nvPicPr>
          <p:cNvPr id="220" name="图形 219"/>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275457" y="2916012"/>
            <a:ext cx="698726" cy="698726"/>
          </a:xfrm>
          <a:prstGeom prst="rect">
            <a:avLst/>
          </a:prstGeom>
        </p:spPr>
      </p:pic>
      <p:pic>
        <p:nvPicPr>
          <p:cNvPr id="221" name="图形 220"/>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886783" y="1527916"/>
            <a:ext cx="698726" cy="698726"/>
          </a:xfrm>
          <a:prstGeom prst="rect">
            <a:avLst/>
          </a:prstGeom>
        </p:spPr>
      </p:pic>
      <p:pic>
        <p:nvPicPr>
          <p:cNvPr id="222" name="图形 221"/>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9478738" y="2809298"/>
            <a:ext cx="698726" cy="698726"/>
          </a:xfrm>
          <a:prstGeom prst="rect">
            <a:avLst/>
          </a:prstGeom>
        </p:spPr>
      </p:pic>
      <p:pic>
        <p:nvPicPr>
          <p:cNvPr id="223" name="图形 222"/>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7584684" y="4960169"/>
            <a:ext cx="698726" cy="698726"/>
          </a:xfrm>
          <a:prstGeom prst="rect">
            <a:avLst/>
          </a:prstGeom>
        </p:spPr>
      </p:pic>
      <p:pic>
        <p:nvPicPr>
          <p:cNvPr id="224" name="图形 223"/>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085885" y="4901320"/>
            <a:ext cx="698726" cy="698726"/>
          </a:xfrm>
          <a:prstGeom prst="rect">
            <a:avLst/>
          </a:prstGeom>
        </p:spPr>
      </p:pic>
      <p:pic>
        <p:nvPicPr>
          <p:cNvPr id="225" name="图形 224"/>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904944" y="3008200"/>
            <a:ext cx="698726" cy="698726"/>
          </a:xfrm>
          <a:prstGeom prst="rect">
            <a:avLst/>
          </a:prstGeom>
        </p:spPr>
      </p:pic>
      <p:cxnSp>
        <p:nvCxnSpPr>
          <p:cNvPr id="6" name="直接箭头连接符 5"/>
          <p:cNvCxnSpPr/>
          <p:nvPr/>
        </p:nvCxnSpPr>
        <p:spPr bwMode="auto">
          <a:xfrm flipV="1">
            <a:off x="2861813" y="2091421"/>
            <a:ext cx="884237" cy="701404"/>
          </a:xfrm>
          <a:prstGeom prst="straightConnector1">
            <a:avLst/>
          </a:prstGeom>
          <a:noFill/>
          <a:ln w="25400" cap="flat" cmpd="sng" algn="ctr">
            <a:solidFill>
              <a:srgbClr val="FF0000"/>
            </a:solidFill>
            <a:prstDash val="solid"/>
            <a:round/>
            <a:headEnd type="none" w="med" len="med"/>
            <a:tailEnd type="triangle"/>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8" name="直接箭头连接符 67"/>
          <p:cNvCxnSpPr/>
          <p:nvPr/>
        </p:nvCxnSpPr>
        <p:spPr bwMode="auto">
          <a:xfrm>
            <a:off x="2642250" y="3671572"/>
            <a:ext cx="270020" cy="327343"/>
          </a:xfrm>
          <a:prstGeom prst="straightConnector1">
            <a:avLst/>
          </a:prstGeom>
          <a:noFill/>
          <a:ln w="25400" cap="flat" cmpd="sng" algn="ctr">
            <a:solidFill>
              <a:srgbClr val="FF0000"/>
            </a:solidFill>
            <a:prstDash val="sysDot"/>
            <a:round/>
            <a:headEnd type="none" w="med" len="med"/>
            <a:tailEnd type="triangle"/>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2" name="直接箭头连接符 71"/>
          <p:cNvCxnSpPr/>
          <p:nvPr/>
        </p:nvCxnSpPr>
        <p:spPr bwMode="auto">
          <a:xfrm flipV="1">
            <a:off x="2998183" y="3143060"/>
            <a:ext cx="907401" cy="15601"/>
          </a:xfrm>
          <a:prstGeom prst="straightConnector1">
            <a:avLst/>
          </a:prstGeom>
          <a:noFill/>
          <a:ln w="25400" cap="flat" cmpd="sng" algn="ctr">
            <a:solidFill>
              <a:srgbClr val="FF0000"/>
            </a:solidFill>
            <a:prstDash val="sysDot"/>
            <a:round/>
            <a:headEnd type="none" w="med" len="med"/>
            <a:tailEnd type="triangle"/>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1" name="椭圆 10"/>
          <p:cNvSpPr/>
          <p:nvPr/>
        </p:nvSpPr>
        <p:spPr bwMode="auto">
          <a:xfrm>
            <a:off x="3180225" y="1930844"/>
            <a:ext cx="364202" cy="361061"/>
          </a:xfrm>
          <a:prstGeom prst="ellipse">
            <a:avLst/>
          </a:prstGeom>
          <a:noFill/>
          <a:ln w="9525" cap="flat" cmpd="sng" algn="ctr">
            <a:solidFill>
              <a:srgbClr val="FF0000"/>
            </a:solidFill>
            <a:prstDash val="sysDot"/>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rot="0" spcFirstLastPara="0" vertOverflow="overflow" horzOverflow="overflow" vert="horz" wrap="square" lIns="91440" tIns="45720" rIns="91440" bIns="45720" numCol="1" spcCol="0" rtlCol="0" fromWordArt="0" anchor="ctr" anchorCtr="0" forceAA="0" compatLnSpc="1">
            <a:noAutofit/>
          </a:bodyPr>
          <a:lstStyle/>
          <a:p>
            <a:pPr algn="ctr" eaLnBrk="1" hangingPunct="1"/>
            <a:r>
              <a:rPr lang="en-US" altLang="zh-CN" dirty="0">
                <a:solidFill>
                  <a:srgbClr val="FF0000"/>
                </a:solidFill>
                <a:latin typeface="微软雅黑 Light" panose="020B0502040204020203" pitchFamily="34" charset="-122"/>
                <a:ea typeface="微软雅黑 Light" panose="020B0502040204020203" pitchFamily="34" charset="-122"/>
              </a:rPr>
              <a:t>1</a:t>
            </a:r>
            <a:endParaRPr lang="zh-CN" altLang="en-US" dirty="0">
              <a:solidFill>
                <a:srgbClr val="FF0000"/>
              </a:solidFill>
              <a:latin typeface="微软雅黑 Light" panose="020B0502040204020203" pitchFamily="34" charset="-122"/>
              <a:ea typeface="微软雅黑 Light" panose="020B0502040204020203" pitchFamily="34" charset="-122"/>
            </a:endParaRPr>
          </a:p>
        </p:txBody>
      </p:sp>
      <p:sp>
        <p:nvSpPr>
          <p:cNvPr id="76" name="椭圆 75"/>
          <p:cNvSpPr/>
          <p:nvPr/>
        </p:nvSpPr>
        <p:spPr bwMode="auto">
          <a:xfrm>
            <a:off x="3469276" y="2763627"/>
            <a:ext cx="364202" cy="361061"/>
          </a:xfrm>
          <a:prstGeom prst="ellipse">
            <a:avLst/>
          </a:prstGeom>
          <a:noFill/>
          <a:ln w="9525" cap="flat" cmpd="sng" algn="ctr">
            <a:solidFill>
              <a:srgbClr val="FF0000"/>
            </a:solidFill>
            <a:prstDash val="sysDot"/>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ctr" anchorCtr="0" compatLnSpc="1"/>
          <a:lstStyle/>
          <a:p>
            <a:pPr marL="0" marR="0" indent="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dirty="0">
                <a:ln>
                  <a:noFill/>
                </a:ln>
                <a:solidFill>
                  <a:srgbClr val="FF0000"/>
                </a:solidFill>
                <a:effectLst/>
                <a:latin typeface="微软雅黑 Light" panose="020B0502040204020203" pitchFamily="34" charset="-122"/>
                <a:ea typeface="微软雅黑 Light" panose="020B0502040204020203" pitchFamily="34" charset="-122"/>
              </a:rPr>
              <a:t>3</a:t>
            </a:r>
            <a:endParaRPr kumimoji="0" lang="zh-CN" altLang="en-US" sz="2000" b="0" i="0" u="none" strike="noStrike" cap="none" normalizeH="0" baseline="0" dirty="0">
              <a:ln>
                <a:noFill/>
              </a:ln>
              <a:solidFill>
                <a:srgbClr val="FF0000"/>
              </a:solidFill>
              <a:effectLst/>
              <a:latin typeface="微软雅黑 Light" panose="020B0502040204020203" pitchFamily="34" charset="-122"/>
              <a:ea typeface="微软雅黑 Light" panose="020B0502040204020203" pitchFamily="34" charset="-122"/>
            </a:endParaRPr>
          </a:p>
        </p:txBody>
      </p:sp>
      <p:sp>
        <p:nvSpPr>
          <p:cNvPr id="77" name="椭圆 76"/>
          <p:cNvSpPr/>
          <p:nvPr/>
        </p:nvSpPr>
        <p:spPr bwMode="auto">
          <a:xfrm>
            <a:off x="2463017" y="3845052"/>
            <a:ext cx="364202" cy="361061"/>
          </a:xfrm>
          <a:prstGeom prst="ellipse">
            <a:avLst/>
          </a:prstGeom>
          <a:noFill/>
          <a:ln w="9525" cap="flat" cmpd="sng" algn="ctr">
            <a:solidFill>
              <a:srgbClr val="FF0000"/>
            </a:solidFill>
            <a:prstDash val="sysDot"/>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ctr" anchorCtr="0" compatLnSpc="1"/>
          <a:lstStyle/>
          <a:p>
            <a:pPr marL="0" marR="0" indent="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dirty="0">
                <a:ln>
                  <a:noFill/>
                </a:ln>
                <a:solidFill>
                  <a:srgbClr val="FF0000"/>
                </a:solidFill>
                <a:effectLst/>
                <a:latin typeface="微软雅黑 Light" panose="020B0502040204020203" pitchFamily="34" charset="-122"/>
                <a:ea typeface="微软雅黑 Light" panose="020B0502040204020203" pitchFamily="34" charset="-122"/>
              </a:rPr>
              <a:t>2</a:t>
            </a:r>
            <a:endParaRPr kumimoji="0" lang="zh-CN" altLang="en-US" sz="2000" b="0" i="0" u="none" strike="noStrike" cap="none" normalizeH="0" baseline="0" dirty="0">
              <a:ln>
                <a:noFill/>
              </a:ln>
              <a:solidFill>
                <a:srgbClr val="FF0000"/>
              </a:solidFill>
              <a:effectLst/>
              <a:latin typeface="微软雅黑 Light" panose="020B0502040204020203" pitchFamily="34" charset="-122"/>
              <a:ea typeface="微软雅黑 Light" panose="020B0502040204020203" pitchFamily="34" charset="-122"/>
            </a:endParaRPr>
          </a:p>
        </p:txBody>
      </p:sp>
      <p:cxnSp>
        <p:nvCxnSpPr>
          <p:cNvPr id="69" name="直接箭头连接符 68"/>
          <p:cNvCxnSpPr/>
          <p:nvPr/>
        </p:nvCxnSpPr>
        <p:spPr bwMode="auto">
          <a:xfrm>
            <a:off x="4840080" y="1660255"/>
            <a:ext cx="986709" cy="0"/>
          </a:xfrm>
          <a:prstGeom prst="straightConnector1">
            <a:avLst/>
          </a:prstGeom>
          <a:noFill/>
          <a:ln w="25400" cap="flat" cmpd="sng" algn="ctr">
            <a:solidFill>
              <a:srgbClr val="FF0000"/>
            </a:solidFill>
            <a:prstDash val="solid"/>
            <a:round/>
            <a:headEnd type="none" w="med" len="med"/>
            <a:tailEnd type="triangle"/>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1" name="椭圆 70"/>
          <p:cNvSpPr/>
          <p:nvPr/>
        </p:nvSpPr>
        <p:spPr bwMode="auto">
          <a:xfrm>
            <a:off x="5201892" y="1210549"/>
            <a:ext cx="364202" cy="361061"/>
          </a:xfrm>
          <a:prstGeom prst="ellipse">
            <a:avLst/>
          </a:prstGeom>
          <a:noFill/>
          <a:ln w="9525" cap="flat" cmpd="sng" algn="ctr">
            <a:solidFill>
              <a:srgbClr val="FF0000"/>
            </a:solidFill>
            <a:prstDash val="sysDot"/>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rot="0" spcFirstLastPara="0" vertOverflow="overflow" horzOverflow="overflow" vert="horz" wrap="square" lIns="91440" tIns="45720" rIns="91440" bIns="45720" numCol="1" spcCol="0" rtlCol="0" fromWordArt="0" anchor="ctr" anchorCtr="0" forceAA="0" compatLnSpc="1">
            <a:noAutofit/>
          </a:bodyPr>
          <a:lstStyle/>
          <a:p>
            <a:pPr algn="ctr" eaLnBrk="1" hangingPunct="1"/>
            <a:r>
              <a:rPr lang="en-US" altLang="zh-CN" dirty="0">
                <a:solidFill>
                  <a:srgbClr val="FF0000"/>
                </a:solidFill>
                <a:latin typeface="微软雅黑 Light" panose="020B0502040204020203" pitchFamily="34" charset="-122"/>
                <a:ea typeface="微软雅黑 Light" panose="020B0502040204020203" pitchFamily="34" charset="-122"/>
              </a:rPr>
              <a:t>1</a:t>
            </a:r>
            <a:endParaRPr lang="zh-CN" altLang="en-US" dirty="0">
              <a:solidFill>
                <a:srgbClr val="FF0000"/>
              </a:solidFill>
              <a:latin typeface="微软雅黑 Light" panose="020B0502040204020203" pitchFamily="34" charset="-122"/>
              <a:ea typeface="微软雅黑 Light" panose="020B0502040204020203" pitchFamily="34" charset="-122"/>
            </a:endParaRPr>
          </a:p>
        </p:txBody>
      </p:sp>
      <p:cxnSp>
        <p:nvCxnSpPr>
          <p:cNvPr id="73" name="直接箭头连接符 72"/>
          <p:cNvCxnSpPr/>
          <p:nvPr/>
        </p:nvCxnSpPr>
        <p:spPr bwMode="auto">
          <a:xfrm>
            <a:off x="6657539" y="1700808"/>
            <a:ext cx="986709" cy="0"/>
          </a:xfrm>
          <a:prstGeom prst="straightConnector1">
            <a:avLst/>
          </a:prstGeom>
          <a:noFill/>
          <a:ln w="25400" cap="flat" cmpd="sng" algn="ctr">
            <a:solidFill>
              <a:srgbClr val="FF0000"/>
            </a:solidFill>
            <a:prstDash val="sysDot"/>
            <a:round/>
            <a:headEnd type="none" w="med" len="med"/>
            <a:tailEnd type="triangle"/>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4" name="椭圆 73"/>
          <p:cNvSpPr/>
          <p:nvPr/>
        </p:nvSpPr>
        <p:spPr bwMode="auto">
          <a:xfrm>
            <a:off x="7216037" y="1234877"/>
            <a:ext cx="364202" cy="361061"/>
          </a:xfrm>
          <a:prstGeom prst="ellipse">
            <a:avLst/>
          </a:prstGeom>
          <a:noFill/>
          <a:ln w="9525" cap="flat" cmpd="sng" algn="ctr">
            <a:solidFill>
              <a:srgbClr val="FF0000"/>
            </a:solidFill>
            <a:prstDash val="sysDot"/>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rot="0" spcFirstLastPara="0" vertOverflow="overflow" horzOverflow="overflow" vert="horz" wrap="square" lIns="91440" tIns="45720" rIns="91440" bIns="45720" numCol="1" spcCol="0" rtlCol="0" fromWordArt="0" anchor="ctr" anchorCtr="0" forceAA="0" compatLnSpc="1">
            <a:noAutofit/>
          </a:bodyPr>
          <a:lstStyle/>
          <a:p>
            <a:pPr algn="ctr" eaLnBrk="1" hangingPunct="1"/>
            <a:r>
              <a:rPr lang="en-US" altLang="zh-CN" dirty="0">
                <a:solidFill>
                  <a:srgbClr val="FF0000"/>
                </a:solidFill>
                <a:latin typeface="微软雅黑 Light" panose="020B0502040204020203" pitchFamily="34" charset="-122"/>
                <a:ea typeface="微软雅黑 Light" panose="020B0502040204020203" pitchFamily="34" charset="-122"/>
              </a:rPr>
              <a:t>3</a:t>
            </a:r>
            <a:endParaRPr lang="zh-CN" altLang="en-US" dirty="0">
              <a:solidFill>
                <a:srgbClr val="FF0000"/>
              </a:solidFill>
              <a:latin typeface="微软雅黑 Light" panose="020B0502040204020203" pitchFamily="34" charset="-122"/>
              <a:ea typeface="微软雅黑 Light" panose="020B0502040204020203" pitchFamily="34" charset="-122"/>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 name="灯片编号占位符 3"/>
          <p:cNvSpPr>
            <a:spLocks noGrp="1"/>
          </p:cNvSpPr>
          <p:nvPr>
            <p:ph type="sldNum" sz="quarter" idx="12"/>
          </p:nvPr>
        </p:nvSpPr>
        <p:spPr/>
        <p:txBody>
          <a:bodyPr/>
          <a:lstStyle/>
          <a:p>
            <a:fld id="{55D0A785-B91B-4921-9CE8-7A3D9053671A}" type="slidenum">
              <a:rPr lang="en-US" altLang="zh-CN"/>
            </a:fld>
            <a:endParaRPr lang="en-US" altLang="zh-CN"/>
          </a:p>
        </p:txBody>
      </p:sp>
      <p:sp>
        <p:nvSpPr>
          <p:cNvPr id="165" name="Rectangle 2"/>
          <p:cNvSpPr txBox="1">
            <a:spLocks noChangeArrowheads="1"/>
          </p:cNvSpPr>
          <p:nvPr/>
        </p:nvSpPr>
        <p:spPr>
          <a:xfrm>
            <a:off x="431800" y="71438"/>
            <a:ext cx="11328400" cy="765175"/>
          </a:xfrm>
          <a:prstGeom prst="rect">
            <a:avLst/>
          </a:prstGeom>
        </p:spPr>
        <p:txBody>
          <a:bodyPr/>
          <a:lstStyle>
            <a:lvl1pPr algn="l" rtl="0" eaLnBrk="0" fontAlgn="base" hangingPunct="0">
              <a:spcBef>
                <a:spcPct val="0"/>
              </a:spcBef>
              <a:spcAft>
                <a:spcPct val="0"/>
              </a:spcAft>
              <a:defRPr sz="4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1pPr>
            <a:lvl2pPr algn="l" rtl="0" eaLnBrk="0" fontAlgn="base" hangingPunct="0">
              <a:spcBef>
                <a:spcPct val="0"/>
              </a:spcBef>
              <a:spcAft>
                <a:spcPct val="0"/>
              </a:spcAft>
              <a:defRPr sz="4000">
                <a:solidFill>
                  <a:schemeClr val="tx1"/>
                </a:solidFill>
                <a:latin typeface="Arial" panose="020B0604020202020204" pitchFamily="34" charset="0"/>
                <a:ea typeface="黑体" panose="02010609060101010101" pitchFamily="49" charset="-122"/>
              </a:defRPr>
            </a:lvl2pPr>
            <a:lvl3pPr algn="l" rtl="0" eaLnBrk="0" fontAlgn="base" hangingPunct="0">
              <a:spcBef>
                <a:spcPct val="0"/>
              </a:spcBef>
              <a:spcAft>
                <a:spcPct val="0"/>
              </a:spcAft>
              <a:defRPr sz="4000">
                <a:solidFill>
                  <a:schemeClr val="tx1"/>
                </a:solidFill>
                <a:latin typeface="Arial" panose="020B0604020202020204" pitchFamily="34" charset="0"/>
                <a:ea typeface="黑体" panose="02010609060101010101" pitchFamily="49" charset="-122"/>
              </a:defRPr>
            </a:lvl3pPr>
            <a:lvl4pPr algn="l" rtl="0" eaLnBrk="0" fontAlgn="base" hangingPunct="0">
              <a:spcBef>
                <a:spcPct val="0"/>
              </a:spcBef>
              <a:spcAft>
                <a:spcPct val="0"/>
              </a:spcAft>
              <a:defRPr sz="4000">
                <a:solidFill>
                  <a:schemeClr val="tx1"/>
                </a:solidFill>
                <a:latin typeface="Arial" panose="020B0604020202020204" pitchFamily="34" charset="0"/>
                <a:ea typeface="黑体" panose="02010609060101010101" pitchFamily="49" charset="-122"/>
              </a:defRPr>
            </a:lvl4pPr>
            <a:lvl5pPr algn="l" rtl="0" eaLnBrk="0" fontAlgn="base" hangingPunct="0">
              <a:spcBef>
                <a:spcPct val="0"/>
              </a:spcBef>
              <a:spcAft>
                <a:spcPct val="0"/>
              </a:spcAft>
              <a:defRPr sz="4000">
                <a:solidFill>
                  <a:schemeClr val="tx1"/>
                </a:solidFill>
                <a:latin typeface="Arial" panose="020B0604020202020204" pitchFamily="34" charset="0"/>
                <a:ea typeface="黑体" panose="02010609060101010101" pitchFamily="49" charset="-122"/>
              </a:defRPr>
            </a:lvl5pPr>
            <a:lvl6pPr marL="457200" algn="l" rtl="0" fontAlgn="base">
              <a:spcBef>
                <a:spcPct val="0"/>
              </a:spcBef>
              <a:spcAft>
                <a:spcPct val="0"/>
              </a:spcAft>
              <a:defRPr sz="4000">
                <a:solidFill>
                  <a:schemeClr val="tx1"/>
                </a:solidFill>
                <a:latin typeface="Arial" panose="020B0604020202020204" pitchFamily="34" charset="0"/>
                <a:ea typeface="黑体" panose="02010609060101010101" pitchFamily="49" charset="-122"/>
              </a:defRPr>
            </a:lvl6pPr>
            <a:lvl7pPr marL="914400" algn="l" rtl="0" fontAlgn="base">
              <a:spcBef>
                <a:spcPct val="0"/>
              </a:spcBef>
              <a:spcAft>
                <a:spcPct val="0"/>
              </a:spcAft>
              <a:defRPr sz="4000">
                <a:solidFill>
                  <a:schemeClr val="tx1"/>
                </a:solidFill>
                <a:latin typeface="Arial" panose="020B0604020202020204" pitchFamily="34" charset="0"/>
                <a:ea typeface="黑体" panose="02010609060101010101" pitchFamily="49" charset="-122"/>
              </a:defRPr>
            </a:lvl7pPr>
            <a:lvl8pPr marL="1371600" algn="l" rtl="0" fontAlgn="base">
              <a:spcBef>
                <a:spcPct val="0"/>
              </a:spcBef>
              <a:spcAft>
                <a:spcPct val="0"/>
              </a:spcAft>
              <a:defRPr sz="4000">
                <a:solidFill>
                  <a:schemeClr val="tx1"/>
                </a:solidFill>
                <a:latin typeface="Arial" panose="020B0604020202020204" pitchFamily="34" charset="0"/>
                <a:ea typeface="黑体" panose="02010609060101010101" pitchFamily="49" charset="-122"/>
              </a:defRPr>
            </a:lvl8pPr>
            <a:lvl9pPr marL="1828800" algn="l" rtl="0" fontAlgn="base">
              <a:spcBef>
                <a:spcPct val="0"/>
              </a:spcBef>
              <a:spcAft>
                <a:spcPct val="0"/>
              </a:spcAft>
              <a:defRPr sz="4000">
                <a:solidFill>
                  <a:schemeClr val="tx1"/>
                </a:solidFill>
                <a:latin typeface="Arial" panose="020B0604020202020204" pitchFamily="34" charset="0"/>
                <a:ea typeface="黑体" panose="02010609060101010101" pitchFamily="49" charset="-122"/>
              </a:defRPr>
            </a:lvl9pPr>
          </a:lstStyle>
          <a:p>
            <a:r>
              <a:rPr lang="en-US" altLang="zh-CN" sz="3200" kern="0" dirty="0">
                <a:latin typeface="+mj-ea"/>
                <a:ea typeface="+mj-ea"/>
              </a:rPr>
              <a:t>Dijkstra</a:t>
            </a:r>
            <a:r>
              <a:rPr lang="zh-CN" altLang="en-US" sz="3200" kern="0" dirty="0">
                <a:latin typeface="+mj-ea"/>
                <a:ea typeface="+mj-ea"/>
              </a:rPr>
              <a:t>算法示例</a:t>
            </a:r>
            <a:endParaRPr lang="zh-CN" altLang="en-US" sz="3200" kern="0" dirty="0">
              <a:latin typeface="+mj-ea"/>
              <a:ea typeface="+mj-ea"/>
            </a:endParaRPr>
          </a:p>
        </p:txBody>
      </p:sp>
      <p:sp>
        <p:nvSpPr>
          <p:cNvPr id="167" name="Line 3"/>
          <p:cNvSpPr>
            <a:spLocks noChangeShapeType="1"/>
          </p:cNvSpPr>
          <p:nvPr/>
        </p:nvSpPr>
        <p:spPr bwMode="auto">
          <a:xfrm flipV="1">
            <a:off x="2913063" y="2139950"/>
            <a:ext cx="950912" cy="792164"/>
          </a:xfrm>
          <a:prstGeom prst="line">
            <a:avLst/>
          </a:prstGeom>
          <a:noFill/>
          <a:ln w="25400" cap="rnd">
            <a:solidFill>
              <a:schemeClr val="bg2"/>
            </a:solidFill>
            <a:round/>
            <a:headEnd type="none" w="sm" len="sm"/>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latin typeface="微软雅黑 Light" panose="020B0502040204020203" pitchFamily="34" charset="-122"/>
              <a:ea typeface="微软雅黑 Light" panose="020B0502040204020203" pitchFamily="34" charset="-122"/>
            </a:endParaRPr>
          </a:p>
        </p:txBody>
      </p:sp>
      <p:sp>
        <p:nvSpPr>
          <p:cNvPr id="168" name="Line 4"/>
          <p:cNvSpPr>
            <a:spLocks noChangeShapeType="1"/>
          </p:cNvSpPr>
          <p:nvPr/>
        </p:nvSpPr>
        <p:spPr bwMode="auto">
          <a:xfrm>
            <a:off x="5087938" y="3284538"/>
            <a:ext cx="792162" cy="0"/>
          </a:xfrm>
          <a:prstGeom prst="line">
            <a:avLst/>
          </a:prstGeom>
          <a:noFill/>
          <a:ln w="25400" cap="rnd">
            <a:solidFill>
              <a:schemeClr val="bg2"/>
            </a:solidFill>
            <a:round/>
            <a:headEnd type="triangle" w="lg" len="lg"/>
            <a:tailEnd type="non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latin typeface="微软雅黑 Light" panose="020B0502040204020203" pitchFamily="34" charset="-122"/>
              <a:ea typeface="微软雅黑 Light" panose="020B0502040204020203" pitchFamily="34" charset="-122"/>
            </a:endParaRPr>
          </a:p>
        </p:txBody>
      </p:sp>
      <p:sp>
        <p:nvSpPr>
          <p:cNvPr id="169" name="Line 5"/>
          <p:cNvSpPr>
            <a:spLocks noChangeShapeType="1"/>
          </p:cNvSpPr>
          <p:nvPr/>
        </p:nvSpPr>
        <p:spPr bwMode="auto">
          <a:xfrm flipV="1">
            <a:off x="6603669" y="3284539"/>
            <a:ext cx="644855" cy="7912"/>
          </a:xfrm>
          <a:prstGeom prst="line">
            <a:avLst/>
          </a:prstGeom>
          <a:noFill/>
          <a:ln w="25400" cap="rnd">
            <a:solidFill>
              <a:schemeClr val="bg2"/>
            </a:solidFill>
            <a:round/>
            <a:headEnd type="none" w="sm" len="sm"/>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latin typeface="微软雅黑 Light" panose="020B0502040204020203" pitchFamily="34" charset="-122"/>
              <a:ea typeface="微软雅黑 Light" panose="020B0502040204020203" pitchFamily="34" charset="-122"/>
            </a:endParaRPr>
          </a:p>
        </p:txBody>
      </p:sp>
      <p:sp>
        <p:nvSpPr>
          <p:cNvPr id="170" name="Line 6"/>
          <p:cNvSpPr>
            <a:spLocks noChangeShapeType="1"/>
          </p:cNvSpPr>
          <p:nvPr/>
        </p:nvSpPr>
        <p:spPr bwMode="auto">
          <a:xfrm flipH="1" flipV="1">
            <a:off x="8688388" y="2205038"/>
            <a:ext cx="844218" cy="582612"/>
          </a:xfrm>
          <a:prstGeom prst="line">
            <a:avLst/>
          </a:prstGeom>
          <a:noFill/>
          <a:ln w="25400" cap="rnd">
            <a:solidFill>
              <a:schemeClr val="bg2"/>
            </a:solidFill>
            <a:round/>
            <a:headEnd type="none" w="sm" len="sm"/>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latin typeface="微软雅黑 Light" panose="020B0502040204020203" pitchFamily="34" charset="-122"/>
              <a:ea typeface="微软雅黑 Light" panose="020B0502040204020203" pitchFamily="34" charset="-122"/>
            </a:endParaRPr>
          </a:p>
        </p:txBody>
      </p:sp>
      <p:sp>
        <p:nvSpPr>
          <p:cNvPr id="171" name="Line 7"/>
          <p:cNvSpPr>
            <a:spLocks noChangeShapeType="1"/>
          </p:cNvSpPr>
          <p:nvPr/>
        </p:nvSpPr>
        <p:spPr bwMode="auto">
          <a:xfrm>
            <a:off x="6672263" y="1844675"/>
            <a:ext cx="1008062" cy="0"/>
          </a:xfrm>
          <a:prstGeom prst="line">
            <a:avLst/>
          </a:prstGeom>
          <a:noFill/>
          <a:ln w="25400" cap="rnd">
            <a:solidFill>
              <a:schemeClr val="bg2"/>
            </a:solidFill>
            <a:round/>
            <a:headEnd type="none" w="sm" len="sm"/>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latin typeface="微软雅黑 Light" panose="020B0502040204020203" pitchFamily="34" charset="-122"/>
              <a:ea typeface="微软雅黑 Light" panose="020B0502040204020203" pitchFamily="34" charset="-122"/>
            </a:endParaRPr>
          </a:p>
        </p:txBody>
      </p:sp>
      <p:sp>
        <p:nvSpPr>
          <p:cNvPr id="172" name="Line 8"/>
          <p:cNvSpPr>
            <a:spLocks noChangeShapeType="1"/>
          </p:cNvSpPr>
          <p:nvPr/>
        </p:nvSpPr>
        <p:spPr bwMode="auto">
          <a:xfrm flipV="1">
            <a:off x="2998789" y="3284538"/>
            <a:ext cx="936625" cy="4762"/>
          </a:xfrm>
          <a:prstGeom prst="line">
            <a:avLst/>
          </a:prstGeom>
          <a:noFill/>
          <a:ln w="25400" cap="rnd">
            <a:solidFill>
              <a:schemeClr val="bg2"/>
            </a:solidFill>
            <a:round/>
            <a:headEnd type="none" w="sm" len="sm"/>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latin typeface="微软雅黑 Light" panose="020B0502040204020203" pitchFamily="34" charset="-122"/>
              <a:ea typeface="微软雅黑 Light" panose="020B0502040204020203" pitchFamily="34" charset="-122"/>
            </a:endParaRPr>
          </a:p>
        </p:txBody>
      </p:sp>
      <p:sp>
        <p:nvSpPr>
          <p:cNvPr id="173" name="Line 9"/>
          <p:cNvSpPr>
            <a:spLocks noChangeShapeType="1"/>
          </p:cNvSpPr>
          <p:nvPr/>
        </p:nvSpPr>
        <p:spPr bwMode="auto">
          <a:xfrm>
            <a:off x="4872039" y="1844675"/>
            <a:ext cx="936625" cy="0"/>
          </a:xfrm>
          <a:prstGeom prst="line">
            <a:avLst/>
          </a:prstGeom>
          <a:noFill/>
          <a:ln w="25400" cap="rnd">
            <a:solidFill>
              <a:schemeClr val="bg2"/>
            </a:solidFill>
            <a:round/>
            <a:headEnd type="triangle" w="lg" len="lg"/>
            <a:tailEnd type="non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latin typeface="微软雅黑 Light" panose="020B0502040204020203" pitchFamily="34" charset="-122"/>
              <a:ea typeface="微软雅黑 Light" panose="020B0502040204020203" pitchFamily="34" charset="-122"/>
            </a:endParaRPr>
          </a:p>
        </p:txBody>
      </p:sp>
      <p:sp>
        <p:nvSpPr>
          <p:cNvPr id="174" name="Line 10"/>
          <p:cNvSpPr>
            <a:spLocks noChangeShapeType="1"/>
          </p:cNvSpPr>
          <p:nvPr/>
        </p:nvSpPr>
        <p:spPr bwMode="auto">
          <a:xfrm flipH="1" flipV="1">
            <a:off x="2752726" y="3614737"/>
            <a:ext cx="319088" cy="390526"/>
          </a:xfrm>
          <a:prstGeom prst="line">
            <a:avLst/>
          </a:prstGeom>
          <a:noFill/>
          <a:ln w="25400" cap="rnd">
            <a:solidFill>
              <a:schemeClr val="bg2"/>
            </a:solidFill>
            <a:round/>
            <a:headEnd type="triangle" w="lg" len="lg"/>
            <a:tailEnd type="non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latin typeface="微软雅黑 Light" panose="020B0502040204020203" pitchFamily="34" charset="-122"/>
              <a:ea typeface="微软雅黑 Light" panose="020B0502040204020203" pitchFamily="34" charset="-122"/>
            </a:endParaRPr>
          </a:p>
        </p:txBody>
      </p:sp>
      <p:sp>
        <p:nvSpPr>
          <p:cNvPr id="175" name="Line 11"/>
          <p:cNvSpPr>
            <a:spLocks noChangeShapeType="1"/>
          </p:cNvSpPr>
          <p:nvPr/>
        </p:nvSpPr>
        <p:spPr bwMode="auto">
          <a:xfrm>
            <a:off x="3503613" y="4587876"/>
            <a:ext cx="576262" cy="504825"/>
          </a:xfrm>
          <a:prstGeom prst="line">
            <a:avLst/>
          </a:prstGeom>
          <a:noFill/>
          <a:ln w="25400" cap="rnd">
            <a:solidFill>
              <a:schemeClr val="bg2"/>
            </a:solidFill>
            <a:round/>
            <a:headEnd type="triangle" w="lg" len="lg"/>
            <a:tailEnd type="non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latin typeface="微软雅黑 Light" panose="020B0502040204020203" pitchFamily="34" charset="-122"/>
              <a:ea typeface="微软雅黑 Light" panose="020B0502040204020203" pitchFamily="34" charset="-122"/>
            </a:endParaRPr>
          </a:p>
        </p:txBody>
      </p:sp>
      <p:sp>
        <p:nvSpPr>
          <p:cNvPr id="176" name="Line 12"/>
          <p:cNvSpPr>
            <a:spLocks noChangeShapeType="1"/>
          </p:cNvSpPr>
          <p:nvPr/>
        </p:nvSpPr>
        <p:spPr bwMode="auto">
          <a:xfrm flipV="1">
            <a:off x="4784611" y="5229225"/>
            <a:ext cx="735128" cy="1"/>
          </a:xfrm>
          <a:prstGeom prst="line">
            <a:avLst/>
          </a:prstGeom>
          <a:noFill/>
          <a:ln w="25400" cap="rnd">
            <a:solidFill>
              <a:schemeClr val="bg2"/>
            </a:solidFill>
            <a:round/>
            <a:headEnd type="none" w="sm" len="sm"/>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latin typeface="微软雅黑 Light" panose="020B0502040204020203" pitchFamily="34" charset="-122"/>
              <a:ea typeface="微软雅黑 Light" panose="020B0502040204020203" pitchFamily="34" charset="-122"/>
            </a:endParaRPr>
          </a:p>
        </p:txBody>
      </p:sp>
      <p:sp>
        <p:nvSpPr>
          <p:cNvPr id="177" name="Line 13"/>
          <p:cNvSpPr>
            <a:spLocks noChangeShapeType="1"/>
          </p:cNvSpPr>
          <p:nvPr/>
        </p:nvSpPr>
        <p:spPr bwMode="auto">
          <a:xfrm flipV="1">
            <a:off x="6654801" y="5235575"/>
            <a:ext cx="936625" cy="0"/>
          </a:xfrm>
          <a:prstGeom prst="line">
            <a:avLst/>
          </a:prstGeom>
          <a:noFill/>
          <a:ln w="25400" cap="rnd">
            <a:solidFill>
              <a:schemeClr val="bg2"/>
            </a:solidFill>
            <a:round/>
            <a:headEnd type="triangle" w="lg" len="lg"/>
            <a:tailEnd type="non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latin typeface="微软雅黑 Light" panose="020B0502040204020203" pitchFamily="34" charset="-122"/>
              <a:ea typeface="微软雅黑 Light" panose="020B0502040204020203" pitchFamily="34" charset="-122"/>
            </a:endParaRPr>
          </a:p>
        </p:txBody>
      </p:sp>
      <p:sp>
        <p:nvSpPr>
          <p:cNvPr id="178" name="Line 14"/>
          <p:cNvSpPr>
            <a:spLocks noChangeShapeType="1"/>
          </p:cNvSpPr>
          <p:nvPr/>
        </p:nvSpPr>
        <p:spPr bwMode="auto">
          <a:xfrm flipV="1">
            <a:off x="8283410" y="4875213"/>
            <a:ext cx="819316" cy="304031"/>
          </a:xfrm>
          <a:prstGeom prst="line">
            <a:avLst/>
          </a:prstGeom>
          <a:noFill/>
          <a:ln w="25400" cap="rnd">
            <a:solidFill>
              <a:schemeClr val="bg2"/>
            </a:solidFill>
            <a:round/>
            <a:headEnd type="none" w="sm" len="sm"/>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latin typeface="微软雅黑 Light" panose="020B0502040204020203" pitchFamily="34" charset="-122"/>
              <a:ea typeface="微软雅黑 Light" panose="020B0502040204020203" pitchFamily="34" charset="-122"/>
            </a:endParaRPr>
          </a:p>
        </p:txBody>
      </p:sp>
      <p:sp>
        <p:nvSpPr>
          <p:cNvPr id="179" name="Line 15"/>
          <p:cNvSpPr>
            <a:spLocks noChangeShapeType="1"/>
          </p:cNvSpPr>
          <p:nvPr/>
        </p:nvSpPr>
        <p:spPr bwMode="auto">
          <a:xfrm flipV="1">
            <a:off x="9480551" y="3516315"/>
            <a:ext cx="319088" cy="704848"/>
          </a:xfrm>
          <a:prstGeom prst="line">
            <a:avLst/>
          </a:prstGeom>
          <a:noFill/>
          <a:ln w="25400" cap="rnd">
            <a:solidFill>
              <a:schemeClr val="bg2"/>
            </a:solidFill>
            <a:round/>
            <a:headEnd type="triangle" w="lg" len="lg"/>
            <a:tailEnd type="non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latin typeface="微软雅黑 Light" panose="020B0502040204020203" pitchFamily="34" charset="-122"/>
              <a:ea typeface="微软雅黑 Light" panose="020B0502040204020203" pitchFamily="34" charset="-122"/>
            </a:endParaRPr>
          </a:p>
        </p:txBody>
      </p:sp>
      <p:sp>
        <p:nvSpPr>
          <p:cNvPr id="180" name="Text Box 34"/>
          <p:cNvSpPr txBox="1">
            <a:spLocks noChangeArrowheads="1"/>
          </p:cNvSpPr>
          <p:nvPr/>
        </p:nvSpPr>
        <p:spPr bwMode="auto">
          <a:xfrm>
            <a:off x="2390776" y="2500314"/>
            <a:ext cx="444500" cy="523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zh-CN"/>
            </a:defPPr>
            <a:lvl1pPr algn="ctr">
              <a:defRPr sz="2400">
                <a:latin typeface="微软雅黑 Light" panose="020B0502040204020203" pitchFamily="34" charset="-122"/>
                <a:ea typeface="微软雅黑 Light" panose="020B0502040204020203" pitchFamily="34" charset="-122"/>
              </a:defRPr>
            </a:lvl1pPr>
          </a:lstStyle>
          <a:p>
            <a:r>
              <a:rPr lang="en-US" altLang="zh-CN" dirty="0"/>
              <a:t>A</a:t>
            </a:r>
            <a:endParaRPr lang="en-US" altLang="zh-CN" dirty="0"/>
          </a:p>
        </p:txBody>
      </p:sp>
      <p:grpSp>
        <p:nvGrpSpPr>
          <p:cNvPr id="181" name="Group 35"/>
          <p:cNvGrpSpPr/>
          <p:nvPr/>
        </p:nvGrpSpPr>
        <p:grpSpPr bwMode="auto">
          <a:xfrm>
            <a:off x="3719513" y="1563689"/>
            <a:ext cx="1181100" cy="714375"/>
            <a:chOff x="1338" y="1752"/>
            <a:chExt cx="744" cy="450"/>
          </a:xfrm>
        </p:grpSpPr>
        <p:pic>
          <p:nvPicPr>
            <p:cNvPr id="182" name="Picture 25"/>
            <p:cNvPicPr>
              <a:picLocks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1338" y="1752"/>
              <a:ext cx="744" cy="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3" name="Text Box 37"/>
            <p:cNvSpPr txBox="1">
              <a:spLocks noChangeArrowheads="1"/>
            </p:cNvSpPr>
            <p:nvPr/>
          </p:nvSpPr>
          <p:spPr bwMode="auto">
            <a:xfrm>
              <a:off x="1432" y="1829"/>
              <a:ext cx="555"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400">
                  <a:latin typeface="微软雅黑 Light" panose="020B0502040204020203" pitchFamily="34" charset="-122"/>
                  <a:ea typeface="微软雅黑 Light" panose="020B0502040204020203" pitchFamily="34" charset="-122"/>
                </a:rPr>
                <a:t>Net:1</a:t>
              </a:r>
              <a:endParaRPr lang="en-US" altLang="zh-CN" sz="2400">
                <a:latin typeface="微软雅黑 Light" panose="020B0502040204020203" pitchFamily="34" charset="-122"/>
                <a:ea typeface="微软雅黑 Light" panose="020B0502040204020203" pitchFamily="34" charset="-122"/>
              </a:endParaRPr>
            </a:p>
          </p:txBody>
        </p:sp>
      </p:grpSp>
      <p:sp>
        <p:nvSpPr>
          <p:cNvPr id="184" name="Text Box 56"/>
          <p:cNvSpPr txBox="1">
            <a:spLocks noChangeArrowheads="1"/>
          </p:cNvSpPr>
          <p:nvPr/>
        </p:nvSpPr>
        <p:spPr bwMode="auto">
          <a:xfrm>
            <a:off x="4224867" y="4445074"/>
            <a:ext cx="378629"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zh-CN"/>
            </a:defPPr>
            <a:lvl1pPr algn="ctr">
              <a:defRPr sz="2400">
                <a:latin typeface="微软雅黑 Light" panose="020B0502040204020203" pitchFamily="34" charset="-122"/>
                <a:ea typeface="微软雅黑 Light" panose="020B0502040204020203" pitchFamily="34" charset="-122"/>
              </a:defRPr>
            </a:lvl1pPr>
          </a:lstStyle>
          <a:p>
            <a:r>
              <a:rPr lang="en-US" altLang="zh-CN" dirty="0"/>
              <a:t>E</a:t>
            </a:r>
            <a:endParaRPr lang="en-US" altLang="zh-CN" dirty="0"/>
          </a:p>
        </p:txBody>
      </p:sp>
      <p:sp>
        <p:nvSpPr>
          <p:cNvPr id="185" name="Text Box 75"/>
          <p:cNvSpPr txBox="1">
            <a:spLocks noChangeArrowheads="1"/>
          </p:cNvSpPr>
          <p:nvPr/>
        </p:nvSpPr>
        <p:spPr bwMode="auto">
          <a:xfrm>
            <a:off x="7668662" y="4505943"/>
            <a:ext cx="458788" cy="523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zh-CN"/>
            </a:defPPr>
            <a:lvl1pPr algn="ctr">
              <a:defRPr sz="2400">
                <a:latin typeface="微软雅黑 Light" panose="020B0502040204020203" pitchFamily="34" charset="-122"/>
                <a:ea typeface="微软雅黑 Light" panose="020B0502040204020203" pitchFamily="34" charset="-122"/>
              </a:defRPr>
            </a:lvl1pPr>
          </a:lstStyle>
          <a:p>
            <a:r>
              <a:rPr lang="en-US" altLang="zh-CN" dirty="0"/>
              <a:t>D</a:t>
            </a:r>
            <a:endParaRPr lang="en-US" altLang="zh-CN" dirty="0"/>
          </a:p>
        </p:txBody>
      </p:sp>
      <p:sp>
        <p:nvSpPr>
          <p:cNvPr id="186" name="Text Box 94"/>
          <p:cNvSpPr txBox="1">
            <a:spLocks noChangeArrowheads="1"/>
          </p:cNvSpPr>
          <p:nvPr/>
        </p:nvSpPr>
        <p:spPr bwMode="auto">
          <a:xfrm>
            <a:off x="9521079" y="2380898"/>
            <a:ext cx="423863" cy="523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zh-CN"/>
            </a:defPPr>
            <a:lvl1pPr algn="ctr">
              <a:defRPr sz="2400">
                <a:latin typeface="微软雅黑 Light" panose="020B0502040204020203" pitchFamily="34" charset="-122"/>
                <a:ea typeface="微软雅黑 Light" panose="020B0502040204020203" pitchFamily="34" charset="-122"/>
              </a:defRPr>
            </a:lvl1pPr>
          </a:lstStyle>
          <a:p>
            <a:r>
              <a:rPr lang="en-US" altLang="zh-CN" dirty="0"/>
              <a:t>C</a:t>
            </a:r>
            <a:endParaRPr lang="en-US" altLang="zh-CN" dirty="0"/>
          </a:p>
        </p:txBody>
      </p:sp>
      <p:sp>
        <p:nvSpPr>
          <p:cNvPr id="187" name="Text Box 113"/>
          <p:cNvSpPr txBox="1">
            <a:spLocks noChangeArrowheads="1"/>
          </p:cNvSpPr>
          <p:nvPr/>
        </p:nvSpPr>
        <p:spPr bwMode="auto">
          <a:xfrm>
            <a:off x="6016139" y="1086548"/>
            <a:ext cx="396262"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zh-CN"/>
            </a:defPPr>
            <a:lvl1pPr algn="ctr">
              <a:defRPr sz="2400">
                <a:latin typeface="微软雅黑 Light" panose="020B0502040204020203" pitchFamily="34" charset="-122"/>
                <a:ea typeface="微软雅黑 Light" panose="020B0502040204020203" pitchFamily="34" charset="-122"/>
              </a:defRPr>
            </a:lvl1pPr>
          </a:lstStyle>
          <a:p>
            <a:r>
              <a:rPr lang="en-US" altLang="zh-CN" dirty="0"/>
              <a:t>B</a:t>
            </a:r>
            <a:endParaRPr lang="en-US" altLang="zh-CN" dirty="0"/>
          </a:p>
        </p:txBody>
      </p:sp>
      <p:sp>
        <p:nvSpPr>
          <p:cNvPr id="188" name="Text Box 132"/>
          <p:cNvSpPr txBox="1">
            <a:spLocks noChangeArrowheads="1"/>
          </p:cNvSpPr>
          <p:nvPr/>
        </p:nvSpPr>
        <p:spPr bwMode="auto">
          <a:xfrm>
            <a:off x="6014706" y="2571750"/>
            <a:ext cx="364202"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zh-CN"/>
            </a:defPPr>
            <a:lvl1pPr algn="ctr">
              <a:defRPr sz="2400">
                <a:latin typeface="微软雅黑 Light" panose="020B0502040204020203" pitchFamily="34" charset="-122"/>
                <a:ea typeface="微软雅黑 Light" panose="020B0502040204020203" pitchFamily="34" charset="-122"/>
              </a:defRPr>
            </a:lvl1pPr>
          </a:lstStyle>
          <a:p>
            <a:r>
              <a:rPr lang="en-US" altLang="zh-CN" dirty="0"/>
              <a:t>F</a:t>
            </a:r>
            <a:endParaRPr lang="en-US" altLang="zh-CN" dirty="0"/>
          </a:p>
        </p:txBody>
      </p:sp>
      <p:grpSp>
        <p:nvGrpSpPr>
          <p:cNvPr id="189" name="Group 133"/>
          <p:cNvGrpSpPr/>
          <p:nvPr/>
        </p:nvGrpSpPr>
        <p:grpSpPr bwMode="auto">
          <a:xfrm>
            <a:off x="3935413" y="2932114"/>
            <a:ext cx="1181100" cy="714375"/>
            <a:chOff x="1338" y="1752"/>
            <a:chExt cx="744" cy="450"/>
          </a:xfrm>
        </p:grpSpPr>
        <p:pic>
          <p:nvPicPr>
            <p:cNvPr id="190" name="Picture 25"/>
            <p:cNvPicPr>
              <a:picLocks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1338" y="1752"/>
              <a:ext cx="744" cy="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1" name="Text Box 135"/>
            <p:cNvSpPr txBox="1">
              <a:spLocks noChangeArrowheads="1"/>
            </p:cNvSpPr>
            <p:nvPr/>
          </p:nvSpPr>
          <p:spPr bwMode="auto">
            <a:xfrm>
              <a:off x="1415" y="1829"/>
              <a:ext cx="588"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400">
                  <a:latin typeface="微软雅黑 Light" panose="020B0502040204020203" pitchFamily="34" charset="-122"/>
                  <a:ea typeface="微软雅黑 Light" panose="020B0502040204020203" pitchFamily="34" charset="-122"/>
                </a:rPr>
                <a:t>Net:3</a:t>
              </a:r>
              <a:endParaRPr lang="en-US" altLang="zh-CN" sz="2400">
                <a:latin typeface="微软雅黑 Light" panose="020B0502040204020203" pitchFamily="34" charset="-122"/>
                <a:ea typeface="微软雅黑 Light" panose="020B0502040204020203" pitchFamily="34" charset="-122"/>
              </a:endParaRPr>
            </a:p>
          </p:txBody>
        </p:sp>
      </p:grpSp>
      <p:grpSp>
        <p:nvGrpSpPr>
          <p:cNvPr id="192" name="Group 136"/>
          <p:cNvGrpSpPr/>
          <p:nvPr/>
        </p:nvGrpSpPr>
        <p:grpSpPr bwMode="auto">
          <a:xfrm>
            <a:off x="2640013" y="3940176"/>
            <a:ext cx="1181100" cy="714375"/>
            <a:chOff x="1338" y="1752"/>
            <a:chExt cx="744" cy="450"/>
          </a:xfrm>
        </p:grpSpPr>
        <p:pic>
          <p:nvPicPr>
            <p:cNvPr id="193" name="Picture 25"/>
            <p:cNvPicPr>
              <a:picLocks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1338" y="1752"/>
              <a:ext cx="744" cy="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4" name="Text Box 138"/>
            <p:cNvSpPr txBox="1">
              <a:spLocks noChangeArrowheads="1"/>
            </p:cNvSpPr>
            <p:nvPr/>
          </p:nvSpPr>
          <p:spPr bwMode="auto">
            <a:xfrm>
              <a:off x="1415" y="1829"/>
              <a:ext cx="588"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400">
                  <a:latin typeface="微软雅黑 Light" panose="020B0502040204020203" pitchFamily="34" charset="-122"/>
                  <a:ea typeface="微软雅黑 Light" panose="020B0502040204020203" pitchFamily="34" charset="-122"/>
                </a:rPr>
                <a:t>Net:5</a:t>
              </a:r>
              <a:endParaRPr lang="en-US" altLang="zh-CN" sz="2400">
                <a:latin typeface="微软雅黑 Light" panose="020B0502040204020203" pitchFamily="34" charset="-122"/>
                <a:ea typeface="微软雅黑 Light" panose="020B0502040204020203" pitchFamily="34" charset="-122"/>
              </a:endParaRPr>
            </a:p>
          </p:txBody>
        </p:sp>
      </p:grpSp>
      <p:grpSp>
        <p:nvGrpSpPr>
          <p:cNvPr id="195" name="Group 139"/>
          <p:cNvGrpSpPr/>
          <p:nvPr/>
        </p:nvGrpSpPr>
        <p:grpSpPr bwMode="auto">
          <a:xfrm>
            <a:off x="5502275" y="4875214"/>
            <a:ext cx="1181100" cy="714375"/>
            <a:chOff x="1338" y="1752"/>
            <a:chExt cx="744" cy="450"/>
          </a:xfrm>
        </p:grpSpPr>
        <p:pic>
          <p:nvPicPr>
            <p:cNvPr id="196" name="Picture 25"/>
            <p:cNvPicPr>
              <a:picLocks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1338" y="1752"/>
              <a:ext cx="744" cy="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7" name="Text Box 141"/>
            <p:cNvSpPr txBox="1">
              <a:spLocks noChangeArrowheads="1"/>
            </p:cNvSpPr>
            <p:nvPr/>
          </p:nvSpPr>
          <p:spPr bwMode="auto">
            <a:xfrm>
              <a:off x="1417" y="1829"/>
              <a:ext cx="585"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400">
                  <a:latin typeface="微软雅黑 Light" panose="020B0502040204020203" pitchFamily="34" charset="-122"/>
                  <a:ea typeface="微软雅黑 Light" panose="020B0502040204020203" pitchFamily="34" charset="-122"/>
                </a:rPr>
                <a:t>Net:7</a:t>
              </a:r>
              <a:endParaRPr lang="en-US" altLang="zh-CN" sz="2400">
                <a:latin typeface="微软雅黑 Light" panose="020B0502040204020203" pitchFamily="34" charset="-122"/>
                <a:ea typeface="微软雅黑 Light" panose="020B0502040204020203" pitchFamily="34" charset="-122"/>
              </a:endParaRPr>
            </a:p>
          </p:txBody>
        </p:sp>
      </p:grpSp>
      <p:grpSp>
        <p:nvGrpSpPr>
          <p:cNvPr id="198" name="Group 142"/>
          <p:cNvGrpSpPr/>
          <p:nvPr/>
        </p:nvGrpSpPr>
        <p:grpSpPr bwMode="auto">
          <a:xfrm>
            <a:off x="8670925" y="4229101"/>
            <a:ext cx="1181100" cy="714375"/>
            <a:chOff x="1338" y="1752"/>
            <a:chExt cx="744" cy="450"/>
          </a:xfrm>
        </p:grpSpPr>
        <p:pic>
          <p:nvPicPr>
            <p:cNvPr id="199" name="Picture 25"/>
            <p:cNvPicPr>
              <a:picLocks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1338" y="1752"/>
              <a:ext cx="744" cy="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0" name="Text Box 144"/>
            <p:cNvSpPr txBox="1">
              <a:spLocks noChangeArrowheads="1"/>
            </p:cNvSpPr>
            <p:nvPr/>
          </p:nvSpPr>
          <p:spPr bwMode="auto">
            <a:xfrm>
              <a:off x="1415" y="1829"/>
              <a:ext cx="588"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400">
                  <a:latin typeface="微软雅黑 Light" panose="020B0502040204020203" pitchFamily="34" charset="-122"/>
                  <a:ea typeface="微软雅黑 Light" panose="020B0502040204020203" pitchFamily="34" charset="-122"/>
                </a:rPr>
                <a:t>Net:6</a:t>
              </a:r>
              <a:endParaRPr lang="en-US" altLang="zh-CN" sz="2400">
                <a:latin typeface="微软雅黑 Light" panose="020B0502040204020203" pitchFamily="34" charset="-122"/>
                <a:ea typeface="微软雅黑 Light" panose="020B0502040204020203" pitchFamily="34" charset="-122"/>
              </a:endParaRPr>
            </a:p>
          </p:txBody>
        </p:sp>
      </p:grpSp>
      <p:grpSp>
        <p:nvGrpSpPr>
          <p:cNvPr id="201" name="Group 145"/>
          <p:cNvGrpSpPr/>
          <p:nvPr/>
        </p:nvGrpSpPr>
        <p:grpSpPr bwMode="auto">
          <a:xfrm>
            <a:off x="7231063" y="2932114"/>
            <a:ext cx="1181100" cy="714375"/>
            <a:chOff x="1338" y="1752"/>
            <a:chExt cx="744" cy="450"/>
          </a:xfrm>
        </p:grpSpPr>
        <p:pic>
          <p:nvPicPr>
            <p:cNvPr id="202" name="Picture 25"/>
            <p:cNvPicPr>
              <a:picLocks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1338" y="1752"/>
              <a:ext cx="744" cy="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3" name="Text Box 147"/>
            <p:cNvSpPr txBox="1">
              <a:spLocks noChangeArrowheads="1"/>
            </p:cNvSpPr>
            <p:nvPr/>
          </p:nvSpPr>
          <p:spPr bwMode="auto">
            <a:xfrm>
              <a:off x="1414" y="1829"/>
              <a:ext cx="591"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400">
                  <a:latin typeface="微软雅黑 Light" panose="020B0502040204020203" pitchFamily="34" charset="-122"/>
                  <a:ea typeface="微软雅黑 Light" panose="020B0502040204020203" pitchFamily="34" charset="-122"/>
                </a:rPr>
                <a:t>Net:4</a:t>
              </a:r>
              <a:endParaRPr lang="en-US" altLang="zh-CN" sz="2400">
                <a:latin typeface="微软雅黑 Light" panose="020B0502040204020203" pitchFamily="34" charset="-122"/>
                <a:ea typeface="微软雅黑 Light" panose="020B0502040204020203" pitchFamily="34" charset="-122"/>
              </a:endParaRPr>
            </a:p>
          </p:txBody>
        </p:sp>
      </p:grpSp>
      <p:grpSp>
        <p:nvGrpSpPr>
          <p:cNvPr id="204" name="Group 148"/>
          <p:cNvGrpSpPr/>
          <p:nvPr/>
        </p:nvGrpSpPr>
        <p:grpSpPr bwMode="auto">
          <a:xfrm>
            <a:off x="7662863" y="1563689"/>
            <a:ext cx="1181100" cy="714375"/>
            <a:chOff x="1338" y="1752"/>
            <a:chExt cx="744" cy="450"/>
          </a:xfrm>
        </p:grpSpPr>
        <p:pic>
          <p:nvPicPr>
            <p:cNvPr id="205" name="Picture 25"/>
            <p:cNvPicPr>
              <a:picLocks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1338" y="1752"/>
              <a:ext cx="744" cy="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6" name="Text Box 150"/>
            <p:cNvSpPr txBox="1">
              <a:spLocks noChangeArrowheads="1"/>
            </p:cNvSpPr>
            <p:nvPr/>
          </p:nvSpPr>
          <p:spPr bwMode="auto">
            <a:xfrm>
              <a:off x="1415" y="1829"/>
              <a:ext cx="588"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400">
                  <a:latin typeface="微软雅黑 Light" panose="020B0502040204020203" pitchFamily="34" charset="-122"/>
                  <a:ea typeface="微软雅黑 Light" panose="020B0502040204020203" pitchFamily="34" charset="-122"/>
                </a:rPr>
                <a:t>Net:2</a:t>
              </a:r>
              <a:endParaRPr lang="en-US" altLang="zh-CN" sz="2400">
                <a:latin typeface="微软雅黑 Light" panose="020B0502040204020203" pitchFamily="34" charset="-122"/>
                <a:ea typeface="微软雅黑 Light" panose="020B0502040204020203" pitchFamily="34" charset="-122"/>
              </a:endParaRPr>
            </a:p>
          </p:txBody>
        </p:sp>
      </p:grpSp>
      <p:sp>
        <p:nvSpPr>
          <p:cNvPr id="207" name="Text Box 151"/>
          <p:cNvSpPr txBox="1">
            <a:spLocks noChangeArrowheads="1"/>
          </p:cNvSpPr>
          <p:nvPr/>
        </p:nvSpPr>
        <p:spPr bwMode="auto">
          <a:xfrm>
            <a:off x="2812921" y="2420938"/>
            <a:ext cx="322524" cy="5232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chemeClr val="accent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ctr"/>
            <a:r>
              <a:rPr lang="en-US" altLang="zh-CN" sz="2800" dirty="0">
                <a:solidFill>
                  <a:srgbClr val="6600CC"/>
                </a:solidFill>
                <a:latin typeface="微软雅黑 Light" panose="020B0502040204020203" pitchFamily="34" charset="-122"/>
                <a:ea typeface="微软雅黑 Light" panose="020B0502040204020203" pitchFamily="34" charset="-122"/>
              </a:rPr>
              <a:t>1</a:t>
            </a:r>
            <a:endParaRPr lang="en-US" altLang="zh-CN" sz="2800" dirty="0">
              <a:solidFill>
                <a:srgbClr val="6600CC"/>
              </a:solidFill>
              <a:latin typeface="微软雅黑 Light" panose="020B0502040204020203" pitchFamily="34" charset="-122"/>
              <a:ea typeface="微软雅黑 Light" panose="020B0502040204020203" pitchFamily="34" charset="-122"/>
            </a:endParaRPr>
          </a:p>
        </p:txBody>
      </p:sp>
      <p:sp>
        <p:nvSpPr>
          <p:cNvPr id="208" name="Text Box 152"/>
          <p:cNvSpPr txBox="1">
            <a:spLocks noChangeArrowheads="1"/>
          </p:cNvSpPr>
          <p:nvPr/>
        </p:nvSpPr>
        <p:spPr bwMode="auto">
          <a:xfrm>
            <a:off x="3070587" y="2852738"/>
            <a:ext cx="385042" cy="5232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chemeClr val="accent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ctr"/>
            <a:r>
              <a:rPr lang="en-US" altLang="zh-CN" sz="2800">
                <a:solidFill>
                  <a:srgbClr val="6600CC"/>
                </a:solidFill>
                <a:latin typeface="微软雅黑 Light" panose="020B0502040204020203" pitchFamily="34" charset="-122"/>
                <a:ea typeface="微软雅黑 Light" panose="020B0502040204020203" pitchFamily="34" charset="-122"/>
              </a:rPr>
              <a:t>3</a:t>
            </a:r>
            <a:endParaRPr lang="en-US" altLang="zh-CN" sz="2800">
              <a:solidFill>
                <a:srgbClr val="6600CC"/>
              </a:solidFill>
              <a:latin typeface="微软雅黑 Light" panose="020B0502040204020203" pitchFamily="34" charset="-122"/>
              <a:ea typeface="微软雅黑 Light" panose="020B0502040204020203" pitchFamily="34" charset="-122"/>
            </a:endParaRPr>
          </a:p>
        </p:txBody>
      </p:sp>
      <p:sp>
        <p:nvSpPr>
          <p:cNvPr id="209" name="Text Box 153"/>
          <p:cNvSpPr txBox="1">
            <a:spLocks noChangeArrowheads="1"/>
          </p:cNvSpPr>
          <p:nvPr/>
        </p:nvSpPr>
        <p:spPr bwMode="auto">
          <a:xfrm>
            <a:off x="2854687" y="3357563"/>
            <a:ext cx="385042" cy="5232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chemeClr val="accent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ctr"/>
            <a:r>
              <a:rPr lang="en-US" altLang="zh-CN" sz="2800">
                <a:solidFill>
                  <a:srgbClr val="6600CC"/>
                </a:solidFill>
                <a:latin typeface="微软雅黑 Light" panose="020B0502040204020203" pitchFamily="34" charset="-122"/>
                <a:ea typeface="微软雅黑 Light" panose="020B0502040204020203" pitchFamily="34" charset="-122"/>
              </a:rPr>
              <a:t>2</a:t>
            </a:r>
            <a:endParaRPr lang="en-US" altLang="zh-CN" sz="2800">
              <a:solidFill>
                <a:srgbClr val="6600CC"/>
              </a:solidFill>
              <a:latin typeface="微软雅黑 Light" panose="020B0502040204020203" pitchFamily="34" charset="-122"/>
              <a:ea typeface="微软雅黑 Light" panose="020B0502040204020203" pitchFamily="34" charset="-122"/>
            </a:endParaRPr>
          </a:p>
        </p:txBody>
      </p:sp>
      <p:sp>
        <p:nvSpPr>
          <p:cNvPr id="210" name="Text Box 154"/>
          <p:cNvSpPr txBox="1">
            <a:spLocks noChangeArrowheads="1"/>
          </p:cNvSpPr>
          <p:nvPr/>
        </p:nvSpPr>
        <p:spPr bwMode="auto">
          <a:xfrm>
            <a:off x="3791312" y="4508501"/>
            <a:ext cx="385042" cy="5232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chemeClr val="accent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ctr"/>
            <a:r>
              <a:rPr lang="en-US" altLang="zh-CN" sz="2800">
                <a:solidFill>
                  <a:srgbClr val="6600CC"/>
                </a:solidFill>
                <a:latin typeface="微软雅黑 Light" panose="020B0502040204020203" pitchFamily="34" charset="-122"/>
                <a:ea typeface="微软雅黑 Light" panose="020B0502040204020203" pitchFamily="34" charset="-122"/>
              </a:rPr>
              <a:t>3</a:t>
            </a:r>
            <a:endParaRPr lang="en-US" altLang="zh-CN" sz="2800">
              <a:solidFill>
                <a:srgbClr val="6600CC"/>
              </a:solidFill>
              <a:latin typeface="微软雅黑 Light" panose="020B0502040204020203" pitchFamily="34" charset="-122"/>
              <a:ea typeface="微软雅黑 Light" panose="020B0502040204020203" pitchFamily="34" charset="-122"/>
            </a:endParaRPr>
          </a:p>
        </p:txBody>
      </p:sp>
      <p:sp>
        <p:nvSpPr>
          <p:cNvPr id="211" name="Text Box 155"/>
          <p:cNvSpPr txBox="1">
            <a:spLocks noChangeArrowheads="1"/>
          </p:cNvSpPr>
          <p:nvPr/>
        </p:nvSpPr>
        <p:spPr bwMode="auto">
          <a:xfrm>
            <a:off x="4799373" y="4797426"/>
            <a:ext cx="385042" cy="5232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chemeClr val="accent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ctr"/>
            <a:r>
              <a:rPr lang="en-US" altLang="zh-CN" sz="2800" dirty="0">
                <a:solidFill>
                  <a:srgbClr val="6600CC"/>
                </a:solidFill>
                <a:latin typeface="微软雅黑 Light" panose="020B0502040204020203" pitchFamily="34" charset="-122"/>
                <a:ea typeface="微软雅黑 Light" panose="020B0502040204020203" pitchFamily="34" charset="-122"/>
              </a:rPr>
              <a:t>2</a:t>
            </a:r>
            <a:endParaRPr lang="en-US" altLang="zh-CN" sz="2800" dirty="0">
              <a:solidFill>
                <a:srgbClr val="6600CC"/>
              </a:solidFill>
              <a:latin typeface="微软雅黑 Light" panose="020B0502040204020203" pitchFamily="34" charset="-122"/>
              <a:ea typeface="微软雅黑 Light" panose="020B0502040204020203" pitchFamily="34" charset="-122"/>
            </a:endParaRPr>
          </a:p>
        </p:txBody>
      </p:sp>
      <p:sp>
        <p:nvSpPr>
          <p:cNvPr id="212" name="Text Box 156"/>
          <p:cNvSpPr txBox="1">
            <a:spLocks noChangeArrowheads="1"/>
          </p:cNvSpPr>
          <p:nvPr/>
        </p:nvSpPr>
        <p:spPr bwMode="auto">
          <a:xfrm>
            <a:off x="6958373" y="4797426"/>
            <a:ext cx="385042" cy="5232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chemeClr val="accent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ctr"/>
            <a:r>
              <a:rPr lang="en-US" altLang="zh-CN" sz="2800">
                <a:solidFill>
                  <a:srgbClr val="6600CC"/>
                </a:solidFill>
                <a:latin typeface="微软雅黑 Light" panose="020B0502040204020203" pitchFamily="34" charset="-122"/>
                <a:ea typeface="微软雅黑 Light" panose="020B0502040204020203" pitchFamily="34" charset="-122"/>
              </a:rPr>
              <a:t>3</a:t>
            </a:r>
            <a:endParaRPr lang="en-US" altLang="zh-CN" sz="2800">
              <a:solidFill>
                <a:srgbClr val="6600CC"/>
              </a:solidFill>
              <a:latin typeface="微软雅黑 Light" panose="020B0502040204020203" pitchFamily="34" charset="-122"/>
              <a:ea typeface="微软雅黑 Light" panose="020B0502040204020203" pitchFamily="34" charset="-122"/>
            </a:endParaRPr>
          </a:p>
        </p:txBody>
      </p:sp>
      <p:sp>
        <p:nvSpPr>
          <p:cNvPr id="213" name="Text Box 157"/>
          <p:cNvSpPr txBox="1">
            <a:spLocks noChangeArrowheads="1"/>
          </p:cNvSpPr>
          <p:nvPr/>
        </p:nvSpPr>
        <p:spPr bwMode="auto">
          <a:xfrm>
            <a:off x="8182337" y="4724401"/>
            <a:ext cx="385042" cy="5232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chemeClr val="accent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ctr"/>
            <a:r>
              <a:rPr lang="en-US" altLang="zh-CN" sz="2800">
                <a:solidFill>
                  <a:srgbClr val="6600CC"/>
                </a:solidFill>
                <a:latin typeface="微软雅黑 Light" panose="020B0502040204020203" pitchFamily="34" charset="-122"/>
                <a:ea typeface="微软雅黑 Light" panose="020B0502040204020203" pitchFamily="34" charset="-122"/>
              </a:rPr>
              <a:t>5</a:t>
            </a:r>
            <a:endParaRPr lang="en-US" altLang="zh-CN" sz="2800">
              <a:solidFill>
                <a:srgbClr val="6600CC"/>
              </a:solidFill>
              <a:latin typeface="微软雅黑 Light" panose="020B0502040204020203" pitchFamily="34" charset="-122"/>
              <a:ea typeface="微软雅黑 Light" panose="020B0502040204020203" pitchFamily="34" charset="-122"/>
            </a:endParaRPr>
          </a:p>
        </p:txBody>
      </p:sp>
      <p:sp>
        <p:nvSpPr>
          <p:cNvPr id="214" name="Text Box 158"/>
          <p:cNvSpPr txBox="1">
            <a:spLocks noChangeArrowheads="1"/>
          </p:cNvSpPr>
          <p:nvPr/>
        </p:nvSpPr>
        <p:spPr bwMode="auto">
          <a:xfrm>
            <a:off x="9263423" y="3357563"/>
            <a:ext cx="385042" cy="5232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chemeClr val="accent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ctr"/>
            <a:r>
              <a:rPr lang="en-US" altLang="zh-CN" sz="2800" dirty="0">
                <a:solidFill>
                  <a:srgbClr val="6600CC"/>
                </a:solidFill>
                <a:latin typeface="微软雅黑 Light" panose="020B0502040204020203" pitchFamily="34" charset="-122"/>
                <a:ea typeface="微软雅黑 Light" panose="020B0502040204020203" pitchFamily="34" charset="-122"/>
              </a:rPr>
              <a:t>2</a:t>
            </a:r>
            <a:endParaRPr lang="en-US" altLang="zh-CN" sz="2800" dirty="0">
              <a:solidFill>
                <a:srgbClr val="6600CC"/>
              </a:solidFill>
              <a:latin typeface="微软雅黑 Light" panose="020B0502040204020203" pitchFamily="34" charset="-122"/>
              <a:ea typeface="微软雅黑 Light" panose="020B0502040204020203" pitchFamily="34" charset="-122"/>
            </a:endParaRPr>
          </a:p>
        </p:txBody>
      </p:sp>
      <p:sp>
        <p:nvSpPr>
          <p:cNvPr id="215" name="Text Box 159"/>
          <p:cNvSpPr txBox="1">
            <a:spLocks noChangeArrowheads="1"/>
          </p:cNvSpPr>
          <p:nvPr/>
        </p:nvSpPr>
        <p:spPr bwMode="auto">
          <a:xfrm>
            <a:off x="8974498" y="2636838"/>
            <a:ext cx="385042" cy="5232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chemeClr val="accent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ctr"/>
            <a:r>
              <a:rPr lang="en-US" altLang="zh-CN" sz="2800">
                <a:solidFill>
                  <a:srgbClr val="6600CC"/>
                </a:solidFill>
                <a:latin typeface="微软雅黑 Light" panose="020B0502040204020203" pitchFamily="34" charset="-122"/>
                <a:ea typeface="微软雅黑 Light" panose="020B0502040204020203" pitchFamily="34" charset="-122"/>
              </a:rPr>
              <a:t>5</a:t>
            </a:r>
            <a:endParaRPr lang="en-US" altLang="zh-CN" sz="2800">
              <a:solidFill>
                <a:srgbClr val="6600CC"/>
              </a:solidFill>
              <a:latin typeface="微软雅黑 Light" panose="020B0502040204020203" pitchFamily="34" charset="-122"/>
              <a:ea typeface="微软雅黑 Light" panose="020B0502040204020203" pitchFamily="34" charset="-122"/>
            </a:endParaRPr>
          </a:p>
        </p:txBody>
      </p:sp>
      <p:sp>
        <p:nvSpPr>
          <p:cNvPr id="216" name="Text Box 160"/>
          <p:cNvSpPr txBox="1">
            <a:spLocks noChangeArrowheads="1"/>
          </p:cNvSpPr>
          <p:nvPr/>
        </p:nvSpPr>
        <p:spPr bwMode="auto">
          <a:xfrm>
            <a:off x="6599598" y="1412876"/>
            <a:ext cx="385042" cy="5232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chemeClr val="accent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ctr"/>
            <a:r>
              <a:rPr lang="en-US" altLang="zh-CN" sz="2800">
                <a:solidFill>
                  <a:srgbClr val="6600CC"/>
                </a:solidFill>
                <a:latin typeface="微软雅黑 Light" panose="020B0502040204020203" pitchFamily="34" charset="-122"/>
                <a:ea typeface="微软雅黑 Light" panose="020B0502040204020203" pitchFamily="34" charset="-122"/>
              </a:rPr>
              <a:t>2</a:t>
            </a:r>
            <a:endParaRPr lang="en-US" altLang="zh-CN" sz="2800">
              <a:solidFill>
                <a:srgbClr val="6600CC"/>
              </a:solidFill>
              <a:latin typeface="微软雅黑 Light" panose="020B0502040204020203" pitchFamily="34" charset="-122"/>
              <a:ea typeface="微软雅黑 Light" panose="020B0502040204020203" pitchFamily="34" charset="-122"/>
            </a:endParaRPr>
          </a:p>
        </p:txBody>
      </p:sp>
      <p:sp>
        <p:nvSpPr>
          <p:cNvPr id="217" name="Text Box 161"/>
          <p:cNvSpPr txBox="1">
            <a:spLocks noChangeArrowheads="1"/>
          </p:cNvSpPr>
          <p:nvPr/>
        </p:nvSpPr>
        <p:spPr bwMode="auto">
          <a:xfrm>
            <a:off x="5371644" y="1412876"/>
            <a:ext cx="389851" cy="5232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chemeClr val="accent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ctr"/>
            <a:r>
              <a:rPr lang="en-US" altLang="zh-CN" sz="2800">
                <a:solidFill>
                  <a:srgbClr val="6600CC"/>
                </a:solidFill>
                <a:latin typeface="微软雅黑 Light" panose="020B0502040204020203" pitchFamily="34" charset="-122"/>
                <a:ea typeface="微软雅黑 Light" panose="020B0502040204020203" pitchFamily="34" charset="-122"/>
              </a:rPr>
              <a:t>4</a:t>
            </a:r>
            <a:endParaRPr lang="en-US" altLang="zh-CN" sz="2800">
              <a:solidFill>
                <a:srgbClr val="6600CC"/>
              </a:solidFill>
              <a:latin typeface="微软雅黑 Light" panose="020B0502040204020203" pitchFamily="34" charset="-122"/>
              <a:ea typeface="微软雅黑 Light" panose="020B0502040204020203" pitchFamily="34" charset="-122"/>
            </a:endParaRPr>
          </a:p>
        </p:txBody>
      </p:sp>
      <p:sp>
        <p:nvSpPr>
          <p:cNvPr id="218" name="Text Box 162"/>
          <p:cNvSpPr txBox="1">
            <a:spLocks noChangeArrowheads="1"/>
          </p:cNvSpPr>
          <p:nvPr/>
        </p:nvSpPr>
        <p:spPr bwMode="auto">
          <a:xfrm>
            <a:off x="5374048" y="2852738"/>
            <a:ext cx="385042" cy="5232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chemeClr val="accent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ctr"/>
            <a:r>
              <a:rPr lang="en-US" altLang="zh-CN" sz="2800">
                <a:solidFill>
                  <a:srgbClr val="6600CC"/>
                </a:solidFill>
                <a:latin typeface="微软雅黑 Light" panose="020B0502040204020203" pitchFamily="34" charset="-122"/>
                <a:ea typeface="微软雅黑 Light" panose="020B0502040204020203" pitchFamily="34" charset="-122"/>
              </a:rPr>
              <a:t>2</a:t>
            </a:r>
            <a:endParaRPr lang="en-US" altLang="zh-CN" sz="2800">
              <a:solidFill>
                <a:srgbClr val="6600CC"/>
              </a:solidFill>
              <a:latin typeface="微软雅黑 Light" panose="020B0502040204020203" pitchFamily="34" charset="-122"/>
              <a:ea typeface="微软雅黑 Light" panose="020B0502040204020203" pitchFamily="34" charset="-122"/>
            </a:endParaRPr>
          </a:p>
        </p:txBody>
      </p:sp>
      <p:sp>
        <p:nvSpPr>
          <p:cNvPr id="219" name="Text Box 163"/>
          <p:cNvSpPr txBox="1">
            <a:spLocks noChangeArrowheads="1"/>
          </p:cNvSpPr>
          <p:nvPr/>
        </p:nvSpPr>
        <p:spPr bwMode="auto">
          <a:xfrm>
            <a:off x="6671037" y="2852738"/>
            <a:ext cx="385042" cy="5232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chemeClr val="accent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ctr"/>
            <a:r>
              <a:rPr lang="en-US" altLang="zh-CN" sz="2800" dirty="0">
                <a:solidFill>
                  <a:srgbClr val="6600CC"/>
                </a:solidFill>
                <a:latin typeface="微软雅黑 Light" panose="020B0502040204020203" pitchFamily="34" charset="-122"/>
                <a:ea typeface="微软雅黑 Light" panose="020B0502040204020203" pitchFamily="34" charset="-122"/>
              </a:rPr>
              <a:t>3</a:t>
            </a:r>
            <a:endParaRPr lang="en-US" altLang="zh-CN" sz="2800" dirty="0">
              <a:solidFill>
                <a:srgbClr val="6600CC"/>
              </a:solidFill>
              <a:latin typeface="微软雅黑 Light" panose="020B0502040204020203" pitchFamily="34" charset="-122"/>
              <a:ea typeface="微软雅黑 Light" panose="020B0502040204020203" pitchFamily="34" charset="-122"/>
            </a:endParaRPr>
          </a:p>
        </p:txBody>
      </p:sp>
      <p:pic>
        <p:nvPicPr>
          <p:cNvPr id="220" name="图形 219"/>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275457" y="2916012"/>
            <a:ext cx="698726" cy="698726"/>
          </a:xfrm>
          <a:prstGeom prst="rect">
            <a:avLst/>
          </a:prstGeom>
        </p:spPr>
      </p:pic>
      <p:pic>
        <p:nvPicPr>
          <p:cNvPr id="221" name="图形 220"/>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886783" y="1527916"/>
            <a:ext cx="698726" cy="698726"/>
          </a:xfrm>
          <a:prstGeom prst="rect">
            <a:avLst/>
          </a:prstGeom>
        </p:spPr>
      </p:pic>
      <p:pic>
        <p:nvPicPr>
          <p:cNvPr id="222" name="图形 221"/>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9478738" y="2809298"/>
            <a:ext cx="698726" cy="698726"/>
          </a:xfrm>
          <a:prstGeom prst="rect">
            <a:avLst/>
          </a:prstGeom>
        </p:spPr>
      </p:pic>
      <p:pic>
        <p:nvPicPr>
          <p:cNvPr id="223" name="图形 222"/>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7584684" y="4960169"/>
            <a:ext cx="698726" cy="698726"/>
          </a:xfrm>
          <a:prstGeom prst="rect">
            <a:avLst/>
          </a:prstGeom>
        </p:spPr>
      </p:pic>
      <p:pic>
        <p:nvPicPr>
          <p:cNvPr id="224" name="图形 223"/>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085885" y="4901320"/>
            <a:ext cx="698726" cy="698726"/>
          </a:xfrm>
          <a:prstGeom prst="rect">
            <a:avLst/>
          </a:prstGeom>
        </p:spPr>
      </p:pic>
      <p:pic>
        <p:nvPicPr>
          <p:cNvPr id="225" name="图形 224"/>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904944" y="3008200"/>
            <a:ext cx="698726" cy="698726"/>
          </a:xfrm>
          <a:prstGeom prst="rect">
            <a:avLst/>
          </a:prstGeom>
        </p:spPr>
      </p:pic>
      <p:cxnSp>
        <p:nvCxnSpPr>
          <p:cNvPr id="6" name="直接箭头连接符 5"/>
          <p:cNvCxnSpPr/>
          <p:nvPr/>
        </p:nvCxnSpPr>
        <p:spPr bwMode="auto">
          <a:xfrm flipV="1">
            <a:off x="2861813" y="2091421"/>
            <a:ext cx="884237" cy="701404"/>
          </a:xfrm>
          <a:prstGeom prst="straightConnector1">
            <a:avLst/>
          </a:prstGeom>
          <a:noFill/>
          <a:ln w="25400" cap="flat" cmpd="sng" algn="ctr">
            <a:solidFill>
              <a:srgbClr val="FF0000"/>
            </a:solidFill>
            <a:prstDash val="solid"/>
            <a:round/>
            <a:headEnd type="none" w="med" len="med"/>
            <a:tailEnd type="triangle"/>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8" name="直接箭头连接符 67"/>
          <p:cNvCxnSpPr/>
          <p:nvPr/>
        </p:nvCxnSpPr>
        <p:spPr bwMode="auto">
          <a:xfrm>
            <a:off x="2642250" y="3671572"/>
            <a:ext cx="270020" cy="327343"/>
          </a:xfrm>
          <a:prstGeom prst="straightConnector1">
            <a:avLst/>
          </a:prstGeom>
          <a:noFill/>
          <a:ln w="25400" cap="flat" cmpd="sng" algn="ctr">
            <a:solidFill>
              <a:srgbClr val="FF0000"/>
            </a:solidFill>
            <a:prstDash val="solid"/>
            <a:round/>
            <a:headEnd type="none" w="med" len="med"/>
            <a:tailEnd type="triangle"/>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2" name="直接箭头连接符 71"/>
          <p:cNvCxnSpPr/>
          <p:nvPr/>
        </p:nvCxnSpPr>
        <p:spPr bwMode="auto">
          <a:xfrm flipV="1">
            <a:off x="2998183" y="3143060"/>
            <a:ext cx="907401" cy="15601"/>
          </a:xfrm>
          <a:prstGeom prst="straightConnector1">
            <a:avLst/>
          </a:prstGeom>
          <a:noFill/>
          <a:ln w="25400" cap="flat" cmpd="sng" algn="ctr">
            <a:solidFill>
              <a:srgbClr val="FF0000"/>
            </a:solidFill>
            <a:prstDash val="sysDot"/>
            <a:round/>
            <a:headEnd type="none" w="med" len="med"/>
            <a:tailEnd type="triangle"/>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1" name="椭圆 10"/>
          <p:cNvSpPr/>
          <p:nvPr/>
        </p:nvSpPr>
        <p:spPr bwMode="auto">
          <a:xfrm>
            <a:off x="3180225" y="1930844"/>
            <a:ext cx="364202" cy="361061"/>
          </a:xfrm>
          <a:prstGeom prst="ellipse">
            <a:avLst/>
          </a:prstGeom>
          <a:noFill/>
          <a:ln w="9525" cap="flat" cmpd="sng" algn="ctr">
            <a:solidFill>
              <a:srgbClr val="FF0000"/>
            </a:solidFill>
            <a:prstDash val="sysDot"/>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rot="0" spcFirstLastPara="0" vertOverflow="overflow" horzOverflow="overflow" vert="horz" wrap="square" lIns="91440" tIns="45720" rIns="91440" bIns="45720" numCol="1" spcCol="0" rtlCol="0" fromWordArt="0" anchor="ctr" anchorCtr="0" forceAA="0" compatLnSpc="1">
            <a:noAutofit/>
          </a:bodyPr>
          <a:lstStyle/>
          <a:p>
            <a:pPr algn="ctr" eaLnBrk="1" hangingPunct="1"/>
            <a:r>
              <a:rPr lang="en-US" altLang="zh-CN" dirty="0">
                <a:solidFill>
                  <a:srgbClr val="FF0000"/>
                </a:solidFill>
                <a:latin typeface="微软雅黑 Light" panose="020B0502040204020203" pitchFamily="34" charset="-122"/>
                <a:ea typeface="微软雅黑 Light" panose="020B0502040204020203" pitchFamily="34" charset="-122"/>
              </a:rPr>
              <a:t>1</a:t>
            </a:r>
            <a:endParaRPr lang="zh-CN" altLang="en-US" dirty="0">
              <a:solidFill>
                <a:srgbClr val="FF0000"/>
              </a:solidFill>
              <a:latin typeface="微软雅黑 Light" panose="020B0502040204020203" pitchFamily="34" charset="-122"/>
              <a:ea typeface="微软雅黑 Light" panose="020B0502040204020203" pitchFamily="34" charset="-122"/>
            </a:endParaRPr>
          </a:p>
        </p:txBody>
      </p:sp>
      <p:sp>
        <p:nvSpPr>
          <p:cNvPr id="76" name="椭圆 75"/>
          <p:cNvSpPr/>
          <p:nvPr/>
        </p:nvSpPr>
        <p:spPr bwMode="auto">
          <a:xfrm>
            <a:off x="3469276" y="2763627"/>
            <a:ext cx="364202" cy="361061"/>
          </a:xfrm>
          <a:prstGeom prst="ellipse">
            <a:avLst/>
          </a:prstGeom>
          <a:noFill/>
          <a:ln w="9525" cap="flat" cmpd="sng" algn="ctr">
            <a:solidFill>
              <a:srgbClr val="FF0000"/>
            </a:solidFill>
            <a:prstDash val="sysDot"/>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ctr" anchorCtr="0" compatLnSpc="1"/>
          <a:lstStyle/>
          <a:p>
            <a:pPr marL="0" marR="0" indent="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dirty="0">
                <a:ln>
                  <a:noFill/>
                </a:ln>
                <a:solidFill>
                  <a:srgbClr val="FF0000"/>
                </a:solidFill>
                <a:effectLst/>
                <a:latin typeface="微软雅黑 Light" panose="020B0502040204020203" pitchFamily="34" charset="-122"/>
                <a:ea typeface="微软雅黑 Light" panose="020B0502040204020203" pitchFamily="34" charset="-122"/>
              </a:rPr>
              <a:t>3</a:t>
            </a:r>
            <a:endParaRPr kumimoji="0" lang="zh-CN" altLang="en-US" sz="2000" b="0" i="0" u="none" strike="noStrike" cap="none" normalizeH="0" baseline="0" dirty="0">
              <a:ln>
                <a:noFill/>
              </a:ln>
              <a:solidFill>
                <a:srgbClr val="FF0000"/>
              </a:solidFill>
              <a:effectLst/>
              <a:latin typeface="微软雅黑 Light" panose="020B0502040204020203" pitchFamily="34" charset="-122"/>
              <a:ea typeface="微软雅黑 Light" panose="020B0502040204020203" pitchFamily="34" charset="-122"/>
            </a:endParaRPr>
          </a:p>
        </p:txBody>
      </p:sp>
      <p:sp>
        <p:nvSpPr>
          <p:cNvPr id="77" name="椭圆 76"/>
          <p:cNvSpPr/>
          <p:nvPr/>
        </p:nvSpPr>
        <p:spPr bwMode="auto">
          <a:xfrm>
            <a:off x="2388785" y="3821559"/>
            <a:ext cx="364202" cy="361061"/>
          </a:xfrm>
          <a:prstGeom prst="ellipse">
            <a:avLst/>
          </a:prstGeom>
          <a:noFill/>
          <a:ln w="9525" cap="flat" cmpd="sng" algn="ctr">
            <a:solidFill>
              <a:srgbClr val="FF0000"/>
            </a:solidFill>
            <a:prstDash val="sysDot"/>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ctr" anchorCtr="0" compatLnSpc="1"/>
          <a:lstStyle/>
          <a:p>
            <a:pPr marL="0" marR="0" indent="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dirty="0">
                <a:ln>
                  <a:noFill/>
                </a:ln>
                <a:solidFill>
                  <a:srgbClr val="FF0000"/>
                </a:solidFill>
                <a:effectLst/>
                <a:latin typeface="微软雅黑 Light" panose="020B0502040204020203" pitchFamily="34" charset="-122"/>
                <a:ea typeface="微软雅黑 Light" panose="020B0502040204020203" pitchFamily="34" charset="-122"/>
              </a:rPr>
              <a:t>2</a:t>
            </a:r>
            <a:endParaRPr kumimoji="0" lang="zh-CN" altLang="en-US" sz="2000" b="0" i="0" u="none" strike="noStrike" cap="none" normalizeH="0" baseline="0" dirty="0">
              <a:ln>
                <a:noFill/>
              </a:ln>
              <a:solidFill>
                <a:srgbClr val="FF0000"/>
              </a:solidFill>
              <a:effectLst/>
              <a:latin typeface="微软雅黑 Light" panose="020B0502040204020203" pitchFamily="34" charset="-122"/>
              <a:ea typeface="微软雅黑 Light" panose="020B0502040204020203" pitchFamily="34" charset="-122"/>
            </a:endParaRPr>
          </a:p>
        </p:txBody>
      </p:sp>
      <p:cxnSp>
        <p:nvCxnSpPr>
          <p:cNvPr id="69" name="直接箭头连接符 68"/>
          <p:cNvCxnSpPr/>
          <p:nvPr/>
        </p:nvCxnSpPr>
        <p:spPr bwMode="auto">
          <a:xfrm>
            <a:off x="4840080" y="1660255"/>
            <a:ext cx="986709" cy="0"/>
          </a:xfrm>
          <a:prstGeom prst="straightConnector1">
            <a:avLst/>
          </a:prstGeom>
          <a:noFill/>
          <a:ln w="25400" cap="flat" cmpd="sng" algn="ctr">
            <a:solidFill>
              <a:srgbClr val="FF0000"/>
            </a:solidFill>
            <a:prstDash val="solid"/>
            <a:round/>
            <a:headEnd type="none" w="med" len="med"/>
            <a:tailEnd type="triangle"/>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1" name="椭圆 70"/>
          <p:cNvSpPr/>
          <p:nvPr/>
        </p:nvSpPr>
        <p:spPr bwMode="auto">
          <a:xfrm>
            <a:off x="5201892" y="1210549"/>
            <a:ext cx="364202" cy="361061"/>
          </a:xfrm>
          <a:prstGeom prst="ellipse">
            <a:avLst/>
          </a:prstGeom>
          <a:noFill/>
          <a:ln w="9525" cap="flat" cmpd="sng" algn="ctr">
            <a:solidFill>
              <a:srgbClr val="FF0000"/>
            </a:solidFill>
            <a:prstDash val="sysDot"/>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rot="0" spcFirstLastPara="0" vertOverflow="overflow" horzOverflow="overflow" vert="horz" wrap="square" lIns="91440" tIns="45720" rIns="91440" bIns="45720" numCol="1" spcCol="0" rtlCol="0" fromWordArt="0" anchor="ctr" anchorCtr="0" forceAA="0" compatLnSpc="1">
            <a:noAutofit/>
          </a:bodyPr>
          <a:lstStyle/>
          <a:p>
            <a:pPr algn="ctr" eaLnBrk="1" hangingPunct="1"/>
            <a:r>
              <a:rPr lang="en-US" altLang="zh-CN" dirty="0">
                <a:solidFill>
                  <a:srgbClr val="FF0000"/>
                </a:solidFill>
                <a:latin typeface="微软雅黑 Light" panose="020B0502040204020203" pitchFamily="34" charset="-122"/>
                <a:ea typeface="微软雅黑 Light" panose="020B0502040204020203" pitchFamily="34" charset="-122"/>
              </a:rPr>
              <a:t>1</a:t>
            </a:r>
            <a:endParaRPr lang="zh-CN" altLang="en-US" dirty="0">
              <a:solidFill>
                <a:srgbClr val="FF0000"/>
              </a:solidFill>
              <a:latin typeface="微软雅黑 Light" panose="020B0502040204020203" pitchFamily="34" charset="-122"/>
              <a:ea typeface="微软雅黑 Light" panose="020B0502040204020203" pitchFamily="34" charset="-122"/>
            </a:endParaRPr>
          </a:p>
        </p:txBody>
      </p:sp>
      <p:cxnSp>
        <p:nvCxnSpPr>
          <p:cNvPr id="73" name="直接箭头连接符 72"/>
          <p:cNvCxnSpPr/>
          <p:nvPr/>
        </p:nvCxnSpPr>
        <p:spPr bwMode="auto">
          <a:xfrm>
            <a:off x="6657539" y="1700808"/>
            <a:ext cx="986709" cy="0"/>
          </a:xfrm>
          <a:prstGeom prst="straightConnector1">
            <a:avLst/>
          </a:prstGeom>
          <a:noFill/>
          <a:ln w="25400" cap="flat" cmpd="sng" algn="ctr">
            <a:solidFill>
              <a:srgbClr val="FF0000"/>
            </a:solidFill>
            <a:prstDash val="sysDot"/>
            <a:round/>
            <a:headEnd type="none" w="med" len="med"/>
            <a:tailEnd type="triangle"/>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4" name="椭圆 73"/>
          <p:cNvSpPr/>
          <p:nvPr/>
        </p:nvSpPr>
        <p:spPr bwMode="auto">
          <a:xfrm>
            <a:off x="7216037" y="1234877"/>
            <a:ext cx="364202" cy="361061"/>
          </a:xfrm>
          <a:prstGeom prst="ellipse">
            <a:avLst/>
          </a:prstGeom>
          <a:noFill/>
          <a:ln w="9525" cap="flat" cmpd="sng" algn="ctr">
            <a:solidFill>
              <a:srgbClr val="FF0000"/>
            </a:solidFill>
            <a:prstDash val="sysDot"/>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rot="0" spcFirstLastPara="0" vertOverflow="overflow" horzOverflow="overflow" vert="horz" wrap="square" lIns="91440" tIns="45720" rIns="91440" bIns="45720" numCol="1" spcCol="0" rtlCol="0" fromWordArt="0" anchor="ctr" anchorCtr="0" forceAA="0" compatLnSpc="1">
            <a:noAutofit/>
          </a:bodyPr>
          <a:lstStyle/>
          <a:p>
            <a:pPr algn="ctr" eaLnBrk="1" hangingPunct="1"/>
            <a:r>
              <a:rPr lang="en-US" altLang="zh-CN" dirty="0">
                <a:solidFill>
                  <a:srgbClr val="FF0000"/>
                </a:solidFill>
                <a:latin typeface="微软雅黑 Light" panose="020B0502040204020203" pitchFamily="34" charset="-122"/>
                <a:ea typeface="微软雅黑 Light" panose="020B0502040204020203" pitchFamily="34" charset="-122"/>
              </a:rPr>
              <a:t>3</a:t>
            </a:r>
            <a:endParaRPr lang="zh-CN" altLang="en-US" dirty="0">
              <a:solidFill>
                <a:srgbClr val="FF0000"/>
              </a:solidFill>
              <a:latin typeface="微软雅黑 Light" panose="020B0502040204020203" pitchFamily="34" charset="-122"/>
              <a:ea typeface="微软雅黑 Light" panose="020B0502040204020203" pitchFamily="34" charset="-122"/>
            </a:endParaRPr>
          </a:p>
        </p:txBody>
      </p:sp>
      <p:cxnSp>
        <p:nvCxnSpPr>
          <p:cNvPr id="75" name="直接箭头连接符 74"/>
          <p:cNvCxnSpPr/>
          <p:nvPr/>
        </p:nvCxnSpPr>
        <p:spPr bwMode="auto">
          <a:xfrm>
            <a:off x="3359696" y="4724401"/>
            <a:ext cx="720179" cy="608176"/>
          </a:xfrm>
          <a:prstGeom prst="straightConnector1">
            <a:avLst/>
          </a:prstGeom>
          <a:noFill/>
          <a:ln w="25400" cap="flat" cmpd="sng" algn="ctr">
            <a:solidFill>
              <a:srgbClr val="FF0000"/>
            </a:solidFill>
            <a:prstDash val="solid"/>
            <a:round/>
            <a:headEnd type="none" w="med" len="med"/>
            <a:tailEnd type="triangle"/>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8" name="椭圆 77"/>
          <p:cNvSpPr/>
          <p:nvPr/>
        </p:nvSpPr>
        <p:spPr bwMode="auto">
          <a:xfrm>
            <a:off x="3448843" y="5068277"/>
            <a:ext cx="364202" cy="361061"/>
          </a:xfrm>
          <a:prstGeom prst="ellipse">
            <a:avLst/>
          </a:prstGeom>
          <a:noFill/>
          <a:ln w="9525" cap="flat" cmpd="sng" algn="ctr">
            <a:solidFill>
              <a:srgbClr val="FF0000"/>
            </a:solidFill>
            <a:prstDash val="sysDot"/>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ctr" anchorCtr="0" compatLnSpc="1"/>
          <a:lstStyle/>
          <a:p>
            <a:pPr marL="0" marR="0" indent="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dirty="0">
                <a:ln>
                  <a:noFill/>
                </a:ln>
                <a:solidFill>
                  <a:srgbClr val="FF0000"/>
                </a:solidFill>
                <a:effectLst/>
                <a:latin typeface="微软雅黑 Light" panose="020B0502040204020203" pitchFamily="34" charset="-122"/>
                <a:ea typeface="微软雅黑 Light" panose="020B0502040204020203" pitchFamily="34" charset="-122"/>
              </a:rPr>
              <a:t>2</a:t>
            </a:r>
            <a:endParaRPr kumimoji="0" lang="zh-CN" altLang="en-US" sz="2000" b="0" i="0" u="none" strike="noStrike" cap="none" normalizeH="0" baseline="0" dirty="0">
              <a:ln>
                <a:noFill/>
              </a:ln>
              <a:solidFill>
                <a:srgbClr val="FF0000"/>
              </a:solidFill>
              <a:effectLst/>
              <a:latin typeface="微软雅黑 Light" panose="020B0502040204020203" pitchFamily="34" charset="-122"/>
              <a:ea typeface="微软雅黑 Light" panose="020B0502040204020203" pitchFamily="34" charset="-122"/>
            </a:endParaRPr>
          </a:p>
        </p:txBody>
      </p:sp>
      <p:cxnSp>
        <p:nvCxnSpPr>
          <p:cNvPr id="79" name="直接箭头连接符 78"/>
          <p:cNvCxnSpPr/>
          <p:nvPr/>
        </p:nvCxnSpPr>
        <p:spPr bwMode="auto">
          <a:xfrm>
            <a:off x="4821955" y="5459415"/>
            <a:ext cx="697784" cy="0"/>
          </a:xfrm>
          <a:prstGeom prst="straightConnector1">
            <a:avLst/>
          </a:prstGeom>
          <a:noFill/>
          <a:ln w="25400" cap="flat" cmpd="sng" algn="ctr">
            <a:solidFill>
              <a:srgbClr val="FF0000"/>
            </a:solidFill>
            <a:prstDash val="sysDot"/>
            <a:round/>
            <a:headEnd type="none" w="med" len="med"/>
            <a:tailEnd type="triangle"/>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80" name="椭圆 79"/>
          <p:cNvSpPr/>
          <p:nvPr/>
        </p:nvSpPr>
        <p:spPr bwMode="auto">
          <a:xfrm>
            <a:off x="4998384" y="5494126"/>
            <a:ext cx="364202" cy="361061"/>
          </a:xfrm>
          <a:prstGeom prst="ellipse">
            <a:avLst/>
          </a:prstGeom>
          <a:noFill/>
          <a:ln w="9525" cap="flat" cmpd="sng" algn="ctr">
            <a:solidFill>
              <a:srgbClr val="FF0000"/>
            </a:solidFill>
            <a:prstDash val="sysDot"/>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ctr" anchorCtr="0" compatLnSpc="1"/>
          <a:lstStyle/>
          <a:p>
            <a:pPr marL="0" marR="0" indent="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dirty="0">
                <a:ln>
                  <a:noFill/>
                </a:ln>
                <a:solidFill>
                  <a:srgbClr val="FF0000"/>
                </a:solidFill>
                <a:effectLst/>
                <a:latin typeface="微软雅黑 Light" panose="020B0502040204020203" pitchFamily="34" charset="-122"/>
                <a:ea typeface="微软雅黑 Light" panose="020B0502040204020203" pitchFamily="34" charset="-122"/>
              </a:rPr>
              <a:t>4</a:t>
            </a:r>
            <a:endParaRPr kumimoji="0" lang="zh-CN" altLang="en-US" sz="2000" b="0" i="0" u="none" strike="noStrike" cap="none" normalizeH="0" baseline="0" dirty="0">
              <a:ln>
                <a:noFill/>
              </a:ln>
              <a:solidFill>
                <a:srgbClr val="FF0000"/>
              </a:solidFill>
              <a:effectLst/>
              <a:latin typeface="微软雅黑 Light" panose="020B0502040204020203" pitchFamily="34" charset="-122"/>
              <a:ea typeface="微软雅黑 Light" panose="020B0502040204020203" pitchFamily="34" charset="-122"/>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 name="灯片编号占位符 3"/>
          <p:cNvSpPr>
            <a:spLocks noGrp="1"/>
          </p:cNvSpPr>
          <p:nvPr>
            <p:ph type="sldNum" sz="quarter" idx="12"/>
          </p:nvPr>
        </p:nvSpPr>
        <p:spPr/>
        <p:txBody>
          <a:bodyPr/>
          <a:lstStyle/>
          <a:p>
            <a:fld id="{55D0A785-B91B-4921-9CE8-7A3D9053671A}" type="slidenum">
              <a:rPr lang="en-US" altLang="zh-CN"/>
            </a:fld>
            <a:endParaRPr lang="en-US" altLang="zh-CN"/>
          </a:p>
        </p:txBody>
      </p:sp>
      <p:sp>
        <p:nvSpPr>
          <p:cNvPr id="165" name="Rectangle 2"/>
          <p:cNvSpPr txBox="1">
            <a:spLocks noChangeArrowheads="1"/>
          </p:cNvSpPr>
          <p:nvPr/>
        </p:nvSpPr>
        <p:spPr>
          <a:xfrm>
            <a:off x="431800" y="71438"/>
            <a:ext cx="11328400" cy="765175"/>
          </a:xfrm>
          <a:prstGeom prst="rect">
            <a:avLst/>
          </a:prstGeom>
        </p:spPr>
        <p:txBody>
          <a:bodyPr/>
          <a:lstStyle>
            <a:lvl1pPr algn="l" rtl="0" eaLnBrk="0" fontAlgn="base" hangingPunct="0">
              <a:spcBef>
                <a:spcPct val="0"/>
              </a:spcBef>
              <a:spcAft>
                <a:spcPct val="0"/>
              </a:spcAft>
              <a:defRPr sz="4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1pPr>
            <a:lvl2pPr algn="l" rtl="0" eaLnBrk="0" fontAlgn="base" hangingPunct="0">
              <a:spcBef>
                <a:spcPct val="0"/>
              </a:spcBef>
              <a:spcAft>
                <a:spcPct val="0"/>
              </a:spcAft>
              <a:defRPr sz="4000">
                <a:solidFill>
                  <a:schemeClr val="tx1"/>
                </a:solidFill>
                <a:latin typeface="Arial" panose="020B0604020202020204" pitchFamily="34" charset="0"/>
                <a:ea typeface="黑体" panose="02010609060101010101" pitchFamily="49" charset="-122"/>
              </a:defRPr>
            </a:lvl2pPr>
            <a:lvl3pPr algn="l" rtl="0" eaLnBrk="0" fontAlgn="base" hangingPunct="0">
              <a:spcBef>
                <a:spcPct val="0"/>
              </a:spcBef>
              <a:spcAft>
                <a:spcPct val="0"/>
              </a:spcAft>
              <a:defRPr sz="4000">
                <a:solidFill>
                  <a:schemeClr val="tx1"/>
                </a:solidFill>
                <a:latin typeface="Arial" panose="020B0604020202020204" pitchFamily="34" charset="0"/>
                <a:ea typeface="黑体" panose="02010609060101010101" pitchFamily="49" charset="-122"/>
              </a:defRPr>
            </a:lvl3pPr>
            <a:lvl4pPr algn="l" rtl="0" eaLnBrk="0" fontAlgn="base" hangingPunct="0">
              <a:spcBef>
                <a:spcPct val="0"/>
              </a:spcBef>
              <a:spcAft>
                <a:spcPct val="0"/>
              </a:spcAft>
              <a:defRPr sz="4000">
                <a:solidFill>
                  <a:schemeClr val="tx1"/>
                </a:solidFill>
                <a:latin typeface="Arial" panose="020B0604020202020204" pitchFamily="34" charset="0"/>
                <a:ea typeface="黑体" panose="02010609060101010101" pitchFamily="49" charset="-122"/>
              </a:defRPr>
            </a:lvl4pPr>
            <a:lvl5pPr algn="l" rtl="0" eaLnBrk="0" fontAlgn="base" hangingPunct="0">
              <a:spcBef>
                <a:spcPct val="0"/>
              </a:spcBef>
              <a:spcAft>
                <a:spcPct val="0"/>
              </a:spcAft>
              <a:defRPr sz="4000">
                <a:solidFill>
                  <a:schemeClr val="tx1"/>
                </a:solidFill>
                <a:latin typeface="Arial" panose="020B0604020202020204" pitchFamily="34" charset="0"/>
                <a:ea typeface="黑体" panose="02010609060101010101" pitchFamily="49" charset="-122"/>
              </a:defRPr>
            </a:lvl5pPr>
            <a:lvl6pPr marL="457200" algn="l" rtl="0" fontAlgn="base">
              <a:spcBef>
                <a:spcPct val="0"/>
              </a:spcBef>
              <a:spcAft>
                <a:spcPct val="0"/>
              </a:spcAft>
              <a:defRPr sz="4000">
                <a:solidFill>
                  <a:schemeClr val="tx1"/>
                </a:solidFill>
                <a:latin typeface="Arial" panose="020B0604020202020204" pitchFamily="34" charset="0"/>
                <a:ea typeface="黑体" panose="02010609060101010101" pitchFamily="49" charset="-122"/>
              </a:defRPr>
            </a:lvl6pPr>
            <a:lvl7pPr marL="914400" algn="l" rtl="0" fontAlgn="base">
              <a:spcBef>
                <a:spcPct val="0"/>
              </a:spcBef>
              <a:spcAft>
                <a:spcPct val="0"/>
              </a:spcAft>
              <a:defRPr sz="4000">
                <a:solidFill>
                  <a:schemeClr val="tx1"/>
                </a:solidFill>
                <a:latin typeface="Arial" panose="020B0604020202020204" pitchFamily="34" charset="0"/>
                <a:ea typeface="黑体" panose="02010609060101010101" pitchFamily="49" charset="-122"/>
              </a:defRPr>
            </a:lvl7pPr>
            <a:lvl8pPr marL="1371600" algn="l" rtl="0" fontAlgn="base">
              <a:spcBef>
                <a:spcPct val="0"/>
              </a:spcBef>
              <a:spcAft>
                <a:spcPct val="0"/>
              </a:spcAft>
              <a:defRPr sz="4000">
                <a:solidFill>
                  <a:schemeClr val="tx1"/>
                </a:solidFill>
                <a:latin typeface="Arial" panose="020B0604020202020204" pitchFamily="34" charset="0"/>
                <a:ea typeface="黑体" panose="02010609060101010101" pitchFamily="49" charset="-122"/>
              </a:defRPr>
            </a:lvl8pPr>
            <a:lvl9pPr marL="1828800" algn="l" rtl="0" fontAlgn="base">
              <a:spcBef>
                <a:spcPct val="0"/>
              </a:spcBef>
              <a:spcAft>
                <a:spcPct val="0"/>
              </a:spcAft>
              <a:defRPr sz="4000">
                <a:solidFill>
                  <a:schemeClr val="tx1"/>
                </a:solidFill>
                <a:latin typeface="Arial" panose="020B0604020202020204" pitchFamily="34" charset="0"/>
                <a:ea typeface="黑体" panose="02010609060101010101" pitchFamily="49" charset="-122"/>
              </a:defRPr>
            </a:lvl9pPr>
          </a:lstStyle>
          <a:p>
            <a:r>
              <a:rPr lang="en-US" altLang="zh-CN" sz="3200" dirty="0">
                <a:latin typeface="微软雅黑" panose="020B0503020204020204" pitchFamily="34" charset="-122"/>
              </a:rPr>
              <a:t>Dijkstra</a:t>
            </a:r>
            <a:r>
              <a:rPr lang="zh-CN" altLang="en-US" sz="3200" dirty="0">
                <a:latin typeface="微软雅黑" panose="020B0503020204020204" pitchFamily="34" charset="-122"/>
              </a:rPr>
              <a:t>算法示例</a:t>
            </a:r>
            <a:endParaRPr lang="zh-CN" altLang="en-US" sz="3200" dirty="0">
              <a:latin typeface="微软雅黑" panose="020B0503020204020204" pitchFamily="34" charset="-122"/>
            </a:endParaRPr>
          </a:p>
        </p:txBody>
      </p:sp>
      <p:sp>
        <p:nvSpPr>
          <p:cNvPr id="167" name="Line 3"/>
          <p:cNvSpPr>
            <a:spLocks noChangeShapeType="1"/>
          </p:cNvSpPr>
          <p:nvPr/>
        </p:nvSpPr>
        <p:spPr bwMode="auto">
          <a:xfrm flipV="1">
            <a:off x="2913063" y="2139950"/>
            <a:ext cx="950912" cy="792164"/>
          </a:xfrm>
          <a:prstGeom prst="line">
            <a:avLst/>
          </a:prstGeom>
          <a:noFill/>
          <a:ln w="25400" cap="rnd">
            <a:solidFill>
              <a:schemeClr val="bg2"/>
            </a:solidFill>
            <a:round/>
            <a:headEnd type="none" w="sm" len="sm"/>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latin typeface="微软雅黑 Light" panose="020B0502040204020203" pitchFamily="34" charset="-122"/>
              <a:ea typeface="微软雅黑 Light" panose="020B0502040204020203" pitchFamily="34" charset="-122"/>
            </a:endParaRPr>
          </a:p>
        </p:txBody>
      </p:sp>
      <p:sp>
        <p:nvSpPr>
          <p:cNvPr id="168" name="Line 4"/>
          <p:cNvSpPr>
            <a:spLocks noChangeShapeType="1"/>
          </p:cNvSpPr>
          <p:nvPr/>
        </p:nvSpPr>
        <p:spPr bwMode="auto">
          <a:xfrm>
            <a:off x="5087938" y="3284538"/>
            <a:ext cx="792162" cy="0"/>
          </a:xfrm>
          <a:prstGeom prst="line">
            <a:avLst/>
          </a:prstGeom>
          <a:noFill/>
          <a:ln w="25400" cap="rnd">
            <a:solidFill>
              <a:schemeClr val="bg2"/>
            </a:solidFill>
            <a:round/>
            <a:headEnd type="triangle" w="lg" len="lg"/>
            <a:tailEnd type="non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latin typeface="微软雅黑 Light" panose="020B0502040204020203" pitchFamily="34" charset="-122"/>
              <a:ea typeface="微软雅黑 Light" panose="020B0502040204020203" pitchFamily="34" charset="-122"/>
            </a:endParaRPr>
          </a:p>
        </p:txBody>
      </p:sp>
      <p:sp>
        <p:nvSpPr>
          <p:cNvPr id="169" name="Line 5"/>
          <p:cNvSpPr>
            <a:spLocks noChangeShapeType="1"/>
          </p:cNvSpPr>
          <p:nvPr/>
        </p:nvSpPr>
        <p:spPr bwMode="auto">
          <a:xfrm flipV="1">
            <a:off x="6603669" y="3284539"/>
            <a:ext cx="644855" cy="7912"/>
          </a:xfrm>
          <a:prstGeom prst="line">
            <a:avLst/>
          </a:prstGeom>
          <a:noFill/>
          <a:ln w="25400" cap="rnd">
            <a:solidFill>
              <a:schemeClr val="bg2"/>
            </a:solidFill>
            <a:round/>
            <a:headEnd type="none" w="sm" len="sm"/>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latin typeface="微软雅黑 Light" panose="020B0502040204020203" pitchFamily="34" charset="-122"/>
              <a:ea typeface="微软雅黑 Light" panose="020B0502040204020203" pitchFamily="34" charset="-122"/>
            </a:endParaRPr>
          </a:p>
        </p:txBody>
      </p:sp>
      <p:sp>
        <p:nvSpPr>
          <p:cNvPr id="170" name="Line 6"/>
          <p:cNvSpPr>
            <a:spLocks noChangeShapeType="1"/>
          </p:cNvSpPr>
          <p:nvPr/>
        </p:nvSpPr>
        <p:spPr bwMode="auto">
          <a:xfrm flipH="1" flipV="1">
            <a:off x="8688388" y="2205038"/>
            <a:ext cx="844218" cy="582612"/>
          </a:xfrm>
          <a:prstGeom prst="line">
            <a:avLst/>
          </a:prstGeom>
          <a:noFill/>
          <a:ln w="25400" cap="rnd">
            <a:solidFill>
              <a:schemeClr val="bg2"/>
            </a:solidFill>
            <a:round/>
            <a:headEnd type="none" w="sm" len="sm"/>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latin typeface="微软雅黑 Light" panose="020B0502040204020203" pitchFamily="34" charset="-122"/>
              <a:ea typeface="微软雅黑 Light" panose="020B0502040204020203" pitchFamily="34" charset="-122"/>
            </a:endParaRPr>
          </a:p>
        </p:txBody>
      </p:sp>
      <p:sp>
        <p:nvSpPr>
          <p:cNvPr id="171" name="Line 7"/>
          <p:cNvSpPr>
            <a:spLocks noChangeShapeType="1"/>
          </p:cNvSpPr>
          <p:nvPr/>
        </p:nvSpPr>
        <p:spPr bwMode="auto">
          <a:xfrm>
            <a:off x="6672263" y="1844675"/>
            <a:ext cx="1008062" cy="0"/>
          </a:xfrm>
          <a:prstGeom prst="line">
            <a:avLst/>
          </a:prstGeom>
          <a:noFill/>
          <a:ln w="25400" cap="rnd">
            <a:solidFill>
              <a:schemeClr val="bg2"/>
            </a:solidFill>
            <a:round/>
            <a:headEnd type="none" w="sm" len="sm"/>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latin typeface="微软雅黑 Light" panose="020B0502040204020203" pitchFamily="34" charset="-122"/>
              <a:ea typeface="微软雅黑 Light" panose="020B0502040204020203" pitchFamily="34" charset="-122"/>
            </a:endParaRPr>
          </a:p>
        </p:txBody>
      </p:sp>
      <p:sp>
        <p:nvSpPr>
          <p:cNvPr id="172" name="Line 8"/>
          <p:cNvSpPr>
            <a:spLocks noChangeShapeType="1"/>
          </p:cNvSpPr>
          <p:nvPr/>
        </p:nvSpPr>
        <p:spPr bwMode="auto">
          <a:xfrm flipV="1">
            <a:off x="2998789" y="3284538"/>
            <a:ext cx="936625" cy="4762"/>
          </a:xfrm>
          <a:prstGeom prst="line">
            <a:avLst/>
          </a:prstGeom>
          <a:noFill/>
          <a:ln w="25400" cap="rnd">
            <a:solidFill>
              <a:schemeClr val="bg2"/>
            </a:solidFill>
            <a:round/>
            <a:headEnd type="none" w="sm" len="sm"/>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latin typeface="微软雅黑 Light" panose="020B0502040204020203" pitchFamily="34" charset="-122"/>
              <a:ea typeface="微软雅黑 Light" panose="020B0502040204020203" pitchFamily="34" charset="-122"/>
            </a:endParaRPr>
          </a:p>
        </p:txBody>
      </p:sp>
      <p:sp>
        <p:nvSpPr>
          <p:cNvPr id="173" name="Line 9"/>
          <p:cNvSpPr>
            <a:spLocks noChangeShapeType="1"/>
          </p:cNvSpPr>
          <p:nvPr/>
        </p:nvSpPr>
        <p:spPr bwMode="auto">
          <a:xfrm>
            <a:off x="4872039" y="1844675"/>
            <a:ext cx="936625" cy="0"/>
          </a:xfrm>
          <a:prstGeom prst="line">
            <a:avLst/>
          </a:prstGeom>
          <a:noFill/>
          <a:ln w="25400" cap="rnd">
            <a:solidFill>
              <a:schemeClr val="bg2"/>
            </a:solidFill>
            <a:round/>
            <a:headEnd type="triangle" w="lg" len="lg"/>
            <a:tailEnd type="non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latin typeface="微软雅黑 Light" panose="020B0502040204020203" pitchFamily="34" charset="-122"/>
              <a:ea typeface="微软雅黑 Light" panose="020B0502040204020203" pitchFamily="34" charset="-122"/>
            </a:endParaRPr>
          </a:p>
        </p:txBody>
      </p:sp>
      <p:sp>
        <p:nvSpPr>
          <p:cNvPr id="174" name="Line 10"/>
          <p:cNvSpPr>
            <a:spLocks noChangeShapeType="1"/>
          </p:cNvSpPr>
          <p:nvPr/>
        </p:nvSpPr>
        <p:spPr bwMode="auto">
          <a:xfrm flipH="1" flipV="1">
            <a:off x="2752726" y="3614737"/>
            <a:ext cx="319088" cy="390526"/>
          </a:xfrm>
          <a:prstGeom prst="line">
            <a:avLst/>
          </a:prstGeom>
          <a:noFill/>
          <a:ln w="25400" cap="rnd">
            <a:solidFill>
              <a:schemeClr val="bg2"/>
            </a:solidFill>
            <a:round/>
            <a:headEnd type="triangle" w="lg" len="lg"/>
            <a:tailEnd type="non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latin typeface="微软雅黑 Light" panose="020B0502040204020203" pitchFamily="34" charset="-122"/>
              <a:ea typeface="微软雅黑 Light" panose="020B0502040204020203" pitchFamily="34" charset="-122"/>
            </a:endParaRPr>
          </a:p>
        </p:txBody>
      </p:sp>
      <p:sp>
        <p:nvSpPr>
          <p:cNvPr id="175" name="Line 11"/>
          <p:cNvSpPr>
            <a:spLocks noChangeShapeType="1"/>
          </p:cNvSpPr>
          <p:nvPr/>
        </p:nvSpPr>
        <p:spPr bwMode="auto">
          <a:xfrm>
            <a:off x="3503613" y="4587876"/>
            <a:ext cx="576262" cy="504825"/>
          </a:xfrm>
          <a:prstGeom prst="line">
            <a:avLst/>
          </a:prstGeom>
          <a:noFill/>
          <a:ln w="25400" cap="rnd">
            <a:solidFill>
              <a:schemeClr val="bg2"/>
            </a:solidFill>
            <a:round/>
            <a:headEnd type="triangle" w="lg" len="lg"/>
            <a:tailEnd type="non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latin typeface="微软雅黑 Light" panose="020B0502040204020203" pitchFamily="34" charset="-122"/>
              <a:ea typeface="微软雅黑 Light" panose="020B0502040204020203" pitchFamily="34" charset="-122"/>
            </a:endParaRPr>
          </a:p>
        </p:txBody>
      </p:sp>
      <p:sp>
        <p:nvSpPr>
          <p:cNvPr id="176" name="Line 12"/>
          <p:cNvSpPr>
            <a:spLocks noChangeShapeType="1"/>
          </p:cNvSpPr>
          <p:nvPr/>
        </p:nvSpPr>
        <p:spPr bwMode="auto">
          <a:xfrm flipV="1">
            <a:off x="4784611" y="5229225"/>
            <a:ext cx="735128" cy="1"/>
          </a:xfrm>
          <a:prstGeom prst="line">
            <a:avLst/>
          </a:prstGeom>
          <a:noFill/>
          <a:ln w="25400" cap="rnd">
            <a:solidFill>
              <a:schemeClr val="bg2"/>
            </a:solidFill>
            <a:round/>
            <a:headEnd type="none" w="sm" len="sm"/>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latin typeface="微软雅黑 Light" panose="020B0502040204020203" pitchFamily="34" charset="-122"/>
              <a:ea typeface="微软雅黑 Light" panose="020B0502040204020203" pitchFamily="34" charset="-122"/>
            </a:endParaRPr>
          </a:p>
        </p:txBody>
      </p:sp>
      <p:sp>
        <p:nvSpPr>
          <p:cNvPr id="177" name="Line 13"/>
          <p:cNvSpPr>
            <a:spLocks noChangeShapeType="1"/>
          </p:cNvSpPr>
          <p:nvPr/>
        </p:nvSpPr>
        <p:spPr bwMode="auto">
          <a:xfrm flipV="1">
            <a:off x="6654801" y="5235575"/>
            <a:ext cx="936625" cy="0"/>
          </a:xfrm>
          <a:prstGeom prst="line">
            <a:avLst/>
          </a:prstGeom>
          <a:noFill/>
          <a:ln w="25400" cap="rnd">
            <a:solidFill>
              <a:schemeClr val="bg2"/>
            </a:solidFill>
            <a:round/>
            <a:headEnd type="triangle" w="lg" len="lg"/>
            <a:tailEnd type="non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latin typeface="微软雅黑 Light" panose="020B0502040204020203" pitchFamily="34" charset="-122"/>
              <a:ea typeface="微软雅黑 Light" panose="020B0502040204020203" pitchFamily="34" charset="-122"/>
            </a:endParaRPr>
          </a:p>
        </p:txBody>
      </p:sp>
      <p:sp>
        <p:nvSpPr>
          <p:cNvPr id="178" name="Line 14"/>
          <p:cNvSpPr>
            <a:spLocks noChangeShapeType="1"/>
          </p:cNvSpPr>
          <p:nvPr/>
        </p:nvSpPr>
        <p:spPr bwMode="auto">
          <a:xfrm flipV="1">
            <a:off x="8283410" y="4875213"/>
            <a:ext cx="819316" cy="304031"/>
          </a:xfrm>
          <a:prstGeom prst="line">
            <a:avLst/>
          </a:prstGeom>
          <a:noFill/>
          <a:ln w="25400" cap="rnd">
            <a:solidFill>
              <a:schemeClr val="bg2"/>
            </a:solidFill>
            <a:round/>
            <a:headEnd type="none" w="sm" len="sm"/>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latin typeface="微软雅黑 Light" panose="020B0502040204020203" pitchFamily="34" charset="-122"/>
              <a:ea typeface="微软雅黑 Light" panose="020B0502040204020203" pitchFamily="34" charset="-122"/>
            </a:endParaRPr>
          </a:p>
        </p:txBody>
      </p:sp>
      <p:sp>
        <p:nvSpPr>
          <p:cNvPr id="179" name="Line 15"/>
          <p:cNvSpPr>
            <a:spLocks noChangeShapeType="1"/>
          </p:cNvSpPr>
          <p:nvPr/>
        </p:nvSpPr>
        <p:spPr bwMode="auto">
          <a:xfrm flipV="1">
            <a:off x="9480551" y="3516315"/>
            <a:ext cx="319088" cy="704848"/>
          </a:xfrm>
          <a:prstGeom prst="line">
            <a:avLst/>
          </a:prstGeom>
          <a:noFill/>
          <a:ln w="25400" cap="rnd">
            <a:solidFill>
              <a:schemeClr val="bg2"/>
            </a:solidFill>
            <a:round/>
            <a:headEnd type="triangle" w="lg" len="lg"/>
            <a:tailEnd type="non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latin typeface="微软雅黑 Light" panose="020B0502040204020203" pitchFamily="34" charset="-122"/>
              <a:ea typeface="微软雅黑 Light" panose="020B0502040204020203" pitchFamily="34" charset="-122"/>
            </a:endParaRPr>
          </a:p>
        </p:txBody>
      </p:sp>
      <p:sp>
        <p:nvSpPr>
          <p:cNvPr id="180" name="Text Box 34"/>
          <p:cNvSpPr txBox="1">
            <a:spLocks noChangeArrowheads="1"/>
          </p:cNvSpPr>
          <p:nvPr/>
        </p:nvSpPr>
        <p:spPr bwMode="auto">
          <a:xfrm>
            <a:off x="2390776" y="2500314"/>
            <a:ext cx="444500" cy="523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zh-CN"/>
            </a:defPPr>
            <a:lvl1pPr algn="ctr">
              <a:defRPr sz="2400">
                <a:latin typeface="微软雅黑 Light" panose="020B0502040204020203" pitchFamily="34" charset="-122"/>
                <a:ea typeface="微软雅黑 Light" panose="020B0502040204020203" pitchFamily="34" charset="-122"/>
              </a:defRPr>
            </a:lvl1pPr>
          </a:lstStyle>
          <a:p>
            <a:r>
              <a:rPr lang="en-US" altLang="zh-CN" dirty="0"/>
              <a:t>A</a:t>
            </a:r>
            <a:endParaRPr lang="en-US" altLang="zh-CN" dirty="0"/>
          </a:p>
        </p:txBody>
      </p:sp>
      <p:grpSp>
        <p:nvGrpSpPr>
          <p:cNvPr id="181" name="Group 35"/>
          <p:cNvGrpSpPr/>
          <p:nvPr/>
        </p:nvGrpSpPr>
        <p:grpSpPr bwMode="auto">
          <a:xfrm>
            <a:off x="3719513" y="1563689"/>
            <a:ext cx="1181100" cy="714375"/>
            <a:chOff x="1338" y="1752"/>
            <a:chExt cx="744" cy="450"/>
          </a:xfrm>
        </p:grpSpPr>
        <p:pic>
          <p:nvPicPr>
            <p:cNvPr id="182" name="Picture 25"/>
            <p:cNvPicPr>
              <a:picLocks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1338" y="1752"/>
              <a:ext cx="744" cy="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3" name="Text Box 37"/>
            <p:cNvSpPr txBox="1">
              <a:spLocks noChangeArrowheads="1"/>
            </p:cNvSpPr>
            <p:nvPr/>
          </p:nvSpPr>
          <p:spPr bwMode="auto">
            <a:xfrm>
              <a:off x="1432" y="1829"/>
              <a:ext cx="555"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400">
                  <a:latin typeface="微软雅黑 Light" panose="020B0502040204020203" pitchFamily="34" charset="-122"/>
                  <a:ea typeface="微软雅黑 Light" panose="020B0502040204020203" pitchFamily="34" charset="-122"/>
                </a:rPr>
                <a:t>Net:1</a:t>
              </a:r>
              <a:endParaRPr lang="en-US" altLang="zh-CN" sz="2400">
                <a:latin typeface="微软雅黑 Light" panose="020B0502040204020203" pitchFamily="34" charset="-122"/>
                <a:ea typeface="微软雅黑 Light" panose="020B0502040204020203" pitchFamily="34" charset="-122"/>
              </a:endParaRPr>
            </a:p>
          </p:txBody>
        </p:sp>
      </p:grpSp>
      <p:sp>
        <p:nvSpPr>
          <p:cNvPr id="184" name="Text Box 56"/>
          <p:cNvSpPr txBox="1">
            <a:spLocks noChangeArrowheads="1"/>
          </p:cNvSpPr>
          <p:nvPr/>
        </p:nvSpPr>
        <p:spPr bwMode="auto">
          <a:xfrm>
            <a:off x="4224867" y="4445074"/>
            <a:ext cx="378629"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zh-CN"/>
            </a:defPPr>
            <a:lvl1pPr algn="ctr">
              <a:defRPr sz="2400">
                <a:latin typeface="微软雅黑 Light" panose="020B0502040204020203" pitchFamily="34" charset="-122"/>
                <a:ea typeface="微软雅黑 Light" panose="020B0502040204020203" pitchFamily="34" charset="-122"/>
              </a:defRPr>
            </a:lvl1pPr>
          </a:lstStyle>
          <a:p>
            <a:r>
              <a:rPr lang="en-US" altLang="zh-CN" dirty="0"/>
              <a:t>E</a:t>
            </a:r>
            <a:endParaRPr lang="en-US" altLang="zh-CN" dirty="0"/>
          </a:p>
        </p:txBody>
      </p:sp>
      <p:sp>
        <p:nvSpPr>
          <p:cNvPr id="185" name="Text Box 75"/>
          <p:cNvSpPr txBox="1">
            <a:spLocks noChangeArrowheads="1"/>
          </p:cNvSpPr>
          <p:nvPr/>
        </p:nvSpPr>
        <p:spPr bwMode="auto">
          <a:xfrm>
            <a:off x="7668662" y="4505943"/>
            <a:ext cx="458788" cy="523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zh-CN"/>
            </a:defPPr>
            <a:lvl1pPr algn="ctr">
              <a:defRPr sz="2400">
                <a:latin typeface="微软雅黑 Light" panose="020B0502040204020203" pitchFamily="34" charset="-122"/>
                <a:ea typeface="微软雅黑 Light" panose="020B0502040204020203" pitchFamily="34" charset="-122"/>
              </a:defRPr>
            </a:lvl1pPr>
          </a:lstStyle>
          <a:p>
            <a:r>
              <a:rPr lang="en-US" altLang="zh-CN" dirty="0"/>
              <a:t>D</a:t>
            </a:r>
            <a:endParaRPr lang="en-US" altLang="zh-CN" dirty="0"/>
          </a:p>
        </p:txBody>
      </p:sp>
      <p:sp>
        <p:nvSpPr>
          <p:cNvPr id="186" name="Text Box 94"/>
          <p:cNvSpPr txBox="1">
            <a:spLocks noChangeArrowheads="1"/>
          </p:cNvSpPr>
          <p:nvPr/>
        </p:nvSpPr>
        <p:spPr bwMode="auto">
          <a:xfrm>
            <a:off x="9521079" y="2380898"/>
            <a:ext cx="423863" cy="523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zh-CN"/>
            </a:defPPr>
            <a:lvl1pPr algn="ctr">
              <a:defRPr sz="2400">
                <a:latin typeface="微软雅黑 Light" panose="020B0502040204020203" pitchFamily="34" charset="-122"/>
                <a:ea typeface="微软雅黑 Light" panose="020B0502040204020203" pitchFamily="34" charset="-122"/>
              </a:defRPr>
            </a:lvl1pPr>
          </a:lstStyle>
          <a:p>
            <a:r>
              <a:rPr lang="en-US" altLang="zh-CN" dirty="0"/>
              <a:t>C</a:t>
            </a:r>
            <a:endParaRPr lang="en-US" altLang="zh-CN" dirty="0"/>
          </a:p>
        </p:txBody>
      </p:sp>
      <p:sp>
        <p:nvSpPr>
          <p:cNvPr id="187" name="Text Box 113"/>
          <p:cNvSpPr txBox="1">
            <a:spLocks noChangeArrowheads="1"/>
          </p:cNvSpPr>
          <p:nvPr/>
        </p:nvSpPr>
        <p:spPr bwMode="auto">
          <a:xfrm>
            <a:off x="6016139" y="1086548"/>
            <a:ext cx="396262"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zh-CN"/>
            </a:defPPr>
            <a:lvl1pPr algn="ctr">
              <a:defRPr sz="2400">
                <a:latin typeface="微软雅黑 Light" panose="020B0502040204020203" pitchFamily="34" charset="-122"/>
                <a:ea typeface="微软雅黑 Light" panose="020B0502040204020203" pitchFamily="34" charset="-122"/>
              </a:defRPr>
            </a:lvl1pPr>
          </a:lstStyle>
          <a:p>
            <a:r>
              <a:rPr lang="en-US" altLang="zh-CN" dirty="0"/>
              <a:t>B</a:t>
            </a:r>
            <a:endParaRPr lang="en-US" altLang="zh-CN" dirty="0"/>
          </a:p>
        </p:txBody>
      </p:sp>
      <p:sp>
        <p:nvSpPr>
          <p:cNvPr id="188" name="Text Box 132"/>
          <p:cNvSpPr txBox="1">
            <a:spLocks noChangeArrowheads="1"/>
          </p:cNvSpPr>
          <p:nvPr/>
        </p:nvSpPr>
        <p:spPr bwMode="auto">
          <a:xfrm>
            <a:off x="6014706" y="2571750"/>
            <a:ext cx="364202"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zh-CN"/>
            </a:defPPr>
            <a:lvl1pPr algn="ctr">
              <a:defRPr sz="2400">
                <a:latin typeface="微软雅黑 Light" panose="020B0502040204020203" pitchFamily="34" charset="-122"/>
                <a:ea typeface="微软雅黑 Light" panose="020B0502040204020203" pitchFamily="34" charset="-122"/>
              </a:defRPr>
            </a:lvl1pPr>
          </a:lstStyle>
          <a:p>
            <a:r>
              <a:rPr lang="en-US" altLang="zh-CN" dirty="0"/>
              <a:t>F</a:t>
            </a:r>
            <a:endParaRPr lang="en-US" altLang="zh-CN" dirty="0"/>
          </a:p>
        </p:txBody>
      </p:sp>
      <p:grpSp>
        <p:nvGrpSpPr>
          <p:cNvPr id="189" name="Group 133"/>
          <p:cNvGrpSpPr/>
          <p:nvPr/>
        </p:nvGrpSpPr>
        <p:grpSpPr bwMode="auto">
          <a:xfrm>
            <a:off x="3935413" y="2932114"/>
            <a:ext cx="1181100" cy="714375"/>
            <a:chOff x="1338" y="1752"/>
            <a:chExt cx="744" cy="450"/>
          </a:xfrm>
        </p:grpSpPr>
        <p:pic>
          <p:nvPicPr>
            <p:cNvPr id="190" name="Picture 25"/>
            <p:cNvPicPr>
              <a:picLocks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1338" y="1752"/>
              <a:ext cx="744" cy="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1" name="Text Box 135"/>
            <p:cNvSpPr txBox="1">
              <a:spLocks noChangeArrowheads="1"/>
            </p:cNvSpPr>
            <p:nvPr/>
          </p:nvSpPr>
          <p:spPr bwMode="auto">
            <a:xfrm>
              <a:off x="1415" y="1829"/>
              <a:ext cx="588"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400">
                  <a:latin typeface="微软雅黑 Light" panose="020B0502040204020203" pitchFamily="34" charset="-122"/>
                  <a:ea typeface="微软雅黑 Light" panose="020B0502040204020203" pitchFamily="34" charset="-122"/>
                </a:rPr>
                <a:t>Net:3</a:t>
              </a:r>
              <a:endParaRPr lang="en-US" altLang="zh-CN" sz="2400">
                <a:latin typeface="微软雅黑 Light" panose="020B0502040204020203" pitchFamily="34" charset="-122"/>
                <a:ea typeface="微软雅黑 Light" panose="020B0502040204020203" pitchFamily="34" charset="-122"/>
              </a:endParaRPr>
            </a:p>
          </p:txBody>
        </p:sp>
      </p:grpSp>
      <p:grpSp>
        <p:nvGrpSpPr>
          <p:cNvPr id="192" name="Group 136"/>
          <p:cNvGrpSpPr/>
          <p:nvPr/>
        </p:nvGrpSpPr>
        <p:grpSpPr bwMode="auto">
          <a:xfrm>
            <a:off x="2640013" y="3940176"/>
            <a:ext cx="1181100" cy="714375"/>
            <a:chOff x="1338" y="1752"/>
            <a:chExt cx="744" cy="450"/>
          </a:xfrm>
        </p:grpSpPr>
        <p:pic>
          <p:nvPicPr>
            <p:cNvPr id="193" name="Picture 25"/>
            <p:cNvPicPr>
              <a:picLocks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1338" y="1752"/>
              <a:ext cx="744" cy="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4" name="Text Box 138"/>
            <p:cNvSpPr txBox="1">
              <a:spLocks noChangeArrowheads="1"/>
            </p:cNvSpPr>
            <p:nvPr/>
          </p:nvSpPr>
          <p:spPr bwMode="auto">
            <a:xfrm>
              <a:off x="1415" y="1829"/>
              <a:ext cx="588"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400">
                  <a:latin typeface="微软雅黑 Light" panose="020B0502040204020203" pitchFamily="34" charset="-122"/>
                  <a:ea typeface="微软雅黑 Light" panose="020B0502040204020203" pitchFamily="34" charset="-122"/>
                </a:rPr>
                <a:t>Net:5</a:t>
              </a:r>
              <a:endParaRPr lang="en-US" altLang="zh-CN" sz="2400">
                <a:latin typeface="微软雅黑 Light" panose="020B0502040204020203" pitchFamily="34" charset="-122"/>
                <a:ea typeface="微软雅黑 Light" panose="020B0502040204020203" pitchFamily="34" charset="-122"/>
              </a:endParaRPr>
            </a:p>
          </p:txBody>
        </p:sp>
      </p:grpSp>
      <p:grpSp>
        <p:nvGrpSpPr>
          <p:cNvPr id="195" name="Group 139"/>
          <p:cNvGrpSpPr/>
          <p:nvPr/>
        </p:nvGrpSpPr>
        <p:grpSpPr bwMode="auto">
          <a:xfrm>
            <a:off x="5502275" y="4875214"/>
            <a:ext cx="1181100" cy="714375"/>
            <a:chOff x="1338" y="1752"/>
            <a:chExt cx="744" cy="450"/>
          </a:xfrm>
        </p:grpSpPr>
        <p:pic>
          <p:nvPicPr>
            <p:cNvPr id="196" name="Picture 25"/>
            <p:cNvPicPr>
              <a:picLocks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1338" y="1752"/>
              <a:ext cx="744" cy="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7" name="Text Box 141"/>
            <p:cNvSpPr txBox="1">
              <a:spLocks noChangeArrowheads="1"/>
            </p:cNvSpPr>
            <p:nvPr/>
          </p:nvSpPr>
          <p:spPr bwMode="auto">
            <a:xfrm>
              <a:off x="1417" y="1829"/>
              <a:ext cx="585"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400">
                  <a:latin typeface="微软雅黑 Light" panose="020B0502040204020203" pitchFamily="34" charset="-122"/>
                  <a:ea typeface="微软雅黑 Light" panose="020B0502040204020203" pitchFamily="34" charset="-122"/>
                </a:rPr>
                <a:t>Net:7</a:t>
              </a:r>
              <a:endParaRPr lang="en-US" altLang="zh-CN" sz="2400">
                <a:latin typeface="微软雅黑 Light" panose="020B0502040204020203" pitchFamily="34" charset="-122"/>
                <a:ea typeface="微软雅黑 Light" panose="020B0502040204020203" pitchFamily="34" charset="-122"/>
              </a:endParaRPr>
            </a:p>
          </p:txBody>
        </p:sp>
      </p:grpSp>
      <p:grpSp>
        <p:nvGrpSpPr>
          <p:cNvPr id="198" name="Group 142"/>
          <p:cNvGrpSpPr/>
          <p:nvPr/>
        </p:nvGrpSpPr>
        <p:grpSpPr bwMode="auto">
          <a:xfrm>
            <a:off x="8670925" y="4229101"/>
            <a:ext cx="1181100" cy="714375"/>
            <a:chOff x="1338" y="1752"/>
            <a:chExt cx="744" cy="450"/>
          </a:xfrm>
        </p:grpSpPr>
        <p:pic>
          <p:nvPicPr>
            <p:cNvPr id="199" name="Picture 25"/>
            <p:cNvPicPr>
              <a:picLocks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1338" y="1752"/>
              <a:ext cx="744" cy="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0" name="Text Box 144"/>
            <p:cNvSpPr txBox="1">
              <a:spLocks noChangeArrowheads="1"/>
            </p:cNvSpPr>
            <p:nvPr/>
          </p:nvSpPr>
          <p:spPr bwMode="auto">
            <a:xfrm>
              <a:off x="1415" y="1829"/>
              <a:ext cx="588"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400">
                  <a:latin typeface="微软雅黑 Light" panose="020B0502040204020203" pitchFamily="34" charset="-122"/>
                  <a:ea typeface="微软雅黑 Light" panose="020B0502040204020203" pitchFamily="34" charset="-122"/>
                </a:rPr>
                <a:t>Net:6</a:t>
              </a:r>
              <a:endParaRPr lang="en-US" altLang="zh-CN" sz="2400">
                <a:latin typeface="微软雅黑 Light" panose="020B0502040204020203" pitchFamily="34" charset="-122"/>
                <a:ea typeface="微软雅黑 Light" panose="020B0502040204020203" pitchFamily="34" charset="-122"/>
              </a:endParaRPr>
            </a:p>
          </p:txBody>
        </p:sp>
      </p:grpSp>
      <p:grpSp>
        <p:nvGrpSpPr>
          <p:cNvPr id="201" name="Group 145"/>
          <p:cNvGrpSpPr/>
          <p:nvPr/>
        </p:nvGrpSpPr>
        <p:grpSpPr bwMode="auto">
          <a:xfrm>
            <a:off x="7231063" y="2932114"/>
            <a:ext cx="1181100" cy="714375"/>
            <a:chOff x="1338" y="1752"/>
            <a:chExt cx="744" cy="450"/>
          </a:xfrm>
        </p:grpSpPr>
        <p:pic>
          <p:nvPicPr>
            <p:cNvPr id="202" name="Picture 25"/>
            <p:cNvPicPr>
              <a:picLocks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1338" y="1752"/>
              <a:ext cx="744" cy="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3" name="Text Box 147"/>
            <p:cNvSpPr txBox="1">
              <a:spLocks noChangeArrowheads="1"/>
            </p:cNvSpPr>
            <p:nvPr/>
          </p:nvSpPr>
          <p:spPr bwMode="auto">
            <a:xfrm>
              <a:off x="1414" y="1829"/>
              <a:ext cx="591"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400">
                  <a:latin typeface="微软雅黑 Light" panose="020B0502040204020203" pitchFamily="34" charset="-122"/>
                  <a:ea typeface="微软雅黑 Light" panose="020B0502040204020203" pitchFamily="34" charset="-122"/>
                </a:rPr>
                <a:t>Net:4</a:t>
              </a:r>
              <a:endParaRPr lang="en-US" altLang="zh-CN" sz="2400">
                <a:latin typeface="微软雅黑 Light" panose="020B0502040204020203" pitchFamily="34" charset="-122"/>
                <a:ea typeface="微软雅黑 Light" panose="020B0502040204020203" pitchFamily="34" charset="-122"/>
              </a:endParaRPr>
            </a:p>
          </p:txBody>
        </p:sp>
      </p:grpSp>
      <p:grpSp>
        <p:nvGrpSpPr>
          <p:cNvPr id="204" name="Group 148"/>
          <p:cNvGrpSpPr/>
          <p:nvPr/>
        </p:nvGrpSpPr>
        <p:grpSpPr bwMode="auto">
          <a:xfrm>
            <a:off x="7662863" y="1563689"/>
            <a:ext cx="1181100" cy="714375"/>
            <a:chOff x="1338" y="1752"/>
            <a:chExt cx="744" cy="450"/>
          </a:xfrm>
        </p:grpSpPr>
        <p:pic>
          <p:nvPicPr>
            <p:cNvPr id="205" name="Picture 25"/>
            <p:cNvPicPr>
              <a:picLocks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1338" y="1752"/>
              <a:ext cx="744" cy="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6" name="Text Box 150"/>
            <p:cNvSpPr txBox="1">
              <a:spLocks noChangeArrowheads="1"/>
            </p:cNvSpPr>
            <p:nvPr/>
          </p:nvSpPr>
          <p:spPr bwMode="auto">
            <a:xfrm>
              <a:off x="1415" y="1829"/>
              <a:ext cx="588"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400">
                  <a:latin typeface="微软雅黑 Light" panose="020B0502040204020203" pitchFamily="34" charset="-122"/>
                  <a:ea typeface="微软雅黑 Light" panose="020B0502040204020203" pitchFamily="34" charset="-122"/>
                </a:rPr>
                <a:t>Net:2</a:t>
              </a:r>
              <a:endParaRPr lang="en-US" altLang="zh-CN" sz="2400">
                <a:latin typeface="微软雅黑 Light" panose="020B0502040204020203" pitchFamily="34" charset="-122"/>
                <a:ea typeface="微软雅黑 Light" panose="020B0502040204020203" pitchFamily="34" charset="-122"/>
              </a:endParaRPr>
            </a:p>
          </p:txBody>
        </p:sp>
      </p:grpSp>
      <p:sp>
        <p:nvSpPr>
          <p:cNvPr id="207" name="Text Box 151"/>
          <p:cNvSpPr txBox="1">
            <a:spLocks noChangeArrowheads="1"/>
          </p:cNvSpPr>
          <p:nvPr/>
        </p:nvSpPr>
        <p:spPr bwMode="auto">
          <a:xfrm>
            <a:off x="2812921" y="2420938"/>
            <a:ext cx="322524" cy="5232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chemeClr val="accent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ctr"/>
            <a:r>
              <a:rPr lang="en-US" altLang="zh-CN" sz="2800" dirty="0">
                <a:solidFill>
                  <a:srgbClr val="6600CC"/>
                </a:solidFill>
                <a:latin typeface="微软雅黑 Light" panose="020B0502040204020203" pitchFamily="34" charset="-122"/>
                <a:ea typeface="微软雅黑 Light" panose="020B0502040204020203" pitchFamily="34" charset="-122"/>
              </a:rPr>
              <a:t>1</a:t>
            </a:r>
            <a:endParaRPr lang="en-US" altLang="zh-CN" sz="2800" dirty="0">
              <a:solidFill>
                <a:srgbClr val="6600CC"/>
              </a:solidFill>
              <a:latin typeface="微软雅黑 Light" panose="020B0502040204020203" pitchFamily="34" charset="-122"/>
              <a:ea typeface="微软雅黑 Light" panose="020B0502040204020203" pitchFamily="34" charset="-122"/>
            </a:endParaRPr>
          </a:p>
        </p:txBody>
      </p:sp>
      <p:sp>
        <p:nvSpPr>
          <p:cNvPr id="208" name="Text Box 152"/>
          <p:cNvSpPr txBox="1">
            <a:spLocks noChangeArrowheads="1"/>
          </p:cNvSpPr>
          <p:nvPr/>
        </p:nvSpPr>
        <p:spPr bwMode="auto">
          <a:xfrm>
            <a:off x="3070587" y="2852738"/>
            <a:ext cx="385042" cy="5232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chemeClr val="accent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ctr"/>
            <a:r>
              <a:rPr lang="en-US" altLang="zh-CN" sz="2800">
                <a:solidFill>
                  <a:srgbClr val="6600CC"/>
                </a:solidFill>
                <a:latin typeface="微软雅黑 Light" panose="020B0502040204020203" pitchFamily="34" charset="-122"/>
                <a:ea typeface="微软雅黑 Light" panose="020B0502040204020203" pitchFamily="34" charset="-122"/>
              </a:rPr>
              <a:t>3</a:t>
            </a:r>
            <a:endParaRPr lang="en-US" altLang="zh-CN" sz="2800">
              <a:solidFill>
                <a:srgbClr val="6600CC"/>
              </a:solidFill>
              <a:latin typeface="微软雅黑 Light" panose="020B0502040204020203" pitchFamily="34" charset="-122"/>
              <a:ea typeface="微软雅黑 Light" panose="020B0502040204020203" pitchFamily="34" charset="-122"/>
            </a:endParaRPr>
          </a:p>
        </p:txBody>
      </p:sp>
      <p:sp>
        <p:nvSpPr>
          <p:cNvPr id="209" name="Text Box 153"/>
          <p:cNvSpPr txBox="1">
            <a:spLocks noChangeArrowheads="1"/>
          </p:cNvSpPr>
          <p:nvPr/>
        </p:nvSpPr>
        <p:spPr bwMode="auto">
          <a:xfrm>
            <a:off x="2854687" y="3357563"/>
            <a:ext cx="385042" cy="5232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chemeClr val="accent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ctr"/>
            <a:r>
              <a:rPr lang="en-US" altLang="zh-CN" sz="2800">
                <a:solidFill>
                  <a:srgbClr val="6600CC"/>
                </a:solidFill>
                <a:latin typeface="微软雅黑 Light" panose="020B0502040204020203" pitchFamily="34" charset="-122"/>
                <a:ea typeface="微软雅黑 Light" panose="020B0502040204020203" pitchFamily="34" charset="-122"/>
              </a:rPr>
              <a:t>2</a:t>
            </a:r>
            <a:endParaRPr lang="en-US" altLang="zh-CN" sz="2800">
              <a:solidFill>
                <a:srgbClr val="6600CC"/>
              </a:solidFill>
              <a:latin typeface="微软雅黑 Light" panose="020B0502040204020203" pitchFamily="34" charset="-122"/>
              <a:ea typeface="微软雅黑 Light" panose="020B0502040204020203" pitchFamily="34" charset="-122"/>
            </a:endParaRPr>
          </a:p>
        </p:txBody>
      </p:sp>
      <p:sp>
        <p:nvSpPr>
          <p:cNvPr id="210" name="Text Box 154"/>
          <p:cNvSpPr txBox="1">
            <a:spLocks noChangeArrowheads="1"/>
          </p:cNvSpPr>
          <p:nvPr/>
        </p:nvSpPr>
        <p:spPr bwMode="auto">
          <a:xfrm>
            <a:off x="3791312" y="4508501"/>
            <a:ext cx="385042" cy="5232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chemeClr val="accent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ctr"/>
            <a:r>
              <a:rPr lang="en-US" altLang="zh-CN" sz="2800">
                <a:solidFill>
                  <a:srgbClr val="6600CC"/>
                </a:solidFill>
                <a:latin typeface="微软雅黑 Light" panose="020B0502040204020203" pitchFamily="34" charset="-122"/>
                <a:ea typeface="微软雅黑 Light" panose="020B0502040204020203" pitchFamily="34" charset="-122"/>
              </a:rPr>
              <a:t>3</a:t>
            </a:r>
            <a:endParaRPr lang="en-US" altLang="zh-CN" sz="2800">
              <a:solidFill>
                <a:srgbClr val="6600CC"/>
              </a:solidFill>
              <a:latin typeface="微软雅黑 Light" panose="020B0502040204020203" pitchFamily="34" charset="-122"/>
              <a:ea typeface="微软雅黑 Light" panose="020B0502040204020203" pitchFamily="34" charset="-122"/>
            </a:endParaRPr>
          </a:p>
        </p:txBody>
      </p:sp>
      <p:sp>
        <p:nvSpPr>
          <p:cNvPr id="211" name="Text Box 155"/>
          <p:cNvSpPr txBox="1">
            <a:spLocks noChangeArrowheads="1"/>
          </p:cNvSpPr>
          <p:nvPr/>
        </p:nvSpPr>
        <p:spPr bwMode="auto">
          <a:xfrm>
            <a:off x="4799373" y="4797426"/>
            <a:ext cx="385042" cy="5232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chemeClr val="accent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ctr"/>
            <a:r>
              <a:rPr lang="en-US" altLang="zh-CN" sz="2800" dirty="0">
                <a:solidFill>
                  <a:srgbClr val="6600CC"/>
                </a:solidFill>
                <a:latin typeface="微软雅黑 Light" panose="020B0502040204020203" pitchFamily="34" charset="-122"/>
                <a:ea typeface="微软雅黑 Light" panose="020B0502040204020203" pitchFamily="34" charset="-122"/>
              </a:rPr>
              <a:t>2</a:t>
            </a:r>
            <a:endParaRPr lang="en-US" altLang="zh-CN" sz="2800" dirty="0">
              <a:solidFill>
                <a:srgbClr val="6600CC"/>
              </a:solidFill>
              <a:latin typeface="微软雅黑 Light" panose="020B0502040204020203" pitchFamily="34" charset="-122"/>
              <a:ea typeface="微软雅黑 Light" panose="020B0502040204020203" pitchFamily="34" charset="-122"/>
            </a:endParaRPr>
          </a:p>
        </p:txBody>
      </p:sp>
      <p:sp>
        <p:nvSpPr>
          <p:cNvPr id="212" name="Text Box 156"/>
          <p:cNvSpPr txBox="1">
            <a:spLocks noChangeArrowheads="1"/>
          </p:cNvSpPr>
          <p:nvPr/>
        </p:nvSpPr>
        <p:spPr bwMode="auto">
          <a:xfrm>
            <a:off x="6958373" y="4797426"/>
            <a:ext cx="385042" cy="5232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chemeClr val="accent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ctr"/>
            <a:r>
              <a:rPr lang="en-US" altLang="zh-CN" sz="2800">
                <a:solidFill>
                  <a:srgbClr val="6600CC"/>
                </a:solidFill>
                <a:latin typeface="微软雅黑 Light" panose="020B0502040204020203" pitchFamily="34" charset="-122"/>
                <a:ea typeface="微软雅黑 Light" panose="020B0502040204020203" pitchFamily="34" charset="-122"/>
              </a:rPr>
              <a:t>3</a:t>
            </a:r>
            <a:endParaRPr lang="en-US" altLang="zh-CN" sz="2800">
              <a:solidFill>
                <a:srgbClr val="6600CC"/>
              </a:solidFill>
              <a:latin typeface="微软雅黑 Light" panose="020B0502040204020203" pitchFamily="34" charset="-122"/>
              <a:ea typeface="微软雅黑 Light" panose="020B0502040204020203" pitchFamily="34" charset="-122"/>
            </a:endParaRPr>
          </a:p>
        </p:txBody>
      </p:sp>
      <p:sp>
        <p:nvSpPr>
          <p:cNvPr id="213" name="Text Box 157"/>
          <p:cNvSpPr txBox="1">
            <a:spLocks noChangeArrowheads="1"/>
          </p:cNvSpPr>
          <p:nvPr/>
        </p:nvSpPr>
        <p:spPr bwMode="auto">
          <a:xfrm>
            <a:off x="8182337" y="4724401"/>
            <a:ext cx="385042" cy="5232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chemeClr val="accent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ctr"/>
            <a:r>
              <a:rPr lang="en-US" altLang="zh-CN" sz="2800">
                <a:solidFill>
                  <a:srgbClr val="6600CC"/>
                </a:solidFill>
                <a:latin typeface="微软雅黑 Light" panose="020B0502040204020203" pitchFamily="34" charset="-122"/>
                <a:ea typeface="微软雅黑 Light" panose="020B0502040204020203" pitchFamily="34" charset="-122"/>
              </a:rPr>
              <a:t>5</a:t>
            </a:r>
            <a:endParaRPr lang="en-US" altLang="zh-CN" sz="2800">
              <a:solidFill>
                <a:srgbClr val="6600CC"/>
              </a:solidFill>
              <a:latin typeface="微软雅黑 Light" panose="020B0502040204020203" pitchFamily="34" charset="-122"/>
              <a:ea typeface="微软雅黑 Light" panose="020B0502040204020203" pitchFamily="34" charset="-122"/>
            </a:endParaRPr>
          </a:p>
        </p:txBody>
      </p:sp>
      <p:sp>
        <p:nvSpPr>
          <p:cNvPr id="214" name="Text Box 158"/>
          <p:cNvSpPr txBox="1">
            <a:spLocks noChangeArrowheads="1"/>
          </p:cNvSpPr>
          <p:nvPr/>
        </p:nvSpPr>
        <p:spPr bwMode="auto">
          <a:xfrm>
            <a:off x="9263423" y="3357563"/>
            <a:ext cx="385042" cy="5232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chemeClr val="accent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ctr"/>
            <a:r>
              <a:rPr lang="en-US" altLang="zh-CN" sz="2800" dirty="0">
                <a:solidFill>
                  <a:srgbClr val="6600CC"/>
                </a:solidFill>
                <a:latin typeface="微软雅黑 Light" panose="020B0502040204020203" pitchFamily="34" charset="-122"/>
                <a:ea typeface="微软雅黑 Light" panose="020B0502040204020203" pitchFamily="34" charset="-122"/>
              </a:rPr>
              <a:t>2</a:t>
            </a:r>
            <a:endParaRPr lang="en-US" altLang="zh-CN" sz="2800" dirty="0">
              <a:solidFill>
                <a:srgbClr val="6600CC"/>
              </a:solidFill>
              <a:latin typeface="微软雅黑 Light" panose="020B0502040204020203" pitchFamily="34" charset="-122"/>
              <a:ea typeface="微软雅黑 Light" panose="020B0502040204020203" pitchFamily="34" charset="-122"/>
            </a:endParaRPr>
          </a:p>
        </p:txBody>
      </p:sp>
      <p:sp>
        <p:nvSpPr>
          <p:cNvPr id="215" name="Text Box 159"/>
          <p:cNvSpPr txBox="1">
            <a:spLocks noChangeArrowheads="1"/>
          </p:cNvSpPr>
          <p:nvPr/>
        </p:nvSpPr>
        <p:spPr bwMode="auto">
          <a:xfrm>
            <a:off x="8974498" y="2636838"/>
            <a:ext cx="385042" cy="5232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chemeClr val="accent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ctr"/>
            <a:r>
              <a:rPr lang="en-US" altLang="zh-CN" sz="2800">
                <a:solidFill>
                  <a:srgbClr val="6600CC"/>
                </a:solidFill>
                <a:latin typeface="微软雅黑 Light" panose="020B0502040204020203" pitchFamily="34" charset="-122"/>
                <a:ea typeface="微软雅黑 Light" panose="020B0502040204020203" pitchFamily="34" charset="-122"/>
              </a:rPr>
              <a:t>5</a:t>
            </a:r>
            <a:endParaRPr lang="en-US" altLang="zh-CN" sz="2800">
              <a:solidFill>
                <a:srgbClr val="6600CC"/>
              </a:solidFill>
              <a:latin typeface="微软雅黑 Light" panose="020B0502040204020203" pitchFamily="34" charset="-122"/>
              <a:ea typeface="微软雅黑 Light" panose="020B0502040204020203" pitchFamily="34" charset="-122"/>
            </a:endParaRPr>
          </a:p>
        </p:txBody>
      </p:sp>
      <p:sp>
        <p:nvSpPr>
          <p:cNvPr id="216" name="Text Box 160"/>
          <p:cNvSpPr txBox="1">
            <a:spLocks noChangeArrowheads="1"/>
          </p:cNvSpPr>
          <p:nvPr/>
        </p:nvSpPr>
        <p:spPr bwMode="auto">
          <a:xfrm>
            <a:off x="6599598" y="1412876"/>
            <a:ext cx="385042" cy="5232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chemeClr val="accent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ctr"/>
            <a:r>
              <a:rPr lang="en-US" altLang="zh-CN" sz="2800">
                <a:solidFill>
                  <a:srgbClr val="6600CC"/>
                </a:solidFill>
                <a:latin typeface="微软雅黑 Light" panose="020B0502040204020203" pitchFamily="34" charset="-122"/>
                <a:ea typeface="微软雅黑 Light" panose="020B0502040204020203" pitchFamily="34" charset="-122"/>
              </a:rPr>
              <a:t>2</a:t>
            </a:r>
            <a:endParaRPr lang="en-US" altLang="zh-CN" sz="2800">
              <a:solidFill>
                <a:srgbClr val="6600CC"/>
              </a:solidFill>
              <a:latin typeface="微软雅黑 Light" panose="020B0502040204020203" pitchFamily="34" charset="-122"/>
              <a:ea typeface="微软雅黑 Light" panose="020B0502040204020203" pitchFamily="34" charset="-122"/>
            </a:endParaRPr>
          </a:p>
        </p:txBody>
      </p:sp>
      <p:sp>
        <p:nvSpPr>
          <p:cNvPr id="217" name="Text Box 161"/>
          <p:cNvSpPr txBox="1">
            <a:spLocks noChangeArrowheads="1"/>
          </p:cNvSpPr>
          <p:nvPr/>
        </p:nvSpPr>
        <p:spPr bwMode="auto">
          <a:xfrm>
            <a:off x="5371644" y="1412876"/>
            <a:ext cx="389851" cy="5232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chemeClr val="accent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ctr"/>
            <a:r>
              <a:rPr lang="en-US" altLang="zh-CN" sz="2800">
                <a:solidFill>
                  <a:srgbClr val="6600CC"/>
                </a:solidFill>
                <a:latin typeface="微软雅黑 Light" panose="020B0502040204020203" pitchFamily="34" charset="-122"/>
                <a:ea typeface="微软雅黑 Light" panose="020B0502040204020203" pitchFamily="34" charset="-122"/>
              </a:rPr>
              <a:t>4</a:t>
            </a:r>
            <a:endParaRPr lang="en-US" altLang="zh-CN" sz="2800">
              <a:solidFill>
                <a:srgbClr val="6600CC"/>
              </a:solidFill>
              <a:latin typeface="微软雅黑 Light" panose="020B0502040204020203" pitchFamily="34" charset="-122"/>
              <a:ea typeface="微软雅黑 Light" panose="020B0502040204020203" pitchFamily="34" charset="-122"/>
            </a:endParaRPr>
          </a:p>
        </p:txBody>
      </p:sp>
      <p:sp>
        <p:nvSpPr>
          <p:cNvPr id="218" name="Text Box 162"/>
          <p:cNvSpPr txBox="1">
            <a:spLocks noChangeArrowheads="1"/>
          </p:cNvSpPr>
          <p:nvPr/>
        </p:nvSpPr>
        <p:spPr bwMode="auto">
          <a:xfrm>
            <a:off x="5374048" y="2852738"/>
            <a:ext cx="385042" cy="5232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chemeClr val="accent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ctr"/>
            <a:r>
              <a:rPr lang="en-US" altLang="zh-CN" sz="2800">
                <a:solidFill>
                  <a:srgbClr val="6600CC"/>
                </a:solidFill>
                <a:latin typeface="微软雅黑 Light" panose="020B0502040204020203" pitchFamily="34" charset="-122"/>
                <a:ea typeface="微软雅黑 Light" panose="020B0502040204020203" pitchFamily="34" charset="-122"/>
              </a:rPr>
              <a:t>2</a:t>
            </a:r>
            <a:endParaRPr lang="en-US" altLang="zh-CN" sz="2800">
              <a:solidFill>
                <a:srgbClr val="6600CC"/>
              </a:solidFill>
              <a:latin typeface="微软雅黑 Light" panose="020B0502040204020203" pitchFamily="34" charset="-122"/>
              <a:ea typeface="微软雅黑 Light" panose="020B0502040204020203" pitchFamily="34" charset="-122"/>
            </a:endParaRPr>
          </a:p>
        </p:txBody>
      </p:sp>
      <p:sp>
        <p:nvSpPr>
          <p:cNvPr id="219" name="Text Box 163"/>
          <p:cNvSpPr txBox="1">
            <a:spLocks noChangeArrowheads="1"/>
          </p:cNvSpPr>
          <p:nvPr/>
        </p:nvSpPr>
        <p:spPr bwMode="auto">
          <a:xfrm>
            <a:off x="6671037" y="2852738"/>
            <a:ext cx="385042" cy="5232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chemeClr val="accent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ctr"/>
            <a:r>
              <a:rPr lang="en-US" altLang="zh-CN" sz="2800" dirty="0">
                <a:solidFill>
                  <a:srgbClr val="6600CC"/>
                </a:solidFill>
                <a:latin typeface="微软雅黑 Light" panose="020B0502040204020203" pitchFamily="34" charset="-122"/>
                <a:ea typeface="微软雅黑 Light" panose="020B0502040204020203" pitchFamily="34" charset="-122"/>
              </a:rPr>
              <a:t>3</a:t>
            </a:r>
            <a:endParaRPr lang="en-US" altLang="zh-CN" sz="2800" dirty="0">
              <a:solidFill>
                <a:srgbClr val="6600CC"/>
              </a:solidFill>
              <a:latin typeface="微软雅黑 Light" panose="020B0502040204020203" pitchFamily="34" charset="-122"/>
              <a:ea typeface="微软雅黑 Light" panose="020B0502040204020203" pitchFamily="34" charset="-122"/>
            </a:endParaRPr>
          </a:p>
        </p:txBody>
      </p:sp>
      <p:pic>
        <p:nvPicPr>
          <p:cNvPr id="220" name="图形 219"/>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275457" y="2916012"/>
            <a:ext cx="698726" cy="698726"/>
          </a:xfrm>
          <a:prstGeom prst="rect">
            <a:avLst/>
          </a:prstGeom>
        </p:spPr>
      </p:pic>
      <p:pic>
        <p:nvPicPr>
          <p:cNvPr id="221" name="图形 220"/>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886783" y="1527916"/>
            <a:ext cx="698726" cy="698726"/>
          </a:xfrm>
          <a:prstGeom prst="rect">
            <a:avLst/>
          </a:prstGeom>
        </p:spPr>
      </p:pic>
      <p:pic>
        <p:nvPicPr>
          <p:cNvPr id="222" name="图形 221"/>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9478738" y="2809298"/>
            <a:ext cx="698726" cy="698726"/>
          </a:xfrm>
          <a:prstGeom prst="rect">
            <a:avLst/>
          </a:prstGeom>
        </p:spPr>
      </p:pic>
      <p:pic>
        <p:nvPicPr>
          <p:cNvPr id="223" name="图形 222"/>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7584684" y="4960169"/>
            <a:ext cx="698726" cy="698726"/>
          </a:xfrm>
          <a:prstGeom prst="rect">
            <a:avLst/>
          </a:prstGeom>
        </p:spPr>
      </p:pic>
      <p:pic>
        <p:nvPicPr>
          <p:cNvPr id="224" name="图形 223"/>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085885" y="4901320"/>
            <a:ext cx="698726" cy="698726"/>
          </a:xfrm>
          <a:prstGeom prst="rect">
            <a:avLst/>
          </a:prstGeom>
        </p:spPr>
      </p:pic>
      <p:pic>
        <p:nvPicPr>
          <p:cNvPr id="225" name="图形 224"/>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904944" y="3008200"/>
            <a:ext cx="698726" cy="698726"/>
          </a:xfrm>
          <a:prstGeom prst="rect">
            <a:avLst/>
          </a:prstGeom>
        </p:spPr>
      </p:pic>
      <p:cxnSp>
        <p:nvCxnSpPr>
          <p:cNvPr id="6" name="直接箭头连接符 5"/>
          <p:cNvCxnSpPr/>
          <p:nvPr/>
        </p:nvCxnSpPr>
        <p:spPr bwMode="auto">
          <a:xfrm flipV="1">
            <a:off x="2861813" y="2091421"/>
            <a:ext cx="884237" cy="701404"/>
          </a:xfrm>
          <a:prstGeom prst="straightConnector1">
            <a:avLst/>
          </a:prstGeom>
          <a:noFill/>
          <a:ln w="25400" cap="flat" cmpd="sng" algn="ctr">
            <a:solidFill>
              <a:srgbClr val="FF0000"/>
            </a:solidFill>
            <a:prstDash val="solid"/>
            <a:round/>
            <a:headEnd type="none" w="med" len="med"/>
            <a:tailEnd type="triangle"/>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8" name="直接箭头连接符 67"/>
          <p:cNvCxnSpPr/>
          <p:nvPr/>
        </p:nvCxnSpPr>
        <p:spPr bwMode="auto">
          <a:xfrm>
            <a:off x="2642250" y="3671572"/>
            <a:ext cx="270020" cy="327343"/>
          </a:xfrm>
          <a:prstGeom prst="straightConnector1">
            <a:avLst/>
          </a:prstGeom>
          <a:noFill/>
          <a:ln w="25400" cap="flat" cmpd="sng" algn="ctr">
            <a:solidFill>
              <a:srgbClr val="FF0000"/>
            </a:solidFill>
            <a:prstDash val="solid"/>
            <a:round/>
            <a:headEnd type="none" w="med" len="med"/>
            <a:tailEnd type="triangle"/>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2" name="直接箭头连接符 71"/>
          <p:cNvCxnSpPr/>
          <p:nvPr/>
        </p:nvCxnSpPr>
        <p:spPr bwMode="auto">
          <a:xfrm flipV="1">
            <a:off x="2998183" y="3143060"/>
            <a:ext cx="907401" cy="15601"/>
          </a:xfrm>
          <a:prstGeom prst="straightConnector1">
            <a:avLst/>
          </a:prstGeom>
          <a:noFill/>
          <a:ln w="25400" cap="flat" cmpd="sng" algn="ctr">
            <a:solidFill>
              <a:srgbClr val="FF0000"/>
            </a:solidFill>
            <a:prstDash val="solid"/>
            <a:round/>
            <a:headEnd type="none" w="med" len="med"/>
            <a:tailEnd type="triangle"/>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1" name="椭圆 10"/>
          <p:cNvSpPr/>
          <p:nvPr/>
        </p:nvSpPr>
        <p:spPr bwMode="auto">
          <a:xfrm>
            <a:off x="3180225" y="1930844"/>
            <a:ext cx="364202" cy="361061"/>
          </a:xfrm>
          <a:prstGeom prst="ellipse">
            <a:avLst/>
          </a:prstGeom>
          <a:noFill/>
          <a:ln w="9525" cap="flat" cmpd="sng" algn="ctr">
            <a:solidFill>
              <a:srgbClr val="FF0000"/>
            </a:solidFill>
            <a:prstDash val="sysDot"/>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rot="0" spcFirstLastPara="0" vertOverflow="overflow" horzOverflow="overflow" vert="horz" wrap="square" lIns="91440" tIns="45720" rIns="91440" bIns="45720" numCol="1" spcCol="0" rtlCol="0" fromWordArt="0" anchor="ctr" anchorCtr="0" forceAA="0" compatLnSpc="1">
            <a:noAutofit/>
          </a:bodyPr>
          <a:lstStyle/>
          <a:p>
            <a:pPr algn="ctr" eaLnBrk="1" hangingPunct="1"/>
            <a:r>
              <a:rPr lang="en-US" altLang="zh-CN" dirty="0">
                <a:solidFill>
                  <a:srgbClr val="FF0000"/>
                </a:solidFill>
                <a:latin typeface="微软雅黑 Light" panose="020B0502040204020203" pitchFamily="34" charset="-122"/>
                <a:ea typeface="微软雅黑 Light" panose="020B0502040204020203" pitchFamily="34" charset="-122"/>
              </a:rPr>
              <a:t>1</a:t>
            </a:r>
            <a:endParaRPr lang="zh-CN" altLang="en-US" dirty="0">
              <a:solidFill>
                <a:srgbClr val="FF0000"/>
              </a:solidFill>
              <a:latin typeface="微软雅黑 Light" panose="020B0502040204020203" pitchFamily="34" charset="-122"/>
              <a:ea typeface="微软雅黑 Light" panose="020B0502040204020203" pitchFamily="34" charset="-122"/>
            </a:endParaRPr>
          </a:p>
        </p:txBody>
      </p:sp>
      <p:sp>
        <p:nvSpPr>
          <p:cNvPr id="76" name="椭圆 75"/>
          <p:cNvSpPr/>
          <p:nvPr/>
        </p:nvSpPr>
        <p:spPr bwMode="auto">
          <a:xfrm>
            <a:off x="3469276" y="2763627"/>
            <a:ext cx="364202" cy="361061"/>
          </a:xfrm>
          <a:prstGeom prst="ellipse">
            <a:avLst/>
          </a:prstGeom>
          <a:noFill/>
          <a:ln w="9525" cap="flat" cmpd="sng" algn="ctr">
            <a:solidFill>
              <a:srgbClr val="FF0000"/>
            </a:solidFill>
            <a:prstDash val="sysDot"/>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ctr" anchorCtr="0" compatLnSpc="1"/>
          <a:lstStyle/>
          <a:p>
            <a:pPr marL="0" marR="0" indent="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dirty="0">
                <a:ln>
                  <a:noFill/>
                </a:ln>
                <a:solidFill>
                  <a:srgbClr val="FF0000"/>
                </a:solidFill>
                <a:effectLst/>
                <a:latin typeface="微软雅黑 Light" panose="020B0502040204020203" pitchFamily="34" charset="-122"/>
                <a:ea typeface="微软雅黑 Light" panose="020B0502040204020203" pitchFamily="34" charset="-122"/>
              </a:rPr>
              <a:t>3</a:t>
            </a:r>
            <a:endParaRPr kumimoji="0" lang="zh-CN" altLang="en-US" sz="2000" b="0" i="0" u="none" strike="noStrike" cap="none" normalizeH="0" baseline="0" dirty="0">
              <a:ln>
                <a:noFill/>
              </a:ln>
              <a:solidFill>
                <a:srgbClr val="FF0000"/>
              </a:solidFill>
              <a:effectLst/>
              <a:latin typeface="微软雅黑 Light" panose="020B0502040204020203" pitchFamily="34" charset="-122"/>
              <a:ea typeface="微软雅黑 Light" panose="020B0502040204020203" pitchFamily="34" charset="-122"/>
            </a:endParaRPr>
          </a:p>
        </p:txBody>
      </p:sp>
      <p:sp>
        <p:nvSpPr>
          <p:cNvPr id="77" name="椭圆 76"/>
          <p:cNvSpPr/>
          <p:nvPr/>
        </p:nvSpPr>
        <p:spPr bwMode="auto">
          <a:xfrm>
            <a:off x="2388785" y="3821559"/>
            <a:ext cx="364202" cy="361061"/>
          </a:xfrm>
          <a:prstGeom prst="ellipse">
            <a:avLst/>
          </a:prstGeom>
          <a:noFill/>
          <a:ln w="9525" cap="flat" cmpd="sng" algn="ctr">
            <a:solidFill>
              <a:srgbClr val="FF0000"/>
            </a:solidFill>
            <a:prstDash val="sysDot"/>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ctr" anchorCtr="0" compatLnSpc="1"/>
          <a:lstStyle/>
          <a:p>
            <a:pPr marL="0" marR="0" indent="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dirty="0">
                <a:ln>
                  <a:noFill/>
                </a:ln>
                <a:solidFill>
                  <a:srgbClr val="FF0000"/>
                </a:solidFill>
                <a:effectLst/>
                <a:latin typeface="微软雅黑 Light" panose="020B0502040204020203" pitchFamily="34" charset="-122"/>
                <a:ea typeface="微软雅黑 Light" panose="020B0502040204020203" pitchFamily="34" charset="-122"/>
              </a:rPr>
              <a:t>2</a:t>
            </a:r>
            <a:endParaRPr kumimoji="0" lang="zh-CN" altLang="en-US" sz="2000" b="0" i="0" u="none" strike="noStrike" cap="none" normalizeH="0" baseline="0" dirty="0">
              <a:ln>
                <a:noFill/>
              </a:ln>
              <a:solidFill>
                <a:srgbClr val="FF0000"/>
              </a:solidFill>
              <a:effectLst/>
              <a:latin typeface="微软雅黑 Light" panose="020B0502040204020203" pitchFamily="34" charset="-122"/>
              <a:ea typeface="微软雅黑 Light" panose="020B0502040204020203" pitchFamily="34" charset="-122"/>
            </a:endParaRPr>
          </a:p>
        </p:txBody>
      </p:sp>
      <p:cxnSp>
        <p:nvCxnSpPr>
          <p:cNvPr id="69" name="直接箭头连接符 68"/>
          <p:cNvCxnSpPr/>
          <p:nvPr/>
        </p:nvCxnSpPr>
        <p:spPr bwMode="auto">
          <a:xfrm>
            <a:off x="4840080" y="1660255"/>
            <a:ext cx="986709" cy="0"/>
          </a:xfrm>
          <a:prstGeom prst="straightConnector1">
            <a:avLst/>
          </a:prstGeom>
          <a:noFill/>
          <a:ln w="25400" cap="flat" cmpd="sng" algn="ctr">
            <a:solidFill>
              <a:srgbClr val="FF0000"/>
            </a:solidFill>
            <a:prstDash val="solid"/>
            <a:round/>
            <a:headEnd type="none" w="med" len="med"/>
            <a:tailEnd type="triangle"/>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1" name="椭圆 70"/>
          <p:cNvSpPr/>
          <p:nvPr/>
        </p:nvSpPr>
        <p:spPr bwMode="auto">
          <a:xfrm>
            <a:off x="5201892" y="1210549"/>
            <a:ext cx="364202" cy="361061"/>
          </a:xfrm>
          <a:prstGeom prst="ellipse">
            <a:avLst/>
          </a:prstGeom>
          <a:noFill/>
          <a:ln w="9525" cap="flat" cmpd="sng" algn="ctr">
            <a:solidFill>
              <a:srgbClr val="FF0000"/>
            </a:solidFill>
            <a:prstDash val="sysDot"/>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rot="0" spcFirstLastPara="0" vertOverflow="overflow" horzOverflow="overflow" vert="horz" wrap="square" lIns="91440" tIns="45720" rIns="91440" bIns="45720" numCol="1" spcCol="0" rtlCol="0" fromWordArt="0" anchor="ctr" anchorCtr="0" forceAA="0" compatLnSpc="1">
            <a:noAutofit/>
          </a:bodyPr>
          <a:lstStyle/>
          <a:p>
            <a:pPr algn="ctr" eaLnBrk="1" hangingPunct="1"/>
            <a:r>
              <a:rPr lang="en-US" altLang="zh-CN" dirty="0">
                <a:solidFill>
                  <a:srgbClr val="FF0000"/>
                </a:solidFill>
                <a:latin typeface="微软雅黑 Light" panose="020B0502040204020203" pitchFamily="34" charset="-122"/>
                <a:ea typeface="微软雅黑 Light" panose="020B0502040204020203" pitchFamily="34" charset="-122"/>
              </a:rPr>
              <a:t>1</a:t>
            </a:r>
            <a:endParaRPr lang="zh-CN" altLang="en-US" dirty="0">
              <a:solidFill>
                <a:srgbClr val="FF0000"/>
              </a:solidFill>
              <a:latin typeface="微软雅黑 Light" panose="020B0502040204020203" pitchFamily="34" charset="-122"/>
              <a:ea typeface="微软雅黑 Light" panose="020B0502040204020203" pitchFamily="34" charset="-122"/>
            </a:endParaRPr>
          </a:p>
        </p:txBody>
      </p:sp>
      <p:cxnSp>
        <p:nvCxnSpPr>
          <p:cNvPr id="73" name="直接箭头连接符 72"/>
          <p:cNvCxnSpPr/>
          <p:nvPr/>
        </p:nvCxnSpPr>
        <p:spPr bwMode="auto">
          <a:xfrm>
            <a:off x="6657539" y="1700808"/>
            <a:ext cx="986709" cy="0"/>
          </a:xfrm>
          <a:prstGeom prst="straightConnector1">
            <a:avLst/>
          </a:prstGeom>
          <a:noFill/>
          <a:ln w="25400" cap="flat" cmpd="sng" algn="ctr">
            <a:solidFill>
              <a:srgbClr val="FF0000"/>
            </a:solidFill>
            <a:prstDash val="solid"/>
            <a:round/>
            <a:headEnd type="none" w="med" len="med"/>
            <a:tailEnd type="triangle"/>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4" name="椭圆 73"/>
          <p:cNvSpPr/>
          <p:nvPr/>
        </p:nvSpPr>
        <p:spPr bwMode="auto">
          <a:xfrm>
            <a:off x="7216037" y="1234877"/>
            <a:ext cx="364202" cy="361061"/>
          </a:xfrm>
          <a:prstGeom prst="ellipse">
            <a:avLst/>
          </a:prstGeom>
          <a:noFill/>
          <a:ln w="9525" cap="flat" cmpd="sng" algn="ctr">
            <a:solidFill>
              <a:srgbClr val="FF0000"/>
            </a:solidFill>
            <a:prstDash val="sysDot"/>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rot="0" spcFirstLastPara="0" vertOverflow="overflow" horzOverflow="overflow" vert="horz" wrap="square" lIns="91440" tIns="45720" rIns="91440" bIns="45720" numCol="1" spcCol="0" rtlCol="0" fromWordArt="0" anchor="ctr" anchorCtr="0" forceAA="0" compatLnSpc="1">
            <a:noAutofit/>
          </a:bodyPr>
          <a:lstStyle/>
          <a:p>
            <a:pPr algn="ctr" eaLnBrk="1" hangingPunct="1"/>
            <a:r>
              <a:rPr lang="en-US" altLang="zh-CN" dirty="0">
                <a:solidFill>
                  <a:srgbClr val="FF0000"/>
                </a:solidFill>
                <a:latin typeface="微软雅黑 Light" panose="020B0502040204020203" pitchFamily="34" charset="-122"/>
                <a:ea typeface="微软雅黑 Light" panose="020B0502040204020203" pitchFamily="34" charset="-122"/>
              </a:rPr>
              <a:t>3</a:t>
            </a:r>
            <a:endParaRPr lang="zh-CN" altLang="en-US" dirty="0">
              <a:solidFill>
                <a:srgbClr val="FF0000"/>
              </a:solidFill>
              <a:latin typeface="微软雅黑 Light" panose="020B0502040204020203" pitchFamily="34" charset="-122"/>
              <a:ea typeface="微软雅黑 Light" panose="020B0502040204020203" pitchFamily="34" charset="-122"/>
            </a:endParaRPr>
          </a:p>
        </p:txBody>
      </p:sp>
      <p:cxnSp>
        <p:nvCxnSpPr>
          <p:cNvPr id="75" name="直接箭头连接符 74"/>
          <p:cNvCxnSpPr/>
          <p:nvPr/>
        </p:nvCxnSpPr>
        <p:spPr bwMode="auto">
          <a:xfrm>
            <a:off x="3359696" y="4724401"/>
            <a:ext cx="720179" cy="608176"/>
          </a:xfrm>
          <a:prstGeom prst="straightConnector1">
            <a:avLst/>
          </a:prstGeom>
          <a:noFill/>
          <a:ln w="25400" cap="flat" cmpd="sng" algn="ctr">
            <a:solidFill>
              <a:srgbClr val="FF0000"/>
            </a:solidFill>
            <a:prstDash val="solid"/>
            <a:round/>
            <a:headEnd type="none" w="med" len="med"/>
            <a:tailEnd type="triangle"/>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8" name="椭圆 77"/>
          <p:cNvSpPr/>
          <p:nvPr/>
        </p:nvSpPr>
        <p:spPr bwMode="auto">
          <a:xfrm>
            <a:off x="3448843" y="5068277"/>
            <a:ext cx="364202" cy="361061"/>
          </a:xfrm>
          <a:prstGeom prst="ellipse">
            <a:avLst/>
          </a:prstGeom>
          <a:noFill/>
          <a:ln w="9525" cap="flat" cmpd="sng" algn="ctr">
            <a:solidFill>
              <a:srgbClr val="FF0000"/>
            </a:solidFill>
            <a:prstDash val="sysDot"/>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ctr" anchorCtr="0" compatLnSpc="1"/>
          <a:lstStyle/>
          <a:p>
            <a:pPr marL="0" marR="0" indent="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dirty="0">
                <a:ln>
                  <a:noFill/>
                </a:ln>
                <a:solidFill>
                  <a:srgbClr val="FF0000"/>
                </a:solidFill>
                <a:effectLst/>
                <a:latin typeface="微软雅黑 Light" panose="020B0502040204020203" pitchFamily="34" charset="-122"/>
                <a:ea typeface="微软雅黑 Light" panose="020B0502040204020203" pitchFamily="34" charset="-122"/>
              </a:rPr>
              <a:t>2</a:t>
            </a:r>
            <a:endParaRPr kumimoji="0" lang="zh-CN" altLang="en-US" sz="2000" b="0" i="0" u="none" strike="noStrike" cap="none" normalizeH="0" baseline="0" dirty="0">
              <a:ln>
                <a:noFill/>
              </a:ln>
              <a:solidFill>
                <a:srgbClr val="FF0000"/>
              </a:solidFill>
              <a:effectLst/>
              <a:latin typeface="微软雅黑 Light" panose="020B0502040204020203" pitchFamily="34" charset="-122"/>
              <a:ea typeface="微软雅黑 Light" panose="020B0502040204020203" pitchFamily="34" charset="-122"/>
            </a:endParaRPr>
          </a:p>
        </p:txBody>
      </p:sp>
      <p:cxnSp>
        <p:nvCxnSpPr>
          <p:cNvPr id="79" name="直接箭头连接符 78"/>
          <p:cNvCxnSpPr/>
          <p:nvPr/>
        </p:nvCxnSpPr>
        <p:spPr bwMode="auto">
          <a:xfrm>
            <a:off x="4821955" y="5459415"/>
            <a:ext cx="697784" cy="0"/>
          </a:xfrm>
          <a:prstGeom prst="straightConnector1">
            <a:avLst/>
          </a:prstGeom>
          <a:noFill/>
          <a:ln w="25400" cap="flat" cmpd="sng" algn="ctr">
            <a:solidFill>
              <a:srgbClr val="FF0000"/>
            </a:solidFill>
            <a:prstDash val="solid"/>
            <a:round/>
            <a:headEnd type="none" w="med" len="med"/>
            <a:tailEnd type="triangle"/>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80" name="椭圆 79"/>
          <p:cNvSpPr/>
          <p:nvPr/>
        </p:nvSpPr>
        <p:spPr bwMode="auto">
          <a:xfrm>
            <a:off x="4998384" y="5494126"/>
            <a:ext cx="364202" cy="361061"/>
          </a:xfrm>
          <a:prstGeom prst="ellipse">
            <a:avLst/>
          </a:prstGeom>
          <a:noFill/>
          <a:ln w="9525" cap="flat" cmpd="sng" algn="ctr">
            <a:solidFill>
              <a:srgbClr val="FF0000"/>
            </a:solidFill>
            <a:prstDash val="sysDot"/>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ctr" anchorCtr="0" compatLnSpc="1"/>
          <a:lstStyle/>
          <a:p>
            <a:pPr marL="0" marR="0" indent="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dirty="0">
                <a:ln>
                  <a:noFill/>
                </a:ln>
                <a:solidFill>
                  <a:srgbClr val="FF0000"/>
                </a:solidFill>
                <a:effectLst/>
                <a:latin typeface="微软雅黑 Light" panose="020B0502040204020203" pitchFamily="34" charset="-122"/>
                <a:ea typeface="微软雅黑 Light" panose="020B0502040204020203" pitchFamily="34" charset="-122"/>
              </a:rPr>
              <a:t>4</a:t>
            </a:r>
            <a:endParaRPr kumimoji="0" lang="zh-CN" altLang="en-US" sz="2000" b="0" i="0" u="none" strike="noStrike" cap="none" normalizeH="0" baseline="0" dirty="0">
              <a:ln>
                <a:noFill/>
              </a:ln>
              <a:solidFill>
                <a:srgbClr val="FF0000"/>
              </a:solidFill>
              <a:effectLst/>
              <a:latin typeface="微软雅黑 Light" panose="020B0502040204020203" pitchFamily="34" charset="-122"/>
              <a:ea typeface="微软雅黑 Light" panose="020B0502040204020203" pitchFamily="34" charset="-122"/>
            </a:endParaRPr>
          </a:p>
        </p:txBody>
      </p:sp>
      <p:cxnSp>
        <p:nvCxnSpPr>
          <p:cNvPr id="81" name="直接箭头连接符 80"/>
          <p:cNvCxnSpPr/>
          <p:nvPr/>
        </p:nvCxnSpPr>
        <p:spPr bwMode="auto">
          <a:xfrm>
            <a:off x="8865316" y="2091421"/>
            <a:ext cx="903092" cy="617499"/>
          </a:xfrm>
          <a:prstGeom prst="straightConnector1">
            <a:avLst/>
          </a:prstGeom>
          <a:noFill/>
          <a:ln w="25400" cap="flat" cmpd="sng" algn="ctr">
            <a:solidFill>
              <a:srgbClr val="FF0000"/>
            </a:solidFill>
            <a:prstDash val="solid"/>
            <a:round/>
            <a:headEnd type="none" w="med" len="med"/>
            <a:tailEnd type="triangle"/>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82" name="椭圆 81"/>
          <p:cNvSpPr/>
          <p:nvPr/>
        </p:nvSpPr>
        <p:spPr bwMode="auto">
          <a:xfrm>
            <a:off x="9202529" y="1953146"/>
            <a:ext cx="364202" cy="361061"/>
          </a:xfrm>
          <a:prstGeom prst="ellipse">
            <a:avLst/>
          </a:prstGeom>
          <a:noFill/>
          <a:ln w="9525" cap="flat" cmpd="sng" algn="ctr">
            <a:solidFill>
              <a:srgbClr val="FF0000"/>
            </a:solidFill>
            <a:prstDash val="sysDot"/>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rot="0" spcFirstLastPara="0" vertOverflow="overflow" horzOverflow="overflow" vert="horz" wrap="square" lIns="91440" tIns="45720" rIns="91440" bIns="45720" numCol="1" spcCol="0" rtlCol="0" fromWordArt="0" anchor="ctr" anchorCtr="0" forceAA="0" compatLnSpc="1">
            <a:noAutofit/>
          </a:bodyPr>
          <a:lstStyle/>
          <a:p>
            <a:pPr algn="ctr" eaLnBrk="1" hangingPunct="1"/>
            <a:r>
              <a:rPr lang="en-US" altLang="zh-CN" dirty="0">
                <a:solidFill>
                  <a:srgbClr val="FF0000"/>
                </a:solidFill>
                <a:latin typeface="微软雅黑 Light" panose="020B0502040204020203" pitchFamily="34" charset="-122"/>
                <a:ea typeface="微软雅黑 Light" panose="020B0502040204020203" pitchFamily="34" charset="-122"/>
              </a:rPr>
              <a:t>3</a:t>
            </a:r>
            <a:endParaRPr lang="zh-CN" altLang="en-US" dirty="0">
              <a:solidFill>
                <a:srgbClr val="FF0000"/>
              </a:solidFill>
              <a:latin typeface="微软雅黑 Light" panose="020B0502040204020203" pitchFamily="34" charset="-122"/>
              <a:ea typeface="微软雅黑 Light" panose="020B0502040204020203" pitchFamily="34" charset="-122"/>
            </a:endParaRPr>
          </a:p>
        </p:txBody>
      </p:sp>
      <p:cxnSp>
        <p:nvCxnSpPr>
          <p:cNvPr id="83" name="直接箭头连接符 82"/>
          <p:cNvCxnSpPr/>
          <p:nvPr/>
        </p:nvCxnSpPr>
        <p:spPr bwMode="auto">
          <a:xfrm flipH="1">
            <a:off x="9733010" y="3565121"/>
            <a:ext cx="271422" cy="674596"/>
          </a:xfrm>
          <a:prstGeom prst="straightConnector1">
            <a:avLst/>
          </a:prstGeom>
          <a:noFill/>
          <a:ln w="25400" cap="flat" cmpd="sng" algn="ctr">
            <a:solidFill>
              <a:srgbClr val="FF0000"/>
            </a:solidFill>
            <a:prstDash val="solid"/>
            <a:round/>
            <a:headEnd type="none" w="med" len="med"/>
            <a:tailEnd type="triangle"/>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84" name="椭圆 83"/>
          <p:cNvSpPr/>
          <p:nvPr/>
        </p:nvSpPr>
        <p:spPr bwMode="auto">
          <a:xfrm>
            <a:off x="9939633" y="3896172"/>
            <a:ext cx="364202" cy="361061"/>
          </a:xfrm>
          <a:prstGeom prst="ellipse">
            <a:avLst/>
          </a:prstGeom>
          <a:noFill/>
          <a:ln w="9525" cap="flat" cmpd="sng" algn="ctr">
            <a:solidFill>
              <a:srgbClr val="FF0000"/>
            </a:solidFill>
            <a:prstDash val="sysDot"/>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rot="0" spcFirstLastPara="0" vertOverflow="overflow" horzOverflow="overflow" vert="horz" wrap="square" lIns="91440" tIns="45720" rIns="91440" bIns="45720" numCol="1" spcCol="0" rtlCol="0" fromWordArt="0" anchor="ctr" anchorCtr="0" forceAA="0" compatLnSpc="1">
            <a:noAutofit/>
          </a:bodyPr>
          <a:lstStyle/>
          <a:p>
            <a:pPr algn="ctr" eaLnBrk="1" hangingPunct="1"/>
            <a:r>
              <a:rPr lang="en-US" altLang="zh-CN" dirty="0">
                <a:solidFill>
                  <a:srgbClr val="FF0000"/>
                </a:solidFill>
                <a:latin typeface="微软雅黑 Light" panose="020B0502040204020203" pitchFamily="34" charset="-122"/>
                <a:ea typeface="微软雅黑 Light" panose="020B0502040204020203" pitchFamily="34" charset="-122"/>
              </a:rPr>
              <a:t>5</a:t>
            </a:r>
            <a:endParaRPr lang="zh-CN" altLang="en-US" dirty="0">
              <a:solidFill>
                <a:srgbClr val="FF0000"/>
              </a:solidFill>
              <a:latin typeface="微软雅黑 Light" panose="020B0502040204020203" pitchFamily="34" charset="-122"/>
              <a:ea typeface="微软雅黑 Light" panose="020B0502040204020203" pitchFamily="34" charset="-122"/>
            </a:endParaRPr>
          </a:p>
        </p:txBody>
      </p:sp>
      <p:cxnSp>
        <p:nvCxnSpPr>
          <p:cNvPr id="85" name="直接箭头连接符 84"/>
          <p:cNvCxnSpPr/>
          <p:nvPr/>
        </p:nvCxnSpPr>
        <p:spPr bwMode="auto">
          <a:xfrm>
            <a:off x="5037349" y="3121246"/>
            <a:ext cx="876711" cy="9553"/>
          </a:xfrm>
          <a:prstGeom prst="straightConnector1">
            <a:avLst/>
          </a:prstGeom>
          <a:noFill/>
          <a:ln w="25400" cap="flat" cmpd="sng" algn="ctr">
            <a:solidFill>
              <a:srgbClr val="FF0000"/>
            </a:solidFill>
            <a:prstDash val="solid"/>
            <a:round/>
            <a:headEnd type="none" w="med" len="med"/>
            <a:tailEnd type="triangle"/>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86" name="椭圆 85"/>
          <p:cNvSpPr/>
          <p:nvPr/>
        </p:nvSpPr>
        <p:spPr bwMode="auto">
          <a:xfrm>
            <a:off x="5226180" y="2720198"/>
            <a:ext cx="364202" cy="361061"/>
          </a:xfrm>
          <a:prstGeom prst="ellipse">
            <a:avLst/>
          </a:prstGeom>
          <a:noFill/>
          <a:ln w="9525" cap="flat" cmpd="sng" algn="ctr">
            <a:solidFill>
              <a:srgbClr val="FF0000"/>
            </a:solidFill>
            <a:prstDash val="sysDot"/>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ctr" anchorCtr="0" compatLnSpc="1"/>
          <a:lstStyle/>
          <a:p>
            <a:pPr marL="0" marR="0" indent="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dirty="0">
                <a:ln>
                  <a:noFill/>
                </a:ln>
                <a:solidFill>
                  <a:srgbClr val="FF0000"/>
                </a:solidFill>
                <a:effectLst/>
                <a:latin typeface="微软雅黑 Light" panose="020B0502040204020203" pitchFamily="34" charset="-122"/>
                <a:ea typeface="微软雅黑 Light" panose="020B0502040204020203" pitchFamily="34" charset="-122"/>
              </a:rPr>
              <a:t>3</a:t>
            </a:r>
            <a:endParaRPr kumimoji="0" lang="zh-CN" altLang="en-US" sz="2000" b="0" i="0" u="none" strike="noStrike" cap="none" normalizeH="0" baseline="0" dirty="0">
              <a:ln>
                <a:noFill/>
              </a:ln>
              <a:solidFill>
                <a:srgbClr val="FF0000"/>
              </a:solidFill>
              <a:effectLst/>
              <a:latin typeface="微软雅黑 Light" panose="020B0502040204020203" pitchFamily="34" charset="-122"/>
              <a:ea typeface="微软雅黑 Light" panose="020B0502040204020203" pitchFamily="34" charset="-122"/>
            </a:endParaRPr>
          </a:p>
        </p:txBody>
      </p:sp>
      <p:cxnSp>
        <p:nvCxnSpPr>
          <p:cNvPr id="87" name="直接箭头连接符 86"/>
          <p:cNvCxnSpPr/>
          <p:nvPr/>
        </p:nvCxnSpPr>
        <p:spPr bwMode="auto">
          <a:xfrm>
            <a:off x="6620292" y="3138569"/>
            <a:ext cx="636728" cy="0"/>
          </a:xfrm>
          <a:prstGeom prst="straightConnector1">
            <a:avLst/>
          </a:prstGeom>
          <a:noFill/>
          <a:ln w="25400" cap="flat" cmpd="sng" algn="ctr">
            <a:solidFill>
              <a:srgbClr val="FF0000"/>
            </a:solidFill>
            <a:prstDash val="solid"/>
            <a:round/>
            <a:headEnd type="none" w="med" len="med"/>
            <a:tailEnd type="triangle"/>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88" name="椭圆 87"/>
          <p:cNvSpPr/>
          <p:nvPr/>
        </p:nvSpPr>
        <p:spPr bwMode="auto">
          <a:xfrm>
            <a:off x="6844540" y="2700476"/>
            <a:ext cx="364202" cy="361061"/>
          </a:xfrm>
          <a:prstGeom prst="ellipse">
            <a:avLst/>
          </a:prstGeom>
          <a:noFill/>
          <a:ln w="9525" cap="flat" cmpd="sng" algn="ctr">
            <a:solidFill>
              <a:srgbClr val="FF0000"/>
            </a:solidFill>
            <a:prstDash val="sysDot"/>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ctr" anchorCtr="0" compatLnSpc="1"/>
          <a:lstStyle/>
          <a:p>
            <a:pPr marL="0" marR="0" indent="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dirty="0">
                <a:ln>
                  <a:noFill/>
                </a:ln>
                <a:solidFill>
                  <a:srgbClr val="FF0000"/>
                </a:solidFill>
                <a:effectLst/>
                <a:latin typeface="微软雅黑 Light" panose="020B0502040204020203" pitchFamily="34" charset="-122"/>
                <a:ea typeface="微软雅黑 Light" panose="020B0502040204020203" pitchFamily="34" charset="-122"/>
              </a:rPr>
              <a:t>6</a:t>
            </a:r>
            <a:endParaRPr kumimoji="0" lang="zh-CN" altLang="en-US" sz="2000" b="0" i="0" u="none" strike="noStrike" cap="none" normalizeH="0" baseline="0" dirty="0">
              <a:ln>
                <a:noFill/>
              </a:ln>
              <a:solidFill>
                <a:srgbClr val="FF0000"/>
              </a:solidFill>
              <a:effectLst/>
              <a:latin typeface="微软雅黑 Light" panose="020B0502040204020203" pitchFamily="34" charset="-122"/>
              <a:ea typeface="微软雅黑 Light" panose="020B0502040204020203" pitchFamily="34" charset="-122"/>
            </a:endParaRPr>
          </a:p>
        </p:txBody>
      </p:sp>
      <p:cxnSp>
        <p:nvCxnSpPr>
          <p:cNvPr id="89" name="直接箭头连接符 88"/>
          <p:cNvCxnSpPr/>
          <p:nvPr/>
        </p:nvCxnSpPr>
        <p:spPr bwMode="auto">
          <a:xfrm>
            <a:off x="6759494" y="5443653"/>
            <a:ext cx="776666" cy="0"/>
          </a:xfrm>
          <a:prstGeom prst="straightConnector1">
            <a:avLst/>
          </a:prstGeom>
          <a:noFill/>
          <a:ln w="25400" cap="flat" cmpd="sng" algn="ctr">
            <a:solidFill>
              <a:srgbClr val="FF0000"/>
            </a:solidFill>
            <a:prstDash val="solid"/>
            <a:round/>
            <a:headEnd type="none" w="med" len="med"/>
            <a:tailEnd type="triangle"/>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90" name="椭圆 89"/>
          <p:cNvSpPr/>
          <p:nvPr/>
        </p:nvSpPr>
        <p:spPr bwMode="auto">
          <a:xfrm>
            <a:off x="6935923" y="5478364"/>
            <a:ext cx="364202" cy="361061"/>
          </a:xfrm>
          <a:prstGeom prst="ellipse">
            <a:avLst/>
          </a:prstGeom>
          <a:noFill/>
          <a:ln w="9525" cap="flat" cmpd="sng" algn="ctr">
            <a:solidFill>
              <a:srgbClr val="FF0000"/>
            </a:solidFill>
            <a:prstDash val="sysDot"/>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ctr" anchorCtr="0" compatLnSpc="1"/>
          <a:lstStyle/>
          <a:p>
            <a:pPr marL="0" marR="0" indent="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dirty="0">
                <a:ln>
                  <a:noFill/>
                </a:ln>
                <a:solidFill>
                  <a:srgbClr val="FF0000"/>
                </a:solidFill>
                <a:effectLst/>
                <a:latin typeface="微软雅黑 Light" panose="020B0502040204020203" pitchFamily="34" charset="-122"/>
                <a:ea typeface="微软雅黑 Light" panose="020B0502040204020203" pitchFamily="34" charset="-122"/>
              </a:rPr>
              <a:t>4</a:t>
            </a:r>
            <a:endParaRPr kumimoji="0" lang="zh-CN" altLang="en-US" sz="2000" b="0" i="0" u="none" strike="noStrike" cap="none" normalizeH="0" baseline="0" dirty="0">
              <a:ln>
                <a:noFill/>
              </a:ln>
              <a:solidFill>
                <a:srgbClr val="FF0000"/>
              </a:solidFill>
              <a:effectLst/>
              <a:latin typeface="微软雅黑 Light" panose="020B0502040204020203" pitchFamily="34" charset="-122"/>
              <a:ea typeface="微软雅黑 Light" panose="020B0502040204020203" pitchFamily="34" charset="-122"/>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0" name="灯片编号占位符 3"/>
          <p:cNvSpPr>
            <a:spLocks noGrp="1"/>
          </p:cNvSpPr>
          <p:nvPr>
            <p:ph type="sldNum" sz="quarter" idx="12"/>
          </p:nvPr>
        </p:nvSpPr>
        <p:spPr/>
        <p:txBody>
          <a:bodyPr/>
          <a:lstStyle/>
          <a:p>
            <a:fld id="{CFD10F1C-EAC4-46F1-BBF3-984AC2A167FF}" type="slidenum">
              <a:rPr lang="en-US" altLang="zh-CN"/>
            </a:fld>
            <a:endParaRPr lang="en-US" altLang="zh-CN"/>
          </a:p>
        </p:txBody>
      </p:sp>
      <p:graphicFrame>
        <p:nvGraphicFramePr>
          <p:cNvPr id="499932" name="Group 220"/>
          <p:cNvGraphicFramePr>
            <a:graphicFrameLocks noGrp="1"/>
          </p:cNvGraphicFramePr>
          <p:nvPr/>
        </p:nvGraphicFramePr>
        <p:xfrm>
          <a:off x="8580612" y="1681747"/>
          <a:ext cx="3240087" cy="4113792"/>
        </p:xfrm>
        <a:graphic>
          <a:graphicData uri="http://schemas.openxmlformats.org/drawingml/2006/table">
            <a:tbl>
              <a:tblPr/>
              <a:tblGrid>
                <a:gridCol w="1008062"/>
                <a:gridCol w="995363"/>
                <a:gridCol w="1236662"/>
              </a:tblGrid>
              <a:tr h="492125">
                <a:tc>
                  <a:txBody>
                    <a:bodyPr/>
                    <a:lstStyle>
                      <a:lvl1pPr>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0" lang="zh-CN" altLang="en-US" sz="24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rPr>
                        <a:t>目标</a:t>
                      </a:r>
                      <a:endParaRPr kumimoji="0" lang="zh-CN" altLang="en-US" sz="24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endParaRPr>
                    </a:p>
                    <a:p>
                      <a:pPr marL="0" marR="0" lvl="0" indent="0" algn="l"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0" lang="zh-CN" altLang="en-US" sz="24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rPr>
                        <a:t>网络</a:t>
                      </a:r>
                      <a:endParaRPr kumimoji="0" lang="zh-CN" altLang="en-US" sz="24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endParaRPr>
                    </a:p>
                  </a:txBody>
                  <a:tcPr marL="90000" marR="90000" marT="46800" marB="46800" anchor="ctr" anchorCtr="1"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0" lang="zh-CN" altLang="en-US" sz="24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rPr>
                        <a:t>费用</a:t>
                      </a:r>
                      <a:endParaRPr kumimoji="0" lang="zh-CN" altLang="en-US" sz="24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endParaRPr>
                    </a:p>
                  </a:txBody>
                  <a:tcPr marL="90000" marR="90000" marT="46800" marB="46800" anchor="ctr" anchorCtr="1"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0" lang="zh-CN" altLang="en-US" sz="24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rPr>
                        <a:t>下一个路由器</a:t>
                      </a:r>
                      <a:endParaRPr kumimoji="0" lang="zh-CN" altLang="en-US" sz="24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endParaRPr>
                    </a:p>
                  </a:txBody>
                  <a:tcPr marL="90000" marR="90000" marT="46800" marB="46800" anchor="ctr" anchorCtr="1"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r>
              <a:tr h="417513">
                <a:tc>
                  <a:txBody>
                    <a:bodyPr/>
                    <a:lstStyle>
                      <a:lvl1pPr>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0" lang="en-US" altLang="zh-CN" sz="24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rPr>
                        <a:t>1</a:t>
                      </a:r>
                      <a:endParaRPr kumimoji="0" lang="en-US" altLang="zh-CN" sz="24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endParaRPr>
                    </a:p>
                  </a:txBody>
                  <a:tcPr marL="90000" marR="90000" marT="46800" marB="46800" anchor="ctr" anchorCtr="1"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0" lang="en-US" altLang="zh-CN" sz="24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rPr>
                        <a:t>1</a:t>
                      </a:r>
                      <a:endParaRPr kumimoji="0" lang="en-US" altLang="zh-CN" sz="24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endParaRPr>
                    </a:p>
                  </a:txBody>
                  <a:tcPr marL="90000" marR="90000" marT="46800" marB="46800" anchor="ctr" anchorCtr="1"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0" lang="en-US" altLang="zh-CN" sz="24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rPr>
                        <a:t>-</a:t>
                      </a:r>
                      <a:endParaRPr kumimoji="0" lang="en-US" altLang="zh-CN" sz="24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endParaRPr>
                    </a:p>
                  </a:txBody>
                  <a:tcPr marL="90000" marR="90000" marT="46800" marB="46800" anchor="ctr" anchorCtr="1"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r>
              <a:tr h="417513">
                <a:tc>
                  <a:txBody>
                    <a:bodyPr/>
                    <a:lstStyle>
                      <a:lvl1pPr>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0" lang="en-US" altLang="zh-CN" sz="24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rPr>
                        <a:t>2</a:t>
                      </a:r>
                      <a:endParaRPr kumimoji="0" lang="en-US" altLang="zh-CN" sz="24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endParaRPr>
                    </a:p>
                  </a:txBody>
                  <a:tcPr marL="90000" marR="90000" marT="46800" marB="46800" anchor="ctr" anchorCtr="1"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0" lang="en-US" altLang="zh-CN" sz="24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rPr>
                        <a:t>3</a:t>
                      </a:r>
                      <a:endParaRPr kumimoji="0" lang="en-US" altLang="zh-CN" sz="24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endParaRPr>
                    </a:p>
                  </a:txBody>
                  <a:tcPr marL="90000" marR="90000" marT="46800" marB="46800" anchor="ctr" anchorCtr="1"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0" lang="en-US" altLang="zh-CN" sz="24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rPr>
                        <a:t>B</a:t>
                      </a:r>
                      <a:endParaRPr kumimoji="0" lang="en-US" altLang="zh-CN" sz="24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endParaRPr>
                    </a:p>
                  </a:txBody>
                  <a:tcPr marL="90000" marR="90000" marT="46800" marB="46800" anchor="ctr" anchorCtr="1"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r>
              <a:tr h="419100">
                <a:tc>
                  <a:txBody>
                    <a:bodyPr/>
                    <a:lstStyle>
                      <a:lvl1pPr>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0" lang="en-US" altLang="zh-CN" sz="24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rPr>
                        <a:t>3</a:t>
                      </a:r>
                      <a:endParaRPr kumimoji="0" lang="en-US" altLang="zh-CN" sz="24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endParaRPr>
                    </a:p>
                  </a:txBody>
                  <a:tcPr marL="90000" marR="90000" marT="46800" marB="46800" anchor="ctr" anchorCtr="1"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0" lang="en-US" altLang="zh-CN" sz="24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rPr>
                        <a:t>3</a:t>
                      </a:r>
                      <a:endParaRPr kumimoji="0" lang="en-US" altLang="zh-CN" sz="24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endParaRPr>
                    </a:p>
                  </a:txBody>
                  <a:tcPr marL="90000" marR="90000" marT="46800" marB="46800" anchor="ctr" anchorCtr="1"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0" lang="en-US" altLang="zh-CN" sz="24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rPr>
                        <a:t>-</a:t>
                      </a:r>
                      <a:endParaRPr kumimoji="0" lang="en-US" altLang="zh-CN" sz="24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endParaRPr>
                    </a:p>
                  </a:txBody>
                  <a:tcPr marL="90000" marR="90000" marT="46800" marB="46800" anchor="ctr" anchorCtr="1"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r>
              <a:tr h="417513">
                <a:tc>
                  <a:txBody>
                    <a:bodyPr/>
                    <a:lstStyle>
                      <a:lvl1pPr>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0" lang="en-US" altLang="zh-CN" sz="24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rPr>
                        <a:t>4</a:t>
                      </a:r>
                      <a:endParaRPr kumimoji="0" lang="en-US" altLang="zh-CN" sz="24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endParaRPr>
                    </a:p>
                  </a:txBody>
                  <a:tcPr marL="90000" marR="90000" marT="46800" marB="46800" anchor="ctr" anchorCtr="1"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0" lang="en-US" altLang="zh-CN" sz="24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rPr>
                        <a:t>6</a:t>
                      </a:r>
                      <a:endParaRPr kumimoji="0" lang="en-US" altLang="zh-CN" sz="24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endParaRPr>
                    </a:p>
                  </a:txBody>
                  <a:tcPr marL="90000" marR="90000" marT="46800" marB="46800" anchor="ctr" anchorCtr="1"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0" lang="en-US" altLang="zh-CN" sz="24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rPr>
                        <a:t>F</a:t>
                      </a:r>
                      <a:endParaRPr kumimoji="0" lang="en-US" altLang="zh-CN" sz="24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endParaRPr>
                    </a:p>
                  </a:txBody>
                  <a:tcPr marL="90000" marR="90000" marT="46800" marB="46800" anchor="ctr" anchorCtr="1"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r>
              <a:tr h="417513">
                <a:tc>
                  <a:txBody>
                    <a:bodyPr/>
                    <a:lstStyle>
                      <a:lvl1pPr>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0" lang="en-US" altLang="zh-CN" sz="24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rPr>
                        <a:t>5</a:t>
                      </a:r>
                      <a:endParaRPr kumimoji="0" lang="en-US" altLang="zh-CN" sz="24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endParaRPr>
                    </a:p>
                  </a:txBody>
                  <a:tcPr marL="90000" marR="90000" marT="46800" marB="46800" anchor="ctr" anchorCtr="1"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0" lang="en-US" altLang="zh-CN" sz="24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rPr>
                        <a:t>2</a:t>
                      </a:r>
                      <a:endParaRPr kumimoji="0" lang="en-US" altLang="zh-CN" sz="24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endParaRPr>
                    </a:p>
                  </a:txBody>
                  <a:tcPr marL="90000" marR="90000" marT="46800" marB="46800" anchor="ctr" anchorCtr="1"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0" lang="en-US" altLang="zh-CN" sz="24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rPr>
                        <a:t>-</a:t>
                      </a:r>
                      <a:endParaRPr kumimoji="0" lang="en-US" altLang="zh-CN" sz="24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endParaRPr>
                    </a:p>
                  </a:txBody>
                  <a:tcPr marL="90000" marR="90000" marT="46800" marB="46800" anchor="ctr" anchorCtr="1"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r>
              <a:tr h="419100">
                <a:tc>
                  <a:txBody>
                    <a:bodyPr/>
                    <a:lstStyle>
                      <a:lvl1pPr>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0" lang="en-US" altLang="zh-CN" sz="24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rPr>
                        <a:t>6</a:t>
                      </a:r>
                      <a:endParaRPr kumimoji="0" lang="en-US" altLang="zh-CN" sz="24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endParaRPr>
                    </a:p>
                  </a:txBody>
                  <a:tcPr marL="90000" marR="90000" marT="46800" marB="46800" anchor="ctr" anchorCtr="1"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0" lang="en-US" altLang="zh-CN" sz="24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rPr>
                        <a:t>5</a:t>
                      </a:r>
                      <a:endParaRPr kumimoji="0" lang="en-US" altLang="zh-CN" sz="24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endParaRPr>
                    </a:p>
                  </a:txBody>
                  <a:tcPr marL="90000" marR="90000" marT="46800" marB="46800" anchor="ctr" anchorCtr="1"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0" lang="en-US" altLang="zh-CN" sz="24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rPr>
                        <a:t>B</a:t>
                      </a:r>
                      <a:endParaRPr kumimoji="0" lang="en-US" altLang="zh-CN" sz="24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endParaRPr>
                    </a:p>
                  </a:txBody>
                  <a:tcPr marL="90000" marR="90000" marT="46800" marB="46800" anchor="ctr" anchorCtr="1"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r>
              <a:tr h="417513">
                <a:tc>
                  <a:txBody>
                    <a:bodyPr/>
                    <a:lstStyle>
                      <a:lvl1pPr>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0" lang="en-US" altLang="zh-CN" sz="24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rPr>
                        <a:t>7</a:t>
                      </a:r>
                      <a:endParaRPr kumimoji="0" lang="en-US" altLang="zh-CN" sz="24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endParaRPr>
                    </a:p>
                  </a:txBody>
                  <a:tcPr marL="90000" marR="90000" marT="46800" marB="46800" anchor="ctr" anchorCtr="1"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0" lang="en-US" altLang="zh-CN" sz="24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rPr>
                        <a:t>4</a:t>
                      </a:r>
                      <a:endParaRPr kumimoji="0" lang="en-US" altLang="zh-CN" sz="24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endParaRPr>
                    </a:p>
                  </a:txBody>
                  <a:tcPr marL="90000" marR="90000" marT="46800" marB="46800" anchor="ctr" anchorCtr="1"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0" lang="en-US" altLang="zh-CN" sz="24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rPr>
                        <a:t>E</a:t>
                      </a:r>
                      <a:endParaRPr kumimoji="0" lang="en-US" altLang="zh-CN" sz="24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endParaRPr>
                    </a:p>
                  </a:txBody>
                  <a:tcPr marL="90000" marR="90000" marT="46800" marB="46800" anchor="ctr" anchorCtr="1"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r>
            </a:tbl>
          </a:graphicData>
        </a:graphic>
      </p:graphicFrame>
      <p:sp>
        <p:nvSpPr>
          <p:cNvPr id="172" name="Rectangle 2"/>
          <p:cNvSpPr txBox="1">
            <a:spLocks noChangeArrowheads="1"/>
          </p:cNvSpPr>
          <p:nvPr/>
        </p:nvSpPr>
        <p:spPr>
          <a:xfrm>
            <a:off x="431800" y="71438"/>
            <a:ext cx="11328400" cy="765175"/>
          </a:xfrm>
          <a:prstGeom prst="rect">
            <a:avLst/>
          </a:prstGeom>
        </p:spPr>
        <p:txBody>
          <a:bodyPr/>
          <a:lstStyle>
            <a:lvl1pPr algn="l" rtl="0" eaLnBrk="0" fontAlgn="base" hangingPunct="0">
              <a:spcBef>
                <a:spcPct val="0"/>
              </a:spcBef>
              <a:spcAft>
                <a:spcPct val="0"/>
              </a:spcAft>
              <a:defRPr sz="40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1pPr>
            <a:lvl2pPr algn="l" rtl="0" eaLnBrk="0" fontAlgn="base" hangingPunct="0">
              <a:spcBef>
                <a:spcPct val="0"/>
              </a:spcBef>
              <a:spcAft>
                <a:spcPct val="0"/>
              </a:spcAft>
              <a:defRPr sz="4000">
                <a:solidFill>
                  <a:schemeClr val="tx1"/>
                </a:solidFill>
                <a:latin typeface="Arial" panose="020B0604020202020204" pitchFamily="34" charset="0"/>
                <a:ea typeface="黑体" panose="02010609060101010101" pitchFamily="49" charset="-122"/>
              </a:defRPr>
            </a:lvl2pPr>
            <a:lvl3pPr algn="l" rtl="0" eaLnBrk="0" fontAlgn="base" hangingPunct="0">
              <a:spcBef>
                <a:spcPct val="0"/>
              </a:spcBef>
              <a:spcAft>
                <a:spcPct val="0"/>
              </a:spcAft>
              <a:defRPr sz="4000">
                <a:solidFill>
                  <a:schemeClr val="tx1"/>
                </a:solidFill>
                <a:latin typeface="Arial" panose="020B0604020202020204" pitchFamily="34" charset="0"/>
                <a:ea typeface="黑体" panose="02010609060101010101" pitchFamily="49" charset="-122"/>
              </a:defRPr>
            </a:lvl3pPr>
            <a:lvl4pPr algn="l" rtl="0" eaLnBrk="0" fontAlgn="base" hangingPunct="0">
              <a:spcBef>
                <a:spcPct val="0"/>
              </a:spcBef>
              <a:spcAft>
                <a:spcPct val="0"/>
              </a:spcAft>
              <a:defRPr sz="4000">
                <a:solidFill>
                  <a:schemeClr val="tx1"/>
                </a:solidFill>
                <a:latin typeface="Arial" panose="020B0604020202020204" pitchFamily="34" charset="0"/>
                <a:ea typeface="黑体" panose="02010609060101010101" pitchFamily="49" charset="-122"/>
              </a:defRPr>
            </a:lvl4pPr>
            <a:lvl5pPr algn="l" rtl="0" eaLnBrk="0" fontAlgn="base" hangingPunct="0">
              <a:spcBef>
                <a:spcPct val="0"/>
              </a:spcBef>
              <a:spcAft>
                <a:spcPct val="0"/>
              </a:spcAft>
              <a:defRPr sz="4000">
                <a:solidFill>
                  <a:schemeClr val="tx1"/>
                </a:solidFill>
                <a:latin typeface="Arial" panose="020B0604020202020204" pitchFamily="34" charset="0"/>
                <a:ea typeface="黑体" panose="02010609060101010101" pitchFamily="49" charset="-122"/>
              </a:defRPr>
            </a:lvl5pPr>
            <a:lvl6pPr marL="457200" algn="l" rtl="0" fontAlgn="base">
              <a:spcBef>
                <a:spcPct val="0"/>
              </a:spcBef>
              <a:spcAft>
                <a:spcPct val="0"/>
              </a:spcAft>
              <a:defRPr sz="4000">
                <a:solidFill>
                  <a:schemeClr val="tx1"/>
                </a:solidFill>
                <a:latin typeface="Arial" panose="020B0604020202020204" pitchFamily="34" charset="0"/>
                <a:ea typeface="黑体" panose="02010609060101010101" pitchFamily="49" charset="-122"/>
              </a:defRPr>
            </a:lvl6pPr>
            <a:lvl7pPr marL="914400" algn="l" rtl="0" fontAlgn="base">
              <a:spcBef>
                <a:spcPct val="0"/>
              </a:spcBef>
              <a:spcAft>
                <a:spcPct val="0"/>
              </a:spcAft>
              <a:defRPr sz="4000">
                <a:solidFill>
                  <a:schemeClr val="tx1"/>
                </a:solidFill>
                <a:latin typeface="Arial" panose="020B0604020202020204" pitchFamily="34" charset="0"/>
                <a:ea typeface="黑体" panose="02010609060101010101" pitchFamily="49" charset="-122"/>
              </a:defRPr>
            </a:lvl7pPr>
            <a:lvl8pPr marL="1371600" algn="l" rtl="0" fontAlgn="base">
              <a:spcBef>
                <a:spcPct val="0"/>
              </a:spcBef>
              <a:spcAft>
                <a:spcPct val="0"/>
              </a:spcAft>
              <a:defRPr sz="4000">
                <a:solidFill>
                  <a:schemeClr val="tx1"/>
                </a:solidFill>
                <a:latin typeface="Arial" panose="020B0604020202020204" pitchFamily="34" charset="0"/>
                <a:ea typeface="黑体" panose="02010609060101010101" pitchFamily="49" charset="-122"/>
              </a:defRPr>
            </a:lvl8pPr>
            <a:lvl9pPr marL="1828800" algn="l" rtl="0" fontAlgn="base">
              <a:spcBef>
                <a:spcPct val="0"/>
              </a:spcBef>
              <a:spcAft>
                <a:spcPct val="0"/>
              </a:spcAft>
              <a:defRPr sz="4000">
                <a:solidFill>
                  <a:schemeClr val="tx1"/>
                </a:solidFill>
                <a:latin typeface="Arial" panose="020B0604020202020204" pitchFamily="34" charset="0"/>
                <a:ea typeface="黑体" panose="02010609060101010101" pitchFamily="49" charset="-122"/>
              </a:defRPr>
            </a:lvl9pPr>
          </a:lstStyle>
          <a:p>
            <a:r>
              <a:rPr lang="en-US" altLang="zh-CN" sz="3200" dirty="0">
                <a:latin typeface="微软雅黑" panose="020B0503020204020204" pitchFamily="34" charset="-122"/>
              </a:rPr>
              <a:t>Dijkstra</a:t>
            </a:r>
            <a:r>
              <a:rPr lang="zh-CN" altLang="en-US" sz="3200" dirty="0">
                <a:latin typeface="微软雅黑" panose="020B0503020204020204" pitchFamily="34" charset="-122"/>
              </a:rPr>
              <a:t>算法示例</a:t>
            </a:r>
            <a:endParaRPr lang="zh-CN" altLang="en-US" sz="3200" dirty="0">
              <a:latin typeface="微软雅黑" panose="020B0503020204020204" pitchFamily="34" charset="-122"/>
            </a:endParaRPr>
          </a:p>
        </p:txBody>
      </p:sp>
      <p:sp>
        <p:nvSpPr>
          <p:cNvPr id="186" name="Text Box 34"/>
          <p:cNvSpPr txBox="1">
            <a:spLocks noChangeArrowheads="1"/>
          </p:cNvSpPr>
          <p:nvPr/>
        </p:nvSpPr>
        <p:spPr bwMode="auto">
          <a:xfrm>
            <a:off x="580388" y="2532031"/>
            <a:ext cx="444500" cy="523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zh-CN"/>
            </a:defPPr>
            <a:lvl1pPr algn="ctr">
              <a:defRPr sz="2400">
                <a:latin typeface="微软雅黑 Light" panose="020B0502040204020203" pitchFamily="34" charset="-122"/>
                <a:ea typeface="微软雅黑 Light" panose="020B0502040204020203" pitchFamily="34" charset="-122"/>
              </a:defRPr>
            </a:lvl1pPr>
          </a:lstStyle>
          <a:p>
            <a:r>
              <a:rPr lang="en-US" altLang="zh-CN" dirty="0"/>
              <a:t>A</a:t>
            </a:r>
            <a:endParaRPr lang="en-US" altLang="zh-CN" dirty="0"/>
          </a:p>
        </p:txBody>
      </p:sp>
      <p:grpSp>
        <p:nvGrpSpPr>
          <p:cNvPr id="187" name="Group 35"/>
          <p:cNvGrpSpPr/>
          <p:nvPr/>
        </p:nvGrpSpPr>
        <p:grpSpPr bwMode="auto">
          <a:xfrm>
            <a:off x="1909125" y="1595406"/>
            <a:ext cx="1181100" cy="714375"/>
            <a:chOff x="1338" y="1752"/>
            <a:chExt cx="744" cy="450"/>
          </a:xfrm>
        </p:grpSpPr>
        <p:pic>
          <p:nvPicPr>
            <p:cNvPr id="188" name="Picture 25"/>
            <p:cNvPicPr>
              <a:picLocks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1338" y="1752"/>
              <a:ext cx="744" cy="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9" name="Text Box 37"/>
            <p:cNvSpPr txBox="1">
              <a:spLocks noChangeArrowheads="1"/>
            </p:cNvSpPr>
            <p:nvPr/>
          </p:nvSpPr>
          <p:spPr bwMode="auto">
            <a:xfrm>
              <a:off x="1432" y="1829"/>
              <a:ext cx="555"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400">
                  <a:latin typeface="微软雅黑 Light" panose="020B0502040204020203" pitchFamily="34" charset="-122"/>
                  <a:ea typeface="微软雅黑 Light" panose="020B0502040204020203" pitchFamily="34" charset="-122"/>
                </a:rPr>
                <a:t>Net:1</a:t>
              </a:r>
              <a:endParaRPr lang="en-US" altLang="zh-CN" sz="2400">
                <a:latin typeface="微软雅黑 Light" panose="020B0502040204020203" pitchFamily="34" charset="-122"/>
                <a:ea typeface="微软雅黑 Light" panose="020B0502040204020203" pitchFamily="34" charset="-122"/>
              </a:endParaRPr>
            </a:p>
          </p:txBody>
        </p:sp>
      </p:grpSp>
      <p:sp>
        <p:nvSpPr>
          <p:cNvPr id="190" name="Text Box 56"/>
          <p:cNvSpPr txBox="1">
            <a:spLocks noChangeArrowheads="1"/>
          </p:cNvSpPr>
          <p:nvPr/>
        </p:nvSpPr>
        <p:spPr bwMode="auto">
          <a:xfrm>
            <a:off x="2414479" y="4476791"/>
            <a:ext cx="378629"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zh-CN"/>
            </a:defPPr>
            <a:lvl1pPr algn="ctr">
              <a:defRPr sz="2400">
                <a:latin typeface="微软雅黑 Light" panose="020B0502040204020203" pitchFamily="34" charset="-122"/>
                <a:ea typeface="微软雅黑 Light" panose="020B0502040204020203" pitchFamily="34" charset="-122"/>
              </a:defRPr>
            </a:lvl1pPr>
          </a:lstStyle>
          <a:p>
            <a:r>
              <a:rPr lang="en-US" altLang="zh-CN" dirty="0"/>
              <a:t>E</a:t>
            </a:r>
            <a:endParaRPr lang="en-US" altLang="zh-CN" dirty="0"/>
          </a:p>
        </p:txBody>
      </p:sp>
      <p:sp>
        <p:nvSpPr>
          <p:cNvPr id="192" name="Text Box 94"/>
          <p:cNvSpPr txBox="1">
            <a:spLocks noChangeArrowheads="1"/>
          </p:cNvSpPr>
          <p:nvPr/>
        </p:nvSpPr>
        <p:spPr bwMode="auto">
          <a:xfrm>
            <a:off x="7726896" y="2412615"/>
            <a:ext cx="391453"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400" dirty="0">
                <a:latin typeface="微软雅黑 Light" panose="020B0502040204020203" pitchFamily="34" charset="-122"/>
                <a:ea typeface="微软雅黑 Light" panose="020B0502040204020203" pitchFamily="34" charset="-122"/>
              </a:rPr>
              <a:t>C</a:t>
            </a:r>
            <a:endParaRPr lang="en-US" altLang="zh-CN" sz="2400" dirty="0">
              <a:latin typeface="微软雅黑 Light" panose="020B0502040204020203" pitchFamily="34" charset="-122"/>
              <a:ea typeface="微软雅黑 Light" panose="020B0502040204020203" pitchFamily="34" charset="-122"/>
            </a:endParaRPr>
          </a:p>
        </p:txBody>
      </p:sp>
      <p:sp>
        <p:nvSpPr>
          <p:cNvPr id="193" name="Text Box 113"/>
          <p:cNvSpPr txBox="1">
            <a:spLocks noChangeArrowheads="1"/>
          </p:cNvSpPr>
          <p:nvPr/>
        </p:nvSpPr>
        <p:spPr bwMode="auto">
          <a:xfrm>
            <a:off x="4205751" y="1118265"/>
            <a:ext cx="396262"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zh-CN"/>
            </a:defPPr>
            <a:lvl1pPr algn="ctr">
              <a:defRPr sz="2400">
                <a:latin typeface="微软雅黑 Light" panose="020B0502040204020203" pitchFamily="34" charset="-122"/>
                <a:ea typeface="微软雅黑 Light" panose="020B0502040204020203" pitchFamily="34" charset="-122"/>
              </a:defRPr>
            </a:lvl1pPr>
          </a:lstStyle>
          <a:p>
            <a:r>
              <a:rPr lang="en-US" altLang="zh-CN" dirty="0"/>
              <a:t>B</a:t>
            </a:r>
            <a:endParaRPr lang="en-US" altLang="zh-CN" dirty="0"/>
          </a:p>
        </p:txBody>
      </p:sp>
      <p:sp>
        <p:nvSpPr>
          <p:cNvPr id="194" name="Text Box 132"/>
          <p:cNvSpPr txBox="1">
            <a:spLocks noChangeArrowheads="1"/>
          </p:cNvSpPr>
          <p:nvPr/>
        </p:nvSpPr>
        <p:spPr bwMode="auto">
          <a:xfrm>
            <a:off x="4204318" y="2603467"/>
            <a:ext cx="364202"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zh-CN"/>
            </a:defPPr>
            <a:lvl1pPr algn="ctr">
              <a:defRPr sz="2400">
                <a:latin typeface="微软雅黑 Light" panose="020B0502040204020203" pitchFamily="34" charset="-122"/>
                <a:ea typeface="微软雅黑 Light" panose="020B0502040204020203" pitchFamily="34" charset="-122"/>
              </a:defRPr>
            </a:lvl1pPr>
          </a:lstStyle>
          <a:p>
            <a:r>
              <a:rPr lang="en-US" altLang="zh-CN" dirty="0"/>
              <a:t>F</a:t>
            </a:r>
            <a:endParaRPr lang="en-US" altLang="zh-CN" dirty="0"/>
          </a:p>
        </p:txBody>
      </p:sp>
      <p:grpSp>
        <p:nvGrpSpPr>
          <p:cNvPr id="195" name="Group 133"/>
          <p:cNvGrpSpPr/>
          <p:nvPr/>
        </p:nvGrpSpPr>
        <p:grpSpPr bwMode="auto">
          <a:xfrm>
            <a:off x="2125025" y="2963831"/>
            <a:ext cx="1181100" cy="714375"/>
            <a:chOff x="1338" y="1752"/>
            <a:chExt cx="744" cy="450"/>
          </a:xfrm>
        </p:grpSpPr>
        <p:pic>
          <p:nvPicPr>
            <p:cNvPr id="196" name="Picture 25"/>
            <p:cNvPicPr>
              <a:picLocks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1338" y="1752"/>
              <a:ext cx="744" cy="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7" name="Text Box 135"/>
            <p:cNvSpPr txBox="1">
              <a:spLocks noChangeArrowheads="1"/>
            </p:cNvSpPr>
            <p:nvPr/>
          </p:nvSpPr>
          <p:spPr bwMode="auto">
            <a:xfrm>
              <a:off x="1415" y="1829"/>
              <a:ext cx="588"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400">
                  <a:latin typeface="微软雅黑 Light" panose="020B0502040204020203" pitchFamily="34" charset="-122"/>
                  <a:ea typeface="微软雅黑 Light" panose="020B0502040204020203" pitchFamily="34" charset="-122"/>
                </a:rPr>
                <a:t>Net:3</a:t>
              </a:r>
              <a:endParaRPr lang="en-US" altLang="zh-CN" sz="2400">
                <a:latin typeface="微软雅黑 Light" panose="020B0502040204020203" pitchFamily="34" charset="-122"/>
                <a:ea typeface="微软雅黑 Light" panose="020B0502040204020203" pitchFamily="34" charset="-122"/>
              </a:endParaRPr>
            </a:p>
          </p:txBody>
        </p:sp>
      </p:grpSp>
      <p:grpSp>
        <p:nvGrpSpPr>
          <p:cNvPr id="198" name="Group 136"/>
          <p:cNvGrpSpPr/>
          <p:nvPr/>
        </p:nvGrpSpPr>
        <p:grpSpPr bwMode="auto">
          <a:xfrm>
            <a:off x="829625" y="3971893"/>
            <a:ext cx="1181100" cy="714375"/>
            <a:chOff x="1338" y="1752"/>
            <a:chExt cx="744" cy="450"/>
          </a:xfrm>
        </p:grpSpPr>
        <p:pic>
          <p:nvPicPr>
            <p:cNvPr id="199" name="Picture 25"/>
            <p:cNvPicPr>
              <a:picLocks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1338" y="1752"/>
              <a:ext cx="744" cy="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0" name="Text Box 138"/>
            <p:cNvSpPr txBox="1">
              <a:spLocks noChangeArrowheads="1"/>
            </p:cNvSpPr>
            <p:nvPr/>
          </p:nvSpPr>
          <p:spPr bwMode="auto">
            <a:xfrm>
              <a:off x="1415" y="1829"/>
              <a:ext cx="588"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400">
                  <a:latin typeface="微软雅黑 Light" panose="020B0502040204020203" pitchFamily="34" charset="-122"/>
                  <a:ea typeface="微软雅黑 Light" panose="020B0502040204020203" pitchFamily="34" charset="-122"/>
                </a:rPr>
                <a:t>Net:5</a:t>
              </a:r>
              <a:endParaRPr lang="en-US" altLang="zh-CN" sz="2400">
                <a:latin typeface="微软雅黑 Light" panose="020B0502040204020203" pitchFamily="34" charset="-122"/>
                <a:ea typeface="微软雅黑 Light" panose="020B0502040204020203" pitchFamily="34" charset="-122"/>
              </a:endParaRPr>
            </a:p>
          </p:txBody>
        </p:sp>
      </p:grpSp>
      <p:grpSp>
        <p:nvGrpSpPr>
          <p:cNvPr id="201" name="Group 139"/>
          <p:cNvGrpSpPr/>
          <p:nvPr/>
        </p:nvGrpSpPr>
        <p:grpSpPr bwMode="auto">
          <a:xfrm>
            <a:off x="3691887" y="4906931"/>
            <a:ext cx="1181100" cy="714375"/>
            <a:chOff x="1338" y="1752"/>
            <a:chExt cx="744" cy="450"/>
          </a:xfrm>
        </p:grpSpPr>
        <p:pic>
          <p:nvPicPr>
            <p:cNvPr id="202" name="Picture 25"/>
            <p:cNvPicPr>
              <a:picLocks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1338" y="1752"/>
              <a:ext cx="744" cy="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3" name="Text Box 141"/>
            <p:cNvSpPr txBox="1">
              <a:spLocks noChangeArrowheads="1"/>
            </p:cNvSpPr>
            <p:nvPr/>
          </p:nvSpPr>
          <p:spPr bwMode="auto">
            <a:xfrm>
              <a:off x="1417" y="1829"/>
              <a:ext cx="585"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400">
                  <a:latin typeface="微软雅黑 Light" panose="020B0502040204020203" pitchFamily="34" charset="-122"/>
                  <a:ea typeface="微软雅黑 Light" panose="020B0502040204020203" pitchFamily="34" charset="-122"/>
                </a:rPr>
                <a:t>Net:7</a:t>
              </a:r>
              <a:endParaRPr lang="en-US" altLang="zh-CN" sz="2400">
                <a:latin typeface="微软雅黑 Light" panose="020B0502040204020203" pitchFamily="34" charset="-122"/>
                <a:ea typeface="微软雅黑 Light" panose="020B0502040204020203" pitchFamily="34" charset="-122"/>
              </a:endParaRPr>
            </a:p>
          </p:txBody>
        </p:sp>
      </p:grpSp>
      <p:grpSp>
        <p:nvGrpSpPr>
          <p:cNvPr id="204" name="Group 142"/>
          <p:cNvGrpSpPr/>
          <p:nvPr/>
        </p:nvGrpSpPr>
        <p:grpSpPr bwMode="auto">
          <a:xfrm>
            <a:off x="6860537" y="4260818"/>
            <a:ext cx="1181100" cy="714375"/>
            <a:chOff x="1338" y="1752"/>
            <a:chExt cx="744" cy="450"/>
          </a:xfrm>
        </p:grpSpPr>
        <p:pic>
          <p:nvPicPr>
            <p:cNvPr id="205" name="Picture 25"/>
            <p:cNvPicPr>
              <a:picLocks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1338" y="1752"/>
              <a:ext cx="744" cy="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6" name="Text Box 144"/>
            <p:cNvSpPr txBox="1">
              <a:spLocks noChangeArrowheads="1"/>
            </p:cNvSpPr>
            <p:nvPr/>
          </p:nvSpPr>
          <p:spPr bwMode="auto">
            <a:xfrm>
              <a:off x="1415" y="1829"/>
              <a:ext cx="588"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400">
                  <a:latin typeface="微软雅黑 Light" panose="020B0502040204020203" pitchFamily="34" charset="-122"/>
                  <a:ea typeface="微软雅黑 Light" panose="020B0502040204020203" pitchFamily="34" charset="-122"/>
                </a:rPr>
                <a:t>Net:6</a:t>
              </a:r>
              <a:endParaRPr lang="en-US" altLang="zh-CN" sz="2400">
                <a:latin typeface="微软雅黑 Light" panose="020B0502040204020203" pitchFamily="34" charset="-122"/>
                <a:ea typeface="微软雅黑 Light" panose="020B0502040204020203" pitchFamily="34" charset="-122"/>
              </a:endParaRPr>
            </a:p>
          </p:txBody>
        </p:sp>
      </p:grpSp>
      <p:grpSp>
        <p:nvGrpSpPr>
          <p:cNvPr id="207" name="Group 145"/>
          <p:cNvGrpSpPr/>
          <p:nvPr/>
        </p:nvGrpSpPr>
        <p:grpSpPr bwMode="auto">
          <a:xfrm>
            <a:off x="5420675" y="2963831"/>
            <a:ext cx="1181100" cy="714375"/>
            <a:chOff x="1338" y="1752"/>
            <a:chExt cx="744" cy="450"/>
          </a:xfrm>
        </p:grpSpPr>
        <p:pic>
          <p:nvPicPr>
            <p:cNvPr id="208" name="Picture 25"/>
            <p:cNvPicPr>
              <a:picLocks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1338" y="1752"/>
              <a:ext cx="744" cy="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9" name="Text Box 147"/>
            <p:cNvSpPr txBox="1">
              <a:spLocks noChangeArrowheads="1"/>
            </p:cNvSpPr>
            <p:nvPr/>
          </p:nvSpPr>
          <p:spPr bwMode="auto">
            <a:xfrm>
              <a:off x="1414" y="1829"/>
              <a:ext cx="591"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400">
                  <a:latin typeface="微软雅黑 Light" panose="020B0502040204020203" pitchFamily="34" charset="-122"/>
                  <a:ea typeface="微软雅黑 Light" panose="020B0502040204020203" pitchFamily="34" charset="-122"/>
                </a:rPr>
                <a:t>Net:4</a:t>
              </a:r>
              <a:endParaRPr lang="en-US" altLang="zh-CN" sz="2400">
                <a:latin typeface="微软雅黑 Light" panose="020B0502040204020203" pitchFamily="34" charset="-122"/>
                <a:ea typeface="微软雅黑 Light" panose="020B0502040204020203" pitchFamily="34" charset="-122"/>
              </a:endParaRPr>
            </a:p>
          </p:txBody>
        </p:sp>
      </p:grpSp>
      <p:grpSp>
        <p:nvGrpSpPr>
          <p:cNvPr id="211" name="Group 148"/>
          <p:cNvGrpSpPr/>
          <p:nvPr/>
        </p:nvGrpSpPr>
        <p:grpSpPr bwMode="auto">
          <a:xfrm>
            <a:off x="5852475" y="1595406"/>
            <a:ext cx="1181100" cy="714375"/>
            <a:chOff x="1338" y="1752"/>
            <a:chExt cx="744" cy="450"/>
          </a:xfrm>
        </p:grpSpPr>
        <p:pic>
          <p:nvPicPr>
            <p:cNvPr id="212" name="Picture 25"/>
            <p:cNvPicPr>
              <a:picLocks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1338" y="1752"/>
              <a:ext cx="744" cy="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3" name="Text Box 150"/>
            <p:cNvSpPr txBox="1">
              <a:spLocks noChangeArrowheads="1"/>
            </p:cNvSpPr>
            <p:nvPr/>
          </p:nvSpPr>
          <p:spPr bwMode="auto">
            <a:xfrm>
              <a:off x="1415" y="1829"/>
              <a:ext cx="588"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400">
                  <a:latin typeface="微软雅黑 Light" panose="020B0502040204020203" pitchFamily="34" charset="-122"/>
                  <a:ea typeface="微软雅黑 Light" panose="020B0502040204020203" pitchFamily="34" charset="-122"/>
                </a:rPr>
                <a:t>Net:2</a:t>
              </a:r>
              <a:endParaRPr lang="en-US" altLang="zh-CN" sz="2400">
                <a:latin typeface="微软雅黑 Light" panose="020B0502040204020203" pitchFamily="34" charset="-122"/>
                <a:ea typeface="微软雅黑 Light" panose="020B0502040204020203" pitchFamily="34" charset="-122"/>
              </a:endParaRPr>
            </a:p>
          </p:txBody>
        </p:sp>
      </p:grpSp>
      <p:pic>
        <p:nvPicPr>
          <p:cNvPr id="227" name="图形 226"/>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65069" y="2947729"/>
            <a:ext cx="698726" cy="698726"/>
          </a:xfrm>
          <a:prstGeom prst="rect">
            <a:avLst/>
          </a:prstGeom>
        </p:spPr>
      </p:pic>
      <p:pic>
        <p:nvPicPr>
          <p:cNvPr id="228" name="图形 227"/>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076395" y="1559633"/>
            <a:ext cx="698726" cy="698726"/>
          </a:xfrm>
          <a:prstGeom prst="rect">
            <a:avLst/>
          </a:prstGeom>
        </p:spPr>
      </p:pic>
      <p:pic>
        <p:nvPicPr>
          <p:cNvPr id="229" name="图形 228"/>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7668350" y="2841015"/>
            <a:ext cx="698726" cy="698726"/>
          </a:xfrm>
          <a:prstGeom prst="rect">
            <a:avLst/>
          </a:prstGeom>
        </p:spPr>
      </p:pic>
      <p:pic>
        <p:nvPicPr>
          <p:cNvPr id="231" name="图形 230"/>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275497" y="4933037"/>
            <a:ext cx="698726" cy="698726"/>
          </a:xfrm>
          <a:prstGeom prst="rect">
            <a:avLst/>
          </a:prstGeom>
        </p:spPr>
      </p:pic>
      <p:pic>
        <p:nvPicPr>
          <p:cNvPr id="232" name="图形 231"/>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094556" y="3039917"/>
            <a:ext cx="698726" cy="698726"/>
          </a:xfrm>
          <a:prstGeom prst="rect">
            <a:avLst/>
          </a:prstGeom>
        </p:spPr>
      </p:pic>
      <p:cxnSp>
        <p:nvCxnSpPr>
          <p:cNvPr id="233" name="直接箭头连接符 232"/>
          <p:cNvCxnSpPr/>
          <p:nvPr/>
        </p:nvCxnSpPr>
        <p:spPr bwMode="auto">
          <a:xfrm flipV="1">
            <a:off x="1051425" y="2123138"/>
            <a:ext cx="884237" cy="701404"/>
          </a:xfrm>
          <a:prstGeom prst="straightConnector1">
            <a:avLst/>
          </a:prstGeom>
          <a:noFill/>
          <a:ln w="25400" cap="flat" cmpd="sng" algn="ctr">
            <a:solidFill>
              <a:srgbClr val="FF0000"/>
            </a:solidFill>
            <a:prstDash val="solid"/>
            <a:round/>
            <a:headEnd type="none" w="med" len="med"/>
            <a:tailEnd type="triangle"/>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34" name="直接箭头连接符 233"/>
          <p:cNvCxnSpPr/>
          <p:nvPr/>
        </p:nvCxnSpPr>
        <p:spPr bwMode="auto">
          <a:xfrm>
            <a:off x="831862" y="3703289"/>
            <a:ext cx="270020" cy="327343"/>
          </a:xfrm>
          <a:prstGeom prst="straightConnector1">
            <a:avLst/>
          </a:prstGeom>
          <a:noFill/>
          <a:ln w="25400" cap="flat" cmpd="sng" algn="ctr">
            <a:solidFill>
              <a:srgbClr val="FF0000"/>
            </a:solidFill>
            <a:prstDash val="solid"/>
            <a:round/>
            <a:headEnd type="none" w="med" len="med"/>
            <a:tailEnd type="triangle"/>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35" name="直接箭头连接符 234"/>
          <p:cNvCxnSpPr/>
          <p:nvPr/>
        </p:nvCxnSpPr>
        <p:spPr bwMode="auto">
          <a:xfrm flipV="1">
            <a:off x="1187795" y="3174777"/>
            <a:ext cx="907401" cy="15601"/>
          </a:xfrm>
          <a:prstGeom prst="straightConnector1">
            <a:avLst/>
          </a:prstGeom>
          <a:noFill/>
          <a:ln w="25400" cap="flat" cmpd="sng" algn="ctr">
            <a:solidFill>
              <a:srgbClr val="FF0000"/>
            </a:solidFill>
            <a:prstDash val="solid"/>
            <a:round/>
            <a:headEnd type="none" w="med" len="med"/>
            <a:tailEnd type="triangle"/>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36" name="椭圆 235"/>
          <p:cNvSpPr/>
          <p:nvPr/>
        </p:nvSpPr>
        <p:spPr bwMode="auto">
          <a:xfrm>
            <a:off x="1369837" y="1962561"/>
            <a:ext cx="364202" cy="361061"/>
          </a:xfrm>
          <a:prstGeom prst="ellipse">
            <a:avLst/>
          </a:prstGeom>
          <a:noFill/>
          <a:ln w="9525" cap="flat" cmpd="sng" algn="ctr">
            <a:solidFill>
              <a:srgbClr val="FF0000"/>
            </a:solidFill>
            <a:prstDash val="sysDot"/>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rot="0" spcFirstLastPara="0" vertOverflow="overflow" horzOverflow="overflow" vert="horz" wrap="square" lIns="91440" tIns="45720" rIns="91440" bIns="45720" numCol="1" spcCol="0" rtlCol="0" fromWordArt="0" anchor="ctr" anchorCtr="0" forceAA="0" compatLnSpc="1">
            <a:noAutofit/>
          </a:bodyPr>
          <a:lstStyle/>
          <a:p>
            <a:pPr algn="ctr" eaLnBrk="1" hangingPunct="1"/>
            <a:r>
              <a:rPr lang="en-US" altLang="zh-CN" dirty="0">
                <a:solidFill>
                  <a:srgbClr val="FF0000"/>
                </a:solidFill>
                <a:latin typeface="微软雅黑 Light" panose="020B0502040204020203" pitchFamily="34" charset="-122"/>
                <a:ea typeface="微软雅黑 Light" panose="020B0502040204020203" pitchFamily="34" charset="-122"/>
              </a:rPr>
              <a:t>1</a:t>
            </a:r>
            <a:endParaRPr lang="zh-CN" altLang="en-US" dirty="0">
              <a:solidFill>
                <a:srgbClr val="FF0000"/>
              </a:solidFill>
              <a:latin typeface="微软雅黑 Light" panose="020B0502040204020203" pitchFamily="34" charset="-122"/>
              <a:ea typeface="微软雅黑 Light" panose="020B0502040204020203" pitchFamily="34" charset="-122"/>
            </a:endParaRPr>
          </a:p>
        </p:txBody>
      </p:sp>
      <p:sp>
        <p:nvSpPr>
          <p:cNvPr id="237" name="椭圆 236"/>
          <p:cNvSpPr/>
          <p:nvPr/>
        </p:nvSpPr>
        <p:spPr bwMode="auto">
          <a:xfrm>
            <a:off x="1658888" y="2795344"/>
            <a:ext cx="364202" cy="361061"/>
          </a:xfrm>
          <a:prstGeom prst="ellipse">
            <a:avLst/>
          </a:prstGeom>
          <a:noFill/>
          <a:ln w="9525" cap="flat" cmpd="sng" algn="ctr">
            <a:solidFill>
              <a:srgbClr val="FF0000"/>
            </a:solidFill>
            <a:prstDash val="sysDot"/>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ctr" anchorCtr="0" compatLnSpc="1"/>
          <a:lstStyle/>
          <a:p>
            <a:pPr marL="0" marR="0" indent="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dirty="0">
                <a:ln>
                  <a:noFill/>
                </a:ln>
                <a:solidFill>
                  <a:srgbClr val="FF0000"/>
                </a:solidFill>
                <a:effectLst/>
                <a:latin typeface="微软雅黑 Light" panose="020B0502040204020203" pitchFamily="34" charset="-122"/>
                <a:ea typeface="微软雅黑 Light" panose="020B0502040204020203" pitchFamily="34" charset="-122"/>
              </a:rPr>
              <a:t>3</a:t>
            </a:r>
            <a:endParaRPr kumimoji="0" lang="zh-CN" altLang="en-US" sz="2000" b="0" i="0" u="none" strike="noStrike" cap="none" normalizeH="0" baseline="0" dirty="0">
              <a:ln>
                <a:noFill/>
              </a:ln>
              <a:solidFill>
                <a:srgbClr val="FF0000"/>
              </a:solidFill>
              <a:effectLst/>
              <a:latin typeface="微软雅黑 Light" panose="020B0502040204020203" pitchFamily="34" charset="-122"/>
              <a:ea typeface="微软雅黑 Light" panose="020B0502040204020203" pitchFamily="34" charset="-122"/>
            </a:endParaRPr>
          </a:p>
        </p:txBody>
      </p:sp>
      <p:sp>
        <p:nvSpPr>
          <p:cNvPr id="238" name="椭圆 237"/>
          <p:cNvSpPr/>
          <p:nvPr/>
        </p:nvSpPr>
        <p:spPr bwMode="auto">
          <a:xfrm>
            <a:off x="578397" y="3853276"/>
            <a:ext cx="364202" cy="361061"/>
          </a:xfrm>
          <a:prstGeom prst="ellipse">
            <a:avLst/>
          </a:prstGeom>
          <a:noFill/>
          <a:ln w="9525" cap="flat" cmpd="sng" algn="ctr">
            <a:solidFill>
              <a:srgbClr val="FF0000"/>
            </a:solidFill>
            <a:prstDash val="sysDot"/>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ctr" anchorCtr="0" compatLnSpc="1"/>
          <a:lstStyle/>
          <a:p>
            <a:pPr marL="0" marR="0" indent="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dirty="0">
                <a:ln>
                  <a:noFill/>
                </a:ln>
                <a:solidFill>
                  <a:srgbClr val="FF0000"/>
                </a:solidFill>
                <a:effectLst/>
                <a:latin typeface="微软雅黑 Light" panose="020B0502040204020203" pitchFamily="34" charset="-122"/>
                <a:ea typeface="微软雅黑 Light" panose="020B0502040204020203" pitchFamily="34" charset="-122"/>
              </a:rPr>
              <a:t>2</a:t>
            </a:r>
            <a:endParaRPr kumimoji="0" lang="zh-CN" altLang="en-US" sz="2000" b="0" i="0" u="none" strike="noStrike" cap="none" normalizeH="0" baseline="0" dirty="0">
              <a:ln>
                <a:noFill/>
              </a:ln>
              <a:solidFill>
                <a:srgbClr val="FF0000"/>
              </a:solidFill>
              <a:effectLst/>
              <a:latin typeface="微软雅黑 Light" panose="020B0502040204020203" pitchFamily="34" charset="-122"/>
              <a:ea typeface="微软雅黑 Light" panose="020B0502040204020203" pitchFamily="34" charset="-122"/>
            </a:endParaRPr>
          </a:p>
        </p:txBody>
      </p:sp>
      <p:cxnSp>
        <p:nvCxnSpPr>
          <p:cNvPr id="239" name="直接箭头连接符 238"/>
          <p:cNvCxnSpPr/>
          <p:nvPr/>
        </p:nvCxnSpPr>
        <p:spPr bwMode="auto">
          <a:xfrm>
            <a:off x="3029692" y="1691972"/>
            <a:ext cx="986709" cy="0"/>
          </a:xfrm>
          <a:prstGeom prst="straightConnector1">
            <a:avLst/>
          </a:prstGeom>
          <a:noFill/>
          <a:ln w="25400" cap="flat" cmpd="sng" algn="ctr">
            <a:solidFill>
              <a:srgbClr val="FF0000"/>
            </a:solidFill>
            <a:prstDash val="solid"/>
            <a:round/>
            <a:headEnd type="none" w="med" len="med"/>
            <a:tailEnd type="triangle"/>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41" name="直接箭头连接符 240"/>
          <p:cNvCxnSpPr/>
          <p:nvPr/>
        </p:nvCxnSpPr>
        <p:spPr bwMode="auto">
          <a:xfrm>
            <a:off x="4847151" y="1732525"/>
            <a:ext cx="986709" cy="0"/>
          </a:xfrm>
          <a:prstGeom prst="straightConnector1">
            <a:avLst/>
          </a:prstGeom>
          <a:noFill/>
          <a:ln w="25400" cap="flat" cmpd="sng" algn="ctr">
            <a:solidFill>
              <a:srgbClr val="FF0000"/>
            </a:solidFill>
            <a:prstDash val="solid"/>
            <a:round/>
            <a:headEnd type="none" w="med" len="med"/>
            <a:tailEnd type="triangle"/>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42" name="椭圆 241"/>
          <p:cNvSpPr/>
          <p:nvPr/>
        </p:nvSpPr>
        <p:spPr bwMode="auto">
          <a:xfrm>
            <a:off x="5405649" y="1266594"/>
            <a:ext cx="364202" cy="361061"/>
          </a:xfrm>
          <a:prstGeom prst="ellipse">
            <a:avLst/>
          </a:prstGeom>
          <a:noFill/>
          <a:ln w="9525" cap="flat" cmpd="sng" algn="ctr">
            <a:solidFill>
              <a:srgbClr val="FF0000"/>
            </a:solidFill>
            <a:prstDash val="sysDot"/>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rot="0" spcFirstLastPara="0" vertOverflow="overflow" horzOverflow="overflow" vert="horz" wrap="square" lIns="91440" tIns="45720" rIns="91440" bIns="45720" numCol="1" spcCol="0" rtlCol="0" fromWordArt="0" anchor="ctr" anchorCtr="0" forceAA="0" compatLnSpc="1">
            <a:noAutofit/>
          </a:bodyPr>
          <a:lstStyle/>
          <a:p>
            <a:pPr algn="ctr" eaLnBrk="1" hangingPunct="1"/>
            <a:r>
              <a:rPr lang="en-US" altLang="zh-CN" dirty="0">
                <a:solidFill>
                  <a:srgbClr val="FF0000"/>
                </a:solidFill>
                <a:latin typeface="微软雅黑 Light" panose="020B0502040204020203" pitchFamily="34" charset="-122"/>
                <a:ea typeface="微软雅黑 Light" panose="020B0502040204020203" pitchFamily="34" charset="-122"/>
              </a:rPr>
              <a:t>3</a:t>
            </a:r>
            <a:endParaRPr lang="zh-CN" altLang="en-US" dirty="0">
              <a:solidFill>
                <a:srgbClr val="FF0000"/>
              </a:solidFill>
              <a:latin typeface="微软雅黑 Light" panose="020B0502040204020203" pitchFamily="34" charset="-122"/>
              <a:ea typeface="微软雅黑 Light" panose="020B0502040204020203" pitchFamily="34" charset="-122"/>
            </a:endParaRPr>
          </a:p>
        </p:txBody>
      </p:sp>
      <p:cxnSp>
        <p:nvCxnSpPr>
          <p:cNvPr id="243" name="直接箭头连接符 242"/>
          <p:cNvCxnSpPr/>
          <p:nvPr/>
        </p:nvCxnSpPr>
        <p:spPr bwMode="auto">
          <a:xfrm>
            <a:off x="1549308" y="4756118"/>
            <a:ext cx="720179" cy="608176"/>
          </a:xfrm>
          <a:prstGeom prst="straightConnector1">
            <a:avLst/>
          </a:prstGeom>
          <a:noFill/>
          <a:ln w="25400" cap="flat" cmpd="sng" algn="ctr">
            <a:solidFill>
              <a:srgbClr val="FF0000"/>
            </a:solidFill>
            <a:prstDash val="solid"/>
            <a:round/>
            <a:headEnd type="none" w="med" len="med"/>
            <a:tailEnd type="triangle"/>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45" name="直接箭头连接符 244"/>
          <p:cNvCxnSpPr/>
          <p:nvPr/>
        </p:nvCxnSpPr>
        <p:spPr bwMode="auto">
          <a:xfrm>
            <a:off x="3011567" y="5491132"/>
            <a:ext cx="697784" cy="0"/>
          </a:xfrm>
          <a:prstGeom prst="straightConnector1">
            <a:avLst/>
          </a:prstGeom>
          <a:noFill/>
          <a:ln w="25400" cap="flat" cmpd="sng" algn="ctr">
            <a:solidFill>
              <a:srgbClr val="FF0000"/>
            </a:solidFill>
            <a:prstDash val="solid"/>
            <a:round/>
            <a:headEnd type="none" w="med" len="med"/>
            <a:tailEnd type="triangle"/>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46" name="椭圆 245"/>
          <p:cNvSpPr/>
          <p:nvPr/>
        </p:nvSpPr>
        <p:spPr bwMode="auto">
          <a:xfrm>
            <a:off x="3187996" y="5525843"/>
            <a:ext cx="364202" cy="361061"/>
          </a:xfrm>
          <a:prstGeom prst="ellipse">
            <a:avLst/>
          </a:prstGeom>
          <a:noFill/>
          <a:ln w="9525" cap="flat" cmpd="sng" algn="ctr">
            <a:solidFill>
              <a:srgbClr val="FF0000"/>
            </a:solidFill>
            <a:prstDash val="sysDot"/>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ctr" anchorCtr="0" compatLnSpc="1"/>
          <a:lstStyle/>
          <a:p>
            <a:pPr marL="0" marR="0" indent="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dirty="0">
                <a:ln>
                  <a:noFill/>
                </a:ln>
                <a:solidFill>
                  <a:srgbClr val="FF0000"/>
                </a:solidFill>
                <a:effectLst/>
                <a:latin typeface="微软雅黑 Light" panose="020B0502040204020203" pitchFamily="34" charset="-122"/>
                <a:ea typeface="微软雅黑 Light" panose="020B0502040204020203" pitchFamily="34" charset="-122"/>
              </a:rPr>
              <a:t>4</a:t>
            </a:r>
            <a:endParaRPr kumimoji="0" lang="zh-CN" altLang="en-US" sz="2000" b="0" i="0" u="none" strike="noStrike" cap="none" normalizeH="0" baseline="0" dirty="0">
              <a:ln>
                <a:noFill/>
              </a:ln>
              <a:solidFill>
                <a:srgbClr val="FF0000"/>
              </a:solidFill>
              <a:effectLst/>
              <a:latin typeface="微软雅黑 Light" panose="020B0502040204020203" pitchFamily="34" charset="-122"/>
              <a:ea typeface="微软雅黑 Light" panose="020B0502040204020203" pitchFamily="34" charset="-122"/>
            </a:endParaRPr>
          </a:p>
        </p:txBody>
      </p:sp>
      <p:cxnSp>
        <p:nvCxnSpPr>
          <p:cNvPr id="247" name="直接箭头连接符 246"/>
          <p:cNvCxnSpPr/>
          <p:nvPr/>
        </p:nvCxnSpPr>
        <p:spPr bwMode="auto">
          <a:xfrm>
            <a:off x="7054928" y="2123138"/>
            <a:ext cx="903092" cy="617499"/>
          </a:xfrm>
          <a:prstGeom prst="straightConnector1">
            <a:avLst/>
          </a:prstGeom>
          <a:noFill/>
          <a:ln w="25400" cap="flat" cmpd="sng" algn="ctr">
            <a:solidFill>
              <a:srgbClr val="FF0000"/>
            </a:solidFill>
            <a:prstDash val="solid"/>
            <a:round/>
            <a:headEnd type="none" w="med" len="med"/>
            <a:tailEnd type="triangle"/>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49" name="直接箭头连接符 248"/>
          <p:cNvCxnSpPr/>
          <p:nvPr/>
        </p:nvCxnSpPr>
        <p:spPr bwMode="auto">
          <a:xfrm flipH="1">
            <a:off x="7922622" y="3596838"/>
            <a:ext cx="271422" cy="674596"/>
          </a:xfrm>
          <a:prstGeom prst="straightConnector1">
            <a:avLst/>
          </a:prstGeom>
          <a:noFill/>
          <a:ln w="25400" cap="flat" cmpd="sng" algn="ctr">
            <a:solidFill>
              <a:srgbClr val="FF0000"/>
            </a:solidFill>
            <a:prstDash val="solid"/>
            <a:round/>
            <a:headEnd type="none" w="med" len="med"/>
            <a:tailEnd type="triangle"/>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50" name="椭圆 249"/>
          <p:cNvSpPr/>
          <p:nvPr/>
        </p:nvSpPr>
        <p:spPr bwMode="auto">
          <a:xfrm>
            <a:off x="8129245" y="3927889"/>
            <a:ext cx="364202" cy="361061"/>
          </a:xfrm>
          <a:prstGeom prst="ellipse">
            <a:avLst/>
          </a:prstGeom>
          <a:noFill/>
          <a:ln w="9525" cap="flat" cmpd="sng" algn="ctr">
            <a:solidFill>
              <a:srgbClr val="FF0000"/>
            </a:solidFill>
            <a:prstDash val="sysDot"/>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rot="0" spcFirstLastPara="0" vertOverflow="overflow" horzOverflow="overflow" vert="horz" wrap="square" lIns="91440" tIns="45720" rIns="91440" bIns="45720" numCol="1" spcCol="0" rtlCol="0" fromWordArt="0" anchor="ctr" anchorCtr="0" forceAA="0" compatLnSpc="1">
            <a:noAutofit/>
          </a:bodyPr>
          <a:lstStyle/>
          <a:p>
            <a:pPr algn="ctr" eaLnBrk="1" hangingPunct="1"/>
            <a:r>
              <a:rPr lang="en-US" altLang="zh-CN" dirty="0">
                <a:solidFill>
                  <a:srgbClr val="FF0000"/>
                </a:solidFill>
                <a:latin typeface="微软雅黑 Light" panose="020B0502040204020203" pitchFamily="34" charset="-122"/>
                <a:ea typeface="微软雅黑 Light" panose="020B0502040204020203" pitchFamily="34" charset="-122"/>
              </a:rPr>
              <a:t>5</a:t>
            </a:r>
            <a:endParaRPr lang="zh-CN" altLang="en-US" dirty="0">
              <a:solidFill>
                <a:srgbClr val="FF0000"/>
              </a:solidFill>
              <a:latin typeface="微软雅黑 Light" panose="020B0502040204020203" pitchFamily="34" charset="-122"/>
              <a:ea typeface="微软雅黑 Light" panose="020B0502040204020203" pitchFamily="34" charset="-122"/>
            </a:endParaRPr>
          </a:p>
        </p:txBody>
      </p:sp>
      <p:cxnSp>
        <p:nvCxnSpPr>
          <p:cNvPr id="251" name="直接箭头连接符 250"/>
          <p:cNvCxnSpPr/>
          <p:nvPr/>
        </p:nvCxnSpPr>
        <p:spPr bwMode="auto">
          <a:xfrm>
            <a:off x="3226961" y="3152963"/>
            <a:ext cx="876711" cy="9553"/>
          </a:xfrm>
          <a:prstGeom prst="straightConnector1">
            <a:avLst/>
          </a:prstGeom>
          <a:noFill/>
          <a:ln w="25400" cap="flat" cmpd="sng" algn="ctr">
            <a:solidFill>
              <a:srgbClr val="FF0000"/>
            </a:solidFill>
            <a:prstDash val="solid"/>
            <a:round/>
            <a:headEnd type="none" w="med" len="med"/>
            <a:tailEnd type="triangle"/>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53" name="直接箭头连接符 252"/>
          <p:cNvCxnSpPr/>
          <p:nvPr/>
        </p:nvCxnSpPr>
        <p:spPr bwMode="auto">
          <a:xfrm>
            <a:off x="4809904" y="3170286"/>
            <a:ext cx="636728" cy="0"/>
          </a:xfrm>
          <a:prstGeom prst="straightConnector1">
            <a:avLst/>
          </a:prstGeom>
          <a:noFill/>
          <a:ln w="25400" cap="flat" cmpd="sng" algn="ctr">
            <a:solidFill>
              <a:srgbClr val="FF0000"/>
            </a:solidFill>
            <a:prstDash val="solid"/>
            <a:round/>
            <a:headEnd type="none" w="med" len="med"/>
            <a:tailEnd type="triangle"/>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54" name="椭圆 253"/>
          <p:cNvSpPr/>
          <p:nvPr/>
        </p:nvSpPr>
        <p:spPr bwMode="auto">
          <a:xfrm>
            <a:off x="5034152" y="2732193"/>
            <a:ext cx="364202" cy="361061"/>
          </a:xfrm>
          <a:prstGeom prst="ellipse">
            <a:avLst/>
          </a:prstGeom>
          <a:noFill/>
          <a:ln w="9525" cap="flat" cmpd="sng" algn="ctr">
            <a:solidFill>
              <a:srgbClr val="FF0000"/>
            </a:solidFill>
            <a:prstDash val="sysDot"/>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ctr" anchorCtr="0" compatLnSpc="1"/>
          <a:lstStyle/>
          <a:p>
            <a:pPr marL="0" marR="0" indent="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dirty="0">
                <a:ln>
                  <a:noFill/>
                </a:ln>
                <a:solidFill>
                  <a:srgbClr val="FF0000"/>
                </a:solidFill>
                <a:effectLst/>
                <a:latin typeface="微软雅黑 Light" panose="020B0502040204020203" pitchFamily="34" charset="-122"/>
                <a:ea typeface="微软雅黑 Light" panose="020B0502040204020203" pitchFamily="34" charset="-122"/>
              </a:rPr>
              <a:t>6</a:t>
            </a:r>
            <a:endParaRPr kumimoji="0" lang="zh-CN" altLang="en-US" sz="2000" b="0" i="0" u="none" strike="noStrike" cap="none" normalizeH="0" baseline="0" dirty="0">
              <a:ln>
                <a:noFill/>
              </a:ln>
              <a:solidFill>
                <a:srgbClr val="FF0000"/>
              </a:solidFill>
              <a:effectLst/>
              <a:latin typeface="微软雅黑 Light" panose="020B0502040204020203" pitchFamily="34" charset="-122"/>
              <a:ea typeface="微软雅黑 Light" panose="020B0502040204020203" pitchFamily="34" charset="-122"/>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3458" name="Rectangle 2"/>
          <p:cNvSpPr>
            <a:spLocks noGrp="1" noChangeArrowheads="1"/>
          </p:cNvSpPr>
          <p:nvPr>
            <p:ph type="title"/>
          </p:nvPr>
        </p:nvSpPr>
        <p:spPr/>
        <p:txBody>
          <a:bodyPr/>
          <a:lstStyle/>
          <a:p>
            <a:r>
              <a:rPr lang="zh-CN" altLang="en-US" dirty="0"/>
              <a:t>算法比较</a:t>
            </a:r>
            <a:endParaRPr lang="zh-CN" altLang="en-US" dirty="0"/>
          </a:p>
        </p:txBody>
      </p:sp>
      <p:sp>
        <p:nvSpPr>
          <p:cNvPr id="403459" name="Rectangle 3"/>
          <p:cNvSpPr>
            <a:spLocks noGrp="1" noChangeArrowheads="1"/>
          </p:cNvSpPr>
          <p:nvPr>
            <p:ph idx="1"/>
          </p:nvPr>
        </p:nvSpPr>
        <p:spPr>
          <a:xfrm>
            <a:off x="695402" y="1633262"/>
            <a:ext cx="4896544" cy="4131761"/>
          </a:xfrm>
          <a:noFill/>
        </p:spPr>
        <p:txBody>
          <a:bodyPr>
            <a:normAutofit/>
          </a:bodyPr>
          <a:lstStyle/>
          <a:p>
            <a:r>
              <a:rPr lang="zh-CN" altLang="en-US" sz="2000" dirty="0"/>
              <a:t>每个路由器周期性的将自己关于整个网络的信息发送给它的邻居 </a:t>
            </a:r>
            <a:endParaRPr lang="zh-CN" altLang="en-US" sz="2000" dirty="0"/>
          </a:p>
          <a:p>
            <a:pPr lvl="1"/>
            <a:r>
              <a:rPr lang="zh-CN" altLang="en-US" sz="2000" dirty="0"/>
              <a:t>每个路由器保存关于整个网络的信息 </a:t>
            </a:r>
            <a:endParaRPr lang="zh-CN" altLang="en-US" sz="2000" dirty="0"/>
          </a:p>
          <a:p>
            <a:pPr lvl="1"/>
            <a:r>
              <a:rPr lang="zh-CN" altLang="en-US" sz="2000" dirty="0"/>
              <a:t>仅仅和邻居交换网络信息 </a:t>
            </a:r>
            <a:endParaRPr lang="zh-CN" altLang="en-US" sz="2000" dirty="0"/>
          </a:p>
          <a:p>
            <a:pPr lvl="1"/>
            <a:r>
              <a:rPr lang="zh-CN" altLang="en-US" sz="2000" dirty="0"/>
              <a:t>信息的交换是通过有规律的时间间隔来进行</a:t>
            </a:r>
            <a:r>
              <a:rPr lang="en-US" altLang="zh-CN" sz="2000" dirty="0"/>
              <a:t>(</a:t>
            </a:r>
            <a:r>
              <a:rPr lang="zh-CN" altLang="en-US" sz="2000" dirty="0"/>
              <a:t>例如每隔</a:t>
            </a:r>
            <a:r>
              <a:rPr lang="en-US" altLang="zh-CN" sz="2000" dirty="0"/>
              <a:t>30</a:t>
            </a:r>
            <a:r>
              <a:rPr lang="zh-CN" altLang="en-US" sz="2000" dirty="0"/>
              <a:t>秒发一次</a:t>
            </a:r>
            <a:r>
              <a:rPr lang="en-US" altLang="zh-CN" sz="2000" dirty="0"/>
              <a:t>)</a:t>
            </a:r>
            <a:r>
              <a:rPr lang="zh-CN" altLang="en-US" sz="2000" dirty="0"/>
              <a:t>，无论网络状态是否发生变化</a:t>
            </a:r>
            <a:endParaRPr lang="zh-CN" altLang="en-US" sz="2000" dirty="0"/>
          </a:p>
        </p:txBody>
      </p:sp>
      <p:sp>
        <p:nvSpPr>
          <p:cNvPr id="6" name="灯片编号占位符 5"/>
          <p:cNvSpPr>
            <a:spLocks noGrp="1"/>
          </p:cNvSpPr>
          <p:nvPr>
            <p:ph type="sldNum" sz="quarter" idx="12"/>
          </p:nvPr>
        </p:nvSpPr>
        <p:spPr/>
        <p:txBody>
          <a:bodyPr/>
          <a:lstStyle/>
          <a:p>
            <a:fld id="{A3C9A34E-E6AB-4FF0-A296-519BCC5E0459}" type="slidenum">
              <a:rPr lang="en-US" altLang="zh-CN"/>
            </a:fld>
            <a:endParaRPr lang="en-US" altLang="zh-CN"/>
          </a:p>
        </p:txBody>
      </p:sp>
      <p:sp>
        <p:nvSpPr>
          <p:cNvPr id="5" name="Rectangle 3"/>
          <p:cNvSpPr txBox="1">
            <a:spLocks noChangeArrowheads="1"/>
          </p:cNvSpPr>
          <p:nvPr/>
        </p:nvSpPr>
        <p:spPr bwMode="auto">
          <a:xfrm>
            <a:off x="6600057" y="1589392"/>
            <a:ext cx="4896542" cy="4131762"/>
          </a:xfrm>
          <a:prstGeom prst="rect">
            <a:avLst/>
          </a:prstGeom>
          <a:noFill/>
          <a:ln>
            <a:noFill/>
          </a:ln>
          <a:effectLst/>
        </p:spPr>
        <p:txBody>
          <a:bodyPr vert="horz" wrap="square" lIns="91440" tIns="45720" rIns="91440" bIns="45720" numCol="1" anchor="t" anchorCtr="0" compatLnSpc="1">
            <a:normAutofit/>
          </a:bodyPr>
          <a:lstStyle>
            <a:lvl1pPr marL="342900" indent="-342900" eaLnBrk="1" hangingPunct="1">
              <a:spcBef>
                <a:spcPct val="20000"/>
              </a:spcBef>
              <a:buClr>
                <a:srgbClr val="C80000"/>
              </a:buClr>
              <a:buSzPct val="80000"/>
              <a:buFont typeface="Wingdings" panose="05000000000000000000" pitchFamily="2" charset="2"/>
              <a:buChar char="n"/>
              <a:defRPr sz="2400">
                <a:latin typeface="微软雅黑 Light" panose="020B0502040204020203" pitchFamily="34" charset="-122"/>
                <a:ea typeface="微软雅黑 Light" panose="020B0502040204020203" pitchFamily="34" charset="-122"/>
                <a:cs typeface="Times New Roman" panose="02020603050405020304" pitchFamily="18" charset="0"/>
              </a:defRPr>
            </a:lvl1pPr>
            <a:lvl2pPr marL="742950" lvl="1" indent="-285750" eaLnBrk="1" hangingPunct="1">
              <a:spcBef>
                <a:spcPct val="20000"/>
              </a:spcBef>
              <a:buClr>
                <a:srgbClr val="00C800"/>
              </a:buClr>
              <a:buSzPct val="80000"/>
              <a:buFont typeface="Wingdings" panose="05000000000000000000" pitchFamily="2" charset="2"/>
              <a:buChar char="n"/>
              <a:defRPr>
                <a:latin typeface="微软雅黑 Light" panose="020B0502040204020203" pitchFamily="34" charset="-122"/>
                <a:ea typeface="微软雅黑 Light" panose="020B0502040204020203" pitchFamily="34" charset="-122"/>
                <a:cs typeface="Times New Roman" panose="02020603050405020304" pitchFamily="18" charset="0"/>
              </a:defRPr>
            </a:lvl2pPr>
            <a:lvl3pPr marL="1143000" indent="-228600" eaLnBrk="1" hangingPunct="1">
              <a:spcBef>
                <a:spcPct val="20000"/>
              </a:spcBef>
              <a:buClr>
                <a:srgbClr val="0000C8"/>
              </a:buClr>
              <a:buSzPct val="80000"/>
              <a:buFont typeface="Wingdings" panose="05000000000000000000" pitchFamily="2" charset="2"/>
              <a:buChar char="n"/>
              <a:defRPr>
                <a:latin typeface="微软雅黑 Light" panose="020B0502040204020203" pitchFamily="34" charset="-122"/>
                <a:ea typeface="微软雅黑 Light" panose="020B0502040204020203" pitchFamily="34" charset="-122"/>
                <a:cs typeface="Times New Roman" panose="02020603050405020304" pitchFamily="18" charset="0"/>
              </a:defRPr>
            </a:lvl3pPr>
            <a:lvl4pPr marL="1600200" indent="-228600" eaLnBrk="1" hangingPunct="1">
              <a:spcBef>
                <a:spcPct val="20000"/>
              </a:spcBef>
              <a:buClr>
                <a:srgbClr val="FF7F00"/>
              </a:buClr>
              <a:buSzPct val="80000"/>
              <a:buFont typeface="Wingdings" panose="05000000000000000000" pitchFamily="2" charset="2"/>
              <a:buChar char="u"/>
              <a:defRPr sz="1800">
                <a:latin typeface="微软雅黑 Light" panose="020B0502040204020203" pitchFamily="34" charset="-122"/>
                <a:ea typeface="微软雅黑 Light" panose="020B0502040204020203" pitchFamily="34" charset="-122"/>
                <a:cs typeface="Times New Roman" panose="02020603050405020304" pitchFamily="18" charset="0"/>
              </a:defRPr>
            </a:lvl4pPr>
            <a:lvl5pPr marL="2057400" indent="-228600" eaLnBrk="1" hangingPunct="1">
              <a:spcBef>
                <a:spcPct val="20000"/>
              </a:spcBef>
              <a:buSzPct val="80000"/>
              <a:buFont typeface="Wingdings" panose="05000000000000000000" pitchFamily="2" charset="2"/>
              <a:buChar char="Ø"/>
              <a:defRPr sz="1800">
                <a:latin typeface="微软雅黑 Light" panose="020B0502040204020203" pitchFamily="34" charset="-122"/>
                <a:ea typeface="微软雅黑 Light" panose="020B0502040204020203" pitchFamily="34" charset="-122"/>
                <a:cs typeface="Times New Roman" panose="02020603050405020304" pitchFamily="18" charset="0"/>
              </a:defRPr>
            </a:lvl5pPr>
            <a:lvl6pPr marL="2514600" indent="-228600" fontAlgn="base">
              <a:spcBef>
                <a:spcPct val="20000"/>
              </a:spcBef>
              <a:spcAft>
                <a:spcPct val="0"/>
              </a:spcAft>
              <a:buSzPct val="80000"/>
              <a:buFont typeface="Wingdings" panose="05000000000000000000" pitchFamily="2" charset="2"/>
              <a:buChar char="Ø"/>
              <a:defRPr>
                <a:latin typeface="+mn-lt"/>
                <a:ea typeface="+mn-ea"/>
              </a:defRPr>
            </a:lvl6pPr>
            <a:lvl7pPr marL="2971800" indent="-228600" fontAlgn="base">
              <a:spcBef>
                <a:spcPct val="20000"/>
              </a:spcBef>
              <a:spcAft>
                <a:spcPct val="0"/>
              </a:spcAft>
              <a:buSzPct val="80000"/>
              <a:buFont typeface="Wingdings" panose="05000000000000000000" pitchFamily="2" charset="2"/>
              <a:buChar char="Ø"/>
              <a:defRPr>
                <a:latin typeface="+mn-lt"/>
                <a:ea typeface="+mn-ea"/>
              </a:defRPr>
            </a:lvl7pPr>
            <a:lvl8pPr marL="3429000" indent="-228600" fontAlgn="base">
              <a:spcBef>
                <a:spcPct val="20000"/>
              </a:spcBef>
              <a:spcAft>
                <a:spcPct val="0"/>
              </a:spcAft>
              <a:buSzPct val="80000"/>
              <a:buFont typeface="Wingdings" panose="05000000000000000000" pitchFamily="2" charset="2"/>
              <a:buChar char="Ø"/>
              <a:defRPr>
                <a:latin typeface="+mn-lt"/>
                <a:ea typeface="+mn-ea"/>
              </a:defRPr>
            </a:lvl8pPr>
            <a:lvl9pPr marL="3886200" indent="-228600" fontAlgn="base">
              <a:spcBef>
                <a:spcPct val="20000"/>
              </a:spcBef>
              <a:spcAft>
                <a:spcPct val="0"/>
              </a:spcAft>
              <a:buSzPct val="80000"/>
              <a:buFont typeface="Wingdings" panose="05000000000000000000" pitchFamily="2" charset="2"/>
              <a:buChar char="Ø"/>
              <a:defRPr>
                <a:latin typeface="+mn-lt"/>
                <a:ea typeface="+mn-ea"/>
              </a:defRPr>
            </a:lvl9pPr>
          </a:lstStyle>
          <a:p>
            <a:r>
              <a:rPr lang="zh-CN" altLang="en-US" sz="2000" dirty="0"/>
              <a:t>每个路由器和互连网络中的所有其它路由器共享关于它邻居的信息</a:t>
            </a:r>
            <a:endParaRPr lang="en-US" altLang="zh-CN" sz="2000" dirty="0"/>
          </a:p>
          <a:p>
            <a:pPr lvl="1"/>
            <a:r>
              <a:rPr lang="zh-CN" altLang="en-US" dirty="0"/>
              <a:t>每个链路状态描述路由器本身能直接可达（邻居）的路由器</a:t>
            </a:r>
            <a:r>
              <a:rPr lang="en-US" altLang="zh-CN" dirty="0"/>
              <a:t>/</a:t>
            </a:r>
            <a:r>
              <a:rPr lang="zh-CN" altLang="en-US" dirty="0"/>
              <a:t>路由</a:t>
            </a:r>
            <a:endParaRPr lang="zh-CN" altLang="en-US" dirty="0"/>
          </a:p>
          <a:p>
            <a:pPr lvl="1"/>
            <a:r>
              <a:rPr lang="zh-CN" altLang="en-US" dirty="0"/>
              <a:t>共享关于邻居的信息</a:t>
            </a:r>
            <a:endParaRPr lang="zh-CN" altLang="en-US" dirty="0"/>
          </a:p>
          <a:p>
            <a:pPr lvl="1"/>
            <a:r>
              <a:rPr lang="zh-CN" altLang="en-US" dirty="0"/>
              <a:t>共享的信息发给所有的路由器</a:t>
            </a:r>
            <a:r>
              <a:rPr lang="en-US" altLang="zh-CN" dirty="0"/>
              <a:t>(</a:t>
            </a:r>
            <a:r>
              <a:rPr lang="zh-CN" altLang="en-US" dirty="0"/>
              <a:t>扩散法</a:t>
            </a:r>
            <a:r>
              <a:rPr lang="en-US" altLang="zh-CN" dirty="0"/>
              <a:t>)</a:t>
            </a:r>
            <a:endParaRPr lang="en-US" altLang="zh-CN" dirty="0"/>
          </a:p>
          <a:p>
            <a:pPr lvl="1"/>
            <a:r>
              <a:rPr lang="zh-CN" altLang="en-US" dirty="0"/>
              <a:t>共享信息在有规律的时间间隔内进行</a:t>
            </a:r>
            <a:r>
              <a:rPr lang="en-US" altLang="zh-CN" dirty="0"/>
              <a:t>(</a:t>
            </a:r>
            <a:r>
              <a:rPr lang="zh-CN" altLang="en-US" dirty="0"/>
              <a:t>一般</a:t>
            </a:r>
            <a:r>
              <a:rPr lang="en-US" altLang="zh-CN" dirty="0"/>
              <a:t>30</a:t>
            </a:r>
            <a:r>
              <a:rPr lang="zh-CN" altLang="en-US" dirty="0"/>
              <a:t>分钟</a:t>
            </a:r>
            <a:r>
              <a:rPr lang="en-US" altLang="zh-CN" dirty="0"/>
              <a:t>)</a:t>
            </a:r>
            <a:endParaRPr lang="en-US" altLang="zh-CN" dirty="0"/>
          </a:p>
          <a:p>
            <a:pPr lvl="1"/>
            <a:r>
              <a:rPr lang="zh-CN" altLang="en-US" dirty="0"/>
              <a:t>所有的链路状态组成链路状态数据库</a:t>
            </a:r>
            <a:endParaRPr lang="zh-CN" altLang="en-US" dirty="0"/>
          </a:p>
        </p:txBody>
      </p:sp>
      <p:sp>
        <p:nvSpPr>
          <p:cNvPr id="7" name="任意多边形: 形状 6"/>
          <p:cNvSpPr/>
          <p:nvPr/>
        </p:nvSpPr>
        <p:spPr>
          <a:xfrm>
            <a:off x="695401" y="1092977"/>
            <a:ext cx="4896544" cy="540285"/>
          </a:xfrm>
          <a:custGeom>
            <a:avLst/>
            <a:gdLst>
              <a:gd name="connsiteX0" fmla="*/ 0 w 4331430"/>
              <a:gd name="connsiteY0" fmla="*/ 0 h 540285"/>
              <a:gd name="connsiteX1" fmla="*/ 4331430 w 4331430"/>
              <a:gd name="connsiteY1" fmla="*/ 0 h 540285"/>
              <a:gd name="connsiteX2" fmla="*/ 4331430 w 4331430"/>
              <a:gd name="connsiteY2" fmla="*/ 540285 h 540285"/>
              <a:gd name="connsiteX3" fmla="*/ 0 w 4331430"/>
              <a:gd name="connsiteY3" fmla="*/ 540285 h 540285"/>
              <a:gd name="connsiteX4" fmla="*/ 0 w 4331430"/>
              <a:gd name="connsiteY4" fmla="*/ 0 h 5402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331430" h="540285">
                <a:moveTo>
                  <a:pt x="0" y="0"/>
                </a:moveTo>
                <a:lnTo>
                  <a:pt x="4331430" y="0"/>
                </a:lnTo>
                <a:lnTo>
                  <a:pt x="4331430" y="540285"/>
                </a:lnTo>
                <a:lnTo>
                  <a:pt x="0" y="540285"/>
                </a:lnTo>
                <a:lnTo>
                  <a:pt x="0" y="0"/>
                </a:lnTo>
                <a:close/>
              </a:path>
            </a:pathLst>
          </a:custGeom>
          <a:solidFill>
            <a:schemeClr val="accent1"/>
          </a:solidFill>
          <a:ln>
            <a:noFill/>
          </a:ln>
        </p:spPr>
        <p:style>
          <a:lnRef idx="0">
            <a:scrgbClr r="0" g="0" b="0"/>
          </a:lnRef>
          <a:fillRef idx="0">
            <a:scrgbClr r="0" g="0" b="0"/>
          </a:fillRef>
          <a:effectRef idx="0">
            <a:scrgbClr r="0" g="0" b="0"/>
          </a:effectRef>
          <a:fontRef idx="minor">
            <a:schemeClr val="lt1"/>
          </a:fontRef>
        </p:style>
        <p:txBody>
          <a:bodyPr spcFirstLastPara="0" vert="horz" wrap="square" lIns="113792" tIns="65024" rIns="113792" bIns="65024" numCol="1" spcCol="1270" anchor="ctr" anchorCtr="0">
            <a:noAutofit/>
          </a:bodyPr>
          <a:lstStyle/>
          <a:p>
            <a:pPr marL="0" lvl="0" indent="0" algn="ctr" defTabSz="711200">
              <a:lnSpc>
                <a:spcPct val="120000"/>
              </a:lnSpc>
              <a:spcBef>
                <a:spcPct val="0"/>
              </a:spcBef>
              <a:spcAft>
                <a:spcPts val="0"/>
              </a:spcAft>
              <a:buNone/>
            </a:pPr>
            <a:r>
              <a:rPr lang="zh-CN" altLang="en-US" kern="1200" dirty="0">
                <a:solidFill>
                  <a:schemeClr val="tx1"/>
                </a:solidFill>
                <a:latin typeface="微软雅黑 Light" panose="020B0502040204020203" pitchFamily="34" charset="-122"/>
                <a:ea typeface="微软雅黑 Light" panose="020B0502040204020203" pitchFamily="34" charset="-122"/>
                <a:cs typeface="+mn-ea"/>
                <a:sym typeface="+mn-lt"/>
              </a:rPr>
              <a:t>距离向量路由算法</a:t>
            </a:r>
            <a:endParaRPr lang="zh-CN" altLang="en-US" kern="1200" dirty="0">
              <a:solidFill>
                <a:schemeClr val="tx1"/>
              </a:solidFill>
              <a:latin typeface="微软雅黑 Light" panose="020B0502040204020203" pitchFamily="34" charset="-122"/>
              <a:ea typeface="微软雅黑 Light" panose="020B0502040204020203" pitchFamily="34" charset="-122"/>
              <a:cs typeface="+mn-ea"/>
              <a:sym typeface="+mn-lt"/>
            </a:endParaRPr>
          </a:p>
        </p:txBody>
      </p:sp>
      <p:sp>
        <p:nvSpPr>
          <p:cNvPr id="8" name="任意多边形: 形状 7"/>
          <p:cNvSpPr/>
          <p:nvPr/>
        </p:nvSpPr>
        <p:spPr>
          <a:xfrm>
            <a:off x="6600056" y="1049106"/>
            <a:ext cx="4896543" cy="540285"/>
          </a:xfrm>
          <a:custGeom>
            <a:avLst/>
            <a:gdLst>
              <a:gd name="connsiteX0" fmla="*/ 0 w 4331430"/>
              <a:gd name="connsiteY0" fmla="*/ 0 h 540285"/>
              <a:gd name="connsiteX1" fmla="*/ 4331430 w 4331430"/>
              <a:gd name="connsiteY1" fmla="*/ 0 h 540285"/>
              <a:gd name="connsiteX2" fmla="*/ 4331430 w 4331430"/>
              <a:gd name="connsiteY2" fmla="*/ 540285 h 540285"/>
              <a:gd name="connsiteX3" fmla="*/ 0 w 4331430"/>
              <a:gd name="connsiteY3" fmla="*/ 540285 h 540285"/>
              <a:gd name="connsiteX4" fmla="*/ 0 w 4331430"/>
              <a:gd name="connsiteY4" fmla="*/ 0 h 5402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331430" h="540285">
                <a:moveTo>
                  <a:pt x="0" y="0"/>
                </a:moveTo>
                <a:lnTo>
                  <a:pt x="4331430" y="0"/>
                </a:lnTo>
                <a:lnTo>
                  <a:pt x="4331430" y="540285"/>
                </a:lnTo>
                <a:lnTo>
                  <a:pt x="0" y="540285"/>
                </a:lnTo>
                <a:lnTo>
                  <a:pt x="0" y="0"/>
                </a:lnTo>
                <a:close/>
              </a:path>
            </a:pathLst>
          </a:custGeom>
          <a:solidFill>
            <a:schemeClr val="accent1"/>
          </a:solidFill>
          <a:ln>
            <a:noFill/>
          </a:ln>
        </p:spPr>
        <p:style>
          <a:lnRef idx="0">
            <a:scrgbClr r="0" g="0" b="0"/>
          </a:lnRef>
          <a:fillRef idx="0">
            <a:scrgbClr r="0" g="0" b="0"/>
          </a:fillRef>
          <a:effectRef idx="0">
            <a:scrgbClr r="0" g="0" b="0"/>
          </a:effectRef>
          <a:fontRef idx="minor">
            <a:schemeClr val="lt1"/>
          </a:fontRef>
        </p:style>
        <p:txBody>
          <a:bodyPr spcFirstLastPara="0" vert="horz" wrap="square" lIns="113792" tIns="65024" rIns="113792" bIns="65024" numCol="1" spcCol="1270" anchor="ctr" anchorCtr="0">
            <a:noAutofit/>
          </a:bodyPr>
          <a:lstStyle/>
          <a:p>
            <a:pPr marL="0" lvl="0" indent="0" algn="ctr" defTabSz="711200">
              <a:lnSpc>
                <a:spcPct val="120000"/>
              </a:lnSpc>
              <a:spcBef>
                <a:spcPct val="0"/>
              </a:spcBef>
              <a:spcAft>
                <a:spcPts val="0"/>
              </a:spcAft>
              <a:buNone/>
            </a:pPr>
            <a:r>
              <a:rPr lang="zh-CN" altLang="en-US" kern="1200" dirty="0">
                <a:solidFill>
                  <a:schemeClr val="tx1"/>
                </a:solidFill>
                <a:latin typeface="微软雅黑 Light" panose="020B0502040204020203" pitchFamily="34" charset="-122"/>
                <a:ea typeface="微软雅黑 Light" panose="020B0502040204020203" pitchFamily="34" charset="-122"/>
                <a:cs typeface="+mn-ea"/>
                <a:sym typeface="+mn-lt"/>
              </a:rPr>
              <a:t>链路状态路由算法</a:t>
            </a:r>
            <a:endParaRPr lang="zh-CN" altLang="en-US" kern="1200" dirty="0">
              <a:solidFill>
                <a:schemeClr val="tx1"/>
              </a:solidFill>
              <a:latin typeface="微软雅黑 Light" panose="020B0502040204020203" pitchFamily="34" charset="-122"/>
              <a:ea typeface="微软雅黑 Light" panose="020B0502040204020203" pitchFamily="34" charset="-122"/>
              <a:cs typeface="+mn-ea"/>
              <a:sym typeface="+mn-lt"/>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拥塞控制和服务质量</a:t>
            </a:r>
            <a:endParaRPr lang="zh-CN" altLang="en-US" dirty="0"/>
          </a:p>
        </p:txBody>
      </p:sp>
      <p:sp>
        <p:nvSpPr>
          <p:cNvPr id="3" name="内容占位符 2"/>
          <p:cNvSpPr>
            <a:spLocks noGrp="1"/>
          </p:cNvSpPr>
          <p:nvPr>
            <p:ph idx="1"/>
          </p:nvPr>
        </p:nvSpPr>
        <p:spPr>
          <a:xfrm>
            <a:off x="334434" y="1052514"/>
            <a:ext cx="11523133" cy="2384819"/>
          </a:xfrm>
        </p:spPr>
        <p:txBody>
          <a:bodyPr>
            <a:normAutofit lnSpcReduction="10000"/>
          </a:bodyPr>
          <a:lstStyle/>
          <a:p>
            <a:r>
              <a:rPr lang="zh-CN" altLang="en-US" dirty="0"/>
              <a:t>为什么需要</a:t>
            </a:r>
            <a:r>
              <a:rPr lang="en-US" altLang="zh-CN" dirty="0"/>
              <a:t>QoS</a:t>
            </a:r>
            <a:endParaRPr lang="en-US" altLang="zh-CN" dirty="0"/>
          </a:p>
          <a:p>
            <a:r>
              <a:rPr lang="en-US" altLang="zh-CN" dirty="0"/>
              <a:t>QoS</a:t>
            </a:r>
            <a:r>
              <a:rPr lang="zh-CN" altLang="en-US" dirty="0"/>
              <a:t>：</a:t>
            </a:r>
            <a:r>
              <a:rPr lang="en-US" altLang="zh-CN" dirty="0"/>
              <a:t>Quality of Service</a:t>
            </a:r>
            <a:r>
              <a:rPr lang="zh-CN" altLang="en-US" dirty="0"/>
              <a:t>，服务质量</a:t>
            </a:r>
            <a:endParaRPr lang="en-US" altLang="zh-CN" dirty="0"/>
          </a:p>
          <a:p>
            <a:pPr lvl="1"/>
            <a:r>
              <a:rPr lang="zh-CN" altLang="en-US" dirty="0"/>
              <a:t>针对各种业务的不同需求，为其提供端到端的服务质量保证</a:t>
            </a:r>
            <a:endParaRPr lang="zh-CN" altLang="en-US" dirty="0"/>
          </a:p>
          <a:p>
            <a:r>
              <a:rPr lang="en-US" altLang="zh-CN" dirty="0"/>
              <a:t>QoS</a:t>
            </a:r>
            <a:r>
              <a:rPr lang="zh-CN" altLang="en-US" dirty="0"/>
              <a:t>技术在当今的互联网中应用越来越多，其作用越来越重要</a:t>
            </a:r>
            <a:endParaRPr lang="zh-CN" altLang="en-US" dirty="0"/>
          </a:p>
          <a:p>
            <a:r>
              <a:rPr lang="zh-CN" altLang="en-US" dirty="0"/>
              <a:t>无</a:t>
            </a:r>
            <a:r>
              <a:rPr lang="en-US" altLang="zh-CN" dirty="0"/>
              <a:t>QoS</a:t>
            </a:r>
            <a:r>
              <a:rPr lang="zh-CN" altLang="en-US" dirty="0"/>
              <a:t>技术，业务的服务质量就无法保证</a:t>
            </a:r>
            <a:endParaRPr lang="zh-CN" altLang="en-US" dirty="0"/>
          </a:p>
          <a:p>
            <a:endParaRPr lang="zh-CN" altLang="en-US" dirty="0"/>
          </a:p>
        </p:txBody>
      </p:sp>
      <p:sp>
        <p:nvSpPr>
          <p:cNvPr id="4" name="灯片编号占位符 3"/>
          <p:cNvSpPr>
            <a:spLocks noGrp="1"/>
          </p:cNvSpPr>
          <p:nvPr>
            <p:ph type="sldNum" sz="quarter" idx="12"/>
          </p:nvPr>
        </p:nvSpPr>
        <p:spPr/>
        <p:txBody>
          <a:bodyPr/>
          <a:lstStyle/>
          <a:p>
            <a:pPr>
              <a:defRPr/>
            </a:pPr>
            <a:fld id="{816960B2-2B11-492C-B588-5290E1274F96}" type="slidenum">
              <a:rPr lang="en-US" altLang="zh-CN" smtClean="0"/>
            </a:fld>
            <a:endParaRPr lang="en-US" altLang="zh-CN" dirty="0"/>
          </a:p>
        </p:txBody>
      </p:sp>
      <p:pic>
        <p:nvPicPr>
          <p:cNvPr id="5" name="Picture 456" descr="图片147"/>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0441236" y="5268358"/>
            <a:ext cx="539293" cy="650961"/>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1238" descr="图片19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38680" y="5228806"/>
            <a:ext cx="764846" cy="735081"/>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1230" descr="图片18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89084" y="3592985"/>
            <a:ext cx="835195" cy="650961"/>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1230" descr="图片18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171250" y="3592985"/>
            <a:ext cx="835195" cy="650961"/>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692" descr="图片44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371638" y="4381523"/>
            <a:ext cx="756503" cy="598527"/>
          </a:xfrm>
          <a:prstGeom prst="rect">
            <a:avLst/>
          </a:prstGeom>
          <a:noFill/>
          <a:extLst>
            <a:ext uri="{909E8E84-426E-40DD-AFC4-6F175D3DCCD1}">
              <a14:hiddenFill xmlns:a14="http://schemas.microsoft.com/office/drawing/2010/main">
                <a:solidFill>
                  <a:srgbClr val="FFFFFF"/>
                </a:solidFill>
              </a14:hiddenFill>
            </a:ext>
          </a:extLst>
        </p:spPr>
      </p:pic>
      <p:sp>
        <p:nvSpPr>
          <p:cNvPr id="10" name="箭头: 右 9"/>
          <p:cNvSpPr/>
          <p:nvPr/>
        </p:nvSpPr>
        <p:spPr>
          <a:xfrm>
            <a:off x="3722443" y="4354927"/>
            <a:ext cx="646331" cy="725398"/>
          </a:xfrm>
          <a:prstGeom prst="rightArrow">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lnSpc>
                <a:spcPct val="120000"/>
              </a:lnSpc>
            </a:pPr>
            <a:endParaRPr lang="zh-CN" altLang="en-US" dirty="0">
              <a:highlight>
                <a:srgbClr val="00FFFF"/>
              </a:highlight>
              <a:cs typeface="+mn-ea"/>
              <a:sym typeface="+mn-lt"/>
            </a:endParaRPr>
          </a:p>
        </p:txBody>
      </p:sp>
      <p:sp>
        <p:nvSpPr>
          <p:cNvPr id="11" name="箭头: 右 10"/>
          <p:cNvSpPr/>
          <p:nvPr/>
        </p:nvSpPr>
        <p:spPr>
          <a:xfrm>
            <a:off x="9347750" y="4354927"/>
            <a:ext cx="646331" cy="725398"/>
          </a:xfrm>
          <a:prstGeom prst="rightArrow">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lnSpc>
                <a:spcPct val="120000"/>
              </a:lnSpc>
            </a:pPr>
            <a:endParaRPr lang="zh-CN" altLang="en-US">
              <a:cs typeface="+mn-ea"/>
              <a:sym typeface="+mn-lt"/>
            </a:endParaRPr>
          </a:p>
        </p:txBody>
      </p:sp>
      <p:sp>
        <p:nvSpPr>
          <p:cNvPr id="12" name="矩形 11"/>
          <p:cNvSpPr/>
          <p:nvPr/>
        </p:nvSpPr>
        <p:spPr>
          <a:xfrm>
            <a:off x="1045414" y="4354927"/>
            <a:ext cx="996747" cy="799193"/>
          </a:xfrm>
          <a:prstGeom prst="rect">
            <a:avLst/>
          </a:prstGeom>
        </p:spPr>
        <p:txBody>
          <a:bodyPr wrap="square">
            <a:spAutoFit/>
          </a:bodyPr>
          <a:lstStyle/>
          <a:p>
            <a:pPr>
              <a:lnSpc>
                <a:spcPct val="120000"/>
              </a:lnSpc>
            </a:pPr>
            <a:r>
              <a:rPr lang="zh-CN" altLang="en-US" sz="2000" dirty="0">
                <a:latin typeface="微软雅黑 Light" panose="020B0502040204020203" pitchFamily="34" charset="-122"/>
                <a:ea typeface="微软雅黑 Light" panose="020B0502040204020203" pitchFamily="34" charset="-122"/>
                <a:cs typeface="+mn-ea"/>
                <a:sym typeface="+mn-lt"/>
              </a:rPr>
              <a:t>网络流量分类</a:t>
            </a:r>
            <a:endParaRPr lang="zh-CN" altLang="en-US" sz="2000" dirty="0">
              <a:latin typeface="微软雅黑 Light" panose="020B0502040204020203" pitchFamily="34" charset="-122"/>
              <a:ea typeface="微软雅黑 Light" panose="020B0502040204020203" pitchFamily="34" charset="-122"/>
              <a:cs typeface="+mn-ea"/>
              <a:sym typeface="+mn-lt"/>
            </a:endParaRPr>
          </a:p>
        </p:txBody>
      </p:sp>
      <p:sp>
        <p:nvSpPr>
          <p:cNvPr id="13" name="矩形: 圆角 12"/>
          <p:cNvSpPr/>
          <p:nvPr/>
        </p:nvSpPr>
        <p:spPr>
          <a:xfrm>
            <a:off x="4412055" y="3540705"/>
            <a:ext cx="4887275" cy="2492219"/>
          </a:xfrm>
          <a:prstGeom prst="roundRect">
            <a:avLst>
              <a:gd name="adj" fmla="val 6184"/>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nSpc>
                <a:spcPct val="120000"/>
              </a:lnSpc>
            </a:pPr>
            <a:r>
              <a:rPr lang="zh-CN" altLang="en-US" dirty="0">
                <a:solidFill>
                  <a:schemeClr val="tx1"/>
                </a:solidFill>
                <a:latin typeface="微软雅黑 Light" panose="020B0502040204020203" pitchFamily="34" charset="-122"/>
                <a:ea typeface="微软雅黑 Light" panose="020B0502040204020203" pitchFamily="34" charset="-122"/>
                <a:cs typeface="+mn-ea"/>
                <a:sym typeface="+mn-lt"/>
              </a:rPr>
              <a:t>语音业务：时延</a:t>
            </a:r>
            <a:r>
              <a:rPr lang="en-US" altLang="zh-CN" dirty="0">
                <a:solidFill>
                  <a:schemeClr val="tx1"/>
                </a:solidFill>
                <a:latin typeface="微软雅黑 Light" panose="020B0502040204020203" pitchFamily="34" charset="-122"/>
                <a:ea typeface="微软雅黑 Light" panose="020B0502040204020203" pitchFamily="34" charset="-122"/>
                <a:cs typeface="+mn-ea"/>
                <a:sym typeface="+mn-lt"/>
              </a:rPr>
              <a:t>(&lt;150ms)</a:t>
            </a:r>
            <a:r>
              <a:rPr lang="zh-CN" altLang="en-US" dirty="0">
                <a:solidFill>
                  <a:schemeClr val="tx1"/>
                </a:solidFill>
                <a:latin typeface="微软雅黑 Light" panose="020B0502040204020203" pitchFamily="34" charset="-122"/>
                <a:ea typeface="微软雅黑 Light" panose="020B0502040204020203" pitchFamily="34" charset="-122"/>
                <a:cs typeface="+mn-ea"/>
                <a:sym typeface="+mn-lt"/>
              </a:rPr>
              <a:t>、抖动</a:t>
            </a:r>
            <a:r>
              <a:rPr lang="en-US" altLang="zh-CN" dirty="0">
                <a:solidFill>
                  <a:schemeClr val="tx1"/>
                </a:solidFill>
                <a:latin typeface="微软雅黑 Light" panose="020B0502040204020203" pitchFamily="34" charset="-122"/>
                <a:ea typeface="微软雅黑 Light" panose="020B0502040204020203" pitchFamily="34" charset="-122"/>
                <a:cs typeface="+mn-ea"/>
                <a:sym typeface="+mn-lt"/>
              </a:rPr>
              <a:t>(&lt;1ms)</a:t>
            </a:r>
            <a:endParaRPr lang="en-US" altLang="zh-CN" dirty="0">
              <a:solidFill>
                <a:schemeClr val="tx1"/>
              </a:solidFill>
              <a:latin typeface="微软雅黑 Light" panose="020B0502040204020203" pitchFamily="34" charset="-122"/>
              <a:ea typeface="微软雅黑 Light" panose="020B0502040204020203" pitchFamily="34" charset="-122"/>
              <a:cs typeface="+mn-ea"/>
              <a:sym typeface="+mn-lt"/>
            </a:endParaRPr>
          </a:p>
          <a:p>
            <a:pPr>
              <a:lnSpc>
                <a:spcPct val="120000"/>
              </a:lnSpc>
            </a:pPr>
            <a:r>
              <a:rPr lang="zh-CN" altLang="en-US" dirty="0">
                <a:solidFill>
                  <a:schemeClr val="tx1"/>
                </a:solidFill>
                <a:latin typeface="微软雅黑 Light" panose="020B0502040204020203" pitchFamily="34" charset="-122"/>
                <a:ea typeface="微软雅黑 Light" panose="020B0502040204020203" pitchFamily="34" charset="-122"/>
                <a:cs typeface="+mn-ea"/>
                <a:sym typeface="+mn-lt"/>
              </a:rPr>
              <a:t>高优先级，优先保证</a:t>
            </a:r>
            <a:endParaRPr lang="en-US" altLang="zh-CN" dirty="0">
              <a:solidFill>
                <a:schemeClr val="tx1"/>
              </a:solidFill>
              <a:latin typeface="微软雅黑 Light" panose="020B0502040204020203" pitchFamily="34" charset="-122"/>
              <a:ea typeface="微软雅黑 Light" panose="020B0502040204020203" pitchFamily="34" charset="-122"/>
              <a:cs typeface="+mn-ea"/>
              <a:sym typeface="+mn-lt"/>
            </a:endParaRPr>
          </a:p>
          <a:p>
            <a:pPr>
              <a:lnSpc>
                <a:spcPct val="120000"/>
              </a:lnSpc>
            </a:pPr>
            <a:r>
              <a:rPr lang="zh-CN" altLang="en-US" dirty="0">
                <a:solidFill>
                  <a:schemeClr val="tx1"/>
                </a:solidFill>
                <a:latin typeface="微软雅黑 Light" panose="020B0502040204020203" pitchFamily="34" charset="-122"/>
                <a:ea typeface="微软雅黑 Light" panose="020B0502040204020203" pitchFamily="34" charset="-122"/>
                <a:cs typeface="+mn-ea"/>
                <a:sym typeface="+mn-lt"/>
              </a:rPr>
              <a:t>交易业务：要求时延</a:t>
            </a:r>
            <a:r>
              <a:rPr lang="en-US" altLang="zh-CN" dirty="0">
                <a:solidFill>
                  <a:schemeClr val="tx1"/>
                </a:solidFill>
                <a:latin typeface="微软雅黑 Light" panose="020B0502040204020203" pitchFamily="34" charset="-122"/>
                <a:ea typeface="微软雅黑 Light" panose="020B0502040204020203" pitchFamily="34" charset="-122"/>
                <a:cs typeface="+mn-ea"/>
                <a:sym typeface="+mn-lt"/>
              </a:rPr>
              <a:t>(&lt;4s/</a:t>
            </a:r>
            <a:r>
              <a:rPr lang="zh-CN" altLang="en-US" dirty="0">
                <a:solidFill>
                  <a:schemeClr val="tx1"/>
                </a:solidFill>
                <a:latin typeface="微软雅黑 Light" panose="020B0502040204020203" pitchFamily="34" charset="-122"/>
                <a:ea typeface="微软雅黑 Light" panose="020B0502040204020203" pitchFamily="34" charset="-122"/>
                <a:cs typeface="+mn-ea"/>
                <a:sym typeface="+mn-lt"/>
              </a:rPr>
              <a:t>页）</a:t>
            </a:r>
            <a:endParaRPr lang="en-US" altLang="zh-CN" dirty="0">
              <a:solidFill>
                <a:schemeClr val="tx1"/>
              </a:solidFill>
              <a:latin typeface="微软雅黑 Light" panose="020B0502040204020203" pitchFamily="34" charset="-122"/>
              <a:ea typeface="微软雅黑 Light" panose="020B0502040204020203" pitchFamily="34" charset="-122"/>
              <a:cs typeface="+mn-ea"/>
              <a:sym typeface="+mn-lt"/>
            </a:endParaRPr>
          </a:p>
          <a:p>
            <a:pPr>
              <a:lnSpc>
                <a:spcPct val="120000"/>
              </a:lnSpc>
            </a:pPr>
            <a:r>
              <a:rPr lang="zh-CN" altLang="en-US" dirty="0">
                <a:solidFill>
                  <a:schemeClr val="tx1"/>
                </a:solidFill>
                <a:latin typeface="微软雅黑 Light" panose="020B0502040204020203" pitchFamily="34" charset="-122"/>
                <a:ea typeface="微软雅黑 Light" panose="020B0502040204020203" pitchFamily="34" charset="-122"/>
                <a:cs typeface="+mn-ea"/>
                <a:sym typeface="+mn-lt"/>
              </a:rPr>
              <a:t>中优先级，需要保证</a:t>
            </a:r>
            <a:endParaRPr lang="en-US" altLang="zh-CN" dirty="0">
              <a:solidFill>
                <a:schemeClr val="tx1"/>
              </a:solidFill>
              <a:latin typeface="微软雅黑 Light" panose="020B0502040204020203" pitchFamily="34" charset="-122"/>
              <a:ea typeface="微软雅黑 Light" panose="020B0502040204020203" pitchFamily="34" charset="-122"/>
              <a:cs typeface="+mn-ea"/>
              <a:sym typeface="+mn-lt"/>
            </a:endParaRPr>
          </a:p>
          <a:p>
            <a:pPr>
              <a:lnSpc>
                <a:spcPct val="120000"/>
              </a:lnSpc>
            </a:pPr>
            <a:r>
              <a:rPr lang="zh-CN" altLang="en-US" dirty="0">
                <a:solidFill>
                  <a:schemeClr val="tx1"/>
                </a:solidFill>
                <a:latin typeface="微软雅黑 Light" panose="020B0502040204020203" pitchFamily="34" charset="-122"/>
                <a:ea typeface="微软雅黑 Light" panose="020B0502040204020203" pitchFamily="34" charset="-122"/>
                <a:cs typeface="+mn-ea"/>
                <a:sym typeface="+mn-lt"/>
              </a:rPr>
              <a:t>文件传输：要求时延</a:t>
            </a:r>
            <a:r>
              <a:rPr lang="en-US" altLang="zh-CN" dirty="0">
                <a:solidFill>
                  <a:schemeClr val="tx1"/>
                </a:solidFill>
                <a:latin typeface="微软雅黑 Light" panose="020B0502040204020203" pitchFamily="34" charset="-122"/>
                <a:ea typeface="微软雅黑 Light" panose="020B0502040204020203" pitchFamily="34" charset="-122"/>
                <a:cs typeface="+mn-ea"/>
                <a:sym typeface="+mn-lt"/>
              </a:rPr>
              <a:t>(&lt;15s)</a:t>
            </a:r>
            <a:endParaRPr lang="en-US" altLang="zh-CN" dirty="0">
              <a:solidFill>
                <a:schemeClr val="tx1"/>
              </a:solidFill>
              <a:latin typeface="微软雅黑 Light" panose="020B0502040204020203" pitchFamily="34" charset="-122"/>
              <a:ea typeface="微软雅黑 Light" panose="020B0502040204020203" pitchFamily="34" charset="-122"/>
              <a:cs typeface="+mn-ea"/>
              <a:sym typeface="+mn-lt"/>
            </a:endParaRPr>
          </a:p>
          <a:p>
            <a:pPr>
              <a:lnSpc>
                <a:spcPct val="120000"/>
              </a:lnSpc>
            </a:pPr>
            <a:r>
              <a:rPr lang="zh-CN" altLang="en-US" dirty="0">
                <a:solidFill>
                  <a:schemeClr val="tx1"/>
                </a:solidFill>
                <a:latin typeface="微软雅黑 Light" panose="020B0502040204020203" pitchFamily="34" charset="-122"/>
                <a:ea typeface="微软雅黑 Light" panose="020B0502040204020203" pitchFamily="34" charset="-122"/>
                <a:cs typeface="+mn-ea"/>
                <a:sym typeface="+mn-lt"/>
              </a:rPr>
              <a:t>低优先级，尽力服务</a:t>
            </a:r>
            <a:endParaRPr lang="zh-CN" altLang="en-US" dirty="0">
              <a:solidFill>
                <a:schemeClr val="tx1"/>
              </a:solidFill>
              <a:latin typeface="微软雅黑 Light" panose="020B0502040204020203" pitchFamily="34" charset="-122"/>
              <a:ea typeface="微软雅黑 Light" panose="020B0502040204020203" pitchFamily="34" charset="-122"/>
              <a:cs typeface="+mn-ea"/>
              <a:sym typeface="+mn-lt"/>
            </a:endParaRPr>
          </a:p>
        </p:txBody>
      </p:sp>
      <p:pic>
        <p:nvPicPr>
          <p:cNvPr id="14" name="Picture 692" descr="图片44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83632" y="4437112"/>
            <a:ext cx="756503" cy="59852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QoS</a:t>
            </a:r>
            <a:r>
              <a:rPr lang="zh-CN" altLang="en-US" dirty="0"/>
              <a:t>保障技术 </a:t>
            </a:r>
            <a:endParaRPr lang="zh-CN" altLang="en-US" dirty="0"/>
          </a:p>
        </p:txBody>
      </p:sp>
      <p:sp>
        <p:nvSpPr>
          <p:cNvPr id="3" name="灯片编号占位符 2"/>
          <p:cNvSpPr>
            <a:spLocks noGrp="1"/>
          </p:cNvSpPr>
          <p:nvPr>
            <p:ph type="sldNum" sz="quarter" idx="12"/>
          </p:nvPr>
        </p:nvSpPr>
        <p:spPr/>
        <p:txBody>
          <a:bodyPr/>
          <a:lstStyle/>
          <a:p>
            <a:pPr>
              <a:defRPr/>
            </a:pPr>
            <a:fld id="{A48A0D3F-54C8-4397-8424-A82B96940146}" type="slidenum">
              <a:rPr lang="en-US" altLang="zh-CN" smtClean="0"/>
            </a:fld>
            <a:endParaRPr lang="en-US" altLang="zh-CN"/>
          </a:p>
        </p:txBody>
      </p:sp>
      <p:sp>
        <p:nvSpPr>
          <p:cNvPr id="8" name="任意多边形: 形状 7"/>
          <p:cNvSpPr/>
          <p:nvPr/>
        </p:nvSpPr>
        <p:spPr>
          <a:xfrm>
            <a:off x="1603155" y="1553401"/>
            <a:ext cx="4177903" cy="921600"/>
          </a:xfrm>
          <a:custGeom>
            <a:avLst/>
            <a:gdLst>
              <a:gd name="connsiteX0" fmla="*/ 0 w 4177903"/>
              <a:gd name="connsiteY0" fmla="*/ 0 h 921600"/>
              <a:gd name="connsiteX1" fmla="*/ 4177903 w 4177903"/>
              <a:gd name="connsiteY1" fmla="*/ 0 h 921600"/>
              <a:gd name="connsiteX2" fmla="*/ 4177903 w 4177903"/>
              <a:gd name="connsiteY2" fmla="*/ 921600 h 921600"/>
              <a:gd name="connsiteX3" fmla="*/ 0 w 4177903"/>
              <a:gd name="connsiteY3" fmla="*/ 921600 h 921600"/>
              <a:gd name="connsiteX4" fmla="*/ 0 w 4177903"/>
              <a:gd name="connsiteY4" fmla="*/ 0 h 9216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77903" h="921600">
                <a:moveTo>
                  <a:pt x="0" y="0"/>
                </a:moveTo>
                <a:lnTo>
                  <a:pt x="4177903" y="0"/>
                </a:lnTo>
                <a:lnTo>
                  <a:pt x="4177903" y="921600"/>
                </a:lnTo>
                <a:lnTo>
                  <a:pt x="0" y="921600"/>
                </a:lnTo>
                <a:lnTo>
                  <a:pt x="0" y="0"/>
                </a:lnTo>
                <a:close/>
              </a:path>
            </a:pathLst>
          </a:custGeom>
          <a:solidFill>
            <a:schemeClr val="accent1"/>
          </a:solidFill>
          <a:ln>
            <a:noFill/>
          </a:ln>
        </p:spPr>
        <p:style>
          <a:lnRef idx="0">
            <a:scrgbClr r="0" g="0" b="0"/>
          </a:lnRef>
          <a:fillRef idx="0">
            <a:scrgbClr r="0" g="0" b="0"/>
          </a:fillRef>
          <a:effectRef idx="0">
            <a:scrgbClr r="0" g="0" b="0"/>
          </a:effectRef>
          <a:fontRef idx="minor">
            <a:schemeClr val="lt1"/>
          </a:fontRef>
        </p:style>
        <p:txBody>
          <a:bodyPr spcFirstLastPara="0" vert="horz" wrap="square" lIns="113792" tIns="65024" rIns="113792" bIns="65024" numCol="1" spcCol="1270" anchor="ctr" anchorCtr="0">
            <a:noAutofit/>
          </a:bodyPr>
          <a:lstStyle/>
          <a:p>
            <a:pPr marL="0" lvl="0" indent="0" algn="ctr" defTabSz="711200" rtl="0" eaLnBrk="0" fontAlgn="base" hangingPunct="0">
              <a:lnSpc>
                <a:spcPct val="120000"/>
              </a:lnSpc>
              <a:spcBef>
                <a:spcPct val="0"/>
              </a:spcBef>
              <a:spcAft>
                <a:spcPts val="0"/>
              </a:spcAft>
              <a:buNone/>
            </a:pPr>
            <a:r>
              <a:rPr lang="zh-CN" altLang="en-US" sz="2400" kern="1200" dirty="0">
                <a:solidFill>
                  <a:schemeClr val="tx1"/>
                </a:solidFill>
                <a:latin typeface="微软雅黑 Light" panose="020B0502040204020203" pitchFamily="34" charset="-122"/>
                <a:ea typeface="微软雅黑 Light" panose="020B0502040204020203" pitchFamily="34" charset="-122"/>
                <a:cs typeface="+mn-ea"/>
                <a:sym typeface="+mn-lt"/>
              </a:rPr>
              <a:t>拥塞控制</a:t>
            </a:r>
            <a:endParaRPr lang="zh-CN" altLang="en-US" sz="2400" kern="1200" dirty="0">
              <a:solidFill>
                <a:schemeClr val="tx1"/>
              </a:solidFill>
              <a:latin typeface="微软雅黑 Light" panose="020B0502040204020203" pitchFamily="34" charset="-122"/>
              <a:ea typeface="微软雅黑 Light" panose="020B0502040204020203" pitchFamily="34" charset="-122"/>
              <a:cs typeface="+mn-ea"/>
              <a:sym typeface="+mn-lt"/>
            </a:endParaRPr>
          </a:p>
        </p:txBody>
      </p:sp>
      <p:sp>
        <p:nvSpPr>
          <p:cNvPr id="9" name="任意多边形: 形状 8"/>
          <p:cNvSpPr/>
          <p:nvPr/>
        </p:nvSpPr>
        <p:spPr>
          <a:xfrm>
            <a:off x="1603155" y="2468713"/>
            <a:ext cx="4177903" cy="2541422"/>
          </a:xfrm>
          <a:custGeom>
            <a:avLst/>
            <a:gdLst>
              <a:gd name="connsiteX0" fmla="*/ 0 w 4177903"/>
              <a:gd name="connsiteY0" fmla="*/ 0 h 3656339"/>
              <a:gd name="connsiteX1" fmla="*/ 4177903 w 4177903"/>
              <a:gd name="connsiteY1" fmla="*/ 0 h 3656339"/>
              <a:gd name="connsiteX2" fmla="*/ 4177903 w 4177903"/>
              <a:gd name="connsiteY2" fmla="*/ 3656339 h 3656339"/>
              <a:gd name="connsiteX3" fmla="*/ 0 w 4177903"/>
              <a:gd name="connsiteY3" fmla="*/ 3656339 h 3656339"/>
              <a:gd name="connsiteX4" fmla="*/ 0 w 4177903"/>
              <a:gd name="connsiteY4" fmla="*/ 0 h 36563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77903" h="3656339">
                <a:moveTo>
                  <a:pt x="0" y="0"/>
                </a:moveTo>
                <a:lnTo>
                  <a:pt x="4177903" y="0"/>
                </a:lnTo>
                <a:lnTo>
                  <a:pt x="4177903" y="3656339"/>
                </a:lnTo>
                <a:lnTo>
                  <a:pt x="0" y="3656339"/>
                </a:lnTo>
                <a:lnTo>
                  <a:pt x="0" y="0"/>
                </a:lnTo>
                <a:close/>
              </a:path>
            </a:pathLst>
          </a:custGeom>
          <a:noFill/>
          <a:ln>
            <a:noFill/>
          </a:ln>
          <a:effectLst/>
        </p:spPr>
        <p:txBody>
          <a:bodyPr vert="horz" wrap="square" lIns="91440" tIns="45720" rIns="91440" bIns="45720" numCol="1" anchor="t" anchorCtr="0" compatLnSpc="1">
            <a:normAutofit/>
          </a:bodyPr>
          <a:lstStyle/>
          <a:p>
            <a:pPr marL="285750" indent="-285750" eaLnBrk="1" hangingPunct="1">
              <a:spcBef>
                <a:spcPct val="20000"/>
              </a:spcBef>
              <a:buClr>
                <a:srgbClr val="C00000"/>
              </a:buClr>
              <a:buSzPct val="80000"/>
              <a:buFont typeface="Wingdings" panose="05000000000000000000" pitchFamily="2" charset="2"/>
              <a:buChar char="n"/>
            </a:pPr>
            <a:r>
              <a:rPr lang="zh-CN" altLang="en-US" dirty="0">
                <a:latin typeface="微软雅黑 Light" panose="020B0502040204020203" pitchFamily="34" charset="-122"/>
                <a:ea typeface="微软雅黑 Light" panose="020B0502040204020203" pitchFamily="34" charset="-122"/>
                <a:cs typeface="Times New Roman" panose="02020603050405020304" pitchFamily="18" charset="0"/>
                <a:sym typeface="+mn-lt"/>
              </a:rPr>
              <a:t>防止整个网络或网络的一部分出现过多的数据包</a:t>
            </a:r>
            <a:endParaRPr lang="zh-CN" altLang="en-US" dirty="0">
              <a:latin typeface="微软雅黑 Light" panose="020B0502040204020203" pitchFamily="34" charset="-122"/>
              <a:ea typeface="微软雅黑 Light" panose="020B0502040204020203" pitchFamily="34" charset="-122"/>
              <a:cs typeface="Times New Roman" panose="02020603050405020304" pitchFamily="18" charset="0"/>
              <a:sym typeface="+mn-lt"/>
            </a:endParaRPr>
          </a:p>
          <a:p>
            <a:pPr marL="285750" indent="-285750" eaLnBrk="1" hangingPunct="1">
              <a:spcBef>
                <a:spcPct val="20000"/>
              </a:spcBef>
              <a:buClr>
                <a:srgbClr val="C00000"/>
              </a:buClr>
              <a:buSzPct val="80000"/>
              <a:buFont typeface="Wingdings" panose="05000000000000000000" pitchFamily="2" charset="2"/>
              <a:buChar char="n"/>
            </a:pPr>
            <a:r>
              <a:rPr lang="zh-CN" altLang="en-US" dirty="0">
                <a:latin typeface="微软雅黑 Light" panose="020B0502040204020203" pitchFamily="34" charset="-122"/>
                <a:ea typeface="微软雅黑 Light" panose="020B0502040204020203" pitchFamily="34" charset="-122"/>
                <a:cs typeface="Times New Roman" panose="02020603050405020304" pitchFamily="18" charset="0"/>
                <a:sym typeface="+mn-lt"/>
              </a:rPr>
              <a:t>拥塞控制是一个全局性的过程，涉及到所有的主机、所有的路由器，以及与降低网络传输性能有关的所有因素</a:t>
            </a:r>
            <a:endParaRPr lang="zh-CN" altLang="en-US" dirty="0">
              <a:latin typeface="微软雅黑 Light" panose="020B0502040204020203" pitchFamily="34" charset="-122"/>
              <a:ea typeface="微软雅黑 Light" panose="020B0502040204020203" pitchFamily="34" charset="-122"/>
              <a:cs typeface="Times New Roman" panose="02020603050405020304" pitchFamily="18" charset="0"/>
              <a:sym typeface="+mn-lt"/>
            </a:endParaRPr>
          </a:p>
        </p:txBody>
      </p:sp>
      <p:sp>
        <p:nvSpPr>
          <p:cNvPr id="10" name="任意多边形: 形状 9"/>
          <p:cNvSpPr/>
          <p:nvPr/>
        </p:nvSpPr>
        <p:spPr>
          <a:xfrm>
            <a:off x="6384032" y="1553401"/>
            <a:ext cx="4177903" cy="921600"/>
          </a:xfrm>
          <a:custGeom>
            <a:avLst/>
            <a:gdLst>
              <a:gd name="connsiteX0" fmla="*/ 0 w 4177903"/>
              <a:gd name="connsiteY0" fmla="*/ 0 h 921600"/>
              <a:gd name="connsiteX1" fmla="*/ 4177903 w 4177903"/>
              <a:gd name="connsiteY1" fmla="*/ 0 h 921600"/>
              <a:gd name="connsiteX2" fmla="*/ 4177903 w 4177903"/>
              <a:gd name="connsiteY2" fmla="*/ 921600 h 921600"/>
              <a:gd name="connsiteX3" fmla="*/ 0 w 4177903"/>
              <a:gd name="connsiteY3" fmla="*/ 921600 h 921600"/>
              <a:gd name="connsiteX4" fmla="*/ 0 w 4177903"/>
              <a:gd name="connsiteY4" fmla="*/ 0 h 9216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77903" h="921600">
                <a:moveTo>
                  <a:pt x="0" y="0"/>
                </a:moveTo>
                <a:lnTo>
                  <a:pt x="4177903" y="0"/>
                </a:lnTo>
                <a:lnTo>
                  <a:pt x="4177903" y="921600"/>
                </a:lnTo>
                <a:lnTo>
                  <a:pt x="0" y="921600"/>
                </a:lnTo>
                <a:lnTo>
                  <a:pt x="0" y="0"/>
                </a:lnTo>
                <a:close/>
              </a:path>
            </a:pathLst>
          </a:custGeom>
          <a:solidFill>
            <a:schemeClr val="accent1"/>
          </a:solidFill>
          <a:ln>
            <a:noFill/>
          </a:ln>
        </p:spPr>
        <p:style>
          <a:lnRef idx="0">
            <a:scrgbClr r="0" g="0" b="0"/>
          </a:lnRef>
          <a:fillRef idx="0">
            <a:scrgbClr r="0" g="0" b="0"/>
          </a:fillRef>
          <a:effectRef idx="0">
            <a:scrgbClr r="0" g="0" b="0"/>
          </a:effectRef>
          <a:fontRef idx="minor">
            <a:schemeClr val="lt1"/>
          </a:fontRef>
        </p:style>
        <p:txBody>
          <a:bodyPr spcFirstLastPara="0" vert="horz" wrap="square" lIns="113792" tIns="65024" rIns="113792" bIns="65024" numCol="1" spcCol="1270" anchor="ctr" anchorCtr="0">
            <a:noAutofit/>
          </a:bodyPr>
          <a:lstStyle/>
          <a:p>
            <a:pPr algn="ctr" defTabSz="711200">
              <a:lnSpc>
                <a:spcPct val="120000"/>
              </a:lnSpc>
              <a:spcAft>
                <a:spcPts val="0"/>
              </a:spcAft>
            </a:pPr>
            <a:r>
              <a:rPr lang="zh-CN" altLang="en-US" sz="2400" dirty="0">
                <a:solidFill>
                  <a:schemeClr val="tx1"/>
                </a:solidFill>
                <a:latin typeface="微软雅黑 Light" panose="020B0502040204020203" pitchFamily="34" charset="-122"/>
                <a:ea typeface="微软雅黑 Light" panose="020B0502040204020203" pitchFamily="34" charset="-122"/>
                <a:cs typeface="+mn-ea"/>
                <a:sym typeface="+mn-lt"/>
              </a:rPr>
              <a:t>流量控制</a:t>
            </a:r>
            <a:endParaRPr lang="zh-CN" altLang="en-US" sz="2400" dirty="0">
              <a:solidFill>
                <a:schemeClr val="tx1"/>
              </a:solidFill>
              <a:latin typeface="微软雅黑 Light" panose="020B0502040204020203" pitchFamily="34" charset="-122"/>
              <a:ea typeface="微软雅黑 Light" panose="020B0502040204020203" pitchFamily="34" charset="-122"/>
              <a:cs typeface="+mn-ea"/>
              <a:sym typeface="+mn-lt"/>
            </a:endParaRPr>
          </a:p>
        </p:txBody>
      </p:sp>
      <p:sp>
        <p:nvSpPr>
          <p:cNvPr id="11" name="任意多边形: 形状 10"/>
          <p:cNvSpPr/>
          <p:nvPr/>
        </p:nvSpPr>
        <p:spPr>
          <a:xfrm>
            <a:off x="6384032" y="2471755"/>
            <a:ext cx="4177903" cy="2541422"/>
          </a:xfrm>
          <a:custGeom>
            <a:avLst/>
            <a:gdLst>
              <a:gd name="connsiteX0" fmla="*/ 0 w 4177903"/>
              <a:gd name="connsiteY0" fmla="*/ 0 h 3656339"/>
              <a:gd name="connsiteX1" fmla="*/ 4177903 w 4177903"/>
              <a:gd name="connsiteY1" fmla="*/ 0 h 3656339"/>
              <a:gd name="connsiteX2" fmla="*/ 4177903 w 4177903"/>
              <a:gd name="connsiteY2" fmla="*/ 3656339 h 3656339"/>
              <a:gd name="connsiteX3" fmla="*/ 0 w 4177903"/>
              <a:gd name="connsiteY3" fmla="*/ 3656339 h 3656339"/>
              <a:gd name="connsiteX4" fmla="*/ 0 w 4177903"/>
              <a:gd name="connsiteY4" fmla="*/ 0 h 36563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77903" h="3656339">
                <a:moveTo>
                  <a:pt x="0" y="0"/>
                </a:moveTo>
                <a:lnTo>
                  <a:pt x="4177903" y="0"/>
                </a:lnTo>
                <a:lnTo>
                  <a:pt x="4177903" y="3656339"/>
                </a:lnTo>
                <a:lnTo>
                  <a:pt x="0" y="3656339"/>
                </a:lnTo>
                <a:lnTo>
                  <a:pt x="0" y="0"/>
                </a:lnTo>
                <a:close/>
              </a:path>
            </a:pathLst>
          </a:custGeom>
          <a:noFill/>
          <a:ln>
            <a:noFill/>
          </a:ln>
          <a:effectLst/>
        </p:spPr>
        <p:txBody>
          <a:bodyPr vert="horz" wrap="square" lIns="91440" tIns="45720" rIns="91440" bIns="45720" numCol="1" anchor="t" anchorCtr="0" compatLnSpc="1">
            <a:normAutofit/>
          </a:bodyPr>
          <a:lstStyle/>
          <a:p>
            <a:pPr marL="285750" indent="-285750" eaLnBrk="1" hangingPunct="1">
              <a:spcBef>
                <a:spcPct val="20000"/>
              </a:spcBef>
              <a:buClr>
                <a:srgbClr val="C00000"/>
              </a:buClr>
              <a:buSzPct val="80000"/>
              <a:buFont typeface="Wingdings" panose="05000000000000000000" pitchFamily="2" charset="2"/>
              <a:buChar char="n"/>
            </a:pPr>
            <a:r>
              <a:rPr lang="zh-CN" altLang="en-US" dirty="0">
                <a:latin typeface="微软雅黑 Light" panose="020B0502040204020203" pitchFamily="34" charset="-122"/>
                <a:ea typeface="微软雅黑 Light" panose="020B0502040204020203" pitchFamily="34" charset="-122"/>
                <a:cs typeface="Times New Roman" panose="02020603050405020304" pitchFamily="18" charset="0"/>
                <a:sym typeface="+mn-lt"/>
              </a:rPr>
              <a:t>保证发送方发送的信息量不会超过接收方的接收能力</a:t>
            </a:r>
            <a:endParaRPr lang="zh-CN" altLang="en-US" dirty="0">
              <a:latin typeface="微软雅黑 Light" panose="020B0502040204020203" pitchFamily="34" charset="-122"/>
              <a:ea typeface="微软雅黑 Light" panose="020B0502040204020203" pitchFamily="34" charset="-122"/>
              <a:cs typeface="Times New Roman" panose="02020603050405020304" pitchFamily="18" charset="0"/>
              <a:sym typeface="+mn-lt"/>
            </a:endParaRPr>
          </a:p>
          <a:p>
            <a:pPr marL="285750" indent="-285750" eaLnBrk="1" hangingPunct="1">
              <a:spcBef>
                <a:spcPct val="20000"/>
              </a:spcBef>
              <a:buClr>
                <a:srgbClr val="C00000"/>
              </a:buClr>
              <a:buSzPct val="80000"/>
              <a:buFont typeface="Wingdings" panose="05000000000000000000" pitchFamily="2" charset="2"/>
              <a:buChar char="n"/>
            </a:pPr>
            <a:r>
              <a:rPr lang="zh-CN" altLang="en-US" dirty="0">
                <a:latin typeface="微软雅黑 Light" panose="020B0502040204020203" pitchFamily="34" charset="-122"/>
                <a:ea typeface="微软雅黑 Light" panose="020B0502040204020203" pitchFamily="34" charset="-122"/>
                <a:cs typeface="Times New Roman" panose="02020603050405020304" pitchFamily="18" charset="0"/>
                <a:sym typeface="+mn-lt"/>
              </a:rPr>
              <a:t>流量控制往往指在给定的发送端和接收端之间的点对点通信量的控制。流量控制所要做的就是抑制发送端发送数据的速率，以便接收端来得及接收</a:t>
            </a:r>
            <a:endParaRPr lang="zh-CN" altLang="en-US" dirty="0">
              <a:latin typeface="微软雅黑 Light" panose="020B0502040204020203" pitchFamily="34" charset="-122"/>
              <a:ea typeface="微软雅黑 Light" panose="020B0502040204020203" pitchFamily="34" charset="-122"/>
              <a:cs typeface="Times New Roman" panose="02020603050405020304" pitchFamily="18" charset="0"/>
              <a:sym typeface="+mn-lt"/>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p:txBody>
          <a:bodyPr/>
          <a:lstStyle/>
          <a:p>
            <a:fld id="{B17E196A-1CA5-4714-BB27-BABAEFD0B05F}" type="slidenum">
              <a:rPr lang="en-US" altLang="zh-CN"/>
            </a:fld>
            <a:endParaRPr lang="en-US" altLang="zh-CN"/>
          </a:p>
        </p:txBody>
      </p:sp>
      <p:sp>
        <p:nvSpPr>
          <p:cNvPr id="454658" name="Rectangle 2"/>
          <p:cNvSpPr>
            <a:spLocks noGrp="1" noChangeArrowheads="1"/>
          </p:cNvSpPr>
          <p:nvPr>
            <p:ph type="title"/>
          </p:nvPr>
        </p:nvSpPr>
        <p:spPr/>
        <p:txBody>
          <a:bodyPr/>
          <a:lstStyle/>
          <a:p>
            <a:r>
              <a:rPr lang="zh-CN" altLang="en-US" dirty="0"/>
              <a:t>拥塞控制</a:t>
            </a:r>
            <a:endParaRPr lang="zh-CN" altLang="en-US" dirty="0"/>
          </a:p>
        </p:txBody>
      </p:sp>
      <p:sp>
        <p:nvSpPr>
          <p:cNvPr id="454659" name="Rectangle 3"/>
          <p:cNvSpPr>
            <a:spLocks noGrp="1" noChangeArrowheads="1"/>
          </p:cNvSpPr>
          <p:nvPr>
            <p:ph type="body" idx="1"/>
          </p:nvPr>
        </p:nvSpPr>
        <p:spPr/>
        <p:txBody>
          <a:bodyPr/>
          <a:lstStyle/>
          <a:p>
            <a:r>
              <a:rPr lang="zh-CN" altLang="en-US" dirty="0"/>
              <a:t>拥塞</a:t>
            </a:r>
            <a:endParaRPr lang="zh-CN" altLang="en-US" dirty="0"/>
          </a:p>
          <a:p>
            <a:pPr lvl="1"/>
            <a:r>
              <a:rPr lang="zh-CN" altLang="en-US" dirty="0"/>
              <a:t>网络或其一部分出现过多的包，导致网络性能下降的现象</a:t>
            </a:r>
            <a:endParaRPr lang="zh-CN" altLang="en-US" dirty="0"/>
          </a:p>
          <a:p>
            <a:r>
              <a:rPr lang="zh-CN" altLang="en-US" dirty="0"/>
              <a:t>产生的原因</a:t>
            </a:r>
            <a:endParaRPr lang="zh-CN" altLang="en-US" dirty="0"/>
          </a:p>
          <a:p>
            <a:pPr lvl="1"/>
            <a:r>
              <a:rPr lang="zh-CN" altLang="en-US" dirty="0"/>
              <a:t>节点的处理速度</a:t>
            </a:r>
            <a:r>
              <a:rPr lang="en-US" altLang="zh-CN" dirty="0"/>
              <a:t>—</a:t>
            </a:r>
            <a:r>
              <a:rPr lang="zh-CN" altLang="en-US" dirty="0"/>
              <a:t>影响输入队列</a:t>
            </a:r>
            <a:endParaRPr lang="zh-CN" altLang="en-US" dirty="0"/>
          </a:p>
          <a:p>
            <a:pPr lvl="1"/>
            <a:r>
              <a:rPr lang="zh-CN" altLang="en-US" dirty="0"/>
              <a:t>输出链路的传输速度</a:t>
            </a:r>
            <a:r>
              <a:rPr lang="en-US" altLang="zh-CN" dirty="0"/>
              <a:t>—</a:t>
            </a:r>
            <a:r>
              <a:rPr lang="zh-CN" altLang="en-US" dirty="0"/>
              <a:t>影响输出队列</a:t>
            </a:r>
            <a:endParaRPr lang="zh-CN" altLang="en-US" dirty="0"/>
          </a:p>
          <a:p>
            <a:r>
              <a:rPr lang="zh-CN" altLang="en-US" dirty="0"/>
              <a:t>对系统的影响</a:t>
            </a:r>
            <a:endParaRPr lang="zh-CN" altLang="en-US" dirty="0"/>
          </a:p>
          <a:p>
            <a:pPr lvl="1"/>
            <a:r>
              <a:rPr lang="zh-CN" altLang="en-US" dirty="0"/>
              <a:t>系统吞吐量下降</a:t>
            </a:r>
            <a:endParaRPr lang="zh-CN" altLang="en-US" dirty="0"/>
          </a:p>
          <a:p>
            <a:pPr lvl="1"/>
            <a:r>
              <a:rPr lang="zh-CN" altLang="en-US" dirty="0"/>
              <a:t>传输延迟增大</a:t>
            </a:r>
            <a:endParaRPr lang="zh-CN" altLang="en-US" dirty="0"/>
          </a:p>
          <a:p>
            <a:r>
              <a:rPr lang="zh-CN" altLang="en-US" dirty="0"/>
              <a:t>对策：增加资源，或者降低负载</a:t>
            </a:r>
            <a:endParaRPr lang="zh-CN" altLang="en-US"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灯片编号占位符 5"/>
          <p:cNvSpPr>
            <a:spLocks noGrp="1"/>
          </p:cNvSpPr>
          <p:nvPr>
            <p:ph type="sldNum" sz="quarter" idx="12"/>
          </p:nvPr>
        </p:nvSpPr>
        <p:spPr/>
        <p:txBody>
          <a:bodyPr/>
          <a:lstStyle/>
          <a:p>
            <a:fld id="{D8BB0F94-DC89-47A6-8F20-5A2958D88C42}" type="slidenum">
              <a:rPr lang="en-US" altLang="zh-CN"/>
            </a:fld>
            <a:endParaRPr lang="en-US" altLang="zh-CN"/>
          </a:p>
        </p:txBody>
      </p:sp>
      <p:sp>
        <p:nvSpPr>
          <p:cNvPr id="536578" name="Rectangle 2"/>
          <p:cNvSpPr>
            <a:spLocks noGrp="1" noChangeArrowheads="1"/>
          </p:cNvSpPr>
          <p:nvPr>
            <p:ph type="title"/>
          </p:nvPr>
        </p:nvSpPr>
        <p:spPr/>
        <p:txBody>
          <a:bodyPr/>
          <a:lstStyle/>
          <a:p>
            <a:r>
              <a:rPr lang="zh-CN" altLang="en-US"/>
              <a:t>拥塞控制的通用原则</a:t>
            </a:r>
            <a:endParaRPr lang="zh-CN" altLang="en-US"/>
          </a:p>
        </p:txBody>
      </p:sp>
      <p:sp>
        <p:nvSpPr>
          <p:cNvPr id="536579" name="Rectangle 3"/>
          <p:cNvSpPr>
            <a:spLocks noGrp="1" noChangeArrowheads="1"/>
          </p:cNvSpPr>
          <p:nvPr>
            <p:ph type="body" idx="1"/>
          </p:nvPr>
        </p:nvSpPr>
        <p:spPr/>
        <p:txBody>
          <a:bodyPr/>
          <a:lstStyle/>
          <a:p>
            <a:r>
              <a:rPr lang="zh-CN" altLang="en-US"/>
              <a:t>开环控制</a:t>
            </a:r>
            <a:r>
              <a:rPr lang="en-US" altLang="zh-CN"/>
              <a:t>(Open loop)</a:t>
            </a:r>
            <a:endParaRPr lang="en-US" altLang="zh-CN"/>
          </a:p>
          <a:p>
            <a:r>
              <a:rPr lang="zh-CN" altLang="en-US"/>
              <a:t>闭环控制</a:t>
            </a:r>
            <a:r>
              <a:rPr lang="en-US" altLang="zh-CN"/>
              <a:t>(Close loop)</a:t>
            </a:r>
            <a:endParaRPr lang="en-US" altLang="zh-CN"/>
          </a:p>
          <a:p>
            <a:pPr lvl="1"/>
            <a:r>
              <a:rPr lang="zh-CN" altLang="en-US"/>
              <a:t>显式反馈：拥塞点发警告</a:t>
            </a:r>
            <a:endParaRPr lang="zh-CN" altLang="en-US"/>
          </a:p>
          <a:p>
            <a:pPr lvl="1"/>
            <a:r>
              <a:rPr lang="zh-CN" altLang="en-US"/>
              <a:t>隐式反馈：源端主动判断</a:t>
            </a:r>
            <a:endParaRPr lang="zh-CN" alt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p:txBody>
          <a:bodyPr/>
          <a:lstStyle/>
          <a:p>
            <a:fld id="{09490B59-30EC-42D5-A3EC-CE5848D88A58}" type="slidenum">
              <a:rPr lang="en-US" altLang="zh-CN"/>
            </a:fld>
            <a:endParaRPr lang="en-US" altLang="zh-CN"/>
          </a:p>
        </p:txBody>
      </p:sp>
      <p:sp>
        <p:nvSpPr>
          <p:cNvPr id="537602" name="Rectangle 2"/>
          <p:cNvSpPr>
            <a:spLocks noGrp="1" noChangeArrowheads="1"/>
          </p:cNvSpPr>
          <p:nvPr>
            <p:ph type="title"/>
          </p:nvPr>
        </p:nvSpPr>
        <p:spPr/>
        <p:txBody>
          <a:bodyPr/>
          <a:lstStyle/>
          <a:p>
            <a:r>
              <a:rPr lang="zh-CN" altLang="en-US"/>
              <a:t>开环控制</a:t>
            </a:r>
            <a:endParaRPr lang="zh-CN" altLang="en-US"/>
          </a:p>
        </p:txBody>
      </p:sp>
      <p:sp>
        <p:nvSpPr>
          <p:cNvPr id="537603" name="Rectangle 3"/>
          <p:cNvSpPr>
            <a:spLocks noGrp="1" noChangeArrowheads="1"/>
          </p:cNvSpPr>
          <p:nvPr>
            <p:ph type="body" idx="1"/>
          </p:nvPr>
        </p:nvSpPr>
        <p:spPr/>
        <p:txBody>
          <a:bodyPr/>
          <a:lstStyle/>
          <a:p>
            <a:r>
              <a:rPr lang="zh-CN" altLang="en-US" dirty="0"/>
              <a:t>通过良好的设计，避免问题的出现，确保问题在一开始就不会出现，不需要中途做修正</a:t>
            </a:r>
            <a:endParaRPr lang="zh-CN" altLang="en-US" dirty="0"/>
          </a:p>
          <a:p>
            <a:r>
              <a:rPr lang="zh-CN" altLang="en-US" dirty="0"/>
              <a:t>开环控制的方法：</a:t>
            </a:r>
            <a:endParaRPr lang="zh-CN" altLang="en-US" dirty="0"/>
          </a:p>
          <a:p>
            <a:pPr lvl="1"/>
            <a:r>
              <a:rPr lang="zh-CN" altLang="en-US" dirty="0"/>
              <a:t>什么时候接受新的数据流</a:t>
            </a:r>
            <a:endParaRPr lang="zh-CN" altLang="en-US" dirty="0"/>
          </a:p>
          <a:p>
            <a:pPr lvl="1"/>
            <a:r>
              <a:rPr lang="zh-CN" altLang="en-US" dirty="0"/>
              <a:t>什么时候开始丢弃数据报，丢弃哪些数据报？</a:t>
            </a:r>
            <a:endParaRPr lang="zh-CN" altLang="en-US" dirty="0"/>
          </a:p>
          <a:p>
            <a:pPr lvl="1"/>
            <a:r>
              <a:rPr lang="zh-CN" altLang="en-US" dirty="0"/>
              <a:t>指定网络中各个节点的调度策略</a:t>
            </a:r>
            <a:endParaRPr lang="zh-CN" altLang="en-US" dirty="0"/>
          </a:p>
          <a:p>
            <a:r>
              <a:rPr lang="zh-CN" altLang="en-US" dirty="0"/>
              <a:t>这些方法的共同特点：做出决定的时候不考虑网络的当前状态</a:t>
            </a:r>
            <a:endParaRPr lang="zh-CN" altLang="en-US"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p:txBody>
          <a:bodyPr/>
          <a:lstStyle/>
          <a:p>
            <a:fld id="{4D385C2E-D976-4E02-8580-1C3A25AB128C}" type="slidenum">
              <a:rPr lang="en-US" altLang="zh-CN"/>
            </a:fld>
            <a:endParaRPr lang="en-US" altLang="zh-CN"/>
          </a:p>
        </p:txBody>
      </p:sp>
      <p:sp>
        <p:nvSpPr>
          <p:cNvPr id="538626" name="Rectangle 2"/>
          <p:cNvSpPr>
            <a:spLocks noGrp="1" noChangeArrowheads="1"/>
          </p:cNvSpPr>
          <p:nvPr>
            <p:ph type="title"/>
          </p:nvPr>
        </p:nvSpPr>
        <p:spPr/>
        <p:txBody>
          <a:bodyPr/>
          <a:lstStyle/>
          <a:p>
            <a:r>
              <a:rPr lang="zh-CN" altLang="en-US"/>
              <a:t>闭环控制</a:t>
            </a:r>
            <a:endParaRPr lang="zh-CN" altLang="en-US"/>
          </a:p>
        </p:txBody>
      </p:sp>
      <p:sp>
        <p:nvSpPr>
          <p:cNvPr id="538627" name="Rectangle 3"/>
          <p:cNvSpPr>
            <a:spLocks noGrp="1" noChangeArrowheads="1"/>
          </p:cNvSpPr>
          <p:nvPr>
            <p:ph type="body" idx="1"/>
          </p:nvPr>
        </p:nvSpPr>
        <p:spPr/>
        <p:txBody>
          <a:bodyPr/>
          <a:lstStyle/>
          <a:p>
            <a:r>
              <a:rPr lang="zh-CN" altLang="en-US" dirty="0"/>
              <a:t>建立在反馈环路的基础上，由</a:t>
            </a:r>
            <a:r>
              <a:rPr lang="en-US" altLang="zh-CN" dirty="0"/>
              <a:t>3</a:t>
            </a:r>
            <a:r>
              <a:rPr lang="zh-CN" altLang="en-US" dirty="0"/>
              <a:t>部分组成：</a:t>
            </a:r>
            <a:endParaRPr lang="zh-CN" altLang="en-US" dirty="0"/>
          </a:p>
          <a:p>
            <a:pPr lvl="1"/>
            <a:r>
              <a:rPr lang="zh-CN" altLang="en-US" dirty="0"/>
              <a:t>监视系统，检测何时、何地发生了拥塞</a:t>
            </a:r>
            <a:endParaRPr lang="zh-CN" altLang="en-US" dirty="0"/>
          </a:p>
          <a:p>
            <a:pPr lvl="2"/>
            <a:r>
              <a:rPr lang="zh-CN" altLang="en-US" dirty="0"/>
              <a:t>检测的指标可以是丢包率、平均队列长度、由于超时引起的包重发、数据包延迟抖动等</a:t>
            </a:r>
            <a:endParaRPr lang="zh-CN" altLang="en-US" dirty="0"/>
          </a:p>
          <a:p>
            <a:pPr lvl="1"/>
            <a:r>
              <a:rPr lang="zh-CN" altLang="en-US" dirty="0"/>
              <a:t>将检测收集的拥塞信息传递到能够采取行动的地方</a:t>
            </a:r>
            <a:endParaRPr lang="zh-CN" altLang="en-US" dirty="0"/>
          </a:p>
          <a:p>
            <a:pPr lvl="2"/>
            <a:r>
              <a:rPr lang="zh-CN" altLang="en-US" dirty="0"/>
              <a:t>直接发包给相关节点</a:t>
            </a:r>
            <a:endParaRPr lang="zh-CN" altLang="en-US" dirty="0"/>
          </a:p>
          <a:p>
            <a:pPr lvl="2"/>
            <a:r>
              <a:rPr lang="zh-CN" altLang="en-US" dirty="0"/>
              <a:t>利用包头中的某一位将拥塞通知邻居节点</a:t>
            </a:r>
            <a:endParaRPr lang="zh-CN" altLang="en-US" dirty="0"/>
          </a:p>
          <a:p>
            <a:pPr lvl="2"/>
            <a:r>
              <a:rPr lang="zh-CN" altLang="en-US" dirty="0"/>
              <a:t>每个节点周期性地发出探测包，检查拥塞状况</a:t>
            </a:r>
            <a:endParaRPr lang="zh-CN" altLang="en-US" dirty="0"/>
          </a:p>
          <a:p>
            <a:pPr lvl="1"/>
            <a:r>
              <a:rPr lang="zh-CN" altLang="en-US" dirty="0"/>
              <a:t>调整系统的运行，以改正问题</a:t>
            </a:r>
            <a:endParaRPr lang="zh-CN" altLang="en-US"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 name="灯片编号占位符 5"/>
          <p:cNvSpPr>
            <a:spLocks noGrp="1"/>
          </p:cNvSpPr>
          <p:nvPr>
            <p:ph type="sldNum" sz="quarter" idx="12"/>
          </p:nvPr>
        </p:nvSpPr>
        <p:spPr/>
        <p:txBody>
          <a:bodyPr/>
          <a:lstStyle/>
          <a:p>
            <a:fld id="{D3E0B5F0-FE08-4182-B806-26D655DD345B}" type="slidenum">
              <a:rPr lang="en-US" altLang="zh-CN"/>
            </a:fld>
            <a:endParaRPr lang="en-US" altLang="zh-CN"/>
          </a:p>
        </p:txBody>
      </p:sp>
      <p:sp>
        <p:nvSpPr>
          <p:cNvPr id="455682" name="Rectangle 2"/>
          <p:cNvSpPr>
            <a:spLocks noGrp="1" noChangeArrowheads="1"/>
          </p:cNvSpPr>
          <p:nvPr>
            <p:ph type="title"/>
          </p:nvPr>
        </p:nvSpPr>
        <p:spPr/>
        <p:txBody>
          <a:bodyPr/>
          <a:lstStyle/>
          <a:p>
            <a:r>
              <a:rPr lang="zh-CN" altLang="en-US"/>
              <a:t>包交换结点的模型</a:t>
            </a:r>
            <a:endParaRPr lang="zh-CN" altLang="en-US"/>
          </a:p>
        </p:txBody>
      </p:sp>
      <p:sp>
        <p:nvSpPr>
          <p:cNvPr id="455687" name="Oval 7"/>
          <p:cNvSpPr>
            <a:spLocks noChangeArrowheads="1"/>
          </p:cNvSpPr>
          <p:nvPr/>
        </p:nvSpPr>
        <p:spPr bwMode="auto">
          <a:xfrm>
            <a:off x="4627564" y="2208214"/>
            <a:ext cx="3036887" cy="2973387"/>
          </a:xfrm>
          <a:prstGeom prst="ellipse">
            <a:avLst/>
          </a:prstGeom>
          <a:noFill/>
          <a:ln w="28575">
            <a:solidFill>
              <a:srgbClr val="000000"/>
            </a:solidFill>
            <a:round/>
          </a:ln>
          <a:extLst>
            <a:ext uri="{909E8E84-426E-40DD-AFC4-6F175D3DCCD1}">
              <a14:hiddenFill xmlns:a14="http://schemas.microsoft.com/office/drawing/2010/main">
                <a:solidFill>
                  <a:srgbClr val="FFFFFF"/>
                </a:solidFill>
              </a14:hiddenFill>
            </a:ext>
          </a:extLst>
        </p:spPr>
        <p:txBody>
          <a:bodyPr/>
          <a:lstStyle/>
          <a:p>
            <a:endParaRPr lang="zh-CN" altLang="zh-CN" dirty="0">
              <a:latin typeface="Times New Roman" panose="02020603050405020304" pitchFamily="18" charset="0"/>
              <a:ea typeface="微软雅黑" panose="020B0503020204020204" pitchFamily="34" charset="-122"/>
            </a:endParaRPr>
          </a:p>
        </p:txBody>
      </p:sp>
      <p:grpSp>
        <p:nvGrpSpPr>
          <p:cNvPr id="455882" name="Group 202"/>
          <p:cNvGrpSpPr/>
          <p:nvPr/>
        </p:nvGrpSpPr>
        <p:grpSpPr bwMode="auto">
          <a:xfrm>
            <a:off x="5924551" y="2335214"/>
            <a:ext cx="315913" cy="631825"/>
            <a:chOff x="2772" y="1471"/>
            <a:chExt cx="199" cy="398"/>
          </a:xfrm>
        </p:grpSpPr>
        <p:sp>
          <p:nvSpPr>
            <p:cNvPr id="455688" name="Line 8"/>
            <p:cNvSpPr>
              <a:spLocks noChangeShapeType="1"/>
            </p:cNvSpPr>
            <p:nvPr/>
          </p:nvSpPr>
          <p:spPr bwMode="auto">
            <a:xfrm>
              <a:off x="2971" y="1471"/>
              <a:ext cx="0" cy="398"/>
            </a:xfrm>
            <a:prstGeom prst="line">
              <a:avLst/>
            </a:prstGeom>
            <a:noFill/>
            <a:ln w="4763">
              <a:solidFill>
                <a:srgbClr val="000000"/>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微软雅黑" panose="020B0503020204020204" pitchFamily="34" charset="-122"/>
              </a:endParaRPr>
            </a:p>
          </p:txBody>
        </p:sp>
        <p:sp>
          <p:nvSpPr>
            <p:cNvPr id="455689" name="Line 9"/>
            <p:cNvSpPr>
              <a:spLocks noChangeShapeType="1"/>
            </p:cNvSpPr>
            <p:nvPr/>
          </p:nvSpPr>
          <p:spPr bwMode="auto">
            <a:xfrm flipH="1">
              <a:off x="2892" y="1869"/>
              <a:ext cx="79" cy="0"/>
            </a:xfrm>
            <a:prstGeom prst="line">
              <a:avLst/>
            </a:prstGeom>
            <a:noFill/>
            <a:ln w="4763">
              <a:solidFill>
                <a:srgbClr val="000000"/>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微软雅黑" panose="020B0503020204020204" pitchFamily="34" charset="-122"/>
              </a:endParaRPr>
            </a:p>
          </p:txBody>
        </p:sp>
        <p:sp>
          <p:nvSpPr>
            <p:cNvPr id="455690" name="Line 10"/>
            <p:cNvSpPr>
              <a:spLocks noChangeShapeType="1"/>
            </p:cNvSpPr>
            <p:nvPr/>
          </p:nvSpPr>
          <p:spPr bwMode="auto">
            <a:xfrm flipV="1">
              <a:off x="2892" y="1471"/>
              <a:ext cx="0" cy="398"/>
            </a:xfrm>
            <a:prstGeom prst="line">
              <a:avLst/>
            </a:prstGeom>
            <a:noFill/>
            <a:ln w="4763">
              <a:solidFill>
                <a:srgbClr val="000000"/>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微软雅黑" panose="020B0503020204020204" pitchFamily="34" charset="-122"/>
              </a:endParaRPr>
            </a:p>
          </p:txBody>
        </p:sp>
        <p:sp>
          <p:nvSpPr>
            <p:cNvPr id="455691" name="Line 11"/>
            <p:cNvSpPr>
              <a:spLocks noChangeShapeType="1"/>
            </p:cNvSpPr>
            <p:nvPr/>
          </p:nvSpPr>
          <p:spPr bwMode="auto">
            <a:xfrm flipH="1">
              <a:off x="2892" y="1810"/>
              <a:ext cx="79" cy="0"/>
            </a:xfrm>
            <a:prstGeom prst="line">
              <a:avLst/>
            </a:prstGeom>
            <a:noFill/>
            <a:ln w="4763">
              <a:solidFill>
                <a:srgbClr val="000000"/>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微软雅黑" panose="020B0503020204020204" pitchFamily="34" charset="-122"/>
              </a:endParaRPr>
            </a:p>
          </p:txBody>
        </p:sp>
        <p:sp>
          <p:nvSpPr>
            <p:cNvPr id="455692" name="Line 12"/>
            <p:cNvSpPr>
              <a:spLocks noChangeShapeType="1"/>
            </p:cNvSpPr>
            <p:nvPr/>
          </p:nvSpPr>
          <p:spPr bwMode="auto">
            <a:xfrm flipH="1">
              <a:off x="2892" y="1750"/>
              <a:ext cx="79" cy="0"/>
            </a:xfrm>
            <a:prstGeom prst="line">
              <a:avLst/>
            </a:prstGeom>
            <a:noFill/>
            <a:ln w="4763">
              <a:solidFill>
                <a:srgbClr val="000000"/>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微软雅黑" panose="020B0503020204020204" pitchFamily="34" charset="-122"/>
              </a:endParaRPr>
            </a:p>
          </p:txBody>
        </p:sp>
        <p:sp>
          <p:nvSpPr>
            <p:cNvPr id="455693" name="Line 13"/>
            <p:cNvSpPr>
              <a:spLocks noChangeShapeType="1"/>
            </p:cNvSpPr>
            <p:nvPr/>
          </p:nvSpPr>
          <p:spPr bwMode="auto">
            <a:xfrm flipH="1">
              <a:off x="2892" y="1690"/>
              <a:ext cx="79" cy="0"/>
            </a:xfrm>
            <a:prstGeom prst="line">
              <a:avLst/>
            </a:prstGeom>
            <a:noFill/>
            <a:ln w="4763">
              <a:solidFill>
                <a:srgbClr val="000000"/>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微软雅黑" panose="020B0503020204020204" pitchFamily="34" charset="-122"/>
              </a:endParaRPr>
            </a:p>
          </p:txBody>
        </p:sp>
        <p:sp>
          <p:nvSpPr>
            <p:cNvPr id="455694" name="Line 14"/>
            <p:cNvSpPr>
              <a:spLocks noChangeShapeType="1"/>
            </p:cNvSpPr>
            <p:nvPr/>
          </p:nvSpPr>
          <p:spPr bwMode="auto">
            <a:xfrm flipH="1">
              <a:off x="2892" y="1630"/>
              <a:ext cx="79" cy="0"/>
            </a:xfrm>
            <a:prstGeom prst="line">
              <a:avLst/>
            </a:prstGeom>
            <a:noFill/>
            <a:ln w="4763">
              <a:solidFill>
                <a:srgbClr val="000000"/>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微软雅黑" panose="020B0503020204020204" pitchFamily="34" charset="-122"/>
              </a:endParaRPr>
            </a:p>
          </p:txBody>
        </p:sp>
        <p:sp>
          <p:nvSpPr>
            <p:cNvPr id="455695" name="Line 15"/>
            <p:cNvSpPr>
              <a:spLocks noChangeShapeType="1"/>
            </p:cNvSpPr>
            <p:nvPr/>
          </p:nvSpPr>
          <p:spPr bwMode="auto">
            <a:xfrm flipH="1">
              <a:off x="2892" y="1571"/>
              <a:ext cx="79" cy="0"/>
            </a:xfrm>
            <a:prstGeom prst="line">
              <a:avLst/>
            </a:prstGeom>
            <a:noFill/>
            <a:ln w="4763">
              <a:solidFill>
                <a:srgbClr val="000000"/>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微软雅黑" panose="020B0503020204020204" pitchFamily="34" charset="-122"/>
              </a:endParaRPr>
            </a:p>
          </p:txBody>
        </p:sp>
        <p:sp>
          <p:nvSpPr>
            <p:cNvPr id="455696" name="Line 16"/>
            <p:cNvSpPr>
              <a:spLocks noChangeShapeType="1"/>
            </p:cNvSpPr>
            <p:nvPr/>
          </p:nvSpPr>
          <p:spPr bwMode="auto">
            <a:xfrm flipH="1">
              <a:off x="2892" y="1511"/>
              <a:ext cx="79" cy="0"/>
            </a:xfrm>
            <a:prstGeom prst="line">
              <a:avLst/>
            </a:prstGeom>
            <a:noFill/>
            <a:ln w="4763">
              <a:solidFill>
                <a:srgbClr val="000000"/>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微软雅黑" panose="020B0503020204020204" pitchFamily="34" charset="-122"/>
              </a:endParaRPr>
            </a:p>
          </p:txBody>
        </p:sp>
        <p:sp>
          <p:nvSpPr>
            <p:cNvPr id="455697" name="Line 17"/>
            <p:cNvSpPr>
              <a:spLocks noChangeShapeType="1"/>
            </p:cNvSpPr>
            <p:nvPr/>
          </p:nvSpPr>
          <p:spPr bwMode="auto">
            <a:xfrm>
              <a:off x="2971" y="1471"/>
              <a:ext cx="0" cy="398"/>
            </a:xfrm>
            <a:prstGeom prst="line">
              <a:avLst/>
            </a:prstGeom>
            <a:noFill/>
            <a:ln w="4763">
              <a:solidFill>
                <a:srgbClr val="000000"/>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微软雅黑" panose="020B0503020204020204" pitchFamily="34" charset="-122"/>
              </a:endParaRPr>
            </a:p>
          </p:txBody>
        </p:sp>
        <p:sp>
          <p:nvSpPr>
            <p:cNvPr id="455698" name="Line 18"/>
            <p:cNvSpPr>
              <a:spLocks noChangeShapeType="1"/>
            </p:cNvSpPr>
            <p:nvPr/>
          </p:nvSpPr>
          <p:spPr bwMode="auto">
            <a:xfrm flipH="1">
              <a:off x="2892" y="1869"/>
              <a:ext cx="79" cy="0"/>
            </a:xfrm>
            <a:prstGeom prst="line">
              <a:avLst/>
            </a:prstGeom>
            <a:noFill/>
            <a:ln w="4763">
              <a:solidFill>
                <a:srgbClr val="000000"/>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微软雅黑" panose="020B0503020204020204" pitchFamily="34" charset="-122"/>
              </a:endParaRPr>
            </a:p>
          </p:txBody>
        </p:sp>
        <p:sp>
          <p:nvSpPr>
            <p:cNvPr id="455699" name="Line 19"/>
            <p:cNvSpPr>
              <a:spLocks noChangeShapeType="1"/>
            </p:cNvSpPr>
            <p:nvPr/>
          </p:nvSpPr>
          <p:spPr bwMode="auto">
            <a:xfrm flipV="1">
              <a:off x="2892" y="1471"/>
              <a:ext cx="0" cy="398"/>
            </a:xfrm>
            <a:prstGeom prst="line">
              <a:avLst/>
            </a:prstGeom>
            <a:noFill/>
            <a:ln w="4763">
              <a:solidFill>
                <a:srgbClr val="000000"/>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微软雅黑" panose="020B0503020204020204" pitchFamily="34" charset="-122"/>
              </a:endParaRPr>
            </a:p>
          </p:txBody>
        </p:sp>
        <p:sp>
          <p:nvSpPr>
            <p:cNvPr id="455700" name="Line 20"/>
            <p:cNvSpPr>
              <a:spLocks noChangeShapeType="1"/>
            </p:cNvSpPr>
            <p:nvPr/>
          </p:nvSpPr>
          <p:spPr bwMode="auto">
            <a:xfrm flipH="1">
              <a:off x="2892" y="1810"/>
              <a:ext cx="79" cy="0"/>
            </a:xfrm>
            <a:prstGeom prst="line">
              <a:avLst/>
            </a:prstGeom>
            <a:noFill/>
            <a:ln w="4763">
              <a:solidFill>
                <a:srgbClr val="000000"/>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微软雅黑" panose="020B0503020204020204" pitchFamily="34" charset="-122"/>
              </a:endParaRPr>
            </a:p>
          </p:txBody>
        </p:sp>
        <p:sp>
          <p:nvSpPr>
            <p:cNvPr id="455701" name="Line 21"/>
            <p:cNvSpPr>
              <a:spLocks noChangeShapeType="1"/>
            </p:cNvSpPr>
            <p:nvPr/>
          </p:nvSpPr>
          <p:spPr bwMode="auto">
            <a:xfrm flipH="1">
              <a:off x="2892" y="1750"/>
              <a:ext cx="79" cy="0"/>
            </a:xfrm>
            <a:prstGeom prst="line">
              <a:avLst/>
            </a:prstGeom>
            <a:noFill/>
            <a:ln w="4763">
              <a:solidFill>
                <a:srgbClr val="000000"/>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微软雅黑" panose="020B0503020204020204" pitchFamily="34" charset="-122"/>
              </a:endParaRPr>
            </a:p>
          </p:txBody>
        </p:sp>
        <p:sp>
          <p:nvSpPr>
            <p:cNvPr id="455702" name="Line 22"/>
            <p:cNvSpPr>
              <a:spLocks noChangeShapeType="1"/>
            </p:cNvSpPr>
            <p:nvPr/>
          </p:nvSpPr>
          <p:spPr bwMode="auto">
            <a:xfrm flipH="1">
              <a:off x="2892" y="1690"/>
              <a:ext cx="79" cy="0"/>
            </a:xfrm>
            <a:prstGeom prst="line">
              <a:avLst/>
            </a:prstGeom>
            <a:noFill/>
            <a:ln w="4763">
              <a:solidFill>
                <a:srgbClr val="000000"/>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微软雅黑" panose="020B0503020204020204" pitchFamily="34" charset="-122"/>
              </a:endParaRPr>
            </a:p>
          </p:txBody>
        </p:sp>
        <p:sp>
          <p:nvSpPr>
            <p:cNvPr id="455703" name="Line 23"/>
            <p:cNvSpPr>
              <a:spLocks noChangeShapeType="1"/>
            </p:cNvSpPr>
            <p:nvPr/>
          </p:nvSpPr>
          <p:spPr bwMode="auto">
            <a:xfrm flipH="1">
              <a:off x="2892" y="1630"/>
              <a:ext cx="79" cy="0"/>
            </a:xfrm>
            <a:prstGeom prst="line">
              <a:avLst/>
            </a:prstGeom>
            <a:noFill/>
            <a:ln w="4763">
              <a:solidFill>
                <a:srgbClr val="000000"/>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微软雅黑" panose="020B0503020204020204" pitchFamily="34" charset="-122"/>
              </a:endParaRPr>
            </a:p>
          </p:txBody>
        </p:sp>
        <p:sp>
          <p:nvSpPr>
            <p:cNvPr id="455704" name="Line 24"/>
            <p:cNvSpPr>
              <a:spLocks noChangeShapeType="1"/>
            </p:cNvSpPr>
            <p:nvPr/>
          </p:nvSpPr>
          <p:spPr bwMode="auto">
            <a:xfrm flipH="1">
              <a:off x="2892" y="1571"/>
              <a:ext cx="79" cy="0"/>
            </a:xfrm>
            <a:prstGeom prst="line">
              <a:avLst/>
            </a:prstGeom>
            <a:noFill/>
            <a:ln w="4763">
              <a:solidFill>
                <a:srgbClr val="000000"/>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微软雅黑" panose="020B0503020204020204" pitchFamily="34" charset="-122"/>
              </a:endParaRPr>
            </a:p>
          </p:txBody>
        </p:sp>
        <p:sp>
          <p:nvSpPr>
            <p:cNvPr id="455705" name="Line 25"/>
            <p:cNvSpPr>
              <a:spLocks noChangeShapeType="1"/>
            </p:cNvSpPr>
            <p:nvPr/>
          </p:nvSpPr>
          <p:spPr bwMode="auto">
            <a:xfrm flipH="1">
              <a:off x="2892" y="1511"/>
              <a:ext cx="79" cy="0"/>
            </a:xfrm>
            <a:prstGeom prst="line">
              <a:avLst/>
            </a:prstGeom>
            <a:noFill/>
            <a:ln w="4763">
              <a:solidFill>
                <a:srgbClr val="000000"/>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微软雅黑" panose="020B0503020204020204" pitchFamily="34" charset="-122"/>
              </a:endParaRPr>
            </a:p>
          </p:txBody>
        </p:sp>
        <p:sp>
          <p:nvSpPr>
            <p:cNvPr id="455706" name="Line 26"/>
            <p:cNvSpPr>
              <a:spLocks noChangeShapeType="1"/>
            </p:cNvSpPr>
            <p:nvPr/>
          </p:nvSpPr>
          <p:spPr bwMode="auto">
            <a:xfrm flipV="1">
              <a:off x="2772" y="1471"/>
              <a:ext cx="0" cy="398"/>
            </a:xfrm>
            <a:prstGeom prst="line">
              <a:avLst/>
            </a:prstGeom>
            <a:noFill/>
            <a:ln w="4763">
              <a:solidFill>
                <a:srgbClr val="000000"/>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微软雅黑" panose="020B0503020204020204" pitchFamily="34" charset="-122"/>
              </a:endParaRPr>
            </a:p>
          </p:txBody>
        </p:sp>
        <p:sp>
          <p:nvSpPr>
            <p:cNvPr id="455707" name="Line 27"/>
            <p:cNvSpPr>
              <a:spLocks noChangeShapeType="1"/>
            </p:cNvSpPr>
            <p:nvPr/>
          </p:nvSpPr>
          <p:spPr bwMode="auto">
            <a:xfrm>
              <a:off x="2772" y="1471"/>
              <a:ext cx="80" cy="0"/>
            </a:xfrm>
            <a:prstGeom prst="line">
              <a:avLst/>
            </a:prstGeom>
            <a:noFill/>
            <a:ln w="4763">
              <a:solidFill>
                <a:srgbClr val="000000"/>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微软雅黑" panose="020B0503020204020204" pitchFamily="34" charset="-122"/>
              </a:endParaRPr>
            </a:p>
          </p:txBody>
        </p:sp>
        <p:sp>
          <p:nvSpPr>
            <p:cNvPr id="455708" name="Line 28"/>
            <p:cNvSpPr>
              <a:spLocks noChangeShapeType="1"/>
            </p:cNvSpPr>
            <p:nvPr/>
          </p:nvSpPr>
          <p:spPr bwMode="auto">
            <a:xfrm>
              <a:off x="2852" y="1471"/>
              <a:ext cx="0" cy="398"/>
            </a:xfrm>
            <a:prstGeom prst="line">
              <a:avLst/>
            </a:prstGeom>
            <a:noFill/>
            <a:ln w="4763">
              <a:solidFill>
                <a:srgbClr val="000000"/>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微软雅黑" panose="020B0503020204020204" pitchFamily="34" charset="-122"/>
              </a:endParaRPr>
            </a:p>
          </p:txBody>
        </p:sp>
        <p:sp>
          <p:nvSpPr>
            <p:cNvPr id="455709" name="Line 29"/>
            <p:cNvSpPr>
              <a:spLocks noChangeShapeType="1"/>
            </p:cNvSpPr>
            <p:nvPr/>
          </p:nvSpPr>
          <p:spPr bwMode="auto">
            <a:xfrm>
              <a:off x="2772" y="1531"/>
              <a:ext cx="80" cy="0"/>
            </a:xfrm>
            <a:prstGeom prst="line">
              <a:avLst/>
            </a:prstGeom>
            <a:noFill/>
            <a:ln w="4763">
              <a:solidFill>
                <a:srgbClr val="000000"/>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微软雅黑" panose="020B0503020204020204" pitchFamily="34" charset="-122"/>
              </a:endParaRPr>
            </a:p>
          </p:txBody>
        </p:sp>
        <p:sp>
          <p:nvSpPr>
            <p:cNvPr id="455710" name="Line 30"/>
            <p:cNvSpPr>
              <a:spLocks noChangeShapeType="1"/>
            </p:cNvSpPr>
            <p:nvPr/>
          </p:nvSpPr>
          <p:spPr bwMode="auto">
            <a:xfrm>
              <a:off x="2772" y="1591"/>
              <a:ext cx="80" cy="0"/>
            </a:xfrm>
            <a:prstGeom prst="line">
              <a:avLst/>
            </a:prstGeom>
            <a:noFill/>
            <a:ln w="4763">
              <a:solidFill>
                <a:srgbClr val="000000"/>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微软雅黑" panose="020B0503020204020204" pitchFamily="34" charset="-122"/>
              </a:endParaRPr>
            </a:p>
          </p:txBody>
        </p:sp>
        <p:sp>
          <p:nvSpPr>
            <p:cNvPr id="455711" name="Line 31"/>
            <p:cNvSpPr>
              <a:spLocks noChangeShapeType="1"/>
            </p:cNvSpPr>
            <p:nvPr/>
          </p:nvSpPr>
          <p:spPr bwMode="auto">
            <a:xfrm>
              <a:off x="2772" y="1650"/>
              <a:ext cx="80" cy="0"/>
            </a:xfrm>
            <a:prstGeom prst="line">
              <a:avLst/>
            </a:prstGeom>
            <a:noFill/>
            <a:ln w="4763">
              <a:solidFill>
                <a:srgbClr val="000000"/>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微软雅黑" panose="020B0503020204020204" pitchFamily="34" charset="-122"/>
              </a:endParaRPr>
            </a:p>
          </p:txBody>
        </p:sp>
        <p:sp>
          <p:nvSpPr>
            <p:cNvPr id="455712" name="Line 32"/>
            <p:cNvSpPr>
              <a:spLocks noChangeShapeType="1"/>
            </p:cNvSpPr>
            <p:nvPr/>
          </p:nvSpPr>
          <p:spPr bwMode="auto">
            <a:xfrm>
              <a:off x="2772" y="1710"/>
              <a:ext cx="80" cy="0"/>
            </a:xfrm>
            <a:prstGeom prst="line">
              <a:avLst/>
            </a:prstGeom>
            <a:noFill/>
            <a:ln w="4763">
              <a:solidFill>
                <a:srgbClr val="000000"/>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微软雅黑" panose="020B0503020204020204" pitchFamily="34" charset="-122"/>
              </a:endParaRPr>
            </a:p>
          </p:txBody>
        </p:sp>
        <p:sp>
          <p:nvSpPr>
            <p:cNvPr id="455713" name="Line 33"/>
            <p:cNvSpPr>
              <a:spLocks noChangeShapeType="1"/>
            </p:cNvSpPr>
            <p:nvPr/>
          </p:nvSpPr>
          <p:spPr bwMode="auto">
            <a:xfrm>
              <a:off x="2772" y="1770"/>
              <a:ext cx="80" cy="0"/>
            </a:xfrm>
            <a:prstGeom prst="line">
              <a:avLst/>
            </a:prstGeom>
            <a:noFill/>
            <a:ln w="4763">
              <a:solidFill>
                <a:srgbClr val="000000"/>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微软雅黑" panose="020B0503020204020204" pitchFamily="34" charset="-122"/>
              </a:endParaRPr>
            </a:p>
          </p:txBody>
        </p:sp>
        <p:sp>
          <p:nvSpPr>
            <p:cNvPr id="455714" name="Line 34"/>
            <p:cNvSpPr>
              <a:spLocks noChangeShapeType="1"/>
            </p:cNvSpPr>
            <p:nvPr/>
          </p:nvSpPr>
          <p:spPr bwMode="auto">
            <a:xfrm>
              <a:off x="2772" y="1830"/>
              <a:ext cx="80" cy="0"/>
            </a:xfrm>
            <a:prstGeom prst="line">
              <a:avLst/>
            </a:prstGeom>
            <a:noFill/>
            <a:ln w="4763">
              <a:solidFill>
                <a:srgbClr val="000000"/>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微软雅黑" panose="020B0503020204020204" pitchFamily="34" charset="-122"/>
              </a:endParaRPr>
            </a:p>
          </p:txBody>
        </p:sp>
        <p:sp>
          <p:nvSpPr>
            <p:cNvPr id="455715" name="Line 35"/>
            <p:cNvSpPr>
              <a:spLocks noChangeShapeType="1"/>
            </p:cNvSpPr>
            <p:nvPr/>
          </p:nvSpPr>
          <p:spPr bwMode="auto">
            <a:xfrm flipV="1">
              <a:off x="2772" y="1471"/>
              <a:ext cx="0" cy="398"/>
            </a:xfrm>
            <a:prstGeom prst="line">
              <a:avLst/>
            </a:prstGeom>
            <a:noFill/>
            <a:ln w="4763">
              <a:solidFill>
                <a:srgbClr val="000000"/>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微软雅黑" panose="020B0503020204020204" pitchFamily="34" charset="-122"/>
              </a:endParaRPr>
            </a:p>
          </p:txBody>
        </p:sp>
        <p:sp>
          <p:nvSpPr>
            <p:cNvPr id="455716" name="Line 36"/>
            <p:cNvSpPr>
              <a:spLocks noChangeShapeType="1"/>
            </p:cNvSpPr>
            <p:nvPr/>
          </p:nvSpPr>
          <p:spPr bwMode="auto">
            <a:xfrm>
              <a:off x="2772" y="1471"/>
              <a:ext cx="80" cy="0"/>
            </a:xfrm>
            <a:prstGeom prst="line">
              <a:avLst/>
            </a:prstGeom>
            <a:noFill/>
            <a:ln w="4763">
              <a:solidFill>
                <a:srgbClr val="000000"/>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微软雅黑" panose="020B0503020204020204" pitchFamily="34" charset="-122"/>
              </a:endParaRPr>
            </a:p>
          </p:txBody>
        </p:sp>
        <p:sp>
          <p:nvSpPr>
            <p:cNvPr id="455717" name="Line 37"/>
            <p:cNvSpPr>
              <a:spLocks noChangeShapeType="1"/>
            </p:cNvSpPr>
            <p:nvPr/>
          </p:nvSpPr>
          <p:spPr bwMode="auto">
            <a:xfrm>
              <a:off x="2852" y="1471"/>
              <a:ext cx="0" cy="398"/>
            </a:xfrm>
            <a:prstGeom prst="line">
              <a:avLst/>
            </a:prstGeom>
            <a:noFill/>
            <a:ln w="4763">
              <a:solidFill>
                <a:srgbClr val="000000"/>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微软雅黑" panose="020B0503020204020204" pitchFamily="34" charset="-122"/>
              </a:endParaRPr>
            </a:p>
          </p:txBody>
        </p:sp>
        <p:sp>
          <p:nvSpPr>
            <p:cNvPr id="455718" name="Line 38"/>
            <p:cNvSpPr>
              <a:spLocks noChangeShapeType="1"/>
            </p:cNvSpPr>
            <p:nvPr/>
          </p:nvSpPr>
          <p:spPr bwMode="auto">
            <a:xfrm>
              <a:off x="2772" y="1531"/>
              <a:ext cx="80" cy="0"/>
            </a:xfrm>
            <a:prstGeom prst="line">
              <a:avLst/>
            </a:prstGeom>
            <a:noFill/>
            <a:ln w="4763">
              <a:solidFill>
                <a:srgbClr val="000000"/>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微软雅黑" panose="020B0503020204020204" pitchFamily="34" charset="-122"/>
              </a:endParaRPr>
            </a:p>
          </p:txBody>
        </p:sp>
        <p:sp>
          <p:nvSpPr>
            <p:cNvPr id="455719" name="Line 39"/>
            <p:cNvSpPr>
              <a:spLocks noChangeShapeType="1"/>
            </p:cNvSpPr>
            <p:nvPr/>
          </p:nvSpPr>
          <p:spPr bwMode="auto">
            <a:xfrm>
              <a:off x="2772" y="1591"/>
              <a:ext cx="80" cy="0"/>
            </a:xfrm>
            <a:prstGeom prst="line">
              <a:avLst/>
            </a:prstGeom>
            <a:noFill/>
            <a:ln w="4763">
              <a:solidFill>
                <a:srgbClr val="000000"/>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微软雅黑" panose="020B0503020204020204" pitchFamily="34" charset="-122"/>
              </a:endParaRPr>
            </a:p>
          </p:txBody>
        </p:sp>
        <p:sp>
          <p:nvSpPr>
            <p:cNvPr id="455720" name="Line 40"/>
            <p:cNvSpPr>
              <a:spLocks noChangeShapeType="1"/>
            </p:cNvSpPr>
            <p:nvPr/>
          </p:nvSpPr>
          <p:spPr bwMode="auto">
            <a:xfrm>
              <a:off x="2772" y="1650"/>
              <a:ext cx="80" cy="0"/>
            </a:xfrm>
            <a:prstGeom prst="line">
              <a:avLst/>
            </a:prstGeom>
            <a:noFill/>
            <a:ln w="4763">
              <a:solidFill>
                <a:srgbClr val="000000"/>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微软雅黑" panose="020B0503020204020204" pitchFamily="34" charset="-122"/>
              </a:endParaRPr>
            </a:p>
          </p:txBody>
        </p:sp>
        <p:sp>
          <p:nvSpPr>
            <p:cNvPr id="455721" name="Line 41"/>
            <p:cNvSpPr>
              <a:spLocks noChangeShapeType="1"/>
            </p:cNvSpPr>
            <p:nvPr/>
          </p:nvSpPr>
          <p:spPr bwMode="auto">
            <a:xfrm>
              <a:off x="2772" y="1710"/>
              <a:ext cx="80" cy="0"/>
            </a:xfrm>
            <a:prstGeom prst="line">
              <a:avLst/>
            </a:prstGeom>
            <a:noFill/>
            <a:ln w="4763">
              <a:solidFill>
                <a:srgbClr val="000000"/>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微软雅黑" panose="020B0503020204020204" pitchFamily="34" charset="-122"/>
              </a:endParaRPr>
            </a:p>
          </p:txBody>
        </p:sp>
        <p:sp>
          <p:nvSpPr>
            <p:cNvPr id="455722" name="Line 42"/>
            <p:cNvSpPr>
              <a:spLocks noChangeShapeType="1"/>
            </p:cNvSpPr>
            <p:nvPr/>
          </p:nvSpPr>
          <p:spPr bwMode="auto">
            <a:xfrm>
              <a:off x="2772" y="1770"/>
              <a:ext cx="80" cy="0"/>
            </a:xfrm>
            <a:prstGeom prst="line">
              <a:avLst/>
            </a:prstGeom>
            <a:noFill/>
            <a:ln w="4763">
              <a:solidFill>
                <a:srgbClr val="000000"/>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微软雅黑" panose="020B0503020204020204" pitchFamily="34" charset="-122"/>
              </a:endParaRPr>
            </a:p>
          </p:txBody>
        </p:sp>
        <p:sp>
          <p:nvSpPr>
            <p:cNvPr id="455723" name="Line 43"/>
            <p:cNvSpPr>
              <a:spLocks noChangeShapeType="1"/>
            </p:cNvSpPr>
            <p:nvPr/>
          </p:nvSpPr>
          <p:spPr bwMode="auto">
            <a:xfrm>
              <a:off x="2772" y="1830"/>
              <a:ext cx="80" cy="0"/>
            </a:xfrm>
            <a:prstGeom prst="line">
              <a:avLst/>
            </a:prstGeom>
            <a:noFill/>
            <a:ln w="4763">
              <a:solidFill>
                <a:srgbClr val="000000"/>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微软雅黑" panose="020B0503020204020204" pitchFamily="34" charset="-122"/>
              </a:endParaRPr>
            </a:p>
          </p:txBody>
        </p:sp>
      </p:grpSp>
      <p:grpSp>
        <p:nvGrpSpPr>
          <p:cNvPr id="455880" name="Group 200"/>
          <p:cNvGrpSpPr/>
          <p:nvPr/>
        </p:nvGrpSpPr>
        <p:grpSpPr bwMode="auto">
          <a:xfrm>
            <a:off x="5995988" y="4422776"/>
            <a:ext cx="315912" cy="631825"/>
            <a:chOff x="2817" y="2786"/>
            <a:chExt cx="199" cy="398"/>
          </a:xfrm>
        </p:grpSpPr>
        <p:sp>
          <p:nvSpPr>
            <p:cNvPr id="455724" name="Line 44"/>
            <p:cNvSpPr>
              <a:spLocks noChangeShapeType="1"/>
            </p:cNvSpPr>
            <p:nvPr/>
          </p:nvSpPr>
          <p:spPr bwMode="auto">
            <a:xfrm flipV="1">
              <a:off x="2936" y="2786"/>
              <a:ext cx="0" cy="398"/>
            </a:xfrm>
            <a:prstGeom prst="line">
              <a:avLst/>
            </a:prstGeom>
            <a:noFill/>
            <a:ln w="4763">
              <a:solidFill>
                <a:srgbClr val="000000"/>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微软雅黑" panose="020B0503020204020204" pitchFamily="34" charset="-122"/>
              </a:endParaRPr>
            </a:p>
          </p:txBody>
        </p:sp>
        <p:sp>
          <p:nvSpPr>
            <p:cNvPr id="455725" name="Line 45"/>
            <p:cNvSpPr>
              <a:spLocks noChangeShapeType="1"/>
            </p:cNvSpPr>
            <p:nvPr/>
          </p:nvSpPr>
          <p:spPr bwMode="auto">
            <a:xfrm>
              <a:off x="2936" y="2786"/>
              <a:ext cx="80" cy="0"/>
            </a:xfrm>
            <a:prstGeom prst="line">
              <a:avLst/>
            </a:prstGeom>
            <a:noFill/>
            <a:ln w="4763">
              <a:solidFill>
                <a:srgbClr val="000000"/>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微软雅黑" panose="020B0503020204020204" pitchFamily="34" charset="-122"/>
              </a:endParaRPr>
            </a:p>
          </p:txBody>
        </p:sp>
        <p:sp>
          <p:nvSpPr>
            <p:cNvPr id="455726" name="Line 46"/>
            <p:cNvSpPr>
              <a:spLocks noChangeShapeType="1"/>
            </p:cNvSpPr>
            <p:nvPr/>
          </p:nvSpPr>
          <p:spPr bwMode="auto">
            <a:xfrm>
              <a:off x="3016" y="2786"/>
              <a:ext cx="0" cy="398"/>
            </a:xfrm>
            <a:prstGeom prst="line">
              <a:avLst/>
            </a:prstGeom>
            <a:noFill/>
            <a:ln w="4763">
              <a:solidFill>
                <a:srgbClr val="000000"/>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微软雅黑" panose="020B0503020204020204" pitchFamily="34" charset="-122"/>
              </a:endParaRPr>
            </a:p>
          </p:txBody>
        </p:sp>
        <p:sp>
          <p:nvSpPr>
            <p:cNvPr id="455727" name="Line 47"/>
            <p:cNvSpPr>
              <a:spLocks noChangeShapeType="1"/>
            </p:cNvSpPr>
            <p:nvPr/>
          </p:nvSpPr>
          <p:spPr bwMode="auto">
            <a:xfrm>
              <a:off x="2936" y="2845"/>
              <a:ext cx="80" cy="0"/>
            </a:xfrm>
            <a:prstGeom prst="line">
              <a:avLst/>
            </a:prstGeom>
            <a:noFill/>
            <a:ln w="4763">
              <a:solidFill>
                <a:srgbClr val="000000"/>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微软雅黑" panose="020B0503020204020204" pitchFamily="34" charset="-122"/>
              </a:endParaRPr>
            </a:p>
          </p:txBody>
        </p:sp>
        <p:sp>
          <p:nvSpPr>
            <p:cNvPr id="455728" name="Line 48"/>
            <p:cNvSpPr>
              <a:spLocks noChangeShapeType="1"/>
            </p:cNvSpPr>
            <p:nvPr/>
          </p:nvSpPr>
          <p:spPr bwMode="auto">
            <a:xfrm>
              <a:off x="2936" y="2905"/>
              <a:ext cx="80" cy="0"/>
            </a:xfrm>
            <a:prstGeom prst="line">
              <a:avLst/>
            </a:prstGeom>
            <a:noFill/>
            <a:ln w="4763">
              <a:solidFill>
                <a:srgbClr val="000000"/>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微软雅黑" panose="020B0503020204020204" pitchFamily="34" charset="-122"/>
              </a:endParaRPr>
            </a:p>
          </p:txBody>
        </p:sp>
        <p:sp>
          <p:nvSpPr>
            <p:cNvPr id="455729" name="Line 49"/>
            <p:cNvSpPr>
              <a:spLocks noChangeShapeType="1"/>
            </p:cNvSpPr>
            <p:nvPr/>
          </p:nvSpPr>
          <p:spPr bwMode="auto">
            <a:xfrm>
              <a:off x="2936" y="2965"/>
              <a:ext cx="80" cy="0"/>
            </a:xfrm>
            <a:prstGeom prst="line">
              <a:avLst/>
            </a:prstGeom>
            <a:noFill/>
            <a:ln w="4763">
              <a:solidFill>
                <a:srgbClr val="000000"/>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微软雅黑" panose="020B0503020204020204" pitchFamily="34" charset="-122"/>
              </a:endParaRPr>
            </a:p>
          </p:txBody>
        </p:sp>
        <p:sp>
          <p:nvSpPr>
            <p:cNvPr id="455730" name="Line 50"/>
            <p:cNvSpPr>
              <a:spLocks noChangeShapeType="1"/>
            </p:cNvSpPr>
            <p:nvPr/>
          </p:nvSpPr>
          <p:spPr bwMode="auto">
            <a:xfrm>
              <a:off x="2936" y="3025"/>
              <a:ext cx="80" cy="0"/>
            </a:xfrm>
            <a:prstGeom prst="line">
              <a:avLst/>
            </a:prstGeom>
            <a:noFill/>
            <a:ln w="4763">
              <a:solidFill>
                <a:srgbClr val="000000"/>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微软雅黑" panose="020B0503020204020204" pitchFamily="34" charset="-122"/>
              </a:endParaRPr>
            </a:p>
          </p:txBody>
        </p:sp>
        <p:sp>
          <p:nvSpPr>
            <p:cNvPr id="455731" name="Line 51"/>
            <p:cNvSpPr>
              <a:spLocks noChangeShapeType="1"/>
            </p:cNvSpPr>
            <p:nvPr/>
          </p:nvSpPr>
          <p:spPr bwMode="auto">
            <a:xfrm>
              <a:off x="2936" y="3084"/>
              <a:ext cx="80" cy="0"/>
            </a:xfrm>
            <a:prstGeom prst="line">
              <a:avLst/>
            </a:prstGeom>
            <a:noFill/>
            <a:ln w="4763">
              <a:solidFill>
                <a:srgbClr val="000000"/>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微软雅黑" panose="020B0503020204020204" pitchFamily="34" charset="-122"/>
              </a:endParaRPr>
            </a:p>
          </p:txBody>
        </p:sp>
        <p:sp>
          <p:nvSpPr>
            <p:cNvPr id="455732" name="Line 52"/>
            <p:cNvSpPr>
              <a:spLocks noChangeShapeType="1"/>
            </p:cNvSpPr>
            <p:nvPr/>
          </p:nvSpPr>
          <p:spPr bwMode="auto">
            <a:xfrm>
              <a:off x="2936" y="3144"/>
              <a:ext cx="80" cy="0"/>
            </a:xfrm>
            <a:prstGeom prst="line">
              <a:avLst/>
            </a:prstGeom>
            <a:noFill/>
            <a:ln w="4763">
              <a:solidFill>
                <a:srgbClr val="000000"/>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微软雅黑" panose="020B0503020204020204" pitchFamily="34" charset="-122"/>
              </a:endParaRPr>
            </a:p>
          </p:txBody>
        </p:sp>
        <p:sp>
          <p:nvSpPr>
            <p:cNvPr id="455733" name="Line 53"/>
            <p:cNvSpPr>
              <a:spLocks noChangeShapeType="1"/>
            </p:cNvSpPr>
            <p:nvPr/>
          </p:nvSpPr>
          <p:spPr bwMode="auto">
            <a:xfrm flipV="1">
              <a:off x="2936" y="2786"/>
              <a:ext cx="0" cy="398"/>
            </a:xfrm>
            <a:prstGeom prst="line">
              <a:avLst/>
            </a:prstGeom>
            <a:noFill/>
            <a:ln w="4763">
              <a:solidFill>
                <a:srgbClr val="000000"/>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微软雅黑" panose="020B0503020204020204" pitchFamily="34" charset="-122"/>
              </a:endParaRPr>
            </a:p>
          </p:txBody>
        </p:sp>
        <p:sp>
          <p:nvSpPr>
            <p:cNvPr id="455734" name="Line 54"/>
            <p:cNvSpPr>
              <a:spLocks noChangeShapeType="1"/>
            </p:cNvSpPr>
            <p:nvPr/>
          </p:nvSpPr>
          <p:spPr bwMode="auto">
            <a:xfrm>
              <a:off x="2936" y="2786"/>
              <a:ext cx="80" cy="0"/>
            </a:xfrm>
            <a:prstGeom prst="line">
              <a:avLst/>
            </a:prstGeom>
            <a:noFill/>
            <a:ln w="4763">
              <a:solidFill>
                <a:srgbClr val="000000"/>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微软雅黑" panose="020B0503020204020204" pitchFamily="34" charset="-122"/>
              </a:endParaRPr>
            </a:p>
          </p:txBody>
        </p:sp>
        <p:sp>
          <p:nvSpPr>
            <p:cNvPr id="455735" name="Line 55"/>
            <p:cNvSpPr>
              <a:spLocks noChangeShapeType="1"/>
            </p:cNvSpPr>
            <p:nvPr/>
          </p:nvSpPr>
          <p:spPr bwMode="auto">
            <a:xfrm>
              <a:off x="3016" y="2786"/>
              <a:ext cx="0" cy="398"/>
            </a:xfrm>
            <a:prstGeom prst="line">
              <a:avLst/>
            </a:prstGeom>
            <a:noFill/>
            <a:ln w="4763">
              <a:solidFill>
                <a:srgbClr val="000000"/>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微软雅黑" panose="020B0503020204020204" pitchFamily="34" charset="-122"/>
              </a:endParaRPr>
            </a:p>
          </p:txBody>
        </p:sp>
        <p:sp>
          <p:nvSpPr>
            <p:cNvPr id="455736" name="Line 56"/>
            <p:cNvSpPr>
              <a:spLocks noChangeShapeType="1"/>
            </p:cNvSpPr>
            <p:nvPr/>
          </p:nvSpPr>
          <p:spPr bwMode="auto">
            <a:xfrm>
              <a:off x="2936" y="2845"/>
              <a:ext cx="80" cy="0"/>
            </a:xfrm>
            <a:prstGeom prst="line">
              <a:avLst/>
            </a:prstGeom>
            <a:noFill/>
            <a:ln w="4763">
              <a:solidFill>
                <a:srgbClr val="000000"/>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微软雅黑" panose="020B0503020204020204" pitchFamily="34" charset="-122"/>
              </a:endParaRPr>
            </a:p>
          </p:txBody>
        </p:sp>
        <p:sp>
          <p:nvSpPr>
            <p:cNvPr id="455737" name="Line 57"/>
            <p:cNvSpPr>
              <a:spLocks noChangeShapeType="1"/>
            </p:cNvSpPr>
            <p:nvPr/>
          </p:nvSpPr>
          <p:spPr bwMode="auto">
            <a:xfrm>
              <a:off x="2936" y="2905"/>
              <a:ext cx="80" cy="0"/>
            </a:xfrm>
            <a:prstGeom prst="line">
              <a:avLst/>
            </a:prstGeom>
            <a:noFill/>
            <a:ln w="4763">
              <a:solidFill>
                <a:srgbClr val="000000"/>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微软雅黑" panose="020B0503020204020204" pitchFamily="34" charset="-122"/>
              </a:endParaRPr>
            </a:p>
          </p:txBody>
        </p:sp>
        <p:sp>
          <p:nvSpPr>
            <p:cNvPr id="455738" name="Line 58"/>
            <p:cNvSpPr>
              <a:spLocks noChangeShapeType="1"/>
            </p:cNvSpPr>
            <p:nvPr/>
          </p:nvSpPr>
          <p:spPr bwMode="auto">
            <a:xfrm>
              <a:off x="2936" y="2965"/>
              <a:ext cx="80" cy="0"/>
            </a:xfrm>
            <a:prstGeom prst="line">
              <a:avLst/>
            </a:prstGeom>
            <a:noFill/>
            <a:ln w="4763">
              <a:solidFill>
                <a:srgbClr val="000000"/>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微软雅黑" panose="020B0503020204020204" pitchFamily="34" charset="-122"/>
              </a:endParaRPr>
            </a:p>
          </p:txBody>
        </p:sp>
        <p:sp>
          <p:nvSpPr>
            <p:cNvPr id="455739" name="Line 59"/>
            <p:cNvSpPr>
              <a:spLocks noChangeShapeType="1"/>
            </p:cNvSpPr>
            <p:nvPr/>
          </p:nvSpPr>
          <p:spPr bwMode="auto">
            <a:xfrm>
              <a:off x="2936" y="3025"/>
              <a:ext cx="80" cy="0"/>
            </a:xfrm>
            <a:prstGeom prst="line">
              <a:avLst/>
            </a:prstGeom>
            <a:noFill/>
            <a:ln w="4763">
              <a:solidFill>
                <a:srgbClr val="000000"/>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微软雅黑" panose="020B0503020204020204" pitchFamily="34" charset="-122"/>
              </a:endParaRPr>
            </a:p>
          </p:txBody>
        </p:sp>
        <p:sp>
          <p:nvSpPr>
            <p:cNvPr id="455740" name="Line 60"/>
            <p:cNvSpPr>
              <a:spLocks noChangeShapeType="1"/>
            </p:cNvSpPr>
            <p:nvPr/>
          </p:nvSpPr>
          <p:spPr bwMode="auto">
            <a:xfrm>
              <a:off x="2936" y="3084"/>
              <a:ext cx="80" cy="0"/>
            </a:xfrm>
            <a:prstGeom prst="line">
              <a:avLst/>
            </a:prstGeom>
            <a:noFill/>
            <a:ln w="4763">
              <a:solidFill>
                <a:srgbClr val="000000"/>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微软雅黑" panose="020B0503020204020204" pitchFamily="34" charset="-122"/>
              </a:endParaRPr>
            </a:p>
          </p:txBody>
        </p:sp>
        <p:sp>
          <p:nvSpPr>
            <p:cNvPr id="455741" name="Line 61"/>
            <p:cNvSpPr>
              <a:spLocks noChangeShapeType="1"/>
            </p:cNvSpPr>
            <p:nvPr/>
          </p:nvSpPr>
          <p:spPr bwMode="auto">
            <a:xfrm>
              <a:off x="2936" y="3144"/>
              <a:ext cx="80" cy="0"/>
            </a:xfrm>
            <a:prstGeom prst="line">
              <a:avLst/>
            </a:prstGeom>
            <a:noFill/>
            <a:ln w="4763">
              <a:solidFill>
                <a:srgbClr val="000000"/>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微软雅黑" panose="020B0503020204020204" pitchFamily="34" charset="-122"/>
              </a:endParaRPr>
            </a:p>
          </p:txBody>
        </p:sp>
        <p:sp>
          <p:nvSpPr>
            <p:cNvPr id="455742" name="Line 62"/>
            <p:cNvSpPr>
              <a:spLocks noChangeShapeType="1"/>
            </p:cNvSpPr>
            <p:nvPr/>
          </p:nvSpPr>
          <p:spPr bwMode="auto">
            <a:xfrm>
              <a:off x="2897" y="2786"/>
              <a:ext cx="0" cy="398"/>
            </a:xfrm>
            <a:prstGeom prst="line">
              <a:avLst/>
            </a:prstGeom>
            <a:noFill/>
            <a:ln w="4763">
              <a:solidFill>
                <a:srgbClr val="000000"/>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微软雅黑" panose="020B0503020204020204" pitchFamily="34" charset="-122"/>
              </a:endParaRPr>
            </a:p>
          </p:txBody>
        </p:sp>
        <p:sp>
          <p:nvSpPr>
            <p:cNvPr id="455743" name="Line 63"/>
            <p:cNvSpPr>
              <a:spLocks noChangeShapeType="1"/>
            </p:cNvSpPr>
            <p:nvPr/>
          </p:nvSpPr>
          <p:spPr bwMode="auto">
            <a:xfrm flipH="1">
              <a:off x="2817" y="3184"/>
              <a:ext cx="80" cy="0"/>
            </a:xfrm>
            <a:prstGeom prst="line">
              <a:avLst/>
            </a:prstGeom>
            <a:noFill/>
            <a:ln w="4763">
              <a:solidFill>
                <a:srgbClr val="000000"/>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微软雅黑" panose="020B0503020204020204" pitchFamily="34" charset="-122"/>
              </a:endParaRPr>
            </a:p>
          </p:txBody>
        </p:sp>
        <p:sp>
          <p:nvSpPr>
            <p:cNvPr id="455744" name="Line 64"/>
            <p:cNvSpPr>
              <a:spLocks noChangeShapeType="1"/>
            </p:cNvSpPr>
            <p:nvPr/>
          </p:nvSpPr>
          <p:spPr bwMode="auto">
            <a:xfrm flipV="1">
              <a:off x="2817" y="2786"/>
              <a:ext cx="0" cy="398"/>
            </a:xfrm>
            <a:prstGeom prst="line">
              <a:avLst/>
            </a:prstGeom>
            <a:noFill/>
            <a:ln w="4763">
              <a:solidFill>
                <a:srgbClr val="000000"/>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微软雅黑" panose="020B0503020204020204" pitchFamily="34" charset="-122"/>
              </a:endParaRPr>
            </a:p>
          </p:txBody>
        </p:sp>
        <p:sp>
          <p:nvSpPr>
            <p:cNvPr id="455745" name="Line 65"/>
            <p:cNvSpPr>
              <a:spLocks noChangeShapeType="1"/>
            </p:cNvSpPr>
            <p:nvPr/>
          </p:nvSpPr>
          <p:spPr bwMode="auto">
            <a:xfrm flipH="1">
              <a:off x="2817" y="3124"/>
              <a:ext cx="80" cy="0"/>
            </a:xfrm>
            <a:prstGeom prst="line">
              <a:avLst/>
            </a:prstGeom>
            <a:noFill/>
            <a:ln w="4763">
              <a:solidFill>
                <a:srgbClr val="000000"/>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微软雅黑" panose="020B0503020204020204" pitchFamily="34" charset="-122"/>
              </a:endParaRPr>
            </a:p>
          </p:txBody>
        </p:sp>
        <p:sp>
          <p:nvSpPr>
            <p:cNvPr id="455746" name="Line 66"/>
            <p:cNvSpPr>
              <a:spLocks noChangeShapeType="1"/>
            </p:cNvSpPr>
            <p:nvPr/>
          </p:nvSpPr>
          <p:spPr bwMode="auto">
            <a:xfrm flipH="1">
              <a:off x="2817" y="3065"/>
              <a:ext cx="80" cy="0"/>
            </a:xfrm>
            <a:prstGeom prst="line">
              <a:avLst/>
            </a:prstGeom>
            <a:noFill/>
            <a:ln w="4763">
              <a:solidFill>
                <a:srgbClr val="000000"/>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微软雅黑" panose="020B0503020204020204" pitchFamily="34" charset="-122"/>
              </a:endParaRPr>
            </a:p>
          </p:txBody>
        </p:sp>
        <p:sp>
          <p:nvSpPr>
            <p:cNvPr id="455747" name="Line 67"/>
            <p:cNvSpPr>
              <a:spLocks noChangeShapeType="1"/>
            </p:cNvSpPr>
            <p:nvPr/>
          </p:nvSpPr>
          <p:spPr bwMode="auto">
            <a:xfrm flipH="1">
              <a:off x="2817" y="3005"/>
              <a:ext cx="80" cy="0"/>
            </a:xfrm>
            <a:prstGeom prst="line">
              <a:avLst/>
            </a:prstGeom>
            <a:noFill/>
            <a:ln w="4763">
              <a:solidFill>
                <a:srgbClr val="000000"/>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微软雅黑" panose="020B0503020204020204" pitchFamily="34" charset="-122"/>
              </a:endParaRPr>
            </a:p>
          </p:txBody>
        </p:sp>
        <p:sp>
          <p:nvSpPr>
            <p:cNvPr id="455748" name="Line 68"/>
            <p:cNvSpPr>
              <a:spLocks noChangeShapeType="1"/>
            </p:cNvSpPr>
            <p:nvPr/>
          </p:nvSpPr>
          <p:spPr bwMode="auto">
            <a:xfrm flipH="1">
              <a:off x="2817" y="2945"/>
              <a:ext cx="80" cy="0"/>
            </a:xfrm>
            <a:prstGeom prst="line">
              <a:avLst/>
            </a:prstGeom>
            <a:noFill/>
            <a:ln w="4763">
              <a:solidFill>
                <a:srgbClr val="000000"/>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微软雅黑" panose="020B0503020204020204" pitchFamily="34" charset="-122"/>
              </a:endParaRPr>
            </a:p>
          </p:txBody>
        </p:sp>
        <p:sp>
          <p:nvSpPr>
            <p:cNvPr id="455749" name="Line 69"/>
            <p:cNvSpPr>
              <a:spLocks noChangeShapeType="1"/>
            </p:cNvSpPr>
            <p:nvPr/>
          </p:nvSpPr>
          <p:spPr bwMode="auto">
            <a:xfrm flipH="1">
              <a:off x="2817" y="2885"/>
              <a:ext cx="80" cy="0"/>
            </a:xfrm>
            <a:prstGeom prst="line">
              <a:avLst/>
            </a:prstGeom>
            <a:noFill/>
            <a:ln w="4763">
              <a:solidFill>
                <a:srgbClr val="000000"/>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微软雅黑" panose="020B0503020204020204" pitchFamily="34" charset="-122"/>
              </a:endParaRPr>
            </a:p>
          </p:txBody>
        </p:sp>
        <p:sp>
          <p:nvSpPr>
            <p:cNvPr id="455750" name="Line 70"/>
            <p:cNvSpPr>
              <a:spLocks noChangeShapeType="1"/>
            </p:cNvSpPr>
            <p:nvPr/>
          </p:nvSpPr>
          <p:spPr bwMode="auto">
            <a:xfrm flipH="1">
              <a:off x="2817" y="2826"/>
              <a:ext cx="80" cy="0"/>
            </a:xfrm>
            <a:prstGeom prst="line">
              <a:avLst/>
            </a:prstGeom>
            <a:noFill/>
            <a:ln w="4763">
              <a:solidFill>
                <a:srgbClr val="000000"/>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微软雅黑" panose="020B0503020204020204" pitchFamily="34" charset="-122"/>
              </a:endParaRPr>
            </a:p>
          </p:txBody>
        </p:sp>
        <p:sp>
          <p:nvSpPr>
            <p:cNvPr id="455751" name="Line 71"/>
            <p:cNvSpPr>
              <a:spLocks noChangeShapeType="1"/>
            </p:cNvSpPr>
            <p:nvPr/>
          </p:nvSpPr>
          <p:spPr bwMode="auto">
            <a:xfrm>
              <a:off x="2897" y="2786"/>
              <a:ext cx="0" cy="398"/>
            </a:xfrm>
            <a:prstGeom prst="line">
              <a:avLst/>
            </a:prstGeom>
            <a:noFill/>
            <a:ln w="4763">
              <a:solidFill>
                <a:srgbClr val="000000"/>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微软雅黑" panose="020B0503020204020204" pitchFamily="34" charset="-122"/>
              </a:endParaRPr>
            </a:p>
          </p:txBody>
        </p:sp>
        <p:sp>
          <p:nvSpPr>
            <p:cNvPr id="455752" name="Line 72"/>
            <p:cNvSpPr>
              <a:spLocks noChangeShapeType="1"/>
            </p:cNvSpPr>
            <p:nvPr/>
          </p:nvSpPr>
          <p:spPr bwMode="auto">
            <a:xfrm flipH="1">
              <a:off x="2817" y="3184"/>
              <a:ext cx="80" cy="0"/>
            </a:xfrm>
            <a:prstGeom prst="line">
              <a:avLst/>
            </a:prstGeom>
            <a:noFill/>
            <a:ln w="4763">
              <a:solidFill>
                <a:srgbClr val="000000"/>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微软雅黑" panose="020B0503020204020204" pitchFamily="34" charset="-122"/>
              </a:endParaRPr>
            </a:p>
          </p:txBody>
        </p:sp>
        <p:sp>
          <p:nvSpPr>
            <p:cNvPr id="455753" name="Line 73"/>
            <p:cNvSpPr>
              <a:spLocks noChangeShapeType="1"/>
            </p:cNvSpPr>
            <p:nvPr/>
          </p:nvSpPr>
          <p:spPr bwMode="auto">
            <a:xfrm flipV="1">
              <a:off x="2817" y="2786"/>
              <a:ext cx="0" cy="398"/>
            </a:xfrm>
            <a:prstGeom prst="line">
              <a:avLst/>
            </a:prstGeom>
            <a:noFill/>
            <a:ln w="4763">
              <a:solidFill>
                <a:srgbClr val="000000"/>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微软雅黑" panose="020B0503020204020204" pitchFamily="34" charset="-122"/>
              </a:endParaRPr>
            </a:p>
          </p:txBody>
        </p:sp>
        <p:sp>
          <p:nvSpPr>
            <p:cNvPr id="455754" name="Line 74"/>
            <p:cNvSpPr>
              <a:spLocks noChangeShapeType="1"/>
            </p:cNvSpPr>
            <p:nvPr/>
          </p:nvSpPr>
          <p:spPr bwMode="auto">
            <a:xfrm flipH="1">
              <a:off x="2817" y="3124"/>
              <a:ext cx="80" cy="0"/>
            </a:xfrm>
            <a:prstGeom prst="line">
              <a:avLst/>
            </a:prstGeom>
            <a:noFill/>
            <a:ln w="4763">
              <a:solidFill>
                <a:srgbClr val="000000"/>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微软雅黑" panose="020B0503020204020204" pitchFamily="34" charset="-122"/>
              </a:endParaRPr>
            </a:p>
          </p:txBody>
        </p:sp>
        <p:sp>
          <p:nvSpPr>
            <p:cNvPr id="455755" name="Line 75"/>
            <p:cNvSpPr>
              <a:spLocks noChangeShapeType="1"/>
            </p:cNvSpPr>
            <p:nvPr/>
          </p:nvSpPr>
          <p:spPr bwMode="auto">
            <a:xfrm flipH="1">
              <a:off x="2817" y="3065"/>
              <a:ext cx="80" cy="0"/>
            </a:xfrm>
            <a:prstGeom prst="line">
              <a:avLst/>
            </a:prstGeom>
            <a:noFill/>
            <a:ln w="4763">
              <a:solidFill>
                <a:srgbClr val="000000"/>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微软雅黑" panose="020B0503020204020204" pitchFamily="34" charset="-122"/>
              </a:endParaRPr>
            </a:p>
          </p:txBody>
        </p:sp>
        <p:sp>
          <p:nvSpPr>
            <p:cNvPr id="455756" name="Line 76"/>
            <p:cNvSpPr>
              <a:spLocks noChangeShapeType="1"/>
            </p:cNvSpPr>
            <p:nvPr/>
          </p:nvSpPr>
          <p:spPr bwMode="auto">
            <a:xfrm flipH="1">
              <a:off x="2817" y="3005"/>
              <a:ext cx="80" cy="0"/>
            </a:xfrm>
            <a:prstGeom prst="line">
              <a:avLst/>
            </a:prstGeom>
            <a:noFill/>
            <a:ln w="4763">
              <a:solidFill>
                <a:srgbClr val="000000"/>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微软雅黑" panose="020B0503020204020204" pitchFamily="34" charset="-122"/>
              </a:endParaRPr>
            </a:p>
          </p:txBody>
        </p:sp>
        <p:sp>
          <p:nvSpPr>
            <p:cNvPr id="455757" name="Line 77"/>
            <p:cNvSpPr>
              <a:spLocks noChangeShapeType="1"/>
            </p:cNvSpPr>
            <p:nvPr/>
          </p:nvSpPr>
          <p:spPr bwMode="auto">
            <a:xfrm flipH="1">
              <a:off x="2817" y="2945"/>
              <a:ext cx="80" cy="0"/>
            </a:xfrm>
            <a:prstGeom prst="line">
              <a:avLst/>
            </a:prstGeom>
            <a:noFill/>
            <a:ln w="4763">
              <a:solidFill>
                <a:srgbClr val="000000"/>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微软雅黑" panose="020B0503020204020204" pitchFamily="34" charset="-122"/>
              </a:endParaRPr>
            </a:p>
          </p:txBody>
        </p:sp>
        <p:sp>
          <p:nvSpPr>
            <p:cNvPr id="455758" name="Line 78"/>
            <p:cNvSpPr>
              <a:spLocks noChangeShapeType="1"/>
            </p:cNvSpPr>
            <p:nvPr/>
          </p:nvSpPr>
          <p:spPr bwMode="auto">
            <a:xfrm flipH="1">
              <a:off x="2817" y="2885"/>
              <a:ext cx="80" cy="0"/>
            </a:xfrm>
            <a:prstGeom prst="line">
              <a:avLst/>
            </a:prstGeom>
            <a:noFill/>
            <a:ln w="4763">
              <a:solidFill>
                <a:srgbClr val="000000"/>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微软雅黑" panose="020B0503020204020204" pitchFamily="34" charset="-122"/>
              </a:endParaRPr>
            </a:p>
          </p:txBody>
        </p:sp>
        <p:sp>
          <p:nvSpPr>
            <p:cNvPr id="455759" name="Line 79"/>
            <p:cNvSpPr>
              <a:spLocks noChangeShapeType="1"/>
            </p:cNvSpPr>
            <p:nvPr/>
          </p:nvSpPr>
          <p:spPr bwMode="auto">
            <a:xfrm flipH="1">
              <a:off x="2817" y="2826"/>
              <a:ext cx="80" cy="0"/>
            </a:xfrm>
            <a:prstGeom prst="line">
              <a:avLst/>
            </a:prstGeom>
            <a:noFill/>
            <a:ln w="4763">
              <a:solidFill>
                <a:srgbClr val="000000"/>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微软雅黑" panose="020B0503020204020204" pitchFamily="34" charset="-122"/>
              </a:endParaRPr>
            </a:p>
          </p:txBody>
        </p:sp>
      </p:grpSp>
      <p:grpSp>
        <p:nvGrpSpPr>
          <p:cNvPr id="455883" name="Group 203"/>
          <p:cNvGrpSpPr/>
          <p:nvPr/>
        </p:nvGrpSpPr>
        <p:grpSpPr bwMode="auto">
          <a:xfrm>
            <a:off x="4754564" y="3473451"/>
            <a:ext cx="631825" cy="315913"/>
            <a:chOff x="2035" y="2188"/>
            <a:chExt cx="398" cy="199"/>
          </a:xfrm>
        </p:grpSpPr>
        <p:sp>
          <p:nvSpPr>
            <p:cNvPr id="455760" name="Line 80"/>
            <p:cNvSpPr>
              <a:spLocks noChangeShapeType="1"/>
            </p:cNvSpPr>
            <p:nvPr/>
          </p:nvSpPr>
          <p:spPr bwMode="auto">
            <a:xfrm flipH="1">
              <a:off x="2035" y="2308"/>
              <a:ext cx="398" cy="0"/>
            </a:xfrm>
            <a:prstGeom prst="line">
              <a:avLst/>
            </a:prstGeom>
            <a:noFill/>
            <a:ln w="4763">
              <a:solidFill>
                <a:srgbClr val="000000"/>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微软雅黑" panose="020B0503020204020204" pitchFamily="34" charset="-122"/>
              </a:endParaRPr>
            </a:p>
          </p:txBody>
        </p:sp>
        <p:sp>
          <p:nvSpPr>
            <p:cNvPr id="455761" name="Line 81"/>
            <p:cNvSpPr>
              <a:spLocks noChangeShapeType="1"/>
            </p:cNvSpPr>
            <p:nvPr/>
          </p:nvSpPr>
          <p:spPr bwMode="auto">
            <a:xfrm>
              <a:off x="2035" y="2308"/>
              <a:ext cx="0" cy="79"/>
            </a:xfrm>
            <a:prstGeom prst="line">
              <a:avLst/>
            </a:prstGeom>
            <a:noFill/>
            <a:ln w="4763">
              <a:solidFill>
                <a:srgbClr val="000000"/>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微软雅黑" panose="020B0503020204020204" pitchFamily="34" charset="-122"/>
              </a:endParaRPr>
            </a:p>
          </p:txBody>
        </p:sp>
        <p:sp>
          <p:nvSpPr>
            <p:cNvPr id="455762" name="Line 82"/>
            <p:cNvSpPr>
              <a:spLocks noChangeShapeType="1"/>
            </p:cNvSpPr>
            <p:nvPr/>
          </p:nvSpPr>
          <p:spPr bwMode="auto">
            <a:xfrm>
              <a:off x="2035" y="2387"/>
              <a:ext cx="398" cy="0"/>
            </a:xfrm>
            <a:prstGeom prst="line">
              <a:avLst/>
            </a:prstGeom>
            <a:noFill/>
            <a:ln w="4763">
              <a:solidFill>
                <a:srgbClr val="000000"/>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微软雅黑" panose="020B0503020204020204" pitchFamily="34" charset="-122"/>
              </a:endParaRPr>
            </a:p>
          </p:txBody>
        </p:sp>
        <p:sp>
          <p:nvSpPr>
            <p:cNvPr id="455763" name="Line 83"/>
            <p:cNvSpPr>
              <a:spLocks noChangeShapeType="1"/>
            </p:cNvSpPr>
            <p:nvPr/>
          </p:nvSpPr>
          <p:spPr bwMode="auto">
            <a:xfrm>
              <a:off x="2094" y="2308"/>
              <a:ext cx="0" cy="79"/>
            </a:xfrm>
            <a:prstGeom prst="line">
              <a:avLst/>
            </a:prstGeom>
            <a:noFill/>
            <a:ln w="4763">
              <a:solidFill>
                <a:srgbClr val="000000"/>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微软雅黑" panose="020B0503020204020204" pitchFamily="34" charset="-122"/>
              </a:endParaRPr>
            </a:p>
          </p:txBody>
        </p:sp>
        <p:sp>
          <p:nvSpPr>
            <p:cNvPr id="455764" name="Line 84"/>
            <p:cNvSpPr>
              <a:spLocks noChangeShapeType="1"/>
            </p:cNvSpPr>
            <p:nvPr/>
          </p:nvSpPr>
          <p:spPr bwMode="auto">
            <a:xfrm>
              <a:off x="2154" y="2308"/>
              <a:ext cx="0" cy="79"/>
            </a:xfrm>
            <a:prstGeom prst="line">
              <a:avLst/>
            </a:prstGeom>
            <a:noFill/>
            <a:ln w="4763">
              <a:solidFill>
                <a:srgbClr val="000000"/>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微软雅黑" panose="020B0503020204020204" pitchFamily="34" charset="-122"/>
              </a:endParaRPr>
            </a:p>
          </p:txBody>
        </p:sp>
        <p:sp>
          <p:nvSpPr>
            <p:cNvPr id="455765" name="Line 85"/>
            <p:cNvSpPr>
              <a:spLocks noChangeShapeType="1"/>
            </p:cNvSpPr>
            <p:nvPr/>
          </p:nvSpPr>
          <p:spPr bwMode="auto">
            <a:xfrm>
              <a:off x="2214" y="2308"/>
              <a:ext cx="0" cy="79"/>
            </a:xfrm>
            <a:prstGeom prst="line">
              <a:avLst/>
            </a:prstGeom>
            <a:noFill/>
            <a:ln w="4763">
              <a:solidFill>
                <a:srgbClr val="000000"/>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微软雅黑" panose="020B0503020204020204" pitchFamily="34" charset="-122"/>
              </a:endParaRPr>
            </a:p>
          </p:txBody>
        </p:sp>
        <p:sp>
          <p:nvSpPr>
            <p:cNvPr id="455766" name="Line 86"/>
            <p:cNvSpPr>
              <a:spLocks noChangeShapeType="1"/>
            </p:cNvSpPr>
            <p:nvPr/>
          </p:nvSpPr>
          <p:spPr bwMode="auto">
            <a:xfrm>
              <a:off x="2274" y="2308"/>
              <a:ext cx="0" cy="79"/>
            </a:xfrm>
            <a:prstGeom prst="line">
              <a:avLst/>
            </a:prstGeom>
            <a:noFill/>
            <a:ln w="4763">
              <a:solidFill>
                <a:srgbClr val="000000"/>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微软雅黑" panose="020B0503020204020204" pitchFamily="34" charset="-122"/>
              </a:endParaRPr>
            </a:p>
          </p:txBody>
        </p:sp>
        <p:sp>
          <p:nvSpPr>
            <p:cNvPr id="455767" name="Line 87"/>
            <p:cNvSpPr>
              <a:spLocks noChangeShapeType="1"/>
            </p:cNvSpPr>
            <p:nvPr/>
          </p:nvSpPr>
          <p:spPr bwMode="auto">
            <a:xfrm>
              <a:off x="2333" y="2308"/>
              <a:ext cx="0" cy="79"/>
            </a:xfrm>
            <a:prstGeom prst="line">
              <a:avLst/>
            </a:prstGeom>
            <a:noFill/>
            <a:ln w="4763">
              <a:solidFill>
                <a:srgbClr val="000000"/>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微软雅黑" panose="020B0503020204020204" pitchFamily="34" charset="-122"/>
              </a:endParaRPr>
            </a:p>
          </p:txBody>
        </p:sp>
        <p:sp>
          <p:nvSpPr>
            <p:cNvPr id="455768" name="Line 88"/>
            <p:cNvSpPr>
              <a:spLocks noChangeShapeType="1"/>
            </p:cNvSpPr>
            <p:nvPr/>
          </p:nvSpPr>
          <p:spPr bwMode="auto">
            <a:xfrm>
              <a:off x="2393" y="2308"/>
              <a:ext cx="0" cy="79"/>
            </a:xfrm>
            <a:prstGeom prst="line">
              <a:avLst/>
            </a:prstGeom>
            <a:noFill/>
            <a:ln w="4763">
              <a:solidFill>
                <a:srgbClr val="000000"/>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微软雅黑" panose="020B0503020204020204" pitchFamily="34" charset="-122"/>
              </a:endParaRPr>
            </a:p>
          </p:txBody>
        </p:sp>
        <p:sp>
          <p:nvSpPr>
            <p:cNvPr id="455769" name="Line 89"/>
            <p:cNvSpPr>
              <a:spLocks noChangeShapeType="1"/>
            </p:cNvSpPr>
            <p:nvPr/>
          </p:nvSpPr>
          <p:spPr bwMode="auto">
            <a:xfrm flipH="1">
              <a:off x="2035" y="2308"/>
              <a:ext cx="398" cy="0"/>
            </a:xfrm>
            <a:prstGeom prst="line">
              <a:avLst/>
            </a:prstGeom>
            <a:noFill/>
            <a:ln w="4763">
              <a:solidFill>
                <a:srgbClr val="000000"/>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微软雅黑" panose="020B0503020204020204" pitchFamily="34" charset="-122"/>
              </a:endParaRPr>
            </a:p>
          </p:txBody>
        </p:sp>
        <p:sp>
          <p:nvSpPr>
            <p:cNvPr id="455770" name="Line 90"/>
            <p:cNvSpPr>
              <a:spLocks noChangeShapeType="1"/>
            </p:cNvSpPr>
            <p:nvPr/>
          </p:nvSpPr>
          <p:spPr bwMode="auto">
            <a:xfrm>
              <a:off x="2035" y="2308"/>
              <a:ext cx="0" cy="79"/>
            </a:xfrm>
            <a:prstGeom prst="line">
              <a:avLst/>
            </a:prstGeom>
            <a:noFill/>
            <a:ln w="4763">
              <a:solidFill>
                <a:srgbClr val="000000"/>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微软雅黑" panose="020B0503020204020204" pitchFamily="34" charset="-122"/>
              </a:endParaRPr>
            </a:p>
          </p:txBody>
        </p:sp>
        <p:sp>
          <p:nvSpPr>
            <p:cNvPr id="455771" name="Line 91"/>
            <p:cNvSpPr>
              <a:spLocks noChangeShapeType="1"/>
            </p:cNvSpPr>
            <p:nvPr/>
          </p:nvSpPr>
          <p:spPr bwMode="auto">
            <a:xfrm>
              <a:off x="2035" y="2387"/>
              <a:ext cx="398" cy="0"/>
            </a:xfrm>
            <a:prstGeom prst="line">
              <a:avLst/>
            </a:prstGeom>
            <a:noFill/>
            <a:ln w="4763">
              <a:solidFill>
                <a:srgbClr val="000000"/>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微软雅黑" panose="020B0503020204020204" pitchFamily="34" charset="-122"/>
              </a:endParaRPr>
            </a:p>
          </p:txBody>
        </p:sp>
        <p:sp>
          <p:nvSpPr>
            <p:cNvPr id="455772" name="Line 92"/>
            <p:cNvSpPr>
              <a:spLocks noChangeShapeType="1"/>
            </p:cNvSpPr>
            <p:nvPr/>
          </p:nvSpPr>
          <p:spPr bwMode="auto">
            <a:xfrm>
              <a:off x="2094" y="2308"/>
              <a:ext cx="0" cy="79"/>
            </a:xfrm>
            <a:prstGeom prst="line">
              <a:avLst/>
            </a:prstGeom>
            <a:noFill/>
            <a:ln w="4763">
              <a:solidFill>
                <a:srgbClr val="000000"/>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微软雅黑" panose="020B0503020204020204" pitchFamily="34" charset="-122"/>
              </a:endParaRPr>
            </a:p>
          </p:txBody>
        </p:sp>
        <p:sp>
          <p:nvSpPr>
            <p:cNvPr id="455773" name="Line 93"/>
            <p:cNvSpPr>
              <a:spLocks noChangeShapeType="1"/>
            </p:cNvSpPr>
            <p:nvPr/>
          </p:nvSpPr>
          <p:spPr bwMode="auto">
            <a:xfrm>
              <a:off x="2154" y="2308"/>
              <a:ext cx="0" cy="79"/>
            </a:xfrm>
            <a:prstGeom prst="line">
              <a:avLst/>
            </a:prstGeom>
            <a:noFill/>
            <a:ln w="4763">
              <a:solidFill>
                <a:srgbClr val="000000"/>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微软雅黑" panose="020B0503020204020204" pitchFamily="34" charset="-122"/>
              </a:endParaRPr>
            </a:p>
          </p:txBody>
        </p:sp>
        <p:sp>
          <p:nvSpPr>
            <p:cNvPr id="455774" name="Line 94"/>
            <p:cNvSpPr>
              <a:spLocks noChangeShapeType="1"/>
            </p:cNvSpPr>
            <p:nvPr/>
          </p:nvSpPr>
          <p:spPr bwMode="auto">
            <a:xfrm>
              <a:off x="2214" y="2308"/>
              <a:ext cx="0" cy="79"/>
            </a:xfrm>
            <a:prstGeom prst="line">
              <a:avLst/>
            </a:prstGeom>
            <a:noFill/>
            <a:ln w="4763">
              <a:solidFill>
                <a:srgbClr val="000000"/>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微软雅黑" panose="020B0503020204020204" pitchFamily="34" charset="-122"/>
              </a:endParaRPr>
            </a:p>
          </p:txBody>
        </p:sp>
        <p:sp>
          <p:nvSpPr>
            <p:cNvPr id="455775" name="Line 95"/>
            <p:cNvSpPr>
              <a:spLocks noChangeShapeType="1"/>
            </p:cNvSpPr>
            <p:nvPr/>
          </p:nvSpPr>
          <p:spPr bwMode="auto">
            <a:xfrm>
              <a:off x="2274" y="2308"/>
              <a:ext cx="0" cy="79"/>
            </a:xfrm>
            <a:prstGeom prst="line">
              <a:avLst/>
            </a:prstGeom>
            <a:noFill/>
            <a:ln w="4763">
              <a:solidFill>
                <a:srgbClr val="000000"/>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微软雅黑" panose="020B0503020204020204" pitchFamily="34" charset="-122"/>
              </a:endParaRPr>
            </a:p>
          </p:txBody>
        </p:sp>
        <p:sp>
          <p:nvSpPr>
            <p:cNvPr id="455776" name="Line 96"/>
            <p:cNvSpPr>
              <a:spLocks noChangeShapeType="1"/>
            </p:cNvSpPr>
            <p:nvPr/>
          </p:nvSpPr>
          <p:spPr bwMode="auto">
            <a:xfrm>
              <a:off x="2333" y="2308"/>
              <a:ext cx="0" cy="79"/>
            </a:xfrm>
            <a:prstGeom prst="line">
              <a:avLst/>
            </a:prstGeom>
            <a:noFill/>
            <a:ln w="4763">
              <a:solidFill>
                <a:srgbClr val="000000"/>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微软雅黑" panose="020B0503020204020204" pitchFamily="34" charset="-122"/>
              </a:endParaRPr>
            </a:p>
          </p:txBody>
        </p:sp>
        <p:sp>
          <p:nvSpPr>
            <p:cNvPr id="455777" name="Line 97"/>
            <p:cNvSpPr>
              <a:spLocks noChangeShapeType="1"/>
            </p:cNvSpPr>
            <p:nvPr/>
          </p:nvSpPr>
          <p:spPr bwMode="auto">
            <a:xfrm>
              <a:off x="2393" y="2308"/>
              <a:ext cx="0" cy="79"/>
            </a:xfrm>
            <a:prstGeom prst="line">
              <a:avLst/>
            </a:prstGeom>
            <a:noFill/>
            <a:ln w="4763">
              <a:solidFill>
                <a:srgbClr val="000000"/>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微软雅黑" panose="020B0503020204020204" pitchFamily="34" charset="-122"/>
              </a:endParaRPr>
            </a:p>
          </p:txBody>
        </p:sp>
        <p:sp>
          <p:nvSpPr>
            <p:cNvPr id="455778" name="Line 98"/>
            <p:cNvSpPr>
              <a:spLocks noChangeShapeType="1"/>
            </p:cNvSpPr>
            <p:nvPr/>
          </p:nvSpPr>
          <p:spPr bwMode="auto">
            <a:xfrm>
              <a:off x="2035" y="2188"/>
              <a:ext cx="398" cy="0"/>
            </a:xfrm>
            <a:prstGeom prst="line">
              <a:avLst/>
            </a:prstGeom>
            <a:noFill/>
            <a:ln w="4763">
              <a:solidFill>
                <a:srgbClr val="000000"/>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微软雅黑" panose="020B0503020204020204" pitchFamily="34" charset="-122"/>
              </a:endParaRPr>
            </a:p>
          </p:txBody>
        </p:sp>
        <p:sp>
          <p:nvSpPr>
            <p:cNvPr id="455779" name="Line 99"/>
            <p:cNvSpPr>
              <a:spLocks noChangeShapeType="1"/>
            </p:cNvSpPr>
            <p:nvPr/>
          </p:nvSpPr>
          <p:spPr bwMode="auto">
            <a:xfrm>
              <a:off x="2433" y="2188"/>
              <a:ext cx="0" cy="80"/>
            </a:xfrm>
            <a:prstGeom prst="line">
              <a:avLst/>
            </a:prstGeom>
            <a:noFill/>
            <a:ln w="4763">
              <a:solidFill>
                <a:srgbClr val="000000"/>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微软雅黑" panose="020B0503020204020204" pitchFamily="34" charset="-122"/>
              </a:endParaRPr>
            </a:p>
          </p:txBody>
        </p:sp>
        <p:sp>
          <p:nvSpPr>
            <p:cNvPr id="455780" name="Line 100"/>
            <p:cNvSpPr>
              <a:spLocks noChangeShapeType="1"/>
            </p:cNvSpPr>
            <p:nvPr/>
          </p:nvSpPr>
          <p:spPr bwMode="auto">
            <a:xfrm flipH="1">
              <a:off x="2035" y="2268"/>
              <a:ext cx="398" cy="0"/>
            </a:xfrm>
            <a:prstGeom prst="line">
              <a:avLst/>
            </a:prstGeom>
            <a:noFill/>
            <a:ln w="4763">
              <a:solidFill>
                <a:srgbClr val="000000"/>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微软雅黑" panose="020B0503020204020204" pitchFamily="34" charset="-122"/>
              </a:endParaRPr>
            </a:p>
          </p:txBody>
        </p:sp>
        <p:sp>
          <p:nvSpPr>
            <p:cNvPr id="455781" name="Line 101"/>
            <p:cNvSpPr>
              <a:spLocks noChangeShapeType="1"/>
            </p:cNvSpPr>
            <p:nvPr/>
          </p:nvSpPr>
          <p:spPr bwMode="auto">
            <a:xfrm>
              <a:off x="2373" y="2188"/>
              <a:ext cx="0" cy="80"/>
            </a:xfrm>
            <a:prstGeom prst="line">
              <a:avLst/>
            </a:prstGeom>
            <a:noFill/>
            <a:ln w="4763">
              <a:solidFill>
                <a:srgbClr val="000000"/>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微软雅黑" panose="020B0503020204020204" pitchFamily="34" charset="-122"/>
              </a:endParaRPr>
            </a:p>
          </p:txBody>
        </p:sp>
        <p:sp>
          <p:nvSpPr>
            <p:cNvPr id="455782" name="Line 102"/>
            <p:cNvSpPr>
              <a:spLocks noChangeShapeType="1"/>
            </p:cNvSpPr>
            <p:nvPr/>
          </p:nvSpPr>
          <p:spPr bwMode="auto">
            <a:xfrm>
              <a:off x="2314" y="2188"/>
              <a:ext cx="0" cy="80"/>
            </a:xfrm>
            <a:prstGeom prst="line">
              <a:avLst/>
            </a:prstGeom>
            <a:noFill/>
            <a:ln w="4763">
              <a:solidFill>
                <a:srgbClr val="000000"/>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微软雅黑" panose="020B0503020204020204" pitchFamily="34" charset="-122"/>
              </a:endParaRPr>
            </a:p>
          </p:txBody>
        </p:sp>
        <p:sp>
          <p:nvSpPr>
            <p:cNvPr id="455783" name="Line 103"/>
            <p:cNvSpPr>
              <a:spLocks noChangeShapeType="1"/>
            </p:cNvSpPr>
            <p:nvPr/>
          </p:nvSpPr>
          <p:spPr bwMode="auto">
            <a:xfrm>
              <a:off x="2254" y="2188"/>
              <a:ext cx="0" cy="80"/>
            </a:xfrm>
            <a:prstGeom prst="line">
              <a:avLst/>
            </a:prstGeom>
            <a:noFill/>
            <a:ln w="4763">
              <a:solidFill>
                <a:srgbClr val="000000"/>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微软雅黑" panose="020B0503020204020204" pitchFamily="34" charset="-122"/>
              </a:endParaRPr>
            </a:p>
          </p:txBody>
        </p:sp>
        <p:sp>
          <p:nvSpPr>
            <p:cNvPr id="455784" name="Line 104"/>
            <p:cNvSpPr>
              <a:spLocks noChangeShapeType="1"/>
            </p:cNvSpPr>
            <p:nvPr/>
          </p:nvSpPr>
          <p:spPr bwMode="auto">
            <a:xfrm>
              <a:off x="2194" y="2188"/>
              <a:ext cx="0" cy="80"/>
            </a:xfrm>
            <a:prstGeom prst="line">
              <a:avLst/>
            </a:prstGeom>
            <a:noFill/>
            <a:ln w="4763">
              <a:solidFill>
                <a:srgbClr val="000000"/>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微软雅黑" panose="020B0503020204020204" pitchFamily="34" charset="-122"/>
              </a:endParaRPr>
            </a:p>
          </p:txBody>
        </p:sp>
        <p:sp>
          <p:nvSpPr>
            <p:cNvPr id="455785" name="Line 105"/>
            <p:cNvSpPr>
              <a:spLocks noChangeShapeType="1"/>
            </p:cNvSpPr>
            <p:nvPr/>
          </p:nvSpPr>
          <p:spPr bwMode="auto">
            <a:xfrm>
              <a:off x="2134" y="2188"/>
              <a:ext cx="0" cy="80"/>
            </a:xfrm>
            <a:prstGeom prst="line">
              <a:avLst/>
            </a:prstGeom>
            <a:noFill/>
            <a:ln w="4763">
              <a:solidFill>
                <a:srgbClr val="000000"/>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微软雅黑" panose="020B0503020204020204" pitchFamily="34" charset="-122"/>
              </a:endParaRPr>
            </a:p>
          </p:txBody>
        </p:sp>
        <p:sp>
          <p:nvSpPr>
            <p:cNvPr id="455786" name="Line 106"/>
            <p:cNvSpPr>
              <a:spLocks noChangeShapeType="1"/>
            </p:cNvSpPr>
            <p:nvPr/>
          </p:nvSpPr>
          <p:spPr bwMode="auto">
            <a:xfrm>
              <a:off x="2074" y="2188"/>
              <a:ext cx="0" cy="80"/>
            </a:xfrm>
            <a:prstGeom prst="line">
              <a:avLst/>
            </a:prstGeom>
            <a:noFill/>
            <a:ln w="4763">
              <a:solidFill>
                <a:srgbClr val="000000"/>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微软雅黑" panose="020B0503020204020204" pitchFamily="34" charset="-122"/>
              </a:endParaRPr>
            </a:p>
          </p:txBody>
        </p:sp>
        <p:sp>
          <p:nvSpPr>
            <p:cNvPr id="455787" name="Line 107"/>
            <p:cNvSpPr>
              <a:spLocks noChangeShapeType="1"/>
            </p:cNvSpPr>
            <p:nvPr/>
          </p:nvSpPr>
          <p:spPr bwMode="auto">
            <a:xfrm>
              <a:off x="2035" y="2188"/>
              <a:ext cx="398" cy="0"/>
            </a:xfrm>
            <a:prstGeom prst="line">
              <a:avLst/>
            </a:prstGeom>
            <a:noFill/>
            <a:ln w="4763">
              <a:solidFill>
                <a:srgbClr val="000000"/>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微软雅黑" panose="020B0503020204020204" pitchFamily="34" charset="-122"/>
              </a:endParaRPr>
            </a:p>
          </p:txBody>
        </p:sp>
        <p:sp>
          <p:nvSpPr>
            <p:cNvPr id="455788" name="Line 108"/>
            <p:cNvSpPr>
              <a:spLocks noChangeShapeType="1"/>
            </p:cNvSpPr>
            <p:nvPr/>
          </p:nvSpPr>
          <p:spPr bwMode="auto">
            <a:xfrm>
              <a:off x="2433" y="2188"/>
              <a:ext cx="0" cy="80"/>
            </a:xfrm>
            <a:prstGeom prst="line">
              <a:avLst/>
            </a:prstGeom>
            <a:noFill/>
            <a:ln w="4763">
              <a:solidFill>
                <a:srgbClr val="000000"/>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微软雅黑" panose="020B0503020204020204" pitchFamily="34" charset="-122"/>
              </a:endParaRPr>
            </a:p>
          </p:txBody>
        </p:sp>
        <p:sp>
          <p:nvSpPr>
            <p:cNvPr id="455789" name="Line 109"/>
            <p:cNvSpPr>
              <a:spLocks noChangeShapeType="1"/>
            </p:cNvSpPr>
            <p:nvPr/>
          </p:nvSpPr>
          <p:spPr bwMode="auto">
            <a:xfrm flipH="1">
              <a:off x="2035" y="2268"/>
              <a:ext cx="398" cy="0"/>
            </a:xfrm>
            <a:prstGeom prst="line">
              <a:avLst/>
            </a:prstGeom>
            <a:noFill/>
            <a:ln w="4763">
              <a:solidFill>
                <a:srgbClr val="000000"/>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微软雅黑" panose="020B0503020204020204" pitchFamily="34" charset="-122"/>
              </a:endParaRPr>
            </a:p>
          </p:txBody>
        </p:sp>
        <p:sp>
          <p:nvSpPr>
            <p:cNvPr id="455790" name="Line 110"/>
            <p:cNvSpPr>
              <a:spLocks noChangeShapeType="1"/>
            </p:cNvSpPr>
            <p:nvPr/>
          </p:nvSpPr>
          <p:spPr bwMode="auto">
            <a:xfrm>
              <a:off x="2373" y="2188"/>
              <a:ext cx="0" cy="80"/>
            </a:xfrm>
            <a:prstGeom prst="line">
              <a:avLst/>
            </a:prstGeom>
            <a:noFill/>
            <a:ln w="4763">
              <a:solidFill>
                <a:srgbClr val="000000"/>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微软雅黑" panose="020B0503020204020204" pitchFamily="34" charset="-122"/>
              </a:endParaRPr>
            </a:p>
          </p:txBody>
        </p:sp>
        <p:sp>
          <p:nvSpPr>
            <p:cNvPr id="455791" name="Line 111"/>
            <p:cNvSpPr>
              <a:spLocks noChangeShapeType="1"/>
            </p:cNvSpPr>
            <p:nvPr/>
          </p:nvSpPr>
          <p:spPr bwMode="auto">
            <a:xfrm>
              <a:off x="2314" y="2188"/>
              <a:ext cx="0" cy="80"/>
            </a:xfrm>
            <a:prstGeom prst="line">
              <a:avLst/>
            </a:prstGeom>
            <a:noFill/>
            <a:ln w="4763">
              <a:solidFill>
                <a:srgbClr val="000000"/>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微软雅黑" panose="020B0503020204020204" pitchFamily="34" charset="-122"/>
              </a:endParaRPr>
            </a:p>
          </p:txBody>
        </p:sp>
        <p:sp>
          <p:nvSpPr>
            <p:cNvPr id="455792" name="Line 112"/>
            <p:cNvSpPr>
              <a:spLocks noChangeShapeType="1"/>
            </p:cNvSpPr>
            <p:nvPr/>
          </p:nvSpPr>
          <p:spPr bwMode="auto">
            <a:xfrm>
              <a:off x="2254" y="2188"/>
              <a:ext cx="0" cy="80"/>
            </a:xfrm>
            <a:prstGeom prst="line">
              <a:avLst/>
            </a:prstGeom>
            <a:noFill/>
            <a:ln w="4763">
              <a:solidFill>
                <a:srgbClr val="000000"/>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微软雅黑" panose="020B0503020204020204" pitchFamily="34" charset="-122"/>
              </a:endParaRPr>
            </a:p>
          </p:txBody>
        </p:sp>
        <p:sp>
          <p:nvSpPr>
            <p:cNvPr id="455793" name="Line 113"/>
            <p:cNvSpPr>
              <a:spLocks noChangeShapeType="1"/>
            </p:cNvSpPr>
            <p:nvPr/>
          </p:nvSpPr>
          <p:spPr bwMode="auto">
            <a:xfrm>
              <a:off x="2194" y="2188"/>
              <a:ext cx="0" cy="80"/>
            </a:xfrm>
            <a:prstGeom prst="line">
              <a:avLst/>
            </a:prstGeom>
            <a:noFill/>
            <a:ln w="4763">
              <a:solidFill>
                <a:srgbClr val="000000"/>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微软雅黑" panose="020B0503020204020204" pitchFamily="34" charset="-122"/>
              </a:endParaRPr>
            </a:p>
          </p:txBody>
        </p:sp>
        <p:sp>
          <p:nvSpPr>
            <p:cNvPr id="455794" name="Line 114"/>
            <p:cNvSpPr>
              <a:spLocks noChangeShapeType="1"/>
            </p:cNvSpPr>
            <p:nvPr/>
          </p:nvSpPr>
          <p:spPr bwMode="auto">
            <a:xfrm>
              <a:off x="2134" y="2188"/>
              <a:ext cx="0" cy="80"/>
            </a:xfrm>
            <a:prstGeom prst="line">
              <a:avLst/>
            </a:prstGeom>
            <a:noFill/>
            <a:ln w="4763">
              <a:solidFill>
                <a:srgbClr val="000000"/>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微软雅黑" panose="020B0503020204020204" pitchFamily="34" charset="-122"/>
              </a:endParaRPr>
            </a:p>
          </p:txBody>
        </p:sp>
        <p:sp>
          <p:nvSpPr>
            <p:cNvPr id="455795" name="Line 115"/>
            <p:cNvSpPr>
              <a:spLocks noChangeShapeType="1"/>
            </p:cNvSpPr>
            <p:nvPr/>
          </p:nvSpPr>
          <p:spPr bwMode="auto">
            <a:xfrm>
              <a:off x="2074" y="2188"/>
              <a:ext cx="0" cy="80"/>
            </a:xfrm>
            <a:prstGeom prst="line">
              <a:avLst/>
            </a:prstGeom>
            <a:noFill/>
            <a:ln w="4763">
              <a:solidFill>
                <a:srgbClr val="000000"/>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微软雅黑" panose="020B0503020204020204" pitchFamily="34" charset="-122"/>
              </a:endParaRPr>
            </a:p>
          </p:txBody>
        </p:sp>
      </p:grpSp>
      <p:grpSp>
        <p:nvGrpSpPr>
          <p:cNvPr id="455881" name="Group 201"/>
          <p:cNvGrpSpPr/>
          <p:nvPr/>
        </p:nvGrpSpPr>
        <p:grpSpPr bwMode="auto">
          <a:xfrm>
            <a:off x="6905626" y="3529013"/>
            <a:ext cx="695325" cy="315912"/>
            <a:chOff x="3390" y="2223"/>
            <a:chExt cx="438" cy="199"/>
          </a:xfrm>
        </p:grpSpPr>
        <p:sp>
          <p:nvSpPr>
            <p:cNvPr id="455796" name="Line 116"/>
            <p:cNvSpPr>
              <a:spLocks noChangeShapeType="1"/>
            </p:cNvSpPr>
            <p:nvPr/>
          </p:nvSpPr>
          <p:spPr bwMode="auto">
            <a:xfrm flipH="1">
              <a:off x="3429" y="2223"/>
              <a:ext cx="399" cy="0"/>
            </a:xfrm>
            <a:prstGeom prst="line">
              <a:avLst/>
            </a:prstGeom>
            <a:noFill/>
            <a:ln w="4763">
              <a:solidFill>
                <a:srgbClr val="000000"/>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微软雅黑" panose="020B0503020204020204" pitchFamily="34" charset="-122"/>
              </a:endParaRPr>
            </a:p>
          </p:txBody>
        </p:sp>
        <p:sp>
          <p:nvSpPr>
            <p:cNvPr id="455797" name="Line 117"/>
            <p:cNvSpPr>
              <a:spLocks noChangeShapeType="1"/>
            </p:cNvSpPr>
            <p:nvPr/>
          </p:nvSpPr>
          <p:spPr bwMode="auto">
            <a:xfrm>
              <a:off x="3429" y="2223"/>
              <a:ext cx="0" cy="79"/>
            </a:xfrm>
            <a:prstGeom prst="line">
              <a:avLst/>
            </a:prstGeom>
            <a:noFill/>
            <a:ln w="4763">
              <a:solidFill>
                <a:srgbClr val="000000"/>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微软雅黑" panose="020B0503020204020204" pitchFamily="34" charset="-122"/>
              </a:endParaRPr>
            </a:p>
          </p:txBody>
        </p:sp>
        <p:sp>
          <p:nvSpPr>
            <p:cNvPr id="455798" name="Line 118"/>
            <p:cNvSpPr>
              <a:spLocks noChangeShapeType="1"/>
            </p:cNvSpPr>
            <p:nvPr/>
          </p:nvSpPr>
          <p:spPr bwMode="auto">
            <a:xfrm>
              <a:off x="3429" y="2302"/>
              <a:ext cx="399" cy="0"/>
            </a:xfrm>
            <a:prstGeom prst="line">
              <a:avLst/>
            </a:prstGeom>
            <a:noFill/>
            <a:ln w="4763">
              <a:solidFill>
                <a:srgbClr val="000000"/>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微软雅黑" panose="020B0503020204020204" pitchFamily="34" charset="-122"/>
              </a:endParaRPr>
            </a:p>
          </p:txBody>
        </p:sp>
        <p:sp>
          <p:nvSpPr>
            <p:cNvPr id="455799" name="Line 119"/>
            <p:cNvSpPr>
              <a:spLocks noChangeShapeType="1"/>
            </p:cNvSpPr>
            <p:nvPr/>
          </p:nvSpPr>
          <p:spPr bwMode="auto">
            <a:xfrm>
              <a:off x="3489" y="2223"/>
              <a:ext cx="0" cy="79"/>
            </a:xfrm>
            <a:prstGeom prst="line">
              <a:avLst/>
            </a:prstGeom>
            <a:noFill/>
            <a:ln w="4763">
              <a:solidFill>
                <a:srgbClr val="000000"/>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微软雅黑" panose="020B0503020204020204" pitchFamily="34" charset="-122"/>
              </a:endParaRPr>
            </a:p>
          </p:txBody>
        </p:sp>
        <p:sp>
          <p:nvSpPr>
            <p:cNvPr id="455800" name="Line 120"/>
            <p:cNvSpPr>
              <a:spLocks noChangeShapeType="1"/>
            </p:cNvSpPr>
            <p:nvPr/>
          </p:nvSpPr>
          <p:spPr bwMode="auto">
            <a:xfrm>
              <a:off x="3549" y="2223"/>
              <a:ext cx="0" cy="79"/>
            </a:xfrm>
            <a:prstGeom prst="line">
              <a:avLst/>
            </a:prstGeom>
            <a:noFill/>
            <a:ln w="4763">
              <a:solidFill>
                <a:srgbClr val="000000"/>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微软雅黑" panose="020B0503020204020204" pitchFamily="34" charset="-122"/>
              </a:endParaRPr>
            </a:p>
          </p:txBody>
        </p:sp>
        <p:sp>
          <p:nvSpPr>
            <p:cNvPr id="455801" name="Line 121"/>
            <p:cNvSpPr>
              <a:spLocks noChangeShapeType="1"/>
            </p:cNvSpPr>
            <p:nvPr/>
          </p:nvSpPr>
          <p:spPr bwMode="auto">
            <a:xfrm>
              <a:off x="3609" y="2223"/>
              <a:ext cx="0" cy="79"/>
            </a:xfrm>
            <a:prstGeom prst="line">
              <a:avLst/>
            </a:prstGeom>
            <a:noFill/>
            <a:ln w="4763">
              <a:solidFill>
                <a:srgbClr val="000000"/>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微软雅黑" panose="020B0503020204020204" pitchFamily="34" charset="-122"/>
              </a:endParaRPr>
            </a:p>
          </p:txBody>
        </p:sp>
        <p:sp>
          <p:nvSpPr>
            <p:cNvPr id="455802" name="Line 122"/>
            <p:cNvSpPr>
              <a:spLocks noChangeShapeType="1"/>
            </p:cNvSpPr>
            <p:nvPr/>
          </p:nvSpPr>
          <p:spPr bwMode="auto">
            <a:xfrm>
              <a:off x="3669" y="2223"/>
              <a:ext cx="0" cy="79"/>
            </a:xfrm>
            <a:prstGeom prst="line">
              <a:avLst/>
            </a:prstGeom>
            <a:noFill/>
            <a:ln w="4763">
              <a:solidFill>
                <a:srgbClr val="000000"/>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微软雅黑" panose="020B0503020204020204" pitchFamily="34" charset="-122"/>
              </a:endParaRPr>
            </a:p>
          </p:txBody>
        </p:sp>
        <p:sp>
          <p:nvSpPr>
            <p:cNvPr id="455803" name="Line 123"/>
            <p:cNvSpPr>
              <a:spLocks noChangeShapeType="1"/>
            </p:cNvSpPr>
            <p:nvPr/>
          </p:nvSpPr>
          <p:spPr bwMode="auto">
            <a:xfrm>
              <a:off x="3728" y="2223"/>
              <a:ext cx="0" cy="79"/>
            </a:xfrm>
            <a:prstGeom prst="line">
              <a:avLst/>
            </a:prstGeom>
            <a:noFill/>
            <a:ln w="4763">
              <a:solidFill>
                <a:srgbClr val="000000"/>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微软雅黑" panose="020B0503020204020204" pitchFamily="34" charset="-122"/>
              </a:endParaRPr>
            </a:p>
          </p:txBody>
        </p:sp>
        <p:sp>
          <p:nvSpPr>
            <p:cNvPr id="455804" name="Line 124"/>
            <p:cNvSpPr>
              <a:spLocks noChangeShapeType="1"/>
            </p:cNvSpPr>
            <p:nvPr/>
          </p:nvSpPr>
          <p:spPr bwMode="auto">
            <a:xfrm>
              <a:off x="3788" y="2223"/>
              <a:ext cx="0" cy="79"/>
            </a:xfrm>
            <a:prstGeom prst="line">
              <a:avLst/>
            </a:prstGeom>
            <a:noFill/>
            <a:ln w="4763">
              <a:solidFill>
                <a:srgbClr val="000000"/>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微软雅黑" panose="020B0503020204020204" pitchFamily="34" charset="-122"/>
              </a:endParaRPr>
            </a:p>
          </p:txBody>
        </p:sp>
        <p:sp>
          <p:nvSpPr>
            <p:cNvPr id="455805" name="Line 125"/>
            <p:cNvSpPr>
              <a:spLocks noChangeShapeType="1"/>
            </p:cNvSpPr>
            <p:nvPr/>
          </p:nvSpPr>
          <p:spPr bwMode="auto">
            <a:xfrm flipH="1">
              <a:off x="3429" y="2223"/>
              <a:ext cx="399" cy="0"/>
            </a:xfrm>
            <a:prstGeom prst="line">
              <a:avLst/>
            </a:prstGeom>
            <a:noFill/>
            <a:ln w="4763">
              <a:solidFill>
                <a:srgbClr val="000000"/>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微软雅黑" panose="020B0503020204020204" pitchFamily="34" charset="-122"/>
              </a:endParaRPr>
            </a:p>
          </p:txBody>
        </p:sp>
        <p:sp>
          <p:nvSpPr>
            <p:cNvPr id="455806" name="Line 126"/>
            <p:cNvSpPr>
              <a:spLocks noChangeShapeType="1"/>
            </p:cNvSpPr>
            <p:nvPr/>
          </p:nvSpPr>
          <p:spPr bwMode="auto">
            <a:xfrm>
              <a:off x="3429" y="2223"/>
              <a:ext cx="0" cy="79"/>
            </a:xfrm>
            <a:prstGeom prst="line">
              <a:avLst/>
            </a:prstGeom>
            <a:noFill/>
            <a:ln w="4763">
              <a:solidFill>
                <a:srgbClr val="000000"/>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微软雅黑" panose="020B0503020204020204" pitchFamily="34" charset="-122"/>
              </a:endParaRPr>
            </a:p>
          </p:txBody>
        </p:sp>
        <p:sp>
          <p:nvSpPr>
            <p:cNvPr id="455807" name="Line 127"/>
            <p:cNvSpPr>
              <a:spLocks noChangeShapeType="1"/>
            </p:cNvSpPr>
            <p:nvPr/>
          </p:nvSpPr>
          <p:spPr bwMode="auto">
            <a:xfrm>
              <a:off x="3429" y="2302"/>
              <a:ext cx="399" cy="0"/>
            </a:xfrm>
            <a:prstGeom prst="line">
              <a:avLst/>
            </a:prstGeom>
            <a:noFill/>
            <a:ln w="4763">
              <a:solidFill>
                <a:srgbClr val="000000"/>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微软雅黑" panose="020B0503020204020204" pitchFamily="34" charset="-122"/>
              </a:endParaRPr>
            </a:p>
          </p:txBody>
        </p:sp>
        <p:sp>
          <p:nvSpPr>
            <p:cNvPr id="455808" name="Line 128"/>
            <p:cNvSpPr>
              <a:spLocks noChangeShapeType="1"/>
            </p:cNvSpPr>
            <p:nvPr/>
          </p:nvSpPr>
          <p:spPr bwMode="auto">
            <a:xfrm>
              <a:off x="3489" y="2223"/>
              <a:ext cx="0" cy="79"/>
            </a:xfrm>
            <a:prstGeom prst="line">
              <a:avLst/>
            </a:prstGeom>
            <a:noFill/>
            <a:ln w="4763">
              <a:solidFill>
                <a:srgbClr val="000000"/>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微软雅黑" panose="020B0503020204020204" pitchFamily="34" charset="-122"/>
              </a:endParaRPr>
            </a:p>
          </p:txBody>
        </p:sp>
        <p:sp>
          <p:nvSpPr>
            <p:cNvPr id="455809" name="Line 129"/>
            <p:cNvSpPr>
              <a:spLocks noChangeShapeType="1"/>
            </p:cNvSpPr>
            <p:nvPr/>
          </p:nvSpPr>
          <p:spPr bwMode="auto">
            <a:xfrm>
              <a:off x="3549" y="2223"/>
              <a:ext cx="0" cy="79"/>
            </a:xfrm>
            <a:prstGeom prst="line">
              <a:avLst/>
            </a:prstGeom>
            <a:noFill/>
            <a:ln w="4763">
              <a:solidFill>
                <a:srgbClr val="000000"/>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微软雅黑" panose="020B0503020204020204" pitchFamily="34" charset="-122"/>
              </a:endParaRPr>
            </a:p>
          </p:txBody>
        </p:sp>
        <p:sp>
          <p:nvSpPr>
            <p:cNvPr id="455810" name="Line 130"/>
            <p:cNvSpPr>
              <a:spLocks noChangeShapeType="1"/>
            </p:cNvSpPr>
            <p:nvPr/>
          </p:nvSpPr>
          <p:spPr bwMode="auto">
            <a:xfrm>
              <a:off x="3609" y="2223"/>
              <a:ext cx="0" cy="79"/>
            </a:xfrm>
            <a:prstGeom prst="line">
              <a:avLst/>
            </a:prstGeom>
            <a:noFill/>
            <a:ln w="4763">
              <a:solidFill>
                <a:srgbClr val="000000"/>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微软雅黑" panose="020B0503020204020204" pitchFamily="34" charset="-122"/>
              </a:endParaRPr>
            </a:p>
          </p:txBody>
        </p:sp>
        <p:sp>
          <p:nvSpPr>
            <p:cNvPr id="455811" name="Line 131"/>
            <p:cNvSpPr>
              <a:spLocks noChangeShapeType="1"/>
            </p:cNvSpPr>
            <p:nvPr/>
          </p:nvSpPr>
          <p:spPr bwMode="auto">
            <a:xfrm>
              <a:off x="3669" y="2223"/>
              <a:ext cx="0" cy="79"/>
            </a:xfrm>
            <a:prstGeom prst="line">
              <a:avLst/>
            </a:prstGeom>
            <a:noFill/>
            <a:ln w="4763">
              <a:solidFill>
                <a:srgbClr val="000000"/>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微软雅黑" panose="020B0503020204020204" pitchFamily="34" charset="-122"/>
              </a:endParaRPr>
            </a:p>
          </p:txBody>
        </p:sp>
        <p:sp>
          <p:nvSpPr>
            <p:cNvPr id="455812" name="Line 132"/>
            <p:cNvSpPr>
              <a:spLocks noChangeShapeType="1"/>
            </p:cNvSpPr>
            <p:nvPr/>
          </p:nvSpPr>
          <p:spPr bwMode="auto">
            <a:xfrm>
              <a:off x="3728" y="2223"/>
              <a:ext cx="0" cy="79"/>
            </a:xfrm>
            <a:prstGeom prst="line">
              <a:avLst/>
            </a:prstGeom>
            <a:noFill/>
            <a:ln w="4763">
              <a:solidFill>
                <a:srgbClr val="000000"/>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微软雅黑" panose="020B0503020204020204" pitchFamily="34" charset="-122"/>
              </a:endParaRPr>
            </a:p>
          </p:txBody>
        </p:sp>
        <p:sp>
          <p:nvSpPr>
            <p:cNvPr id="455813" name="Line 133"/>
            <p:cNvSpPr>
              <a:spLocks noChangeShapeType="1"/>
            </p:cNvSpPr>
            <p:nvPr/>
          </p:nvSpPr>
          <p:spPr bwMode="auto">
            <a:xfrm>
              <a:off x="3788" y="2223"/>
              <a:ext cx="0" cy="79"/>
            </a:xfrm>
            <a:prstGeom prst="line">
              <a:avLst/>
            </a:prstGeom>
            <a:noFill/>
            <a:ln w="4763">
              <a:solidFill>
                <a:srgbClr val="000000"/>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微软雅黑" panose="020B0503020204020204" pitchFamily="34" charset="-122"/>
              </a:endParaRPr>
            </a:p>
          </p:txBody>
        </p:sp>
        <p:sp>
          <p:nvSpPr>
            <p:cNvPr id="455814" name="Line 134"/>
            <p:cNvSpPr>
              <a:spLocks noChangeShapeType="1"/>
            </p:cNvSpPr>
            <p:nvPr/>
          </p:nvSpPr>
          <p:spPr bwMode="auto">
            <a:xfrm>
              <a:off x="3390" y="2342"/>
              <a:ext cx="398" cy="0"/>
            </a:xfrm>
            <a:prstGeom prst="line">
              <a:avLst/>
            </a:prstGeom>
            <a:noFill/>
            <a:ln w="4763">
              <a:solidFill>
                <a:srgbClr val="000000"/>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微软雅黑" panose="020B0503020204020204" pitchFamily="34" charset="-122"/>
              </a:endParaRPr>
            </a:p>
          </p:txBody>
        </p:sp>
        <p:sp>
          <p:nvSpPr>
            <p:cNvPr id="455815" name="Line 135"/>
            <p:cNvSpPr>
              <a:spLocks noChangeShapeType="1"/>
            </p:cNvSpPr>
            <p:nvPr/>
          </p:nvSpPr>
          <p:spPr bwMode="auto">
            <a:xfrm>
              <a:off x="3788" y="2342"/>
              <a:ext cx="0" cy="80"/>
            </a:xfrm>
            <a:prstGeom prst="line">
              <a:avLst/>
            </a:prstGeom>
            <a:noFill/>
            <a:ln w="4763">
              <a:solidFill>
                <a:srgbClr val="000000"/>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微软雅黑" panose="020B0503020204020204" pitchFamily="34" charset="-122"/>
              </a:endParaRPr>
            </a:p>
          </p:txBody>
        </p:sp>
        <p:sp>
          <p:nvSpPr>
            <p:cNvPr id="455816" name="Line 136"/>
            <p:cNvSpPr>
              <a:spLocks noChangeShapeType="1"/>
            </p:cNvSpPr>
            <p:nvPr/>
          </p:nvSpPr>
          <p:spPr bwMode="auto">
            <a:xfrm flipH="1">
              <a:off x="3390" y="2422"/>
              <a:ext cx="398" cy="0"/>
            </a:xfrm>
            <a:prstGeom prst="line">
              <a:avLst/>
            </a:prstGeom>
            <a:noFill/>
            <a:ln w="4763">
              <a:solidFill>
                <a:srgbClr val="000000"/>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微软雅黑" panose="020B0503020204020204" pitchFamily="34" charset="-122"/>
              </a:endParaRPr>
            </a:p>
          </p:txBody>
        </p:sp>
        <p:sp>
          <p:nvSpPr>
            <p:cNvPr id="455817" name="Line 137"/>
            <p:cNvSpPr>
              <a:spLocks noChangeShapeType="1"/>
            </p:cNvSpPr>
            <p:nvPr/>
          </p:nvSpPr>
          <p:spPr bwMode="auto">
            <a:xfrm>
              <a:off x="3728" y="2342"/>
              <a:ext cx="0" cy="80"/>
            </a:xfrm>
            <a:prstGeom prst="line">
              <a:avLst/>
            </a:prstGeom>
            <a:noFill/>
            <a:ln w="4763">
              <a:solidFill>
                <a:srgbClr val="000000"/>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微软雅黑" panose="020B0503020204020204" pitchFamily="34" charset="-122"/>
              </a:endParaRPr>
            </a:p>
          </p:txBody>
        </p:sp>
        <p:sp>
          <p:nvSpPr>
            <p:cNvPr id="455818" name="Line 138"/>
            <p:cNvSpPr>
              <a:spLocks noChangeShapeType="1"/>
            </p:cNvSpPr>
            <p:nvPr/>
          </p:nvSpPr>
          <p:spPr bwMode="auto">
            <a:xfrm>
              <a:off x="3669" y="2342"/>
              <a:ext cx="0" cy="80"/>
            </a:xfrm>
            <a:prstGeom prst="line">
              <a:avLst/>
            </a:prstGeom>
            <a:noFill/>
            <a:ln w="4763">
              <a:solidFill>
                <a:srgbClr val="000000"/>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微软雅黑" panose="020B0503020204020204" pitchFamily="34" charset="-122"/>
              </a:endParaRPr>
            </a:p>
          </p:txBody>
        </p:sp>
        <p:sp>
          <p:nvSpPr>
            <p:cNvPr id="455819" name="Line 139"/>
            <p:cNvSpPr>
              <a:spLocks noChangeShapeType="1"/>
            </p:cNvSpPr>
            <p:nvPr/>
          </p:nvSpPr>
          <p:spPr bwMode="auto">
            <a:xfrm>
              <a:off x="3609" y="2342"/>
              <a:ext cx="0" cy="80"/>
            </a:xfrm>
            <a:prstGeom prst="line">
              <a:avLst/>
            </a:prstGeom>
            <a:noFill/>
            <a:ln w="4763">
              <a:solidFill>
                <a:srgbClr val="000000"/>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微软雅黑" panose="020B0503020204020204" pitchFamily="34" charset="-122"/>
              </a:endParaRPr>
            </a:p>
          </p:txBody>
        </p:sp>
        <p:sp>
          <p:nvSpPr>
            <p:cNvPr id="455820" name="Line 140"/>
            <p:cNvSpPr>
              <a:spLocks noChangeShapeType="1"/>
            </p:cNvSpPr>
            <p:nvPr/>
          </p:nvSpPr>
          <p:spPr bwMode="auto">
            <a:xfrm>
              <a:off x="3549" y="2342"/>
              <a:ext cx="0" cy="80"/>
            </a:xfrm>
            <a:prstGeom prst="line">
              <a:avLst/>
            </a:prstGeom>
            <a:noFill/>
            <a:ln w="4763">
              <a:solidFill>
                <a:srgbClr val="000000"/>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微软雅黑" panose="020B0503020204020204" pitchFamily="34" charset="-122"/>
              </a:endParaRPr>
            </a:p>
          </p:txBody>
        </p:sp>
        <p:sp>
          <p:nvSpPr>
            <p:cNvPr id="455821" name="Line 141"/>
            <p:cNvSpPr>
              <a:spLocks noChangeShapeType="1"/>
            </p:cNvSpPr>
            <p:nvPr/>
          </p:nvSpPr>
          <p:spPr bwMode="auto">
            <a:xfrm>
              <a:off x="3489" y="2342"/>
              <a:ext cx="0" cy="80"/>
            </a:xfrm>
            <a:prstGeom prst="line">
              <a:avLst/>
            </a:prstGeom>
            <a:noFill/>
            <a:ln w="4763">
              <a:solidFill>
                <a:srgbClr val="000000"/>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微软雅黑" panose="020B0503020204020204" pitchFamily="34" charset="-122"/>
              </a:endParaRPr>
            </a:p>
          </p:txBody>
        </p:sp>
        <p:sp>
          <p:nvSpPr>
            <p:cNvPr id="455822" name="Line 142"/>
            <p:cNvSpPr>
              <a:spLocks noChangeShapeType="1"/>
            </p:cNvSpPr>
            <p:nvPr/>
          </p:nvSpPr>
          <p:spPr bwMode="auto">
            <a:xfrm>
              <a:off x="3429" y="2342"/>
              <a:ext cx="0" cy="80"/>
            </a:xfrm>
            <a:prstGeom prst="line">
              <a:avLst/>
            </a:prstGeom>
            <a:noFill/>
            <a:ln w="4763">
              <a:solidFill>
                <a:srgbClr val="000000"/>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微软雅黑" panose="020B0503020204020204" pitchFamily="34" charset="-122"/>
              </a:endParaRPr>
            </a:p>
          </p:txBody>
        </p:sp>
        <p:sp>
          <p:nvSpPr>
            <p:cNvPr id="455823" name="Line 143"/>
            <p:cNvSpPr>
              <a:spLocks noChangeShapeType="1"/>
            </p:cNvSpPr>
            <p:nvPr/>
          </p:nvSpPr>
          <p:spPr bwMode="auto">
            <a:xfrm>
              <a:off x="3390" y="2342"/>
              <a:ext cx="398" cy="0"/>
            </a:xfrm>
            <a:prstGeom prst="line">
              <a:avLst/>
            </a:prstGeom>
            <a:noFill/>
            <a:ln w="4763">
              <a:solidFill>
                <a:srgbClr val="000000"/>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微软雅黑" panose="020B0503020204020204" pitchFamily="34" charset="-122"/>
              </a:endParaRPr>
            </a:p>
          </p:txBody>
        </p:sp>
        <p:sp>
          <p:nvSpPr>
            <p:cNvPr id="455824" name="Line 144"/>
            <p:cNvSpPr>
              <a:spLocks noChangeShapeType="1"/>
            </p:cNvSpPr>
            <p:nvPr/>
          </p:nvSpPr>
          <p:spPr bwMode="auto">
            <a:xfrm>
              <a:off x="3788" y="2342"/>
              <a:ext cx="0" cy="80"/>
            </a:xfrm>
            <a:prstGeom prst="line">
              <a:avLst/>
            </a:prstGeom>
            <a:noFill/>
            <a:ln w="4763">
              <a:solidFill>
                <a:srgbClr val="000000"/>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微软雅黑" panose="020B0503020204020204" pitchFamily="34" charset="-122"/>
              </a:endParaRPr>
            </a:p>
          </p:txBody>
        </p:sp>
        <p:sp>
          <p:nvSpPr>
            <p:cNvPr id="455825" name="Line 145"/>
            <p:cNvSpPr>
              <a:spLocks noChangeShapeType="1"/>
            </p:cNvSpPr>
            <p:nvPr/>
          </p:nvSpPr>
          <p:spPr bwMode="auto">
            <a:xfrm flipH="1">
              <a:off x="3390" y="2422"/>
              <a:ext cx="398" cy="0"/>
            </a:xfrm>
            <a:prstGeom prst="line">
              <a:avLst/>
            </a:prstGeom>
            <a:noFill/>
            <a:ln w="4763">
              <a:solidFill>
                <a:srgbClr val="000000"/>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微软雅黑" panose="020B0503020204020204" pitchFamily="34" charset="-122"/>
              </a:endParaRPr>
            </a:p>
          </p:txBody>
        </p:sp>
        <p:sp>
          <p:nvSpPr>
            <p:cNvPr id="455826" name="Line 146"/>
            <p:cNvSpPr>
              <a:spLocks noChangeShapeType="1"/>
            </p:cNvSpPr>
            <p:nvPr/>
          </p:nvSpPr>
          <p:spPr bwMode="auto">
            <a:xfrm>
              <a:off x="3728" y="2342"/>
              <a:ext cx="0" cy="80"/>
            </a:xfrm>
            <a:prstGeom prst="line">
              <a:avLst/>
            </a:prstGeom>
            <a:noFill/>
            <a:ln w="4763">
              <a:solidFill>
                <a:srgbClr val="000000"/>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微软雅黑" panose="020B0503020204020204" pitchFamily="34" charset="-122"/>
              </a:endParaRPr>
            </a:p>
          </p:txBody>
        </p:sp>
        <p:sp>
          <p:nvSpPr>
            <p:cNvPr id="455827" name="Line 147"/>
            <p:cNvSpPr>
              <a:spLocks noChangeShapeType="1"/>
            </p:cNvSpPr>
            <p:nvPr/>
          </p:nvSpPr>
          <p:spPr bwMode="auto">
            <a:xfrm>
              <a:off x="3669" y="2342"/>
              <a:ext cx="0" cy="80"/>
            </a:xfrm>
            <a:prstGeom prst="line">
              <a:avLst/>
            </a:prstGeom>
            <a:noFill/>
            <a:ln w="4763">
              <a:solidFill>
                <a:srgbClr val="000000"/>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微软雅黑" panose="020B0503020204020204" pitchFamily="34" charset="-122"/>
              </a:endParaRPr>
            </a:p>
          </p:txBody>
        </p:sp>
        <p:sp>
          <p:nvSpPr>
            <p:cNvPr id="455828" name="Line 148"/>
            <p:cNvSpPr>
              <a:spLocks noChangeShapeType="1"/>
            </p:cNvSpPr>
            <p:nvPr/>
          </p:nvSpPr>
          <p:spPr bwMode="auto">
            <a:xfrm>
              <a:off x="3609" y="2342"/>
              <a:ext cx="0" cy="80"/>
            </a:xfrm>
            <a:prstGeom prst="line">
              <a:avLst/>
            </a:prstGeom>
            <a:noFill/>
            <a:ln w="4763">
              <a:solidFill>
                <a:srgbClr val="000000"/>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微软雅黑" panose="020B0503020204020204" pitchFamily="34" charset="-122"/>
              </a:endParaRPr>
            </a:p>
          </p:txBody>
        </p:sp>
        <p:sp>
          <p:nvSpPr>
            <p:cNvPr id="455829" name="Line 149"/>
            <p:cNvSpPr>
              <a:spLocks noChangeShapeType="1"/>
            </p:cNvSpPr>
            <p:nvPr/>
          </p:nvSpPr>
          <p:spPr bwMode="auto">
            <a:xfrm>
              <a:off x="3549" y="2342"/>
              <a:ext cx="0" cy="80"/>
            </a:xfrm>
            <a:prstGeom prst="line">
              <a:avLst/>
            </a:prstGeom>
            <a:noFill/>
            <a:ln w="4763">
              <a:solidFill>
                <a:srgbClr val="000000"/>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微软雅黑" panose="020B0503020204020204" pitchFamily="34" charset="-122"/>
              </a:endParaRPr>
            </a:p>
          </p:txBody>
        </p:sp>
        <p:sp>
          <p:nvSpPr>
            <p:cNvPr id="455830" name="Line 150"/>
            <p:cNvSpPr>
              <a:spLocks noChangeShapeType="1"/>
            </p:cNvSpPr>
            <p:nvPr/>
          </p:nvSpPr>
          <p:spPr bwMode="auto">
            <a:xfrm>
              <a:off x="3489" y="2342"/>
              <a:ext cx="0" cy="80"/>
            </a:xfrm>
            <a:prstGeom prst="line">
              <a:avLst/>
            </a:prstGeom>
            <a:noFill/>
            <a:ln w="4763">
              <a:solidFill>
                <a:srgbClr val="000000"/>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微软雅黑" panose="020B0503020204020204" pitchFamily="34" charset="-122"/>
              </a:endParaRPr>
            </a:p>
          </p:txBody>
        </p:sp>
        <p:sp>
          <p:nvSpPr>
            <p:cNvPr id="455831" name="Line 151"/>
            <p:cNvSpPr>
              <a:spLocks noChangeShapeType="1"/>
            </p:cNvSpPr>
            <p:nvPr/>
          </p:nvSpPr>
          <p:spPr bwMode="auto">
            <a:xfrm>
              <a:off x="3429" y="2342"/>
              <a:ext cx="0" cy="80"/>
            </a:xfrm>
            <a:prstGeom prst="line">
              <a:avLst/>
            </a:prstGeom>
            <a:noFill/>
            <a:ln w="4763">
              <a:solidFill>
                <a:srgbClr val="000000"/>
              </a:solidFill>
              <a:roun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微软雅黑" panose="020B0503020204020204" pitchFamily="34" charset="-122"/>
              </a:endParaRPr>
            </a:p>
          </p:txBody>
        </p:sp>
      </p:grpSp>
      <p:sp>
        <p:nvSpPr>
          <p:cNvPr id="455861" name="Rectangle 181"/>
          <p:cNvSpPr>
            <a:spLocks noChangeArrowheads="1"/>
          </p:cNvSpPr>
          <p:nvPr/>
        </p:nvSpPr>
        <p:spPr bwMode="auto">
          <a:xfrm>
            <a:off x="8359776" y="3600451"/>
            <a:ext cx="1012825" cy="328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dirty="0">
              <a:latin typeface="Times New Roman" panose="02020603050405020304" pitchFamily="18" charset="0"/>
              <a:ea typeface="微软雅黑" panose="020B0503020204020204" pitchFamily="34" charset="-122"/>
            </a:endParaRPr>
          </a:p>
        </p:txBody>
      </p:sp>
      <p:sp>
        <p:nvSpPr>
          <p:cNvPr id="455866" name="Rectangle 186"/>
          <p:cNvSpPr>
            <a:spLocks noChangeArrowheads="1"/>
          </p:cNvSpPr>
          <p:nvPr/>
        </p:nvSpPr>
        <p:spPr bwMode="auto">
          <a:xfrm>
            <a:off x="6537325" y="3213101"/>
            <a:ext cx="1016000"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zh-CN" altLang="en-US" sz="1600" dirty="0">
                <a:solidFill>
                  <a:srgbClr val="000000"/>
                </a:solidFill>
                <a:latin typeface="微软雅黑" panose="020B0503020204020204" pitchFamily="34" charset="-122"/>
                <a:ea typeface="微软雅黑" panose="020B0503020204020204" pitchFamily="34" charset="-122"/>
              </a:rPr>
              <a:t>输入缓冲区</a:t>
            </a:r>
            <a:endParaRPr lang="zh-CN" altLang="en-US" sz="1600" dirty="0">
              <a:latin typeface="Times New Roman" panose="02020603050405020304" pitchFamily="18" charset="0"/>
              <a:ea typeface="微软雅黑" panose="020B0503020204020204" pitchFamily="34" charset="-122"/>
            </a:endParaRPr>
          </a:p>
        </p:txBody>
      </p:sp>
      <p:sp>
        <p:nvSpPr>
          <p:cNvPr id="455868" name="Rectangle 188"/>
          <p:cNvSpPr>
            <a:spLocks noChangeArrowheads="1"/>
          </p:cNvSpPr>
          <p:nvPr/>
        </p:nvSpPr>
        <p:spPr bwMode="auto">
          <a:xfrm>
            <a:off x="6507163" y="3933826"/>
            <a:ext cx="1016000"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zh-CN" altLang="en-US" sz="1600" dirty="0">
                <a:solidFill>
                  <a:srgbClr val="000000"/>
                </a:solidFill>
                <a:latin typeface="微软雅黑" panose="020B0503020204020204" pitchFamily="34" charset="-122"/>
                <a:ea typeface="微软雅黑" panose="020B0503020204020204" pitchFamily="34" charset="-122"/>
              </a:rPr>
              <a:t>输出缓冲区</a:t>
            </a:r>
            <a:endParaRPr lang="zh-CN" altLang="en-US" sz="1600" dirty="0">
              <a:latin typeface="Times New Roman" panose="02020603050405020304" pitchFamily="18" charset="0"/>
              <a:ea typeface="微软雅黑" panose="020B0503020204020204" pitchFamily="34" charset="-122"/>
            </a:endParaRPr>
          </a:p>
        </p:txBody>
      </p:sp>
      <p:sp>
        <p:nvSpPr>
          <p:cNvPr id="455869" name="Text Box 189"/>
          <p:cNvSpPr txBox="1">
            <a:spLocks noChangeArrowheads="1"/>
          </p:cNvSpPr>
          <p:nvPr/>
        </p:nvSpPr>
        <p:spPr bwMode="auto">
          <a:xfrm>
            <a:off x="2502699" y="3429001"/>
            <a:ext cx="1279517" cy="461665"/>
          </a:xfrm>
          <a:prstGeom prst="rect">
            <a:avLst/>
          </a:prstGeom>
          <a:noFill/>
          <a:ln w="25400" cap="rnd" algn="ctr">
            <a:solidFill>
              <a:schemeClr val="tx1"/>
            </a:solidFill>
            <a:miter lim="800000"/>
            <a:headEnd type="none" w="sm" len="sm"/>
            <a:tailEnd type="none" w="sm" len="sm"/>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ctr"/>
            <a:r>
              <a:rPr lang="zh-CN" altLang="en-US" sz="2400" dirty="0">
                <a:solidFill>
                  <a:schemeClr val="hlink"/>
                </a:solidFill>
                <a:latin typeface="Times New Roman" panose="02020603050405020304" pitchFamily="18" charset="0"/>
                <a:ea typeface="微软雅黑" panose="020B0503020204020204" pitchFamily="34" charset="-122"/>
              </a:rPr>
              <a:t>到节点</a:t>
            </a:r>
            <a:r>
              <a:rPr lang="en-US" altLang="zh-CN" sz="2400" dirty="0">
                <a:solidFill>
                  <a:schemeClr val="hlink"/>
                </a:solidFill>
                <a:latin typeface="Times New Roman" panose="02020603050405020304" pitchFamily="18" charset="0"/>
                <a:ea typeface="微软雅黑" panose="020B0503020204020204" pitchFamily="34" charset="-122"/>
              </a:rPr>
              <a:t>1</a:t>
            </a:r>
            <a:endParaRPr lang="en-US" altLang="zh-CN" sz="2400" dirty="0">
              <a:solidFill>
                <a:schemeClr val="hlink"/>
              </a:solidFill>
              <a:latin typeface="Times New Roman" panose="02020603050405020304" pitchFamily="18" charset="0"/>
              <a:ea typeface="微软雅黑" panose="020B0503020204020204" pitchFamily="34" charset="-122"/>
            </a:endParaRPr>
          </a:p>
        </p:txBody>
      </p:sp>
      <p:sp>
        <p:nvSpPr>
          <p:cNvPr id="455870" name="Text Box 190"/>
          <p:cNvSpPr txBox="1">
            <a:spLocks noChangeArrowheads="1"/>
          </p:cNvSpPr>
          <p:nvPr/>
        </p:nvSpPr>
        <p:spPr bwMode="auto">
          <a:xfrm>
            <a:off x="5583277" y="5876926"/>
            <a:ext cx="1107996" cy="461665"/>
          </a:xfrm>
          <a:prstGeom prst="rect">
            <a:avLst/>
          </a:prstGeom>
          <a:noFill/>
          <a:ln w="25400" cap="rnd" algn="ctr">
            <a:solidFill>
              <a:schemeClr val="tx1"/>
            </a:solidFill>
            <a:miter lim="800000"/>
            <a:headEnd type="none" w="sm" len="sm"/>
            <a:tailEnd type="none" w="sm" len="sm"/>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ctr"/>
            <a:r>
              <a:rPr lang="zh-CN" altLang="en-US" sz="2400" dirty="0">
                <a:solidFill>
                  <a:schemeClr val="hlink"/>
                </a:solidFill>
                <a:latin typeface="Times New Roman" panose="02020603050405020304" pitchFamily="18" charset="0"/>
                <a:ea typeface="微软雅黑" panose="020B0503020204020204" pitchFamily="34" charset="-122"/>
              </a:rPr>
              <a:t>到主机</a:t>
            </a:r>
            <a:endParaRPr lang="zh-CN" altLang="en-US" sz="2400" dirty="0">
              <a:solidFill>
                <a:schemeClr val="hlink"/>
              </a:solidFill>
              <a:latin typeface="Times New Roman" panose="02020603050405020304" pitchFamily="18" charset="0"/>
              <a:ea typeface="微软雅黑" panose="020B0503020204020204" pitchFamily="34" charset="-122"/>
            </a:endParaRPr>
          </a:p>
        </p:txBody>
      </p:sp>
      <p:sp>
        <p:nvSpPr>
          <p:cNvPr id="455871" name="Text Box 191"/>
          <p:cNvSpPr txBox="1">
            <a:spLocks noChangeArrowheads="1"/>
          </p:cNvSpPr>
          <p:nvPr/>
        </p:nvSpPr>
        <p:spPr bwMode="auto">
          <a:xfrm>
            <a:off x="8493924" y="3500439"/>
            <a:ext cx="1279517" cy="461665"/>
          </a:xfrm>
          <a:prstGeom prst="rect">
            <a:avLst/>
          </a:prstGeom>
          <a:noFill/>
          <a:ln w="25400" cap="rnd" algn="ctr">
            <a:solidFill>
              <a:schemeClr val="tx1"/>
            </a:solidFill>
            <a:miter lim="800000"/>
            <a:headEnd type="none" w="sm" len="sm"/>
            <a:tailEnd type="none" w="sm" len="sm"/>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ctr"/>
            <a:r>
              <a:rPr lang="zh-CN" altLang="en-US" sz="2400" dirty="0">
                <a:solidFill>
                  <a:schemeClr val="hlink"/>
                </a:solidFill>
                <a:latin typeface="Times New Roman" panose="02020603050405020304" pitchFamily="18" charset="0"/>
                <a:ea typeface="微软雅黑" panose="020B0503020204020204" pitchFamily="34" charset="-122"/>
              </a:rPr>
              <a:t>到节点</a:t>
            </a:r>
            <a:r>
              <a:rPr lang="en-US" altLang="zh-CN" sz="2400" dirty="0">
                <a:solidFill>
                  <a:schemeClr val="hlink"/>
                </a:solidFill>
                <a:latin typeface="Times New Roman" panose="02020603050405020304" pitchFamily="18" charset="0"/>
                <a:ea typeface="微软雅黑" panose="020B0503020204020204" pitchFamily="34" charset="-122"/>
              </a:rPr>
              <a:t>5</a:t>
            </a:r>
            <a:endParaRPr lang="en-US" altLang="zh-CN" sz="2400" dirty="0">
              <a:solidFill>
                <a:schemeClr val="hlink"/>
              </a:solidFill>
              <a:latin typeface="Times New Roman" panose="02020603050405020304" pitchFamily="18" charset="0"/>
              <a:ea typeface="微软雅黑" panose="020B0503020204020204" pitchFamily="34" charset="-122"/>
            </a:endParaRPr>
          </a:p>
        </p:txBody>
      </p:sp>
      <p:sp>
        <p:nvSpPr>
          <p:cNvPr id="455872" name="Text Box 192"/>
          <p:cNvSpPr txBox="1">
            <a:spLocks noChangeArrowheads="1"/>
          </p:cNvSpPr>
          <p:nvPr/>
        </p:nvSpPr>
        <p:spPr bwMode="auto">
          <a:xfrm>
            <a:off x="5457036" y="981076"/>
            <a:ext cx="1279517" cy="461665"/>
          </a:xfrm>
          <a:prstGeom prst="rect">
            <a:avLst/>
          </a:prstGeom>
          <a:noFill/>
          <a:ln w="25400" cap="rnd" algn="ctr">
            <a:solidFill>
              <a:schemeClr val="tx1"/>
            </a:solidFill>
            <a:miter lim="800000"/>
            <a:headEnd type="none" w="sm" len="sm"/>
            <a:tailEnd type="none" w="sm" len="sm"/>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ctr"/>
            <a:r>
              <a:rPr lang="zh-CN" altLang="en-US" sz="2400" dirty="0">
                <a:solidFill>
                  <a:schemeClr val="hlink"/>
                </a:solidFill>
                <a:latin typeface="Times New Roman" panose="02020603050405020304" pitchFamily="18" charset="0"/>
                <a:ea typeface="微软雅黑" panose="020B0503020204020204" pitchFamily="34" charset="-122"/>
              </a:rPr>
              <a:t>到节点</a:t>
            </a:r>
            <a:r>
              <a:rPr lang="en-US" altLang="zh-CN" sz="2400" dirty="0">
                <a:solidFill>
                  <a:schemeClr val="hlink"/>
                </a:solidFill>
                <a:latin typeface="Times New Roman" panose="02020603050405020304" pitchFamily="18" charset="0"/>
                <a:ea typeface="微软雅黑" panose="020B0503020204020204" pitchFamily="34" charset="-122"/>
              </a:rPr>
              <a:t>3</a:t>
            </a:r>
            <a:endParaRPr lang="en-US" altLang="zh-CN" sz="2400" dirty="0">
              <a:solidFill>
                <a:schemeClr val="hlink"/>
              </a:solidFill>
              <a:latin typeface="Times New Roman" panose="02020603050405020304" pitchFamily="18" charset="0"/>
              <a:ea typeface="微软雅黑" panose="020B0503020204020204" pitchFamily="34" charset="-122"/>
            </a:endParaRPr>
          </a:p>
        </p:txBody>
      </p:sp>
      <p:sp>
        <p:nvSpPr>
          <p:cNvPr id="455873" name="Text Box 193"/>
          <p:cNvSpPr txBox="1">
            <a:spLocks noChangeArrowheads="1"/>
          </p:cNvSpPr>
          <p:nvPr/>
        </p:nvSpPr>
        <p:spPr bwMode="auto">
          <a:xfrm>
            <a:off x="5591176" y="3429000"/>
            <a:ext cx="963613"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chemeClr val="accent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ctr"/>
            <a:r>
              <a:rPr lang="zh-CN" altLang="en-US" sz="2400" dirty="0">
                <a:solidFill>
                  <a:schemeClr val="hlink"/>
                </a:solidFill>
                <a:latin typeface="Times New Roman" panose="02020603050405020304" pitchFamily="18" charset="0"/>
                <a:ea typeface="微软雅黑" panose="020B0503020204020204" pitchFamily="34" charset="-122"/>
              </a:rPr>
              <a:t>节点</a:t>
            </a:r>
            <a:r>
              <a:rPr lang="en-US" altLang="zh-CN" sz="2400" dirty="0">
                <a:solidFill>
                  <a:schemeClr val="hlink"/>
                </a:solidFill>
                <a:latin typeface="Times New Roman" panose="02020603050405020304" pitchFamily="18" charset="0"/>
                <a:ea typeface="微软雅黑" panose="020B0503020204020204" pitchFamily="34" charset="-122"/>
              </a:rPr>
              <a:t>4</a:t>
            </a:r>
            <a:endParaRPr lang="en-US" altLang="zh-CN" sz="2400" dirty="0">
              <a:solidFill>
                <a:schemeClr val="hlink"/>
              </a:solidFill>
              <a:latin typeface="Times New Roman" panose="02020603050405020304" pitchFamily="18" charset="0"/>
              <a:ea typeface="微软雅黑" panose="020B0503020204020204" pitchFamily="34" charset="-122"/>
            </a:endParaRPr>
          </a:p>
        </p:txBody>
      </p:sp>
      <p:sp>
        <p:nvSpPr>
          <p:cNvPr id="455874" name="Line 194"/>
          <p:cNvSpPr>
            <a:spLocks noChangeShapeType="1"/>
          </p:cNvSpPr>
          <p:nvPr/>
        </p:nvSpPr>
        <p:spPr bwMode="auto">
          <a:xfrm flipV="1">
            <a:off x="6096000" y="1484313"/>
            <a:ext cx="0" cy="647700"/>
          </a:xfrm>
          <a:prstGeom prst="line">
            <a:avLst/>
          </a:prstGeom>
          <a:noFill/>
          <a:ln w="25400" cap="rnd">
            <a:solidFill>
              <a:schemeClr val="accent2"/>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dirty="0">
              <a:latin typeface="Times New Roman" panose="02020603050405020304" pitchFamily="18" charset="0"/>
              <a:ea typeface="微软雅黑" panose="020B0503020204020204" pitchFamily="34" charset="-122"/>
            </a:endParaRPr>
          </a:p>
        </p:txBody>
      </p:sp>
      <p:sp>
        <p:nvSpPr>
          <p:cNvPr id="455875" name="Line 195"/>
          <p:cNvSpPr>
            <a:spLocks noChangeShapeType="1"/>
          </p:cNvSpPr>
          <p:nvPr/>
        </p:nvSpPr>
        <p:spPr bwMode="auto">
          <a:xfrm flipV="1">
            <a:off x="6167438" y="5229225"/>
            <a:ext cx="0" cy="647700"/>
          </a:xfrm>
          <a:prstGeom prst="line">
            <a:avLst/>
          </a:prstGeom>
          <a:noFill/>
          <a:ln w="25400" cap="rnd">
            <a:solidFill>
              <a:schemeClr val="accent2"/>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dirty="0">
              <a:latin typeface="Times New Roman" panose="02020603050405020304" pitchFamily="18" charset="0"/>
              <a:ea typeface="微软雅黑" panose="020B0503020204020204" pitchFamily="34" charset="-122"/>
            </a:endParaRPr>
          </a:p>
        </p:txBody>
      </p:sp>
      <p:sp>
        <p:nvSpPr>
          <p:cNvPr id="455876" name="Line 196"/>
          <p:cNvSpPr>
            <a:spLocks noChangeShapeType="1"/>
          </p:cNvSpPr>
          <p:nvPr/>
        </p:nvSpPr>
        <p:spPr bwMode="auto">
          <a:xfrm flipV="1">
            <a:off x="3792539" y="3644900"/>
            <a:ext cx="790575" cy="0"/>
          </a:xfrm>
          <a:prstGeom prst="line">
            <a:avLst/>
          </a:prstGeom>
          <a:noFill/>
          <a:ln w="25400" cap="rnd">
            <a:solidFill>
              <a:schemeClr val="accent2"/>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dirty="0">
              <a:latin typeface="Times New Roman" panose="02020603050405020304" pitchFamily="18" charset="0"/>
              <a:ea typeface="微软雅黑" panose="020B0503020204020204" pitchFamily="34" charset="-122"/>
            </a:endParaRPr>
          </a:p>
        </p:txBody>
      </p:sp>
      <p:sp>
        <p:nvSpPr>
          <p:cNvPr id="455877" name="Line 197"/>
          <p:cNvSpPr>
            <a:spLocks noChangeShapeType="1"/>
          </p:cNvSpPr>
          <p:nvPr/>
        </p:nvSpPr>
        <p:spPr bwMode="auto">
          <a:xfrm flipV="1">
            <a:off x="7680326" y="3716338"/>
            <a:ext cx="790575" cy="0"/>
          </a:xfrm>
          <a:prstGeom prst="line">
            <a:avLst/>
          </a:prstGeom>
          <a:noFill/>
          <a:ln w="25400" cap="rnd">
            <a:solidFill>
              <a:schemeClr val="accent2"/>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dirty="0">
              <a:latin typeface="Times New Roman" panose="02020603050405020304" pitchFamily="18" charset="0"/>
              <a:ea typeface="微软雅黑" panose="020B0503020204020204" pitchFamily="34" charset="-122"/>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拥塞对系统的影响</a:t>
            </a:r>
            <a:endParaRPr lang="zh-CN" altLang="en-US" dirty="0"/>
          </a:p>
        </p:txBody>
      </p:sp>
      <p:sp>
        <p:nvSpPr>
          <p:cNvPr id="46" name="灯片编号占位符 3"/>
          <p:cNvSpPr>
            <a:spLocks noGrp="1"/>
          </p:cNvSpPr>
          <p:nvPr>
            <p:ph type="sldNum" sz="quarter" idx="12"/>
          </p:nvPr>
        </p:nvSpPr>
        <p:spPr/>
        <p:txBody>
          <a:bodyPr/>
          <a:lstStyle/>
          <a:p>
            <a:fld id="{93F9AFA5-4A33-4D98-9479-7D67FC5BCF5F}" type="slidenum">
              <a:rPr lang="en-US" altLang="zh-CN"/>
            </a:fld>
            <a:endParaRPr lang="en-US" altLang="zh-CN"/>
          </a:p>
        </p:txBody>
      </p:sp>
      <p:sp>
        <p:nvSpPr>
          <p:cNvPr id="362583" name="Line 87"/>
          <p:cNvSpPr>
            <a:spLocks noChangeShapeType="1"/>
          </p:cNvSpPr>
          <p:nvPr/>
        </p:nvSpPr>
        <p:spPr bwMode="auto">
          <a:xfrm>
            <a:off x="2566988" y="5300663"/>
            <a:ext cx="2951162" cy="0"/>
          </a:xfrm>
          <a:prstGeom prst="line">
            <a:avLst/>
          </a:prstGeom>
          <a:noFill/>
          <a:ln w="19050" cap="rnd">
            <a:solidFill>
              <a:schemeClr val="tx1"/>
            </a:solidFill>
            <a:round/>
            <a:headEnd type="none" w="sm" len="sm"/>
            <a:tailEnd type="stealth"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dirty="0">
              <a:latin typeface="Times New Roman" panose="02020603050405020304" pitchFamily="18" charset="0"/>
              <a:ea typeface="微软雅黑" panose="020B0503020204020204" pitchFamily="34" charset="-122"/>
            </a:endParaRPr>
          </a:p>
        </p:txBody>
      </p:sp>
      <p:sp>
        <p:nvSpPr>
          <p:cNvPr id="362584" name="Line 88"/>
          <p:cNvSpPr>
            <a:spLocks noChangeShapeType="1"/>
          </p:cNvSpPr>
          <p:nvPr/>
        </p:nvSpPr>
        <p:spPr bwMode="auto">
          <a:xfrm>
            <a:off x="6745288" y="5300663"/>
            <a:ext cx="2951162" cy="0"/>
          </a:xfrm>
          <a:prstGeom prst="line">
            <a:avLst/>
          </a:prstGeom>
          <a:noFill/>
          <a:ln w="19050" cap="rnd">
            <a:solidFill>
              <a:schemeClr val="tx1"/>
            </a:solidFill>
            <a:round/>
            <a:headEnd type="none" w="sm" len="sm"/>
            <a:tailEnd type="stealth"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dirty="0">
              <a:latin typeface="Times New Roman" panose="02020603050405020304" pitchFamily="18" charset="0"/>
              <a:ea typeface="微软雅黑" panose="020B0503020204020204" pitchFamily="34" charset="-122"/>
            </a:endParaRPr>
          </a:p>
        </p:txBody>
      </p:sp>
      <p:sp>
        <p:nvSpPr>
          <p:cNvPr id="362585" name="Line 89"/>
          <p:cNvSpPr>
            <a:spLocks noChangeShapeType="1"/>
          </p:cNvSpPr>
          <p:nvPr/>
        </p:nvSpPr>
        <p:spPr bwMode="auto">
          <a:xfrm flipV="1">
            <a:off x="2566988" y="1628775"/>
            <a:ext cx="0" cy="3671888"/>
          </a:xfrm>
          <a:prstGeom prst="line">
            <a:avLst/>
          </a:prstGeom>
          <a:noFill/>
          <a:ln w="19050" cap="rnd">
            <a:solidFill>
              <a:schemeClr val="tx1"/>
            </a:solidFill>
            <a:round/>
            <a:headEnd type="none" w="sm" len="sm"/>
            <a:tailEnd type="stealth"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dirty="0">
              <a:latin typeface="Times New Roman" panose="02020603050405020304" pitchFamily="18" charset="0"/>
              <a:ea typeface="微软雅黑" panose="020B0503020204020204" pitchFamily="34" charset="-122"/>
            </a:endParaRPr>
          </a:p>
        </p:txBody>
      </p:sp>
      <p:sp>
        <p:nvSpPr>
          <p:cNvPr id="362586" name="Line 90"/>
          <p:cNvSpPr>
            <a:spLocks noChangeShapeType="1"/>
          </p:cNvSpPr>
          <p:nvPr/>
        </p:nvSpPr>
        <p:spPr bwMode="auto">
          <a:xfrm flipV="1">
            <a:off x="6745288" y="1628775"/>
            <a:ext cx="0" cy="3671888"/>
          </a:xfrm>
          <a:prstGeom prst="line">
            <a:avLst/>
          </a:prstGeom>
          <a:noFill/>
          <a:ln w="19050" cap="rnd">
            <a:solidFill>
              <a:schemeClr val="tx1"/>
            </a:solidFill>
            <a:round/>
            <a:headEnd type="none" w="sm" len="sm"/>
            <a:tailEnd type="stealth"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dirty="0">
              <a:latin typeface="Times New Roman" panose="02020603050405020304" pitchFamily="18" charset="0"/>
              <a:ea typeface="微软雅黑" panose="020B0503020204020204" pitchFamily="34" charset="-122"/>
            </a:endParaRPr>
          </a:p>
        </p:txBody>
      </p:sp>
      <p:sp>
        <p:nvSpPr>
          <p:cNvPr id="362587" name="Freeform 91"/>
          <p:cNvSpPr/>
          <p:nvPr/>
        </p:nvSpPr>
        <p:spPr bwMode="auto">
          <a:xfrm>
            <a:off x="2566988" y="2620964"/>
            <a:ext cx="2895600" cy="2681287"/>
          </a:xfrm>
          <a:custGeom>
            <a:avLst/>
            <a:gdLst>
              <a:gd name="T0" fmla="*/ 0 w 1824"/>
              <a:gd name="T1" fmla="*/ 1689 h 1689"/>
              <a:gd name="T2" fmla="*/ 1308 w 1824"/>
              <a:gd name="T3" fmla="*/ 0 h 1689"/>
              <a:gd name="T4" fmla="*/ 1824 w 1824"/>
              <a:gd name="T5" fmla="*/ 0 h 1689"/>
            </a:gdLst>
            <a:ahLst/>
            <a:cxnLst>
              <a:cxn ang="0">
                <a:pos x="T0" y="T1"/>
              </a:cxn>
              <a:cxn ang="0">
                <a:pos x="T2" y="T3"/>
              </a:cxn>
              <a:cxn ang="0">
                <a:pos x="T4" y="T5"/>
              </a:cxn>
            </a:cxnLst>
            <a:rect l="0" t="0" r="r" b="b"/>
            <a:pathLst>
              <a:path w="1824" h="1689">
                <a:moveTo>
                  <a:pt x="0" y="1689"/>
                </a:moveTo>
                <a:lnTo>
                  <a:pt x="1308" y="0"/>
                </a:lnTo>
                <a:lnTo>
                  <a:pt x="1824" y="0"/>
                </a:lnTo>
              </a:path>
            </a:pathLst>
          </a:custGeom>
          <a:noFill/>
          <a:ln w="25400" cap="rnd" cmpd="sng">
            <a:solidFill>
              <a:srgbClr val="009900"/>
            </a:solidFill>
            <a:prstDash val="solid"/>
            <a:round/>
            <a:headEnd type="none" w="sm" len="sm"/>
            <a:tailEnd type="none" w="sm" len="sm"/>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dirty="0">
              <a:latin typeface="Times New Roman" panose="02020603050405020304" pitchFamily="18" charset="0"/>
              <a:ea typeface="微软雅黑" panose="020B0503020204020204" pitchFamily="34" charset="-122"/>
            </a:endParaRPr>
          </a:p>
        </p:txBody>
      </p:sp>
      <p:sp>
        <p:nvSpPr>
          <p:cNvPr id="362588" name="Line 92"/>
          <p:cNvSpPr>
            <a:spLocks noChangeShapeType="1"/>
          </p:cNvSpPr>
          <p:nvPr/>
        </p:nvSpPr>
        <p:spPr bwMode="auto">
          <a:xfrm>
            <a:off x="2566988" y="2636838"/>
            <a:ext cx="2087562" cy="0"/>
          </a:xfrm>
          <a:prstGeom prst="line">
            <a:avLst/>
          </a:prstGeom>
          <a:noFill/>
          <a:ln w="19050">
            <a:solidFill>
              <a:schemeClr val="tx1"/>
            </a:solidFill>
            <a:prstDash val="sysDot"/>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dirty="0">
              <a:latin typeface="Times New Roman" panose="02020603050405020304" pitchFamily="18" charset="0"/>
              <a:ea typeface="微软雅黑" panose="020B0503020204020204" pitchFamily="34" charset="-122"/>
            </a:endParaRPr>
          </a:p>
        </p:txBody>
      </p:sp>
      <p:sp>
        <p:nvSpPr>
          <p:cNvPr id="362589" name="Line 93"/>
          <p:cNvSpPr>
            <a:spLocks noChangeShapeType="1"/>
          </p:cNvSpPr>
          <p:nvPr/>
        </p:nvSpPr>
        <p:spPr bwMode="auto">
          <a:xfrm flipV="1">
            <a:off x="4654550" y="2636839"/>
            <a:ext cx="0" cy="2663825"/>
          </a:xfrm>
          <a:prstGeom prst="line">
            <a:avLst/>
          </a:prstGeom>
          <a:noFill/>
          <a:ln w="19050">
            <a:solidFill>
              <a:schemeClr val="tx1"/>
            </a:solidFill>
            <a:prstDash val="sysDot"/>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dirty="0">
              <a:latin typeface="Times New Roman" panose="02020603050405020304" pitchFamily="18" charset="0"/>
              <a:ea typeface="微软雅黑" panose="020B0503020204020204" pitchFamily="34" charset="-122"/>
            </a:endParaRPr>
          </a:p>
        </p:txBody>
      </p:sp>
      <p:sp>
        <p:nvSpPr>
          <p:cNvPr id="362590" name="Line 94"/>
          <p:cNvSpPr>
            <a:spLocks noChangeShapeType="1"/>
          </p:cNvSpPr>
          <p:nvPr/>
        </p:nvSpPr>
        <p:spPr bwMode="auto">
          <a:xfrm flipV="1">
            <a:off x="8761413" y="2205039"/>
            <a:ext cx="0" cy="3095625"/>
          </a:xfrm>
          <a:prstGeom prst="line">
            <a:avLst/>
          </a:prstGeom>
          <a:noFill/>
          <a:ln w="19050">
            <a:solidFill>
              <a:schemeClr val="tx1"/>
            </a:solidFill>
            <a:prstDash val="sysDot"/>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dirty="0">
              <a:latin typeface="Times New Roman" panose="02020603050405020304" pitchFamily="18" charset="0"/>
              <a:ea typeface="微软雅黑" panose="020B0503020204020204" pitchFamily="34" charset="-122"/>
            </a:endParaRPr>
          </a:p>
        </p:txBody>
      </p:sp>
      <p:sp>
        <p:nvSpPr>
          <p:cNvPr id="362593" name="Text Box 97"/>
          <p:cNvSpPr txBox="1">
            <a:spLocks noChangeArrowheads="1"/>
          </p:cNvSpPr>
          <p:nvPr/>
        </p:nvSpPr>
        <p:spPr bwMode="auto">
          <a:xfrm>
            <a:off x="2003425" y="1177925"/>
            <a:ext cx="109855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chemeClr val="accent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ctr"/>
            <a:r>
              <a:rPr lang="zh-CN" altLang="en-US" sz="2400" dirty="0">
                <a:latin typeface="Times New Roman" panose="02020603050405020304" pitchFamily="18" charset="0"/>
                <a:ea typeface="微软雅黑" panose="020B0503020204020204" pitchFamily="34" charset="-122"/>
              </a:rPr>
              <a:t>吞吐量</a:t>
            </a:r>
            <a:endParaRPr lang="zh-CN" altLang="en-US" sz="2400" dirty="0">
              <a:latin typeface="Times New Roman" panose="02020603050405020304" pitchFamily="18" charset="0"/>
              <a:ea typeface="微软雅黑" panose="020B0503020204020204" pitchFamily="34" charset="-122"/>
            </a:endParaRPr>
          </a:p>
        </p:txBody>
      </p:sp>
      <p:sp>
        <p:nvSpPr>
          <p:cNvPr id="362594" name="Text Box 98"/>
          <p:cNvSpPr txBox="1">
            <a:spLocks noChangeArrowheads="1"/>
          </p:cNvSpPr>
          <p:nvPr/>
        </p:nvSpPr>
        <p:spPr bwMode="auto">
          <a:xfrm>
            <a:off x="5862638" y="1171575"/>
            <a:ext cx="170815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chemeClr val="accent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ctr"/>
            <a:r>
              <a:rPr lang="zh-CN" altLang="en-US" sz="2400" dirty="0">
                <a:latin typeface="Times New Roman" panose="02020603050405020304" pitchFamily="18" charset="0"/>
                <a:ea typeface="微软雅黑" panose="020B0503020204020204" pitchFamily="34" charset="-122"/>
              </a:rPr>
              <a:t>包平均延迟</a:t>
            </a:r>
            <a:endParaRPr lang="zh-CN" altLang="en-US" sz="2400" dirty="0">
              <a:latin typeface="Times New Roman" panose="02020603050405020304" pitchFamily="18" charset="0"/>
              <a:ea typeface="微软雅黑" panose="020B0503020204020204" pitchFamily="34" charset="-122"/>
            </a:endParaRPr>
          </a:p>
        </p:txBody>
      </p:sp>
      <p:sp>
        <p:nvSpPr>
          <p:cNvPr id="362595" name="Text Box 99"/>
          <p:cNvSpPr txBox="1">
            <a:spLocks noChangeArrowheads="1"/>
          </p:cNvSpPr>
          <p:nvPr/>
        </p:nvSpPr>
        <p:spPr bwMode="auto">
          <a:xfrm>
            <a:off x="5045075" y="5276850"/>
            <a:ext cx="140335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chemeClr val="accent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ctr"/>
            <a:r>
              <a:rPr lang="zh-CN" altLang="en-US" sz="2400" dirty="0">
                <a:latin typeface="Times New Roman" panose="02020603050405020304" pitchFamily="18" charset="0"/>
                <a:ea typeface="微软雅黑" panose="020B0503020204020204" pitchFamily="34" charset="-122"/>
              </a:rPr>
              <a:t>输入负载</a:t>
            </a:r>
            <a:endParaRPr lang="zh-CN" altLang="en-US" sz="2400" dirty="0">
              <a:latin typeface="Times New Roman" panose="02020603050405020304" pitchFamily="18" charset="0"/>
              <a:ea typeface="微软雅黑" panose="020B0503020204020204" pitchFamily="34" charset="-122"/>
            </a:endParaRPr>
          </a:p>
        </p:txBody>
      </p:sp>
      <p:sp>
        <p:nvSpPr>
          <p:cNvPr id="362597" name="Text Box 101"/>
          <p:cNvSpPr txBox="1">
            <a:spLocks noChangeArrowheads="1"/>
          </p:cNvSpPr>
          <p:nvPr/>
        </p:nvSpPr>
        <p:spPr bwMode="auto">
          <a:xfrm>
            <a:off x="9085263" y="5276850"/>
            <a:ext cx="140335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chemeClr val="accent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ctr"/>
            <a:r>
              <a:rPr lang="zh-CN" altLang="en-US" sz="2400" dirty="0">
                <a:latin typeface="Times New Roman" panose="02020603050405020304" pitchFamily="18" charset="0"/>
                <a:ea typeface="微软雅黑" panose="020B0503020204020204" pitchFamily="34" charset="-122"/>
              </a:rPr>
              <a:t>输入负载</a:t>
            </a:r>
            <a:endParaRPr lang="zh-CN" altLang="en-US" sz="2400" dirty="0">
              <a:latin typeface="Times New Roman" panose="02020603050405020304" pitchFamily="18" charset="0"/>
              <a:ea typeface="微软雅黑" panose="020B0503020204020204" pitchFamily="34" charset="-122"/>
            </a:endParaRPr>
          </a:p>
        </p:txBody>
      </p:sp>
      <p:sp>
        <p:nvSpPr>
          <p:cNvPr id="362598" name="Text Box 102"/>
          <p:cNvSpPr txBox="1">
            <a:spLocks noChangeArrowheads="1"/>
          </p:cNvSpPr>
          <p:nvPr/>
        </p:nvSpPr>
        <p:spPr bwMode="auto">
          <a:xfrm>
            <a:off x="4381435" y="5300663"/>
            <a:ext cx="473206" cy="3693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chemeClr val="accent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ctr"/>
            <a:r>
              <a:rPr lang="en-US" altLang="zh-CN" sz="1800" dirty="0">
                <a:latin typeface="Times New Roman" panose="02020603050405020304" pitchFamily="18" charset="0"/>
                <a:ea typeface="微软雅黑" panose="020B0503020204020204" pitchFamily="34" charset="-122"/>
              </a:rPr>
              <a:t>1.0</a:t>
            </a:r>
            <a:endParaRPr lang="en-US" altLang="zh-CN" sz="1800" dirty="0">
              <a:latin typeface="Times New Roman" panose="02020603050405020304" pitchFamily="18" charset="0"/>
              <a:ea typeface="微软雅黑" panose="020B0503020204020204" pitchFamily="34" charset="-122"/>
            </a:endParaRPr>
          </a:p>
        </p:txBody>
      </p:sp>
      <p:sp>
        <p:nvSpPr>
          <p:cNvPr id="362599" name="Text Box 103"/>
          <p:cNvSpPr txBox="1">
            <a:spLocks noChangeArrowheads="1"/>
          </p:cNvSpPr>
          <p:nvPr/>
        </p:nvSpPr>
        <p:spPr bwMode="auto">
          <a:xfrm>
            <a:off x="2004947" y="2420938"/>
            <a:ext cx="473206" cy="3693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chemeClr val="accent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ctr"/>
            <a:r>
              <a:rPr lang="en-US" altLang="zh-CN" sz="1800" dirty="0">
                <a:latin typeface="Times New Roman" panose="02020603050405020304" pitchFamily="18" charset="0"/>
                <a:ea typeface="微软雅黑" panose="020B0503020204020204" pitchFamily="34" charset="-122"/>
              </a:rPr>
              <a:t>1.0</a:t>
            </a:r>
            <a:endParaRPr lang="en-US" altLang="zh-CN" sz="1800" dirty="0">
              <a:latin typeface="Times New Roman" panose="02020603050405020304" pitchFamily="18" charset="0"/>
              <a:ea typeface="微软雅黑" panose="020B0503020204020204" pitchFamily="34" charset="-122"/>
            </a:endParaRPr>
          </a:p>
        </p:txBody>
      </p:sp>
      <p:sp>
        <p:nvSpPr>
          <p:cNvPr id="362600" name="Text Box 104"/>
          <p:cNvSpPr txBox="1">
            <a:spLocks noChangeArrowheads="1"/>
          </p:cNvSpPr>
          <p:nvPr/>
        </p:nvSpPr>
        <p:spPr bwMode="auto">
          <a:xfrm>
            <a:off x="8558147" y="5373688"/>
            <a:ext cx="473206" cy="3693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chemeClr val="accent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ctr"/>
            <a:r>
              <a:rPr lang="en-US" altLang="zh-CN" sz="1800" dirty="0">
                <a:latin typeface="Times New Roman" panose="02020603050405020304" pitchFamily="18" charset="0"/>
                <a:ea typeface="微软雅黑" panose="020B0503020204020204" pitchFamily="34" charset="-122"/>
              </a:rPr>
              <a:t>1.0</a:t>
            </a:r>
            <a:endParaRPr lang="en-US" altLang="zh-CN" sz="1800" dirty="0">
              <a:latin typeface="Times New Roman" panose="02020603050405020304" pitchFamily="18" charset="0"/>
              <a:ea typeface="微软雅黑" panose="020B0503020204020204" pitchFamily="34" charset="-122"/>
            </a:endParaRPr>
          </a:p>
        </p:txBody>
      </p:sp>
      <p:grpSp>
        <p:nvGrpSpPr>
          <p:cNvPr id="362608" name="Group 112"/>
          <p:cNvGrpSpPr/>
          <p:nvPr/>
        </p:nvGrpSpPr>
        <p:grpSpPr bwMode="auto">
          <a:xfrm>
            <a:off x="6743701" y="2420938"/>
            <a:ext cx="2016125" cy="2520950"/>
            <a:chOff x="3379" y="1570"/>
            <a:chExt cx="1270" cy="1543"/>
          </a:xfrm>
        </p:grpSpPr>
        <p:sp>
          <p:nvSpPr>
            <p:cNvPr id="362605" name="Arc 109"/>
            <p:cNvSpPr/>
            <p:nvPr/>
          </p:nvSpPr>
          <p:spPr bwMode="auto">
            <a:xfrm flipV="1">
              <a:off x="4195" y="2704"/>
              <a:ext cx="454" cy="408"/>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0" y="0"/>
                  </a:moveTo>
                  <a:cubicBezTo>
                    <a:pt x="11929" y="0"/>
                    <a:pt x="21600" y="9670"/>
                    <a:pt x="21600" y="21600"/>
                  </a:cubicBezTo>
                </a:path>
                <a:path w="21600" h="21600" stroke="0" extrusionOk="0">
                  <a:moveTo>
                    <a:pt x="0" y="0"/>
                  </a:moveTo>
                  <a:cubicBezTo>
                    <a:pt x="11929" y="0"/>
                    <a:pt x="21600" y="9670"/>
                    <a:pt x="21600" y="21600"/>
                  </a:cubicBezTo>
                  <a:lnTo>
                    <a:pt x="0" y="21600"/>
                  </a:lnTo>
                  <a:close/>
                </a:path>
              </a:pathLst>
            </a:custGeom>
            <a:noFill/>
            <a:ln w="19050" cap="rnd">
              <a:solidFill>
                <a:srgbClr val="009900"/>
              </a:solidFill>
              <a:round/>
              <a:headEnd type="none" w="sm" len="sm"/>
              <a:tailEnd type="none" w="sm" len="sm"/>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rot="10800000" wrap="none" anchor="ctr"/>
            <a:lstStyle/>
            <a:p>
              <a:pPr algn="ctr"/>
              <a:endParaRPr lang="zh-CN" altLang="zh-CN" dirty="0">
                <a:latin typeface="Times New Roman" panose="02020603050405020304" pitchFamily="18" charset="0"/>
                <a:ea typeface="微软雅黑" panose="020B0503020204020204" pitchFamily="34" charset="-122"/>
              </a:endParaRPr>
            </a:p>
          </p:txBody>
        </p:sp>
        <p:sp>
          <p:nvSpPr>
            <p:cNvPr id="362606" name="Line 110"/>
            <p:cNvSpPr>
              <a:spLocks noChangeShapeType="1"/>
            </p:cNvSpPr>
            <p:nvPr/>
          </p:nvSpPr>
          <p:spPr bwMode="auto">
            <a:xfrm flipV="1">
              <a:off x="4649" y="1570"/>
              <a:ext cx="0" cy="1134"/>
            </a:xfrm>
            <a:prstGeom prst="line">
              <a:avLst/>
            </a:prstGeom>
            <a:noFill/>
            <a:ln w="19050" cap="rnd">
              <a:solidFill>
                <a:srgbClr val="0099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dirty="0">
                <a:latin typeface="Times New Roman" panose="02020603050405020304" pitchFamily="18" charset="0"/>
                <a:ea typeface="微软雅黑" panose="020B0503020204020204" pitchFamily="34" charset="-122"/>
              </a:endParaRPr>
            </a:p>
          </p:txBody>
        </p:sp>
        <p:sp>
          <p:nvSpPr>
            <p:cNvPr id="362607" name="Line 111"/>
            <p:cNvSpPr>
              <a:spLocks noChangeShapeType="1"/>
            </p:cNvSpPr>
            <p:nvPr/>
          </p:nvSpPr>
          <p:spPr bwMode="auto">
            <a:xfrm flipH="1">
              <a:off x="3379" y="3113"/>
              <a:ext cx="816" cy="0"/>
            </a:xfrm>
            <a:prstGeom prst="line">
              <a:avLst/>
            </a:prstGeom>
            <a:noFill/>
            <a:ln w="19050" cap="rnd">
              <a:solidFill>
                <a:srgbClr val="0099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dirty="0">
                <a:latin typeface="Times New Roman" panose="02020603050405020304" pitchFamily="18" charset="0"/>
                <a:ea typeface="微软雅黑" panose="020B0503020204020204" pitchFamily="34" charset="-122"/>
              </a:endParaRPr>
            </a:p>
          </p:txBody>
        </p:sp>
      </p:grpSp>
      <p:grpSp>
        <p:nvGrpSpPr>
          <p:cNvPr id="362609" name="Group 113"/>
          <p:cNvGrpSpPr/>
          <p:nvPr/>
        </p:nvGrpSpPr>
        <p:grpSpPr bwMode="auto">
          <a:xfrm>
            <a:off x="6743701" y="2420939"/>
            <a:ext cx="1871663" cy="2232025"/>
            <a:chOff x="3379" y="1570"/>
            <a:chExt cx="1270" cy="1543"/>
          </a:xfrm>
        </p:grpSpPr>
        <p:sp>
          <p:nvSpPr>
            <p:cNvPr id="362610" name="Arc 114"/>
            <p:cNvSpPr/>
            <p:nvPr/>
          </p:nvSpPr>
          <p:spPr bwMode="auto">
            <a:xfrm flipV="1">
              <a:off x="4195" y="2704"/>
              <a:ext cx="454" cy="408"/>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0" y="0"/>
                  </a:moveTo>
                  <a:cubicBezTo>
                    <a:pt x="11929" y="0"/>
                    <a:pt x="21600" y="9670"/>
                    <a:pt x="21600" y="21600"/>
                  </a:cubicBezTo>
                </a:path>
                <a:path w="21600" h="21600" stroke="0" extrusionOk="0">
                  <a:moveTo>
                    <a:pt x="0" y="0"/>
                  </a:moveTo>
                  <a:cubicBezTo>
                    <a:pt x="11929" y="0"/>
                    <a:pt x="21600" y="9670"/>
                    <a:pt x="21600" y="21600"/>
                  </a:cubicBezTo>
                  <a:lnTo>
                    <a:pt x="0" y="21600"/>
                  </a:lnTo>
                  <a:close/>
                </a:path>
              </a:pathLst>
            </a:custGeom>
            <a:noFill/>
            <a:ln w="19050" cap="rnd">
              <a:solidFill>
                <a:srgbClr val="6600CC"/>
              </a:solidFill>
              <a:round/>
              <a:headEnd type="none" w="sm" len="sm"/>
              <a:tailEnd type="none" w="sm" len="sm"/>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rot="10800000" wrap="none" anchor="ctr"/>
            <a:lstStyle/>
            <a:p>
              <a:pPr algn="ctr"/>
              <a:endParaRPr lang="zh-CN" altLang="zh-CN" dirty="0">
                <a:latin typeface="Times New Roman" panose="02020603050405020304" pitchFamily="18" charset="0"/>
                <a:ea typeface="微软雅黑" panose="020B0503020204020204" pitchFamily="34" charset="-122"/>
              </a:endParaRPr>
            </a:p>
          </p:txBody>
        </p:sp>
        <p:sp>
          <p:nvSpPr>
            <p:cNvPr id="362611" name="Line 115"/>
            <p:cNvSpPr>
              <a:spLocks noChangeShapeType="1"/>
            </p:cNvSpPr>
            <p:nvPr/>
          </p:nvSpPr>
          <p:spPr bwMode="auto">
            <a:xfrm flipV="1">
              <a:off x="4649" y="1570"/>
              <a:ext cx="0" cy="1134"/>
            </a:xfrm>
            <a:prstGeom prst="line">
              <a:avLst/>
            </a:prstGeom>
            <a:noFill/>
            <a:ln w="19050" cap="rnd">
              <a:solidFill>
                <a:srgbClr val="6600CC"/>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dirty="0">
                <a:latin typeface="Times New Roman" panose="02020603050405020304" pitchFamily="18" charset="0"/>
                <a:ea typeface="微软雅黑" panose="020B0503020204020204" pitchFamily="34" charset="-122"/>
              </a:endParaRPr>
            </a:p>
          </p:txBody>
        </p:sp>
        <p:sp>
          <p:nvSpPr>
            <p:cNvPr id="362612" name="Line 116"/>
            <p:cNvSpPr>
              <a:spLocks noChangeShapeType="1"/>
            </p:cNvSpPr>
            <p:nvPr/>
          </p:nvSpPr>
          <p:spPr bwMode="auto">
            <a:xfrm flipH="1">
              <a:off x="3379" y="3113"/>
              <a:ext cx="816" cy="0"/>
            </a:xfrm>
            <a:prstGeom prst="line">
              <a:avLst/>
            </a:prstGeom>
            <a:noFill/>
            <a:ln w="19050" cap="rnd">
              <a:solidFill>
                <a:srgbClr val="6600CC"/>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dirty="0">
                <a:latin typeface="Times New Roman" panose="02020603050405020304" pitchFamily="18" charset="0"/>
                <a:ea typeface="微软雅黑" panose="020B0503020204020204" pitchFamily="34" charset="-122"/>
              </a:endParaRPr>
            </a:p>
          </p:txBody>
        </p:sp>
      </p:grpSp>
      <p:grpSp>
        <p:nvGrpSpPr>
          <p:cNvPr id="362613" name="Group 117"/>
          <p:cNvGrpSpPr/>
          <p:nvPr/>
        </p:nvGrpSpPr>
        <p:grpSpPr bwMode="auto">
          <a:xfrm>
            <a:off x="6743701" y="2420938"/>
            <a:ext cx="1584325" cy="2520950"/>
            <a:chOff x="3379" y="1570"/>
            <a:chExt cx="1270" cy="1543"/>
          </a:xfrm>
        </p:grpSpPr>
        <p:sp>
          <p:nvSpPr>
            <p:cNvPr id="362614" name="Arc 118"/>
            <p:cNvSpPr/>
            <p:nvPr/>
          </p:nvSpPr>
          <p:spPr bwMode="auto">
            <a:xfrm flipV="1">
              <a:off x="4195" y="2704"/>
              <a:ext cx="454" cy="408"/>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0" y="0"/>
                  </a:moveTo>
                  <a:cubicBezTo>
                    <a:pt x="11929" y="0"/>
                    <a:pt x="21600" y="9670"/>
                    <a:pt x="21600" y="21600"/>
                  </a:cubicBezTo>
                </a:path>
                <a:path w="21600" h="21600" stroke="0" extrusionOk="0">
                  <a:moveTo>
                    <a:pt x="0" y="0"/>
                  </a:moveTo>
                  <a:cubicBezTo>
                    <a:pt x="11929" y="0"/>
                    <a:pt x="21600" y="9670"/>
                    <a:pt x="21600" y="21600"/>
                  </a:cubicBezTo>
                  <a:lnTo>
                    <a:pt x="0" y="21600"/>
                  </a:lnTo>
                  <a:close/>
                </a:path>
              </a:pathLst>
            </a:custGeom>
            <a:noFill/>
            <a:ln w="19050" cap="rnd">
              <a:solidFill>
                <a:srgbClr val="FF0000"/>
              </a:solidFill>
              <a:round/>
              <a:headEnd type="none" w="sm" len="sm"/>
              <a:tailEnd type="none" w="sm" len="sm"/>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rot="10800000" wrap="none" anchor="ctr"/>
            <a:lstStyle/>
            <a:p>
              <a:pPr algn="ctr"/>
              <a:endParaRPr lang="zh-CN" altLang="zh-CN" dirty="0">
                <a:latin typeface="Times New Roman" panose="02020603050405020304" pitchFamily="18" charset="0"/>
                <a:ea typeface="微软雅黑" panose="020B0503020204020204" pitchFamily="34" charset="-122"/>
              </a:endParaRPr>
            </a:p>
          </p:txBody>
        </p:sp>
        <p:sp>
          <p:nvSpPr>
            <p:cNvPr id="362615" name="Line 119"/>
            <p:cNvSpPr>
              <a:spLocks noChangeShapeType="1"/>
            </p:cNvSpPr>
            <p:nvPr/>
          </p:nvSpPr>
          <p:spPr bwMode="auto">
            <a:xfrm flipV="1">
              <a:off x="4649" y="1570"/>
              <a:ext cx="0" cy="1134"/>
            </a:xfrm>
            <a:prstGeom prst="line">
              <a:avLst/>
            </a:prstGeom>
            <a:noFill/>
            <a:ln w="19050" cap="rnd">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dirty="0">
                <a:latin typeface="Times New Roman" panose="02020603050405020304" pitchFamily="18" charset="0"/>
                <a:ea typeface="微软雅黑" panose="020B0503020204020204" pitchFamily="34" charset="-122"/>
              </a:endParaRPr>
            </a:p>
          </p:txBody>
        </p:sp>
        <p:sp>
          <p:nvSpPr>
            <p:cNvPr id="362616" name="Line 120"/>
            <p:cNvSpPr>
              <a:spLocks noChangeShapeType="1"/>
            </p:cNvSpPr>
            <p:nvPr/>
          </p:nvSpPr>
          <p:spPr bwMode="auto">
            <a:xfrm flipH="1">
              <a:off x="3379" y="3113"/>
              <a:ext cx="816" cy="0"/>
            </a:xfrm>
            <a:prstGeom prst="line">
              <a:avLst/>
            </a:prstGeom>
            <a:noFill/>
            <a:ln w="19050" cap="rnd">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dirty="0">
                <a:latin typeface="Times New Roman" panose="02020603050405020304" pitchFamily="18" charset="0"/>
                <a:ea typeface="微软雅黑" panose="020B0503020204020204" pitchFamily="34" charset="-122"/>
              </a:endParaRPr>
            </a:p>
          </p:txBody>
        </p:sp>
      </p:grpSp>
      <p:grpSp>
        <p:nvGrpSpPr>
          <p:cNvPr id="362618" name="Group 122"/>
          <p:cNvGrpSpPr/>
          <p:nvPr/>
        </p:nvGrpSpPr>
        <p:grpSpPr bwMode="auto">
          <a:xfrm>
            <a:off x="2566989" y="3692525"/>
            <a:ext cx="2663825" cy="1608138"/>
            <a:chOff x="748" y="2326"/>
            <a:chExt cx="1678" cy="1013"/>
          </a:xfrm>
        </p:grpSpPr>
        <p:sp>
          <p:nvSpPr>
            <p:cNvPr id="362591" name="Freeform 95"/>
            <p:cNvSpPr/>
            <p:nvPr/>
          </p:nvSpPr>
          <p:spPr bwMode="auto">
            <a:xfrm>
              <a:off x="1327" y="2326"/>
              <a:ext cx="1099" cy="1013"/>
            </a:xfrm>
            <a:custGeom>
              <a:avLst/>
              <a:gdLst>
                <a:gd name="T0" fmla="*/ 0 w 1099"/>
                <a:gd name="T1" fmla="*/ 258 h 1013"/>
                <a:gd name="T2" fmla="*/ 214 w 1099"/>
                <a:gd name="T3" fmla="*/ 66 h 1013"/>
                <a:gd name="T4" fmla="*/ 438 w 1099"/>
                <a:gd name="T5" fmla="*/ 22 h 1013"/>
                <a:gd name="T6" fmla="*/ 636 w 1099"/>
                <a:gd name="T7" fmla="*/ 241 h 1013"/>
                <a:gd name="T8" fmla="*/ 762 w 1099"/>
                <a:gd name="T9" fmla="*/ 757 h 1013"/>
                <a:gd name="T10" fmla="*/ 888 w 1099"/>
                <a:gd name="T11" fmla="*/ 927 h 1013"/>
                <a:gd name="T12" fmla="*/ 1099 w 1099"/>
                <a:gd name="T13" fmla="*/ 1013 h 1013"/>
              </a:gdLst>
              <a:ahLst/>
              <a:cxnLst>
                <a:cxn ang="0">
                  <a:pos x="T0" y="T1"/>
                </a:cxn>
                <a:cxn ang="0">
                  <a:pos x="T2" y="T3"/>
                </a:cxn>
                <a:cxn ang="0">
                  <a:pos x="T4" y="T5"/>
                </a:cxn>
                <a:cxn ang="0">
                  <a:pos x="T6" y="T7"/>
                </a:cxn>
                <a:cxn ang="0">
                  <a:pos x="T8" y="T9"/>
                </a:cxn>
                <a:cxn ang="0">
                  <a:pos x="T10" y="T11"/>
                </a:cxn>
                <a:cxn ang="0">
                  <a:pos x="T12" y="T13"/>
                </a:cxn>
              </a:cxnLst>
              <a:rect l="0" t="0" r="r" b="b"/>
              <a:pathLst>
                <a:path w="1099" h="1013">
                  <a:moveTo>
                    <a:pt x="0" y="258"/>
                  </a:moveTo>
                  <a:cubicBezTo>
                    <a:pt x="36" y="226"/>
                    <a:pt x="141" y="105"/>
                    <a:pt x="214" y="66"/>
                  </a:cubicBezTo>
                  <a:cubicBezTo>
                    <a:pt x="287" y="27"/>
                    <a:pt x="372" y="0"/>
                    <a:pt x="438" y="22"/>
                  </a:cubicBezTo>
                  <a:cubicBezTo>
                    <a:pt x="504" y="44"/>
                    <a:pt x="582" y="119"/>
                    <a:pt x="636" y="241"/>
                  </a:cubicBezTo>
                  <a:cubicBezTo>
                    <a:pt x="690" y="363"/>
                    <a:pt x="720" y="643"/>
                    <a:pt x="762" y="757"/>
                  </a:cubicBezTo>
                  <a:cubicBezTo>
                    <a:pt x="804" y="871"/>
                    <a:pt x="832" y="884"/>
                    <a:pt x="888" y="927"/>
                  </a:cubicBezTo>
                  <a:cubicBezTo>
                    <a:pt x="944" y="970"/>
                    <a:pt x="1055" y="995"/>
                    <a:pt x="1099" y="1013"/>
                  </a:cubicBezTo>
                </a:path>
              </a:pathLst>
            </a:custGeom>
            <a:noFill/>
            <a:ln w="19050" cap="rnd" cmpd="sng">
              <a:solidFill>
                <a:srgbClr val="FF0000"/>
              </a:solidFill>
              <a:prstDash val="solid"/>
              <a:round/>
              <a:headEnd type="none" w="sm" len="sm"/>
              <a:tailEnd type="none" w="sm" len="sm"/>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dirty="0">
                <a:latin typeface="Times New Roman" panose="02020603050405020304" pitchFamily="18" charset="0"/>
                <a:ea typeface="微软雅黑" panose="020B0503020204020204" pitchFamily="34" charset="-122"/>
              </a:endParaRPr>
            </a:p>
          </p:txBody>
        </p:sp>
        <p:sp>
          <p:nvSpPr>
            <p:cNvPr id="362617" name="Line 121"/>
            <p:cNvSpPr>
              <a:spLocks noChangeShapeType="1"/>
            </p:cNvSpPr>
            <p:nvPr/>
          </p:nvSpPr>
          <p:spPr bwMode="auto">
            <a:xfrm flipH="1">
              <a:off x="748" y="2568"/>
              <a:ext cx="590" cy="771"/>
            </a:xfrm>
            <a:prstGeom prst="line">
              <a:avLst/>
            </a:prstGeom>
            <a:noFill/>
            <a:ln w="19050" cap="rnd">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dirty="0">
                <a:latin typeface="Times New Roman" panose="02020603050405020304" pitchFamily="18" charset="0"/>
                <a:ea typeface="微软雅黑" panose="020B0503020204020204" pitchFamily="34" charset="-122"/>
              </a:endParaRPr>
            </a:p>
          </p:txBody>
        </p:sp>
      </p:grpSp>
      <p:grpSp>
        <p:nvGrpSpPr>
          <p:cNvPr id="362622" name="Group 126"/>
          <p:cNvGrpSpPr/>
          <p:nvPr/>
        </p:nvGrpSpPr>
        <p:grpSpPr bwMode="auto">
          <a:xfrm>
            <a:off x="2566988" y="3141663"/>
            <a:ext cx="2894012" cy="2159000"/>
            <a:chOff x="748" y="1844"/>
            <a:chExt cx="1823" cy="1495"/>
          </a:xfrm>
        </p:grpSpPr>
        <p:sp>
          <p:nvSpPr>
            <p:cNvPr id="362592" name="Freeform 96"/>
            <p:cNvSpPr/>
            <p:nvPr/>
          </p:nvSpPr>
          <p:spPr bwMode="auto">
            <a:xfrm>
              <a:off x="1497" y="1844"/>
              <a:ext cx="912" cy="529"/>
            </a:xfrm>
            <a:custGeom>
              <a:avLst/>
              <a:gdLst>
                <a:gd name="T0" fmla="*/ 0 w 912"/>
                <a:gd name="T1" fmla="*/ 529 h 529"/>
                <a:gd name="T2" fmla="*/ 461 w 912"/>
                <a:gd name="T3" fmla="*/ 87 h 529"/>
                <a:gd name="T4" fmla="*/ 912 w 912"/>
                <a:gd name="T5" fmla="*/ 13 h 529"/>
              </a:gdLst>
              <a:ahLst/>
              <a:cxnLst>
                <a:cxn ang="0">
                  <a:pos x="T0" y="T1"/>
                </a:cxn>
                <a:cxn ang="0">
                  <a:pos x="T2" y="T3"/>
                </a:cxn>
                <a:cxn ang="0">
                  <a:pos x="T4" y="T5"/>
                </a:cxn>
              </a:cxnLst>
              <a:rect l="0" t="0" r="r" b="b"/>
              <a:pathLst>
                <a:path w="912" h="529">
                  <a:moveTo>
                    <a:pt x="0" y="529"/>
                  </a:moveTo>
                  <a:cubicBezTo>
                    <a:pt x="77" y="456"/>
                    <a:pt x="309" y="173"/>
                    <a:pt x="461" y="87"/>
                  </a:cubicBezTo>
                  <a:cubicBezTo>
                    <a:pt x="610" y="0"/>
                    <a:pt x="837" y="25"/>
                    <a:pt x="912" y="13"/>
                  </a:cubicBezTo>
                </a:path>
              </a:pathLst>
            </a:custGeom>
            <a:noFill/>
            <a:ln w="19050" cap="rnd" cmpd="sng">
              <a:solidFill>
                <a:srgbClr val="6600CC"/>
              </a:solidFill>
              <a:prstDash val="solid"/>
              <a:round/>
              <a:headEnd type="none" w="sm" len="sm"/>
              <a:tailEnd type="none" w="sm" len="sm"/>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dirty="0">
                <a:latin typeface="Times New Roman" panose="02020603050405020304" pitchFamily="18" charset="0"/>
                <a:ea typeface="微软雅黑" panose="020B0503020204020204" pitchFamily="34" charset="-122"/>
              </a:endParaRPr>
            </a:p>
          </p:txBody>
        </p:sp>
        <p:sp>
          <p:nvSpPr>
            <p:cNvPr id="362619" name="Line 123"/>
            <p:cNvSpPr>
              <a:spLocks noChangeShapeType="1"/>
            </p:cNvSpPr>
            <p:nvPr/>
          </p:nvSpPr>
          <p:spPr bwMode="auto">
            <a:xfrm flipV="1">
              <a:off x="748" y="2379"/>
              <a:ext cx="743" cy="960"/>
            </a:xfrm>
            <a:prstGeom prst="line">
              <a:avLst/>
            </a:prstGeom>
            <a:noFill/>
            <a:ln w="19050" cap="rnd">
              <a:solidFill>
                <a:srgbClr val="6600CC"/>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dirty="0">
                <a:latin typeface="Times New Roman" panose="02020603050405020304" pitchFamily="18" charset="0"/>
                <a:ea typeface="微软雅黑" panose="020B0503020204020204" pitchFamily="34" charset="-122"/>
              </a:endParaRPr>
            </a:p>
          </p:txBody>
        </p:sp>
        <p:sp>
          <p:nvSpPr>
            <p:cNvPr id="362621" name="Line 125"/>
            <p:cNvSpPr>
              <a:spLocks noChangeShapeType="1"/>
            </p:cNvSpPr>
            <p:nvPr/>
          </p:nvSpPr>
          <p:spPr bwMode="auto">
            <a:xfrm>
              <a:off x="2390" y="1860"/>
              <a:ext cx="181" cy="0"/>
            </a:xfrm>
            <a:prstGeom prst="line">
              <a:avLst/>
            </a:prstGeom>
            <a:noFill/>
            <a:ln w="19050" cap="rnd">
              <a:solidFill>
                <a:srgbClr val="6600CC"/>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dirty="0">
                <a:latin typeface="Times New Roman" panose="02020603050405020304" pitchFamily="18" charset="0"/>
                <a:ea typeface="微软雅黑" panose="020B0503020204020204" pitchFamily="34" charset="-122"/>
              </a:endParaRPr>
            </a:p>
          </p:txBody>
        </p:sp>
      </p:grpSp>
      <p:sp>
        <p:nvSpPr>
          <p:cNvPr id="362623" name="Line 127"/>
          <p:cNvSpPr>
            <a:spLocks noChangeShapeType="1"/>
          </p:cNvSpPr>
          <p:nvPr/>
        </p:nvSpPr>
        <p:spPr bwMode="auto">
          <a:xfrm>
            <a:off x="8956676" y="6308725"/>
            <a:ext cx="504825" cy="0"/>
          </a:xfrm>
          <a:prstGeom prst="line">
            <a:avLst/>
          </a:prstGeom>
          <a:noFill/>
          <a:ln w="57150" cap="rnd">
            <a:solidFill>
              <a:srgbClr val="6600CC"/>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dirty="0">
              <a:latin typeface="Times New Roman" panose="02020603050405020304" pitchFamily="18" charset="0"/>
              <a:ea typeface="微软雅黑" panose="020B0503020204020204" pitchFamily="34" charset="-122"/>
            </a:endParaRPr>
          </a:p>
        </p:txBody>
      </p:sp>
      <p:sp>
        <p:nvSpPr>
          <p:cNvPr id="362624" name="Line 128"/>
          <p:cNvSpPr>
            <a:spLocks noChangeShapeType="1"/>
          </p:cNvSpPr>
          <p:nvPr/>
        </p:nvSpPr>
        <p:spPr bwMode="auto">
          <a:xfrm>
            <a:off x="6599238" y="6308725"/>
            <a:ext cx="431800" cy="0"/>
          </a:xfrm>
          <a:prstGeom prst="line">
            <a:avLst/>
          </a:prstGeom>
          <a:noFill/>
          <a:ln w="57150" cap="rnd">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dirty="0">
              <a:latin typeface="Times New Roman" panose="02020603050405020304" pitchFamily="18" charset="0"/>
              <a:ea typeface="微软雅黑" panose="020B0503020204020204" pitchFamily="34" charset="-122"/>
            </a:endParaRPr>
          </a:p>
        </p:txBody>
      </p:sp>
      <p:sp>
        <p:nvSpPr>
          <p:cNvPr id="362625" name="Line 129"/>
          <p:cNvSpPr>
            <a:spLocks noChangeShapeType="1"/>
          </p:cNvSpPr>
          <p:nvPr/>
        </p:nvSpPr>
        <p:spPr bwMode="auto">
          <a:xfrm>
            <a:off x="4079876" y="6308725"/>
            <a:ext cx="576263" cy="0"/>
          </a:xfrm>
          <a:prstGeom prst="line">
            <a:avLst/>
          </a:prstGeom>
          <a:noFill/>
          <a:ln w="57150" cap="rnd">
            <a:solidFill>
              <a:srgbClr val="0099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dirty="0">
              <a:latin typeface="Times New Roman" panose="02020603050405020304" pitchFamily="18" charset="0"/>
              <a:ea typeface="微软雅黑" panose="020B0503020204020204" pitchFamily="34" charset="-122"/>
            </a:endParaRPr>
          </a:p>
        </p:txBody>
      </p:sp>
      <p:sp>
        <p:nvSpPr>
          <p:cNvPr id="362626" name="Text Box 130"/>
          <p:cNvSpPr txBox="1">
            <a:spLocks noChangeArrowheads="1"/>
          </p:cNvSpPr>
          <p:nvPr/>
        </p:nvSpPr>
        <p:spPr bwMode="auto">
          <a:xfrm>
            <a:off x="2711450" y="6021388"/>
            <a:ext cx="140335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chemeClr val="accent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ctr"/>
            <a:r>
              <a:rPr lang="zh-CN" altLang="en-US" sz="2400" dirty="0">
                <a:latin typeface="Times New Roman" panose="02020603050405020304" pitchFamily="18" charset="0"/>
                <a:ea typeface="微软雅黑" panose="020B0503020204020204" pitchFamily="34" charset="-122"/>
              </a:rPr>
              <a:t>理想情况</a:t>
            </a:r>
            <a:endParaRPr lang="zh-CN" altLang="en-US" sz="2400" dirty="0">
              <a:latin typeface="Times New Roman" panose="02020603050405020304" pitchFamily="18" charset="0"/>
              <a:ea typeface="微软雅黑" panose="020B0503020204020204" pitchFamily="34" charset="-122"/>
            </a:endParaRPr>
          </a:p>
        </p:txBody>
      </p:sp>
      <p:sp>
        <p:nvSpPr>
          <p:cNvPr id="362627" name="Text Box 131"/>
          <p:cNvSpPr txBox="1">
            <a:spLocks noChangeArrowheads="1"/>
          </p:cNvSpPr>
          <p:nvPr/>
        </p:nvSpPr>
        <p:spPr bwMode="auto">
          <a:xfrm>
            <a:off x="7248525" y="6021388"/>
            <a:ext cx="170815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chemeClr val="accent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ctr"/>
            <a:r>
              <a:rPr lang="zh-CN" altLang="en-US" sz="2400" dirty="0">
                <a:latin typeface="Times New Roman" panose="02020603050405020304" pitchFamily="18" charset="0"/>
                <a:ea typeface="微软雅黑" panose="020B0503020204020204" pitchFamily="34" charset="-122"/>
              </a:rPr>
              <a:t>有拥塞控制</a:t>
            </a:r>
            <a:endParaRPr lang="zh-CN" altLang="en-US" sz="2400" dirty="0">
              <a:latin typeface="Times New Roman" panose="02020603050405020304" pitchFamily="18" charset="0"/>
              <a:ea typeface="微软雅黑" panose="020B0503020204020204" pitchFamily="34" charset="-122"/>
            </a:endParaRPr>
          </a:p>
        </p:txBody>
      </p:sp>
      <p:sp>
        <p:nvSpPr>
          <p:cNvPr id="362629" name="Text Box 133"/>
          <p:cNvSpPr txBox="1">
            <a:spLocks noChangeArrowheads="1"/>
          </p:cNvSpPr>
          <p:nvPr/>
        </p:nvSpPr>
        <p:spPr bwMode="auto">
          <a:xfrm>
            <a:off x="4872038" y="6021388"/>
            <a:ext cx="170815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chemeClr val="accent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ctr"/>
            <a:r>
              <a:rPr lang="zh-CN" altLang="en-US" sz="2400" dirty="0">
                <a:latin typeface="Times New Roman" panose="02020603050405020304" pitchFamily="18" charset="0"/>
                <a:ea typeface="微软雅黑" panose="020B0503020204020204" pitchFamily="34" charset="-122"/>
              </a:rPr>
              <a:t>无拥塞控制</a:t>
            </a:r>
            <a:endParaRPr lang="zh-CN" altLang="en-US" sz="2400" dirty="0">
              <a:latin typeface="Times New Roman" panose="02020603050405020304" pitchFamily="18" charset="0"/>
              <a:ea typeface="微软雅黑" panose="020B0503020204020204" pitchFamily="34" charset="-122"/>
            </a:endParaRPr>
          </a:p>
        </p:txBody>
      </p:sp>
      <p:sp>
        <p:nvSpPr>
          <p:cNvPr id="362630" name="Text Box 134"/>
          <p:cNvSpPr txBox="1">
            <a:spLocks noChangeArrowheads="1"/>
          </p:cNvSpPr>
          <p:nvPr/>
        </p:nvSpPr>
        <p:spPr bwMode="auto">
          <a:xfrm>
            <a:off x="3065403" y="2276475"/>
            <a:ext cx="2441694" cy="33855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chemeClr val="accent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ctr"/>
            <a:r>
              <a:rPr lang="zh-CN" altLang="en-US" sz="1600" dirty="0">
                <a:latin typeface="Times New Roman" panose="02020603050405020304" pitchFamily="18" charset="0"/>
                <a:ea typeface="微软雅黑" panose="020B0503020204020204" pitchFamily="34" charset="-122"/>
              </a:rPr>
              <a:t>通信子网的最大承载容量</a:t>
            </a:r>
            <a:endParaRPr lang="zh-CN" altLang="en-US" sz="1600" dirty="0">
              <a:latin typeface="Times New Roman" panose="02020603050405020304" pitchFamily="18" charset="0"/>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62587"/>
                                        </p:tgtEl>
                                        <p:attrNameLst>
                                          <p:attrName>style.visibility</p:attrName>
                                        </p:attrNameLst>
                                      </p:cBhvr>
                                      <p:to>
                                        <p:strVal val="visible"/>
                                      </p:to>
                                    </p:set>
                                    <p:animEffect transition="in" filter="wipe(left)">
                                      <p:cBhvr>
                                        <p:cTn id="7" dur="500"/>
                                        <p:tgtEl>
                                          <p:spTgt spid="36258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62608"/>
                                        </p:tgtEl>
                                        <p:attrNameLst>
                                          <p:attrName>style.visibility</p:attrName>
                                        </p:attrNameLst>
                                      </p:cBhvr>
                                      <p:to>
                                        <p:strVal val="visible"/>
                                      </p:to>
                                    </p:set>
                                    <p:animEffect transition="in" filter="wipe(left)">
                                      <p:cBhvr>
                                        <p:cTn id="12" dur="500"/>
                                        <p:tgtEl>
                                          <p:spTgt spid="362608"/>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362618"/>
                                        </p:tgtEl>
                                        <p:attrNameLst>
                                          <p:attrName>style.visibility</p:attrName>
                                        </p:attrNameLst>
                                      </p:cBhvr>
                                      <p:to>
                                        <p:strVal val="visible"/>
                                      </p:to>
                                    </p:set>
                                    <p:animEffect transition="in" filter="wipe(left)">
                                      <p:cBhvr>
                                        <p:cTn id="17" dur="500"/>
                                        <p:tgtEl>
                                          <p:spTgt spid="362618"/>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362622"/>
                                        </p:tgtEl>
                                        <p:attrNameLst>
                                          <p:attrName>style.visibility</p:attrName>
                                        </p:attrNameLst>
                                      </p:cBhvr>
                                      <p:to>
                                        <p:strVal val="visible"/>
                                      </p:to>
                                    </p:set>
                                    <p:animEffect transition="in" filter="wipe(left)">
                                      <p:cBhvr>
                                        <p:cTn id="22" dur="500"/>
                                        <p:tgtEl>
                                          <p:spTgt spid="362622"/>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362613"/>
                                        </p:tgtEl>
                                        <p:attrNameLst>
                                          <p:attrName>style.visibility</p:attrName>
                                        </p:attrNameLst>
                                      </p:cBhvr>
                                      <p:to>
                                        <p:strVal val="visible"/>
                                      </p:to>
                                    </p:set>
                                    <p:animEffect transition="in" filter="wipe(left)">
                                      <p:cBhvr>
                                        <p:cTn id="27" dur="500"/>
                                        <p:tgtEl>
                                          <p:spTgt spid="362613"/>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362609"/>
                                        </p:tgtEl>
                                        <p:attrNameLst>
                                          <p:attrName>style.visibility</p:attrName>
                                        </p:attrNameLst>
                                      </p:cBhvr>
                                      <p:to>
                                        <p:strVal val="visible"/>
                                      </p:to>
                                    </p:set>
                                    <p:animEffect transition="in" filter="wipe(left)">
                                      <p:cBhvr>
                                        <p:cTn id="32" dur="500"/>
                                        <p:tgtEl>
                                          <p:spTgt spid="36260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2587" grpId="0" animBg="1"/>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p:txBody>
          <a:bodyPr/>
          <a:lstStyle/>
          <a:p>
            <a:fld id="{5A0DE84A-0BAC-4D69-B313-961EDFDF2C78}" type="slidenum">
              <a:rPr lang="en-US" altLang="zh-CN"/>
            </a:fld>
            <a:endParaRPr lang="en-US" altLang="zh-CN"/>
          </a:p>
        </p:txBody>
      </p:sp>
      <p:sp>
        <p:nvSpPr>
          <p:cNvPr id="457730" name="Rectangle 2"/>
          <p:cNvSpPr>
            <a:spLocks noGrp="1" noChangeArrowheads="1"/>
          </p:cNvSpPr>
          <p:nvPr>
            <p:ph type="title"/>
          </p:nvPr>
        </p:nvSpPr>
        <p:spPr/>
        <p:txBody>
          <a:bodyPr/>
          <a:lstStyle/>
          <a:p>
            <a:r>
              <a:rPr lang="zh-CN" altLang="en-US" dirty="0"/>
              <a:t>控制拥塞的方法</a:t>
            </a:r>
            <a:endParaRPr lang="en-US" altLang="zh-CN" dirty="0"/>
          </a:p>
        </p:txBody>
      </p:sp>
      <p:sp>
        <p:nvSpPr>
          <p:cNvPr id="457731" name="Rectangle 3"/>
          <p:cNvSpPr>
            <a:spLocks noGrp="1" noChangeArrowheads="1"/>
          </p:cNvSpPr>
          <p:nvPr>
            <p:ph type="body" idx="1"/>
          </p:nvPr>
        </p:nvSpPr>
        <p:spPr/>
        <p:txBody>
          <a:bodyPr/>
          <a:lstStyle/>
          <a:p>
            <a:pPr>
              <a:lnSpc>
                <a:spcPct val="90000"/>
              </a:lnSpc>
            </a:pPr>
            <a:r>
              <a:rPr lang="zh-CN" altLang="en-US" dirty="0"/>
              <a:t>预分配缓冲区：常用于虚电路技术中，虚电路的建立会通知该节点为此虚电路预留缓冲区 </a:t>
            </a:r>
            <a:endParaRPr lang="zh-CN" altLang="en-US" dirty="0"/>
          </a:p>
          <a:p>
            <a:pPr>
              <a:lnSpc>
                <a:spcPct val="90000"/>
              </a:lnSpc>
            </a:pPr>
            <a:r>
              <a:rPr lang="zh-CN" altLang="en-US" dirty="0"/>
              <a:t>丢弃包：节点上收到过多的包而来不及处理或无法发送出去时，可丢弃一部分包。对突发性通信造成的拥塞有效。丢包的常用机制：</a:t>
            </a:r>
            <a:endParaRPr lang="zh-CN" altLang="en-US" dirty="0"/>
          </a:p>
          <a:p>
            <a:pPr lvl="1">
              <a:lnSpc>
                <a:spcPct val="90000"/>
              </a:lnSpc>
            </a:pPr>
            <a:r>
              <a:rPr lang="en-US" altLang="zh-CN" dirty="0" err="1"/>
              <a:t>DropTail</a:t>
            </a:r>
            <a:endParaRPr lang="en-US" altLang="zh-CN" dirty="0"/>
          </a:p>
          <a:p>
            <a:pPr lvl="1">
              <a:lnSpc>
                <a:spcPct val="90000"/>
              </a:lnSpc>
            </a:pPr>
            <a:r>
              <a:rPr lang="en-US" altLang="zh-CN" dirty="0"/>
              <a:t>RED</a:t>
            </a:r>
            <a:endParaRPr lang="en-US" altLang="zh-CN" dirty="0"/>
          </a:p>
          <a:p>
            <a:pPr>
              <a:lnSpc>
                <a:spcPct val="90000"/>
              </a:lnSpc>
            </a:pPr>
            <a:r>
              <a:rPr lang="zh-CN" altLang="en-US" dirty="0"/>
              <a:t>限制网内包数量：限制进入网内的包的数目，达到控制拥塞的目的。例如，在网内设置若干个许可证</a:t>
            </a:r>
            <a:endParaRPr lang="zh-CN" altLang="en-US"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p:txBody>
          <a:bodyPr/>
          <a:lstStyle/>
          <a:p>
            <a:fld id="{34F51C21-7ECB-460B-806B-33D5C6831E21}" type="slidenum">
              <a:rPr lang="en-US" altLang="zh-CN"/>
            </a:fld>
            <a:endParaRPr lang="en-US" altLang="zh-CN"/>
          </a:p>
        </p:txBody>
      </p:sp>
      <p:sp>
        <p:nvSpPr>
          <p:cNvPr id="539650" name="Rectangle 2"/>
          <p:cNvSpPr>
            <a:spLocks noGrp="1" noChangeArrowheads="1"/>
          </p:cNvSpPr>
          <p:nvPr>
            <p:ph type="title"/>
          </p:nvPr>
        </p:nvSpPr>
        <p:spPr/>
        <p:txBody>
          <a:bodyPr/>
          <a:lstStyle/>
          <a:p>
            <a:r>
              <a:rPr lang="zh-CN" altLang="en-US" dirty="0"/>
              <a:t>控制拥塞的方法</a:t>
            </a:r>
            <a:endParaRPr lang="en-US" altLang="zh-CN" dirty="0"/>
          </a:p>
        </p:txBody>
      </p:sp>
      <p:sp>
        <p:nvSpPr>
          <p:cNvPr id="539651" name="Rectangle 3"/>
          <p:cNvSpPr>
            <a:spLocks noGrp="1" noChangeArrowheads="1"/>
          </p:cNvSpPr>
          <p:nvPr>
            <p:ph type="body" idx="1"/>
          </p:nvPr>
        </p:nvSpPr>
        <p:spPr/>
        <p:txBody>
          <a:bodyPr/>
          <a:lstStyle/>
          <a:p>
            <a:r>
              <a:rPr lang="zh-CN" altLang="en-US" dirty="0"/>
              <a:t>流量控制：接收端调节发送端发送数据的速率，防止到达接收端的数据速率超过接收端的处理速率。本质上流量控制和拥塞控制是不同的概念：</a:t>
            </a:r>
            <a:endParaRPr lang="zh-CN" altLang="en-US" dirty="0"/>
          </a:p>
          <a:p>
            <a:pPr lvl="1"/>
            <a:r>
              <a:rPr lang="zh-CN" altLang="en-US" dirty="0"/>
              <a:t>流量控制是端到端</a:t>
            </a:r>
            <a:endParaRPr lang="zh-CN" altLang="en-US" dirty="0"/>
          </a:p>
          <a:p>
            <a:pPr lvl="1"/>
            <a:r>
              <a:rPr lang="zh-CN" altLang="en-US" dirty="0"/>
              <a:t>拥塞控制涉及中间节点</a:t>
            </a:r>
            <a:endParaRPr lang="zh-CN" altLang="en-US" dirty="0"/>
          </a:p>
          <a:p>
            <a:r>
              <a:rPr lang="zh-CN" altLang="en-US" dirty="0"/>
              <a:t>阻塞包：每个节点都监视其所有输出链路的使用情况。视情况决定是否向源结点发送阻塞包</a:t>
            </a:r>
            <a:endParaRPr lang="zh-CN" altLang="en-US"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p:txBody>
          <a:bodyPr/>
          <a:lstStyle/>
          <a:p>
            <a:fld id="{3B3F39B4-D81D-48AB-A135-C50AFA9E3D77}" type="slidenum">
              <a:rPr lang="en-US" altLang="zh-CN"/>
            </a:fld>
            <a:endParaRPr lang="en-US" altLang="zh-CN"/>
          </a:p>
        </p:txBody>
      </p:sp>
      <p:sp>
        <p:nvSpPr>
          <p:cNvPr id="458754" name="Rectangle 2"/>
          <p:cNvSpPr>
            <a:spLocks noGrp="1" noChangeArrowheads="1"/>
          </p:cNvSpPr>
          <p:nvPr>
            <p:ph type="title"/>
          </p:nvPr>
        </p:nvSpPr>
        <p:spPr/>
        <p:txBody>
          <a:bodyPr/>
          <a:lstStyle/>
          <a:p>
            <a:r>
              <a:rPr lang="zh-CN" altLang="en-US" dirty="0"/>
              <a:t>流量控制</a:t>
            </a:r>
            <a:endParaRPr lang="zh-CN" altLang="en-US" dirty="0"/>
          </a:p>
        </p:txBody>
      </p:sp>
      <p:sp>
        <p:nvSpPr>
          <p:cNvPr id="458755" name="Rectangle 3"/>
          <p:cNvSpPr>
            <a:spLocks noGrp="1" noChangeArrowheads="1"/>
          </p:cNvSpPr>
          <p:nvPr>
            <p:ph type="body" idx="1"/>
          </p:nvPr>
        </p:nvSpPr>
        <p:spPr/>
        <p:txBody>
          <a:bodyPr/>
          <a:lstStyle/>
          <a:p>
            <a:r>
              <a:rPr lang="zh-CN" altLang="en-US" dirty="0"/>
              <a:t>流量控制是一种端到端的控制</a:t>
            </a:r>
            <a:endParaRPr lang="zh-CN" altLang="en-US" dirty="0"/>
          </a:p>
          <a:p>
            <a:r>
              <a:rPr lang="zh-CN" altLang="en-US" dirty="0"/>
              <a:t>流量控制可在多个层次上进行：</a:t>
            </a:r>
            <a:endParaRPr lang="zh-CN" altLang="en-US" dirty="0"/>
          </a:p>
          <a:p>
            <a:pPr lvl="1"/>
            <a:r>
              <a:rPr lang="zh-CN" altLang="en-US" dirty="0"/>
              <a:t>主机</a:t>
            </a:r>
            <a:r>
              <a:rPr lang="en-US" altLang="zh-CN" dirty="0"/>
              <a:t>—</a:t>
            </a:r>
            <a:r>
              <a:rPr lang="zh-CN" altLang="en-US" dirty="0"/>
              <a:t>主机间</a:t>
            </a:r>
            <a:endParaRPr lang="zh-CN" altLang="en-US" dirty="0"/>
          </a:p>
          <a:p>
            <a:pPr lvl="1"/>
            <a:r>
              <a:rPr lang="zh-CN" altLang="en-US" dirty="0"/>
              <a:t>源节点</a:t>
            </a:r>
            <a:r>
              <a:rPr lang="en-US" altLang="zh-CN" dirty="0"/>
              <a:t>—</a:t>
            </a:r>
            <a:r>
              <a:rPr lang="zh-CN" altLang="en-US" dirty="0"/>
              <a:t>目的节点间</a:t>
            </a:r>
            <a:endParaRPr lang="zh-CN" altLang="en-US" dirty="0"/>
          </a:p>
          <a:p>
            <a:pPr lvl="1"/>
            <a:r>
              <a:rPr lang="zh-CN" altLang="en-US" dirty="0"/>
              <a:t>主机</a:t>
            </a:r>
            <a:r>
              <a:rPr lang="en-US" altLang="zh-CN" dirty="0"/>
              <a:t>—</a:t>
            </a:r>
            <a:r>
              <a:rPr lang="zh-CN" altLang="en-US" dirty="0"/>
              <a:t>源节点间</a:t>
            </a:r>
            <a:endParaRPr lang="zh-CN" altLang="en-US" dirty="0"/>
          </a:p>
          <a:p>
            <a:pPr lvl="1"/>
            <a:r>
              <a:rPr lang="zh-CN" altLang="en-US" dirty="0"/>
              <a:t>相邻节点间</a:t>
            </a:r>
            <a:endParaRPr lang="zh-CN" altLang="en-US"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 name="灯片编号占位符 5"/>
          <p:cNvSpPr>
            <a:spLocks noGrp="1"/>
          </p:cNvSpPr>
          <p:nvPr>
            <p:ph type="sldNum" sz="quarter" idx="12"/>
          </p:nvPr>
        </p:nvSpPr>
        <p:spPr/>
        <p:txBody>
          <a:bodyPr/>
          <a:lstStyle/>
          <a:p>
            <a:fld id="{52A91A2A-B4CF-4971-8B45-7E304B56661C}" type="slidenum">
              <a:rPr lang="en-US" altLang="zh-CN"/>
            </a:fld>
            <a:endParaRPr lang="en-US" altLang="zh-CN"/>
          </a:p>
        </p:txBody>
      </p:sp>
      <p:sp>
        <p:nvSpPr>
          <p:cNvPr id="390149" name="Rectangle 5"/>
          <p:cNvSpPr>
            <a:spLocks noGrp="1" noChangeArrowheads="1"/>
          </p:cNvSpPr>
          <p:nvPr>
            <p:ph type="title"/>
          </p:nvPr>
        </p:nvSpPr>
        <p:spPr>
          <a:noFill/>
        </p:spPr>
        <p:txBody>
          <a:bodyPr/>
          <a:lstStyle/>
          <a:p>
            <a:r>
              <a:rPr lang="zh-CN" altLang="en-US"/>
              <a:t>流量控制层次</a:t>
            </a:r>
            <a:endParaRPr lang="zh-CN" altLang="en-US"/>
          </a:p>
        </p:txBody>
      </p:sp>
      <p:sp>
        <p:nvSpPr>
          <p:cNvPr id="390203" name="Line 59"/>
          <p:cNvSpPr>
            <a:spLocks noChangeShapeType="1"/>
          </p:cNvSpPr>
          <p:nvPr/>
        </p:nvSpPr>
        <p:spPr bwMode="auto">
          <a:xfrm>
            <a:off x="5735638" y="2182813"/>
            <a:ext cx="792162" cy="0"/>
          </a:xfrm>
          <a:prstGeom prst="line">
            <a:avLst/>
          </a:prstGeom>
          <a:noFill/>
          <a:ln w="57150">
            <a:solidFill>
              <a:srgbClr val="009900"/>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390204" name="Line 60"/>
          <p:cNvSpPr>
            <a:spLocks noChangeShapeType="1"/>
          </p:cNvSpPr>
          <p:nvPr/>
        </p:nvSpPr>
        <p:spPr bwMode="auto">
          <a:xfrm>
            <a:off x="7175501" y="2182813"/>
            <a:ext cx="792163" cy="0"/>
          </a:xfrm>
          <a:prstGeom prst="line">
            <a:avLst/>
          </a:prstGeom>
          <a:noFill/>
          <a:ln w="57150">
            <a:solidFill>
              <a:srgbClr val="009900"/>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390205" name="Line 61"/>
          <p:cNvSpPr>
            <a:spLocks noChangeShapeType="1"/>
          </p:cNvSpPr>
          <p:nvPr/>
        </p:nvSpPr>
        <p:spPr bwMode="auto">
          <a:xfrm>
            <a:off x="2855913" y="2182813"/>
            <a:ext cx="792162" cy="0"/>
          </a:xfrm>
          <a:prstGeom prst="line">
            <a:avLst/>
          </a:prstGeom>
          <a:noFill/>
          <a:ln w="57150">
            <a:solidFill>
              <a:srgbClr val="009900"/>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390206" name="Line 62"/>
          <p:cNvSpPr>
            <a:spLocks noChangeShapeType="1"/>
          </p:cNvSpPr>
          <p:nvPr/>
        </p:nvSpPr>
        <p:spPr bwMode="auto">
          <a:xfrm>
            <a:off x="8616951" y="2182813"/>
            <a:ext cx="792163" cy="0"/>
          </a:xfrm>
          <a:prstGeom prst="line">
            <a:avLst/>
          </a:prstGeom>
          <a:noFill/>
          <a:ln w="57150">
            <a:solidFill>
              <a:srgbClr val="009900"/>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390209" name="Text Box 65"/>
          <p:cNvSpPr txBox="1">
            <a:spLocks noChangeArrowheads="1"/>
          </p:cNvSpPr>
          <p:nvPr/>
        </p:nvSpPr>
        <p:spPr bwMode="auto">
          <a:xfrm>
            <a:off x="3502025" y="1268413"/>
            <a:ext cx="895350" cy="5191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chemeClr val="accent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ctr"/>
            <a:r>
              <a:rPr lang="zh-CN" altLang="en-US" sz="2800" dirty="0">
                <a:latin typeface="微软雅黑 Light" panose="020B0502040204020203" pitchFamily="34" charset="-122"/>
                <a:ea typeface="微软雅黑 Light" panose="020B0502040204020203" pitchFamily="34" charset="-122"/>
              </a:rPr>
              <a:t>结点</a:t>
            </a:r>
            <a:endParaRPr lang="zh-CN" altLang="en-US" sz="2800" dirty="0">
              <a:latin typeface="微软雅黑 Light" panose="020B0502040204020203" pitchFamily="34" charset="-122"/>
              <a:ea typeface="微软雅黑 Light" panose="020B0502040204020203" pitchFamily="34" charset="-122"/>
            </a:endParaRPr>
          </a:p>
        </p:txBody>
      </p:sp>
      <p:sp>
        <p:nvSpPr>
          <p:cNvPr id="390214" name="Text Box 70"/>
          <p:cNvSpPr txBox="1">
            <a:spLocks noChangeArrowheads="1"/>
          </p:cNvSpPr>
          <p:nvPr/>
        </p:nvSpPr>
        <p:spPr bwMode="auto">
          <a:xfrm>
            <a:off x="4440239" y="1893888"/>
            <a:ext cx="646331" cy="5232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chemeClr val="accent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r>
              <a:rPr lang="en-US" altLang="zh-CN" sz="2800" dirty="0">
                <a:solidFill>
                  <a:srgbClr val="4D4D4D"/>
                </a:solidFill>
                <a:latin typeface="微软雅黑 Light" panose="020B0502040204020203" pitchFamily="34" charset="-122"/>
                <a:ea typeface="微软雅黑 Light" panose="020B0502040204020203" pitchFamily="34" charset="-122"/>
                <a:cs typeface="Times New Roman" panose="02020603050405020304" pitchFamily="18" charset="0"/>
              </a:rPr>
              <a:t>•••</a:t>
            </a:r>
            <a:endParaRPr lang="en-US" altLang="zh-CN" sz="2800" dirty="0">
              <a:solidFill>
                <a:srgbClr val="4D4D4D"/>
              </a:solidFill>
              <a:latin typeface="微软雅黑 Light" panose="020B0502040204020203" pitchFamily="34" charset="-122"/>
              <a:ea typeface="微软雅黑 Light" panose="020B0502040204020203" pitchFamily="34" charset="-122"/>
              <a:cs typeface="Times New Roman" panose="02020603050405020304" pitchFamily="18" charset="0"/>
            </a:endParaRPr>
          </a:p>
        </p:txBody>
      </p:sp>
      <p:sp>
        <p:nvSpPr>
          <p:cNvPr id="390215" name="Text Box 71"/>
          <p:cNvSpPr txBox="1">
            <a:spLocks noChangeArrowheads="1"/>
          </p:cNvSpPr>
          <p:nvPr/>
        </p:nvSpPr>
        <p:spPr bwMode="auto">
          <a:xfrm>
            <a:off x="4943475" y="1268413"/>
            <a:ext cx="895350" cy="5191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chemeClr val="accent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ctr"/>
            <a:r>
              <a:rPr lang="zh-CN" altLang="en-US" sz="2800" dirty="0">
                <a:latin typeface="微软雅黑 Light" panose="020B0502040204020203" pitchFamily="34" charset="-122"/>
                <a:ea typeface="微软雅黑 Light" panose="020B0502040204020203" pitchFamily="34" charset="-122"/>
              </a:rPr>
              <a:t>结点</a:t>
            </a:r>
            <a:endParaRPr lang="zh-CN" altLang="en-US" sz="2800" dirty="0">
              <a:latin typeface="微软雅黑 Light" panose="020B0502040204020203" pitchFamily="34" charset="-122"/>
              <a:ea typeface="微软雅黑 Light" panose="020B0502040204020203" pitchFamily="34" charset="-122"/>
            </a:endParaRPr>
          </a:p>
        </p:txBody>
      </p:sp>
      <p:sp>
        <p:nvSpPr>
          <p:cNvPr id="390216" name="Text Box 72"/>
          <p:cNvSpPr txBox="1">
            <a:spLocks noChangeArrowheads="1"/>
          </p:cNvSpPr>
          <p:nvPr/>
        </p:nvSpPr>
        <p:spPr bwMode="auto">
          <a:xfrm>
            <a:off x="6424613" y="1268413"/>
            <a:ext cx="895350" cy="5191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chemeClr val="accent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ctr"/>
            <a:r>
              <a:rPr lang="zh-CN" altLang="en-US" sz="2800" dirty="0">
                <a:latin typeface="微软雅黑 Light" panose="020B0502040204020203" pitchFamily="34" charset="-122"/>
                <a:ea typeface="微软雅黑 Light" panose="020B0502040204020203" pitchFamily="34" charset="-122"/>
              </a:rPr>
              <a:t>结点</a:t>
            </a:r>
            <a:endParaRPr lang="zh-CN" altLang="en-US" sz="2800" dirty="0">
              <a:latin typeface="微软雅黑 Light" panose="020B0502040204020203" pitchFamily="34" charset="-122"/>
              <a:ea typeface="微软雅黑 Light" panose="020B0502040204020203" pitchFamily="34" charset="-122"/>
            </a:endParaRPr>
          </a:p>
        </p:txBody>
      </p:sp>
      <p:sp>
        <p:nvSpPr>
          <p:cNvPr id="390217" name="Text Box 73"/>
          <p:cNvSpPr txBox="1">
            <a:spLocks noChangeArrowheads="1"/>
          </p:cNvSpPr>
          <p:nvPr/>
        </p:nvSpPr>
        <p:spPr bwMode="auto">
          <a:xfrm>
            <a:off x="7866063" y="1268413"/>
            <a:ext cx="895350" cy="5191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chemeClr val="accent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ctr"/>
            <a:r>
              <a:rPr lang="zh-CN" altLang="en-US" sz="2800" dirty="0">
                <a:latin typeface="微软雅黑 Light" panose="020B0502040204020203" pitchFamily="34" charset="-122"/>
                <a:ea typeface="微软雅黑 Light" panose="020B0502040204020203" pitchFamily="34" charset="-122"/>
              </a:rPr>
              <a:t>结点</a:t>
            </a:r>
            <a:endParaRPr lang="zh-CN" altLang="en-US" sz="2800" dirty="0">
              <a:latin typeface="微软雅黑 Light" panose="020B0502040204020203" pitchFamily="34" charset="-122"/>
              <a:ea typeface="微软雅黑 Light" panose="020B0502040204020203" pitchFamily="34" charset="-122"/>
            </a:endParaRPr>
          </a:p>
        </p:txBody>
      </p:sp>
      <p:sp>
        <p:nvSpPr>
          <p:cNvPr id="390218" name="Text Box 74"/>
          <p:cNvSpPr txBox="1">
            <a:spLocks noChangeArrowheads="1"/>
          </p:cNvSpPr>
          <p:nvPr/>
        </p:nvSpPr>
        <p:spPr bwMode="auto">
          <a:xfrm>
            <a:off x="9304338" y="1268413"/>
            <a:ext cx="895350" cy="5191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chemeClr val="accent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ctr"/>
            <a:r>
              <a:rPr lang="zh-CN" altLang="en-US" sz="2800" dirty="0">
                <a:latin typeface="微软雅黑 Light" panose="020B0502040204020203" pitchFamily="34" charset="-122"/>
                <a:ea typeface="微软雅黑 Light" panose="020B0502040204020203" pitchFamily="34" charset="-122"/>
              </a:rPr>
              <a:t>主机</a:t>
            </a:r>
            <a:endParaRPr lang="zh-CN" altLang="en-US" sz="2800" dirty="0">
              <a:latin typeface="微软雅黑 Light" panose="020B0502040204020203" pitchFamily="34" charset="-122"/>
              <a:ea typeface="微软雅黑 Light" panose="020B0502040204020203" pitchFamily="34" charset="-122"/>
            </a:endParaRPr>
          </a:p>
        </p:txBody>
      </p:sp>
      <p:sp>
        <p:nvSpPr>
          <p:cNvPr id="390219" name="Text Box 75"/>
          <p:cNvSpPr txBox="1">
            <a:spLocks noChangeArrowheads="1"/>
          </p:cNvSpPr>
          <p:nvPr/>
        </p:nvSpPr>
        <p:spPr bwMode="auto">
          <a:xfrm>
            <a:off x="2063750" y="1268413"/>
            <a:ext cx="895350" cy="5191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chemeClr val="accent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ctr"/>
            <a:r>
              <a:rPr lang="zh-CN" altLang="en-US" sz="2800" dirty="0">
                <a:latin typeface="微软雅黑 Light" panose="020B0502040204020203" pitchFamily="34" charset="-122"/>
                <a:ea typeface="微软雅黑 Light" panose="020B0502040204020203" pitchFamily="34" charset="-122"/>
              </a:rPr>
              <a:t>主机</a:t>
            </a:r>
            <a:endParaRPr lang="zh-CN" altLang="en-US" sz="2800" dirty="0">
              <a:latin typeface="微软雅黑 Light" panose="020B0502040204020203" pitchFamily="34" charset="-122"/>
              <a:ea typeface="微软雅黑 Light" panose="020B0502040204020203" pitchFamily="34" charset="-122"/>
            </a:endParaRPr>
          </a:p>
        </p:txBody>
      </p:sp>
      <p:grpSp>
        <p:nvGrpSpPr>
          <p:cNvPr id="390223" name="Group 79"/>
          <p:cNvGrpSpPr/>
          <p:nvPr/>
        </p:nvGrpSpPr>
        <p:grpSpPr bwMode="auto">
          <a:xfrm>
            <a:off x="2566988" y="2492375"/>
            <a:ext cx="7129462" cy="2952750"/>
            <a:chOff x="657" y="1570"/>
            <a:chExt cx="4491" cy="1860"/>
          </a:xfrm>
        </p:grpSpPr>
        <p:sp>
          <p:nvSpPr>
            <p:cNvPr id="390220" name="Line 76"/>
            <p:cNvSpPr>
              <a:spLocks noChangeShapeType="1"/>
            </p:cNvSpPr>
            <p:nvPr/>
          </p:nvSpPr>
          <p:spPr bwMode="auto">
            <a:xfrm>
              <a:off x="657" y="1570"/>
              <a:ext cx="0" cy="1860"/>
            </a:xfrm>
            <a:prstGeom prst="line">
              <a:avLst/>
            </a:prstGeom>
            <a:noFill/>
            <a:ln w="25400">
              <a:solidFill>
                <a:schemeClr val="accent2"/>
              </a:solidFill>
              <a:prstDash val="sysDot"/>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dirty="0">
                <a:latin typeface="微软雅黑 Light" panose="020B0502040204020203" pitchFamily="34" charset="-122"/>
                <a:ea typeface="微软雅黑 Light" panose="020B0502040204020203" pitchFamily="34" charset="-122"/>
              </a:endParaRPr>
            </a:p>
          </p:txBody>
        </p:sp>
        <p:sp>
          <p:nvSpPr>
            <p:cNvPr id="390221" name="Line 77"/>
            <p:cNvSpPr>
              <a:spLocks noChangeShapeType="1"/>
            </p:cNvSpPr>
            <p:nvPr/>
          </p:nvSpPr>
          <p:spPr bwMode="auto">
            <a:xfrm>
              <a:off x="5148" y="1570"/>
              <a:ext cx="0" cy="1860"/>
            </a:xfrm>
            <a:prstGeom prst="line">
              <a:avLst/>
            </a:prstGeom>
            <a:noFill/>
            <a:ln w="25400">
              <a:solidFill>
                <a:schemeClr val="accent2"/>
              </a:solidFill>
              <a:prstDash val="sysDot"/>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dirty="0">
                <a:latin typeface="微软雅黑 Light" panose="020B0502040204020203" pitchFamily="34" charset="-122"/>
                <a:ea typeface="微软雅黑 Light" panose="020B0502040204020203" pitchFamily="34" charset="-122"/>
              </a:endParaRPr>
            </a:p>
          </p:txBody>
        </p:sp>
        <p:sp>
          <p:nvSpPr>
            <p:cNvPr id="390222" name="Line 78"/>
            <p:cNvSpPr>
              <a:spLocks noChangeShapeType="1"/>
            </p:cNvSpPr>
            <p:nvPr/>
          </p:nvSpPr>
          <p:spPr bwMode="auto">
            <a:xfrm>
              <a:off x="657" y="3294"/>
              <a:ext cx="4491" cy="0"/>
            </a:xfrm>
            <a:prstGeom prst="line">
              <a:avLst/>
            </a:prstGeom>
            <a:noFill/>
            <a:ln w="25400" cap="rnd">
              <a:solidFill>
                <a:schemeClr val="accent2"/>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dirty="0">
                <a:latin typeface="微软雅黑 Light" panose="020B0502040204020203" pitchFamily="34" charset="-122"/>
                <a:ea typeface="微软雅黑 Light" panose="020B0502040204020203" pitchFamily="34" charset="-122"/>
              </a:endParaRPr>
            </a:p>
          </p:txBody>
        </p:sp>
      </p:grpSp>
      <p:grpSp>
        <p:nvGrpSpPr>
          <p:cNvPr id="390224" name="Group 80"/>
          <p:cNvGrpSpPr/>
          <p:nvPr/>
        </p:nvGrpSpPr>
        <p:grpSpPr bwMode="auto">
          <a:xfrm>
            <a:off x="3935414" y="2349501"/>
            <a:ext cx="4321175" cy="2303463"/>
            <a:chOff x="657" y="1570"/>
            <a:chExt cx="4491" cy="1860"/>
          </a:xfrm>
        </p:grpSpPr>
        <p:sp>
          <p:nvSpPr>
            <p:cNvPr id="390225" name="Line 81"/>
            <p:cNvSpPr>
              <a:spLocks noChangeShapeType="1"/>
            </p:cNvSpPr>
            <p:nvPr/>
          </p:nvSpPr>
          <p:spPr bwMode="auto">
            <a:xfrm>
              <a:off x="657" y="1570"/>
              <a:ext cx="0" cy="1860"/>
            </a:xfrm>
            <a:prstGeom prst="line">
              <a:avLst/>
            </a:prstGeom>
            <a:noFill/>
            <a:ln w="25400">
              <a:solidFill>
                <a:schemeClr val="accent2"/>
              </a:solidFill>
              <a:prstDash val="sysDot"/>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dirty="0">
                <a:latin typeface="微软雅黑 Light" panose="020B0502040204020203" pitchFamily="34" charset="-122"/>
                <a:ea typeface="微软雅黑 Light" panose="020B0502040204020203" pitchFamily="34" charset="-122"/>
              </a:endParaRPr>
            </a:p>
          </p:txBody>
        </p:sp>
        <p:sp>
          <p:nvSpPr>
            <p:cNvPr id="390226" name="Line 82"/>
            <p:cNvSpPr>
              <a:spLocks noChangeShapeType="1"/>
            </p:cNvSpPr>
            <p:nvPr/>
          </p:nvSpPr>
          <p:spPr bwMode="auto">
            <a:xfrm>
              <a:off x="5148" y="1570"/>
              <a:ext cx="0" cy="1860"/>
            </a:xfrm>
            <a:prstGeom prst="line">
              <a:avLst/>
            </a:prstGeom>
            <a:noFill/>
            <a:ln w="25400">
              <a:solidFill>
                <a:schemeClr val="accent2"/>
              </a:solidFill>
              <a:prstDash val="sysDot"/>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dirty="0">
                <a:latin typeface="微软雅黑 Light" panose="020B0502040204020203" pitchFamily="34" charset="-122"/>
                <a:ea typeface="微软雅黑 Light" panose="020B0502040204020203" pitchFamily="34" charset="-122"/>
              </a:endParaRPr>
            </a:p>
          </p:txBody>
        </p:sp>
        <p:sp>
          <p:nvSpPr>
            <p:cNvPr id="390227" name="Line 83"/>
            <p:cNvSpPr>
              <a:spLocks noChangeShapeType="1"/>
            </p:cNvSpPr>
            <p:nvPr/>
          </p:nvSpPr>
          <p:spPr bwMode="auto">
            <a:xfrm>
              <a:off x="657" y="3294"/>
              <a:ext cx="4491" cy="0"/>
            </a:xfrm>
            <a:prstGeom prst="line">
              <a:avLst/>
            </a:prstGeom>
            <a:noFill/>
            <a:ln w="25400" cap="rnd">
              <a:solidFill>
                <a:schemeClr val="accent2"/>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dirty="0">
                <a:latin typeface="微软雅黑 Light" panose="020B0502040204020203" pitchFamily="34" charset="-122"/>
                <a:ea typeface="微软雅黑 Light" panose="020B0502040204020203" pitchFamily="34" charset="-122"/>
              </a:endParaRPr>
            </a:p>
          </p:txBody>
        </p:sp>
      </p:grpSp>
      <p:grpSp>
        <p:nvGrpSpPr>
          <p:cNvPr id="390228" name="Group 84"/>
          <p:cNvGrpSpPr/>
          <p:nvPr/>
        </p:nvGrpSpPr>
        <p:grpSpPr bwMode="auto">
          <a:xfrm>
            <a:off x="5375275" y="2420939"/>
            <a:ext cx="1441450" cy="1368425"/>
            <a:chOff x="657" y="1570"/>
            <a:chExt cx="4491" cy="1860"/>
          </a:xfrm>
        </p:grpSpPr>
        <p:sp>
          <p:nvSpPr>
            <p:cNvPr id="390229" name="Line 85"/>
            <p:cNvSpPr>
              <a:spLocks noChangeShapeType="1"/>
            </p:cNvSpPr>
            <p:nvPr/>
          </p:nvSpPr>
          <p:spPr bwMode="auto">
            <a:xfrm>
              <a:off x="657" y="1570"/>
              <a:ext cx="0" cy="1860"/>
            </a:xfrm>
            <a:prstGeom prst="line">
              <a:avLst/>
            </a:prstGeom>
            <a:noFill/>
            <a:ln w="25400">
              <a:solidFill>
                <a:schemeClr val="accent2"/>
              </a:solidFill>
              <a:prstDash val="sysDot"/>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dirty="0">
                <a:latin typeface="微软雅黑 Light" panose="020B0502040204020203" pitchFamily="34" charset="-122"/>
                <a:ea typeface="微软雅黑 Light" panose="020B0502040204020203" pitchFamily="34" charset="-122"/>
              </a:endParaRPr>
            </a:p>
          </p:txBody>
        </p:sp>
        <p:sp>
          <p:nvSpPr>
            <p:cNvPr id="390230" name="Line 86"/>
            <p:cNvSpPr>
              <a:spLocks noChangeShapeType="1"/>
            </p:cNvSpPr>
            <p:nvPr/>
          </p:nvSpPr>
          <p:spPr bwMode="auto">
            <a:xfrm>
              <a:off x="5148" y="1570"/>
              <a:ext cx="0" cy="1860"/>
            </a:xfrm>
            <a:prstGeom prst="line">
              <a:avLst/>
            </a:prstGeom>
            <a:noFill/>
            <a:ln w="25400">
              <a:solidFill>
                <a:schemeClr val="accent2"/>
              </a:solidFill>
              <a:prstDash val="sysDot"/>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dirty="0">
                <a:latin typeface="微软雅黑 Light" panose="020B0502040204020203" pitchFamily="34" charset="-122"/>
                <a:ea typeface="微软雅黑 Light" panose="020B0502040204020203" pitchFamily="34" charset="-122"/>
              </a:endParaRPr>
            </a:p>
          </p:txBody>
        </p:sp>
        <p:sp>
          <p:nvSpPr>
            <p:cNvPr id="390231" name="Line 87"/>
            <p:cNvSpPr>
              <a:spLocks noChangeShapeType="1"/>
            </p:cNvSpPr>
            <p:nvPr/>
          </p:nvSpPr>
          <p:spPr bwMode="auto">
            <a:xfrm>
              <a:off x="657" y="3294"/>
              <a:ext cx="4491" cy="0"/>
            </a:xfrm>
            <a:prstGeom prst="line">
              <a:avLst/>
            </a:prstGeom>
            <a:noFill/>
            <a:ln w="25400" cap="rnd">
              <a:solidFill>
                <a:schemeClr val="accent2"/>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dirty="0">
                <a:latin typeface="微软雅黑 Light" panose="020B0502040204020203" pitchFamily="34" charset="-122"/>
                <a:ea typeface="微软雅黑 Light" panose="020B0502040204020203" pitchFamily="34" charset="-122"/>
              </a:endParaRPr>
            </a:p>
          </p:txBody>
        </p:sp>
      </p:grpSp>
      <p:sp>
        <p:nvSpPr>
          <p:cNvPr id="390232" name="Line 88"/>
          <p:cNvSpPr>
            <a:spLocks noChangeShapeType="1"/>
          </p:cNvSpPr>
          <p:nvPr/>
        </p:nvSpPr>
        <p:spPr bwMode="auto">
          <a:xfrm>
            <a:off x="2566989" y="3933825"/>
            <a:ext cx="1368425" cy="0"/>
          </a:xfrm>
          <a:prstGeom prst="line">
            <a:avLst/>
          </a:prstGeom>
          <a:noFill/>
          <a:ln w="25400" cap="rnd">
            <a:solidFill>
              <a:schemeClr val="accent2"/>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dirty="0">
              <a:latin typeface="微软雅黑 Light" panose="020B0502040204020203" pitchFamily="34" charset="-122"/>
              <a:ea typeface="微软雅黑 Light" panose="020B0502040204020203" pitchFamily="34" charset="-122"/>
            </a:endParaRPr>
          </a:p>
        </p:txBody>
      </p:sp>
      <p:sp>
        <p:nvSpPr>
          <p:cNvPr id="390233" name="Text Box 89"/>
          <p:cNvSpPr txBox="1">
            <a:spLocks noChangeArrowheads="1"/>
          </p:cNvSpPr>
          <p:nvPr/>
        </p:nvSpPr>
        <p:spPr bwMode="auto">
          <a:xfrm>
            <a:off x="5384800" y="3246439"/>
            <a:ext cx="1454150" cy="3968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chemeClr val="accent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ctr"/>
            <a:r>
              <a:rPr lang="zh-CN" altLang="en-US" dirty="0">
                <a:latin typeface="微软雅黑 Light" panose="020B0502040204020203" pitchFamily="34" charset="-122"/>
                <a:ea typeface="微软雅黑 Light" panose="020B0502040204020203" pitchFamily="34" charset="-122"/>
              </a:rPr>
              <a:t>相邻结点间</a:t>
            </a:r>
            <a:endParaRPr lang="zh-CN" altLang="en-US" dirty="0">
              <a:latin typeface="微软雅黑 Light" panose="020B0502040204020203" pitchFamily="34" charset="-122"/>
              <a:ea typeface="微软雅黑 Light" panose="020B0502040204020203" pitchFamily="34" charset="-122"/>
            </a:endParaRPr>
          </a:p>
        </p:txBody>
      </p:sp>
      <p:sp>
        <p:nvSpPr>
          <p:cNvPr id="390234" name="Text Box 90"/>
          <p:cNvSpPr txBox="1">
            <a:spLocks noChangeArrowheads="1"/>
          </p:cNvSpPr>
          <p:nvPr/>
        </p:nvSpPr>
        <p:spPr bwMode="auto">
          <a:xfrm>
            <a:off x="4867275" y="4005264"/>
            <a:ext cx="2470150" cy="3968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chemeClr val="accent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ctr"/>
            <a:r>
              <a:rPr lang="zh-CN" altLang="en-US" dirty="0">
                <a:latin typeface="微软雅黑 Light" panose="020B0502040204020203" pitchFamily="34" charset="-122"/>
                <a:ea typeface="微软雅黑 Light" panose="020B0502040204020203" pitchFamily="34" charset="-122"/>
              </a:rPr>
              <a:t>源结点与目的结点间</a:t>
            </a:r>
            <a:endParaRPr lang="zh-CN" altLang="en-US" dirty="0">
              <a:latin typeface="微软雅黑 Light" panose="020B0502040204020203" pitchFamily="34" charset="-122"/>
              <a:ea typeface="微软雅黑 Light" panose="020B0502040204020203" pitchFamily="34" charset="-122"/>
            </a:endParaRPr>
          </a:p>
        </p:txBody>
      </p:sp>
      <p:sp>
        <p:nvSpPr>
          <p:cNvPr id="390235" name="Text Box 91"/>
          <p:cNvSpPr txBox="1">
            <a:spLocks noChangeArrowheads="1"/>
          </p:cNvSpPr>
          <p:nvPr/>
        </p:nvSpPr>
        <p:spPr bwMode="auto">
          <a:xfrm>
            <a:off x="5664200" y="4797426"/>
            <a:ext cx="946150" cy="3968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chemeClr val="accent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ctr"/>
            <a:r>
              <a:rPr lang="zh-CN" altLang="en-US" dirty="0">
                <a:latin typeface="微软雅黑 Light" panose="020B0502040204020203" pitchFamily="34" charset="-122"/>
                <a:ea typeface="微软雅黑 Light" panose="020B0502040204020203" pitchFamily="34" charset="-122"/>
              </a:rPr>
              <a:t>主机间</a:t>
            </a:r>
            <a:endParaRPr lang="zh-CN" altLang="en-US" dirty="0">
              <a:latin typeface="微软雅黑 Light" panose="020B0502040204020203" pitchFamily="34" charset="-122"/>
              <a:ea typeface="微软雅黑 Light" panose="020B0502040204020203" pitchFamily="34" charset="-122"/>
            </a:endParaRPr>
          </a:p>
        </p:txBody>
      </p:sp>
      <p:sp>
        <p:nvSpPr>
          <p:cNvPr id="390236" name="Text Box 92"/>
          <p:cNvSpPr txBox="1">
            <a:spLocks noChangeArrowheads="1"/>
          </p:cNvSpPr>
          <p:nvPr/>
        </p:nvSpPr>
        <p:spPr bwMode="auto">
          <a:xfrm>
            <a:off x="2711450" y="3213101"/>
            <a:ext cx="1200150" cy="7016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chemeClr val="accent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ctr"/>
            <a:r>
              <a:rPr lang="zh-CN" altLang="en-US" dirty="0">
                <a:latin typeface="微软雅黑 Light" panose="020B0502040204020203" pitchFamily="34" charset="-122"/>
                <a:ea typeface="微软雅黑 Light" panose="020B0502040204020203" pitchFamily="34" charset="-122"/>
              </a:rPr>
              <a:t>主机与</a:t>
            </a:r>
            <a:endParaRPr lang="zh-CN" altLang="en-US" dirty="0">
              <a:latin typeface="微软雅黑 Light" panose="020B0502040204020203" pitchFamily="34" charset="-122"/>
              <a:ea typeface="微软雅黑 Light" panose="020B0502040204020203" pitchFamily="34" charset="-122"/>
            </a:endParaRPr>
          </a:p>
          <a:p>
            <a:pPr algn="ctr"/>
            <a:r>
              <a:rPr lang="zh-CN" altLang="en-US" dirty="0">
                <a:latin typeface="微软雅黑 Light" panose="020B0502040204020203" pitchFamily="34" charset="-122"/>
                <a:ea typeface="微软雅黑 Light" panose="020B0502040204020203" pitchFamily="34" charset="-122"/>
              </a:rPr>
              <a:t>源结点间</a:t>
            </a:r>
            <a:endParaRPr lang="zh-CN" altLang="en-US" dirty="0">
              <a:latin typeface="微软雅黑 Light" panose="020B0502040204020203" pitchFamily="34" charset="-122"/>
              <a:ea typeface="微软雅黑 Light" panose="020B0502040204020203" pitchFamily="34" charset="-122"/>
            </a:endParaRPr>
          </a:p>
        </p:txBody>
      </p:sp>
      <p:pic>
        <p:nvPicPr>
          <p:cNvPr id="86" name="图形 85"/>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932623" y="1810504"/>
            <a:ext cx="698726" cy="698726"/>
          </a:xfrm>
          <a:prstGeom prst="rect">
            <a:avLst/>
          </a:prstGeom>
        </p:spPr>
      </p:pic>
      <p:pic>
        <p:nvPicPr>
          <p:cNvPr id="88" name="图形 87"/>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504386" y="1774316"/>
            <a:ext cx="698726" cy="698726"/>
          </a:xfrm>
          <a:prstGeom prst="rect">
            <a:avLst/>
          </a:prstGeom>
        </p:spPr>
      </p:pic>
      <p:pic>
        <p:nvPicPr>
          <p:cNvPr id="89" name="图形 88"/>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5017098" y="1774316"/>
            <a:ext cx="698726" cy="698726"/>
          </a:xfrm>
          <a:prstGeom prst="rect">
            <a:avLst/>
          </a:prstGeom>
        </p:spPr>
      </p:pic>
      <p:pic>
        <p:nvPicPr>
          <p:cNvPr id="90" name="图形 89"/>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3618367" y="1782649"/>
            <a:ext cx="698726" cy="698726"/>
          </a:xfrm>
          <a:prstGeom prst="rect">
            <a:avLst/>
          </a:prstGeom>
        </p:spPr>
      </p:pic>
      <p:pic>
        <p:nvPicPr>
          <p:cNvPr id="91" name="图形 90"/>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407527" y="1823407"/>
            <a:ext cx="815181" cy="617209"/>
          </a:xfrm>
          <a:prstGeom prst="rect">
            <a:avLst/>
          </a:prstGeom>
        </p:spPr>
      </p:pic>
      <p:pic>
        <p:nvPicPr>
          <p:cNvPr id="92" name="图形 91"/>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028091" y="1823407"/>
            <a:ext cx="815181" cy="617209"/>
          </a:xfrm>
          <a:prstGeom prst="rect">
            <a:avLst/>
          </a:prstGeom>
        </p:spPr>
      </p:pic>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p:txBody>
          <a:bodyPr/>
          <a:lstStyle/>
          <a:p>
            <a:fld id="{A784ED3E-C655-4391-A93B-8E4FB0A2CA13}" type="slidenum">
              <a:rPr lang="en-US" altLang="zh-CN"/>
            </a:fld>
            <a:endParaRPr lang="en-US" altLang="zh-CN"/>
          </a:p>
        </p:txBody>
      </p:sp>
      <p:sp>
        <p:nvSpPr>
          <p:cNvPr id="459778" name="Rectangle 2"/>
          <p:cNvSpPr>
            <a:spLocks noGrp="1" noChangeArrowheads="1"/>
          </p:cNvSpPr>
          <p:nvPr>
            <p:ph type="title"/>
          </p:nvPr>
        </p:nvSpPr>
        <p:spPr/>
        <p:txBody>
          <a:bodyPr/>
          <a:lstStyle/>
          <a:p>
            <a:r>
              <a:rPr lang="zh-CN" altLang="en-US"/>
              <a:t>主机和源节点间的流量控制</a:t>
            </a:r>
            <a:endParaRPr lang="zh-CN" altLang="en-US"/>
          </a:p>
        </p:txBody>
      </p:sp>
      <p:sp>
        <p:nvSpPr>
          <p:cNvPr id="459779" name="Rectangle 3"/>
          <p:cNvSpPr>
            <a:spLocks noGrp="1" noChangeArrowheads="1"/>
          </p:cNvSpPr>
          <p:nvPr>
            <p:ph type="body" idx="1"/>
          </p:nvPr>
        </p:nvSpPr>
        <p:spPr/>
        <p:txBody>
          <a:bodyPr/>
          <a:lstStyle/>
          <a:p>
            <a:r>
              <a:rPr lang="zh-CN" altLang="en-US" dirty="0"/>
              <a:t>通过控制进入通信子网的信息量，防止整个网内的缓冲区产生拥塞</a:t>
            </a:r>
            <a:endParaRPr lang="zh-CN" altLang="en-US" dirty="0"/>
          </a:p>
          <a:p>
            <a:r>
              <a:rPr lang="zh-CN" altLang="en-US" dirty="0"/>
              <a:t>可基于对网络拥塞的测量采取控制手段</a:t>
            </a:r>
            <a:endParaRPr lang="zh-CN" altLang="en-US" dirty="0"/>
          </a:p>
          <a:p>
            <a:r>
              <a:rPr lang="zh-CN" altLang="en-US" dirty="0"/>
              <a:t>采用的主要方法：</a:t>
            </a:r>
            <a:endParaRPr lang="zh-CN" altLang="en-US" dirty="0"/>
          </a:p>
          <a:p>
            <a:pPr lvl="1"/>
            <a:r>
              <a:rPr lang="zh-CN" altLang="en-US" dirty="0"/>
              <a:t>停止等待流量控制</a:t>
            </a:r>
            <a:endParaRPr lang="zh-CN" altLang="en-US" dirty="0"/>
          </a:p>
          <a:p>
            <a:pPr lvl="1"/>
            <a:r>
              <a:rPr lang="zh-CN" altLang="en-US" dirty="0"/>
              <a:t>缓冲区预约</a:t>
            </a:r>
            <a:endParaRPr lang="zh-CN" altLang="en-US" dirty="0"/>
          </a:p>
          <a:p>
            <a:pPr lvl="1"/>
            <a:r>
              <a:rPr lang="zh-CN" altLang="en-US" dirty="0"/>
              <a:t>许可证方案</a:t>
            </a:r>
            <a:endParaRPr lang="zh-CN" altLang="en-US"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p:txBody>
          <a:bodyPr/>
          <a:lstStyle/>
          <a:p>
            <a:fld id="{7339E99C-2D54-4D40-9DE0-BCB6C143B123}" type="slidenum">
              <a:rPr lang="en-US" altLang="zh-CN"/>
            </a:fld>
            <a:endParaRPr lang="en-US" altLang="zh-CN"/>
          </a:p>
        </p:txBody>
      </p:sp>
      <p:sp>
        <p:nvSpPr>
          <p:cNvPr id="460802" name="Rectangle 2"/>
          <p:cNvSpPr>
            <a:spLocks noGrp="1" noChangeArrowheads="1"/>
          </p:cNvSpPr>
          <p:nvPr>
            <p:ph type="title"/>
          </p:nvPr>
        </p:nvSpPr>
        <p:spPr/>
        <p:txBody>
          <a:bodyPr/>
          <a:lstStyle/>
          <a:p>
            <a:r>
              <a:rPr lang="zh-CN" altLang="en-US"/>
              <a:t>源节点和目的节点之间的流量控制</a:t>
            </a:r>
            <a:endParaRPr lang="zh-CN" altLang="en-US"/>
          </a:p>
        </p:txBody>
      </p:sp>
      <p:sp>
        <p:nvSpPr>
          <p:cNvPr id="460803" name="Rectangle 3"/>
          <p:cNvSpPr>
            <a:spLocks noGrp="1" noChangeArrowheads="1"/>
          </p:cNvSpPr>
          <p:nvPr>
            <p:ph type="body" idx="1"/>
          </p:nvPr>
        </p:nvSpPr>
        <p:spPr/>
        <p:txBody>
          <a:bodyPr/>
          <a:lstStyle/>
          <a:p>
            <a:r>
              <a:rPr lang="zh-CN" altLang="en-US" dirty="0"/>
              <a:t>其任务是和通信子网的工作方式紧密相关的</a:t>
            </a:r>
            <a:endParaRPr lang="zh-CN" altLang="en-US" dirty="0"/>
          </a:p>
          <a:p>
            <a:r>
              <a:rPr lang="zh-CN" altLang="en-US" dirty="0"/>
              <a:t>如果通信子网采用虚电路工作方式，该层流量控制的任务就比较轻。因为虚电路方式本身要求有基本的缓冲区，包沿固定路径传送，且包按顺序到达目的节点</a:t>
            </a:r>
            <a:endParaRPr lang="zh-CN" altLang="en-US" dirty="0"/>
          </a:p>
          <a:p>
            <a:r>
              <a:rPr lang="zh-CN" altLang="en-US" dirty="0"/>
              <a:t>如果通信子网采用数据报方式工作，而缓冲区分配采用先来先服务且全部分配的方法，则有可能产生存储转发死锁</a:t>
            </a:r>
            <a:endParaRPr lang="zh-CN" altLang="en-US" dirty="0"/>
          </a:p>
          <a:p>
            <a:endParaRPr lang="en-US" altLang="zh-CN"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 name="灯片编号占位符 5"/>
          <p:cNvSpPr>
            <a:spLocks noGrp="1"/>
          </p:cNvSpPr>
          <p:nvPr>
            <p:ph type="sldNum" sz="quarter" idx="12"/>
          </p:nvPr>
        </p:nvSpPr>
        <p:spPr/>
        <p:txBody>
          <a:bodyPr/>
          <a:lstStyle/>
          <a:p>
            <a:fld id="{429F5E83-E1F3-4659-9220-36864B60F603}" type="slidenum">
              <a:rPr lang="en-US" altLang="zh-CN"/>
            </a:fld>
            <a:endParaRPr lang="en-US" altLang="zh-CN"/>
          </a:p>
        </p:txBody>
      </p:sp>
      <p:sp>
        <p:nvSpPr>
          <p:cNvPr id="448514" name="Rectangle 2"/>
          <p:cNvSpPr>
            <a:spLocks noGrp="1" noChangeArrowheads="1"/>
          </p:cNvSpPr>
          <p:nvPr>
            <p:ph type="title"/>
          </p:nvPr>
        </p:nvSpPr>
        <p:spPr/>
        <p:txBody>
          <a:bodyPr/>
          <a:lstStyle/>
          <a:p>
            <a:r>
              <a:rPr lang="zh-CN" altLang="en-US" dirty="0"/>
              <a:t>存储转发死锁</a:t>
            </a:r>
            <a:endParaRPr lang="zh-CN" altLang="en-US" dirty="0"/>
          </a:p>
        </p:txBody>
      </p:sp>
      <p:grpSp>
        <p:nvGrpSpPr>
          <p:cNvPr id="448661" name="Group 149"/>
          <p:cNvGrpSpPr/>
          <p:nvPr/>
        </p:nvGrpSpPr>
        <p:grpSpPr bwMode="auto">
          <a:xfrm>
            <a:off x="1919289" y="3122614"/>
            <a:ext cx="1241425" cy="1247775"/>
            <a:chOff x="295" y="2194"/>
            <a:chExt cx="782" cy="786"/>
          </a:xfrm>
        </p:grpSpPr>
        <p:sp>
          <p:nvSpPr>
            <p:cNvPr id="448520" name="Oval 8"/>
            <p:cNvSpPr>
              <a:spLocks noChangeArrowheads="1"/>
            </p:cNvSpPr>
            <p:nvPr/>
          </p:nvSpPr>
          <p:spPr bwMode="auto">
            <a:xfrm>
              <a:off x="295" y="2194"/>
              <a:ext cx="782" cy="786"/>
            </a:xfrm>
            <a:prstGeom prst="ellipse">
              <a:avLst/>
            </a:prstGeom>
            <a:noFill/>
            <a:ln w="9525">
              <a:solidFill>
                <a:srgbClr val="000000"/>
              </a:solidFill>
              <a:round/>
            </a:ln>
            <a:extLst>
              <a:ext uri="{909E8E84-426E-40DD-AFC4-6F175D3DCCD1}">
                <a14:hiddenFill xmlns:a14="http://schemas.microsoft.com/office/drawing/2010/main">
                  <a:solidFill>
                    <a:srgbClr val="FFFFFF"/>
                  </a:solidFill>
                </a14:hiddenFill>
              </a:ext>
            </a:extLst>
          </p:spPr>
          <p:txBody>
            <a:bodyPr/>
            <a:lstStyle/>
            <a:p>
              <a:endParaRPr lang="zh-CN" altLang="zh-CN" dirty="0">
                <a:latin typeface="微软雅黑 Light" panose="020B0502040204020203" pitchFamily="34" charset="-122"/>
                <a:ea typeface="微软雅黑 Light" panose="020B0502040204020203" pitchFamily="34" charset="-122"/>
              </a:endParaRPr>
            </a:p>
          </p:txBody>
        </p:sp>
        <p:sp>
          <p:nvSpPr>
            <p:cNvPr id="448521" name="Line 9"/>
            <p:cNvSpPr>
              <a:spLocks noChangeShapeType="1"/>
            </p:cNvSpPr>
            <p:nvPr/>
          </p:nvSpPr>
          <p:spPr bwMode="auto">
            <a:xfrm>
              <a:off x="415" y="2390"/>
              <a:ext cx="602"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dirty="0">
                <a:latin typeface="微软雅黑 Light" panose="020B0502040204020203" pitchFamily="34" charset="-122"/>
                <a:ea typeface="微软雅黑 Light" panose="020B0502040204020203" pitchFamily="34" charset="-122"/>
              </a:endParaRPr>
            </a:p>
          </p:txBody>
        </p:sp>
        <p:sp>
          <p:nvSpPr>
            <p:cNvPr id="448522" name="Line 10"/>
            <p:cNvSpPr>
              <a:spLocks noChangeShapeType="1"/>
            </p:cNvSpPr>
            <p:nvPr/>
          </p:nvSpPr>
          <p:spPr bwMode="auto">
            <a:xfrm>
              <a:off x="1017" y="2390"/>
              <a:ext cx="0" cy="131"/>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dirty="0">
                <a:latin typeface="微软雅黑 Light" panose="020B0502040204020203" pitchFamily="34" charset="-122"/>
                <a:ea typeface="微软雅黑 Light" panose="020B0502040204020203" pitchFamily="34" charset="-122"/>
              </a:endParaRPr>
            </a:p>
          </p:txBody>
        </p:sp>
        <p:sp>
          <p:nvSpPr>
            <p:cNvPr id="448523" name="Line 11"/>
            <p:cNvSpPr>
              <a:spLocks noChangeShapeType="1"/>
            </p:cNvSpPr>
            <p:nvPr/>
          </p:nvSpPr>
          <p:spPr bwMode="auto">
            <a:xfrm flipH="1">
              <a:off x="415" y="2521"/>
              <a:ext cx="602"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dirty="0">
                <a:latin typeface="微软雅黑 Light" panose="020B0502040204020203" pitchFamily="34" charset="-122"/>
                <a:ea typeface="微软雅黑 Light" panose="020B0502040204020203" pitchFamily="34" charset="-122"/>
              </a:endParaRPr>
            </a:p>
          </p:txBody>
        </p:sp>
        <p:sp>
          <p:nvSpPr>
            <p:cNvPr id="448524" name="Line 12"/>
            <p:cNvSpPr>
              <a:spLocks noChangeShapeType="1"/>
            </p:cNvSpPr>
            <p:nvPr/>
          </p:nvSpPr>
          <p:spPr bwMode="auto">
            <a:xfrm>
              <a:off x="927" y="2390"/>
              <a:ext cx="0" cy="131"/>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dirty="0">
                <a:latin typeface="微软雅黑 Light" panose="020B0502040204020203" pitchFamily="34" charset="-122"/>
                <a:ea typeface="微软雅黑 Light" panose="020B0502040204020203" pitchFamily="34" charset="-122"/>
              </a:endParaRPr>
            </a:p>
          </p:txBody>
        </p:sp>
        <p:sp>
          <p:nvSpPr>
            <p:cNvPr id="448525" name="Line 13"/>
            <p:cNvSpPr>
              <a:spLocks noChangeShapeType="1"/>
            </p:cNvSpPr>
            <p:nvPr/>
          </p:nvSpPr>
          <p:spPr bwMode="auto">
            <a:xfrm>
              <a:off x="837" y="2390"/>
              <a:ext cx="0" cy="131"/>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dirty="0">
                <a:latin typeface="微软雅黑 Light" panose="020B0502040204020203" pitchFamily="34" charset="-122"/>
                <a:ea typeface="微软雅黑 Light" panose="020B0502040204020203" pitchFamily="34" charset="-122"/>
              </a:endParaRPr>
            </a:p>
          </p:txBody>
        </p:sp>
        <p:sp>
          <p:nvSpPr>
            <p:cNvPr id="448526" name="Line 14"/>
            <p:cNvSpPr>
              <a:spLocks noChangeShapeType="1"/>
            </p:cNvSpPr>
            <p:nvPr/>
          </p:nvSpPr>
          <p:spPr bwMode="auto">
            <a:xfrm>
              <a:off x="746" y="2390"/>
              <a:ext cx="0" cy="131"/>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dirty="0">
                <a:latin typeface="微软雅黑 Light" panose="020B0502040204020203" pitchFamily="34" charset="-122"/>
                <a:ea typeface="微软雅黑 Light" panose="020B0502040204020203" pitchFamily="34" charset="-122"/>
              </a:endParaRPr>
            </a:p>
          </p:txBody>
        </p:sp>
        <p:sp>
          <p:nvSpPr>
            <p:cNvPr id="448527" name="Line 15"/>
            <p:cNvSpPr>
              <a:spLocks noChangeShapeType="1"/>
            </p:cNvSpPr>
            <p:nvPr/>
          </p:nvSpPr>
          <p:spPr bwMode="auto">
            <a:xfrm>
              <a:off x="656" y="2390"/>
              <a:ext cx="0" cy="131"/>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dirty="0">
                <a:latin typeface="微软雅黑 Light" panose="020B0502040204020203" pitchFamily="34" charset="-122"/>
                <a:ea typeface="微软雅黑 Light" panose="020B0502040204020203" pitchFamily="34" charset="-122"/>
              </a:endParaRPr>
            </a:p>
          </p:txBody>
        </p:sp>
        <p:sp>
          <p:nvSpPr>
            <p:cNvPr id="448528" name="Line 16"/>
            <p:cNvSpPr>
              <a:spLocks noChangeShapeType="1"/>
            </p:cNvSpPr>
            <p:nvPr/>
          </p:nvSpPr>
          <p:spPr bwMode="auto">
            <a:xfrm>
              <a:off x="566" y="2390"/>
              <a:ext cx="0" cy="131"/>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dirty="0">
                <a:latin typeface="微软雅黑 Light" panose="020B0502040204020203" pitchFamily="34" charset="-122"/>
                <a:ea typeface="微软雅黑 Light" panose="020B0502040204020203" pitchFamily="34" charset="-122"/>
              </a:endParaRPr>
            </a:p>
          </p:txBody>
        </p:sp>
        <p:sp>
          <p:nvSpPr>
            <p:cNvPr id="448529" name="Line 17"/>
            <p:cNvSpPr>
              <a:spLocks noChangeShapeType="1"/>
            </p:cNvSpPr>
            <p:nvPr/>
          </p:nvSpPr>
          <p:spPr bwMode="auto">
            <a:xfrm>
              <a:off x="476" y="2390"/>
              <a:ext cx="0" cy="131"/>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dirty="0">
                <a:latin typeface="微软雅黑 Light" panose="020B0502040204020203" pitchFamily="34" charset="-122"/>
                <a:ea typeface="微软雅黑 Light" panose="020B0502040204020203" pitchFamily="34" charset="-122"/>
              </a:endParaRPr>
            </a:p>
          </p:txBody>
        </p:sp>
        <p:sp>
          <p:nvSpPr>
            <p:cNvPr id="448530" name="Line 18"/>
            <p:cNvSpPr>
              <a:spLocks noChangeShapeType="1"/>
            </p:cNvSpPr>
            <p:nvPr/>
          </p:nvSpPr>
          <p:spPr bwMode="auto">
            <a:xfrm>
              <a:off x="415" y="2390"/>
              <a:ext cx="602"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dirty="0">
                <a:latin typeface="微软雅黑 Light" panose="020B0502040204020203" pitchFamily="34" charset="-122"/>
                <a:ea typeface="微软雅黑 Light" panose="020B0502040204020203" pitchFamily="34" charset="-122"/>
              </a:endParaRPr>
            </a:p>
          </p:txBody>
        </p:sp>
        <p:sp>
          <p:nvSpPr>
            <p:cNvPr id="448531" name="Line 19"/>
            <p:cNvSpPr>
              <a:spLocks noChangeShapeType="1"/>
            </p:cNvSpPr>
            <p:nvPr/>
          </p:nvSpPr>
          <p:spPr bwMode="auto">
            <a:xfrm>
              <a:off x="1017" y="2390"/>
              <a:ext cx="0" cy="131"/>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dirty="0">
                <a:latin typeface="微软雅黑 Light" panose="020B0502040204020203" pitchFamily="34" charset="-122"/>
                <a:ea typeface="微软雅黑 Light" panose="020B0502040204020203" pitchFamily="34" charset="-122"/>
              </a:endParaRPr>
            </a:p>
          </p:txBody>
        </p:sp>
        <p:sp>
          <p:nvSpPr>
            <p:cNvPr id="448532" name="Line 20"/>
            <p:cNvSpPr>
              <a:spLocks noChangeShapeType="1"/>
            </p:cNvSpPr>
            <p:nvPr/>
          </p:nvSpPr>
          <p:spPr bwMode="auto">
            <a:xfrm flipH="1">
              <a:off x="415" y="2521"/>
              <a:ext cx="602"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dirty="0">
                <a:latin typeface="微软雅黑 Light" panose="020B0502040204020203" pitchFamily="34" charset="-122"/>
                <a:ea typeface="微软雅黑 Light" panose="020B0502040204020203" pitchFamily="34" charset="-122"/>
              </a:endParaRPr>
            </a:p>
          </p:txBody>
        </p:sp>
        <p:sp>
          <p:nvSpPr>
            <p:cNvPr id="448533" name="Line 21"/>
            <p:cNvSpPr>
              <a:spLocks noChangeShapeType="1"/>
            </p:cNvSpPr>
            <p:nvPr/>
          </p:nvSpPr>
          <p:spPr bwMode="auto">
            <a:xfrm>
              <a:off x="927" y="2390"/>
              <a:ext cx="0" cy="131"/>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dirty="0">
                <a:latin typeface="微软雅黑 Light" panose="020B0502040204020203" pitchFamily="34" charset="-122"/>
                <a:ea typeface="微软雅黑 Light" panose="020B0502040204020203" pitchFamily="34" charset="-122"/>
              </a:endParaRPr>
            </a:p>
          </p:txBody>
        </p:sp>
        <p:sp>
          <p:nvSpPr>
            <p:cNvPr id="448534" name="Line 22"/>
            <p:cNvSpPr>
              <a:spLocks noChangeShapeType="1"/>
            </p:cNvSpPr>
            <p:nvPr/>
          </p:nvSpPr>
          <p:spPr bwMode="auto">
            <a:xfrm>
              <a:off x="837" y="2390"/>
              <a:ext cx="0" cy="131"/>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dirty="0">
                <a:latin typeface="微软雅黑 Light" panose="020B0502040204020203" pitchFamily="34" charset="-122"/>
                <a:ea typeface="微软雅黑 Light" panose="020B0502040204020203" pitchFamily="34" charset="-122"/>
              </a:endParaRPr>
            </a:p>
          </p:txBody>
        </p:sp>
        <p:sp>
          <p:nvSpPr>
            <p:cNvPr id="448535" name="Line 23"/>
            <p:cNvSpPr>
              <a:spLocks noChangeShapeType="1"/>
            </p:cNvSpPr>
            <p:nvPr/>
          </p:nvSpPr>
          <p:spPr bwMode="auto">
            <a:xfrm>
              <a:off x="746" y="2390"/>
              <a:ext cx="0" cy="131"/>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dirty="0">
                <a:latin typeface="微软雅黑 Light" panose="020B0502040204020203" pitchFamily="34" charset="-122"/>
                <a:ea typeface="微软雅黑 Light" panose="020B0502040204020203" pitchFamily="34" charset="-122"/>
              </a:endParaRPr>
            </a:p>
          </p:txBody>
        </p:sp>
        <p:sp>
          <p:nvSpPr>
            <p:cNvPr id="448536" name="Line 24"/>
            <p:cNvSpPr>
              <a:spLocks noChangeShapeType="1"/>
            </p:cNvSpPr>
            <p:nvPr/>
          </p:nvSpPr>
          <p:spPr bwMode="auto">
            <a:xfrm>
              <a:off x="656" y="2390"/>
              <a:ext cx="0" cy="131"/>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dirty="0">
                <a:latin typeface="微软雅黑 Light" panose="020B0502040204020203" pitchFamily="34" charset="-122"/>
                <a:ea typeface="微软雅黑 Light" panose="020B0502040204020203" pitchFamily="34" charset="-122"/>
              </a:endParaRPr>
            </a:p>
          </p:txBody>
        </p:sp>
        <p:sp>
          <p:nvSpPr>
            <p:cNvPr id="448537" name="Line 25"/>
            <p:cNvSpPr>
              <a:spLocks noChangeShapeType="1"/>
            </p:cNvSpPr>
            <p:nvPr/>
          </p:nvSpPr>
          <p:spPr bwMode="auto">
            <a:xfrm>
              <a:off x="566" y="2390"/>
              <a:ext cx="0" cy="131"/>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dirty="0">
                <a:latin typeface="微软雅黑 Light" panose="020B0502040204020203" pitchFamily="34" charset="-122"/>
                <a:ea typeface="微软雅黑 Light" panose="020B0502040204020203" pitchFamily="34" charset="-122"/>
              </a:endParaRPr>
            </a:p>
          </p:txBody>
        </p:sp>
        <p:sp>
          <p:nvSpPr>
            <p:cNvPr id="448538" name="Line 26"/>
            <p:cNvSpPr>
              <a:spLocks noChangeShapeType="1"/>
            </p:cNvSpPr>
            <p:nvPr/>
          </p:nvSpPr>
          <p:spPr bwMode="auto">
            <a:xfrm>
              <a:off x="476" y="2390"/>
              <a:ext cx="0" cy="131"/>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dirty="0">
                <a:latin typeface="微软雅黑 Light" panose="020B0502040204020203" pitchFamily="34" charset="-122"/>
                <a:ea typeface="微软雅黑 Light" panose="020B0502040204020203" pitchFamily="34" charset="-122"/>
              </a:endParaRPr>
            </a:p>
          </p:txBody>
        </p:sp>
      </p:grpSp>
      <p:grpSp>
        <p:nvGrpSpPr>
          <p:cNvPr id="448660" name="Group 148"/>
          <p:cNvGrpSpPr/>
          <p:nvPr/>
        </p:nvGrpSpPr>
        <p:grpSpPr bwMode="auto">
          <a:xfrm>
            <a:off x="4403726" y="3122614"/>
            <a:ext cx="1241425" cy="1247775"/>
            <a:chOff x="1860" y="2194"/>
            <a:chExt cx="782" cy="786"/>
          </a:xfrm>
        </p:grpSpPr>
        <p:sp>
          <p:nvSpPr>
            <p:cNvPr id="448519" name="Oval 7"/>
            <p:cNvSpPr>
              <a:spLocks noChangeArrowheads="1"/>
            </p:cNvSpPr>
            <p:nvPr/>
          </p:nvSpPr>
          <p:spPr bwMode="auto">
            <a:xfrm>
              <a:off x="1860" y="2194"/>
              <a:ext cx="782" cy="786"/>
            </a:xfrm>
            <a:prstGeom prst="ellipse">
              <a:avLst/>
            </a:prstGeom>
            <a:noFill/>
            <a:ln w="9525">
              <a:solidFill>
                <a:srgbClr val="000000"/>
              </a:solidFill>
              <a:round/>
            </a:ln>
            <a:extLst>
              <a:ext uri="{909E8E84-426E-40DD-AFC4-6F175D3DCCD1}">
                <a14:hiddenFill xmlns:a14="http://schemas.microsoft.com/office/drawing/2010/main">
                  <a:solidFill>
                    <a:srgbClr val="FFFFFF"/>
                  </a:solidFill>
                </a14:hiddenFill>
              </a:ext>
            </a:extLst>
          </p:spPr>
          <p:txBody>
            <a:bodyPr/>
            <a:lstStyle/>
            <a:p>
              <a:endParaRPr lang="zh-CN" altLang="zh-CN" dirty="0">
                <a:latin typeface="微软雅黑 Light" panose="020B0502040204020203" pitchFamily="34" charset="-122"/>
                <a:ea typeface="微软雅黑 Light" panose="020B0502040204020203" pitchFamily="34" charset="-122"/>
              </a:endParaRPr>
            </a:p>
          </p:txBody>
        </p:sp>
        <p:sp>
          <p:nvSpPr>
            <p:cNvPr id="448557" name="Line 45"/>
            <p:cNvSpPr>
              <a:spLocks noChangeShapeType="1"/>
            </p:cNvSpPr>
            <p:nvPr/>
          </p:nvSpPr>
          <p:spPr bwMode="auto">
            <a:xfrm flipH="1">
              <a:off x="1920" y="2652"/>
              <a:ext cx="602"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dirty="0">
                <a:latin typeface="微软雅黑 Light" panose="020B0502040204020203" pitchFamily="34" charset="-122"/>
                <a:ea typeface="微软雅黑 Light" panose="020B0502040204020203" pitchFamily="34" charset="-122"/>
              </a:endParaRPr>
            </a:p>
          </p:txBody>
        </p:sp>
        <p:sp>
          <p:nvSpPr>
            <p:cNvPr id="448558" name="Line 46"/>
            <p:cNvSpPr>
              <a:spLocks noChangeShapeType="1"/>
            </p:cNvSpPr>
            <p:nvPr/>
          </p:nvSpPr>
          <p:spPr bwMode="auto">
            <a:xfrm>
              <a:off x="1920" y="2652"/>
              <a:ext cx="0" cy="131"/>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dirty="0">
                <a:latin typeface="微软雅黑 Light" panose="020B0502040204020203" pitchFamily="34" charset="-122"/>
                <a:ea typeface="微软雅黑 Light" panose="020B0502040204020203" pitchFamily="34" charset="-122"/>
              </a:endParaRPr>
            </a:p>
          </p:txBody>
        </p:sp>
        <p:sp>
          <p:nvSpPr>
            <p:cNvPr id="448559" name="Line 47"/>
            <p:cNvSpPr>
              <a:spLocks noChangeShapeType="1"/>
            </p:cNvSpPr>
            <p:nvPr/>
          </p:nvSpPr>
          <p:spPr bwMode="auto">
            <a:xfrm>
              <a:off x="1920" y="2783"/>
              <a:ext cx="602"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dirty="0">
                <a:latin typeface="微软雅黑 Light" panose="020B0502040204020203" pitchFamily="34" charset="-122"/>
                <a:ea typeface="微软雅黑 Light" panose="020B0502040204020203" pitchFamily="34" charset="-122"/>
              </a:endParaRPr>
            </a:p>
          </p:txBody>
        </p:sp>
        <p:sp>
          <p:nvSpPr>
            <p:cNvPr id="448560" name="Line 48"/>
            <p:cNvSpPr>
              <a:spLocks noChangeShapeType="1"/>
            </p:cNvSpPr>
            <p:nvPr/>
          </p:nvSpPr>
          <p:spPr bwMode="auto">
            <a:xfrm>
              <a:off x="2010" y="2652"/>
              <a:ext cx="0" cy="131"/>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dirty="0">
                <a:latin typeface="微软雅黑 Light" panose="020B0502040204020203" pitchFamily="34" charset="-122"/>
                <a:ea typeface="微软雅黑 Light" panose="020B0502040204020203" pitchFamily="34" charset="-122"/>
              </a:endParaRPr>
            </a:p>
          </p:txBody>
        </p:sp>
        <p:sp>
          <p:nvSpPr>
            <p:cNvPr id="448561" name="Line 49"/>
            <p:cNvSpPr>
              <a:spLocks noChangeShapeType="1"/>
            </p:cNvSpPr>
            <p:nvPr/>
          </p:nvSpPr>
          <p:spPr bwMode="auto">
            <a:xfrm>
              <a:off x="2100" y="2652"/>
              <a:ext cx="0" cy="131"/>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dirty="0">
                <a:latin typeface="微软雅黑 Light" panose="020B0502040204020203" pitchFamily="34" charset="-122"/>
                <a:ea typeface="微软雅黑 Light" panose="020B0502040204020203" pitchFamily="34" charset="-122"/>
              </a:endParaRPr>
            </a:p>
          </p:txBody>
        </p:sp>
        <p:sp>
          <p:nvSpPr>
            <p:cNvPr id="448562" name="Line 50"/>
            <p:cNvSpPr>
              <a:spLocks noChangeShapeType="1"/>
            </p:cNvSpPr>
            <p:nvPr/>
          </p:nvSpPr>
          <p:spPr bwMode="auto">
            <a:xfrm>
              <a:off x="2191" y="2652"/>
              <a:ext cx="0" cy="131"/>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dirty="0">
                <a:latin typeface="微软雅黑 Light" panose="020B0502040204020203" pitchFamily="34" charset="-122"/>
                <a:ea typeface="微软雅黑 Light" panose="020B0502040204020203" pitchFamily="34" charset="-122"/>
              </a:endParaRPr>
            </a:p>
          </p:txBody>
        </p:sp>
        <p:sp>
          <p:nvSpPr>
            <p:cNvPr id="448563" name="Line 51"/>
            <p:cNvSpPr>
              <a:spLocks noChangeShapeType="1"/>
            </p:cNvSpPr>
            <p:nvPr/>
          </p:nvSpPr>
          <p:spPr bwMode="auto">
            <a:xfrm>
              <a:off x="2281" y="2652"/>
              <a:ext cx="0" cy="131"/>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dirty="0">
                <a:latin typeface="微软雅黑 Light" panose="020B0502040204020203" pitchFamily="34" charset="-122"/>
                <a:ea typeface="微软雅黑 Light" panose="020B0502040204020203" pitchFamily="34" charset="-122"/>
              </a:endParaRPr>
            </a:p>
          </p:txBody>
        </p:sp>
        <p:sp>
          <p:nvSpPr>
            <p:cNvPr id="448564" name="Line 52"/>
            <p:cNvSpPr>
              <a:spLocks noChangeShapeType="1"/>
            </p:cNvSpPr>
            <p:nvPr/>
          </p:nvSpPr>
          <p:spPr bwMode="auto">
            <a:xfrm>
              <a:off x="2371" y="2652"/>
              <a:ext cx="0" cy="131"/>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dirty="0">
                <a:latin typeface="微软雅黑 Light" panose="020B0502040204020203" pitchFamily="34" charset="-122"/>
                <a:ea typeface="微软雅黑 Light" panose="020B0502040204020203" pitchFamily="34" charset="-122"/>
              </a:endParaRPr>
            </a:p>
          </p:txBody>
        </p:sp>
        <p:sp>
          <p:nvSpPr>
            <p:cNvPr id="448565" name="Line 53"/>
            <p:cNvSpPr>
              <a:spLocks noChangeShapeType="1"/>
            </p:cNvSpPr>
            <p:nvPr/>
          </p:nvSpPr>
          <p:spPr bwMode="auto">
            <a:xfrm>
              <a:off x="2461" y="2652"/>
              <a:ext cx="0" cy="131"/>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dirty="0">
                <a:latin typeface="微软雅黑 Light" panose="020B0502040204020203" pitchFamily="34" charset="-122"/>
                <a:ea typeface="微软雅黑 Light" panose="020B0502040204020203" pitchFamily="34" charset="-122"/>
              </a:endParaRPr>
            </a:p>
          </p:txBody>
        </p:sp>
        <p:sp>
          <p:nvSpPr>
            <p:cNvPr id="448566" name="Line 54"/>
            <p:cNvSpPr>
              <a:spLocks noChangeShapeType="1"/>
            </p:cNvSpPr>
            <p:nvPr/>
          </p:nvSpPr>
          <p:spPr bwMode="auto">
            <a:xfrm flipH="1">
              <a:off x="1920" y="2652"/>
              <a:ext cx="602"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dirty="0">
                <a:latin typeface="微软雅黑 Light" panose="020B0502040204020203" pitchFamily="34" charset="-122"/>
                <a:ea typeface="微软雅黑 Light" panose="020B0502040204020203" pitchFamily="34" charset="-122"/>
              </a:endParaRPr>
            </a:p>
          </p:txBody>
        </p:sp>
        <p:sp>
          <p:nvSpPr>
            <p:cNvPr id="448567" name="Line 55"/>
            <p:cNvSpPr>
              <a:spLocks noChangeShapeType="1"/>
            </p:cNvSpPr>
            <p:nvPr/>
          </p:nvSpPr>
          <p:spPr bwMode="auto">
            <a:xfrm>
              <a:off x="1920" y="2652"/>
              <a:ext cx="0" cy="131"/>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dirty="0">
                <a:latin typeface="微软雅黑 Light" panose="020B0502040204020203" pitchFamily="34" charset="-122"/>
                <a:ea typeface="微软雅黑 Light" panose="020B0502040204020203" pitchFamily="34" charset="-122"/>
              </a:endParaRPr>
            </a:p>
          </p:txBody>
        </p:sp>
        <p:sp>
          <p:nvSpPr>
            <p:cNvPr id="448568" name="Line 56"/>
            <p:cNvSpPr>
              <a:spLocks noChangeShapeType="1"/>
            </p:cNvSpPr>
            <p:nvPr/>
          </p:nvSpPr>
          <p:spPr bwMode="auto">
            <a:xfrm>
              <a:off x="1920" y="2783"/>
              <a:ext cx="602"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dirty="0">
                <a:latin typeface="微软雅黑 Light" panose="020B0502040204020203" pitchFamily="34" charset="-122"/>
                <a:ea typeface="微软雅黑 Light" panose="020B0502040204020203" pitchFamily="34" charset="-122"/>
              </a:endParaRPr>
            </a:p>
          </p:txBody>
        </p:sp>
        <p:sp>
          <p:nvSpPr>
            <p:cNvPr id="448569" name="Line 57"/>
            <p:cNvSpPr>
              <a:spLocks noChangeShapeType="1"/>
            </p:cNvSpPr>
            <p:nvPr/>
          </p:nvSpPr>
          <p:spPr bwMode="auto">
            <a:xfrm>
              <a:off x="2010" y="2652"/>
              <a:ext cx="0" cy="131"/>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dirty="0">
                <a:latin typeface="微软雅黑 Light" panose="020B0502040204020203" pitchFamily="34" charset="-122"/>
                <a:ea typeface="微软雅黑 Light" panose="020B0502040204020203" pitchFamily="34" charset="-122"/>
              </a:endParaRPr>
            </a:p>
          </p:txBody>
        </p:sp>
        <p:sp>
          <p:nvSpPr>
            <p:cNvPr id="448570" name="Line 58"/>
            <p:cNvSpPr>
              <a:spLocks noChangeShapeType="1"/>
            </p:cNvSpPr>
            <p:nvPr/>
          </p:nvSpPr>
          <p:spPr bwMode="auto">
            <a:xfrm>
              <a:off x="2100" y="2652"/>
              <a:ext cx="0" cy="131"/>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dirty="0">
                <a:latin typeface="微软雅黑 Light" panose="020B0502040204020203" pitchFamily="34" charset="-122"/>
                <a:ea typeface="微软雅黑 Light" panose="020B0502040204020203" pitchFamily="34" charset="-122"/>
              </a:endParaRPr>
            </a:p>
          </p:txBody>
        </p:sp>
        <p:sp>
          <p:nvSpPr>
            <p:cNvPr id="448571" name="Line 59"/>
            <p:cNvSpPr>
              <a:spLocks noChangeShapeType="1"/>
            </p:cNvSpPr>
            <p:nvPr/>
          </p:nvSpPr>
          <p:spPr bwMode="auto">
            <a:xfrm>
              <a:off x="2191" y="2652"/>
              <a:ext cx="0" cy="131"/>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dirty="0">
                <a:latin typeface="微软雅黑 Light" panose="020B0502040204020203" pitchFamily="34" charset="-122"/>
                <a:ea typeface="微软雅黑 Light" panose="020B0502040204020203" pitchFamily="34" charset="-122"/>
              </a:endParaRPr>
            </a:p>
          </p:txBody>
        </p:sp>
        <p:sp>
          <p:nvSpPr>
            <p:cNvPr id="448572" name="Line 60"/>
            <p:cNvSpPr>
              <a:spLocks noChangeShapeType="1"/>
            </p:cNvSpPr>
            <p:nvPr/>
          </p:nvSpPr>
          <p:spPr bwMode="auto">
            <a:xfrm>
              <a:off x="2281" y="2652"/>
              <a:ext cx="0" cy="131"/>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dirty="0">
                <a:latin typeface="微软雅黑 Light" panose="020B0502040204020203" pitchFamily="34" charset="-122"/>
                <a:ea typeface="微软雅黑 Light" panose="020B0502040204020203" pitchFamily="34" charset="-122"/>
              </a:endParaRPr>
            </a:p>
          </p:txBody>
        </p:sp>
        <p:sp>
          <p:nvSpPr>
            <p:cNvPr id="448573" name="Line 61"/>
            <p:cNvSpPr>
              <a:spLocks noChangeShapeType="1"/>
            </p:cNvSpPr>
            <p:nvPr/>
          </p:nvSpPr>
          <p:spPr bwMode="auto">
            <a:xfrm>
              <a:off x="2371" y="2652"/>
              <a:ext cx="0" cy="131"/>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dirty="0">
                <a:latin typeface="微软雅黑 Light" panose="020B0502040204020203" pitchFamily="34" charset="-122"/>
                <a:ea typeface="微软雅黑 Light" panose="020B0502040204020203" pitchFamily="34" charset="-122"/>
              </a:endParaRPr>
            </a:p>
          </p:txBody>
        </p:sp>
        <p:sp>
          <p:nvSpPr>
            <p:cNvPr id="448574" name="Line 62"/>
            <p:cNvSpPr>
              <a:spLocks noChangeShapeType="1"/>
            </p:cNvSpPr>
            <p:nvPr/>
          </p:nvSpPr>
          <p:spPr bwMode="auto">
            <a:xfrm>
              <a:off x="2461" y="2652"/>
              <a:ext cx="0" cy="131"/>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dirty="0">
                <a:latin typeface="微软雅黑 Light" panose="020B0502040204020203" pitchFamily="34" charset="-122"/>
                <a:ea typeface="微软雅黑 Light" panose="020B0502040204020203" pitchFamily="34" charset="-122"/>
              </a:endParaRPr>
            </a:p>
          </p:txBody>
        </p:sp>
      </p:grpSp>
      <p:grpSp>
        <p:nvGrpSpPr>
          <p:cNvPr id="448702" name="Group 190"/>
          <p:cNvGrpSpPr/>
          <p:nvPr/>
        </p:nvGrpSpPr>
        <p:grpSpPr bwMode="auto">
          <a:xfrm>
            <a:off x="9058276" y="3211514"/>
            <a:ext cx="1243013" cy="1247775"/>
            <a:chOff x="4880" y="2331"/>
            <a:chExt cx="783" cy="786"/>
          </a:xfrm>
        </p:grpSpPr>
        <p:sp>
          <p:nvSpPr>
            <p:cNvPr id="448539" name="Line 27"/>
            <p:cNvSpPr>
              <a:spLocks noChangeShapeType="1"/>
            </p:cNvSpPr>
            <p:nvPr/>
          </p:nvSpPr>
          <p:spPr bwMode="auto">
            <a:xfrm flipH="1">
              <a:off x="4940" y="2790"/>
              <a:ext cx="602"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dirty="0">
                <a:latin typeface="微软雅黑 Light" panose="020B0502040204020203" pitchFamily="34" charset="-122"/>
                <a:ea typeface="微软雅黑 Light" panose="020B0502040204020203" pitchFamily="34" charset="-122"/>
              </a:endParaRPr>
            </a:p>
          </p:txBody>
        </p:sp>
        <p:sp>
          <p:nvSpPr>
            <p:cNvPr id="448540" name="Line 28"/>
            <p:cNvSpPr>
              <a:spLocks noChangeShapeType="1"/>
            </p:cNvSpPr>
            <p:nvPr/>
          </p:nvSpPr>
          <p:spPr bwMode="auto">
            <a:xfrm>
              <a:off x="4940" y="2790"/>
              <a:ext cx="0" cy="131"/>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dirty="0">
                <a:latin typeface="微软雅黑 Light" panose="020B0502040204020203" pitchFamily="34" charset="-122"/>
                <a:ea typeface="微软雅黑 Light" panose="020B0502040204020203" pitchFamily="34" charset="-122"/>
              </a:endParaRPr>
            </a:p>
          </p:txBody>
        </p:sp>
        <p:sp>
          <p:nvSpPr>
            <p:cNvPr id="448541" name="Line 29"/>
            <p:cNvSpPr>
              <a:spLocks noChangeShapeType="1"/>
            </p:cNvSpPr>
            <p:nvPr/>
          </p:nvSpPr>
          <p:spPr bwMode="auto">
            <a:xfrm>
              <a:off x="4940" y="2921"/>
              <a:ext cx="602"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dirty="0">
                <a:latin typeface="微软雅黑 Light" panose="020B0502040204020203" pitchFamily="34" charset="-122"/>
                <a:ea typeface="微软雅黑 Light" panose="020B0502040204020203" pitchFamily="34" charset="-122"/>
              </a:endParaRPr>
            </a:p>
          </p:txBody>
        </p:sp>
        <p:sp>
          <p:nvSpPr>
            <p:cNvPr id="448542" name="Line 30"/>
            <p:cNvSpPr>
              <a:spLocks noChangeShapeType="1"/>
            </p:cNvSpPr>
            <p:nvPr/>
          </p:nvSpPr>
          <p:spPr bwMode="auto">
            <a:xfrm>
              <a:off x="5031" y="2790"/>
              <a:ext cx="0" cy="131"/>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dirty="0">
                <a:latin typeface="微软雅黑 Light" panose="020B0502040204020203" pitchFamily="34" charset="-122"/>
                <a:ea typeface="微软雅黑 Light" panose="020B0502040204020203" pitchFamily="34" charset="-122"/>
              </a:endParaRPr>
            </a:p>
          </p:txBody>
        </p:sp>
        <p:sp>
          <p:nvSpPr>
            <p:cNvPr id="448543" name="Line 31"/>
            <p:cNvSpPr>
              <a:spLocks noChangeShapeType="1"/>
            </p:cNvSpPr>
            <p:nvPr/>
          </p:nvSpPr>
          <p:spPr bwMode="auto">
            <a:xfrm>
              <a:off x="5121" y="2790"/>
              <a:ext cx="0" cy="131"/>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dirty="0">
                <a:latin typeface="微软雅黑 Light" panose="020B0502040204020203" pitchFamily="34" charset="-122"/>
                <a:ea typeface="微软雅黑 Light" panose="020B0502040204020203" pitchFamily="34" charset="-122"/>
              </a:endParaRPr>
            </a:p>
          </p:txBody>
        </p:sp>
        <p:sp>
          <p:nvSpPr>
            <p:cNvPr id="448544" name="Line 32"/>
            <p:cNvSpPr>
              <a:spLocks noChangeShapeType="1"/>
            </p:cNvSpPr>
            <p:nvPr/>
          </p:nvSpPr>
          <p:spPr bwMode="auto">
            <a:xfrm>
              <a:off x="5211" y="2790"/>
              <a:ext cx="0" cy="131"/>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dirty="0">
                <a:latin typeface="微软雅黑 Light" panose="020B0502040204020203" pitchFamily="34" charset="-122"/>
                <a:ea typeface="微软雅黑 Light" panose="020B0502040204020203" pitchFamily="34" charset="-122"/>
              </a:endParaRPr>
            </a:p>
          </p:txBody>
        </p:sp>
        <p:sp>
          <p:nvSpPr>
            <p:cNvPr id="448545" name="Line 33"/>
            <p:cNvSpPr>
              <a:spLocks noChangeShapeType="1"/>
            </p:cNvSpPr>
            <p:nvPr/>
          </p:nvSpPr>
          <p:spPr bwMode="auto">
            <a:xfrm>
              <a:off x="5302" y="2790"/>
              <a:ext cx="0" cy="131"/>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dirty="0">
                <a:latin typeface="微软雅黑 Light" panose="020B0502040204020203" pitchFamily="34" charset="-122"/>
                <a:ea typeface="微软雅黑 Light" panose="020B0502040204020203" pitchFamily="34" charset="-122"/>
              </a:endParaRPr>
            </a:p>
          </p:txBody>
        </p:sp>
        <p:sp>
          <p:nvSpPr>
            <p:cNvPr id="448546" name="Line 34"/>
            <p:cNvSpPr>
              <a:spLocks noChangeShapeType="1"/>
            </p:cNvSpPr>
            <p:nvPr/>
          </p:nvSpPr>
          <p:spPr bwMode="auto">
            <a:xfrm>
              <a:off x="5392" y="2790"/>
              <a:ext cx="0" cy="131"/>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dirty="0">
                <a:latin typeface="微软雅黑 Light" panose="020B0502040204020203" pitchFamily="34" charset="-122"/>
                <a:ea typeface="微软雅黑 Light" panose="020B0502040204020203" pitchFamily="34" charset="-122"/>
              </a:endParaRPr>
            </a:p>
          </p:txBody>
        </p:sp>
        <p:sp>
          <p:nvSpPr>
            <p:cNvPr id="448547" name="Line 35"/>
            <p:cNvSpPr>
              <a:spLocks noChangeShapeType="1"/>
            </p:cNvSpPr>
            <p:nvPr/>
          </p:nvSpPr>
          <p:spPr bwMode="auto">
            <a:xfrm>
              <a:off x="5482" y="2790"/>
              <a:ext cx="0" cy="131"/>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dirty="0">
                <a:latin typeface="微软雅黑 Light" panose="020B0502040204020203" pitchFamily="34" charset="-122"/>
                <a:ea typeface="微软雅黑 Light" panose="020B0502040204020203" pitchFamily="34" charset="-122"/>
              </a:endParaRPr>
            </a:p>
          </p:txBody>
        </p:sp>
        <p:sp>
          <p:nvSpPr>
            <p:cNvPr id="448548" name="Line 36"/>
            <p:cNvSpPr>
              <a:spLocks noChangeShapeType="1"/>
            </p:cNvSpPr>
            <p:nvPr/>
          </p:nvSpPr>
          <p:spPr bwMode="auto">
            <a:xfrm flipH="1">
              <a:off x="4940" y="2790"/>
              <a:ext cx="602"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dirty="0">
                <a:latin typeface="微软雅黑 Light" panose="020B0502040204020203" pitchFamily="34" charset="-122"/>
                <a:ea typeface="微软雅黑 Light" panose="020B0502040204020203" pitchFamily="34" charset="-122"/>
              </a:endParaRPr>
            </a:p>
          </p:txBody>
        </p:sp>
        <p:sp>
          <p:nvSpPr>
            <p:cNvPr id="448549" name="Line 37"/>
            <p:cNvSpPr>
              <a:spLocks noChangeShapeType="1"/>
            </p:cNvSpPr>
            <p:nvPr/>
          </p:nvSpPr>
          <p:spPr bwMode="auto">
            <a:xfrm>
              <a:off x="4940" y="2790"/>
              <a:ext cx="0" cy="131"/>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dirty="0">
                <a:latin typeface="微软雅黑 Light" panose="020B0502040204020203" pitchFamily="34" charset="-122"/>
                <a:ea typeface="微软雅黑 Light" panose="020B0502040204020203" pitchFamily="34" charset="-122"/>
              </a:endParaRPr>
            </a:p>
          </p:txBody>
        </p:sp>
        <p:sp>
          <p:nvSpPr>
            <p:cNvPr id="448550" name="Line 38"/>
            <p:cNvSpPr>
              <a:spLocks noChangeShapeType="1"/>
            </p:cNvSpPr>
            <p:nvPr/>
          </p:nvSpPr>
          <p:spPr bwMode="auto">
            <a:xfrm>
              <a:off x="4940" y="2921"/>
              <a:ext cx="602"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dirty="0">
                <a:latin typeface="微软雅黑 Light" panose="020B0502040204020203" pitchFamily="34" charset="-122"/>
                <a:ea typeface="微软雅黑 Light" panose="020B0502040204020203" pitchFamily="34" charset="-122"/>
              </a:endParaRPr>
            </a:p>
          </p:txBody>
        </p:sp>
        <p:sp>
          <p:nvSpPr>
            <p:cNvPr id="448551" name="Line 39"/>
            <p:cNvSpPr>
              <a:spLocks noChangeShapeType="1"/>
            </p:cNvSpPr>
            <p:nvPr/>
          </p:nvSpPr>
          <p:spPr bwMode="auto">
            <a:xfrm>
              <a:off x="5031" y="2790"/>
              <a:ext cx="0" cy="131"/>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dirty="0">
                <a:latin typeface="微软雅黑 Light" panose="020B0502040204020203" pitchFamily="34" charset="-122"/>
                <a:ea typeface="微软雅黑 Light" panose="020B0502040204020203" pitchFamily="34" charset="-122"/>
              </a:endParaRPr>
            </a:p>
          </p:txBody>
        </p:sp>
        <p:sp>
          <p:nvSpPr>
            <p:cNvPr id="448552" name="Line 40"/>
            <p:cNvSpPr>
              <a:spLocks noChangeShapeType="1"/>
            </p:cNvSpPr>
            <p:nvPr/>
          </p:nvSpPr>
          <p:spPr bwMode="auto">
            <a:xfrm>
              <a:off x="5121" y="2790"/>
              <a:ext cx="0" cy="131"/>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dirty="0">
                <a:latin typeface="微软雅黑 Light" panose="020B0502040204020203" pitchFamily="34" charset="-122"/>
                <a:ea typeface="微软雅黑 Light" panose="020B0502040204020203" pitchFamily="34" charset="-122"/>
              </a:endParaRPr>
            </a:p>
          </p:txBody>
        </p:sp>
        <p:sp>
          <p:nvSpPr>
            <p:cNvPr id="448553" name="Line 41"/>
            <p:cNvSpPr>
              <a:spLocks noChangeShapeType="1"/>
            </p:cNvSpPr>
            <p:nvPr/>
          </p:nvSpPr>
          <p:spPr bwMode="auto">
            <a:xfrm>
              <a:off x="5211" y="2790"/>
              <a:ext cx="0" cy="131"/>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dirty="0">
                <a:latin typeface="微软雅黑 Light" panose="020B0502040204020203" pitchFamily="34" charset="-122"/>
                <a:ea typeface="微软雅黑 Light" panose="020B0502040204020203" pitchFamily="34" charset="-122"/>
              </a:endParaRPr>
            </a:p>
          </p:txBody>
        </p:sp>
        <p:sp>
          <p:nvSpPr>
            <p:cNvPr id="448554" name="Line 42"/>
            <p:cNvSpPr>
              <a:spLocks noChangeShapeType="1"/>
            </p:cNvSpPr>
            <p:nvPr/>
          </p:nvSpPr>
          <p:spPr bwMode="auto">
            <a:xfrm>
              <a:off x="5302" y="2790"/>
              <a:ext cx="0" cy="131"/>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dirty="0">
                <a:latin typeface="微软雅黑 Light" panose="020B0502040204020203" pitchFamily="34" charset="-122"/>
                <a:ea typeface="微软雅黑 Light" panose="020B0502040204020203" pitchFamily="34" charset="-122"/>
              </a:endParaRPr>
            </a:p>
          </p:txBody>
        </p:sp>
        <p:sp>
          <p:nvSpPr>
            <p:cNvPr id="448555" name="Line 43"/>
            <p:cNvSpPr>
              <a:spLocks noChangeShapeType="1"/>
            </p:cNvSpPr>
            <p:nvPr/>
          </p:nvSpPr>
          <p:spPr bwMode="auto">
            <a:xfrm>
              <a:off x="5392" y="2790"/>
              <a:ext cx="0" cy="131"/>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dirty="0">
                <a:latin typeface="微软雅黑 Light" panose="020B0502040204020203" pitchFamily="34" charset="-122"/>
                <a:ea typeface="微软雅黑 Light" panose="020B0502040204020203" pitchFamily="34" charset="-122"/>
              </a:endParaRPr>
            </a:p>
          </p:txBody>
        </p:sp>
        <p:sp>
          <p:nvSpPr>
            <p:cNvPr id="448556" name="Line 44"/>
            <p:cNvSpPr>
              <a:spLocks noChangeShapeType="1"/>
            </p:cNvSpPr>
            <p:nvPr/>
          </p:nvSpPr>
          <p:spPr bwMode="auto">
            <a:xfrm>
              <a:off x="5482" y="2790"/>
              <a:ext cx="0" cy="131"/>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dirty="0">
                <a:latin typeface="微软雅黑 Light" panose="020B0502040204020203" pitchFamily="34" charset="-122"/>
                <a:ea typeface="微软雅黑 Light" panose="020B0502040204020203" pitchFamily="34" charset="-122"/>
              </a:endParaRPr>
            </a:p>
          </p:txBody>
        </p:sp>
        <p:sp>
          <p:nvSpPr>
            <p:cNvPr id="448581" name="Oval 69"/>
            <p:cNvSpPr>
              <a:spLocks noChangeArrowheads="1"/>
            </p:cNvSpPr>
            <p:nvPr/>
          </p:nvSpPr>
          <p:spPr bwMode="auto">
            <a:xfrm>
              <a:off x="4880" y="2331"/>
              <a:ext cx="783" cy="786"/>
            </a:xfrm>
            <a:prstGeom prst="ellipse">
              <a:avLst/>
            </a:prstGeom>
            <a:noFill/>
            <a:ln w="9525">
              <a:solidFill>
                <a:srgbClr val="000000"/>
              </a:solidFill>
              <a:round/>
            </a:ln>
            <a:extLst>
              <a:ext uri="{909E8E84-426E-40DD-AFC4-6F175D3DCCD1}">
                <a14:hiddenFill xmlns:a14="http://schemas.microsoft.com/office/drawing/2010/main">
                  <a:solidFill>
                    <a:srgbClr val="FFFFFF"/>
                  </a:solidFill>
                </a14:hiddenFill>
              </a:ext>
            </a:extLst>
          </p:spPr>
          <p:txBody>
            <a:bodyPr/>
            <a:lstStyle/>
            <a:p>
              <a:endParaRPr lang="zh-CN" altLang="zh-CN" dirty="0">
                <a:latin typeface="微软雅黑 Light" panose="020B0502040204020203" pitchFamily="34" charset="-122"/>
                <a:ea typeface="微软雅黑 Light" panose="020B0502040204020203" pitchFamily="34" charset="-122"/>
              </a:endParaRPr>
            </a:p>
          </p:txBody>
        </p:sp>
      </p:grpSp>
      <p:sp>
        <p:nvSpPr>
          <p:cNvPr id="448648" name="Rectangle 136"/>
          <p:cNvSpPr>
            <a:spLocks noChangeArrowheads="1"/>
          </p:cNvSpPr>
          <p:nvPr/>
        </p:nvSpPr>
        <p:spPr bwMode="auto">
          <a:xfrm>
            <a:off x="3000375" y="4875214"/>
            <a:ext cx="123110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zh-CN" altLang="en-US" sz="2400" dirty="0">
                <a:solidFill>
                  <a:srgbClr val="000000"/>
                </a:solidFill>
                <a:latin typeface="微软雅黑 Light" panose="020B0502040204020203" pitchFamily="34" charset="-122"/>
                <a:ea typeface="微软雅黑 Light" panose="020B0502040204020203" pitchFamily="34" charset="-122"/>
              </a:rPr>
              <a:t>直接死锁</a:t>
            </a:r>
            <a:endParaRPr lang="zh-CN" altLang="en-US" sz="2400" dirty="0">
              <a:latin typeface="微软雅黑 Light" panose="020B0502040204020203" pitchFamily="34" charset="-122"/>
              <a:ea typeface="微软雅黑 Light" panose="020B0502040204020203" pitchFamily="34" charset="-122"/>
            </a:endParaRPr>
          </a:p>
        </p:txBody>
      </p:sp>
      <p:sp>
        <p:nvSpPr>
          <p:cNvPr id="448653" name="Rectangle 141"/>
          <p:cNvSpPr>
            <a:spLocks noChangeArrowheads="1"/>
          </p:cNvSpPr>
          <p:nvPr/>
        </p:nvSpPr>
        <p:spPr bwMode="auto">
          <a:xfrm>
            <a:off x="7638929" y="4878383"/>
            <a:ext cx="123110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zh-CN" altLang="en-US" sz="2400" dirty="0">
                <a:solidFill>
                  <a:srgbClr val="000000"/>
                </a:solidFill>
                <a:latin typeface="微软雅黑 Light" panose="020B0502040204020203" pitchFamily="34" charset="-122"/>
                <a:ea typeface="微软雅黑 Light" panose="020B0502040204020203" pitchFamily="34" charset="-122"/>
              </a:rPr>
              <a:t>间接死锁</a:t>
            </a:r>
            <a:endParaRPr lang="zh-CN" altLang="en-US" sz="2400" dirty="0">
              <a:latin typeface="微软雅黑 Light" panose="020B0502040204020203" pitchFamily="34" charset="-122"/>
              <a:ea typeface="微软雅黑 Light" panose="020B0502040204020203" pitchFamily="34" charset="-122"/>
            </a:endParaRPr>
          </a:p>
        </p:txBody>
      </p:sp>
      <p:sp>
        <p:nvSpPr>
          <p:cNvPr id="448654" name="Text Box 142"/>
          <p:cNvSpPr txBox="1">
            <a:spLocks noChangeArrowheads="1"/>
          </p:cNvSpPr>
          <p:nvPr/>
        </p:nvSpPr>
        <p:spPr bwMode="auto">
          <a:xfrm>
            <a:off x="9267826" y="4508501"/>
            <a:ext cx="862013" cy="3968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chemeClr val="accent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ctr"/>
            <a:r>
              <a:rPr lang="zh-CN" altLang="en-US" dirty="0">
                <a:latin typeface="微软雅黑 Light" panose="020B0502040204020203" pitchFamily="34" charset="-122"/>
                <a:ea typeface="微软雅黑 Light" panose="020B0502040204020203" pitchFamily="34" charset="-122"/>
              </a:rPr>
              <a:t>节点</a:t>
            </a:r>
            <a:r>
              <a:rPr lang="en-US" altLang="zh-CN" dirty="0">
                <a:latin typeface="微软雅黑 Light" panose="020B0502040204020203" pitchFamily="34" charset="-122"/>
                <a:ea typeface="微软雅黑 Light" panose="020B0502040204020203" pitchFamily="34" charset="-122"/>
              </a:rPr>
              <a:t>B</a:t>
            </a:r>
            <a:endParaRPr lang="en-US" altLang="zh-CN" dirty="0">
              <a:latin typeface="微软雅黑 Light" panose="020B0502040204020203" pitchFamily="34" charset="-122"/>
              <a:ea typeface="微软雅黑 Light" panose="020B0502040204020203" pitchFamily="34" charset="-122"/>
            </a:endParaRPr>
          </a:p>
        </p:txBody>
      </p:sp>
      <p:sp>
        <p:nvSpPr>
          <p:cNvPr id="448655" name="Text Box 143"/>
          <p:cNvSpPr txBox="1">
            <a:spLocks noChangeArrowheads="1"/>
          </p:cNvSpPr>
          <p:nvPr/>
        </p:nvSpPr>
        <p:spPr bwMode="auto">
          <a:xfrm>
            <a:off x="2078370" y="2649539"/>
            <a:ext cx="883575" cy="4001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chemeClr val="accent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ctr"/>
            <a:r>
              <a:rPr lang="zh-CN" altLang="en-US" dirty="0">
                <a:latin typeface="微软雅黑 Light" panose="020B0502040204020203" pitchFamily="34" charset="-122"/>
                <a:ea typeface="微软雅黑 Light" panose="020B0502040204020203" pitchFamily="34" charset="-122"/>
              </a:rPr>
              <a:t>节点</a:t>
            </a:r>
            <a:r>
              <a:rPr lang="en-US" altLang="zh-CN" dirty="0">
                <a:latin typeface="微软雅黑 Light" panose="020B0502040204020203" pitchFamily="34" charset="-122"/>
                <a:ea typeface="微软雅黑 Light" panose="020B0502040204020203" pitchFamily="34" charset="-122"/>
              </a:rPr>
              <a:t>A</a:t>
            </a:r>
            <a:endParaRPr lang="en-US" altLang="zh-CN" dirty="0">
              <a:latin typeface="微软雅黑 Light" panose="020B0502040204020203" pitchFamily="34" charset="-122"/>
              <a:ea typeface="微软雅黑 Light" panose="020B0502040204020203" pitchFamily="34" charset="-122"/>
            </a:endParaRPr>
          </a:p>
        </p:txBody>
      </p:sp>
      <p:sp>
        <p:nvSpPr>
          <p:cNvPr id="448656" name="Text Box 144"/>
          <p:cNvSpPr txBox="1">
            <a:spLocks noChangeArrowheads="1"/>
          </p:cNvSpPr>
          <p:nvPr/>
        </p:nvSpPr>
        <p:spPr bwMode="auto">
          <a:xfrm>
            <a:off x="4583113" y="2649539"/>
            <a:ext cx="862012" cy="3968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chemeClr val="accent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ctr"/>
            <a:r>
              <a:rPr lang="zh-CN" altLang="en-US" dirty="0">
                <a:latin typeface="微软雅黑 Light" panose="020B0502040204020203" pitchFamily="34" charset="-122"/>
                <a:ea typeface="微软雅黑 Light" panose="020B0502040204020203" pitchFamily="34" charset="-122"/>
              </a:rPr>
              <a:t>节点</a:t>
            </a:r>
            <a:r>
              <a:rPr lang="en-US" altLang="zh-CN" dirty="0">
                <a:latin typeface="微软雅黑 Light" panose="020B0502040204020203" pitchFamily="34" charset="-122"/>
                <a:ea typeface="微软雅黑 Light" panose="020B0502040204020203" pitchFamily="34" charset="-122"/>
              </a:rPr>
              <a:t>B</a:t>
            </a:r>
            <a:endParaRPr lang="en-US" altLang="zh-CN" dirty="0">
              <a:latin typeface="微软雅黑 Light" panose="020B0502040204020203" pitchFamily="34" charset="-122"/>
              <a:ea typeface="微软雅黑 Light" panose="020B0502040204020203" pitchFamily="34" charset="-122"/>
            </a:endParaRPr>
          </a:p>
        </p:txBody>
      </p:sp>
      <p:sp>
        <p:nvSpPr>
          <p:cNvPr id="448657" name="Text Box 145"/>
          <p:cNvSpPr txBox="1">
            <a:spLocks noChangeArrowheads="1"/>
          </p:cNvSpPr>
          <p:nvPr/>
        </p:nvSpPr>
        <p:spPr bwMode="auto">
          <a:xfrm>
            <a:off x="6381750" y="4508501"/>
            <a:ext cx="876300" cy="3968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chemeClr val="accent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ctr"/>
            <a:r>
              <a:rPr lang="zh-CN" altLang="en-US" dirty="0">
                <a:latin typeface="微软雅黑 Light" panose="020B0502040204020203" pitchFamily="34" charset="-122"/>
                <a:ea typeface="微软雅黑 Light" panose="020B0502040204020203" pitchFamily="34" charset="-122"/>
              </a:rPr>
              <a:t>节点</a:t>
            </a:r>
            <a:r>
              <a:rPr lang="en-US" altLang="zh-CN" dirty="0">
                <a:latin typeface="微软雅黑 Light" panose="020B0502040204020203" pitchFamily="34" charset="-122"/>
                <a:ea typeface="微软雅黑 Light" panose="020B0502040204020203" pitchFamily="34" charset="-122"/>
              </a:rPr>
              <a:t>C</a:t>
            </a:r>
            <a:endParaRPr lang="en-US" altLang="zh-CN" dirty="0">
              <a:latin typeface="微软雅黑 Light" panose="020B0502040204020203" pitchFamily="34" charset="-122"/>
              <a:ea typeface="微软雅黑 Light" panose="020B0502040204020203" pitchFamily="34" charset="-122"/>
            </a:endParaRPr>
          </a:p>
        </p:txBody>
      </p:sp>
      <p:sp>
        <p:nvSpPr>
          <p:cNvPr id="448659" name="Text Box 147"/>
          <p:cNvSpPr txBox="1">
            <a:spLocks noChangeArrowheads="1"/>
          </p:cNvSpPr>
          <p:nvPr/>
        </p:nvSpPr>
        <p:spPr bwMode="auto">
          <a:xfrm>
            <a:off x="7672720" y="981076"/>
            <a:ext cx="883575" cy="4001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chemeClr val="accent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ctr"/>
            <a:r>
              <a:rPr lang="zh-CN" altLang="en-US" dirty="0">
                <a:latin typeface="微软雅黑 Light" panose="020B0502040204020203" pitchFamily="34" charset="-122"/>
                <a:ea typeface="微软雅黑 Light" panose="020B0502040204020203" pitchFamily="34" charset="-122"/>
              </a:rPr>
              <a:t>节点</a:t>
            </a:r>
            <a:r>
              <a:rPr lang="en-US" altLang="zh-CN" dirty="0">
                <a:latin typeface="微软雅黑 Light" panose="020B0502040204020203" pitchFamily="34" charset="-122"/>
                <a:ea typeface="微软雅黑 Light" panose="020B0502040204020203" pitchFamily="34" charset="-122"/>
              </a:rPr>
              <a:t>A</a:t>
            </a:r>
            <a:endParaRPr lang="en-US" altLang="zh-CN" dirty="0">
              <a:latin typeface="微软雅黑 Light" panose="020B0502040204020203" pitchFamily="34" charset="-122"/>
              <a:ea typeface="微软雅黑 Light" panose="020B0502040204020203" pitchFamily="34" charset="-122"/>
            </a:endParaRPr>
          </a:p>
        </p:txBody>
      </p:sp>
      <p:grpSp>
        <p:nvGrpSpPr>
          <p:cNvPr id="448662" name="Group 150"/>
          <p:cNvGrpSpPr/>
          <p:nvPr/>
        </p:nvGrpSpPr>
        <p:grpSpPr bwMode="auto">
          <a:xfrm rot="7857308">
            <a:off x="6170614" y="3213101"/>
            <a:ext cx="1241425" cy="1247775"/>
            <a:chOff x="1860" y="2194"/>
            <a:chExt cx="782" cy="786"/>
          </a:xfrm>
        </p:grpSpPr>
        <p:sp>
          <p:nvSpPr>
            <p:cNvPr id="448663" name="Oval 151"/>
            <p:cNvSpPr>
              <a:spLocks noChangeArrowheads="1"/>
            </p:cNvSpPr>
            <p:nvPr/>
          </p:nvSpPr>
          <p:spPr bwMode="auto">
            <a:xfrm>
              <a:off x="1860" y="2194"/>
              <a:ext cx="782" cy="786"/>
            </a:xfrm>
            <a:prstGeom prst="ellipse">
              <a:avLst/>
            </a:prstGeom>
            <a:noFill/>
            <a:ln w="9525">
              <a:solidFill>
                <a:srgbClr val="000000"/>
              </a:solidFill>
              <a:round/>
            </a:ln>
            <a:extLst>
              <a:ext uri="{909E8E84-426E-40DD-AFC4-6F175D3DCCD1}">
                <a14:hiddenFill xmlns:a14="http://schemas.microsoft.com/office/drawing/2010/main">
                  <a:solidFill>
                    <a:srgbClr val="FFFFFF"/>
                  </a:solidFill>
                </a14:hiddenFill>
              </a:ext>
            </a:extLst>
          </p:spPr>
          <p:txBody>
            <a:bodyPr rot="10800000" vert="eaVert"/>
            <a:lstStyle/>
            <a:p>
              <a:endParaRPr lang="zh-CN" altLang="zh-CN" dirty="0">
                <a:latin typeface="微软雅黑 Light" panose="020B0502040204020203" pitchFamily="34" charset="-122"/>
                <a:ea typeface="微软雅黑 Light" panose="020B0502040204020203" pitchFamily="34" charset="-122"/>
              </a:endParaRPr>
            </a:p>
          </p:txBody>
        </p:sp>
        <p:sp>
          <p:nvSpPr>
            <p:cNvPr id="448664" name="Line 152"/>
            <p:cNvSpPr>
              <a:spLocks noChangeShapeType="1"/>
            </p:cNvSpPr>
            <p:nvPr/>
          </p:nvSpPr>
          <p:spPr bwMode="auto">
            <a:xfrm flipH="1">
              <a:off x="1920" y="2652"/>
              <a:ext cx="602"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dirty="0">
                <a:latin typeface="微软雅黑 Light" panose="020B0502040204020203" pitchFamily="34" charset="-122"/>
                <a:ea typeface="微软雅黑 Light" panose="020B0502040204020203" pitchFamily="34" charset="-122"/>
              </a:endParaRPr>
            </a:p>
          </p:txBody>
        </p:sp>
        <p:sp>
          <p:nvSpPr>
            <p:cNvPr id="448665" name="Line 153"/>
            <p:cNvSpPr>
              <a:spLocks noChangeShapeType="1"/>
            </p:cNvSpPr>
            <p:nvPr/>
          </p:nvSpPr>
          <p:spPr bwMode="auto">
            <a:xfrm>
              <a:off x="1920" y="2652"/>
              <a:ext cx="0" cy="131"/>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dirty="0">
                <a:latin typeface="微软雅黑 Light" panose="020B0502040204020203" pitchFamily="34" charset="-122"/>
                <a:ea typeface="微软雅黑 Light" panose="020B0502040204020203" pitchFamily="34" charset="-122"/>
              </a:endParaRPr>
            </a:p>
          </p:txBody>
        </p:sp>
        <p:sp>
          <p:nvSpPr>
            <p:cNvPr id="448666" name="Line 154"/>
            <p:cNvSpPr>
              <a:spLocks noChangeShapeType="1"/>
            </p:cNvSpPr>
            <p:nvPr/>
          </p:nvSpPr>
          <p:spPr bwMode="auto">
            <a:xfrm>
              <a:off x="1920" y="2783"/>
              <a:ext cx="602"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dirty="0">
                <a:latin typeface="微软雅黑 Light" panose="020B0502040204020203" pitchFamily="34" charset="-122"/>
                <a:ea typeface="微软雅黑 Light" panose="020B0502040204020203" pitchFamily="34" charset="-122"/>
              </a:endParaRPr>
            </a:p>
          </p:txBody>
        </p:sp>
        <p:sp>
          <p:nvSpPr>
            <p:cNvPr id="448667" name="Line 155"/>
            <p:cNvSpPr>
              <a:spLocks noChangeShapeType="1"/>
            </p:cNvSpPr>
            <p:nvPr/>
          </p:nvSpPr>
          <p:spPr bwMode="auto">
            <a:xfrm>
              <a:off x="2010" y="2652"/>
              <a:ext cx="0" cy="131"/>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dirty="0">
                <a:latin typeface="微软雅黑 Light" panose="020B0502040204020203" pitchFamily="34" charset="-122"/>
                <a:ea typeface="微软雅黑 Light" panose="020B0502040204020203" pitchFamily="34" charset="-122"/>
              </a:endParaRPr>
            </a:p>
          </p:txBody>
        </p:sp>
        <p:sp>
          <p:nvSpPr>
            <p:cNvPr id="448668" name="Line 156"/>
            <p:cNvSpPr>
              <a:spLocks noChangeShapeType="1"/>
            </p:cNvSpPr>
            <p:nvPr/>
          </p:nvSpPr>
          <p:spPr bwMode="auto">
            <a:xfrm>
              <a:off x="2100" y="2652"/>
              <a:ext cx="0" cy="131"/>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dirty="0">
                <a:latin typeface="微软雅黑 Light" panose="020B0502040204020203" pitchFamily="34" charset="-122"/>
                <a:ea typeface="微软雅黑 Light" panose="020B0502040204020203" pitchFamily="34" charset="-122"/>
              </a:endParaRPr>
            </a:p>
          </p:txBody>
        </p:sp>
        <p:sp>
          <p:nvSpPr>
            <p:cNvPr id="448669" name="Line 157"/>
            <p:cNvSpPr>
              <a:spLocks noChangeShapeType="1"/>
            </p:cNvSpPr>
            <p:nvPr/>
          </p:nvSpPr>
          <p:spPr bwMode="auto">
            <a:xfrm>
              <a:off x="2191" y="2652"/>
              <a:ext cx="0" cy="131"/>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dirty="0">
                <a:latin typeface="微软雅黑 Light" panose="020B0502040204020203" pitchFamily="34" charset="-122"/>
                <a:ea typeface="微软雅黑 Light" panose="020B0502040204020203" pitchFamily="34" charset="-122"/>
              </a:endParaRPr>
            </a:p>
          </p:txBody>
        </p:sp>
        <p:sp>
          <p:nvSpPr>
            <p:cNvPr id="448670" name="Line 158"/>
            <p:cNvSpPr>
              <a:spLocks noChangeShapeType="1"/>
            </p:cNvSpPr>
            <p:nvPr/>
          </p:nvSpPr>
          <p:spPr bwMode="auto">
            <a:xfrm>
              <a:off x="2281" y="2652"/>
              <a:ext cx="0" cy="131"/>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dirty="0">
                <a:latin typeface="微软雅黑 Light" panose="020B0502040204020203" pitchFamily="34" charset="-122"/>
                <a:ea typeface="微软雅黑 Light" panose="020B0502040204020203" pitchFamily="34" charset="-122"/>
              </a:endParaRPr>
            </a:p>
          </p:txBody>
        </p:sp>
        <p:sp>
          <p:nvSpPr>
            <p:cNvPr id="448671" name="Line 159"/>
            <p:cNvSpPr>
              <a:spLocks noChangeShapeType="1"/>
            </p:cNvSpPr>
            <p:nvPr/>
          </p:nvSpPr>
          <p:spPr bwMode="auto">
            <a:xfrm>
              <a:off x="2371" y="2652"/>
              <a:ext cx="0" cy="131"/>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dirty="0">
                <a:latin typeface="微软雅黑 Light" panose="020B0502040204020203" pitchFamily="34" charset="-122"/>
                <a:ea typeface="微软雅黑 Light" panose="020B0502040204020203" pitchFamily="34" charset="-122"/>
              </a:endParaRPr>
            </a:p>
          </p:txBody>
        </p:sp>
        <p:sp>
          <p:nvSpPr>
            <p:cNvPr id="448672" name="Line 160"/>
            <p:cNvSpPr>
              <a:spLocks noChangeShapeType="1"/>
            </p:cNvSpPr>
            <p:nvPr/>
          </p:nvSpPr>
          <p:spPr bwMode="auto">
            <a:xfrm>
              <a:off x="2461" y="2652"/>
              <a:ext cx="0" cy="131"/>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dirty="0">
                <a:latin typeface="微软雅黑 Light" panose="020B0502040204020203" pitchFamily="34" charset="-122"/>
                <a:ea typeface="微软雅黑 Light" panose="020B0502040204020203" pitchFamily="34" charset="-122"/>
              </a:endParaRPr>
            </a:p>
          </p:txBody>
        </p:sp>
        <p:sp>
          <p:nvSpPr>
            <p:cNvPr id="448673" name="Line 161"/>
            <p:cNvSpPr>
              <a:spLocks noChangeShapeType="1"/>
            </p:cNvSpPr>
            <p:nvPr/>
          </p:nvSpPr>
          <p:spPr bwMode="auto">
            <a:xfrm flipH="1">
              <a:off x="1920" y="2652"/>
              <a:ext cx="602"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dirty="0">
                <a:latin typeface="微软雅黑 Light" panose="020B0502040204020203" pitchFamily="34" charset="-122"/>
                <a:ea typeface="微软雅黑 Light" panose="020B0502040204020203" pitchFamily="34" charset="-122"/>
              </a:endParaRPr>
            </a:p>
          </p:txBody>
        </p:sp>
        <p:sp>
          <p:nvSpPr>
            <p:cNvPr id="448674" name="Line 162"/>
            <p:cNvSpPr>
              <a:spLocks noChangeShapeType="1"/>
            </p:cNvSpPr>
            <p:nvPr/>
          </p:nvSpPr>
          <p:spPr bwMode="auto">
            <a:xfrm>
              <a:off x="1920" y="2652"/>
              <a:ext cx="0" cy="131"/>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dirty="0">
                <a:latin typeface="微软雅黑 Light" panose="020B0502040204020203" pitchFamily="34" charset="-122"/>
                <a:ea typeface="微软雅黑 Light" panose="020B0502040204020203" pitchFamily="34" charset="-122"/>
              </a:endParaRPr>
            </a:p>
          </p:txBody>
        </p:sp>
        <p:sp>
          <p:nvSpPr>
            <p:cNvPr id="448675" name="Line 163"/>
            <p:cNvSpPr>
              <a:spLocks noChangeShapeType="1"/>
            </p:cNvSpPr>
            <p:nvPr/>
          </p:nvSpPr>
          <p:spPr bwMode="auto">
            <a:xfrm>
              <a:off x="1920" y="2783"/>
              <a:ext cx="602"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dirty="0">
                <a:latin typeface="微软雅黑 Light" panose="020B0502040204020203" pitchFamily="34" charset="-122"/>
                <a:ea typeface="微软雅黑 Light" panose="020B0502040204020203" pitchFamily="34" charset="-122"/>
              </a:endParaRPr>
            </a:p>
          </p:txBody>
        </p:sp>
        <p:sp>
          <p:nvSpPr>
            <p:cNvPr id="448676" name="Line 164"/>
            <p:cNvSpPr>
              <a:spLocks noChangeShapeType="1"/>
            </p:cNvSpPr>
            <p:nvPr/>
          </p:nvSpPr>
          <p:spPr bwMode="auto">
            <a:xfrm>
              <a:off x="2010" y="2652"/>
              <a:ext cx="0" cy="131"/>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dirty="0">
                <a:latin typeface="微软雅黑 Light" panose="020B0502040204020203" pitchFamily="34" charset="-122"/>
                <a:ea typeface="微软雅黑 Light" panose="020B0502040204020203" pitchFamily="34" charset="-122"/>
              </a:endParaRPr>
            </a:p>
          </p:txBody>
        </p:sp>
        <p:sp>
          <p:nvSpPr>
            <p:cNvPr id="448677" name="Line 165"/>
            <p:cNvSpPr>
              <a:spLocks noChangeShapeType="1"/>
            </p:cNvSpPr>
            <p:nvPr/>
          </p:nvSpPr>
          <p:spPr bwMode="auto">
            <a:xfrm>
              <a:off x="2100" y="2652"/>
              <a:ext cx="0" cy="131"/>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dirty="0">
                <a:latin typeface="微软雅黑 Light" panose="020B0502040204020203" pitchFamily="34" charset="-122"/>
                <a:ea typeface="微软雅黑 Light" panose="020B0502040204020203" pitchFamily="34" charset="-122"/>
              </a:endParaRPr>
            </a:p>
          </p:txBody>
        </p:sp>
        <p:sp>
          <p:nvSpPr>
            <p:cNvPr id="448678" name="Line 166"/>
            <p:cNvSpPr>
              <a:spLocks noChangeShapeType="1"/>
            </p:cNvSpPr>
            <p:nvPr/>
          </p:nvSpPr>
          <p:spPr bwMode="auto">
            <a:xfrm>
              <a:off x="2191" y="2652"/>
              <a:ext cx="0" cy="131"/>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dirty="0">
                <a:latin typeface="微软雅黑 Light" panose="020B0502040204020203" pitchFamily="34" charset="-122"/>
                <a:ea typeface="微软雅黑 Light" panose="020B0502040204020203" pitchFamily="34" charset="-122"/>
              </a:endParaRPr>
            </a:p>
          </p:txBody>
        </p:sp>
        <p:sp>
          <p:nvSpPr>
            <p:cNvPr id="448679" name="Line 167"/>
            <p:cNvSpPr>
              <a:spLocks noChangeShapeType="1"/>
            </p:cNvSpPr>
            <p:nvPr/>
          </p:nvSpPr>
          <p:spPr bwMode="auto">
            <a:xfrm>
              <a:off x="2281" y="2652"/>
              <a:ext cx="0" cy="131"/>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dirty="0">
                <a:latin typeface="微软雅黑 Light" panose="020B0502040204020203" pitchFamily="34" charset="-122"/>
                <a:ea typeface="微软雅黑 Light" panose="020B0502040204020203" pitchFamily="34" charset="-122"/>
              </a:endParaRPr>
            </a:p>
          </p:txBody>
        </p:sp>
        <p:sp>
          <p:nvSpPr>
            <p:cNvPr id="448680" name="Line 168"/>
            <p:cNvSpPr>
              <a:spLocks noChangeShapeType="1"/>
            </p:cNvSpPr>
            <p:nvPr/>
          </p:nvSpPr>
          <p:spPr bwMode="auto">
            <a:xfrm>
              <a:off x="2371" y="2652"/>
              <a:ext cx="0" cy="131"/>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dirty="0">
                <a:latin typeface="微软雅黑 Light" panose="020B0502040204020203" pitchFamily="34" charset="-122"/>
                <a:ea typeface="微软雅黑 Light" panose="020B0502040204020203" pitchFamily="34" charset="-122"/>
              </a:endParaRPr>
            </a:p>
          </p:txBody>
        </p:sp>
        <p:sp>
          <p:nvSpPr>
            <p:cNvPr id="448681" name="Line 169"/>
            <p:cNvSpPr>
              <a:spLocks noChangeShapeType="1"/>
            </p:cNvSpPr>
            <p:nvPr/>
          </p:nvSpPr>
          <p:spPr bwMode="auto">
            <a:xfrm>
              <a:off x="2461" y="2652"/>
              <a:ext cx="0" cy="131"/>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dirty="0">
                <a:latin typeface="微软雅黑 Light" panose="020B0502040204020203" pitchFamily="34" charset="-122"/>
                <a:ea typeface="微软雅黑 Light" panose="020B0502040204020203" pitchFamily="34" charset="-122"/>
              </a:endParaRPr>
            </a:p>
          </p:txBody>
        </p:sp>
      </p:grpSp>
      <p:grpSp>
        <p:nvGrpSpPr>
          <p:cNvPr id="448682" name="Group 170"/>
          <p:cNvGrpSpPr/>
          <p:nvPr/>
        </p:nvGrpSpPr>
        <p:grpSpPr bwMode="auto">
          <a:xfrm rot="13385504">
            <a:off x="7539039" y="1412876"/>
            <a:ext cx="1241425" cy="1247775"/>
            <a:chOff x="1860" y="2194"/>
            <a:chExt cx="782" cy="786"/>
          </a:xfrm>
        </p:grpSpPr>
        <p:sp>
          <p:nvSpPr>
            <p:cNvPr id="448683" name="Oval 171"/>
            <p:cNvSpPr>
              <a:spLocks noChangeArrowheads="1"/>
            </p:cNvSpPr>
            <p:nvPr/>
          </p:nvSpPr>
          <p:spPr bwMode="auto">
            <a:xfrm>
              <a:off x="1860" y="2194"/>
              <a:ext cx="782" cy="786"/>
            </a:xfrm>
            <a:prstGeom prst="ellipse">
              <a:avLst/>
            </a:prstGeom>
            <a:noFill/>
            <a:ln w="9525">
              <a:solidFill>
                <a:srgbClr val="000000"/>
              </a:solidFill>
              <a:round/>
            </a:ln>
            <a:extLst>
              <a:ext uri="{909E8E84-426E-40DD-AFC4-6F175D3DCCD1}">
                <a14:hiddenFill xmlns:a14="http://schemas.microsoft.com/office/drawing/2010/main">
                  <a:solidFill>
                    <a:srgbClr val="FFFFFF"/>
                  </a:solidFill>
                </a14:hiddenFill>
              </a:ext>
            </a:extLst>
          </p:spPr>
          <p:txBody>
            <a:bodyPr rot="10800000"/>
            <a:lstStyle/>
            <a:p>
              <a:endParaRPr lang="zh-CN" altLang="zh-CN" dirty="0">
                <a:latin typeface="微软雅黑 Light" panose="020B0502040204020203" pitchFamily="34" charset="-122"/>
                <a:ea typeface="微软雅黑 Light" panose="020B0502040204020203" pitchFamily="34" charset="-122"/>
              </a:endParaRPr>
            </a:p>
          </p:txBody>
        </p:sp>
        <p:sp>
          <p:nvSpPr>
            <p:cNvPr id="448684" name="Line 172"/>
            <p:cNvSpPr>
              <a:spLocks noChangeShapeType="1"/>
            </p:cNvSpPr>
            <p:nvPr/>
          </p:nvSpPr>
          <p:spPr bwMode="auto">
            <a:xfrm flipH="1">
              <a:off x="1920" y="2652"/>
              <a:ext cx="602"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dirty="0">
                <a:latin typeface="微软雅黑 Light" panose="020B0502040204020203" pitchFamily="34" charset="-122"/>
                <a:ea typeface="微软雅黑 Light" panose="020B0502040204020203" pitchFamily="34" charset="-122"/>
              </a:endParaRPr>
            </a:p>
          </p:txBody>
        </p:sp>
        <p:sp>
          <p:nvSpPr>
            <p:cNvPr id="448685" name="Line 173"/>
            <p:cNvSpPr>
              <a:spLocks noChangeShapeType="1"/>
            </p:cNvSpPr>
            <p:nvPr/>
          </p:nvSpPr>
          <p:spPr bwMode="auto">
            <a:xfrm>
              <a:off x="1920" y="2652"/>
              <a:ext cx="0" cy="131"/>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dirty="0">
                <a:latin typeface="微软雅黑 Light" panose="020B0502040204020203" pitchFamily="34" charset="-122"/>
                <a:ea typeface="微软雅黑 Light" panose="020B0502040204020203" pitchFamily="34" charset="-122"/>
              </a:endParaRPr>
            </a:p>
          </p:txBody>
        </p:sp>
        <p:sp>
          <p:nvSpPr>
            <p:cNvPr id="448686" name="Line 174"/>
            <p:cNvSpPr>
              <a:spLocks noChangeShapeType="1"/>
            </p:cNvSpPr>
            <p:nvPr/>
          </p:nvSpPr>
          <p:spPr bwMode="auto">
            <a:xfrm>
              <a:off x="1920" y="2783"/>
              <a:ext cx="602"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dirty="0">
                <a:latin typeface="微软雅黑 Light" panose="020B0502040204020203" pitchFamily="34" charset="-122"/>
                <a:ea typeface="微软雅黑 Light" panose="020B0502040204020203" pitchFamily="34" charset="-122"/>
              </a:endParaRPr>
            </a:p>
          </p:txBody>
        </p:sp>
        <p:sp>
          <p:nvSpPr>
            <p:cNvPr id="448687" name="Line 175"/>
            <p:cNvSpPr>
              <a:spLocks noChangeShapeType="1"/>
            </p:cNvSpPr>
            <p:nvPr/>
          </p:nvSpPr>
          <p:spPr bwMode="auto">
            <a:xfrm>
              <a:off x="2010" y="2652"/>
              <a:ext cx="0" cy="131"/>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dirty="0">
                <a:latin typeface="微软雅黑 Light" panose="020B0502040204020203" pitchFamily="34" charset="-122"/>
                <a:ea typeface="微软雅黑 Light" panose="020B0502040204020203" pitchFamily="34" charset="-122"/>
              </a:endParaRPr>
            </a:p>
          </p:txBody>
        </p:sp>
        <p:sp>
          <p:nvSpPr>
            <p:cNvPr id="448688" name="Line 176"/>
            <p:cNvSpPr>
              <a:spLocks noChangeShapeType="1"/>
            </p:cNvSpPr>
            <p:nvPr/>
          </p:nvSpPr>
          <p:spPr bwMode="auto">
            <a:xfrm>
              <a:off x="2100" y="2652"/>
              <a:ext cx="0" cy="131"/>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dirty="0">
                <a:latin typeface="微软雅黑 Light" panose="020B0502040204020203" pitchFamily="34" charset="-122"/>
                <a:ea typeface="微软雅黑 Light" panose="020B0502040204020203" pitchFamily="34" charset="-122"/>
              </a:endParaRPr>
            </a:p>
          </p:txBody>
        </p:sp>
        <p:sp>
          <p:nvSpPr>
            <p:cNvPr id="448689" name="Line 177"/>
            <p:cNvSpPr>
              <a:spLocks noChangeShapeType="1"/>
            </p:cNvSpPr>
            <p:nvPr/>
          </p:nvSpPr>
          <p:spPr bwMode="auto">
            <a:xfrm>
              <a:off x="2191" y="2652"/>
              <a:ext cx="0" cy="131"/>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dirty="0">
                <a:latin typeface="微软雅黑 Light" panose="020B0502040204020203" pitchFamily="34" charset="-122"/>
                <a:ea typeface="微软雅黑 Light" panose="020B0502040204020203" pitchFamily="34" charset="-122"/>
              </a:endParaRPr>
            </a:p>
          </p:txBody>
        </p:sp>
        <p:sp>
          <p:nvSpPr>
            <p:cNvPr id="448690" name="Line 178"/>
            <p:cNvSpPr>
              <a:spLocks noChangeShapeType="1"/>
            </p:cNvSpPr>
            <p:nvPr/>
          </p:nvSpPr>
          <p:spPr bwMode="auto">
            <a:xfrm>
              <a:off x="2281" y="2652"/>
              <a:ext cx="0" cy="131"/>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dirty="0">
                <a:latin typeface="微软雅黑 Light" panose="020B0502040204020203" pitchFamily="34" charset="-122"/>
                <a:ea typeface="微软雅黑 Light" panose="020B0502040204020203" pitchFamily="34" charset="-122"/>
              </a:endParaRPr>
            </a:p>
          </p:txBody>
        </p:sp>
        <p:sp>
          <p:nvSpPr>
            <p:cNvPr id="448691" name="Line 179"/>
            <p:cNvSpPr>
              <a:spLocks noChangeShapeType="1"/>
            </p:cNvSpPr>
            <p:nvPr/>
          </p:nvSpPr>
          <p:spPr bwMode="auto">
            <a:xfrm>
              <a:off x="2371" y="2652"/>
              <a:ext cx="0" cy="131"/>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dirty="0">
                <a:latin typeface="微软雅黑 Light" panose="020B0502040204020203" pitchFamily="34" charset="-122"/>
                <a:ea typeface="微软雅黑 Light" panose="020B0502040204020203" pitchFamily="34" charset="-122"/>
              </a:endParaRPr>
            </a:p>
          </p:txBody>
        </p:sp>
        <p:sp>
          <p:nvSpPr>
            <p:cNvPr id="448692" name="Line 180"/>
            <p:cNvSpPr>
              <a:spLocks noChangeShapeType="1"/>
            </p:cNvSpPr>
            <p:nvPr/>
          </p:nvSpPr>
          <p:spPr bwMode="auto">
            <a:xfrm>
              <a:off x="2461" y="2652"/>
              <a:ext cx="0" cy="131"/>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dirty="0">
                <a:latin typeface="微软雅黑 Light" panose="020B0502040204020203" pitchFamily="34" charset="-122"/>
                <a:ea typeface="微软雅黑 Light" panose="020B0502040204020203" pitchFamily="34" charset="-122"/>
              </a:endParaRPr>
            </a:p>
          </p:txBody>
        </p:sp>
        <p:sp>
          <p:nvSpPr>
            <p:cNvPr id="448693" name="Line 181"/>
            <p:cNvSpPr>
              <a:spLocks noChangeShapeType="1"/>
            </p:cNvSpPr>
            <p:nvPr/>
          </p:nvSpPr>
          <p:spPr bwMode="auto">
            <a:xfrm flipH="1">
              <a:off x="1920" y="2652"/>
              <a:ext cx="602"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dirty="0">
                <a:latin typeface="微软雅黑 Light" panose="020B0502040204020203" pitchFamily="34" charset="-122"/>
                <a:ea typeface="微软雅黑 Light" panose="020B0502040204020203" pitchFamily="34" charset="-122"/>
              </a:endParaRPr>
            </a:p>
          </p:txBody>
        </p:sp>
        <p:sp>
          <p:nvSpPr>
            <p:cNvPr id="448694" name="Line 182"/>
            <p:cNvSpPr>
              <a:spLocks noChangeShapeType="1"/>
            </p:cNvSpPr>
            <p:nvPr/>
          </p:nvSpPr>
          <p:spPr bwMode="auto">
            <a:xfrm>
              <a:off x="1920" y="2652"/>
              <a:ext cx="0" cy="131"/>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dirty="0">
                <a:latin typeface="微软雅黑 Light" panose="020B0502040204020203" pitchFamily="34" charset="-122"/>
                <a:ea typeface="微软雅黑 Light" panose="020B0502040204020203" pitchFamily="34" charset="-122"/>
              </a:endParaRPr>
            </a:p>
          </p:txBody>
        </p:sp>
        <p:sp>
          <p:nvSpPr>
            <p:cNvPr id="448695" name="Line 183"/>
            <p:cNvSpPr>
              <a:spLocks noChangeShapeType="1"/>
            </p:cNvSpPr>
            <p:nvPr/>
          </p:nvSpPr>
          <p:spPr bwMode="auto">
            <a:xfrm>
              <a:off x="1920" y="2783"/>
              <a:ext cx="602"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dirty="0">
                <a:latin typeface="微软雅黑 Light" panose="020B0502040204020203" pitchFamily="34" charset="-122"/>
                <a:ea typeface="微软雅黑 Light" panose="020B0502040204020203" pitchFamily="34" charset="-122"/>
              </a:endParaRPr>
            </a:p>
          </p:txBody>
        </p:sp>
        <p:sp>
          <p:nvSpPr>
            <p:cNvPr id="448696" name="Line 184"/>
            <p:cNvSpPr>
              <a:spLocks noChangeShapeType="1"/>
            </p:cNvSpPr>
            <p:nvPr/>
          </p:nvSpPr>
          <p:spPr bwMode="auto">
            <a:xfrm>
              <a:off x="2010" y="2652"/>
              <a:ext cx="0" cy="131"/>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dirty="0">
                <a:latin typeface="微软雅黑 Light" panose="020B0502040204020203" pitchFamily="34" charset="-122"/>
                <a:ea typeface="微软雅黑 Light" panose="020B0502040204020203" pitchFamily="34" charset="-122"/>
              </a:endParaRPr>
            </a:p>
          </p:txBody>
        </p:sp>
        <p:sp>
          <p:nvSpPr>
            <p:cNvPr id="448697" name="Line 185"/>
            <p:cNvSpPr>
              <a:spLocks noChangeShapeType="1"/>
            </p:cNvSpPr>
            <p:nvPr/>
          </p:nvSpPr>
          <p:spPr bwMode="auto">
            <a:xfrm>
              <a:off x="2100" y="2652"/>
              <a:ext cx="0" cy="131"/>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dirty="0">
                <a:latin typeface="微软雅黑 Light" panose="020B0502040204020203" pitchFamily="34" charset="-122"/>
                <a:ea typeface="微软雅黑 Light" panose="020B0502040204020203" pitchFamily="34" charset="-122"/>
              </a:endParaRPr>
            </a:p>
          </p:txBody>
        </p:sp>
        <p:sp>
          <p:nvSpPr>
            <p:cNvPr id="448698" name="Line 186"/>
            <p:cNvSpPr>
              <a:spLocks noChangeShapeType="1"/>
            </p:cNvSpPr>
            <p:nvPr/>
          </p:nvSpPr>
          <p:spPr bwMode="auto">
            <a:xfrm>
              <a:off x="2191" y="2652"/>
              <a:ext cx="0" cy="131"/>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dirty="0">
                <a:latin typeface="微软雅黑 Light" panose="020B0502040204020203" pitchFamily="34" charset="-122"/>
                <a:ea typeface="微软雅黑 Light" panose="020B0502040204020203" pitchFamily="34" charset="-122"/>
              </a:endParaRPr>
            </a:p>
          </p:txBody>
        </p:sp>
        <p:sp>
          <p:nvSpPr>
            <p:cNvPr id="448699" name="Line 187"/>
            <p:cNvSpPr>
              <a:spLocks noChangeShapeType="1"/>
            </p:cNvSpPr>
            <p:nvPr/>
          </p:nvSpPr>
          <p:spPr bwMode="auto">
            <a:xfrm>
              <a:off x="2281" y="2652"/>
              <a:ext cx="0" cy="131"/>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dirty="0">
                <a:latin typeface="微软雅黑 Light" panose="020B0502040204020203" pitchFamily="34" charset="-122"/>
                <a:ea typeface="微软雅黑 Light" panose="020B0502040204020203" pitchFamily="34" charset="-122"/>
              </a:endParaRPr>
            </a:p>
          </p:txBody>
        </p:sp>
        <p:sp>
          <p:nvSpPr>
            <p:cNvPr id="448700" name="Line 188"/>
            <p:cNvSpPr>
              <a:spLocks noChangeShapeType="1"/>
            </p:cNvSpPr>
            <p:nvPr/>
          </p:nvSpPr>
          <p:spPr bwMode="auto">
            <a:xfrm>
              <a:off x="2371" y="2652"/>
              <a:ext cx="0" cy="131"/>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dirty="0">
                <a:latin typeface="微软雅黑 Light" panose="020B0502040204020203" pitchFamily="34" charset="-122"/>
                <a:ea typeface="微软雅黑 Light" panose="020B0502040204020203" pitchFamily="34" charset="-122"/>
              </a:endParaRPr>
            </a:p>
          </p:txBody>
        </p:sp>
        <p:sp>
          <p:nvSpPr>
            <p:cNvPr id="448701" name="Line 189"/>
            <p:cNvSpPr>
              <a:spLocks noChangeShapeType="1"/>
            </p:cNvSpPr>
            <p:nvPr/>
          </p:nvSpPr>
          <p:spPr bwMode="auto">
            <a:xfrm>
              <a:off x="2461" y="2652"/>
              <a:ext cx="0" cy="131"/>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dirty="0">
                <a:latin typeface="微软雅黑 Light" panose="020B0502040204020203" pitchFamily="34" charset="-122"/>
                <a:ea typeface="微软雅黑 Light" panose="020B0502040204020203" pitchFamily="34" charset="-122"/>
              </a:endParaRPr>
            </a:p>
          </p:txBody>
        </p:sp>
      </p:grpSp>
      <p:sp>
        <p:nvSpPr>
          <p:cNvPr id="448703" name="Line 191"/>
          <p:cNvSpPr>
            <a:spLocks noChangeShapeType="1"/>
          </p:cNvSpPr>
          <p:nvPr/>
        </p:nvSpPr>
        <p:spPr bwMode="auto">
          <a:xfrm flipH="1">
            <a:off x="3143250" y="4005263"/>
            <a:ext cx="1295400" cy="0"/>
          </a:xfrm>
          <a:prstGeom prst="line">
            <a:avLst/>
          </a:prstGeom>
          <a:noFill/>
          <a:ln w="38100" cap="rnd">
            <a:solidFill>
              <a:schemeClr val="accent2"/>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dirty="0">
              <a:latin typeface="微软雅黑 Light" panose="020B0502040204020203" pitchFamily="34" charset="-122"/>
              <a:ea typeface="微软雅黑 Light" panose="020B0502040204020203" pitchFamily="34" charset="-122"/>
            </a:endParaRPr>
          </a:p>
        </p:txBody>
      </p:sp>
      <p:sp>
        <p:nvSpPr>
          <p:cNvPr id="448704" name="Line 192"/>
          <p:cNvSpPr>
            <a:spLocks noChangeShapeType="1"/>
          </p:cNvSpPr>
          <p:nvPr/>
        </p:nvSpPr>
        <p:spPr bwMode="auto">
          <a:xfrm flipH="1">
            <a:off x="3143250" y="3573463"/>
            <a:ext cx="1295400" cy="0"/>
          </a:xfrm>
          <a:prstGeom prst="line">
            <a:avLst/>
          </a:prstGeom>
          <a:noFill/>
          <a:ln w="38100" cap="rnd">
            <a:solidFill>
              <a:schemeClr val="accent2"/>
            </a:solidFill>
            <a:round/>
            <a:headEnd type="triangle" w="med" len="med"/>
            <a:tailEnd type="non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dirty="0">
              <a:latin typeface="微软雅黑 Light" panose="020B0502040204020203" pitchFamily="34" charset="-122"/>
              <a:ea typeface="微软雅黑 Light" panose="020B0502040204020203" pitchFamily="34" charset="-122"/>
            </a:endParaRPr>
          </a:p>
        </p:txBody>
      </p:sp>
      <p:sp>
        <p:nvSpPr>
          <p:cNvPr id="448705" name="Line 193"/>
          <p:cNvSpPr>
            <a:spLocks noChangeShapeType="1"/>
          </p:cNvSpPr>
          <p:nvPr/>
        </p:nvSpPr>
        <p:spPr bwMode="auto">
          <a:xfrm flipH="1">
            <a:off x="7396164" y="4148138"/>
            <a:ext cx="1654175" cy="0"/>
          </a:xfrm>
          <a:prstGeom prst="line">
            <a:avLst/>
          </a:prstGeom>
          <a:noFill/>
          <a:ln w="38100" cap="rnd">
            <a:solidFill>
              <a:schemeClr val="accent2"/>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dirty="0">
              <a:latin typeface="微软雅黑 Light" panose="020B0502040204020203" pitchFamily="34" charset="-122"/>
              <a:ea typeface="微软雅黑 Light" panose="020B0502040204020203" pitchFamily="34" charset="-122"/>
            </a:endParaRPr>
          </a:p>
        </p:txBody>
      </p:sp>
      <p:sp>
        <p:nvSpPr>
          <p:cNvPr id="448706" name="Line 194"/>
          <p:cNvSpPr>
            <a:spLocks noChangeShapeType="1"/>
          </p:cNvSpPr>
          <p:nvPr/>
        </p:nvSpPr>
        <p:spPr bwMode="auto">
          <a:xfrm flipV="1">
            <a:off x="6962776" y="2420938"/>
            <a:ext cx="720725" cy="792162"/>
          </a:xfrm>
          <a:prstGeom prst="line">
            <a:avLst/>
          </a:prstGeom>
          <a:noFill/>
          <a:ln w="38100" cap="rnd">
            <a:solidFill>
              <a:schemeClr val="accent2"/>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dirty="0">
              <a:latin typeface="微软雅黑 Light" panose="020B0502040204020203" pitchFamily="34" charset="-122"/>
              <a:ea typeface="微软雅黑 Light" panose="020B0502040204020203" pitchFamily="34" charset="-122"/>
            </a:endParaRPr>
          </a:p>
        </p:txBody>
      </p:sp>
      <p:sp>
        <p:nvSpPr>
          <p:cNvPr id="448707" name="Line 195"/>
          <p:cNvSpPr>
            <a:spLocks noChangeShapeType="1"/>
          </p:cNvSpPr>
          <p:nvPr/>
        </p:nvSpPr>
        <p:spPr bwMode="auto">
          <a:xfrm>
            <a:off x="8691563" y="2347914"/>
            <a:ext cx="792162" cy="865187"/>
          </a:xfrm>
          <a:prstGeom prst="line">
            <a:avLst/>
          </a:prstGeom>
          <a:noFill/>
          <a:ln w="38100" cap="rnd">
            <a:solidFill>
              <a:schemeClr val="accent2"/>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dirty="0">
              <a:latin typeface="微软雅黑 Light" panose="020B0502040204020203" pitchFamily="34" charset="-122"/>
              <a:ea typeface="微软雅黑 Light" panose="020B0502040204020203" pitchFamily="34" charset="-122"/>
            </a:endParaRPr>
          </a:p>
        </p:txBody>
      </p:sp>
      <p:sp>
        <p:nvSpPr>
          <p:cNvPr id="448708" name="Rectangle 196"/>
          <p:cNvSpPr>
            <a:spLocks noGrp="1" noChangeArrowheads="1"/>
          </p:cNvSpPr>
          <p:nvPr>
            <p:ph type="body" idx="1"/>
          </p:nvPr>
        </p:nvSpPr>
        <p:spPr>
          <a:xfrm>
            <a:off x="2243494" y="5573101"/>
            <a:ext cx="7378701" cy="627676"/>
          </a:xfrm>
          <a:noFill/>
        </p:spPr>
        <p:txBody>
          <a:bodyPr/>
          <a:lstStyle/>
          <a:p>
            <a:pPr marL="0" indent="0">
              <a:buNone/>
            </a:pPr>
            <a:r>
              <a:rPr lang="zh-CN" altLang="en-US" dirty="0"/>
              <a:t>解决办法：输入链路预留缓存，并允许丢包</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48708">
                                            <p:txEl>
                                              <p:pRg st="0" end="0"/>
                                            </p:txEl>
                                          </p:spTgt>
                                        </p:tgtEl>
                                        <p:attrNameLst>
                                          <p:attrName>style.visibility</p:attrName>
                                        </p:attrNameLst>
                                      </p:cBhvr>
                                      <p:to>
                                        <p:strVal val="visible"/>
                                      </p:to>
                                    </p:set>
                                    <p:animEffect transition="in" filter="wipe(left)">
                                      <p:cBhvr>
                                        <p:cTn id="7" dur="500"/>
                                        <p:tgtEl>
                                          <p:spTgt spid="448708">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8708" grpId="0" build="p"/>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灯片编号占位符 5"/>
          <p:cNvSpPr>
            <a:spLocks noGrp="1"/>
          </p:cNvSpPr>
          <p:nvPr>
            <p:ph type="sldNum" sz="quarter" idx="12"/>
          </p:nvPr>
        </p:nvSpPr>
        <p:spPr/>
        <p:txBody>
          <a:bodyPr/>
          <a:lstStyle/>
          <a:p>
            <a:fld id="{FC0090F2-1EAB-4B82-B1C5-E3FB58AC0C75}" type="slidenum">
              <a:rPr lang="en-US" altLang="zh-CN"/>
            </a:fld>
            <a:endParaRPr lang="en-US" altLang="zh-CN"/>
          </a:p>
        </p:txBody>
      </p:sp>
      <p:sp>
        <p:nvSpPr>
          <p:cNvPr id="449538" name="Rectangle 2"/>
          <p:cNvSpPr>
            <a:spLocks noGrp="1" noChangeArrowheads="1"/>
          </p:cNvSpPr>
          <p:nvPr>
            <p:ph type="title"/>
          </p:nvPr>
        </p:nvSpPr>
        <p:spPr/>
        <p:txBody>
          <a:bodyPr/>
          <a:lstStyle/>
          <a:p>
            <a:r>
              <a:rPr lang="zh-CN" altLang="en-US"/>
              <a:t>重装死锁</a:t>
            </a:r>
            <a:endParaRPr lang="zh-CN" altLang="en-US"/>
          </a:p>
        </p:txBody>
      </p:sp>
      <p:sp>
        <p:nvSpPr>
          <p:cNvPr id="449541" name="Oval 5"/>
          <p:cNvSpPr>
            <a:spLocks noChangeArrowheads="1"/>
          </p:cNvSpPr>
          <p:nvPr/>
        </p:nvSpPr>
        <p:spPr bwMode="auto">
          <a:xfrm>
            <a:off x="2135188" y="2062163"/>
            <a:ext cx="2735262" cy="2735262"/>
          </a:xfrm>
          <a:prstGeom prst="ellipse">
            <a:avLst/>
          </a:prstGeom>
          <a:noFill/>
          <a:ln w="25400" cap="rnd" algn="ctr">
            <a:solidFill>
              <a:schemeClr val="tx1"/>
            </a:solidFill>
            <a:round/>
            <a:headEnd type="none" w="sm" len="sm"/>
            <a:tailEnd type="none" w="sm" len="sm"/>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a:endParaRPr lang="zh-CN" altLang="zh-CN" dirty="0">
              <a:latin typeface="微软雅黑 Light" panose="020B0502040204020203" pitchFamily="34" charset="-122"/>
              <a:ea typeface="微软雅黑 Light" panose="020B0502040204020203" pitchFamily="34" charset="-122"/>
            </a:endParaRPr>
          </a:p>
        </p:txBody>
      </p:sp>
      <p:graphicFrame>
        <p:nvGraphicFramePr>
          <p:cNvPr id="449570" name="Group 34"/>
          <p:cNvGraphicFramePr>
            <a:graphicFrameLocks noGrp="1"/>
          </p:cNvGraphicFramePr>
          <p:nvPr>
            <p:ph idx="4294967295"/>
          </p:nvPr>
        </p:nvGraphicFramePr>
        <p:xfrm>
          <a:off x="2424113" y="3213101"/>
          <a:ext cx="2159000" cy="468313"/>
        </p:xfrm>
        <a:graphic>
          <a:graphicData uri="http://schemas.openxmlformats.org/drawingml/2006/table">
            <a:tbl>
              <a:tblPr/>
              <a:tblGrid>
                <a:gridCol w="541337"/>
                <a:gridCol w="538163"/>
                <a:gridCol w="541337"/>
                <a:gridCol w="538163"/>
              </a:tblGrid>
              <a:tr h="468313">
                <a:tc>
                  <a:txBody>
                    <a:bodyPr/>
                    <a:lstStyle>
                      <a:lvl1pPr>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0" lang="en-US" altLang="zh-CN" sz="24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rPr>
                        <a:t>C</a:t>
                      </a:r>
                      <a:r>
                        <a:rPr kumimoji="0" lang="en-US" altLang="zh-CN" sz="2400" b="0" i="0" u="none" strike="noStrike" cap="none" normalizeH="0" baseline="-25000" dirty="0">
                          <a:ln>
                            <a:noFill/>
                          </a:ln>
                          <a:solidFill>
                            <a:schemeClr val="tx1"/>
                          </a:solidFill>
                          <a:effectLst/>
                          <a:latin typeface="微软雅黑 Light" panose="020B0502040204020203" pitchFamily="34" charset="-122"/>
                          <a:ea typeface="微软雅黑 Light" panose="020B0502040204020203" pitchFamily="34" charset="-122"/>
                        </a:rPr>
                        <a:t>1</a:t>
                      </a:r>
                      <a:endParaRPr kumimoji="0" lang="en-US" altLang="zh-CN" sz="2400" b="0" i="0" u="none" strike="noStrike" cap="none" normalizeH="0" baseline="-25000" dirty="0">
                        <a:ln>
                          <a:noFill/>
                        </a:ln>
                        <a:solidFill>
                          <a:schemeClr val="tx1"/>
                        </a:solidFill>
                        <a:effectLst/>
                        <a:latin typeface="微软雅黑 Light" panose="020B0502040204020203" pitchFamily="34" charset="-122"/>
                        <a:ea typeface="微软雅黑 Light" panose="020B0502040204020203" pitchFamily="34" charset="-122"/>
                      </a:endParaRP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0" lang="en-US" altLang="zh-CN" sz="24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rPr>
                        <a:t>B</a:t>
                      </a:r>
                      <a:r>
                        <a:rPr kumimoji="0" lang="en-US" altLang="zh-CN" sz="2400" b="0" i="0" u="none" strike="noStrike" cap="none" normalizeH="0" baseline="-25000" dirty="0">
                          <a:ln>
                            <a:noFill/>
                          </a:ln>
                          <a:solidFill>
                            <a:schemeClr val="tx1"/>
                          </a:solidFill>
                          <a:effectLst/>
                          <a:latin typeface="微软雅黑 Light" panose="020B0502040204020203" pitchFamily="34" charset="-122"/>
                          <a:ea typeface="微软雅黑 Light" panose="020B0502040204020203" pitchFamily="34" charset="-122"/>
                        </a:rPr>
                        <a:t>2</a:t>
                      </a:r>
                      <a:endParaRPr kumimoji="0" lang="en-US" altLang="zh-CN" sz="2400" b="0" i="0" u="none" strike="noStrike" cap="none" normalizeH="0" baseline="-25000" dirty="0">
                        <a:ln>
                          <a:noFill/>
                        </a:ln>
                        <a:solidFill>
                          <a:schemeClr val="tx1"/>
                        </a:solidFill>
                        <a:effectLst/>
                        <a:latin typeface="微软雅黑 Light" panose="020B0502040204020203" pitchFamily="34" charset="-122"/>
                        <a:ea typeface="微软雅黑 Light" panose="020B0502040204020203" pitchFamily="34" charset="-122"/>
                      </a:endParaRP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0" lang="en-US" altLang="zh-CN" sz="2400" b="0" i="0" u="none" strike="noStrike" cap="none" normalizeH="0" baseline="0" dirty="0">
                          <a:ln>
                            <a:noFill/>
                          </a:ln>
                          <a:solidFill>
                            <a:srgbClr val="C00000"/>
                          </a:solidFill>
                          <a:effectLst/>
                          <a:latin typeface="微软雅黑 Light" panose="020B0502040204020203" pitchFamily="34" charset="-122"/>
                          <a:ea typeface="微软雅黑 Light" panose="020B0502040204020203" pitchFamily="34" charset="-122"/>
                        </a:rPr>
                        <a:t>A</a:t>
                      </a:r>
                      <a:r>
                        <a:rPr kumimoji="0" lang="en-US" altLang="zh-CN" sz="2400" b="0" i="0" u="none" strike="noStrike" cap="none" normalizeH="0" baseline="-25000" dirty="0">
                          <a:ln>
                            <a:noFill/>
                          </a:ln>
                          <a:solidFill>
                            <a:srgbClr val="C00000"/>
                          </a:solidFill>
                          <a:effectLst/>
                          <a:latin typeface="微软雅黑 Light" panose="020B0502040204020203" pitchFamily="34" charset="-122"/>
                          <a:ea typeface="微软雅黑 Light" panose="020B0502040204020203" pitchFamily="34" charset="-122"/>
                        </a:rPr>
                        <a:t>3</a:t>
                      </a:r>
                      <a:endParaRPr kumimoji="0" lang="en-US" altLang="zh-CN" sz="2400" b="0" i="0" u="none" strike="noStrike" cap="none" normalizeH="0" baseline="-25000" dirty="0">
                        <a:ln>
                          <a:noFill/>
                        </a:ln>
                        <a:solidFill>
                          <a:srgbClr val="C00000"/>
                        </a:solidFill>
                        <a:effectLst/>
                        <a:latin typeface="微软雅黑 Light" panose="020B0502040204020203" pitchFamily="34" charset="-122"/>
                        <a:ea typeface="微软雅黑 Light" panose="020B0502040204020203" pitchFamily="34" charset="-122"/>
                      </a:endParaRP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0" lang="en-US" altLang="zh-CN" sz="24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rPr>
                        <a:t>B</a:t>
                      </a:r>
                      <a:r>
                        <a:rPr kumimoji="0" lang="en-US" altLang="zh-CN" sz="2400" b="0" i="0" u="none" strike="noStrike" cap="none" normalizeH="0" baseline="-25000" dirty="0">
                          <a:ln>
                            <a:noFill/>
                          </a:ln>
                          <a:solidFill>
                            <a:schemeClr val="tx1"/>
                          </a:solidFill>
                          <a:effectLst/>
                          <a:latin typeface="微软雅黑 Light" panose="020B0502040204020203" pitchFamily="34" charset="-122"/>
                          <a:ea typeface="微软雅黑 Light" panose="020B0502040204020203" pitchFamily="34" charset="-122"/>
                        </a:rPr>
                        <a:t>1</a:t>
                      </a:r>
                      <a:endParaRPr kumimoji="0" lang="en-US" altLang="zh-CN" sz="2400" b="0" i="0" u="none" strike="noStrike" cap="none" normalizeH="0" baseline="-25000" dirty="0">
                        <a:ln>
                          <a:noFill/>
                        </a:ln>
                        <a:solidFill>
                          <a:schemeClr val="tx1"/>
                        </a:solidFill>
                        <a:effectLst/>
                        <a:latin typeface="微软雅黑 Light" panose="020B0502040204020203" pitchFamily="34" charset="-122"/>
                        <a:ea typeface="微软雅黑 Light" panose="020B0502040204020203" pitchFamily="34" charset="-122"/>
                      </a:endParaRP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r>
            </a:tbl>
          </a:graphicData>
        </a:graphic>
      </p:graphicFrame>
      <p:sp>
        <p:nvSpPr>
          <p:cNvPr id="449571" name="Oval 35"/>
          <p:cNvSpPr>
            <a:spLocks noChangeArrowheads="1"/>
          </p:cNvSpPr>
          <p:nvPr/>
        </p:nvSpPr>
        <p:spPr bwMode="auto">
          <a:xfrm>
            <a:off x="5951538" y="2060576"/>
            <a:ext cx="2735262" cy="2735263"/>
          </a:xfrm>
          <a:prstGeom prst="ellipse">
            <a:avLst/>
          </a:prstGeom>
          <a:noFill/>
          <a:ln w="25400" cap="rnd" algn="ctr">
            <a:solidFill>
              <a:schemeClr val="tx1"/>
            </a:solidFill>
            <a:round/>
            <a:headEnd type="none" w="sm" len="sm"/>
            <a:tailEnd type="none" w="sm" len="sm"/>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a:endParaRPr lang="zh-CN" altLang="zh-CN" dirty="0">
              <a:latin typeface="微软雅黑 Light" panose="020B0502040204020203" pitchFamily="34" charset="-122"/>
              <a:ea typeface="微软雅黑 Light" panose="020B0502040204020203" pitchFamily="34" charset="-122"/>
            </a:endParaRPr>
          </a:p>
        </p:txBody>
      </p:sp>
      <p:graphicFrame>
        <p:nvGraphicFramePr>
          <p:cNvPr id="449589" name="Group 53"/>
          <p:cNvGraphicFramePr>
            <a:graphicFrameLocks noGrp="1"/>
          </p:cNvGraphicFramePr>
          <p:nvPr/>
        </p:nvGraphicFramePr>
        <p:xfrm>
          <a:off x="6240463" y="3211514"/>
          <a:ext cx="2159000" cy="468313"/>
        </p:xfrm>
        <a:graphic>
          <a:graphicData uri="http://schemas.openxmlformats.org/drawingml/2006/table">
            <a:tbl>
              <a:tblPr/>
              <a:tblGrid>
                <a:gridCol w="541337"/>
                <a:gridCol w="538163"/>
                <a:gridCol w="541337"/>
                <a:gridCol w="538163"/>
              </a:tblGrid>
              <a:tr h="468313">
                <a:tc>
                  <a:txBody>
                    <a:bodyPr/>
                    <a:lstStyle>
                      <a:lvl1pPr>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0" lang="en-US" altLang="zh-CN" sz="24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rPr>
                        <a:t>A</a:t>
                      </a:r>
                      <a:r>
                        <a:rPr kumimoji="0" lang="en-US" altLang="zh-CN" sz="2400" b="0" i="0" u="none" strike="noStrike" cap="none" normalizeH="0" baseline="-25000" dirty="0">
                          <a:ln>
                            <a:noFill/>
                          </a:ln>
                          <a:solidFill>
                            <a:schemeClr val="tx1"/>
                          </a:solidFill>
                          <a:effectLst/>
                          <a:latin typeface="微软雅黑 Light" panose="020B0502040204020203" pitchFamily="34" charset="-122"/>
                          <a:ea typeface="微软雅黑 Light" panose="020B0502040204020203" pitchFamily="34" charset="-122"/>
                        </a:rPr>
                        <a:t>4</a:t>
                      </a:r>
                      <a:endParaRPr kumimoji="0" lang="en-US" altLang="zh-CN" sz="2400" b="0" i="0" u="none" strike="noStrike" cap="none" normalizeH="0" baseline="-25000" dirty="0">
                        <a:ln>
                          <a:noFill/>
                        </a:ln>
                        <a:solidFill>
                          <a:schemeClr val="tx1"/>
                        </a:solidFill>
                        <a:effectLst/>
                        <a:latin typeface="微软雅黑 Light" panose="020B0502040204020203" pitchFamily="34" charset="-122"/>
                        <a:ea typeface="微软雅黑 Light" panose="020B0502040204020203" pitchFamily="34" charset="-122"/>
                      </a:endParaRP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endParaRPr kumimoji="0" lang="zh-CN" altLang="zh-CN" sz="24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endParaRP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0" lang="en-US" altLang="zh-CN" sz="24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rPr>
                        <a:t>A</a:t>
                      </a:r>
                      <a:r>
                        <a:rPr kumimoji="0" lang="en-US" altLang="zh-CN" sz="2400" b="0" i="0" u="none" strike="noStrike" cap="none" normalizeH="0" baseline="-25000" dirty="0">
                          <a:ln>
                            <a:noFill/>
                          </a:ln>
                          <a:solidFill>
                            <a:schemeClr val="tx1"/>
                          </a:solidFill>
                          <a:effectLst/>
                          <a:latin typeface="微软雅黑 Light" panose="020B0502040204020203" pitchFamily="34" charset="-122"/>
                          <a:ea typeface="微软雅黑 Light" panose="020B0502040204020203" pitchFamily="34" charset="-122"/>
                        </a:rPr>
                        <a:t>2</a:t>
                      </a:r>
                      <a:endParaRPr kumimoji="0" lang="en-US" altLang="zh-CN" sz="2400" b="0" i="0" u="none" strike="noStrike" cap="none" normalizeH="0" baseline="-25000" dirty="0">
                        <a:ln>
                          <a:noFill/>
                        </a:ln>
                        <a:solidFill>
                          <a:schemeClr val="tx1"/>
                        </a:solidFill>
                        <a:effectLst/>
                        <a:latin typeface="微软雅黑 Light" panose="020B0502040204020203" pitchFamily="34" charset="-122"/>
                        <a:ea typeface="微软雅黑 Light" panose="020B0502040204020203" pitchFamily="34" charset="-122"/>
                      </a:endParaRP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0" lang="en-US" altLang="zh-CN" sz="24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rPr>
                        <a:t>A</a:t>
                      </a:r>
                      <a:r>
                        <a:rPr kumimoji="0" lang="en-US" altLang="zh-CN" sz="2400" b="0" i="0" u="none" strike="noStrike" cap="none" normalizeH="0" baseline="-25000" dirty="0">
                          <a:ln>
                            <a:noFill/>
                          </a:ln>
                          <a:solidFill>
                            <a:schemeClr val="tx1"/>
                          </a:solidFill>
                          <a:effectLst/>
                          <a:latin typeface="微软雅黑 Light" panose="020B0502040204020203" pitchFamily="34" charset="-122"/>
                          <a:ea typeface="微软雅黑 Light" panose="020B0502040204020203" pitchFamily="34" charset="-122"/>
                        </a:rPr>
                        <a:t>1</a:t>
                      </a:r>
                      <a:endParaRPr kumimoji="0" lang="en-US" altLang="zh-CN" sz="2400" b="0" i="0" u="none" strike="noStrike" cap="none" normalizeH="0" baseline="-25000" dirty="0">
                        <a:ln>
                          <a:noFill/>
                        </a:ln>
                        <a:solidFill>
                          <a:schemeClr val="tx1"/>
                        </a:solidFill>
                        <a:effectLst/>
                        <a:latin typeface="微软雅黑 Light" panose="020B0502040204020203" pitchFamily="34" charset="-122"/>
                        <a:ea typeface="微软雅黑 Light" panose="020B0502040204020203" pitchFamily="34" charset="-122"/>
                      </a:endParaRP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r>
            </a:tbl>
          </a:graphicData>
        </a:graphic>
      </p:graphicFrame>
      <p:sp>
        <p:nvSpPr>
          <p:cNvPr id="449590" name="Text Box 54"/>
          <p:cNvSpPr txBox="1">
            <a:spLocks noChangeArrowheads="1"/>
          </p:cNvSpPr>
          <p:nvPr/>
        </p:nvSpPr>
        <p:spPr bwMode="auto">
          <a:xfrm>
            <a:off x="9264650" y="3213100"/>
            <a:ext cx="1162498" cy="523220"/>
          </a:xfrm>
          <a:prstGeom prst="rect">
            <a:avLst/>
          </a:prstGeom>
          <a:noFill/>
          <a:ln w="28575" cap="rnd" algn="ctr">
            <a:solidFill>
              <a:schemeClr val="bg2"/>
            </a:solidFill>
            <a:miter lim="800000"/>
            <a:headEnd type="none" w="sm" len="sm"/>
            <a:tailEnd type="none" w="sm" len="sm"/>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r>
              <a:rPr lang="zh-CN" altLang="en-US" sz="2800" dirty="0">
                <a:latin typeface="微软雅黑 Light" panose="020B0502040204020203" pitchFamily="34" charset="-122"/>
                <a:ea typeface="微软雅黑 Light" panose="020B0502040204020203" pitchFamily="34" charset="-122"/>
              </a:rPr>
              <a:t>主机</a:t>
            </a:r>
            <a:r>
              <a:rPr lang="en-US" altLang="zh-CN" sz="2800" dirty="0">
                <a:latin typeface="微软雅黑 Light" panose="020B0502040204020203" pitchFamily="34" charset="-122"/>
                <a:ea typeface="微软雅黑 Light" panose="020B0502040204020203" pitchFamily="34" charset="-122"/>
              </a:rPr>
              <a:t>H</a:t>
            </a:r>
            <a:endParaRPr lang="en-US" altLang="zh-CN" sz="2800" baseline="-25000" dirty="0">
              <a:latin typeface="微软雅黑 Light" panose="020B0502040204020203" pitchFamily="34" charset="-122"/>
              <a:ea typeface="微软雅黑 Light" panose="020B0502040204020203" pitchFamily="34" charset="-122"/>
            </a:endParaRPr>
          </a:p>
        </p:txBody>
      </p:sp>
      <p:sp>
        <p:nvSpPr>
          <p:cNvPr id="449591" name="Line 55"/>
          <p:cNvSpPr>
            <a:spLocks noChangeShapeType="1"/>
          </p:cNvSpPr>
          <p:nvPr/>
        </p:nvSpPr>
        <p:spPr bwMode="auto">
          <a:xfrm>
            <a:off x="4872038" y="3500438"/>
            <a:ext cx="1079500" cy="0"/>
          </a:xfrm>
          <a:prstGeom prst="line">
            <a:avLst/>
          </a:prstGeom>
          <a:noFill/>
          <a:ln w="28575" cap="rnd">
            <a:solidFill>
              <a:schemeClr val="accent2"/>
            </a:solidFill>
            <a:round/>
            <a:headEnd type="none" w="sm" len="sm"/>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dirty="0">
              <a:latin typeface="微软雅黑 Light" panose="020B0502040204020203" pitchFamily="34" charset="-122"/>
              <a:ea typeface="微软雅黑 Light" panose="020B0502040204020203" pitchFamily="34" charset="-122"/>
            </a:endParaRPr>
          </a:p>
        </p:txBody>
      </p:sp>
      <p:sp>
        <p:nvSpPr>
          <p:cNvPr id="449592" name="Line 56"/>
          <p:cNvSpPr>
            <a:spLocks noChangeShapeType="1"/>
          </p:cNvSpPr>
          <p:nvPr/>
        </p:nvSpPr>
        <p:spPr bwMode="auto">
          <a:xfrm>
            <a:off x="8688388" y="3500438"/>
            <a:ext cx="576262" cy="0"/>
          </a:xfrm>
          <a:prstGeom prst="line">
            <a:avLst/>
          </a:prstGeom>
          <a:noFill/>
          <a:ln w="28575" cap="rnd">
            <a:solidFill>
              <a:schemeClr val="accent2"/>
            </a:solidFill>
            <a:round/>
            <a:headEnd type="none" w="sm" len="sm"/>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dirty="0">
              <a:latin typeface="微软雅黑 Light" panose="020B0502040204020203" pitchFamily="34" charset="-122"/>
              <a:ea typeface="微软雅黑 Light" panose="020B0502040204020203" pitchFamily="34" charset="-122"/>
            </a:endParaRPr>
          </a:p>
        </p:txBody>
      </p:sp>
      <p:sp>
        <p:nvSpPr>
          <p:cNvPr id="449593" name="Text Box 57"/>
          <p:cNvSpPr txBox="1">
            <a:spLocks noChangeArrowheads="1"/>
          </p:cNvSpPr>
          <p:nvPr/>
        </p:nvSpPr>
        <p:spPr bwMode="auto">
          <a:xfrm>
            <a:off x="6851667" y="3789363"/>
            <a:ext cx="1112804" cy="5232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chemeClr val="bg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ctr"/>
            <a:r>
              <a:rPr lang="zh-CN" altLang="en-US" sz="2800" dirty="0">
                <a:latin typeface="微软雅黑 Light" panose="020B0502040204020203" pitchFamily="34" charset="-122"/>
                <a:ea typeface="微软雅黑 Light" panose="020B0502040204020203" pitchFamily="34" charset="-122"/>
              </a:rPr>
              <a:t>节点</a:t>
            </a:r>
            <a:r>
              <a:rPr lang="en-US" altLang="zh-CN" sz="2800" dirty="0">
                <a:latin typeface="微软雅黑 Light" panose="020B0502040204020203" pitchFamily="34" charset="-122"/>
                <a:ea typeface="微软雅黑 Light" panose="020B0502040204020203" pitchFamily="34" charset="-122"/>
              </a:rPr>
              <a:t>Y</a:t>
            </a:r>
            <a:endParaRPr lang="en-US" altLang="zh-CN" sz="2800" baseline="-25000" dirty="0">
              <a:latin typeface="微软雅黑 Light" panose="020B0502040204020203" pitchFamily="34" charset="-122"/>
              <a:ea typeface="微软雅黑 Light" panose="020B0502040204020203" pitchFamily="34" charset="-122"/>
            </a:endParaRPr>
          </a:p>
        </p:txBody>
      </p:sp>
      <p:sp>
        <p:nvSpPr>
          <p:cNvPr id="449594" name="Text Box 58"/>
          <p:cNvSpPr txBox="1">
            <a:spLocks noChangeArrowheads="1"/>
          </p:cNvSpPr>
          <p:nvPr/>
        </p:nvSpPr>
        <p:spPr bwMode="auto">
          <a:xfrm>
            <a:off x="2937445" y="3789363"/>
            <a:ext cx="1162498" cy="5232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chemeClr val="bg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ctr"/>
            <a:r>
              <a:rPr lang="zh-CN" altLang="en-US" sz="2800" dirty="0">
                <a:latin typeface="微软雅黑 Light" panose="020B0502040204020203" pitchFamily="34" charset="-122"/>
                <a:ea typeface="微软雅黑 Light" panose="020B0502040204020203" pitchFamily="34" charset="-122"/>
              </a:rPr>
              <a:t>节点</a:t>
            </a:r>
            <a:r>
              <a:rPr lang="en-US" altLang="zh-CN" sz="2800" dirty="0">
                <a:latin typeface="微软雅黑 Light" panose="020B0502040204020203" pitchFamily="34" charset="-122"/>
                <a:ea typeface="微软雅黑 Light" panose="020B0502040204020203" pitchFamily="34" charset="-122"/>
              </a:rPr>
              <a:t>X</a:t>
            </a:r>
            <a:endParaRPr lang="en-US" altLang="zh-CN" sz="2800" baseline="-25000" dirty="0">
              <a:latin typeface="微软雅黑 Light" panose="020B0502040204020203" pitchFamily="34" charset="-122"/>
              <a:ea typeface="微软雅黑 Light" panose="020B0502040204020203" pitchFamily="34" charset="-122"/>
            </a:endParaRPr>
          </a:p>
        </p:txBody>
      </p:sp>
      <p:sp>
        <p:nvSpPr>
          <p:cNvPr id="449595" name="Rectangle 59"/>
          <p:cNvSpPr>
            <a:spLocks noChangeArrowheads="1"/>
          </p:cNvSpPr>
          <p:nvPr/>
        </p:nvSpPr>
        <p:spPr bwMode="auto">
          <a:xfrm>
            <a:off x="2675897" y="5181930"/>
            <a:ext cx="7129132" cy="5232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rgbClr val="C80000"/>
              </a:buClr>
              <a:buSzPct val="80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C800"/>
              </a:buClr>
              <a:buSzPct val="80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C8"/>
              </a:buClr>
              <a:buSzPct val="80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7F00"/>
              </a:buClr>
              <a:buSzPct val="80000"/>
              <a:buFont typeface="Wingdings" panose="05000000000000000000" pitchFamily="2" charset="2"/>
              <a:buChar char="u"/>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SzPct val="80000"/>
              <a:buFont typeface="Wingdings" panose="05000000000000000000" pitchFamily="2" charset="2"/>
              <a:buChar char="Ø"/>
              <a:defRPr sz="2000">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SzPct val="80000"/>
              <a:buFont typeface="Wingdings" panose="05000000000000000000" pitchFamily="2" charset="2"/>
              <a:buChar char="Ø"/>
              <a:defRPr sz="2000">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SzPct val="80000"/>
              <a:buFont typeface="Wingdings" panose="05000000000000000000" pitchFamily="2" charset="2"/>
              <a:buChar char="Ø"/>
              <a:defRPr sz="2000">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SzPct val="80000"/>
              <a:buFont typeface="Wingdings" panose="05000000000000000000" pitchFamily="2" charset="2"/>
              <a:buChar char="Ø"/>
              <a:defRPr sz="2000">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SzPct val="80000"/>
              <a:buFont typeface="Wingdings" panose="05000000000000000000" pitchFamily="2" charset="2"/>
              <a:buChar char="Ø"/>
              <a:defRPr sz="2000">
                <a:solidFill>
                  <a:schemeClr val="tx1"/>
                </a:solidFill>
                <a:latin typeface="Arial" panose="020B0604020202020204" pitchFamily="34" charset="0"/>
                <a:ea typeface="宋体" panose="02010600030101010101" pitchFamily="2" charset="-122"/>
              </a:defRPr>
            </a:lvl9pPr>
          </a:lstStyle>
          <a:p>
            <a:pPr marL="0" indent="0">
              <a:buNone/>
            </a:pPr>
            <a:r>
              <a:rPr lang="zh-CN" altLang="en-US" sz="2800" dirty="0">
                <a:latin typeface="微软雅黑 Light" panose="020B0502040204020203" pitchFamily="34" charset="-122"/>
                <a:ea typeface="微软雅黑 Light" panose="020B0502040204020203" pitchFamily="34" charset="-122"/>
              </a:rPr>
              <a:t>解决办法：分配重装缓冲、并预约缓冲</a:t>
            </a:r>
            <a:endParaRPr lang="zh-CN" altLang="en-US" sz="2800" dirty="0">
              <a:latin typeface="微软雅黑 Light" panose="020B0502040204020203" pitchFamily="34" charset="-122"/>
              <a:ea typeface="微软雅黑 Light" panose="020B0502040204020203"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49595"/>
                                        </p:tgtEl>
                                        <p:attrNameLst>
                                          <p:attrName>style.visibility</p:attrName>
                                        </p:attrNameLst>
                                      </p:cBhvr>
                                      <p:to>
                                        <p:strVal val="visible"/>
                                      </p:to>
                                    </p:set>
                                    <p:animEffect transition="in" filter="wipe(left)">
                                      <p:cBhvr>
                                        <p:cTn id="7" dur="500"/>
                                        <p:tgtEl>
                                          <p:spTgt spid="44959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9595" grpId="0"/>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mn-ea"/>
                <a:ea typeface="+mn-ea"/>
              </a:rPr>
              <a:t>服务质量</a:t>
            </a:r>
            <a:endParaRPr lang="zh-CN" altLang="en-US" dirty="0">
              <a:latin typeface="+mn-ea"/>
              <a:ea typeface="+mn-ea"/>
            </a:endParaRPr>
          </a:p>
        </p:txBody>
      </p:sp>
      <p:sp>
        <p:nvSpPr>
          <p:cNvPr id="3" name="内容占位符 2"/>
          <p:cNvSpPr>
            <a:spLocks noGrp="1"/>
          </p:cNvSpPr>
          <p:nvPr>
            <p:ph idx="1"/>
          </p:nvPr>
        </p:nvSpPr>
        <p:spPr>
          <a:xfrm>
            <a:off x="334434" y="1052514"/>
            <a:ext cx="11523133" cy="5400821"/>
          </a:xfrm>
        </p:spPr>
        <p:txBody>
          <a:bodyPr>
            <a:normAutofit/>
          </a:bodyPr>
          <a:lstStyle/>
          <a:p>
            <a:r>
              <a:rPr lang="zh-CN" altLang="en-US" dirty="0"/>
              <a:t>为关键业务提供服务质量保证，使其获得可预期的服务水平</a:t>
            </a:r>
            <a:endParaRPr lang="zh-CN" altLang="en-US" dirty="0"/>
          </a:p>
          <a:p>
            <a:r>
              <a:rPr lang="en-US" altLang="zh-CN" dirty="0">
                <a:latin typeface="+mn-ea"/>
              </a:rPr>
              <a:t>QoS</a:t>
            </a:r>
            <a:r>
              <a:rPr lang="zh-CN" altLang="en-US" dirty="0">
                <a:latin typeface="+mn-ea"/>
              </a:rPr>
              <a:t>度量指标</a:t>
            </a:r>
            <a:endParaRPr lang="en-US" altLang="zh-CN" dirty="0"/>
          </a:p>
          <a:p>
            <a:pPr lvl="1"/>
            <a:r>
              <a:rPr lang="zh-CN" altLang="en-US" dirty="0"/>
              <a:t>带宽</a:t>
            </a:r>
            <a:endParaRPr lang="zh-CN" altLang="en-US" dirty="0"/>
          </a:p>
          <a:p>
            <a:pPr lvl="1"/>
            <a:r>
              <a:rPr lang="zh-CN" altLang="en-US" dirty="0"/>
              <a:t>时延</a:t>
            </a:r>
            <a:endParaRPr lang="zh-CN" altLang="en-US" dirty="0"/>
          </a:p>
          <a:p>
            <a:pPr lvl="1"/>
            <a:r>
              <a:rPr lang="zh-CN" altLang="en-US" dirty="0"/>
              <a:t>时延变化（抖动）</a:t>
            </a:r>
            <a:endParaRPr lang="zh-CN" altLang="en-US" dirty="0"/>
          </a:p>
          <a:p>
            <a:pPr lvl="1"/>
            <a:r>
              <a:rPr lang="zh-CN" altLang="en-US" dirty="0"/>
              <a:t>丢包率</a:t>
            </a:r>
            <a:endParaRPr lang="zh-CN" altLang="en-US" dirty="0"/>
          </a:p>
          <a:p>
            <a:endParaRPr lang="zh-CN" altLang="en-US" dirty="0"/>
          </a:p>
        </p:txBody>
      </p:sp>
      <p:sp>
        <p:nvSpPr>
          <p:cNvPr id="4" name="灯片编号占位符 3"/>
          <p:cNvSpPr>
            <a:spLocks noGrp="1"/>
          </p:cNvSpPr>
          <p:nvPr>
            <p:ph type="sldNum" sz="quarter" idx="12"/>
          </p:nvPr>
        </p:nvSpPr>
        <p:spPr/>
        <p:txBody>
          <a:bodyPr/>
          <a:lstStyle/>
          <a:p>
            <a:pPr>
              <a:defRPr/>
            </a:pPr>
            <a:fld id="{816960B2-2B11-492C-B588-5290E1274F96}" type="slidenum">
              <a:rPr lang="en-US" altLang="zh-CN" smtClean="0"/>
            </a:fld>
            <a:endParaRPr lang="en-US" altLang="zh-CN"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mn-ea"/>
                <a:ea typeface="+mn-ea"/>
              </a:rPr>
              <a:t>服务质量的保证方法</a:t>
            </a:r>
            <a:endParaRPr lang="zh-CN" altLang="en-US" dirty="0">
              <a:latin typeface="+mn-ea"/>
              <a:ea typeface="+mn-ea"/>
            </a:endParaRPr>
          </a:p>
        </p:txBody>
      </p:sp>
      <p:sp>
        <p:nvSpPr>
          <p:cNvPr id="3" name="内容占位符 2"/>
          <p:cNvSpPr>
            <a:spLocks noGrp="1"/>
          </p:cNvSpPr>
          <p:nvPr>
            <p:ph idx="1"/>
          </p:nvPr>
        </p:nvSpPr>
        <p:spPr>
          <a:xfrm>
            <a:off x="334434" y="1052515"/>
            <a:ext cx="10946141" cy="2418436"/>
          </a:xfrm>
        </p:spPr>
        <p:txBody>
          <a:bodyPr>
            <a:normAutofit lnSpcReduction="10000"/>
          </a:bodyPr>
          <a:lstStyle/>
          <a:p>
            <a:r>
              <a:rPr lang="zh-CN" altLang="en-US" dirty="0"/>
              <a:t>过度配置：建设一个有足够容量的网络</a:t>
            </a:r>
            <a:endParaRPr lang="en-US" altLang="zh-CN" dirty="0"/>
          </a:p>
          <a:p>
            <a:r>
              <a:rPr lang="zh-CN" altLang="en-US" dirty="0"/>
              <a:t>流量整形：调节网络数据流平均速率和突发性速率</a:t>
            </a:r>
            <a:endParaRPr lang="en-US" altLang="zh-CN" dirty="0"/>
          </a:p>
          <a:p>
            <a:pPr lvl="1"/>
            <a:r>
              <a:rPr lang="en-US" altLang="zh-CN" dirty="0"/>
              <a:t>SLA</a:t>
            </a:r>
            <a:r>
              <a:rPr lang="zh-CN" altLang="en-US" dirty="0"/>
              <a:t>服务等级约定（流分类）</a:t>
            </a:r>
            <a:endParaRPr lang="en-US" altLang="zh-CN" dirty="0"/>
          </a:p>
          <a:p>
            <a:pPr lvl="1"/>
            <a:r>
              <a:rPr lang="zh-CN" altLang="en-US" dirty="0"/>
              <a:t>流量监管（漏桶算法、令牌桶算法）</a:t>
            </a:r>
            <a:endParaRPr lang="en-US" altLang="zh-CN" dirty="0"/>
          </a:p>
          <a:p>
            <a:r>
              <a:rPr lang="zh-CN" altLang="en-US" dirty="0"/>
              <a:t>数据包调度：在流的数据包之间或竞争流之间分配路由器资源</a:t>
            </a:r>
            <a:endParaRPr lang="en-US" altLang="zh-CN" dirty="0"/>
          </a:p>
        </p:txBody>
      </p:sp>
      <p:sp>
        <p:nvSpPr>
          <p:cNvPr id="4" name="灯片编号占位符 3"/>
          <p:cNvSpPr>
            <a:spLocks noGrp="1"/>
          </p:cNvSpPr>
          <p:nvPr>
            <p:ph type="sldNum" sz="quarter" idx="12"/>
          </p:nvPr>
        </p:nvSpPr>
        <p:spPr/>
        <p:txBody>
          <a:bodyPr/>
          <a:lstStyle/>
          <a:p>
            <a:pPr>
              <a:defRPr/>
            </a:pPr>
            <a:fld id="{816960B2-2B11-492C-B588-5290E1274F96}" type="slidenum">
              <a:rPr lang="en-US" altLang="zh-CN" smtClean="0"/>
            </a:fld>
            <a:endParaRPr lang="en-US" altLang="zh-CN" dirty="0"/>
          </a:p>
        </p:txBody>
      </p:sp>
      <p:grpSp>
        <p:nvGrpSpPr>
          <p:cNvPr id="5" name="组合 4"/>
          <p:cNvGrpSpPr/>
          <p:nvPr/>
        </p:nvGrpSpPr>
        <p:grpSpPr>
          <a:xfrm>
            <a:off x="1199456" y="3573015"/>
            <a:ext cx="9216464" cy="2594031"/>
            <a:chOff x="1400175" y="2078746"/>
            <a:chExt cx="8784416" cy="2534444"/>
          </a:xfrm>
        </p:grpSpPr>
        <p:sp>
          <p:nvSpPr>
            <p:cNvPr id="6" name="矩形 5"/>
            <p:cNvSpPr/>
            <p:nvPr/>
          </p:nvSpPr>
          <p:spPr>
            <a:xfrm>
              <a:off x="1400175" y="2343150"/>
              <a:ext cx="952500" cy="2019300"/>
            </a:xfrm>
            <a:prstGeom prst="rect">
              <a:avLst/>
            </a:prstGeom>
            <a:solidFill>
              <a:schemeClr val="accent3">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dirty="0">
                  <a:solidFill>
                    <a:schemeClr val="tx1"/>
                  </a:solidFill>
                  <a:latin typeface="微软雅黑 Light" panose="020B0502040204020203" pitchFamily="34" charset="-122"/>
                  <a:ea typeface="微软雅黑 Light" panose="020B0502040204020203" pitchFamily="34" charset="-122"/>
                </a:rPr>
                <a:t>入</a:t>
              </a:r>
              <a:endParaRPr lang="en-US" altLang="zh-CN" dirty="0">
                <a:solidFill>
                  <a:schemeClr val="tx1"/>
                </a:solidFill>
                <a:latin typeface="微软雅黑 Light" panose="020B0502040204020203" pitchFamily="34" charset="-122"/>
                <a:ea typeface="微软雅黑 Light" panose="020B0502040204020203" pitchFamily="34" charset="-122"/>
              </a:endParaRPr>
            </a:p>
            <a:p>
              <a:r>
                <a:rPr lang="zh-CN" altLang="en-US" dirty="0">
                  <a:solidFill>
                    <a:schemeClr val="tx1"/>
                  </a:solidFill>
                  <a:latin typeface="微软雅黑 Light" panose="020B0502040204020203" pitchFamily="34" charset="-122"/>
                  <a:ea typeface="微软雅黑 Light" panose="020B0502040204020203" pitchFamily="34" charset="-122"/>
                </a:rPr>
                <a:t>接</a:t>
              </a:r>
              <a:endParaRPr lang="en-US" altLang="zh-CN" dirty="0">
                <a:solidFill>
                  <a:schemeClr val="tx1"/>
                </a:solidFill>
                <a:latin typeface="微软雅黑 Light" panose="020B0502040204020203" pitchFamily="34" charset="-122"/>
                <a:ea typeface="微软雅黑 Light" panose="020B0502040204020203" pitchFamily="34" charset="-122"/>
              </a:endParaRPr>
            </a:p>
            <a:p>
              <a:r>
                <a:rPr lang="zh-CN" altLang="en-US" dirty="0">
                  <a:solidFill>
                    <a:schemeClr val="tx1"/>
                  </a:solidFill>
                  <a:latin typeface="微软雅黑 Light" panose="020B0502040204020203" pitchFamily="34" charset="-122"/>
                  <a:ea typeface="微软雅黑 Light" panose="020B0502040204020203" pitchFamily="34" charset="-122"/>
                </a:rPr>
                <a:t>口</a:t>
              </a:r>
              <a:endParaRPr lang="zh-CN" altLang="en-US" dirty="0">
                <a:solidFill>
                  <a:schemeClr val="tx1"/>
                </a:solidFill>
                <a:latin typeface="微软雅黑 Light" panose="020B0502040204020203" pitchFamily="34" charset="-122"/>
                <a:ea typeface="微软雅黑 Light" panose="020B0502040204020203" pitchFamily="34" charset="-122"/>
              </a:endParaRPr>
            </a:p>
          </p:txBody>
        </p:sp>
        <p:sp>
          <p:nvSpPr>
            <p:cNvPr id="7" name="矩形 6"/>
            <p:cNvSpPr/>
            <p:nvPr/>
          </p:nvSpPr>
          <p:spPr>
            <a:xfrm>
              <a:off x="1927225" y="3724276"/>
              <a:ext cx="377825" cy="542925"/>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600" dirty="0">
                  <a:solidFill>
                    <a:schemeClr val="tx1"/>
                  </a:solidFill>
                  <a:latin typeface="微软雅黑 Light" panose="020B0502040204020203" pitchFamily="34" charset="-122"/>
                  <a:ea typeface="微软雅黑 Light" panose="020B0502040204020203" pitchFamily="34" charset="-122"/>
                </a:rPr>
                <a:t>视频</a:t>
              </a:r>
              <a:endParaRPr lang="en-US" altLang="zh-CN" sz="1600" dirty="0">
                <a:solidFill>
                  <a:schemeClr val="tx1"/>
                </a:solidFill>
                <a:latin typeface="微软雅黑 Light" panose="020B0502040204020203" pitchFamily="34" charset="-122"/>
                <a:ea typeface="微软雅黑 Light" panose="020B0502040204020203" pitchFamily="34" charset="-122"/>
              </a:endParaRPr>
            </a:p>
          </p:txBody>
        </p:sp>
        <p:sp>
          <p:nvSpPr>
            <p:cNvPr id="8" name="矩形 7"/>
            <p:cNvSpPr/>
            <p:nvPr/>
          </p:nvSpPr>
          <p:spPr>
            <a:xfrm>
              <a:off x="1927225" y="2409825"/>
              <a:ext cx="377825" cy="542925"/>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600" dirty="0">
                  <a:solidFill>
                    <a:schemeClr val="tx1"/>
                  </a:solidFill>
                  <a:latin typeface="微软雅黑 Light" panose="020B0502040204020203" pitchFamily="34" charset="-122"/>
                  <a:ea typeface="微软雅黑 Light" panose="020B0502040204020203" pitchFamily="34" charset="-122"/>
                </a:rPr>
                <a:t>数据</a:t>
              </a:r>
              <a:endParaRPr lang="en-US" altLang="zh-CN" sz="1600" dirty="0">
                <a:solidFill>
                  <a:schemeClr val="tx1"/>
                </a:solidFill>
                <a:latin typeface="微软雅黑 Light" panose="020B0502040204020203" pitchFamily="34" charset="-122"/>
                <a:ea typeface="微软雅黑 Light" panose="020B0502040204020203" pitchFamily="34" charset="-122"/>
              </a:endParaRPr>
            </a:p>
          </p:txBody>
        </p:sp>
        <p:sp>
          <p:nvSpPr>
            <p:cNvPr id="9" name="矩形 8"/>
            <p:cNvSpPr/>
            <p:nvPr/>
          </p:nvSpPr>
          <p:spPr>
            <a:xfrm>
              <a:off x="1927225" y="3075939"/>
              <a:ext cx="377825" cy="542925"/>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600" dirty="0">
                  <a:solidFill>
                    <a:schemeClr val="tx1"/>
                  </a:solidFill>
                  <a:latin typeface="微软雅黑 Light" panose="020B0502040204020203" pitchFamily="34" charset="-122"/>
                  <a:ea typeface="微软雅黑 Light" panose="020B0502040204020203" pitchFamily="34" charset="-122"/>
                </a:rPr>
                <a:t>语音</a:t>
              </a:r>
              <a:endParaRPr lang="en-US" altLang="zh-CN" sz="1600" dirty="0">
                <a:solidFill>
                  <a:schemeClr val="tx1"/>
                </a:solidFill>
                <a:latin typeface="微软雅黑 Light" panose="020B0502040204020203" pitchFamily="34" charset="-122"/>
                <a:ea typeface="微软雅黑 Light" panose="020B0502040204020203" pitchFamily="34" charset="-122"/>
              </a:endParaRPr>
            </a:p>
          </p:txBody>
        </p:sp>
        <p:cxnSp>
          <p:nvCxnSpPr>
            <p:cNvPr id="10" name="直接箭头连接符 9"/>
            <p:cNvCxnSpPr>
              <a:stCxn id="6" idx="3"/>
            </p:cNvCxnSpPr>
            <p:nvPr/>
          </p:nvCxnSpPr>
          <p:spPr>
            <a:xfrm flipV="1">
              <a:off x="2352675" y="3347401"/>
              <a:ext cx="276225" cy="5399"/>
            </a:xfrm>
            <a:prstGeom prst="straightConnector1">
              <a:avLst/>
            </a:prstGeom>
            <a:ln w="15875">
              <a:solidFill>
                <a:schemeClr val="accent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1" name="箭头: 右 10"/>
            <p:cNvSpPr/>
            <p:nvPr/>
          </p:nvSpPr>
          <p:spPr>
            <a:xfrm>
              <a:off x="2657475" y="2634299"/>
              <a:ext cx="1200150" cy="1451290"/>
            </a:xfrm>
            <a:prstGeom prst="rightArrow">
              <a:avLst>
                <a:gd name="adj1" fmla="val 50000"/>
                <a:gd name="adj2" fmla="val 50000"/>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800" dirty="0">
                  <a:solidFill>
                    <a:srgbClr val="00B050"/>
                  </a:solidFill>
                  <a:latin typeface="微软雅黑 Light" panose="020B0502040204020203" pitchFamily="34" charset="-122"/>
                  <a:ea typeface="微软雅黑 Light" panose="020B0502040204020203" pitchFamily="34" charset="-122"/>
                </a:rPr>
                <a:t>流分类</a:t>
              </a:r>
              <a:endParaRPr lang="zh-CN" altLang="en-US" sz="1800" dirty="0">
                <a:solidFill>
                  <a:srgbClr val="00B050"/>
                </a:solidFill>
                <a:latin typeface="微软雅黑 Light" panose="020B0502040204020203" pitchFamily="34" charset="-122"/>
                <a:ea typeface="微软雅黑 Light" panose="020B0502040204020203" pitchFamily="34" charset="-122"/>
              </a:endParaRPr>
            </a:p>
          </p:txBody>
        </p:sp>
        <p:sp>
          <p:nvSpPr>
            <p:cNvPr id="12" name="箭头: 右 11"/>
            <p:cNvSpPr/>
            <p:nvPr/>
          </p:nvSpPr>
          <p:spPr>
            <a:xfrm>
              <a:off x="3857624" y="2638424"/>
              <a:ext cx="1466851" cy="1451290"/>
            </a:xfrm>
            <a:prstGeom prst="rightArrow">
              <a:avLst>
                <a:gd name="adj1" fmla="val 50000"/>
                <a:gd name="adj2" fmla="val 50000"/>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800" dirty="0">
                  <a:solidFill>
                    <a:srgbClr val="00B050"/>
                  </a:solidFill>
                  <a:latin typeface="微软雅黑 Light" panose="020B0502040204020203" pitchFamily="34" charset="-122"/>
                  <a:ea typeface="微软雅黑 Light" panose="020B0502040204020203" pitchFamily="34" charset="-122"/>
                </a:rPr>
                <a:t>流量监管</a:t>
              </a:r>
              <a:endParaRPr lang="zh-CN" altLang="en-US" sz="1800" dirty="0">
                <a:solidFill>
                  <a:srgbClr val="00B050"/>
                </a:solidFill>
                <a:latin typeface="微软雅黑 Light" panose="020B0502040204020203" pitchFamily="34" charset="-122"/>
                <a:ea typeface="微软雅黑 Light" panose="020B0502040204020203" pitchFamily="34" charset="-122"/>
              </a:endParaRPr>
            </a:p>
          </p:txBody>
        </p:sp>
        <p:sp>
          <p:nvSpPr>
            <p:cNvPr id="13" name="标注: 右箭头 12"/>
            <p:cNvSpPr/>
            <p:nvPr/>
          </p:nvSpPr>
          <p:spPr>
            <a:xfrm>
              <a:off x="5324475" y="2343150"/>
              <a:ext cx="952501" cy="2019300"/>
            </a:xfrm>
            <a:prstGeom prst="rightArrowCallou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latin typeface="微软雅黑 Light" panose="020B0502040204020203" pitchFamily="34" charset="-122"/>
                  <a:ea typeface="微软雅黑 Light" panose="020B0502040204020203" pitchFamily="34" charset="-122"/>
                </a:rPr>
                <a:t>其它处理</a:t>
              </a:r>
              <a:endParaRPr lang="zh-CN" altLang="en-US" dirty="0">
                <a:solidFill>
                  <a:schemeClr val="tx1"/>
                </a:solidFill>
                <a:latin typeface="微软雅黑 Light" panose="020B0502040204020203" pitchFamily="34" charset="-122"/>
                <a:ea typeface="微软雅黑 Light" panose="020B0502040204020203" pitchFamily="34" charset="-122"/>
              </a:endParaRPr>
            </a:p>
          </p:txBody>
        </p:sp>
        <p:sp>
          <p:nvSpPr>
            <p:cNvPr id="14" name="流程图: 准备 13"/>
            <p:cNvSpPr/>
            <p:nvPr/>
          </p:nvSpPr>
          <p:spPr>
            <a:xfrm>
              <a:off x="6276976" y="2078746"/>
              <a:ext cx="3472952" cy="2534444"/>
            </a:xfrm>
            <a:prstGeom prst="flowChartPreparation">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dirty="0">
                <a:solidFill>
                  <a:schemeClr val="tx1"/>
                </a:solidFill>
                <a:latin typeface="微软雅黑 Light" panose="020B0502040204020203" pitchFamily="34" charset="-122"/>
                <a:ea typeface="微软雅黑 Light" panose="020B0502040204020203" pitchFamily="34" charset="-122"/>
              </a:endParaRPr>
            </a:p>
          </p:txBody>
        </p:sp>
        <p:sp>
          <p:nvSpPr>
            <p:cNvPr id="15" name="矩形 14"/>
            <p:cNvSpPr/>
            <p:nvPr/>
          </p:nvSpPr>
          <p:spPr>
            <a:xfrm rot="3834793">
              <a:off x="6659747" y="2232090"/>
              <a:ext cx="286485" cy="88316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100" dirty="0">
                  <a:solidFill>
                    <a:schemeClr val="tx1"/>
                  </a:solidFill>
                  <a:latin typeface="微软雅黑 Light" panose="020B0502040204020203" pitchFamily="34" charset="-122"/>
                  <a:ea typeface="微软雅黑 Light" panose="020B0502040204020203" pitchFamily="34" charset="-122"/>
                </a:rPr>
                <a:t>入队列</a:t>
              </a:r>
              <a:endParaRPr lang="en-US" altLang="zh-CN" sz="1100" dirty="0">
                <a:solidFill>
                  <a:schemeClr val="tx1"/>
                </a:solidFill>
                <a:latin typeface="微软雅黑 Light" panose="020B0502040204020203" pitchFamily="34" charset="-122"/>
                <a:ea typeface="微软雅黑 Light" panose="020B0502040204020203" pitchFamily="34" charset="-122"/>
              </a:endParaRPr>
            </a:p>
          </p:txBody>
        </p:sp>
        <p:sp>
          <p:nvSpPr>
            <p:cNvPr id="16" name="矩形 15"/>
            <p:cNvSpPr/>
            <p:nvPr/>
          </p:nvSpPr>
          <p:spPr>
            <a:xfrm rot="3823720">
              <a:off x="6631850" y="2408763"/>
              <a:ext cx="339740" cy="105368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600" dirty="0">
                  <a:solidFill>
                    <a:srgbClr val="00B050"/>
                  </a:solidFill>
                  <a:latin typeface="微软雅黑 Light" panose="020B0502040204020203" pitchFamily="34" charset="-122"/>
                  <a:ea typeface="微软雅黑 Light" panose="020B0502040204020203" pitchFamily="34" charset="-122"/>
                </a:rPr>
                <a:t>拥塞避免</a:t>
              </a:r>
              <a:endParaRPr lang="en-US" altLang="zh-CN" sz="1600" dirty="0">
                <a:solidFill>
                  <a:srgbClr val="00B050"/>
                </a:solidFill>
                <a:latin typeface="微软雅黑 Light" panose="020B0502040204020203" pitchFamily="34" charset="-122"/>
                <a:ea typeface="微软雅黑 Light" panose="020B0502040204020203" pitchFamily="34" charset="-122"/>
              </a:endParaRPr>
            </a:p>
          </p:txBody>
        </p:sp>
        <p:sp>
          <p:nvSpPr>
            <p:cNvPr id="17" name="矩形 16"/>
            <p:cNvSpPr/>
            <p:nvPr/>
          </p:nvSpPr>
          <p:spPr>
            <a:xfrm>
              <a:off x="7257607" y="2767166"/>
              <a:ext cx="704820" cy="274321"/>
            </a:xfrm>
            <a:prstGeom prst="rect">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400" dirty="0">
                  <a:solidFill>
                    <a:schemeClr val="tx1"/>
                  </a:solidFill>
                  <a:latin typeface="微软雅黑 Light" panose="020B0502040204020203" pitchFamily="34" charset="-122"/>
                  <a:ea typeface="微软雅黑 Light" panose="020B0502040204020203" pitchFamily="34" charset="-122"/>
                </a:rPr>
                <a:t>队列</a:t>
              </a:r>
              <a:r>
                <a:rPr lang="en-US" altLang="zh-CN" sz="1400" dirty="0">
                  <a:solidFill>
                    <a:schemeClr val="tx1"/>
                  </a:solidFill>
                  <a:latin typeface="微软雅黑 Light" panose="020B0502040204020203" pitchFamily="34" charset="-122"/>
                  <a:ea typeface="微软雅黑 Light" panose="020B0502040204020203" pitchFamily="34" charset="-122"/>
                </a:rPr>
                <a:t>0</a:t>
              </a:r>
              <a:endParaRPr lang="en-US" altLang="zh-CN" sz="1400" dirty="0">
                <a:solidFill>
                  <a:schemeClr val="tx1"/>
                </a:solidFill>
                <a:latin typeface="微软雅黑 Light" panose="020B0502040204020203" pitchFamily="34" charset="-122"/>
                <a:ea typeface="微软雅黑 Light" panose="020B0502040204020203" pitchFamily="34" charset="-122"/>
              </a:endParaRPr>
            </a:p>
          </p:txBody>
        </p:sp>
        <p:sp>
          <p:nvSpPr>
            <p:cNvPr id="18" name="矩形 17"/>
            <p:cNvSpPr/>
            <p:nvPr/>
          </p:nvSpPr>
          <p:spPr>
            <a:xfrm>
              <a:off x="7257607" y="3038252"/>
              <a:ext cx="704820" cy="274321"/>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400" dirty="0">
                  <a:solidFill>
                    <a:schemeClr val="tx1"/>
                  </a:solidFill>
                  <a:latin typeface="微软雅黑 Light" panose="020B0502040204020203" pitchFamily="34" charset="-122"/>
                  <a:ea typeface="微软雅黑 Light" panose="020B0502040204020203" pitchFamily="34" charset="-122"/>
                </a:rPr>
                <a:t>队列</a:t>
              </a:r>
              <a:r>
                <a:rPr lang="en-US" altLang="zh-CN" sz="1400" dirty="0">
                  <a:solidFill>
                    <a:schemeClr val="tx1"/>
                  </a:solidFill>
                  <a:latin typeface="微软雅黑 Light" panose="020B0502040204020203" pitchFamily="34" charset="-122"/>
                  <a:ea typeface="微软雅黑 Light" panose="020B0502040204020203" pitchFamily="34" charset="-122"/>
                </a:rPr>
                <a:t>1</a:t>
              </a:r>
              <a:endParaRPr lang="en-US" altLang="zh-CN" sz="1400" dirty="0">
                <a:solidFill>
                  <a:schemeClr val="tx1"/>
                </a:solidFill>
                <a:latin typeface="微软雅黑 Light" panose="020B0502040204020203" pitchFamily="34" charset="-122"/>
                <a:ea typeface="微软雅黑 Light" panose="020B0502040204020203" pitchFamily="34" charset="-122"/>
              </a:endParaRPr>
            </a:p>
          </p:txBody>
        </p:sp>
        <p:sp>
          <p:nvSpPr>
            <p:cNvPr id="19" name="矩形 18"/>
            <p:cNvSpPr/>
            <p:nvPr/>
          </p:nvSpPr>
          <p:spPr>
            <a:xfrm>
              <a:off x="7247092" y="3341956"/>
              <a:ext cx="704820" cy="274321"/>
            </a:xfrm>
            <a:prstGeom prst="rect">
              <a:avLst/>
            </a:prstGeom>
            <a:solidFill>
              <a:schemeClr val="accent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400" dirty="0">
                  <a:solidFill>
                    <a:schemeClr val="tx1"/>
                  </a:solidFill>
                  <a:latin typeface="微软雅黑 Light" panose="020B0502040204020203" pitchFamily="34" charset="-122"/>
                  <a:ea typeface="微软雅黑 Light" panose="020B0502040204020203" pitchFamily="34" charset="-122"/>
                </a:rPr>
                <a:t>队列</a:t>
              </a:r>
              <a:r>
                <a:rPr lang="en-US" altLang="zh-CN" sz="1400" dirty="0">
                  <a:solidFill>
                    <a:schemeClr val="tx1"/>
                  </a:solidFill>
                  <a:latin typeface="微软雅黑 Light" panose="020B0502040204020203" pitchFamily="34" charset="-122"/>
                  <a:ea typeface="微软雅黑 Light" panose="020B0502040204020203" pitchFamily="34" charset="-122"/>
                </a:rPr>
                <a:t>2</a:t>
              </a:r>
              <a:endParaRPr lang="en-US" altLang="zh-CN" sz="1400" dirty="0">
                <a:solidFill>
                  <a:schemeClr val="tx1"/>
                </a:solidFill>
                <a:latin typeface="微软雅黑 Light" panose="020B0502040204020203" pitchFamily="34" charset="-122"/>
                <a:ea typeface="微软雅黑 Light" panose="020B0502040204020203" pitchFamily="34" charset="-122"/>
              </a:endParaRPr>
            </a:p>
          </p:txBody>
        </p:sp>
        <p:sp>
          <p:nvSpPr>
            <p:cNvPr id="20" name="矩形 19"/>
            <p:cNvSpPr/>
            <p:nvPr/>
          </p:nvSpPr>
          <p:spPr>
            <a:xfrm>
              <a:off x="7257607" y="3593092"/>
              <a:ext cx="704820" cy="274321"/>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dirty="0">
                  <a:solidFill>
                    <a:schemeClr val="tx1"/>
                  </a:solidFill>
                  <a:latin typeface="微软雅黑 Light" panose="020B0502040204020203" pitchFamily="34" charset="-122"/>
                  <a:ea typeface="微软雅黑 Light" panose="020B0502040204020203" pitchFamily="34" charset="-122"/>
                </a:rPr>
                <a:t>……</a:t>
              </a:r>
              <a:endParaRPr lang="en-US" altLang="zh-CN" sz="1600" dirty="0">
                <a:solidFill>
                  <a:schemeClr val="tx1"/>
                </a:solidFill>
                <a:latin typeface="微软雅黑 Light" panose="020B0502040204020203" pitchFamily="34" charset="-122"/>
                <a:ea typeface="微软雅黑 Light" panose="020B0502040204020203" pitchFamily="34" charset="-122"/>
              </a:endParaRPr>
            </a:p>
          </p:txBody>
        </p:sp>
        <p:sp>
          <p:nvSpPr>
            <p:cNvPr id="21" name="矩形 20"/>
            <p:cNvSpPr/>
            <p:nvPr/>
          </p:nvSpPr>
          <p:spPr>
            <a:xfrm>
              <a:off x="7257607" y="3864178"/>
              <a:ext cx="704820" cy="274321"/>
            </a:xfrm>
            <a:prstGeom prst="rect">
              <a:avLst/>
            </a:prstGeom>
            <a:solidFill>
              <a:schemeClr val="accent5">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400" dirty="0">
                  <a:solidFill>
                    <a:schemeClr val="tx1"/>
                  </a:solidFill>
                  <a:latin typeface="微软雅黑 Light" panose="020B0502040204020203" pitchFamily="34" charset="-122"/>
                  <a:ea typeface="微软雅黑 Light" panose="020B0502040204020203" pitchFamily="34" charset="-122"/>
                </a:rPr>
                <a:t>队列</a:t>
              </a:r>
              <a:r>
                <a:rPr lang="en-US" altLang="zh-CN" sz="1400" dirty="0">
                  <a:solidFill>
                    <a:schemeClr val="tx1"/>
                  </a:solidFill>
                  <a:latin typeface="微软雅黑 Light" panose="020B0502040204020203" pitchFamily="34" charset="-122"/>
                  <a:ea typeface="微软雅黑 Light" panose="020B0502040204020203" pitchFamily="34" charset="-122"/>
                </a:rPr>
                <a:t>n</a:t>
              </a:r>
              <a:endParaRPr lang="en-US" altLang="zh-CN" sz="1400" dirty="0">
                <a:solidFill>
                  <a:schemeClr val="tx1"/>
                </a:solidFill>
                <a:latin typeface="微软雅黑 Light" panose="020B0502040204020203" pitchFamily="34" charset="-122"/>
                <a:ea typeface="微软雅黑 Light" panose="020B0502040204020203" pitchFamily="34" charset="-122"/>
              </a:endParaRPr>
            </a:p>
          </p:txBody>
        </p:sp>
        <p:cxnSp>
          <p:nvCxnSpPr>
            <p:cNvPr id="22" name="直接箭头连接符 21"/>
            <p:cNvCxnSpPr>
              <a:stCxn id="14" idx="1"/>
              <a:endCxn id="17" idx="1"/>
            </p:cNvCxnSpPr>
            <p:nvPr/>
          </p:nvCxnSpPr>
          <p:spPr>
            <a:xfrm flipV="1">
              <a:off x="6276976" y="2904327"/>
              <a:ext cx="980631" cy="441642"/>
            </a:xfrm>
            <a:prstGeom prst="straightConnector1">
              <a:avLst/>
            </a:prstGeom>
            <a:ln w="15875">
              <a:solidFill>
                <a:schemeClr val="accent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3" name="直接箭头连接符 22"/>
            <p:cNvCxnSpPr>
              <a:stCxn id="14" idx="1"/>
              <a:endCxn id="18" idx="1"/>
            </p:cNvCxnSpPr>
            <p:nvPr/>
          </p:nvCxnSpPr>
          <p:spPr>
            <a:xfrm flipV="1">
              <a:off x="6276976" y="3175414"/>
              <a:ext cx="980631" cy="170555"/>
            </a:xfrm>
            <a:prstGeom prst="straightConnector1">
              <a:avLst/>
            </a:prstGeom>
            <a:ln w="15875">
              <a:solidFill>
                <a:schemeClr val="accent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4" name="直接箭头连接符 23"/>
            <p:cNvCxnSpPr>
              <a:stCxn id="14" idx="1"/>
              <a:endCxn id="19" idx="1"/>
            </p:cNvCxnSpPr>
            <p:nvPr/>
          </p:nvCxnSpPr>
          <p:spPr>
            <a:xfrm>
              <a:off x="6276976" y="3345968"/>
              <a:ext cx="970116" cy="133149"/>
            </a:xfrm>
            <a:prstGeom prst="straightConnector1">
              <a:avLst/>
            </a:prstGeom>
            <a:ln w="15875">
              <a:solidFill>
                <a:schemeClr val="accent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5" name="直接箭头连接符 24"/>
            <p:cNvCxnSpPr>
              <a:stCxn id="14" idx="1"/>
              <a:endCxn id="20" idx="1"/>
            </p:cNvCxnSpPr>
            <p:nvPr/>
          </p:nvCxnSpPr>
          <p:spPr>
            <a:xfrm>
              <a:off x="6276976" y="3345969"/>
              <a:ext cx="980631" cy="384284"/>
            </a:xfrm>
            <a:prstGeom prst="straightConnector1">
              <a:avLst/>
            </a:prstGeom>
            <a:ln w="15875">
              <a:solidFill>
                <a:schemeClr val="accent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6" name="直接箭头连接符 25"/>
            <p:cNvCxnSpPr>
              <a:stCxn id="14" idx="1"/>
              <a:endCxn id="21" idx="1"/>
            </p:cNvCxnSpPr>
            <p:nvPr/>
          </p:nvCxnSpPr>
          <p:spPr>
            <a:xfrm>
              <a:off x="6276976" y="3345969"/>
              <a:ext cx="980631" cy="655371"/>
            </a:xfrm>
            <a:prstGeom prst="straightConnector1">
              <a:avLst/>
            </a:prstGeom>
            <a:ln w="15875">
              <a:solidFill>
                <a:schemeClr val="accent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7" name="矩形 26"/>
            <p:cNvSpPr/>
            <p:nvPr/>
          </p:nvSpPr>
          <p:spPr>
            <a:xfrm>
              <a:off x="7328314" y="2108077"/>
              <a:ext cx="1234355" cy="40718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accent4">
                      <a:lumMod val="75000"/>
                    </a:schemeClr>
                  </a:solidFill>
                  <a:latin typeface="微软雅黑 Light" panose="020B0502040204020203" pitchFamily="34" charset="-122"/>
                  <a:ea typeface="微软雅黑 Light" panose="020B0502040204020203" pitchFamily="34" charset="-122"/>
                </a:rPr>
                <a:t>拥塞管理</a:t>
              </a:r>
              <a:endParaRPr lang="en-US" altLang="zh-CN" sz="1600" dirty="0">
                <a:solidFill>
                  <a:schemeClr val="accent4">
                    <a:lumMod val="75000"/>
                  </a:schemeClr>
                </a:solidFill>
                <a:latin typeface="微软雅黑 Light" panose="020B0502040204020203" pitchFamily="34" charset="-122"/>
                <a:ea typeface="微软雅黑 Light" panose="020B0502040204020203" pitchFamily="34" charset="-122"/>
              </a:endParaRPr>
            </a:p>
          </p:txBody>
        </p:sp>
        <p:cxnSp>
          <p:nvCxnSpPr>
            <p:cNvPr id="28" name="直接箭头连接符 27"/>
            <p:cNvCxnSpPr/>
            <p:nvPr/>
          </p:nvCxnSpPr>
          <p:spPr>
            <a:xfrm>
              <a:off x="8587465" y="3004464"/>
              <a:ext cx="1028216" cy="255856"/>
            </a:xfrm>
            <a:prstGeom prst="straightConnector1">
              <a:avLst/>
            </a:prstGeom>
            <a:ln w="15875">
              <a:solidFill>
                <a:schemeClr val="accent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9" name="直接箭头连接符 28"/>
            <p:cNvCxnSpPr/>
            <p:nvPr/>
          </p:nvCxnSpPr>
          <p:spPr>
            <a:xfrm>
              <a:off x="8587465" y="3170539"/>
              <a:ext cx="999743" cy="179561"/>
            </a:xfrm>
            <a:prstGeom prst="straightConnector1">
              <a:avLst/>
            </a:prstGeom>
            <a:ln w="15875">
              <a:solidFill>
                <a:schemeClr val="accent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0" name="直接箭头连接符 29"/>
            <p:cNvCxnSpPr>
              <a:stCxn id="35" idx="2"/>
            </p:cNvCxnSpPr>
            <p:nvPr/>
          </p:nvCxnSpPr>
          <p:spPr>
            <a:xfrm>
              <a:off x="8587310" y="3371043"/>
              <a:ext cx="1030415" cy="57958"/>
            </a:xfrm>
            <a:prstGeom prst="straightConnector1">
              <a:avLst/>
            </a:prstGeom>
            <a:ln w="15875">
              <a:solidFill>
                <a:schemeClr val="accent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1" name="直接箭头连接符 30"/>
            <p:cNvCxnSpPr/>
            <p:nvPr/>
          </p:nvCxnSpPr>
          <p:spPr>
            <a:xfrm flipV="1">
              <a:off x="8587144" y="3498117"/>
              <a:ext cx="999903" cy="132915"/>
            </a:xfrm>
            <a:prstGeom prst="straightConnector1">
              <a:avLst/>
            </a:prstGeom>
            <a:ln w="15875">
              <a:solidFill>
                <a:schemeClr val="accent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2" name="直接箭头连接符 31"/>
            <p:cNvCxnSpPr/>
            <p:nvPr/>
          </p:nvCxnSpPr>
          <p:spPr>
            <a:xfrm flipV="1">
              <a:off x="8587144" y="3555346"/>
              <a:ext cx="1000064" cy="264276"/>
            </a:xfrm>
            <a:prstGeom prst="straightConnector1">
              <a:avLst/>
            </a:prstGeom>
            <a:ln w="15875">
              <a:solidFill>
                <a:schemeClr val="accent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33" name="矩形 32"/>
            <p:cNvSpPr/>
            <p:nvPr/>
          </p:nvSpPr>
          <p:spPr>
            <a:xfrm rot="16867306">
              <a:off x="8866582" y="2409998"/>
              <a:ext cx="339740" cy="11154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600" dirty="0">
                  <a:solidFill>
                    <a:srgbClr val="00B050"/>
                  </a:solidFill>
                  <a:latin typeface="微软雅黑 Light" panose="020B0502040204020203" pitchFamily="34" charset="-122"/>
                  <a:ea typeface="微软雅黑 Light" panose="020B0502040204020203" pitchFamily="34" charset="-122"/>
                </a:rPr>
                <a:t>流量整形</a:t>
              </a:r>
              <a:endParaRPr lang="en-US" altLang="zh-CN" sz="1600" dirty="0">
                <a:solidFill>
                  <a:srgbClr val="00B050"/>
                </a:solidFill>
                <a:latin typeface="微软雅黑 Light" panose="020B0502040204020203" pitchFamily="34" charset="-122"/>
                <a:ea typeface="微软雅黑 Light" panose="020B0502040204020203" pitchFamily="34" charset="-122"/>
              </a:endParaRPr>
            </a:p>
          </p:txBody>
        </p:sp>
        <p:sp>
          <p:nvSpPr>
            <p:cNvPr id="34" name="矩形 33"/>
            <p:cNvSpPr/>
            <p:nvPr/>
          </p:nvSpPr>
          <p:spPr>
            <a:xfrm rot="17010283">
              <a:off x="8948711" y="2312516"/>
              <a:ext cx="286485" cy="88316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100" dirty="0">
                  <a:solidFill>
                    <a:schemeClr val="tx1"/>
                  </a:solidFill>
                  <a:latin typeface="微软雅黑 Light" panose="020B0502040204020203" pitchFamily="34" charset="-122"/>
                  <a:ea typeface="微软雅黑 Light" panose="020B0502040204020203" pitchFamily="34" charset="-122"/>
                </a:rPr>
                <a:t>出队列</a:t>
              </a:r>
              <a:endParaRPr lang="en-US" altLang="zh-CN" sz="1100" dirty="0">
                <a:solidFill>
                  <a:schemeClr val="tx1"/>
                </a:solidFill>
                <a:latin typeface="微软雅黑 Light" panose="020B0502040204020203" pitchFamily="34" charset="-122"/>
                <a:ea typeface="微软雅黑 Light" panose="020B0502040204020203" pitchFamily="34" charset="-122"/>
              </a:endParaRPr>
            </a:p>
          </p:txBody>
        </p:sp>
        <p:sp>
          <p:nvSpPr>
            <p:cNvPr id="35" name="弧形 34"/>
            <p:cNvSpPr/>
            <p:nvPr/>
          </p:nvSpPr>
          <p:spPr>
            <a:xfrm rot="5400000">
              <a:off x="7506258" y="3185996"/>
              <a:ext cx="1727429" cy="434983"/>
            </a:xfrm>
            <a:prstGeom prst="arc">
              <a:avLst>
                <a:gd name="adj1" fmla="val 16200000"/>
                <a:gd name="adj2" fmla="val 15690568"/>
              </a:avLst>
            </a:prstGeom>
            <a:ln>
              <a:headEnd type="stealth" w="lg" len="med"/>
            </a:ln>
          </p:spPr>
          <p:style>
            <a:lnRef idx="1">
              <a:schemeClr val="accent1"/>
            </a:lnRef>
            <a:fillRef idx="0">
              <a:schemeClr val="accent1"/>
            </a:fillRef>
            <a:effectRef idx="0">
              <a:schemeClr val="accent1"/>
            </a:effectRef>
            <a:fontRef idx="minor">
              <a:schemeClr val="tx1"/>
            </a:fontRef>
          </p:style>
          <p:txBody>
            <a:bodyPr vert="vert270" rtlCol="0" anchor="ctr"/>
            <a:lstStyle/>
            <a:p>
              <a:pPr algn="ctr"/>
              <a:r>
                <a:rPr lang="zh-CN" altLang="en-US" dirty="0">
                  <a:latin typeface="微软雅黑 Light" panose="020B0502040204020203" pitchFamily="34" charset="-122"/>
                  <a:ea typeface="微软雅黑 Light" panose="020B0502040204020203" pitchFamily="34" charset="-122"/>
                </a:rPr>
                <a:t>调</a:t>
              </a:r>
              <a:endParaRPr lang="en-US" altLang="zh-CN" dirty="0">
                <a:latin typeface="微软雅黑 Light" panose="020B0502040204020203" pitchFamily="34" charset="-122"/>
                <a:ea typeface="微软雅黑 Light" panose="020B0502040204020203" pitchFamily="34" charset="-122"/>
              </a:endParaRPr>
            </a:p>
            <a:p>
              <a:pPr algn="ctr"/>
              <a:r>
                <a:rPr lang="zh-CN" altLang="en-US" dirty="0">
                  <a:latin typeface="微软雅黑 Light" panose="020B0502040204020203" pitchFamily="34" charset="-122"/>
                  <a:ea typeface="微软雅黑 Light" panose="020B0502040204020203" pitchFamily="34" charset="-122"/>
                </a:rPr>
                <a:t>度</a:t>
              </a:r>
              <a:endParaRPr lang="zh-CN" altLang="en-US" dirty="0">
                <a:latin typeface="微软雅黑 Light" panose="020B0502040204020203" pitchFamily="34" charset="-122"/>
                <a:ea typeface="微软雅黑 Light" panose="020B0502040204020203" pitchFamily="34" charset="-122"/>
              </a:endParaRPr>
            </a:p>
          </p:txBody>
        </p:sp>
        <p:cxnSp>
          <p:nvCxnSpPr>
            <p:cNvPr id="36" name="直接箭头连接符 35"/>
            <p:cNvCxnSpPr>
              <a:stCxn id="17" idx="3"/>
            </p:cNvCxnSpPr>
            <p:nvPr/>
          </p:nvCxnSpPr>
          <p:spPr>
            <a:xfrm>
              <a:off x="7962427" y="2904327"/>
              <a:ext cx="190054" cy="0"/>
            </a:xfrm>
            <a:prstGeom prst="straightConnector1">
              <a:avLst/>
            </a:prstGeom>
            <a:ln w="15875">
              <a:solidFill>
                <a:schemeClr val="accent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7" name="直接箭头连接符 36"/>
            <p:cNvCxnSpPr>
              <a:stCxn id="18" idx="3"/>
            </p:cNvCxnSpPr>
            <p:nvPr/>
          </p:nvCxnSpPr>
          <p:spPr>
            <a:xfrm flipV="1">
              <a:off x="7962427" y="3170539"/>
              <a:ext cx="190054" cy="4874"/>
            </a:xfrm>
            <a:prstGeom prst="straightConnector1">
              <a:avLst/>
            </a:prstGeom>
            <a:ln w="15875">
              <a:solidFill>
                <a:schemeClr val="accent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8" name="直接箭头连接符 37"/>
            <p:cNvCxnSpPr/>
            <p:nvPr/>
          </p:nvCxnSpPr>
          <p:spPr>
            <a:xfrm>
              <a:off x="7962427" y="3454825"/>
              <a:ext cx="190054" cy="0"/>
            </a:xfrm>
            <a:prstGeom prst="straightConnector1">
              <a:avLst/>
            </a:prstGeom>
            <a:ln w="15875">
              <a:solidFill>
                <a:schemeClr val="accent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9" name="直接箭头连接符 38"/>
            <p:cNvCxnSpPr/>
            <p:nvPr/>
          </p:nvCxnSpPr>
          <p:spPr>
            <a:xfrm>
              <a:off x="7962427" y="3724276"/>
              <a:ext cx="190054" cy="0"/>
            </a:xfrm>
            <a:prstGeom prst="straightConnector1">
              <a:avLst/>
            </a:prstGeom>
            <a:ln w="15875">
              <a:solidFill>
                <a:schemeClr val="accent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0" name="直接箭头连接符 39"/>
            <p:cNvCxnSpPr>
              <a:stCxn id="21" idx="3"/>
            </p:cNvCxnSpPr>
            <p:nvPr/>
          </p:nvCxnSpPr>
          <p:spPr>
            <a:xfrm>
              <a:off x="7962427" y="4001339"/>
              <a:ext cx="190054" cy="0"/>
            </a:xfrm>
            <a:prstGeom prst="straightConnector1">
              <a:avLst/>
            </a:prstGeom>
            <a:ln w="15875">
              <a:solidFill>
                <a:schemeClr val="accent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41" name="矩形 40"/>
            <p:cNvSpPr/>
            <p:nvPr/>
          </p:nvSpPr>
          <p:spPr>
            <a:xfrm>
              <a:off x="9783815" y="2445174"/>
              <a:ext cx="400776" cy="2019300"/>
            </a:xfrm>
            <a:prstGeom prst="rect">
              <a:avLst/>
            </a:prstGeom>
            <a:solidFill>
              <a:schemeClr val="accent3">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dirty="0">
                  <a:solidFill>
                    <a:schemeClr val="tx1"/>
                  </a:solidFill>
                  <a:latin typeface="微软雅黑 Light" panose="020B0502040204020203" pitchFamily="34" charset="-122"/>
                  <a:ea typeface="微软雅黑 Light" panose="020B0502040204020203" pitchFamily="34" charset="-122"/>
                </a:rPr>
                <a:t>出</a:t>
              </a:r>
              <a:endParaRPr lang="en-US" altLang="zh-CN" dirty="0">
                <a:solidFill>
                  <a:schemeClr val="tx1"/>
                </a:solidFill>
                <a:latin typeface="微软雅黑 Light" panose="020B0502040204020203" pitchFamily="34" charset="-122"/>
                <a:ea typeface="微软雅黑 Light" panose="020B0502040204020203" pitchFamily="34" charset="-122"/>
              </a:endParaRPr>
            </a:p>
            <a:p>
              <a:r>
                <a:rPr lang="zh-CN" altLang="en-US" dirty="0">
                  <a:solidFill>
                    <a:schemeClr val="tx1"/>
                  </a:solidFill>
                  <a:latin typeface="微软雅黑 Light" panose="020B0502040204020203" pitchFamily="34" charset="-122"/>
                  <a:ea typeface="微软雅黑 Light" panose="020B0502040204020203" pitchFamily="34" charset="-122"/>
                </a:rPr>
                <a:t>接</a:t>
              </a:r>
              <a:endParaRPr lang="en-US" altLang="zh-CN" dirty="0">
                <a:solidFill>
                  <a:schemeClr val="tx1"/>
                </a:solidFill>
                <a:latin typeface="微软雅黑 Light" panose="020B0502040204020203" pitchFamily="34" charset="-122"/>
                <a:ea typeface="微软雅黑 Light" panose="020B0502040204020203" pitchFamily="34" charset="-122"/>
              </a:endParaRPr>
            </a:p>
            <a:p>
              <a:r>
                <a:rPr lang="zh-CN" altLang="en-US" dirty="0">
                  <a:solidFill>
                    <a:schemeClr val="tx1"/>
                  </a:solidFill>
                  <a:latin typeface="微软雅黑 Light" panose="020B0502040204020203" pitchFamily="34" charset="-122"/>
                  <a:ea typeface="微软雅黑 Light" panose="020B0502040204020203" pitchFamily="34" charset="-122"/>
                </a:rPr>
                <a:t>口</a:t>
              </a:r>
              <a:endParaRPr lang="zh-CN" altLang="en-US" dirty="0">
                <a:solidFill>
                  <a:schemeClr val="tx1"/>
                </a:solidFill>
                <a:latin typeface="微软雅黑 Light" panose="020B0502040204020203" pitchFamily="34" charset="-122"/>
                <a:ea typeface="微软雅黑 Light" panose="020B0502040204020203" pitchFamily="34" charset="-122"/>
              </a:endParaRPr>
            </a:p>
          </p:txBody>
        </p:sp>
      </p:gr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normAutofit lnSpcReduction="10000"/>
          </a:bodyPr>
          <a:lstStyle/>
          <a:p>
            <a:r>
              <a:rPr lang="zh-CN" altLang="en-US" dirty="0"/>
              <a:t>网络应用都是端到端的通信，两个主机进行通信，中间可能要跨越多个物理网络，经过多个路由器，要实现端到端的</a:t>
            </a:r>
            <a:r>
              <a:rPr lang="en-US" altLang="zh-CN" dirty="0"/>
              <a:t>QoS</a:t>
            </a:r>
            <a:r>
              <a:rPr lang="zh-CN" altLang="en-US" dirty="0"/>
              <a:t>，就必须从全局考虑</a:t>
            </a:r>
            <a:endParaRPr lang="zh-CN" altLang="en-US" dirty="0"/>
          </a:p>
          <a:p>
            <a:r>
              <a:rPr lang="en-US" altLang="zh-CN" dirty="0"/>
              <a:t>QoS</a:t>
            </a:r>
            <a:r>
              <a:rPr lang="zh-CN" altLang="en-US" dirty="0"/>
              <a:t>模型是端到端的</a:t>
            </a:r>
            <a:r>
              <a:rPr lang="en-US" altLang="zh-CN" dirty="0"/>
              <a:t>QoS</a:t>
            </a:r>
            <a:r>
              <a:rPr lang="zh-CN" altLang="en-US" dirty="0"/>
              <a:t>设计方案，确定如何在网络中通过部署来保证</a:t>
            </a:r>
            <a:r>
              <a:rPr lang="en-US" altLang="zh-CN" dirty="0"/>
              <a:t>QoS</a:t>
            </a:r>
            <a:r>
              <a:rPr lang="zh-CN" altLang="en-US" dirty="0"/>
              <a:t>的度量指标在</a:t>
            </a:r>
            <a:r>
              <a:rPr lang="zh-CN" altLang="en-US" dirty="0">
                <a:solidFill>
                  <a:srgbClr val="C00000"/>
                </a:solidFill>
              </a:rPr>
              <a:t>一定的合理</a:t>
            </a:r>
            <a:r>
              <a:rPr lang="zh-CN" altLang="en-US" dirty="0"/>
              <a:t>范围内，提高网络的服务质量</a:t>
            </a:r>
            <a:endParaRPr lang="zh-CN" altLang="en-US" dirty="0"/>
          </a:p>
          <a:p>
            <a:r>
              <a:rPr lang="zh-CN" altLang="en-US" dirty="0"/>
              <a:t>网络中的两个主机通信时，中间可能会跨越各种各样的设备。只有当网络中所有设备都遵循统一的</a:t>
            </a:r>
            <a:r>
              <a:rPr lang="en-US" altLang="zh-CN" dirty="0"/>
              <a:t>QoS</a:t>
            </a:r>
            <a:r>
              <a:rPr lang="zh-CN" altLang="en-US" dirty="0"/>
              <a:t>服务模型时，才能实现端到端的质量保证</a:t>
            </a:r>
            <a:endParaRPr lang="zh-CN" altLang="en-US" dirty="0"/>
          </a:p>
          <a:p>
            <a:r>
              <a:rPr lang="zh-CN" altLang="en-US" dirty="0"/>
              <a:t>三种服务模型：</a:t>
            </a:r>
            <a:endParaRPr lang="zh-CN" altLang="en-US" dirty="0"/>
          </a:p>
          <a:p>
            <a:pPr lvl="1"/>
            <a:r>
              <a:rPr lang="zh-CN" altLang="en-US" dirty="0"/>
              <a:t>尽力而为（</a:t>
            </a:r>
            <a:r>
              <a:rPr lang="en-US" altLang="zh-CN" dirty="0"/>
              <a:t>Best-Effort</a:t>
            </a:r>
            <a:r>
              <a:rPr lang="zh-CN" altLang="en-US" dirty="0"/>
              <a:t>）服务模型</a:t>
            </a:r>
            <a:endParaRPr lang="zh-CN" altLang="en-US" dirty="0"/>
          </a:p>
          <a:p>
            <a:pPr lvl="1"/>
            <a:r>
              <a:rPr lang="zh-CN" altLang="en-US" dirty="0"/>
              <a:t>综合服务（</a:t>
            </a:r>
            <a:r>
              <a:rPr lang="en-US" altLang="zh-CN" dirty="0"/>
              <a:t>Integrated Service</a:t>
            </a:r>
            <a:r>
              <a:rPr lang="zh-CN" altLang="en-US" dirty="0"/>
              <a:t>，简称</a:t>
            </a:r>
            <a:r>
              <a:rPr lang="en-US" altLang="zh-CN" dirty="0" err="1"/>
              <a:t>IntServ</a:t>
            </a:r>
            <a:r>
              <a:rPr lang="zh-CN" altLang="en-US" dirty="0"/>
              <a:t>）模型</a:t>
            </a:r>
            <a:endParaRPr lang="zh-CN" altLang="en-US" dirty="0"/>
          </a:p>
          <a:p>
            <a:pPr lvl="1"/>
            <a:r>
              <a:rPr lang="zh-CN" altLang="en-US" dirty="0"/>
              <a:t>差分服务（</a:t>
            </a:r>
            <a:r>
              <a:rPr lang="en-US" altLang="zh-CN" dirty="0"/>
              <a:t>Differentiated Service</a:t>
            </a:r>
            <a:r>
              <a:rPr lang="zh-CN" altLang="en-US" dirty="0"/>
              <a:t>，简称</a:t>
            </a:r>
            <a:r>
              <a:rPr lang="en-US" altLang="zh-CN" dirty="0"/>
              <a:t>DiffServ</a:t>
            </a:r>
            <a:r>
              <a:rPr lang="zh-CN" altLang="en-US" dirty="0"/>
              <a:t>）模型</a:t>
            </a:r>
            <a:endParaRPr lang="zh-CN" altLang="en-US" dirty="0"/>
          </a:p>
          <a:p>
            <a:endParaRPr lang="zh-CN" altLang="en-US" dirty="0"/>
          </a:p>
        </p:txBody>
      </p:sp>
      <p:sp>
        <p:nvSpPr>
          <p:cNvPr id="4" name="灯片编号占位符 3"/>
          <p:cNvSpPr>
            <a:spLocks noGrp="1"/>
          </p:cNvSpPr>
          <p:nvPr>
            <p:ph type="sldNum" sz="quarter" idx="12"/>
          </p:nvPr>
        </p:nvSpPr>
        <p:spPr/>
        <p:txBody>
          <a:bodyPr/>
          <a:lstStyle/>
          <a:p>
            <a:pPr>
              <a:defRPr/>
            </a:pPr>
            <a:fld id="{816960B2-2B11-492C-B588-5290E1274F96}" type="slidenum">
              <a:rPr lang="en-US" altLang="zh-CN" smtClean="0"/>
            </a:fld>
            <a:endParaRPr lang="en-US" altLang="zh-CN" dirty="0"/>
          </a:p>
        </p:txBody>
      </p:sp>
      <p:sp>
        <p:nvSpPr>
          <p:cNvPr id="5" name="标题 4"/>
          <p:cNvSpPr>
            <a:spLocks noGrp="1"/>
          </p:cNvSpPr>
          <p:nvPr>
            <p:ph type="title"/>
          </p:nvPr>
        </p:nvSpPr>
        <p:spPr/>
        <p:txBody>
          <a:bodyPr/>
          <a:lstStyle/>
          <a:p>
            <a:r>
              <a:rPr lang="en-US" altLang="zh-CN" dirty="0">
                <a:latin typeface="+mn-ea"/>
                <a:ea typeface="+mn-ea"/>
              </a:rPr>
              <a:t>QoS</a:t>
            </a:r>
            <a:r>
              <a:rPr lang="zh-CN" altLang="en-US" dirty="0">
                <a:latin typeface="+mn-ea"/>
                <a:ea typeface="+mn-ea"/>
              </a:rPr>
              <a:t>服务模型</a:t>
            </a:r>
            <a:endParaRPr lang="zh-CN" altLang="en-US" dirty="0">
              <a:latin typeface="+mn-ea"/>
              <a:ea typeface="+mn-ea"/>
            </a:endParaRP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latin typeface="+mn-ea"/>
                <a:ea typeface="+mn-ea"/>
              </a:rPr>
              <a:t>Best-Effort</a:t>
            </a:r>
            <a:r>
              <a:rPr lang="zh-CN" altLang="en-US" dirty="0">
                <a:latin typeface="+mn-ea"/>
                <a:ea typeface="+mn-ea"/>
              </a:rPr>
              <a:t>服务模型</a:t>
            </a:r>
            <a:endParaRPr lang="zh-CN" altLang="en-US" dirty="0">
              <a:latin typeface="+mn-ea"/>
              <a:ea typeface="+mn-ea"/>
            </a:endParaRPr>
          </a:p>
        </p:txBody>
      </p:sp>
      <p:sp>
        <p:nvSpPr>
          <p:cNvPr id="3" name="内容占位符 2"/>
          <p:cNvSpPr>
            <a:spLocks noGrp="1"/>
          </p:cNvSpPr>
          <p:nvPr>
            <p:ph idx="1"/>
          </p:nvPr>
        </p:nvSpPr>
        <p:spPr>
          <a:xfrm>
            <a:off x="334434" y="1052514"/>
            <a:ext cx="6915659" cy="5437187"/>
          </a:xfrm>
        </p:spPr>
        <p:txBody>
          <a:bodyPr/>
          <a:lstStyle/>
          <a:p>
            <a:r>
              <a:rPr lang="en-US" altLang="zh-CN" dirty="0"/>
              <a:t>Best-Effort</a:t>
            </a:r>
            <a:r>
              <a:rPr lang="zh-CN" altLang="en-US" dirty="0"/>
              <a:t>是</a:t>
            </a:r>
            <a:r>
              <a:rPr lang="en-US" altLang="zh-CN" dirty="0"/>
              <a:t>Internet</a:t>
            </a:r>
            <a:r>
              <a:rPr lang="zh-CN" altLang="en-US" dirty="0"/>
              <a:t>的缺省服务模型</a:t>
            </a:r>
            <a:endParaRPr lang="zh-CN" altLang="en-US" dirty="0"/>
          </a:p>
          <a:p>
            <a:r>
              <a:rPr lang="en-US" altLang="zh-CN" dirty="0"/>
              <a:t>Best-Effort</a:t>
            </a:r>
            <a:r>
              <a:rPr lang="zh-CN" altLang="en-US" dirty="0"/>
              <a:t>是最简单的</a:t>
            </a:r>
            <a:r>
              <a:rPr lang="en-US" altLang="zh-CN" dirty="0"/>
              <a:t>QoS</a:t>
            </a:r>
            <a:r>
              <a:rPr lang="zh-CN" altLang="en-US" dirty="0"/>
              <a:t>服务模型：</a:t>
            </a:r>
            <a:endParaRPr lang="zh-CN" altLang="en-US" dirty="0"/>
          </a:p>
          <a:p>
            <a:pPr lvl="1"/>
            <a:r>
              <a:rPr lang="zh-CN" altLang="en-US" dirty="0"/>
              <a:t>应用程序可以在任何时候，发出任意数量的报文，而且不需要通知网络</a:t>
            </a:r>
            <a:endParaRPr lang="zh-CN" altLang="en-US" dirty="0"/>
          </a:p>
          <a:p>
            <a:pPr lvl="1"/>
            <a:r>
              <a:rPr lang="zh-CN" altLang="en-US" dirty="0"/>
              <a:t>网络尽最大的可能性来发送报文，但对时延、可靠性等性能不提供任何保证</a:t>
            </a:r>
            <a:endParaRPr lang="zh-CN" altLang="en-US" dirty="0"/>
          </a:p>
          <a:p>
            <a:r>
              <a:rPr lang="en-US" altLang="zh-CN" dirty="0"/>
              <a:t>Best-Effort</a:t>
            </a:r>
            <a:r>
              <a:rPr lang="zh-CN" altLang="en-US" dirty="0"/>
              <a:t>服务模型适用于对时延、可靠性等性能要求不高的业务，适用于绝大多数网络应用，如</a:t>
            </a:r>
            <a:r>
              <a:rPr lang="en-US" altLang="zh-CN" dirty="0"/>
              <a:t>FTP</a:t>
            </a:r>
            <a:r>
              <a:rPr lang="zh-CN" altLang="en-US" dirty="0"/>
              <a:t>、</a:t>
            </a:r>
            <a:r>
              <a:rPr lang="en-US" altLang="zh-CN" dirty="0"/>
              <a:t>E-Mail</a:t>
            </a:r>
            <a:r>
              <a:rPr lang="zh-CN" altLang="en-US" dirty="0"/>
              <a:t>等</a:t>
            </a:r>
            <a:endParaRPr lang="zh-CN" altLang="en-US" dirty="0"/>
          </a:p>
          <a:p>
            <a:endParaRPr lang="zh-CN" altLang="en-US" dirty="0"/>
          </a:p>
        </p:txBody>
      </p:sp>
      <p:sp>
        <p:nvSpPr>
          <p:cNvPr id="4" name="灯片编号占位符 3"/>
          <p:cNvSpPr>
            <a:spLocks noGrp="1"/>
          </p:cNvSpPr>
          <p:nvPr>
            <p:ph type="sldNum" sz="quarter" idx="12"/>
          </p:nvPr>
        </p:nvSpPr>
        <p:spPr/>
        <p:txBody>
          <a:bodyPr/>
          <a:lstStyle/>
          <a:p>
            <a:pPr>
              <a:defRPr/>
            </a:pPr>
            <a:fld id="{816960B2-2B11-492C-B588-5290E1274F96}" type="slidenum">
              <a:rPr lang="en-US" altLang="zh-CN" smtClean="0"/>
            </a:fld>
            <a:endParaRPr lang="en-US" altLang="zh-CN" dirty="0"/>
          </a:p>
        </p:txBody>
      </p:sp>
      <p:sp>
        <p:nvSpPr>
          <p:cNvPr id="6" name="爆炸形: 8 pt  5"/>
          <p:cNvSpPr/>
          <p:nvPr/>
        </p:nvSpPr>
        <p:spPr>
          <a:xfrm>
            <a:off x="8513127" y="4020663"/>
            <a:ext cx="1184834" cy="1098261"/>
          </a:xfrm>
          <a:prstGeom prst="irregularSeal1">
            <a:avLst/>
          </a:prstGeom>
          <a:solidFill>
            <a:schemeClr val="accent1">
              <a:lumMod val="90000"/>
            </a:schemeClr>
          </a:solidFill>
        </p:spPr>
        <p:style>
          <a:lnRef idx="0">
            <a:schemeClr val="accent6"/>
          </a:lnRef>
          <a:fillRef idx="3">
            <a:schemeClr val="accent6"/>
          </a:fillRef>
          <a:effectRef idx="3">
            <a:schemeClr val="accent6"/>
          </a:effectRef>
          <a:fontRef idx="minor">
            <a:schemeClr val="lt1"/>
          </a:fontRef>
        </p:style>
        <p:txBody>
          <a:bodyPr lIns="0" tIns="0" rIns="0" bIns="0" rtlCol="0" anchor="ctr"/>
          <a:lstStyle/>
          <a:p>
            <a:pPr algn="ctr">
              <a:lnSpc>
                <a:spcPct val="120000"/>
              </a:lnSpc>
            </a:pPr>
            <a:r>
              <a:rPr lang="zh-CN" altLang="en-US" sz="1200" dirty="0">
                <a:solidFill>
                  <a:srgbClr val="FF0000"/>
                </a:solidFill>
                <a:cs typeface="+mn-ea"/>
                <a:sym typeface="+mn-lt"/>
              </a:rPr>
              <a:t>拥塞</a:t>
            </a:r>
            <a:endParaRPr lang="zh-CN" altLang="en-US" sz="1200" dirty="0">
              <a:solidFill>
                <a:srgbClr val="FF0000"/>
              </a:solidFill>
              <a:cs typeface="+mn-ea"/>
              <a:sym typeface="+mn-lt"/>
            </a:endParaRPr>
          </a:p>
          <a:p>
            <a:pPr algn="ctr">
              <a:lnSpc>
                <a:spcPct val="120000"/>
              </a:lnSpc>
            </a:pPr>
            <a:r>
              <a:rPr lang="zh-CN" altLang="en-US" sz="1200" dirty="0">
                <a:solidFill>
                  <a:srgbClr val="FF0000"/>
                </a:solidFill>
                <a:cs typeface="+mn-ea"/>
                <a:sym typeface="+mn-lt"/>
              </a:rPr>
              <a:t>丢失</a:t>
            </a:r>
            <a:endParaRPr lang="zh-CN" altLang="en-US" sz="1200" dirty="0">
              <a:solidFill>
                <a:srgbClr val="FF0000"/>
              </a:solidFill>
              <a:cs typeface="+mn-ea"/>
              <a:sym typeface="+mn-lt"/>
            </a:endParaRPr>
          </a:p>
        </p:txBody>
      </p:sp>
      <p:pic>
        <p:nvPicPr>
          <p:cNvPr id="7" name="图形 6"/>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903762" y="2923655"/>
            <a:ext cx="377707" cy="450242"/>
          </a:xfrm>
          <a:prstGeom prst="rect">
            <a:avLst/>
          </a:prstGeom>
        </p:spPr>
      </p:pic>
      <p:pic>
        <p:nvPicPr>
          <p:cNvPr id="8" name="图形 7"/>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405772" y="2065854"/>
            <a:ext cx="440659" cy="397715"/>
          </a:xfrm>
          <a:prstGeom prst="rect">
            <a:avLst/>
          </a:prstGeom>
        </p:spPr>
      </p:pic>
      <p:pic>
        <p:nvPicPr>
          <p:cNvPr id="9" name="图形 8"/>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9277449" y="2923655"/>
            <a:ext cx="377707" cy="450242"/>
          </a:xfrm>
          <a:prstGeom prst="rect">
            <a:avLst/>
          </a:prstGeom>
        </p:spPr>
      </p:pic>
      <p:pic>
        <p:nvPicPr>
          <p:cNvPr id="10" name="图形 9"/>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651137" y="2923655"/>
            <a:ext cx="377707" cy="450242"/>
          </a:xfrm>
          <a:prstGeom prst="rect">
            <a:avLst/>
          </a:prstGeom>
        </p:spPr>
      </p:pic>
      <p:pic>
        <p:nvPicPr>
          <p:cNvPr id="11" name="图形 10"/>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9869866" y="1960738"/>
            <a:ext cx="377707" cy="450242"/>
          </a:xfrm>
          <a:prstGeom prst="rect">
            <a:avLst/>
          </a:prstGeom>
        </p:spPr>
      </p:pic>
      <p:pic>
        <p:nvPicPr>
          <p:cNvPr id="12" name="图形 11"/>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9277449" y="3886573"/>
            <a:ext cx="377707" cy="450242"/>
          </a:xfrm>
          <a:prstGeom prst="rect">
            <a:avLst/>
          </a:prstGeom>
        </p:spPr>
      </p:pic>
      <p:pic>
        <p:nvPicPr>
          <p:cNvPr id="13" name="图形 12"/>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1090940" y="3939100"/>
            <a:ext cx="440659" cy="397715"/>
          </a:xfrm>
          <a:prstGeom prst="rect">
            <a:avLst/>
          </a:prstGeom>
        </p:spPr>
      </p:pic>
      <p:cxnSp>
        <p:nvCxnSpPr>
          <p:cNvPr id="14" name="直接连接符 13"/>
          <p:cNvCxnSpPr>
            <a:stCxn id="7" idx="3"/>
            <a:endCxn id="9" idx="1"/>
          </p:cNvCxnSpPr>
          <p:nvPr/>
        </p:nvCxnSpPr>
        <p:spPr>
          <a:xfrm>
            <a:off x="8281469" y="3148776"/>
            <a:ext cx="995980" cy="0"/>
          </a:xfrm>
          <a:prstGeom prst="line">
            <a:avLst/>
          </a:prstGeom>
        </p:spPr>
        <p:style>
          <a:lnRef idx="3">
            <a:schemeClr val="dk1"/>
          </a:lnRef>
          <a:fillRef idx="0">
            <a:schemeClr val="dk1"/>
          </a:fillRef>
          <a:effectRef idx="2">
            <a:schemeClr val="dk1"/>
          </a:effectRef>
          <a:fontRef idx="minor">
            <a:schemeClr val="tx1"/>
          </a:fontRef>
        </p:style>
      </p:cxnSp>
      <p:cxnSp>
        <p:nvCxnSpPr>
          <p:cNvPr id="15" name="直接连接符 14"/>
          <p:cNvCxnSpPr>
            <a:stCxn id="9" idx="3"/>
            <a:endCxn id="10" idx="1"/>
          </p:cNvCxnSpPr>
          <p:nvPr/>
        </p:nvCxnSpPr>
        <p:spPr>
          <a:xfrm>
            <a:off x="9655157" y="3148776"/>
            <a:ext cx="995980" cy="0"/>
          </a:xfrm>
          <a:prstGeom prst="line">
            <a:avLst/>
          </a:prstGeom>
        </p:spPr>
        <p:style>
          <a:lnRef idx="3">
            <a:schemeClr val="dk1"/>
          </a:lnRef>
          <a:fillRef idx="0">
            <a:schemeClr val="dk1"/>
          </a:fillRef>
          <a:effectRef idx="2">
            <a:schemeClr val="dk1"/>
          </a:effectRef>
          <a:fontRef idx="minor">
            <a:schemeClr val="tx1"/>
          </a:fontRef>
        </p:style>
      </p:cxnSp>
      <p:cxnSp>
        <p:nvCxnSpPr>
          <p:cNvPr id="16" name="直接连接符 15"/>
          <p:cNvCxnSpPr>
            <a:stCxn id="21" idx="1"/>
            <a:endCxn id="7" idx="0"/>
          </p:cNvCxnSpPr>
          <p:nvPr/>
        </p:nvCxnSpPr>
        <p:spPr>
          <a:xfrm flipH="1">
            <a:off x="8092615" y="2185859"/>
            <a:ext cx="618273" cy="737796"/>
          </a:xfrm>
          <a:prstGeom prst="line">
            <a:avLst/>
          </a:prstGeom>
        </p:spPr>
        <p:style>
          <a:lnRef idx="3">
            <a:schemeClr val="dk1"/>
          </a:lnRef>
          <a:fillRef idx="0">
            <a:schemeClr val="dk1"/>
          </a:fillRef>
          <a:effectRef idx="2">
            <a:schemeClr val="dk1"/>
          </a:effectRef>
          <a:fontRef idx="minor">
            <a:schemeClr val="tx1"/>
          </a:fontRef>
        </p:style>
      </p:cxnSp>
      <p:cxnSp>
        <p:nvCxnSpPr>
          <p:cNvPr id="17" name="直接连接符 16"/>
          <p:cNvCxnSpPr>
            <a:stCxn id="11" idx="3"/>
            <a:endCxn id="10" idx="0"/>
          </p:cNvCxnSpPr>
          <p:nvPr/>
        </p:nvCxnSpPr>
        <p:spPr>
          <a:xfrm>
            <a:off x="10247573" y="2185859"/>
            <a:ext cx="592418" cy="737796"/>
          </a:xfrm>
          <a:prstGeom prst="line">
            <a:avLst/>
          </a:prstGeom>
        </p:spPr>
        <p:style>
          <a:lnRef idx="3">
            <a:schemeClr val="dk1"/>
          </a:lnRef>
          <a:fillRef idx="0">
            <a:schemeClr val="dk1"/>
          </a:fillRef>
          <a:effectRef idx="2">
            <a:schemeClr val="dk1"/>
          </a:effectRef>
          <a:fontRef idx="minor">
            <a:schemeClr val="tx1"/>
          </a:fontRef>
        </p:style>
      </p:cxnSp>
      <p:cxnSp>
        <p:nvCxnSpPr>
          <p:cNvPr id="18" name="直接连接符 17"/>
          <p:cNvCxnSpPr>
            <a:stCxn id="7" idx="2"/>
            <a:endCxn id="12" idx="1"/>
          </p:cNvCxnSpPr>
          <p:nvPr/>
        </p:nvCxnSpPr>
        <p:spPr>
          <a:xfrm>
            <a:off x="8092615" y="3373897"/>
            <a:ext cx="1184834" cy="737796"/>
          </a:xfrm>
          <a:prstGeom prst="line">
            <a:avLst/>
          </a:prstGeom>
        </p:spPr>
        <p:style>
          <a:lnRef idx="3">
            <a:schemeClr val="dk1"/>
          </a:lnRef>
          <a:fillRef idx="0">
            <a:schemeClr val="dk1"/>
          </a:fillRef>
          <a:effectRef idx="2">
            <a:schemeClr val="dk1"/>
          </a:effectRef>
          <a:fontRef idx="minor">
            <a:schemeClr val="tx1"/>
          </a:fontRef>
        </p:style>
      </p:cxnSp>
      <p:cxnSp>
        <p:nvCxnSpPr>
          <p:cNvPr id="19" name="直接连接符 18"/>
          <p:cNvCxnSpPr>
            <a:stCxn id="12" idx="3"/>
            <a:endCxn id="10" idx="2"/>
          </p:cNvCxnSpPr>
          <p:nvPr/>
        </p:nvCxnSpPr>
        <p:spPr>
          <a:xfrm flipV="1">
            <a:off x="9655157" y="3373897"/>
            <a:ext cx="1184834" cy="737796"/>
          </a:xfrm>
          <a:prstGeom prst="line">
            <a:avLst/>
          </a:prstGeom>
        </p:spPr>
        <p:style>
          <a:lnRef idx="3">
            <a:schemeClr val="dk1"/>
          </a:lnRef>
          <a:fillRef idx="0">
            <a:schemeClr val="dk1"/>
          </a:fillRef>
          <a:effectRef idx="2">
            <a:schemeClr val="dk1"/>
          </a:effectRef>
          <a:fontRef idx="minor">
            <a:schemeClr val="tx1"/>
          </a:fontRef>
        </p:style>
      </p:cxnSp>
      <p:cxnSp>
        <p:nvCxnSpPr>
          <p:cNvPr id="20" name="直接连接符 19"/>
          <p:cNvCxnSpPr>
            <a:stCxn id="9" idx="2"/>
            <a:endCxn id="12" idx="0"/>
          </p:cNvCxnSpPr>
          <p:nvPr/>
        </p:nvCxnSpPr>
        <p:spPr>
          <a:xfrm>
            <a:off x="9466303" y="3373897"/>
            <a:ext cx="0" cy="512675"/>
          </a:xfrm>
          <a:prstGeom prst="line">
            <a:avLst/>
          </a:prstGeom>
        </p:spPr>
        <p:style>
          <a:lnRef idx="3">
            <a:schemeClr val="dk1"/>
          </a:lnRef>
          <a:fillRef idx="0">
            <a:schemeClr val="dk1"/>
          </a:fillRef>
          <a:effectRef idx="2">
            <a:schemeClr val="dk1"/>
          </a:effectRef>
          <a:fontRef idx="minor">
            <a:schemeClr val="tx1"/>
          </a:fontRef>
        </p:style>
      </p:cxnSp>
      <p:pic>
        <p:nvPicPr>
          <p:cNvPr id="21" name="图形 20"/>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8710888" y="1960738"/>
            <a:ext cx="377707" cy="450242"/>
          </a:xfrm>
          <a:prstGeom prst="rect">
            <a:avLst/>
          </a:prstGeom>
        </p:spPr>
      </p:pic>
      <p:cxnSp>
        <p:nvCxnSpPr>
          <p:cNvPr id="22" name="直接连接符 21"/>
          <p:cNvCxnSpPr>
            <a:stCxn id="21" idx="3"/>
            <a:endCxn id="11" idx="1"/>
          </p:cNvCxnSpPr>
          <p:nvPr/>
        </p:nvCxnSpPr>
        <p:spPr>
          <a:xfrm>
            <a:off x="9088596" y="2185859"/>
            <a:ext cx="781270" cy="0"/>
          </a:xfrm>
          <a:prstGeom prst="line">
            <a:avLst/>
          </a:prstGeom>
        </p:spPr>
        <p:style>
          <a:lnRef idx="3">
            <a:schemeClr val="dk1"/>
          </a:lnRef>
          <a:fillRef idx="0">
            <a:schemeClr val="dk1"/>
          </a:fillRef>
          <a:effectRef idx="2">
            <a:schemeClr val="dk1"/>
          </a:effectRef>
          <a:fontRef idx="minor">
            <a:schemeClr val="tx1"/>
          </a:fontRef>
        </p:style>
      </p:cxnSp>
      <p:cxnSp>
        <p:nvCxnSpPr>
          <p:cNvPr id="23" name="直接连接符 22"/>
          <p:cNvCxnSpPr>
            <a:stCxn id="11" idx="2"/>
            <a:endCxn id="9" idx="0"/>
          </p:cNvCxnSpPr>
          <p:nvPr/>
        </p:nvCxnSpPr>
        <p:spPr>
          <a:xfrm flipH="1">
            <a:off x="9466303" y="2410980"/>
            <a:ext cx="592416" cy="512675"/>
          </a:xfrm>
          <a:prstGeom prst="line">
            <a:avLst/>
          </a:prstGeom>
        </p:spPr>
        <p:style>
          <a:lnRef idx="3">
            <a:schemeClr val="dk1"/>
          </a:lnRef>
          <a:fillRef idx="0">
            <a:schemeClr val="dk1"/>
          </a:fillRef>
          <a:effectRef idx="2">
            <a:schemeClr val="dk1"/>
          </a:effectRef>
          <a:fontRef idx="minor">
            <a:schemeClr val="tx1"/>
          </a:fontRef>
        </p:style>
      </p:cxnSp>
      <p:cxnSp>
        <p:nvCxnSpPr>
          <p:cNvPr id="24" name="直接连接符 23"/>
          <p:cNvCxnSpPr>
            <a:stCxn id="8" idx="2"/>
            <a:endCxn id="7" idx="1"/>
          </p:cNvCxnSpPr>
          <p:nvPr/>
        </p:nvCxnSpPr>
        <p:spPr>
          <a:xfrm>
            <a:off x="7626102" y="2463569"/>
            <a:ext cx="277660" cy="685208"/>
          </a:xfrm>
          <a:prstGeom prst="line">
            <a:avLst/>
          </a:prstGeom>
        </p:spPr>
        <p:style>
          <a:lnRef idx="2">
            <a:schemeClr val="dk1"/>
          </a:lnRef>
          <a:fillRef idx="0">
            <a:schemeClr val="dk1"/>
          </a:fillRef>
          <a:effectRef idx="1">
            <a:schemeClr val="dk1"/>
          </a:effectRef>
          <a:fontRef idx="minor">
            <a:schemeClr val="tx1"/>
          </a:fontRef>
        </p:style>
      </p:cxnSp>
      <p:cxnSp>
        <p:nvCxnSpPr>
          <p:cNvPr id="25" name="直接连接符 24"/>
          <p:cNvCxnSpPr>
            <a:stCxn id="13" idx="0"/>
            <a:endCxn id="10" idx="3"/>
          </p:cNvCxnSpPr>
          <p:nvPr/>
        </p:nvCxnSpPr>
        <p:spPr>
          <a:xfrm flipH="1" flipV="1">
            <a:off x="11028845" y="3148776"/>
            <a:ext cx="282425" cy="790323"/>
          </a:xfrm>
          <a:prstGeom prst="line">
            <a:avLst/>
          </a:prstGeom>
        </p:spPr>
        <p:style>
          <a:lnRef idx="2">
            <a:schemeClr val="dk1"/>
          </a:lnRef>
          <a:fillRef idx="0">
            <a:schemeClr val="dk1"/>
          </a:fillRef>
          <a:effectRef idx="1">
            <a:schemeClr val="dk1"/>
          </a:effectRef>
          <a:fontRef idx="minor">
            <a:schemeClr val="tx1"/>
          </a:fontRef>
        </p:style>
      </p:cxnSp>
      <p:sp>
        <p:nvSpPr>
          <p:cNvPr id="26" name="文本框 25"/>
          <p:cNvSpPr txBox="1"/>
          <p:nvPr/>
        </p:nvSpPr>
        <p:spPr>
          <a:xfrm>
            <a:off x="7403692" y="1675297"/>
            <a:ext cx="483264" cy="415048"/>
          </a:xfrm>
          <a:prstGeom prst="rect">
            <a:avLst/>
          </a:prstGeom>
          <a:noFill/>
        </p:spPr>
        <p:txBody>
          <a:bodyPr wrap="none" rtlCol="0">
            <a:spAutoFit/>
          </a:bodyPr>
          <a:lstStyle>
            <a:defPPr>
              <a:defRPr lang="zh-CN"/>
            </a:defPPr>
            <a:lvl1pPr>
              <a:lnSpc>
                <a:spcPct val="120000"/>
              </a:lnSpc>
              <a:defRPr sz="1400">
                <a:latin typeface="微软雅黑 Light" panose="020B0502040204020203" pitchFamily="34" charset="-122"/>
                <a:ea typeface="微软雅黑 Light" panose="020B0502040204020203" pitchFamily="34" charset="-122"/>
                <a:cs typeface="+mn-ea"/>
              </a:defRPr>
            </a:lvl1pPr>
          </a:lstStyle>
          <a:p>
            <a:r>
              <a:rPr lang="en-US" altLang="zh-CN" dirty="0">
                <a:sym typeface="+mn-lt"/>
              </a:rPr>
              <a:t>Src</a:t>
            </a:r>
            <a:endParaRPr lang="zh-CN" altLang="en-US" dirty="0">
              <a:sym typeface="+mn-lt"/>
            </a:endParaRPr>
          </a:p>
        </p:txBody>
      </p:sp>
      <p:sp>
        <p:nvSpPr>
          <p:cNvPr id="27" name="文本框 26"/>
          <p:cNvSpPr txBox="1"/>
          <p:nvPr/>
        </p:nvSpPr>
        <p:spPr>
          <a:xfrm>
            <a:off x="10580992" y="3935986"/>
            <a:ext cx="589064" cy="415048"/>
          </a:xfrm>
          <a:prstGeom prst="rect">
            <a:avLst/>
          </a:prstGeom>
          <a:noFill/>
        </p:spPr>
        <p:txBody>
          <a:bodyPr wrap="none" rtlCol="0">
            <a:spAutoFit/>
          </a:bodyPr>
          <a:lstStyle>
            <a:defPPr>
              <a:defRPr lang="zh-CN"/>
            </a:defPPr>
            <a:lvl1pPr>
              <a:lnSpc>
                <a:spcPct val="120000"/>
              </a:lnSpc>
              <a:defRPr sz="1400">
                <a:latin typeface="微软雅黑 Light" panose="020B0502040204020203" pitchFamily="34" charset="-122"/>
                <a:ea typeface="微软雅黑 Light" panose="020B0502040204020203" pitchFamily="34" charset="-122"/>
                <a:cs typeface="+mn-ea"/>
              </a:defRPr>
            </a:lvl1pPr>
          </a:lstStyle>
          <a:p>
            <a:r>
              <a:rPr lang="en-US" altLang="zh-CN" dirty="0">
                <a:sym typeface="+mn-lt"/>
              </a:rPr>
              <a:t>Dest</a:t>
            </a:r>
            <a:endParaRPr lang="zh-CN" altLang="en-US" dirty="0">
              <a:sym typeface="+mn-lt"/>
            </a:endParaRPr>
          </a:p>
        </p:txBody>
      </p:sp>
      <p:sp>
        <p:nvSpPr>
          <p:cNvPr id="28" name="矩形 27"/>
          <p:cNvSpPr/>
          <p:nvPr/>
        </p:nvSpPr>
        <p:spPr>
          <a:xfrm rot="1688981">
            <a:off x="8332835" y="3678968"/>
            <a:ext cx="152520" cy="1461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cs typeface="+mn-ea"/>
              <a:sym typeface="+mn-lt"/>
            </a:endParaRPr>
          </a:p>
        </p:txBody>
      </p:sp>
      <p:cxnSp>
        <p:nvCxnSpPr>
          <p:cNvPr id="29" name="直接箭头连接符 28"/>
          <p:cNvCxnSpPr>
            <a:stCxn id="28" idx="3"/>
          </p:cNvCxnSpPr>
          <p:nvPr/>
        </p:nvCxnSpPr>
        <p:spPr>
          <a:xfrm rot="1688981">
            <a:off x="8469290" y="3828401"/>
            <a:ext cx="119122" cy="0"/>
          </a:xfrm>
          <a:prstGeom prst="straightConnector1">
            <a:avLst/>
          </a:prstGeom>
          <a:ln w="19050">
            <a:solidFill>
              <a:schemeClr val="tx2"/>
            </a:solidFill>
            <a:headEnd type="none" w="med" len="med"/>
            <a:tailEnd type="arrow" w="sm" len="sm"/>
          </a:ln>
        </p:spPr>
        <p:style>
          <a:lnRef idx="1">
            <a:schemeClr val="accent1"/>
          </a:lnRef>
          <a:fillRef idx="0">
            <a:schemeClr val="accent1"/>
          </a:fillRef>
          <a:effectRef idx="0">
            <a:schemeClr val="accent1"/>
          </a:effectRef>
          <a:fontRef idx="minor">
            <a:schemeClr val="tx1"/>
          </a:fontRef>
        </p:style>
      </p:cxnSp>
      <p:sp>
        <p:nvSpPr>
          <p:cNvPr id="30" name="矩形 29"/>
          <p:cNvSpPr/>
          <p:nvPr/>
        </p:nvSpPr>
        <p:spPr>
          <a:xfrm rot="3847590">
            <a:off x="7510651" y="2711119"/>
            <a:ext cx="181810" cy="12256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cs typeface="+mn-ea"/>
              <a:sym typeface="+mn-lt"/>
            </a:endParaRPr>
          </a:p>
        </p:txBody>
      </p:sp>
      <p:cxnSp>
        <p:nvCxnSpPr>
          <p:cNvPr id="31" name="直接箭头连接符 30"/>
          <p:cNvCxnSpPr>
            <a:stCxn id="30" idx="3"/>
          </p:cNvCxnSpPr>
          <p:nvPr/>
        </p:nvCxnSpPr>
        <p:spPr>
          <a:xfrm rot="3847590">
            <a:off x="7589827" y="2918076"/>
            <a:ext cx="141998" cy="0"/>
          </a:xfrm>
          <a:prstGeom prst="straightConnector1">
            <a:avLst/>
          </a:prstGeom>
          <a:ln w="19050">
            <a:solidFill>
              <a:schemeClr val="tx2"/>
            </a:solidFill>
            <a:headEnd type="none" w="med" len="med"/>
            <a:tailEnd type="arrow" w="sm" len="sm"/>
          </a:ln>
        </p:spPr>
        <p:style>
          <a:lnRef idx="1">
            <a:schemeClr val="accent1"/>
          </a:lnRef>
          <a:fillRef idx="0">
            <a:schemeClr val="accent1"/>
          </a:fillRef>
          <a:effectRef idx="0">
            <a:schemeClr val="accent1"/>
          </a:effectRef>
          <a:fontRef idx="minor">
            <a:schemeClr val="tx1"/>
          </a:fontRef>
        </p:style>
      </p:cxnSp>
      <p:sp>
        <p:nvSpPr>
          <p:cNvPr id="32" name="矩形 31"/>
          <p:cNvSpPr/>
          <p:nvPr/>
        </p:nvSpPr>
        <p:spPr>
          <a:xfrm>
            <a:off x="8642686" y="2876291"/>
            <a:ext cx="152520" cy="1461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cs typeface="+mn-ea"/>
              <a:sym typeface="+mn-lt"/>
            </a:endParaRPr>
          </a:p>
        </p:txBody>
      </p:sp>
      <p:cxnSp>
        <p:nvCxnSpPr>
          <p:cNvPr id="33" name="直接箭头连接符 32"/>
          <p:cNvCxnSpPr>
            <a:stCxn id="32" idx="3"/>
          </p:cNvCxnSpPr>
          <p:nvPr/>
        </p:nvCxnSpPr>
        <p:spPr>
          <a:xfrm>
            <a:off x="8795206" y="2949342"/>
            <a:ext cx="119122" cy="0"/>
          </a:xfrm>
          <a:prstGeom prst="straightConnector1">
            <a:avLst/>
          </a:prstGeom>
          <a:ln w="19050">
            <a:solidFill>
              <a:schemeClr val="tx2"/>
            </a:solidFill>
            <a:headEnd type="none" w="med" len="med"/>
            <a:tailEnd type="arrow" w="sm" len="sm"/>
          </a:ln>
        </p:spPr>
        <p:style>
          <a:lnRef idx="1">
            <a:schemeClr val="accent1"/>
          </a:lnRef>
          <a:fillRef idx="0">
            <a:schemeClr val="accent1"/>
          </a:fillRef>
          <a:effectRef idx="0">
            <a:schemeClr val="accent1"/>
          </a:effectRef>
          <a:fontRef idx="minor">
            <a:schemeClr val="tx1"/>
          </a:fontRef>
        </p:style>
      </p:cxnSp>
      <p:sp>
        <p:nvSpPr>
          <p:cNvPr id="34" name="矩形 33"/>
          <p:cNvSpPr/>
          <p:nvPr/>
        </p:nvSpPr>
        <p:spPr>
          <a:xfrm rot="5400000">
            <a:off x="9574512" y="4432743"/>
            <a:ext cx="247370" cy="12256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cs typeface="+mn-ea"/>
              <a:sym typeface="+mn-lt"/>
            </a:endParaRPr>
          </a:p>
        </p:txBody>
      </p:sp>
      <p:cxnSp>
        <p:nvCxnSpPr>
          <p:cNvPr id="35" name="直接箭头连接符 34"/>
          <p:cNvCxnSpPr>
            <a:stCxn id="34" idx="3"/>
          </p:cNvCxnSpPr>
          <p:nvPr/>
        </p:nvCxnSpPr>
        <p:spPr>
          <a:xfrm rot="5400000">
            <a:off x="9601597" y="4714311"/>
            <a:ext cx="193202" cy="0"/>
          </a:xfrm>
          <a:prstGeom prst="straightConnector1">
            <a:avLst/>
          </a:prstGeom>
          <a:ln w="12700">
            <a:headEnd type="none" w="med" len="med"/>
            <a:tailEnd type="arrow" w="sm" len="sm"/>
          </a:ln>
        </p:spPr>
        <p:style>
          <a:lnRef idx="1">
            <a:schemeClr val="accent1"/>
          </a:lnRef>
          <a:fillRef idx="0">
            <a:schemeClr val="accent1"/>
          </a:fillRef>
          <a:effectRef idx="0">
            <a:schemeClr val="accent1"/>
          </a:effectRef>
          <a:fontRef idx="minor">
            <a:schemeClr val="tx1"/>
          </a:fontRef>
        </p:style>
      </p:cxnSp>
      <p:sp>
        <p:nvSpPr>
          <p:cNvPr id="36" name="矩形 35"/>
          <p:cNvSpPr/>
          <p:nvPr/>
        </p:nvSpPr>
        <p:spPr>
          <a:xfrm rot="3821847">
            <a:off x="11189016" y="3386034"/>
            <a:ext cx="181810" cy="12256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cs typeface="+mn-ea"/>
              <a:sym typeface="+mn-lt"/>
            </a:endParaRPr>
          </a:p>
        </p:txBody>
      </p:sp>
      <p:cxnSp>
        <p:nvCxnSpPr>
          <p:cNvPr id="37" name="直接箭头连接符 36"/>
          <p:cNvCxnSpPr>
            <a:stCxn id="36" idx="3"/>
          </p:cNvCxnSpPr>
          <p:nvPr/>
        </p:nvCxnSpPr>
        <p:spPr>
          <a:xfrm rot="3821847">
            <a:off x="11269107" y="3592458"/>
            <a:ext cx="141998" cy="0"/>
          </a:xfrm>
          <a:prstGeom prst="straightConnector1">
            <a:avLst/>
          </a:prstGeom>
          <a:ln w="19050">
            <a:solidFill>
              <a:schemeClr val="tx2"/>
            </a:solidFill>
            <a:headEnd type="none" w="med" len="med"/>
            <a:tailEnd type="arrow" w="sm" len="sm"/>
          </a:ln>
        </p:spPr>
        <p:style>
          <a:lnRef idx="1">
            <a:schemeClr val="accent1"/>
          </a:lnRef>
          <a:fillRef idx="0">
            <a:schemeClr val="accent1"/>
          </a:fillRef>
          <a:effectRef idx="0">
            <a:schemeClr val="accent1"/>
          </a:effectRef>
          <a:fontRef idx="minor">
            <a:schemeClr val="tx1"/>
          </a:fontRef>
        </p:style>
      </p:cxnSp>
      <p:sp>
        <p:nvSpPr>
          <p:cNvPr id="38" name="矩形 37"/>
          <p:cNvSpPr/>
          <p:nvPr/>
        </p:nvSpPr>
        <p:spPr>
          <a:xfrm>
            <a:off x="10114999" y="2876291"/>
            <a:ext cx="152520" cy="1461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cs typeface="+mn-ea"/>
              <a:sym typeface="+mn-lt"/>
            </a:endParaRPr>
          </a:p>
        </p:txBody>
      </p:sp>
      <p:cxnSp>
        <p:nvCxnSpPr>
          <p:cNvPr id="39" name="直接箭头连接符 38"/>
          <p:cNvCxnSpPr>
            <a:stCxn id="38" idx="3"/>
          </p:cNvCxnSpPr>
          <p:nvPr/>
        </p:nvCxnSpPr>
        <p:spPr>
          <a:xfrm>
            <a:off x="10267519" y="2949342"/>
            <a:ext cx="119122" cy="0"/>
          </a:xfrm>
          <a:prstGeom prst="straightConnector1">
            <a:avLst/>
          </a:prstGeom>
          <a:ln w="19050">
            <a:solidFill>
              <a:schemeClr val="tx2"/>
            </a:solidFill>
            <a:headEnd type="none" w="med" len="med"/>
            <a:tailEnd type="arrow" w="sm" len="sm"/>
          </a:ln>
        </p:spPr>
        <p:style>
          <a:lnRef idx="1">
            <a:schemeClr val="accent1"/>
          </a:lnRef>
          <a:fillRef idx="0">
            <a:schemeClr val="accent1"/>
          </a:fillRef>
          <a:effectRef idx="0">
            <a:schemeClr val="accent1"/>
          </a:effectRef>
          <a:fontRef idx="minor">
            <a:schemeClr val="tx1"/>
          </a:fontRef>
        </p:style>
      </p:cxnSp>
      <p:sp>
        <p:nvSpPr>
          <p:cNvPr id="40" name="文本框 39"/>
          <p:cNvSpPr txBox="1"/>
          <p:nvPr/>
        </p:nvSpPr>
        <p:spPr>
          <a:xfrm>
            <a:off x="9549540" y="4716828"/>
            <a:ext cx="300676" cy="374120"/>
          </a:xfrm>
          <a:prstGeom prst="rect">
            <a:avLst/>
          </a:prstGeom>
          <a:noFill/>
        </p:spPr>
        <p:txBody>
          <a:bodyPr wrap="none" rtlCol="0">
            <a:spAutoFit/>
          </a:bodyPr>
          <a:lstStyle/>
          <a:p>
            <a:pPr>
              <a:lnSpc>
                <a:spcPct val="120000"/>
              </a:lnSpc>
            </a:pPr>
            <a:r>
              <a:rPr lang="en-US" altLang="zh-CN" sz="1200" b="1" dirty="0">
                <a:solidFill>
                  <a:srgbClr val="FF0000"/>
                </a:solidFill>
                <a:cs typeface="+mn-ea"/>
                <a:sym typeface="+mn-lt"/>
              </a:rPr>
              <a:t>◊</a:t>
            </a:r>
            <a:endParaRPr lang="zh-CN" altLang="en-US" sz="1200" b="1" dirty="0">
              <a:solidFill>
                <a:srgbClr val="FF0000"/>
              </a:solidFill>
              <a:cs typeface="+mn-ea"/>
              <a:sym typeface="+mn-lt"/>
            </a:endParaRPr>
          </a:p>
        </p:txBody>
      </p:sp>
      <p:sp>
        <p:nvSpPr>
          <p:cNvPr id="41" name="任意多边形: 形状 40"/>
          <p:cNvSpPr/>
          <p:nvPr/>
        </p:nvSpPr>
        <p:spPr>
          <a:xfrm>
            <a:off x="7805010" y="2519530"/>
            <a:ext cx="1331275" cy="1348038"/>
          </a:xfrm>
          <a:custGeom>
            <a:avLst/>
            <a:gdLst>
              <a:gd name="connsiteX0" fmla="*/ 1250577 w 1250577"/>
              <a:gd name="connsiteY0" fmla="*/ 1062317 h 1062317"/>
              <a:gd name="connsiteX1" fmla="*/ 457200 w 1250577"/>
              <a:gd name="connsiteY1" fmla="*/ 636494 h 1062317"/>
              <a:gd name="connsiteX2" fmla="*/ 0 w 1250577"/>
              <a:gd name="connsiteY2" fmla="*/ 0 h 1062317"/>
            </a:gdLst>
            <a:ahLst/>
            <a:cxnLst>
              <a:cxn ang="0">
                <a:pos x="connsiteX0" y="connsiteY0"/>
              </a:cxn>
              <a:cxn ang="0">
                <a:pos x="connsiteX1" y="connsiteY1"/>
              </a:cxn>
              <a:cxn ang="0">
                <a:pos x="connsiteX2" y="connsiteY2"/>
              </a:cxn>
            </a:cxnLst>
            <a:rect l="l" t="t" r="r" b="b"/>
            <a:pathLst>
              <a:path w="1250577" h="1062317">
                <a:moveTo>
                  <a:pt x="1250577" y="1062317"/>
                </a:moveTo>
                <a:cubicBezTo>
                  <a:pt x="958103" y="937932"/>
                  <a:pt x="665629" y="813547"/>
                  <a:pt x="457200" y="636494"/>
                </a:cubicBezTo>
                <a:cubicBezTo>
                  <a:pt x="248770" y="459441"/>
                  <a:pt x="124385" y="229720"/>
                  <a:pt x="0" y="0"/>
                </a:cubicBezTo>
              </a:path>
            </a:pathLst>
          </a:custGeom>
          <a:ln>
            <a:prstDash val="dash"/>
            <a:headEnd type="none" w="med" len="med"/>
            <a:tailEnd type="triangle" w="med" len="med"/>
          </a:ln>
        </p:spPr>
        <p:style>
          <a:lnRef idx="3">
            <a:schemeClr val="dk1"/>
          </a:lnRef>
          <a:fillRef idx="0">
            <a:schemeClr val="dk1"/>
          </a:fillRef>
          <a:effectRef idx="2">
            <a:schemeClr val="dk1"/>
          </a:effectRef>
          <a:fontRef idx="minor">
            <a:schemeClr val="tx1"/>
          </a:fontRef>
        </p:style>
        <p:txBody>
          <a:bodyPr rtlCol="0" anchor="ctr"/>
          <a:lstStyle/>
          <a:p>
            <a:pPr algn="ctr">
              <a:lnSpc>
                <a:spcPct val="120000"/>
              </a:lnSpc>
            </a:pPr>
            <a:endParaRPr lang="zh-CN" altLang="en-US">
              <a:cs typeface="+mn-ea"/>
              <a:sym typeface="+mn-lt"/>
            </a:endParaRPr>
          </a:p>
        </p:txBody>
      </p:sp>
      <p:sp>
        <p:nvSpPr>
          <p:cNvPr id="42" name="文本框 41"/>
          <p:cNvSpPr txBox="1"/>
          <p:nvPr/>
        </p:nvSpPr>
        <p:spPr>
          <a:xfrm>
            <a:off x="8289405" y="3215144"/>
            <a:ext cx="976549" cy="330411"/>
          </a:xfrm>
          <a:prstGeom prst="rect">
            <a:avLst/>
          </a:prstGeom>
          <a:noFill/>
        </p:spPr>
        <p:txBody>
          <a:bodyPr wrap="none" rtlCol="0">
            <a:spAutoFit/>
          </a:bodyPr>
          <a:lstStyle/>
          <a:p>
            <a:pPr>
              <a:lnSpc>
                <a:spcPct val="120000"/>
              </a:lnSpc>
            </a:pPr>
            <a:r>
              <a:rPr lang="en-US" altLang="zh-CN" sz="1400" dirty="0">
                <a:latin typeface="微软雅黑 Light" panose="020B0502040204020203" pitchFamily="34" charset="-122"/>
                <a:ea typeface="微软雅黑 Light" panose="020B0502040204020203" pitchFamily="34" charset="-122"/>
                <a:cs typeface="+mn-ea"/>
                <a:sym typeface="+mn-lt"/>
              </a:rPr>
              <a:t>ICMP</a:t>
            </a:r>
            <a:r>
              <a:rPr lang="zh-CN" altLang="en-US" sz="1400" dirty="0">
                <a:latin typeface="微软雅黑 Light" panose="020B0502040204020203" pitchFamily="34" charset="-122"/>
                <a:ea typeface="微软雅黑 Light" panose="020B0502040204020203" pitchFamily="34" charset="-122"/>
                <a:cs typeface="+mn-ea"/>
                <a:sym typeface="+mn-lt"/>
              </a:rPr>
              <a:t>报告</a:t>
            </a:r>
            <a:endParaRPr lang="zh-CN" altLang="en-US" sz="1400" dirty="0">
              <a:latin typeface="微软雅黑 Light" panose="020B0502040204020203" pitchFamily="34" charset="-122"/>
              <a:ea typeface="微软雅黑 Light" panose="020B0502040204020203" pitchFamily="34" charset="-122"/>
              <a:cs typeface="+mn-ea"/>
              <a:sym typeface="+mn-lt"/>
            </a:endParaRP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a:latin typeface="+mn-ea"/>
                <a:ea typeface="+mn-ea"/>
              </a:rPr>
              <a:t>IntServ</a:t>
            </a:r>
            <a:r>
              <a:rPr lang="zh-CN" altLang="en-US" dirty="0">
                <a:latin typeface="+mn-ea"/>
                <a:ea typeface="+mn-ea"/>
              </a:rPr>
              <a:t>模型</a:t>
            </a:r>
            <a:endParaRPr lang="zh-CN" altLang="en-US" dirty="0">
              <a:latin typeface="+mn-ea"/>
              <a:ea typeface="+mn-ea"/>
            </a:endParaRPr>
          </a:p>
        </p:txBody>
      </p:sp>
      <p:sp>
        <p:nvSpPr>
          <p:cNvPr id="3" name="内容占位符 2"/>
          <p:cNvSpPr>
            <a:spLocks noGrp="1"/>
          </p:cNvSpPr>
          <p:nvPr>
            <p:ph idx="1"/>
          </p:nvPr>
        </p:nvSpPr>
        <p:spPr>
          <a:xfrm>
            <a:off x="334434" y="1052515"/>
            <a:ext cx="11523133" cy="2936676"/>
          </a:xfrm>
        </p:spPr>
        <p:txBody>
          <a:bodyPr>
            <a:normAutofit fontScale="92500" lnSpcReduction="10000"/>
          </a:bodyPr>
          <a:lstStyle/>
          <a:p>
            <a:r>
              <a:rPr lang="zh-CN" altLang="en-US" dirty="0"/>
              <a:t>应用程序发送报文前，需要通过信令（</a:t>
            </a:r>
            <a:r>
              <a:rPr lang="en-US" altLang="zh-CN" dirty="0"/>
              <a:t>signaling</a:t>
            </a:r>
            <a:r>
              <a:rPr lang="zh-CN" altLang="en-US" dirty="0"/>
              <a:t>）向网络描述它的流量参数，申请特定</a:t>
            </a:r>
            <a:r>
              <a:rPr lang="en-US" altLang="zh-CN" dirty="0"/>
              <a:t>QoS</a:t>
            </a:r>
            <a:r>
              <a:rPr lang="zh-CN" altLang="en-US" dirty="0"/>
              <a:t>服务</a:t>
            </a:r>
            <a:endParaRPr lang="zh-CN" altLang="en-US" dirty="0"/>
          </a:p>
          <a:p>
            <a:r>
              <a:rPr lang="zh-CN" altLang="en-US" dirty="0"/>
              <a:t>网络在流量参数描述的范围内，预留资源以承诺满足该请求</a:t>
            </a:r>
            <a:endParaRPr lang="zh-CN" altLang="en-US" dirty="0"/>
          </a:p>
          <a:p>
            <a:r>
              <a:rPr lang="zh-CN" altLang="en-US" dirty="0"/>
              <a:t>在收到确认信息，确定网络已经为这个应用程序的报文预留了资源后，应用程序才开始发送报文，并将发送的报文控制在流量参数描述的范围内</a:t>
            </a:r>
            <a:endParaRPr lang="zh-CN" altLang="en-US" dirty="0"/>
          </a:p>
          <a:p>
            <a:r>
              <a:rPr lang="zh-CN" altLang="en-US" dirty="0"/>
              <a:t>网络节点为每个流维护一个状态，并基于这个状态执行相应的</a:t>
            </a:r>
            <a:r>
              <a:rPr lang="en-US" altLang="zh-CN" dirty="0"/>
              <a:t>QoS</a:t>
            </a:r>
            <a:r>
              <a:rPr lang="zh-CN" altLang="en-US" dirty="0"/>
              <a:t>动作，来满足对应用程序的承诺</a:t>
            </a:r>
            <a:endParaRPr lang="zh-CN" altLang="en-US" dirty="0"/>
          </a:p>
        </p:txBody>
      </p:sp>
      <p:sp>
        <p:nvSpPr>
          <p:cNvPr id="4" name="灯片编号占位符 3"/>
          <p:cNvSpPr>
            <a:spLocks noGrp="1"/>
          </p:cNvSpPr>
          <p:nvPr>
            <p:ph type="sldNum" sz="quarter" idx="12"/>
          </p:nvPr>
        </p:nvSpPr>
        <p:spPr/>
        <p:txBody>
          <a:bodyPr/>
          <a:lstStyle/>
          <a:p>
            <a:pPr>
              <a:defRPr/>
            </a:pPr>
            <a:fld id="{816960B2-2B11-492C-B588-5290E1274F96}" type="slidenum">
              <a:rPr lang="en-US" altLang="zh-CN" smtClean="0"/>
            </a:fld>
            <a:endParaRPr lang="en-US" altLang="zh-CN" dirty="0"/>
          </a:p>
        </p:txBody>
      </p:sp>
      <p:grpSp>
        <p:nvGrpSpPr>
          <p:cNvPr id="121" name="组合 120"/>
          <p:cNvGrpSpPr/>
          <p:nvPr/>
        </p:nvGrpSpPr>
        <p:grpSpPr>
          <a:xfrm>
            <a:off x="2238256" y="3592986"/>
            <a:ext cx="8768189" cy="2644326"/>
            <a:chOff x="2238256" y="3592986"/>
            <a:chExt cx="8768189" cy="2644326"/>
          </a:xfrm>
        </p:grpSpPr>
        <p:sp>
          <p:nvSpPr>
            <p:cNvPr id="61" name="云形 60"/>
            <p:cNvSpPr/>
            <p:nvPr/>
          </p:nvSpPr>
          <p:spPr bwMode="auto">
            <a:xfrm>
              <a:off x="3935761" y="3592986"/>
              <a:ext cx="5112568" cy="2644326"/>
            </a:xfrm>
            <a:prstGeom prst="cloud">
              <a:avLst/>
            </a:prstGeom>
            <a:solidFill>
              <a:schemeClr val="accent5"/>
            </a:solidFill>
            <a:ln w="9525" cap="flat" cmpd="sng" algn="ctr">
              <a:solidFill>
                <a:schemeClr val="accent5"/>
              </a:solidFill>
              <a:prstDash val="solid"/>
              <a:round/>
              <a:headEnd type="none" w="med" len="med"/>
              <a:tailEnd type="none" w="med" len="med"/>
            </a:ln>
            <a:effectLst/>
          </p:spPr>
          <p:txBody>
            <a:bodyPr vert="horz" wrap="square" lIns="91440" tIns="45720" rIns="91440" bIns="45720" numCol="1" rtlCol="0" anchor="ctr"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20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endParaRPr>
            </a:p>
          </p:txBody>
        </p:sp>
        <p:pic>
          <p:nvPicPr>
            <p:cNvPr id="18" name="Picture 1238" descr="图片194"/>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308605" y="5184238"/>
              <a:ext cx="764846" cy="735081"/>
            </a:xfrm>
            <a:prstGeom prst="rect">
              <a:avLst/>
            </a:prstGeom>
            <a:noFill/>
            <a:extLst>
              <a:ext uri="{909E8E84-426E-40DD-AFC4-6F175D3DCCD1}">
                <a14:hiddenFill xmlns:a14="http://schemas.microsoft.com/office/drawing/2010/main">
                  <a:solidFill>
                    <a:srgbClr val="FFFFFF"/>
                  </a:solidFill>
                </a14:hiddenFill>
              </a:ext>
            </a:extLst>
          </p:spPr>
        </p:pic>
        <p:pic>
          <p:nvPicPr>
            <p:cNvPr id="19" name="Picture 1230" descr="图片18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38256" y="3926887"/>
              <a:ext cx="835195" cy="650961"/>
            </a:xfrm>
            <a:prstGeom prst="rect">
              <a:avLst/>
            </a:prstGeom>
            <a:noFill/>
            <a:extLst>
              <a:ext uri="{909E8E84-426E-40DD-AFC4-6F175D3DCCD1}">
                <a14:hiddenFill xmlns:a14="http://schemas.microsoft.com/office/drawing/2010/main">
                  <a:solidFill>
                    <a:srgbClr val="FFFFFF"/>
                  </a:solidFill>
                </a14:hiddenFill>
              </a:ext>
            </a:extLst>
          </p:spPr>
        </p:pic>
        <p:pic>
          <p:nvPicPr>
            <p:cNvPr id="21" name="Picture 456" descr="图片14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454700" y="5027312"/>
              <a:ext cx="539293" cy="650961"/>
            </a:xfrm>
            <a:prstGeom prst="rect">
              <a:avLst/>
            </a:prstGeom>
            <a:noFill/>
            <a:extLst>
              <a:ext uri="{909E8E84-426E-40DD-AFC4-6F175D3DCCD1}">
                <a14:hiddenFill xmlns:a14="http://schemas.microsoft.com/office/drawing/2010/main">
                  <a:solidFill>
                    <a:srgbClr val="FFFFFF"/>
                  </a:solidFill>
                </a14:hiddenFill>
              </a:ext>
            </a:extLst>
          </p:spPr>
        </p:pic>
        <p:pic>
          <p:nvPicPr>
            <p:cNvPr id="22" name="Picture 1230" descr="图片18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171250" y="3724401"/>
              <a:ext cx="835195" cy="650961"/>
            </a:xfrm>
            <a:prstGeom prst="rect">
              <a:avLst/>
            </a:prstGeom>
            <a:noFill/>
            <a:extLst>
              <a:ext uri="{909E8E84-426E-40DD-AFC4-6F175D3DCCD1}">
                <a14:hiddenFill xmlns:a14="http://schemas.microsoft.com/office/drawing/2010/main">
                  <a:solidFill>
                    <a:srgbClr val="FFFFFF"/>
                  </a:solidFill>
                </a14:hiddenFill>
              </a:ext>
            </a:extLst>
          </p:spPr>
        </p:pic>
        <p:grpSp>
          <p:nvGrpSpPr>
            <p:cNvPr id="60" name="组合 59"/>
            <p:cNvGrpSpPr/>
            <p:nvPr/>
          </p:nvGrpSpPr>
          <p:grpSpPr>
            <a:xfrm>
              <a:off x="4645388" y="3989190"/>
              <a:ext cx="3970892" cy="1930129"/>
              <a:chOff x="4343156" y="4552170"/>
              <a:chExt cx="3558957" cy="1516346"/>
            </a:xfrm>
          </p:grpSpPr>
          <p:pic>
            <p:nvPicPr>
              <p:cNvPr id="24" name="图片 23"/>
              <p:cNvPicPr>
                <a:picLocks noChangeAspect="1"/>
              </p:cNvPicPr>
              <p:nvPr/>
            </p:nvPicPr>
            <p:blipFill>
              <a:blip r:embed="rId4"/>
              <a:stretch>
                <a:fillRect/>
              </a:stretch>
            </p:blipFill>
            <p:spPr>
              <a:xfrm>
                <a:off x="4442577" y="4552170"/>
                <a:ext cx="385625" cy="378739"/>
              </a:xfrm>
              <a:prstGeom prst="rect">
                <a:avLst/>
              </a:prstGeom>
            </p:spPr>
          </p:pic>
          <p:pic>
            <p:nvPicPr>
              <p:cNvPr id="25" name="图片 24"/>
              <p:cNvPicPr>
                <a:picLocks noChangeAspect="1"/>
              </p:cNvPicPr>
              <p:nvPr/>
            </p:nvPicPr>
            <p:blipFill>
              <a:blip r:embed="rId4"/>
              <a:stretch>
                <a:fillRect/>
              </a:stretch>
            </p:blipFill>
            <p:spPr>
              <a:xfrm>
                <a:off x="4343156" y="5051486"/>
                <a:ext cx="385626" cy="378740"/>
              </a:xfrm>
              <a:prstGeom prst="rect">
                <a:avLst/>
              </a:prstGeom>
            </p:spPr>
          </p:pic>
          <p:pic>
            <p:nvPicPr>
              <p:cNvPr id="26" name="图片 25"/>
              <p:cNvPicPr>
                <a:picLocks noChangeAspect="1"/>
              </p:cNvPicPr>
              <p:nvPr/>
            </p:nvPicPr>
            <p:blipFill>
              <a:blip r:embed="rId4"/>
              <a:stretch>
                <a:fillRect/>
              </a:stretch>
            </p:blipFill>
            <p:spPr>
              <a:xfrm>
                <a:off x="6348854" y="4647530"/>
                <a:ext cx="385626" cy="378740"/>
              </a:xfrm>
              <a:prstGeom prst="rect">
                <a:avLst/>
              </a:prstGeom>
            </p:spPr>
          </p:pic>
          <p:pic>
            <p:nvPicPr>
              <p:cNvPr id="27" name="图片 26"/>
              <p:cNvPicPr>
                <a:picLocks noChangeAspect="1"/>
              </p:cNvPicPr>
              <p:nvPr/>
            </p:nvPicPr>
            <p:blipFill>
              <a:blip r:embed="rId4"/>
              <a:stretch>
                <a:fillRect/>
              </a:stretch>
            </p:blipFill>
            <p:spPr>
              <a:xfrm>
                <a:off x="5480451" y="4633549"/>
                <a:ext cx="385626" cy="378740"/>
              </a:xfrm>
              <a:prstGeom prst="rect">
                <a:avLst/>
              </a:prstGeom>
              <a:ln>
                <a:headEnd type="none" w="med" len="med"/>
                <a:tailEnd type="none" w="med" len="med"/>
              </a:ln>
            </p:spPr>
          </p:pic>
          <p:pic>
            <p:nvPicPr>
              <p:cNvPr id="28" name="图片 27"/>
              <p:cNvPicPr>
                <a:picLocks noChangeAspect="1"/>
              </p:cNvPicPr>
              <p:nvPr/>
            </p:nvPicPr>
            <p:blipFill>
              <a:blip r:embed="rId4"/>
              <a:stretch>
                <a:fillRect/>
              </a:stretch>
            </p:blipFill>
            <p:spPr>
              <a:xfrm>
                <a:off x="5450968" y="5165502"/>
                <a:ext cx="385626" cy="378740"/>
              </a:xfrm>
              <a:prstGeom prst="rect">
                <a:avLst/>
              </a:prstGeom>
            </p:spPr>
          </p:pic>
          <p:pic>
            <p:nvPicPr>
              <p:cNvPr id="29" name="图片 28"/>
              <p:cNvPicPr>
                <a:picLocks noChangeAspect="1"/>
              </p:cNvPicPr>
              <p:nvPr/>
            </p:nvPicPr>
            <p:blipFill>
              <a:blip r:embed="rId4"/>
              <a:stretch>
                <a:fillRect/>
              </a:stretch>
            </p:blipFill>
            <p:spPr>
              <a:xfrm>
                <a:off x="5079589" y="5564491"/>
                <a:ext cx="385626" cy="378740"/>
              </a:xfrm>
              <a:prstGeom prst="rect">
                <a:avLst/>
              </a:prstGeom>
            </p:spPr>
          </p:pic>
          <p:pic>
            <p:nvPicPr>
              <p:cNvPr id="30" name="图片 29"/>
              <p:cNvPicPr>
                <a:picLocks noChangeAspect="1"/>
              </p:cNvPicPr>
              <p:nvPr/>
            </p:nvPicPr>
            <p:blipFill>
              <a:blip r:embed="rId4"/>
              <a:stretch>
                <a:fillRect/>
              </a:stretch>
            </p:blipFill>
            <p:spPr>
              <a:xfrm>
                <a:off x="6334405" y="5121192"/>
                <a:ext cx="385626" cy="378740"/>
              </a:xfrm>
              <a:prstGeom prst="rect">
                <a:avLst/>
              </a:prstGeom>
            </p:spPr>
          </p:pic>
          <p:pic>
            <p:nvPicPr>
              <p:cNvPr id="31" name="图片 30"/>
              <p:cNvPicPr>
                <a:picLocks noChangeAspect="1"/>
              </p:cNvPicPr>
              <p:nvPr/>
            </p:nvPicPr>
            <p:blipFill>
              <a:blip r:embed="rId4"/>
              <a:stretch>
                <a:fillRect/>
              </a:stretch>
            </p:blipFill>
            <p:spPr>
              <a:xfrm>
                <a:off x="6037037" y="5689776"/>
                <a:ext cx="385626" cy="378740"/>
              </a:xfrm>
              <a:prstGeom prst="rect">
                <a:avLst/>
              </a:prstGeom>
            </p:spPr>
          </p:pic>
          <p:pic>
            <p:nvPicPr>
              <p:cNvPr id="32" name="图片 31"/>
              <p:cNvPicPr>
                <a:picLocks noChangeAspect="1"/>
              </p:cNvPicPr>
              <p:nvPr/>
            </p:nvPicPr>
            <p:blipFill>
              <a:blip r:embed="rId4"/>
              <a:stretch>
                <a:fillRect/>
              </a:stretch>
            </p:blipFill>
            <p:spPr>
              <a:xfrm>
                <a:off x="7145584" y="5508465"/>
                <a:ext cx="385626" cy="378740"/>
              </a:xfrm>
              <a:prstGeom prst="rect">
                <a:avLst/>
              </a:prstGeom>
            </p:spPr>
          </p:pic>
          <p:pic>
            <p:nvPicPr>
              <p:cNvPr id="33" name="图片 32"/>
              <p:cNvPicPr>
                <a:picLocks noChangeAspect="1"/>
              </p:cNvPicPr>
              <p:nvPr/>
            </p:nvPicPr>
            <p:blipFill>
              <a:blip r:embed="rId4"/>
              <a:stretch>
                <a:fillRect/>
              </a:stretch>
            </p:blipFill>
            <p:spPr>
              <a:xfrm>
                <a:off x="7516487" y="4868813"/>
                <a:ext cx="385626" cy="378740"/>
              </a:xfrm>
              <a:prstGeom prst="rect">
                <a:avLst/>
              </a:prstGeom>
            </p:spPr>
          </p:pic>
          <p:cxnSp>
            <p:nvCxnSpPr>
              <p:cNvPr id="34" name="直接连接符 33"/>
              <p:cNvCxnSpPr>
                <a:stCxn id="27" idx="3"/>
                <a:endCxn id="26" idx="1"/>
              </p:cNvCxnSpPr>
              <p:nvPr/>
            </p:nvCxnSpPr>
            <p:spPr bwMode="auto">
              <a:xfrm>
                <a:off x="5866077" y="4822919"/>
                <a:ext cx="482777" cy="13981"/>
              </a:xfrm>
              <a:prstGeom prst="line">
                <a:avLst/>
              </a:prstGeom>
              <a:ln>
                <a:headEnd type="none" w="med" len="med"/>
                <a:tailEnd type="none" w="med" len="med"/>
              </a:ln>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1">
                <a:schemeClr val="dk1"/>
              </a:lnRef>
              <a:fillRef idx="0">
                <a:schemeClr val="dk1"/>
              </a:fillRef>
              <a:effectRef idx="0">
                <a:schemeClr val="dk1"/>
              </a:effectRef>
              <a:fontRef idx="minor">
                <a:schemeClr val="tx1"/>
              </a:fontRef>
            </p:style>
          </p:cxnSp>
          <p:cxnSp>
            <p:nvCxnSpPr>
              <p:cNvPr id="38" name="直接连接符 37"/>
              <p:cNvCxnSpPr>
                <a:stCxn id="26" idx="2"/>
                <a:endCxn id="30" idx="0"/>
              </p:cNvCxnSpPr>
              <p:nvPr/>
            </p:nvCxnSpPr>
            <p:spPr bwMode="auto">
              <a:xfrm flipH="1">
                <a:off x="6527218" y="5026270"/>
                <a:ext cx="14449" cy="94922"/>
              </a:xfrm>
              <a:prstGeom prst="line">
                <a:avLst/>
              </a:prstGeom>
              <a:ln>
                <a:headEnd type="none" w="med" len="med"/>
                <a:tailEnd type="none" w="med" len="med"/>
              </a:ln>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1">
                <a:schemeClr val="dk1"/>
              </a:lnRef>
              <a:fillRef idx="0">
                <a:schemeClr val="dk1"/>
              </a:fillRef>
              <a:effectRef idx="0">
                <a:schemeClr val="dk1"/>
              </a:effectRef>
              <a:fontRef idx="minor">
                <a:schemeClr val="tx1"/>
              </a:fontRef>
            </p:style>
          </p:cxnSp>
          <p:cxnSp>
            <p:nvCxnSpPr>
              <p:cNvPr id="41" name="直接连接符 40"/>
              <p:cNvCxnSpPr>
                <a:stCxn id="27" idx="2"/>
                <a:endCxn id="28" idx="0"/>
              </p:cNvCxnSpPr>
              <p:nvPr/>
            </p:nvCxnSpPr>
            <p:spPr bwMode="auto">
              <a:xfrm flipH="1">
                <a:off x="5643781" y="5012289"/>
                <a:ext cx="29483" cy="153213"/>
              </a:xfrm>
              <a:prstGeom prst="line">
                <a:avLst/>
              </a:prstGeom>
              <a:ln>
                <a:headEnd type="none" w="med" len="med"/>
                <a:tailEnd type="none" w="med" len="med"/>
              </a:ln>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1">
                <a:schemeClr val="dk1"/>
              </a:lnRef>
              <a:fillRef idx="0">
                <a:schemeClr val="dk1"/>
              </a:fillRef>
              <a:effectRef idx="0">
                <a:schemeClr val="dk1"/>
              </a:effectRef>
              <a:fontRef idx="minor">
                <a:schemeClr val="tx1"/>
              </a:fontRef>
            </p:style>
          </p:cxnSp>
          <p:cxnSp>
            <p:nvCxnSpPr>
              <p:cNvPr id="43" name="直接连接符 42"/>
              <p:cNvCxnSpPr>
                <a:stCxn id="28" idx="3"/>
                <a:endCxn id="30" idx="1"/>
              </p:cNvCxnSpPr>
              <p:nvPr/>
            </p:nvCxnSpPr>
            <p:spPr bwMode="auto">
              <a:xfrm flipV="1">
                <a:off x="5836594" y="5310562"/>
                <a:ext cx="497811" cy="44310"/>
              </a:xfrm>
              <a:prstGeom prst="line">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5" name="直接连接符 44"/>
              <p:cNvCxnSpPr>
                <a:stCxn id="27" idx="3"/>
                <a:endCxn id="30" idx="1"/>
              </p:cNvCxnSpPr>
              <p:nvPr/>
            </p:nvCxnSpPr>
            <p:spPr bwMode="auto">
              <a:xfrm>
                <a:off x="5866077" y="4822919"/>
                <a:ext cx="468328" cy="487643"/>
              </a:xfrm>
              <a:prstGeom prst="line">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7" name="直接连接符 46"/>
              <p:cNvCxnSpPr>
                <a:stCxn id="26" idx="1"/>
                <a:endCxn id="28" idx="3"/>
              </p:cNvCxnSpPr>
              <p:nvPr/>
            </p:nvCxnSpPr>
            <p:spPr bwMode="auto">
              <a:xfrm flipH="1">
                <a:off x="5836594" y="4836900"/>
                <a:ext cx="512260" cy="517972"/>
              </a:xfrm>
              <a:prstGeom prst="line">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9" name="直接连接符 48"/>
              <p:cNvCxnSpPr>
                <a:stCxn id="25" idx="3"/>
                <a:endCxn id="28" idx="1"/>
              </p:cNvCxnSpPr>
              <p:nvPr/>
            </p:nvCxnSpPr>
            <p:spPr bwMode="auto">
              <a:xfrm>
                <a:off x="4728782" y="5240856"/>
                <a:ext cx="722186" cy="114016"/>
              </a:xfrm>
              <a:prstGeom prst="line">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1" name="直接连接符 50"/>
              <p:cNvCxnSpPr>
                <a:stCxn id="28" idx="2"/>
                <a:endCxn id="29" idx="3"/>
              </p:cNvCxnSpPr>
              <p:nvPr/>
            </p:nvCxnSpPr>
            <p:spPr bwMode="auto">
              <a:xfrm flipH="1">
                <a:off x="5465215" y="5544242"/>
                <a:ext cx="178566" cy="209619"/>
              </a:xfrm>
              <a:prstGeom prst="line">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3" name="直接连接符 52"/>
              <p:cNvCxnSpPr>
                <a:stCxn id="30" idx="2"/>
                <a:endCxn id="31" idx="0"/>
              </p:cNvCxnSpPr>
              <p:nvPr/>
            </p:nvCxnSpPr>
            <p:spPr bwMode="auto">
              <a:xfrm flipH="1">
                <a:off x="6229850" y="5499932"/>
                <a:ext cx="297368" cy="189844"/>
              </a:xfrm>
              <a:prstGeom prst="line">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5" name="直接连接符 54"/>
              <p:cNvCxnSpPr>
                <a:stCxn id="30" idx="3"/>
                <a:endCxn id="32" idx="1"/>
              </p:cNvCxnSpPr>
              <p:nvPr/>
            </p:nvCxnSpPr>
            <p:spPr bwMode="auto">
              <a:xfrm>
                <a:off x="6720031" y="5310562"/>
                <a:ext cx="425553" cy="387273"/>
              </a:xfrm>
              <a:prstGeom prst="line">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7" name="直接连接符 56"/>
              <p:cNvCxnSpPr>
                <a:stCxn id="24" idx="3"/>
                <a:endCxn id="27" idx="1"/>
              </p:cNvCxnSpPr>
              <p:nvPr/>
            </p:nvCxnSpPr>
            <p:spPr bwMode="auto">
              <a:xfrm>
                <a:off x="4828202" y="4741540"/>
                <a:ext cx="652249" cy="81379"/>
              </a:xfrm>
              <a:prstGeom prst="line">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9" name="直接连接符 58"/>
              <p:cNvCxnSpPr>
                <a:stCxn id="26" idx="3"/>
                <a:endCxn id="33" idx="1"/>
              </p:cNvCxnSpPr>
              <p:nvPr/>
            </p:nvCxnSpPr>
            <p:spPr bwMode="auto">
              <a:xfrm>
                <a:off x="6734480" y="4836900"/>
                <a:ext cx="782007" cy="221283"/>
              </a:xfrm>
              <a:prstGeom prst="line">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pic>
          <p:nvPicPr>
            <p:cNvPr id="62" name="图形 61"/>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3433554" y="4528949"/>
              <a:ext cx="481880" cy="481880"/>
            </a:xfrm>
            <a:prstGeom prst="rect">
              <a:avLst/>
            </a:prstGeom>
          </p:spPr>
        </p:pic>
        <p:pic>
          <p:nvPicPr>
            <p:cNvPr id="63" name="图形 62"/>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9254194" y="4403237"/>
              <a:ext cx="481880" cy="481880"/>
            </a:xfrm>
            <a:prstGeom prst="rect">
              <a:avLst/>
            </a:prstGeom>
          </p:spPr>
        </p:pic>
        <p:cxnSp>
          <p:nvCxnSpPr>
            <p:cNvPr id="65" name="直接连接符 64"/>
            <p:cNvCxnSpPr>
              <a:stCxn id="62" idx="3"/>
              <a:endCxn id="24" idx="1"/>
            </p:cNvCxnSpPr>
            <p:nvPr/>
          </p:nvCxnSpPr>
          <p:spPr bwMode="auto">
            <a:xfrm flipV="1">
              <a:off x="3915434" y="4230235"/>
              <a:ext cx="840883" cy="539654"/>
            </a:xfrm>
            <a:prstGeom prst="line">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7" name="直接连接符 66"/>
            <p:cNvCxnSpPr>
              <a:stCxn id="19" idx="3"/>
              <a:endCxn id="62" idx="1"/>
            </p:cNvCxnSpPr>
            <p:nvPr/>
          </p:nvCxnSpPr>
          <p:spPr bwMode="auto">
            <a:xfrm>
              <a:off x="3073451" y="4252368"/>
              <a:ext cx="360103" cy="517521"/>
            </a:xfrm>
            <a:prstGeom prst="line">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9" name="直接连接符 68"/>
            <p:cNvCxnSpPr>
              <a:stCxn id="18" idx="3"/>
              <a:endCxn id="62" idx="1"/>
            </p:cNvCxnSpPr>
            <p:nvPr/>
          </p:nvCxnSpPr>
          <p:spPr bwMode="auto">
            <a:xfrm flipV="1">
              <a:off x="3073451" y="4769889"/>
              <a:ext cx="360103" cy="781890"/>
            </a:xfrm>
            <a:prstGeom prst="line">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1" name="直接连接符 70"/>
            <p:cNvCxnSpPr>
              <a:stCxn id="33" idx="3"/>
              <a:endCxn id="63" idx="1"/>
            </p:cNvCxnSpPr>
            <p:nvPr/>
          </p:nvCxnSpPr>
          <p:spPr bwMode="auto">
            <a:xfrm>
              <a:off x="8616280" y="4633285"/>
              <a:ext cx="637914" cy="10892"/>
            </a:xfrm>
            <a:prstGeom prst="line">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3" name="直接连接符 72"/>
            <p:cNvCxnSpPr>
              <a:stCxn id="63" idx="3"/>
              <a:endCxn id="22" idx="2"/>
            </p:cNvCxnSpPr>
            <p:nvPr/>
          </p:nvCxnSpPr>
          <p:spPr bwMode="auto">
            <a:xfrm flipV="1">
              <a:off x="9736074" y="4375362"/>
              <a:ext cx="852774" cy="268815"/>
            </a:xfrm>
            <a:prstGeom prst="line">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5" name="直接连接符 74"/>
            <p:cNvCxnSpPr>
              <a:stCxn id="63" idx="3"/>
              <a:endCxn id="21" idx="1"/>
            </p:cNvCxnSpPr>
            <p:nvPr/>
          </p:nvCxnSpPr>
          <p:spPr bwMode="auto">
            <a:xfrm>
              <a:off x="9736074" y="4644177"/>
              <a:ext cx="718626" cy="708616"/>
            </a:xfrm>
            <a:prstGeom prst="line">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100" name="组合 99"/>
            <p:cNvGrpSpPr/>
            <p:nvPr/>
          </p:nvGrpSpPr>
          <p:grpSpPr>
            <a:xfrm rot="2531035">
              <a:off x="9738194" y="4975240"/>
              <a:ext cx="432048" cy="317939"/>
              <a:chOff x="1559496" y="5991381"/>
              <a:chExt cx="432048" cy="317939"/>
            </a:xfrm>
          </p:grpSpPr>
          <p:sp>
            <p:nvSpPr>
              <p:cNvPr id="76" name="矩形 75"/>
              <p:cNvSpPr/>
              <p:nvPr/>
            </p:nvSpPr>
            <p:spPr bwMode="auto">
              <a:xfrm>
                <a:off x="1559496" y="5991381"/>
                <a:ext cx="432048" cy="245931"/>
              </a:xfrm>
              <a:prstGeom prst="rect">
                <a:avLst/>
              </a:prstGeom>
              <a:solidFill>
                <a:srgbClr val="92D050"/>
              </a:solidFill>
              <a:ln w="9525" cap="flat" cmpd="sng" algn="ctr">
                <a:solidFill>
                  <a:srgbClr val="FFFF00"/>
                </a:solidFill>
                <a:prstDash val="solid"/>
                <a:round/>
                <a:headEnd type="none" w="med" len="med"/>
                <a:tailEnd type="none" w="med" len="med"/>
              </a:ln>
              <a:effectLst/>
            </p:spPr>
            <p:txBody>
              <a:bodyPr vert="horz" wrap="square" lIns="0" tIns="45720" rIns="36000" bIns="45720" numCol="1" rtlCol="0" anchor="ctr" anchorCtr="0" compatLnSpc="1">
                <a:normAutofit fontScale="55000" lnSpcReduction="20000"/>
              </a:bodyPr>
              <a:lstStyle/>
              <a:p>
                <a:pPr marL="0" marR="0" indent="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rPr>
                  <a:t>OK</a:t>
                </a:r>
                <a:endParaRPr kumimoji="0" lang="zh-CN" altLang="en-US" sz="20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endParaRPr>
              </a:p>
            </p:txBody>
          </p:sp>
          <p:sp>
            <p:nvSpPr>
              <p:cNvPr id="77" name="箭头: 右 76"/>
              <p:cNvSpPr/>
              <p:nvPr/>
            </p:nvSpPr>
            <p:spPr bwMode="auto">
              <a:xfrm rot="10800000">
                <a:off x="1631504" y="6165304"/>
                <a:ext cx="251250" cy="144016"/>
              </a:xfrm>
              <a:prstGeom prst="rightArrow">
                <a:avLst/>
              </a:prstGeom>
              <a:noFill/>
              <a:ln w="9525" cap="flat" cmpd="sng" algn="ctr">
                <a:solidFill>
                  <a:srgbClr val="0070C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ctr"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20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endParaRPr>
              </a:p>
            </p:txBody>
          </p:sp>
        </p:grpSp>
        <p:grpSp>
          <p:nvGrpSpPr>
            <p:cNvPr id="79" name="组合 78"/>
            <p:cNvGrpSpPr/>
            <p:nvPr/>
          </p:nvGrpSpPr>
          <p:grpSpPr>
            <a:xfrm rot="18031490">
              <a:off x="2684169" y="4906256"/>
              <a:ext cx="835196" cy="317939"/>
              <a:chOff x="1343473" y="5991381"/>
              <a:chExt cx="835196" cy="317939"/>
            </a:xfrm>
          </p:grpSpPr>
          <p:sp>
            <p:nvSpPr>
              <p:cNvPr id="80" name="矩形 79"/>
              <p:cNvSpPr/>
              <p:nvPr/>
            </p:nvSpPr>
            <p:spPr bwMode="auto">
              <a:xfrm rot="21471748">
                <a:off x="1343473" y="5991381"/>
                <a:ext cx="835196" cy="245931"/>
              </a:xfrm>
              <a:prstGeom prst="rect">
                <a:avLst/>
              </a:prstGeom>
              <a:solidFill>
                <a:srgbClr val="FFFF00"/>
              </a:solidFill>
              <a:ln w="9525" cap="flat" cmpd="sng" algn="ctr">
                <a:solidFill>
                  <a:srgbClr val="FFFF00"/>
                </a:solidFill>
                <a:prstDash val="solid"/>
                <a:round/>
                <a:headEnd type="none" w="med" len="med"/>
                <a:tailEnd type="none" w="med" len="med"/>
              </a:ln>
              <a:effectLst/>
            </p:spPr>
            <p:txBody>
              <a:bodyPr vert="horz" wrap="square" lIns="0" tIns="45720" rIns="36000" bIns="45720" numCol="1" rtlCol="0" anchor="ctr" anchorCtr="0" compatLnSpc="1">
                <a:normAutofit fontScale="55000" lnSpcReduction="20000"/>
              </a:bodyPr>
              <a:lstStyle/>
              <a:p>
                <a:pPr marL="0" marR="0" indent="0" algn="ctr" defTabSz="914400" rtl="0" eaLnBrk="1" fontAlgn="base" latinLnBrk="0" hangingPunct="1">
                  <a:lnSpc>
                    <a:spcPct val="100000"/>
                  </a:lnSpc>
                  <a:spcBef>
                    <a:spcPct val="0"/>
                  </a:spcBef>
                  <a:spcAft>
                    <a:spcPct val="0"/>
                  </a:spcAft>
                  <a:buClrTx/>
                  <a:buSzTx/>
                  <a:buFontTx/>
                  <a:buNone/>
                </a:pPr>
                <a:r>
                  <a:rPr kumimoji="0" lang="zh-CN" altLang="en-US" sz="20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rPr>
                  <a:t>申请</a:t>
                </a:r>
                <a:r>
                  <a:rPr kumimoji="0" lang="en-US" altLang="zh-CN" sz="20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rPr>
                  <a:t>2M</a:t>
                </a:r>
                <a:r>
                  <a:rPr kumimoji="0" lang="zh-CN" altLang="en-US" sz="20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rPr>
                  <a:t>带宽</a:t>
                </a:r>
                <a:endParaRPr kumimoji="0" lang="zh-CN" altLang="en-US" sz="20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endParaRPr>
              </a:p>
            </p:txBody>
          </p:sp>
          <p:sp>
            <p:nvSpPr>
              <p:cNvPr id="81" name="箭头: 右 80"/>
              <p:cNvSpPr/>
              <p:nvPr/>
            </p:nvSpPr>
            <p:spPr bwMode="auto">
              <a:xfrm>
                <a:off x="1450707" y="6165304"/>
                <a:ext cx="504055" cy="144016"/>
              </a:xfrm>
              <a:prstGeom prst="rightArrow">
                <a:avLst/>
              </a:prstGeom>
              <a:noFill/>
              <a:ln w="9525" cap="flat" cmpd="sng" algn="ctr">
                <a:solidFill>
                  <a:srgbClr val="FF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ctr"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20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endParaRPr>
              </a:p>
            </p:txBody>
          </p:sp>
        </p:grpSp>
        <p:grpSp>
          <p:nvGrpSpPr>
            <p:cNvPr id="82" name="组合 81"/>
            <p:cNvGrpSpPr/>
            <p:nvPr/>
          </p:nvGrpSpPr>
          <p:grpSpPr>
            <a:xfrm rot="19910702">
              <a:off x="3857715" y="4153341"/>
              <a:ext cx="835196" cy="317939"/>
              <a:chOff x="1343473" y="5991381"/>
              <a:chExt cx="835196" cy="317939"/>
            </a:xfrm>
          </p:grpSpPr>
          <p:sp>
            <p:nvSpPr>
              <p:cNvPr id="83" name="矩形 82"/>
              <p:cNvSpPr/>
              <p:nvPr/>
            </p:nvSpPr>
            <p:spPr bwMode="auto">
              <a:xfrm>
                <a:off x="1343473" y="5991381"/>
                <a:ext cx="835196" cy="245931"/>
              </a:xfrm>
              <a:prstGeom prst="rect">
                <a:avLst/>
              </a:prstGeom>
              <a:solidFill>
                <a:srgbClr val="FFFF00"/>
              </a:solidFill>
              <a:ln w="9525" cap="flat" cmpd="sng" algn="ctr">
                <a:solidFill>
                  <a:srgbClr val="FFFF00"/>
                </a:solidFill>
                <a:prstDash val="solid"/>
                <a:round/>
                <a:headEnd type="none" w="med" len="med"/>
                <a:tailEnd type="none" w="med" len="med"/>
              </a:ln>
              <a:effectLst/>
            </p:spPr>
            <p:txBody>
              <a:bodyPr vert="horz" wrap="square" lIns="0" tIns="45720" rIns="36000" bIns="45720" numCol="1" rtlCol="0" anchor="ctr" anchorCtr="0" compatLnSpc="1">
                <a:normAutofit fontScale="55000" lnSpcReduction="20000"/>
              </a:bodyPr>
              <a:lstStyle/>
              <a:p>
                <a:pPr marL="0" marR="0" indent="0" algn="ctr" defTabSz="914400" rtl="0" eaLnBrk="1" fontAlgn="base" latinLnBrk="0" hangingPunct="1">
                  <a:lnSpc>
                    <a:spcPct val="100000"/>
                  </a:lnSpc>
                  <a:spcBef>
                    <a:spcPct val="0"/>
                  </a:spcBef>
                  <a:spcAft>
                    <a:spcPct val="0"/>
                  </a:spcAft>
                  <a:buClrTx/>
                  <a:buSzTx/>
                  <a:buFontTx/>
                  <a:buNone/>
                </a:pPr>
                <a:r>
                  <a:rPr kumimoji="0" lang="zh-CN" altLang="en-US" sz="20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rPr>
                  <a:t>申请</a:t>
                </a:r>
                <a:r>
                  <a:rPr kumimoji="0" lang="en-US" altLang="zh-CN" sz="20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rPr>
                  <a:t>2M</a:t>
                </a:r>
                <a:r>
                  <a:rPr kumimoji="0" lang="zh-CN" altLang="en-US" sz="20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rPr>
                  <a:t>带宽</a:t>
                </a:r>
                <a:endParaRPr kumimoji="0" lang="zh-CN" altLang="en-US" sz="20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endParaRPr>
              </a:p>
            </p:txBody>
          </p:sp>
          <p:sp>
            <p:nvSpPr>
              <p:cNvPr id="84" name="箭头: 右 83"/>
              <p:cNvSpPr/>
              <p:nvPr/>
            </p:nvSpPr>
            <p:spPr bwMode="auto">
              <a:xfrm>
                <a:off x="1450707" y="6165304"/>
                <a:ext cx="504055" cy="144016"/>
              </a:xfrm>
              <a:prstGeom prst="rightArrow">
                <a:avLst/>
              </a:prstGeom>
              <a:noFill/>
              <a:ln w="9525" cap="flat" cmpd="sng" algn="ctr">
                <a:solidFill>
                  <a:srgbClr val="FF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ctr"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20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endParaRPr>
              </a:p>
            </p:txBody>
          </p:sp>
        </p:grpSp>
        <p:grpSp>
          <p:nvGrpSpPr>
            <p:cNvPr id="85" name="组合 84"/>
            <p:cNvGrpSpPr/>
            <p:nvPr/>
          </p:nvGrpSpPr>
          <p:grpSpPr>
            <a:xfrm rot="386192">
              <a:off x="5163070" y="3921619"/>
              <a:ext cx="837961" cy="317939"/>
              <a:chOff x="1343473" y="5991381"/>
              <a:chExt cx="835196" cy="317939"/>
            </a:xfrm>
          </p:grpSpPr>
          <p:sp>
            <p:nvSpPr>
              <p:cNvPr id="86" name="矩形 85"/>
              <p:cNvSpPr/>
              <p:nvPr/>
            </p:nvSpPr>
            <p:spPr bwMode="auto">
              <a:xfrm>
                <a:off x="1343473" y="5991381"/>
                <a:ext cx="835196" cy="245931"/>
              </a:xfrm>
              <a:prstGeom prst="rect">
                <a:avLst/>
              </a:prstGeom>
              <a:solidFill>
                <a:srgbClr val="FFFF00"/>
              </a:solidFill>
              <a:ln w="9525" cap="flat" cmpd="sng" algn="ctr">
                <a:solidFill>
                  <a:srgbClr val="FFFF00"/>
                </a:solidFill>
                <a:prstDash val="solid"/>
                <a:round/>
                <a:headEnd type="none" w="med" len="med"/>
                <a:tailEnd type="none" w="med" len="med"/>
              </a:ln>
              <a:effectLst/>
            </p:spPr>
            <p:txBody>
              <a:bodyPr vert="horz" wrap="square" lIns="0" tIns="45720" rIns="36000" bIns="45720" numCol="1" rtlCol="0" anchor="ctr" anchorCtr="0" compatLnSpc="1">
                <a:normAutofit fontScale="55000" lnSpcReduction="20000"/>
              </a:bodyPr>
              <a:lstStyle/>
              <a:p>
                <a:pPr marL="0" marR="0" indent="0" algn="ctr" defTabSz="914400" rtl="0" eaLnBrk="1" fontAlgn="base" latinLnBrk="0" hangingPunct="1">
                  <a:lnSpc>
                    <a:spcPct val="100000"/>
                  </a:lnSpc>
                  <a:spcBef>
                    <a:spcPct val="0"/>
                  </a:spcBef>
                  <a:spcAft>
                    <a:spcPct val="0"/>
                  </a:spcAft>
                  <a:buClrTx/>
                  <a:buSzTx/>
                  <a:buFontTx/>
                  <a:buNone/>
                </a:pPr>
                <a:r>
                  <a:rPr kumimoji="0" lang="zh-CN" altLang="en-US" sz="20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rPr>
                  <a:t>申请</a:t>
                </a:r>
                <a:r>
                  <a:rPr kumimoji="0" lang="en-US" altLang="zh-CN" sz="20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rPr>
                  <a:t>2M</a:t>
                </a:r>
                <a:r>
                  <a:rPr kumimoji="0" lang="zh-CN" altLang="en-US" sz="20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rPr>
                  <a:t>带宽</a:t>
                </a:r>
                <a:endParaRPr kumimoji="0" lang="zh-CN" altLang="en-US" sz="20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endParaRPr>
              </a:p>
            </p:txBody>
          </p:sp>
          <p:sp>
            <p:nvSpPr>
              <p:cNvPr id="87" name="箭头: 右 86"/>
              <p:cNvSpPr/>
              <p:nvPr/>
            </p:nvSpPr>
            <p:spPr bwMode="auto">
              <a:xfrm>
                <a:off x="1450707" y="6165304"/>
                <a:ext cx="504055" cy="144016"/>
              </a:xfrm>
              <a:prstGeom prst="rightArrow">
                <a:avLst/>
              </a:prstGeom>
              <a:noFill/>
              <a:ln w="9525" cap="flat" cmpd="sng" algn="ctr">
                <a:solidFill>
                  <a:srgbClr val="FF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ctr"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20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endParaRPr>
              </a:p>
            </p:txBody>
          </p:sp>
        </p:grpSp>
        <p:grpSp>
          <p:nvGrpSpPr>
            <p:cNvPr id="88" name="组合 87"/>
            <p:cNvGrpSpPr/>
            <p:nvPr/>
          </p:nvGrpSpPr>
          <p:grpSpPr>
            <a:xfrm>
              <a:off x="6257180" y="3964089"/>
              <a:ext cx="835196" cy="317939"/>
              <a:chOff x="1343473" y="5991381"/>
              <a:chExt cx="835196" cy="317939"/>
            </a:xfrm>
          </p:grpSpPr>
          <p:sp>
            <p:nvSpPr>
              <p:cNvPr id="89" name="矩形 88"/>
              <p:cNvSpPr/>
              <p:nvPr/>
            </p:nvSpPr>
            <p:spPr bwMode="auto">
              <a:xfrm>
                <a:off x="1343473" y="5991381"/>
                <a:ext cx="835196" cy="245931"/>
              </a:xfrm>
              <a:prstGeom prst="rect">
                <a:avLst/>
              </a:prstGeom>
              <a:solidFill>
                <a:srgbClr val="FFFF00"/>
              </a:solidFill>
              <a:ln w="9525" cap="flat" cmpd="sng" algn="ctr">
                <a:solidFill>
                  <a:srgbClr val="FFFF00"/>
                </a:solidFill>
                <a:prstDash val="solid"/>
                <a:round/>
                <a:headEnd type="none" w="med" len="med"/>
                <a:tailEnd type="none" w="med" len="med"/>
              </a:ln>
              <a:effectLst/>
            </p:spPr>
            <p:txBody>
              <a:bodyPr vert="horz" wrap="square" lIns="0" tIns="45720" rIns="36000" bIns="45720" numCol="1" rtlCol="0" anchor="ctr" anchorCtr="0" compatLnSpc="1">
                <a:normAutofit fontScale="55000" lnSpcReduction="20000"/>
              </a:bodyPr>
              <a:lstStyle/>
              <a:p>
                <a:pPr marL="0" marR="0" indent="0" algn="ctr" defTabSz="914400" rtl="0" eaLnBrk="1" fontAlgn="base" latinLnBrk="0" hangingPunct="1">
                  <a:lnSpc>
                    <a:spcPct val="100000"/>
                  </a:lnSpc>
                  <a:spcBef>
                    <a:spcPct val="0"/>
                  </a:spcBef>
                  <a:spcAft>
                    <a:spcPct val="0"/>
                  </a:spcAft>
                  <a:buClrTx/>
                  <a:buSzTx/>
                  <a:buFontTx/>
                  <a:buNone/>
                </a:pPr>
                <a:r>
                  <a:rPr kumimoji="0" lang="zh-CN" altLang="en-US" sz="20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rPr>
                  <a:t>申请</a:t>
                </a:r>
                <a:r>
                  <a:rPr kumimoji="0" lang="en-US" altLang="zh-CN" sz="20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rPr>
                  <a:t>2M</a:t>
                </a:r>
                <a:r>
                  <a:rPr kumimoji="0" lang="zh-CN" altLang="en-US" sz="20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rPr>
                  <a:t>带宽</a:t>
                </a:r>
                <a:endParaRPr kumimoji="0" lang="zh-CN" altLang="en-US" sz="20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endParaRPr>
              </a:p>
            </p:txBody>
          </p:sp>
          <p:sp>
            <p:nvSpPr>
              <p:cNvPr id="90" name="箭头: 右 89"/>
              <p:cNvSpPr/>
              <p:nvPr/>
            </p:nvSpPr>
            <p:spPr bwMode="auto">
              <a:xfrm>
                <a:off x="1450707" y="6165304"/>
                <a:ext cx="504055" cy="144016"/>
              </a:xfrm>
              <a:prstGeom prst="rightArrow">
                <a:avLst/>
              </a:prstGeom>
              <a:noFill/>
              <a:ln w="9525" cap="flat" cmpd="sng" algn="ctr">
                <a:solidFill>
                  <a:srgbClr val="FF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ctr"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20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endParaRPr>
              </a:p>
            </p:txBody>
          </p:sp>
        </p:grpSp>
        <p:grpSp>
          <p:nvGrpSpPr>
            <p:cNvPr id="91" name="组合 90"/>
            <p:cNvGrpSpPr/>
            <p:nvPr/>
          </p:nvGrpSpPr>
          <p:grpSpPr>
            <a:xfrm rot="1157665">
              <a:off x="7356059" y="4151469"/>
              <a:ext cx="835196" cy="317939"/>
              <a:chOff x="1343473" y="5991381"/>
              <a:chExt cx="835196" cy="317939"/>
            </a:xfrm>
          </p:grpSpPr>
          <p:sp>
            <p:nvSpPr>
              <p:cNvPr id="92" name="矩形 91"/>
              <p:cNvSpPr/>
              <p:nvPr/>
            </p:nvSpPr>
            <p:spPr bwMode="auto">
              <a:xfrm>
                <a:off x="1343473" y="5991381"/>
                <a:ext cx="835196" cy="245931"/>
              </a:xfrm>
              <a:prstGeom prst="rect">
                <a:avLst/>
              </a:prstGeom>
              <a:solidFill>
                <a:srgbClr val="FFFF00"/>
              </a:solidFill>
              <a:ln w="9525" cap="flat" cmpd="sng" algn="ctr">
                <a:solidFill>
                  <a:srgbClr val="FFFF00"/>
                </a:solidFill>
                <a:prstDash val="solid"/>
                <a:round/>
                <a:headEnd type="none" w="med" len="med"/>
                <a:tailEnd type="none" w="med" len="med"/>
              </a:ln>
              <a:effectLst/>
            </p:spPr>
            <p:txBody>
              <a:bodyPr vert="horz" wrap="square" lIns="0" tIns="45720" rIns="36000" bIns="45720" numCol="1" rtlCol="0" anchor="ctr" anchorCtr="0" compatLnSpc="1">
                <a:normAutofit fontScale="55000" lnSpcReduction="20000"/>
              </a:bodyPr>
              <a:lstStyle/>
              <a:p>
                <a:pPr marL="0" marR="0" indent="0" algn="ctr" defTabSz="914400" rtl="0" eaLnBrk="1" fontAlgn="base" latinLnBrk="0" hangingPunct="1">
                  <a:lnSpc>
                    <a:spcPct val="100000"/>
                  </a:lnSpc>
                  <a:spcBef>
                    <a:spcPct val="0"/>
                  </a:spcBef>
                  <a:spcAft>
                    <a:spcPct val="0"/>
                  </a:spcAft>
                  <a:buClrTx/>
                  <a:buSzTx/>
                  <a:buFontTx/>
                  <a:buNone/>
                </a:pPr>
                <a:r>
                  <a:rPr kumimoji="0" lang="zh-CN" altLang="en-US" sz="20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rPr>
                  <a:t>申请</a:t>
                </a:r>
                <a:r>
                  <a:rPr kumimoji="0" lang="en-US" altLang="zh-CN" sz="20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rPr>
                  <a:t>2M</a:t>
                </a:r>
                <a:r>
                  <a:rPr kumimoji="0" lang="zh-CN" altLang="en-US" sz="20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rPr>
                  <a:t>带宽</a:t>
                </a:r>
                <a:endParaRPr kumimoji="0" lang="zh-CN" altLang="en-US" sz="20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endParaRPr>
              </a:p>
            </p:txBody>
          </p:sp>
          <p:sp>
            <p:nvSpPr>
              <p:cNvPr id="93" name="箭头: 右 92"/>
              <p:cNvSpPr/>
              <p:nvPr/>
            </p:nvSpPr>
            <p:spPr bwMode="auto">
              <a:xfrm>
                <a:off x="1450707" y="6165304"/>
                <a:ext cx="504055" cy="144016"/>
              </a:xfrm>
              <a:prstGeom prst="rightArrow">
                <a:avLst/>
              </a:prstGeom>
              <a:noFill/>
              <a:ln w="9525" cap="flat" cmpd="sng" algn="ctr">
                <a:solidFill>
                  <a:srgbClr val="FF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ctr"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20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endParaRPr>
              </a:p>
            </p:txBody>
          </p:sp>
        </p:grpSp>
        <p:grpSp>
          <p:nvGrpSpPr>
            <p:cNvPr id="94" name="组合 93"/>
            <p:cNvGrpSpPr/>
            <p:nvPr/>
          </p:nvGrpSpPr>
          <p:grpSpPr>
            <a:xfrm>
              <a:off x="8535568" y="4303154"/>
              <a:ext cx="835196" cy="317939"/>
              <a:chOff x="1343473" y="5991381"/>
              <a:chExt cx="835196" cy="317939"/>
            </a:xfrm>
          </p:grpSpPr>
          <p:sp>
            <p:nvSpPr>
              <p:cNvPr id="95" name="矩形 94"/>
              <p:cNvSpPr/>
              <p:nvPr/>
            </p:nvSpPr>
            <p:spPr bwMode="auto">
              <a:xfrm>
                <a:off x="1343473" y="5991381"/>
                <a:ext cx="835196" cy="245931"/>
              </a:xfrm>
              <a:prstGeom prst="rect">
                <a:avLst/>
              </a:prstGeom>
              <a:solidFill>
                <a:srgbClr val="FFFF00"/>
              </a:solidFill>
              <a:ln w="9525" cap="flat" cmpd="sng" algn="ctr">
                <a:solidFill>
                  <a:srgbClr val="FFFF00"/>
                </a:solidFill>
                <a:prstDash val="solid"/>
                <a:round/>
                <a:headEnd type="none" w="med" len="med"/>
                <a:tailEnd type="none" w="med" len="med"/>
              </a:ln>
              <a:effectLst/>
            </p:spPr>
            <p:txBody>
              <a:bodyPr vert="horz" wrap="square" lIns="0" tIns="45720" rIns="36000" bIns="45720" numCol="1" rtlCol="0" anchor="ctr" anchorCtr="0" compatLnSpc="1">
                <a:normAutofit fontScale="55000" lnSpcReduction="20000"/>
              </a:bodyPr>
              <a:lstStyle/>
              <a:p>
                <a:pPr marL="0" marR="0" indent="0" algn="ctr" defTabSz="914400" rtl="0" eaLnBrk="1" fontAlgn="base" latinLnBrk="0" hangingPunct="1">
                  <a:lnSpc>
                    <a:spcPct val="100000"/>
                  </a:lnSpc>
                  <a:spcBef>
                    <a:spcPct val="0"/>
                  </a:spcBef>
                  <a:spcAft>
                    <a:spcPct val="0"/>
                  </a:spcAft>
                  <a:buClrTx/>
                  <a:buSzTx/>
                  <a:buFontTx/>
                  <a:buNone/>
                </a:pPr>
                <a:r>
                  <a:rPr kumimoji="0" lang="zh-CN" altLang="en-US" sz="20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rPr>
                  <a:t>申请</a:t>
                </a:r>
                <a:r>
                  <a:rPr kumimoji="0" lang="en-US" altLang="zh-CN" sz="20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rPr>
                  <a:t>2M</a:t>
                </a:r>
                <a:r>
                  <a:rPr kumimoji="0" lang="zh-CN" altLang="en-US" sz="20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rPr>
                  <a:t>带宽</a:t>
                </a:r>
                <a:endParaRPr kumimoji="0" lang="zh-CN" altLang="en-US" sz="20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endParaRPr>
              </a:p>
            </p:txBody>
          </p:sp>
          <p:sp>
            <p:nvSpPr>
              <p:cNvPr id="96" name="箭头: 右 95"/>
              <p:cNvSpPr/>
              <p:nvPr/>
            </p:nvSpPr>
            <p:spPr bwMode="auto">
              <a:xfrm>
                <a:off x="1450707" y="6165304"/>
                <a:ext cx="504055" cy="144016"/>
              </a:xfrm>
              <a:prstGeom prst="rightArrow">
                <a:avLst/>
              </a:prstGeom>
              <a:noFill/>
              <a:ln w="9525" cap="flat" cmpd="sng" algn="ctr">
                <a:solidFill>
                  <a:srgbClr val="FF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ctr"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20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endParaRPr>
              </a:p>
            </p:txBody>
          </p:sp>
        </p:grpSp>
        <p:grpSp>
          <p:nvGrpSpPr>
            <p:cNvPr id="97" name="组合 96"/>
            <p:cNvGrpSpPr/>
            <p:nvPr/>
          </p:nvGrpSpPr>
          <p:grpSpPr>
            <a:xfrm rot="2715488">
              <a:off x="9854753" y="4716385"/>
              <a:ext cx="835195" cy="317939"/>
              <a:chOff x="1343473" y="5991381"/>
              <a:chExt cx="835196" cy="317939"/>
            </a:xfrm>
          </p:grpSpPr>
          <p:sp>
            <p:nvSpPr>
              <p:cNvPr id="98" name="矩形 97"/>
              <p:cNvSpPr/>
              <p:nvPr/>
            </p:nvSpPr>
            <p:spPr bwMode="auto">
              <a:xfrm>
                <a:off x="1343473" y="5991381"/>
                <a:ext cx="835196" cy="245931"/>
              </a:xfrm>
              <a:prstGeom prst="rect">
                <a:avLst/>
              </a:prstGeom>
              <a:solidFill>
                <a:srgbClr val="FFFF00"/>
              </a:solidFill>
              <a:ln w="9525" cap="flat" cmpd="sng" algn="ctr">
                <a:solidFill>
                  <a:srgbClr val="FFFF00"/>
                </a:solidFill>
                <a:prstDash val="solid"/>
                <a:round/>
                <a:headEnd type="none" w="med" len="med"/>
                <a:tailEnd type="none" w="med" len="med"/>
              </a:ln>
              <a:effectLst/>
            </p:spPr>
            <p:txBody>
              <a:bodyPr vert="horz" wrap="square" lIns="0" tIns="45720" rIns="36000" bIns="45720" numCol="1" rtlCol="0" anchor="ctr" anchorCtr="0" compatLnSpc="1">
                <a:normAutofit fontScale="55000" lnSpcReduction="20000"/>
              </a:bodyPr>
              <a:lstStyle/>
              <a:p>
                <a:pPr marL="0" marR="0" indent="0" algn="ctr" defTabSz="914400" rtl="0" eaLnBrk="1" fontAlgn="base" latinLnBrk="0" hangingPunct="1">
                  <a:lnSpc>
                    <a:spcPct val="100000"/>
                  </a:lnSpc>
                  <a:spcBef>
                    <a:spcPct val="0"/>
                  </a:spcBef>
                  <a:spcAft>
                    <a:spcPct val="0"/>
                  </a:spcAft>
                  <a:buClrTx/>
                  <a:buSzTx/>
                  <a:buFontTx/>
                  <a:buNone/>
                </a:pPr>
                <a:r>
                  <a:rPr kumimoji="0" lang="zh-CN" altLang="en-US" sz="20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rPr>
                  <a:t>申请</a:t>
                </a:r>
                <a:r>
                  <a:rPr kumimoji="0" lang="en-US" altLang="zh-CN" sz="20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rPr>
                  <a:t>2M</a:t>
                </a:r>
                <a:r>
                  <a:rPr kumimoji="0" lang="zh-CN" altLang="en-US" sz="20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rPr>
                  <a:t>带宽</a:t>
                </a:r>
                <a:endParaRPr kumimoji="0" lang="zh-CN" altLang="en-US" sz="20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endParaRPr>
              </a:p>
            </p:txBody>
          </p:sp>
          <p:sp>
            <p:nvSpPr>
              <p:cNvPr id="99" name="箭头: 右 98"/>
              <p:cNvSpPr/>
              <p:nvPr/>
            </p:nvSpPr>
            <p:spPr bwMode="auto">
              <a:xfrm>
                <a:off x="1450707" y="6165304"/>
                <a:ext cx="504055" cy="144016"/>
              </a:xfrm>
              <a:prstGeom prst="rightArrow">
                <a:avLst/>
              </a:prstGeom>
              <a:noFill/>
              <a:ln w="9525" cap="flat" cmpd="sng" algn="ctr">
                <a:solidFill>
                  <a:srgbClr val="FF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ctr"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20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endParaRPr>
              </a:p>
            </p:txBody>
          </p:sp>
        </p:grpSp>
        <p:grpSp>
          <p:nvGrpSpPr>
            <p:cNvPr id="102" name="组合 101"/>
            <p:cNvGrpSpPr/>
            <p:nvPr/>
          </p:nvGrpSpPr>
          <p:grpSpPr>
            <a:xfrm rot="17690232">
              <a:off x="3210786" y="5187081"/>
              <a:ext cx="432048" cy="317939"/>
              <a:chOff x="1559496" y="5991381"/>
              <a:chExt cx="432048" cy="317939"/>
            </a:xfrm>
          </p:grpSpPr>
          <p:sp>
            <p:nvSpPr>
              <p:cNvPr id="103" name="矩形 102"/>
              <p:cNvSpPr/>
              <p:nvPr/>
            </p:nvSpPr>
            <p:spPr bwMode="auto">
              <a:xfrm>
                <a:off x="1559496" y="5991381"/>
                <a:ext cx="432048" cy="245931"/>
              </a:xfrm>
              <a:prstGeom prst="rect">
                <a:avLst/>
              </a:prstGeom>
              <a:solidFill>
                <a:srgbClr val="92D050"/>
              </a:solidFill>
              <a:ln w="9525" cap="flat" cmpd="sng" algn="ctr">
                <a:solidFill>
                  <a:srgbClr val="FFFF00"/>
                </a:solidFill>
                <a:prstDash val="solid"/>
                <a:round/>
                <a:headEnd type="none" w="med" len="med"/>
                <a:tailEnd type="none" w="med" len="med"/>
              </a:ln>
              <a:effectLst/>
            </p:spPr>
            <p:txBody>
              <a:bodyPr vert="horz" wrap="square" lIns="0" tIns="45720" rIns="36000" bIns="45720" numCol="1" rtlCol="0" anchor="ctr" anchorCtr="0" compatLnSpc="1">
                <a:normAutofit fontScale="55000" lnSpcReduction="20000"/>
              </a:bodyPr>
              <a:lstStyle/>
              <a:p>
                <a:pPr marL="0" marR="0" indent="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rPr>
                  <a:t>OK</a:t>
                </a:r>
                <a:endParaRPr kumimoji="0" lang="zh-CN" altLang="en-US" sz="20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endParaRPr>
              </a:p>
            </p:txBody>
          </p:sp>
          <p:sp>
            <p:nvSpPr>
              <p:cNvPr id="104" name="箭头: 右 103"/>
              <p:cNvSpPr/>
              <p:nvPr/>
            </p:nvSpPr>
            <p:spPr bwMode="auto">
              <a:xfrm rot="10800000">
                <a:off x="1631504" y="6165304"/>
                <a:ext cx="251250" cy="144016"/>
              </a:xfrm>
              <a:prstGeom prst="rightArrow">
                <a:avLst/>
              </a:prstGeom>
              <a:noFill/>
              <a:ln w="9525" cap="flat" cmpd="sng" algn="ctr">
                <a:solidFill>
                  <a:srgbClr val="0070C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ctr"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20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endParaRPr>
              </a:p>
            </p:txBody>
          </p:sp>
        </p:grpSp>
        <p:grpSp>
          <p:nvGrpSpPr>
            <p:cNvPr id="105" name="组合 104"/>
            <p:cNvGrpSpPr/>
            <p:nvPr/>
          </p:nvGrpSpPr>
          <p:grpSpPr>
            <a:xfrm rot="156212">
              <a:off x="8697798" y="4707339"/>
              <a:ext cx="432048" cy="317939"/>
              <a:chOff x="1559496" y="5991381"/>
              <a:chExt cx="432048" cy="317939"/>
            </a:xfrm>
          </p:grpSpPr>
          <p:sp>
            <p:nvSpPr>
              <p:cNvPr id="106" name="矩形 105"/>
              <p:cNvSpPr/>
              <p:nvPr/>
            </p:nvSpPr>
            <p:spPr bwMode="auto">
              <a:xfrm>
                <a:off x="1559496" y="5991381"/>
                <a:ext cx="432048" cy="245931"/>
              </a:xfrm>
              <a:prstGeom prst="rect">
                <a:avLst/>
              </a:prstGeom>
              <a:solidFill>
                <a:srgbClr val="92D050"/>
              </a:solidFill>
              <a:ln w="9525" cap="flat" cmpd="sng" algn="ctr">
                <a:solidFill>
                  <a:srgbClr val="FFFF00"/>
                </a:solidFill>
                <a:prstDash val="solid"/>
                <a:round/>
                <a:headEnd type="none" w="med" len="med"/>
                <a:tailEnd type="none" w="med" len="med"/>
              </a:ln>
              <a:effectLst/>
            </p:spPr>
            <p:txBody>
              <a:bodyPr vert="horz" wrap="square" lIns="0" tIns="45720" rIns="36000" bIns="45720" numCol="1" rtlCol="0" anchor="ctr" anchorCtr="0" compatLnSpc="1">
                <a:normAutofit fontScale="55000" lnSpcReduction="20000"/>
              </a:bodyPr>
              <a:lstStyle/>
              <a:p>
                <a:pPr marL="0" marR="0" indent="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rPr>
                  <a:t>OK</a:t>
                </a:r>
                <a:endParaRPr kumimoji="0" lang="zh-CN" altLang="en-US" sz="20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endParaRPr>
              </a:p>
            </p:txBody>
          </p:sp>
          <p:sp>
            <p:nvSpPr>
              <p:cNvPr id="107" name="箭头: 右 106"/>
              <p:cNvSpPr/>
              <p:nvPr/>
            </p:nvSpPr>
            <p:spPr bwMode="auto">
              <a:xfrm rot="10800000">
                <a:off x="1631504" y="6165304"/>
                <a:ext cx="251250" cy="144016"/>
              </a:xfrm>
              <a:prstGeom prst="rightArrow">
                <a:avLst/>
              </a:prstGeom>
              <a:noFill/>
              <a:ln w="9525" cap="flat" cmpd="sng" algn="ctr">
                <a:solidFill>
                  <a:srgbClr val="0070C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ctr"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20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endParaRPr>
              </a:p>
            </p:txBody>
          </p:sp>
        </p:grpSp>
        <p:grpSp>
          <p:nvGrpSpPr>
            <p:cNvPr id="108" name="组合 107"/>
            <p:cNvGrpSpPr/>
            <p:nvPr/>
          </p:nvGrpSpPr>
          <p:grpSpPr>
            <a:xfrm rot="1047004">
              <a:off x="7474265" y="4526181"/>
              <a:ext cx="432048" cy="366574"/>
              <a:chOff x="1513259" y="5942746"/>
              <a:chExt cx="432048" cy="366574"/>
            </a:xfrm>
          </p:grpSpPr>
          <p:sp>
            <p:nvSpPr>
              <p:cNvPr id="109" name="矩形 108"/>
              <p:cNvSpPr/>
              <p:nvPr/>
            </p:nvSpPr>
            <p:spPr bwMode="auto">
              <a:xfrm>
                <a:off x="1513259" y="5942746"/>
                <a:ext cx="432048" cy="245931"/>
              </a:xfrm>
              <a:prstGeom prst="rect">
                <a:avLst/>
              </a:prstGeom>
              <a:solidFill>
                <a:srgbClr val="92D050"/>
              </a:solidFill>
              <a:ln w="9525" cap="flat" cmpd="sng" algn="ctr">
                <a:solidFill>
                  <a:srgbClr val="FFFF00"/>
                </a:solidFill>
                <a:prstDash val="solid"/>
                <a:round/>
                <a:headEnd type="none" w="med" len="med"/>
                <a:tailEnd type="none" w="med" len="med"/>
              </a:ln>
              <a:effectLst/>
            </p:spPr>
            <p:txBody>
              <a:bodyPr vert="horz" wrap="square" lIns="0" tIns="45720" rIns="36000" bIns="45720" numCol="1" rtlCol="0" anchor="ctr" anchorCtr="0" compatLnSpc="1">
                <a:normAutofit fontScale="55000" lnSpcReduction="20000"/>
              </a:bodyPr>
              <a:lstStyle/>
              <a:p>
                <a:pPr marL="0" marR="0" indent="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rPr>
                  <a:t>OK</a:t>
                </a:r>
                <a:endParaRPr kumimoji="0" lang="zh-CN" altLang="en-US" sz="20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endParaRPr>
              </a:p>
            </p:txBody>
          </p:sp>
          <p:sp>
            <p:nvSpPr>
              <p:cNvPr id="110" name="箭头: 右 109"/>
              <p:cNvSpPr/>
              <p:nvPr/>
            </p:nvSpPr>
            <p:spPr bwMode="auto">
              <a:xfrm rot="10800000">
                <a:off x="1631504" y="6165304"/>
                <a:ext cx="251250" cy="144016"/>
              </a:xfrm>
              <a:prstGeom prst="rightArrow">
                <a:avLst/>
              </a:prstGeom>
              <a:noFill/>
              <a:ln w="9525" cap="flat" cmpd="sng" algn="ctr">
                <a:solidFill>
                  <a:srgbClr val="0070C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ctr"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20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endParaRPr>
              </a:p>
            </p:txBody>
          </p:sp>
        </p:grpSp>
        <p:grpSp>
          <p:nvGrpSpPr>
            <p:cNvPr id="111" name="组合 110"/>
            <p:cNvGrpSpPr/>
            <p:nvPr/>
          </p:nvGrpSpPr>
          <p:grpSpPr>
            <a:xfrm rot="156212">
              <a:off x="6385698" y="4378505"/>
              <a:ext cx="432048" cy="317939"/>
              <a:chOff x="1559496" y="5991381"/>
              <a:chExt cx="432048" cy="317939"/>
            </a:xfrm>
          </p:grpSpPr>
          <p:sp>
            <p:nvSpPr>
              <p:cNvPr id="112" name="矩形 111"/>
              <p:cNvSpPr/>
              <p:nvPr/>
            </p:nvSpPr>
            <p:spPr bwMode="auto">
              <a:xfrm>
                <a:off x="1559496" y="5991381"/>
                <a:ext cx="432048" cy="245931"/>
              </a:xfrm>
              <a:prstGeom prst="rect">
                <a:avLst/>
              </a:prstGeom>
              <a:solidFill>
                <a:srgbClr val="92D050"/>
              </a:solidFill>
              <a:ln w="9525" cap="flat" cmpd="sng" algn="ctr">
                <a:solidFill>
                  <a:srgbClr val="FFFF00"/>
                </a:solidFill>
                <a:prstDash val="solid"/>
                <a:round/>
                <a:headEnd type="none" w="med" len="med"/>
                <a:tailEnd type="none" w="med" len="med"/>
              </a:ln>
              <a:effectLst/>
            </p:spPr>
            <p:txBody>
              <a:bodyPr vert="horz" wrap="square" lIns="0" tIns="45720" rIns="36000" bIns="45720" numCol="1" rtlCol="0" anchor="ctr" anchorCtr="0" compatLnSpc="1">
                <a:normAutofit fontScale="55000" lnSpcReduction="20000"/>
              </a:bodyPr>
              <a:lstStyle/>
              <a:p>
                <a:pPr marL="0" marR="0" indent="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rPr>
                  <a:t>OK</a:t>
                </a:r>
                <a:endParaRPr kumimoji="0" lang="zh-CN" altLang="en-US" sz="20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endParaRPr>
              </a:p>
            </p:txBody>
          </p:sp>
          <p:sp>
            <p:nvSpPr>
              <p:cNvPr id="113" name="箭头: 右 112"/>
              <p:cNvSpPr/>
              <p:nvPr/>
            </p:nvSpPr>
            <p:spPr bwMode="auto">
              <a:xfrm rot="10800000">
                <a:off x="1631504" y="6165304"/>
                <a:ext cx="251250" cy="144016"/>
              </a:xfrm>
              <a:prstGeom prst="rightArrow">
                <a:avLst/>
              </a:prstGeom>
              <a:noFill/>
              <a:ln w="9525" cap="flat" cmpd="sng" algn="ctr">
                <a:solidFill>
                  <a:srgbClr val="0070C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ctr"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20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endParaRPr>
              </a:p>
            </p:txBody>
          </p:sp>
        </p:grpSp>
        <p:grpSp>
          <p:nvGrpSpPr>
            <p:cNvPr id="114" name="组合 113"/>
            <p:cNvGrpSpPr/>
            <p:nvPr/>
          </p:nvGrpSpPr>
          <p:grpSpPr>
            <a:xfrm rot="641549">
              <a:off x="5319883" y="4337846"/>
              <a:ext cx="432048" cy="317939"/>
              <a:chOff x="1559496" y="5991381"/>
              <a:chExt cx="432048" cy="317939"/>
            </a:xfrm>
          </p:grpSpPr>
          <p:sp>
            <p:nvSpPr>
              <p:cNvPr id="115" name="矩形 114"/>
              <p:cNvSpPr/>
              <p:nvPr/>
            </p:nvSpPr>
            <p:spPr bwMode="auto">
              <a:xfrm>
                <a:off x="1559496" y="5991381"/>
                <a:ext cx="432048" cy="245931"/>
              </a:xfrm>
              <a:prstGeom prst="rect">
                <a:avLst/>
              </a:prstGeom>
              <a:solidFill>
                <a:srgbClr val="92D050"/>
              </a:solidFill>
              <a:ln w="9525" cap="flat" cmpd="sng" algn="ctr">
                <a:solidFill>
                  <a:srgbClr val="FFFF00"/>
                </a:solidFill>
                <a:prstDash val="solid"/>
                <a:round/>
                <a:headEnd type="none" w="med" len="med"/>
                <a:tailEnd type="none" w="med" len="med"/>
              </a:ln>
              <a:effectLst/>
            </p:spPr>
            <p:txBody>
              <a:bodyPr vert="horz" wrap="square" lIns="0" tIns="45720" rIns="36000" bIns="45720" numCol="1" rtlCol="0" anchor="ctr" anchorCtr="0" compatLnSpc="1">
                <a:normAutofit fontScale="55000" lnSpcReduction="20000"/>
              </a:bodyPr>
              <a:lstStyle/>
              <a:p>
                <a:pPr marL="0" marR="0" indent="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rPr>
                  <a:t>OK</a:t>
                </a:r>
                <a:endParaRPr kumimoji="0" lang="zh-CN" altLang="en-US" sz="20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endParaRPr>
              </a:p>
            </p:txBody>
          </p:sp>
          <p:sp>
            <p:nvSpPr>
              <p:cNvPr id="116" name="箭头: 右 115"/>
              <p:cNvSpPr/>
              <p:nvPr/>
            </p:nvSpPr>
            <p:spPr bwMode="auto">
              <a:xfrm rot="10800000">
                <a:off x="1631504" y="6165304"/>
                <a:ext cx="251250" cy="144016"/>
              </a:xfrm>
              <a:prstGeom prst="rightArrow">
                <a:avLst/>
              </a:prstGeom>
              <a:noFill/>
              <a:ln w="9525" cap="flat" cmpd="sng" algn="ctr">
                <a:solidFill>
                  <a:srgbClr val="0070C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ctr"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20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endParaRPr>
              </a:p>
            </p:txBody>
          </p:sp>
        </p:grpSp>
        <p:grpSp>
          <p:nvGrpSpPr>
            <p:cNvPr id="117" name="组合 116"/>
            <p:cNvGrpSpPr/>
            <p:nvPr/>
          </p:nvGrpSpPr>
          <p:grpSpPr>
            <a:xfrm rot="19538478">
              <a:off x="4188221" y="4538719"/>
              <a:ext cx="432048" cy="317939"/>
              <a:chOff x="1559496" y="5991381"/>
              <a:chExt cx="432048" cy="317939"/>
            </a:xfrm>
          </p:grpSpPr>
          <p:sp>
            <p:nvSpPr>
              <p:cNvPr id="118" name="矩形 117"/>
              <p:cNvSpPr/>
              <p:nvPr/>
            </p:nvSpPr>
            <p:spPr bwMode="auto">
              <a:xfrm>
                <a:off x="1559496" y="5991381"/>
                <a:ext cx="432048" cy="245931"/>
              </a:xfrm>
              <a:prstGeom prst="rect">
                <a:avLst/>
              </a:prstGeom>
              <a:solidFill>
                <a:srgbClr val="92D050"/>
              </a:solidFill>
              <a:ln w="9525" cap="flat" cmpd="sng" algn="ctr">
                <a:solidFill>
                  <a:srgbClr val="FFFF00"/>
                </a:solidFill>
                <a:prstDash val="solid"/>
                <a:round/>
                <a:headEnd type="none" w="med" len="med"/>
                <a:tailEnd type="none" w="med" len="med"/>
              </a:ln>
              <a:effectLst/>
            </p:spPr>
            <p:txBody>
              <a:bodyPr vert="horz" wrap="square" lIns="0" tIns="45720" rIns="36000" bIns="45720" numCol="1" rtlCol="0" anchor="ctr" anchorCtr="0" compatLnSpc="1">
                <a:normAutofit fontScale="55000" lnSpcReduction="20000"/>
              </a:bodyPr>
              <a:lstStyle/>
              <a:p>
                <a:pPr marL="0" marR="0" indent="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rPr>
                  <a:t>OK</a:t>
                </a:r>
                <a:endParaRPr kumimoji="0" lang="zh-CN" altLang="en-US" sz="20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endParaRPr>
              </a:p>
            </p:txBody>
          </p:sp>
          <p:sp>
            <p:nvSpPr>
              <p:cNvPr id="119" name="箭头: 右 118"/>
              <p:cNvSpPr/>
              <p:nvPr/>
            </p:nvSpPr>
            <p:spPr bwMode="auto">
              <a:xfrm rot="10800000">
                <a:off x="1631504" y="6165304"/>
                <a:ext cx="251250" cy="144016"/>
              </a:xfrm>
              <a:prstGeom prst="rightArrow">
                <a:avLst/>
              </a:prstGeom>
              <a:noFill/>
              <a:ln w="9525" cap="flat" cmpd="sng" algn="ctr">
                <a:solidFill>
                  <a:srgbClr val="0070C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ctr"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20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endParaRPr>
              </a:p>
            </p:txBody>
          </p:sp>
        </p:grpSp>
      </p:gr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latin typeface="+mn-ea"/>
                <a:ea typeface="+mn-ea"/>
              </a:rPr>
              <a:t>DiffServ</a:t>
            </a:r>
            <a:r>
              <a:rPr lang="zh-CN" altLang="en-US" dirty="0">
                <a:latin typeface="+mn-ea"/>
                <a:ea typeface="+mn-ea"/>
              </a:rPr>
              <a:t>模型</a:t>
            </a:r>
            <a:endParaRPr lang="zh-CN" altLang="en-US" dirty="0">
              <a:latin typeface="+mn-ea"/>
              <a:ea typeface="+mn-ea"/>
            </a:endParaRPr>
          </a:p>
        </p:txBody>
      </p:sp>
      <p:sp>
        <p:nvSpPr>
          <p:cNvPr id="3" name="内容占位符 2"/>
          <p:cNvSpPr>
            <a:spLocks noGrp="1"/>
          </p:cNvSpPr>
          <p:nvPr>
            <p:ph sz="half" idx="1"/>
          </p:nvPr>
        </p:nvSpPr>
        <p:spPr>
          <a:xfrm>
            <a:off x="334434" y="1052514"/>
            <a:ext cx="5659967" cy="5607197"/>
          </a:xfrm>
        </p:spPr>
        <p:txBody>
          <a:bodyPr>
            <a:normAutofit fontScale="70000" lnSpcReduction="20000"/>
          </a:bodyPr>
          <a:lstStyle/>
          <a:p>
            <a:pPr>
              <a:lnSpc>
                <a:spcPct val="120000"/>
              </a:lnSpc>
            </a:pPr>
            <a:r>
              <a:rPr lang="en-US" altLang="zh-CN" sz="3400" dirty="0"/>
              <a:t>DiffServ</a:t>
            </a:r>
            <a:r>
              <a:rPr lang="zh-CN" altLang="en-US" sz="3400" dirty="0"/>
              <a:t>模型是当前网络中的主流</a:t>
            </a:r>
            <a:r>
              <a:rPr lang="en-US" altLang="zh-CN" sz="3400" dirty="0"/>
              <a:t>QoS</a:t>
            </a:r>
            <a:r>
              <a:rPr lang="zh-CN" altLang="en-US" sz="3400" dirty="0"/>
              <a:t>服务模型：</a:t>
            </a:r>
            <a:endParaRPr lang="zh-CN" altLang="en-US" sz="3400" dirty="0"/>
          </a:p>
          <a:p>
            <a:pPr lvl="1">
              <a:lnSpc>
                <a:spcPct val="120000"/>
              </a:lnSpc>
            </a:pPr>
            <a:r>
              <a:rPr lang="zh-CN" altLang="en-US" sz="2600" dirty="0"/>
              <a:t>将网络中的流量分成多个类，每个类享受不同的处理，尤其是网络出现拥塞时不同的类会享受不同的优先处理</a:t>
            </a:r>
            <a:endParaRPr lang="zh-CN" altLang="en-US" sz="2600" dirty="0"/>
          </a:p>
          <a:p>
            <a:pPr lvl="1">
              <a:lnSpc>
                <a:spcPct val="120000"/>
              </a:lnSpc>
            </a:pPr>
            <a:r>
              <a:rPr lang="zh-CN" altLang="en-US" sz="2600" dirty="0"/>
              <a:t>同一类的业务在网络中会被聚合起来统一发送，保证相同的延迟、抖动、丢包率等</a:t>
            </a:r>
            <a:r>
              <a:rPr lang="en-US" altLang="zh-CN" sz="2600" dirty="0"/>
              <a:t>QoS</a:t>
            </a:r>
            <a:r>
              <a:rPr lang="zh-CN" altLang="en-US" sz="2600" dirty="0"/>
              <a:t>指标</a:t>
            </a:r>
            <a:endParaRPr lang="zh-CN" altLang="en-US" sz="2600" dirty="0"/>
          </a:p>
          <a:p>
            <a:pPr>
              <a:lnSpc>
                <a:spcPct val="120000"/>
              </a:lnSpc>
            </a:pPr>
            <a:r>
              <a:rPr lang="en-US" altLang="zh-CN" sz="3400" dirty="0"/>
              <a:t>DiffServ</a:t>
            </a:r>
            <a:r>
              <a:rPr lang="zh-CN" altLang="en-US" sz="3400" dirty="0"/>
              <a:t>是一种基于报文流的</a:t>
            </a:r>
            <a:r>
              <a:rPr lang="en-US" altLang="zh-CN" sz="3400" dirty="0"/>
              <a:t>QoS</a:t>
            </a:r>
            <a:r>
              <a:rPr lang="zh-CN" altLang="en-US" sz="3400" dirty="0"/>
              <a:t>模型</a:t>
            </a:r>
            <a:endParaRPr lang="zh-CN" altLang="en-US" sz="3400" dirty="0"/>
          </a:p>
          <a:p>
            <a:pPr lvl="1">
              <a:lnSpc>
                <a:spcPct val="120000"/>
              </a:lnSpc>
            </a:pPr>
            <a:r>
              <a:rPr lang="zh-CN" altLang="en-US" sz="2600" dirty="0"/>
              <a:t>业务流分类和汇聚工作在网络边缘由边缘路由器完成</a:t>
            </a:r>
            <a:endParaRPr lang="en-US" altLang="zh-CN" sz="2600" dirty="0"/>
          </a:p>
          <a:p>
            <a:pPr lvl="1">
              <a:lnSpc>
                <a:spcPct val="120000"/>
              </a:lnSpc>
            </a:pPr>
            <a:r>
              <a:rPr lang="zh-CN" altLang="en-US" sz="2600" dirty="0"/>
              <a:t>边界路由器可以通过多种条件（比如报文的源地址和目的地址、</a:t>
            </a:r>
            <a:r>
              <a:rPr lang="en-US" altLang="zh-CN" sz="2600" dirty="0" err="1"/>
              <a:t>ToS</a:t>
            </a:r>
            <a:r>
              <a:rPr lang="zh-CN" altLang="en-US" sz="2600" dirty="0"/>
              <a:t>域中的优先级、协议类型等）灵活地对报文进行分类，对不同的报文设置不同的标记字段</a:t>
            </a:r>
            <a:endParaRPr lang="zh-CN" altLang="en-US" sz="2600" dirty="0"/>
          </a:p>
          <a:p>
            <a:pPr lvl="1">
              <a:lnSpc>
                <a:spcPct val="120000"/>
              </a:lnSpc>
            </a:pPr>
            <a:r>
              <a:rPr lang="zh-CN" altLang="en-US" sz="2600" dirty="0"/>
              <a:t>其他路由器只需要简单地识别报文中的这些标记，进行资源分配和流量控制</a:t>
            </a:r>
            <a:endParaRPr lang="zh-CN" altLang="en-US" sz="2600" dirty="0"/>
          </a:p>
          <a:p>
            <a:endParaRPr lang="zh-CN" altLang="en-US" dirty="0"/>
          </a:p>
        </p:txBody>
      </p:sp>
      <p:sp>
        <p:nvSpPr>
          <p:cNvPr id="4" name="内容占位符 3"/>
          <p:cNvSpPr>
            <a:spLocks noGrp="1"/>
          </p:cNvSpPr>
          <p:nvPr>
            <p:ph sz="half" idx="2"/>
          </p:nvPr>
        </p:nvSpPr>
        <p:spPr>
          <a:xfrm>
            <a:off x="6197601" y="1052515"/>
            <a:ext cx="5659967" cy="2376485"/>
          </a:xfrm>
        </p:spPr>
        <p:txBody>
          <a:bodyPr>
            <a:normAutofit fontScale="70000" lnSpcReduction="20000"/>
          </a:bodyPr>
          <a:lstStyle/>
          <a:p>
            <a:pPr>
              <a:lnSpc>
                <a:spcPct val="120000"/>
              </a:lnSpc>
            </a:pPr>
            <a:r>
              <a:rPr lang="en-US" altLang="zh-CN" dirty="0"/>
              <a:t>DiffServ</a:t>
            </a:r>
            <a:r>
              <a:rPr lang="zh-CN" altLang="en-US" dirty="0"/>
              <a:t>模型充分考虑了</a:t>
            </a:r>
            <a:r>
              <a:rPr lang="en-US" altLang="zh-CN" dirty="0"/>
              <a:t>IP</a:t>
            </a:r>
            <a:r>
              <a:rPr lang="zh-CN" altLang="en-US" dirty="0"/>
              <a:t>网络本身灵活性、可扩展性强的特点，将复杂的服务质量保证通过报文自身携带的信息转换为单跳行为，从而大大减少了信令的工作</a:t>
            </a:r>
            <a:endParaRPr lang="en-US" altLang="zh-CN" dirty="0"/>
          </a:p>
          <a:p>
            <a:pPr>
              <a:lnSpc>
                <a:spcPct val="120000"/>
              </a:lnSpc>
            </a:pPr>
            <a:r>
              <a:rPr lang="en-US" altLang="zh-CN" dirty="0"/>
              <a:t>DiffServ</a:t>
            </a:r>
            <a:r>
              <a:rPr lang="zh-CN" altLang="en-US" dirty="0"/>
              <a:t>模型不但适合运营商环境使用，而且也大大加快了</a:t>
            </a:r>
            <a:r>
              <a:rPr lang="en-US" altLang="zh-CN" dirty="0"/>
              <a:t>IP QoS</a:t>
            </a:r>
            <a:r>
              <a:rPr lang="zh-CN" altLang="en-US" dirty="0"/>
              <a:t>在实际网络中应用的进程</a:t>
            </a:r>
            <a:endParaRPr lang="zh-CN" altLang="en-US" dirty="0"/>
          </a:p>
          <a:p>
            <a:endParaRPr lang="zh-CN" altLang="en-US" dirty="0"/>
          </a:p>
        </p:txBody>
      </p:sp>
      <p:sp>
        <p:nvSpPr>
          <p:cNvPr id="5" name="灯片编号占位符 4"/>
          <p:cNvSpPr>
            <a:spLocks noGrp="1"/>
          </p:cNvSpPr>
          <p:nvPr>
            <p:ph type="sldNum" sz="quarter" idx="12"/>
          </p:nvPr>
        </p:nvSpPr>
        <p:spPr/>
        <p:txBody>
          <a:bodyPr/>
          <a:lstStyle/>
          <a:p>
            <a:pPr>
              <a:defRPr/>
            </a:pPr>
            <a:fld id="{5ACAED0A-32C0-459D-9CE5-9FDF4154FCB4}" type="slidenum">
              <a:rPr lang="en-US" altLang="zh-CN" smtClean="0"/>
            </a:fld>
            <a:endParaRPr lang="en-US" altLang="zh-CN" dirty="0"/>
          </a:p>
        </p:txBody>
      </p:sp>
      <p:grpSp>
        <p:nvGrpSpPr>
          <p:cNvPr id="149" name="组合 148"/>
          <p:cNvGrpSpPr/>
          <p:nvPr/>
        </p:nvGrpSpPr>
        <p:grpSpPr>
          <a:xfrm>
            <a:off x="6456041" y="3556962"/>
            <a:ext cx="5300978" cy="2248523"/>
            <a:chOff x="6507331" y="3876800"/>
            <a:chExt cx="5153719" cy="1968049"/>
          </a:xfrm>
        </p:grpSpPr>
        <p:grpSp>
          <p:nvGrpSpPr>
            <p:cNvPr id="130" name="组合 129"/>
            <p:cNvGrpSpPr/>
            <p:nvPr/>
          </p:nvGrpSpPr>
          <p:grpSpPr>
            <a:xfrm>
              <a:off x="6854467" y="3876800"/>
              <a:ext cx="4394618" cy="1541869"/>
              <a:chOff x="4259317" y="5352160"/>
              <a:chExt cx="4394618" cy="1541869"/>
            </a:xfrm>
          </p:grpSpPr>
          <p:pic>
            <p:nvPicPr>
              <p:cNvPr id="20" name="Picture 1238" descr="图片194"/>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4316827" y="6153924"/>
                <a:ext cx="311536" cy="299412"/>
              </a:xfrm>
              <a:prstGeom prst="rect">
                <a:avLst/>
              </a:prstGeom>
              <a:noFill/>
              <a:extLst>
                <a:ext uri="{909E8E84-426E-40DD-AFC4-6F175D3DCCD1}">
                  <a14:hiddenFill xmlns:a14="http://schemas.microsoft.com/office/drawing/2010/main">
                    <a:solidFill>
                      <a:srgbClr val="FFFFFF"/>
                    </a:solidFill>
                  </a14:hiddenFill>
                </a:ext>
              </a:extLst>
            </p:spPr>
          </p:pic>
          <p:pic>
            <p:nvPicPr>
              <p:cNvPr id="21" name="Picture 1230" descr="图片186"/>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259317" y="5775988"/>
                <a:ext cx="420658" cy="327866"/>
              </a:xfrm>
              <a:prstGeom prst="rect">
                <a:avLst/>
              </a:prstGeom>
              <a:noFill/>
              <a:extLst>
                <a:ext uri="{909E8E84-426E-40DD-AFC4-6F175D3DCCD1}">
                  <a14:hiddenFill xmlns:a14="http://schemas.microsoft.com/office/drawing/2010/main">
                    <a:solidFill>
                      <a:srgbClr val="FFFFFF"/>
                    </a:solidFill>
                  </a14:hiddenFill>
                </a:ext>
              </a:extLst>
            </p:spPr>
          </p:pic>
          <p:pic>
            <p:nvPicPr>
              <p:cNvPr id="22" name="Picture 456" descr="图片147"/>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367380" y="6054559"/>
                <a:ext cx="286555" cy="345890"/>
              </a:xfrm>
              <a:prstGeom prst="rect">
                <a:avLst/>
              </a:prstGeom>
              <a:noFill/>
              <a:extLst>
                <a:ext uri="{909E8E84-426E-40DD-AFC4-6F175D3DCCD1}">
                  <a14:hiddenFill xmlns:a14="http://schemas.microsoft.com/office/drawing/2010/main">
                    <a:solidFill>
                      <a:srgbClr val="FFFFFF"/>
                    </a:solidFill>
                  </a14:hiddenFill>
                </a:ext>
              </a:extLst>
            </p:spPr>
          </p:pic>
          <p:pic>
            <p:nvPicPr>
              <p:cNvPr id="23" name="Picture 1230" descr="图片186"/>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flipH="1">
                <a:off x="8186196" y="5642367"/>
                <a:ext cx="375529" cy="292691"/>
              </a:xfrm>
              <a:prstGeom prst="rect">
                <a:avLst/>
              </a:prstGeom>
              <a:noFill/>
              <a:extLst>
                <a:ext uri="{909E8E84-426E-40DD-AFC4-6F175D3DCCD1}">
                  <a14:hiddenFill xmlns:a14="http://schemas.microsoft.com/office/drawing/2010/main">
                    <a:solidFill>
                      <a:srgbClr val="FFFFFF"/>
                    </a:solidFill>
                  </a14:hiddenFill>
                </a:ext>
              </a:extLst>
            </p:spPr>
          </p:pic>
          <p:pic>
            <p:nvPicPr>
              <p:cNvPr id="25" name="图形 24"/>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761882" y="5976716"/>
                <a:ext cx="277518" cy="277518"/>
              </a:xfrm>
              <a:prstGeom prst="rect">
                <a:avLst/>
              </a:prstGeom>
            </p:spPr>
          </p:pic>
          <p:pic>
            <p:nvPicPr>
              <p:cNvPr id="26" name="图形 25"/>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946134" y="5935057"/>
                <a:ext cx="270977" cy="270977"/>
              </a:xfrm>
              <a:prstGeom prst="rect">
                <a:avLst/>
              </a:prstGeom>
            </p:spPr>
          </p:pic>
          <p:cxnSp>
            <p:nvCxnSpPr>
              <p:cNvPr id="28" name="直接连接符 27"/>
              <p:cNvCxnSpPr>
                <a:stCxn id="21" idx="3"/>
                <a:endCxn id="25" idx="1"/>
              </p:cNvCxnSpPr>
              <p:nvPr/>
            </p:nvCxnSpPr>
            <p:spPr bwMode="auto">
              <a:xfrm>
                <a:off x="4679975" y="5939921"/>
                <a:ext cx="81907" cy="175554"/>
              </a:xfrm>
              <a:prstGeom prst="line">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9" name="直接连接符 28"/>
              <p:cNvCxnSpPr>
                <a:stCxn id="20" idx="3"/>
                <a:endCxn id="25" idx="1"/>
              </p:cNvCxnSpPr>
              <p:nvPr/>
            </p:nvCxnSpPr>
            <p:spPr bwMode="auto">
              <a:xfrm flipV="1">
                <a:off x="4628363" y="6115475"/>
                <a:ext cx="133519" cy="188155"/>
              </a:xfrm>
              <a:prstGeom prst="line">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97" name="组合 96"/>
              <p:cNvGrpSpPr/>
              <p:nvPr/>
            </p:nvGrpSpPr>
            <p:grpSpPr>
              <a:xfrm>
                <a:off x="5039400" y="5352160"/>
                <a:ext cx="2906734" cy="1541869"/>
                <a:chOff x="3857937" y="3592986"/>
                <a:chExt cx="5307048" cy="2644326"/>
              </a:xfrm>
            </p:grpSpPr>
            <p:sp>
              <p:nvSpPr>
                <p:cNvPr id="19" name="云形 18"/>
                <p:cNvSpPr/>
                <p:nvPr/>
              </p:nvSpPr>
              <p:spPr bwMode="auto">
                <a:xfrm>
                  <a:off x="3935761" y="3592986"/>
                  <a:ext cx="5112568" cy="2644326"/>
                </a:xfrm>
                <a:prstGeom prst="cloud">
                  <a:avLst/>
                </a:prstGeom>
                <a:solidFill>
                  <a:schemeClr val="accent5"/>
                </a:solidFill>
                <a:ln w="9525" cap="flat" cmpd="sng" algn="ctr">
                  <a:solidFill>
                    <a:schemeClr val="accent5"/>
                  </a:solidFill>
                  <a:prstDash val="solid"/>
                  <a:round/>
                  <a:headEnd type="none" w="med" len="med"/>
                  <a:tailEnd type="none" w="med" len="med"/>
                </a:ln>
                <a:effectLst/>
              </p:spPr>
              <p:txBody>
                <a:bodyPr vert="horz" wrap="square" lIns="91440" tIns="45720" rIns="91440" bIns="45720" numCol="1" rtlCol="0" anchor="ctr"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20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endParaRPr>
                </a:p>
              </p:txBody>
            </p:sp>
            <p:grpSp>
              <p:nvGrpSpPr>
                <p:cNvPr id="24" name="组合 23"/>
                <p:cNvGrpSpPr/>
                <p:nvPr/>
              </p:nvGrpSpPr>
              <p:grpSpPr>
                <a:xfrm>
                  <a:off x="4645388" y="3989190"/>
                  <a:ext cx="3970892" cy="1930129"/>
                  <a:chOff x="4343156" y="4552170"/>
                  <a:chExt cx="3558957" cy="1516346"/>
                </a:xfrm>
              </p:grpSpPr>
              <p:pic>
                <p:nvPicPr>
                  <p:cNvPr id="75" name="图片 74"/>
                  <p:cNvPicPr>
                    <a:picLocks noChangeAspect="1"/>
                  </p:cNvPicPr>
                  <p:nvPr/>
                </p:nvPicPr>
                <p:blipFill>
                  <a:blip r:embed="rId7"/>
                  <a:stretch>
                    <a:fillRect/>
                  </a:stretch>
                </p:blipFill>
                <p:spPr>
                  <a:xfrm>
                    <a:off x="4442577" y="4552170"/>
                    <a:ext cx="385625" cy="378739"/>
                  </a:xfrm>
                  <a:prstGeom prst="rect">
                    <a:avLst/>
                  </a:prstGeom>
                </p:spPr>
              </p:pic>
              <p:pic>
                <p:nvPicPr>
                  <p:cNvPr id="76" name="图片 75"/>
                  <p:cNvPicPr>
                    <a:picLocks noChangeAspect="1"/>
                  </p:cNvPicPr>
                  <p:nvPr/>
                </p:nvPicPr>
                <p:blipFill>
                  <a:blip r:embed="rId7"/>
                  <a:stretch>
                    <a:fillRect/>
                  </a:stretch>
                </p:blipFill>
                <p:spPr>
                  <a:xfrm>
                    <a:off x="4343156" y="5051486"/>
                    <a:ext cx="385626" cy="378740"/>
                  </a:xfrm>
                  <a:prstGeom prst="rect">
                    <a:avLst/>
                  </a:prstGeom>
                </p:spPr>
              </p:pic>
              <p:pic>
                <p:nvPicPr>
                  <p:cNvPr id="77" name="图片 76"/>
                  <p:cNvPicPr>
                    <a:picLocks noChangeAspect="1"/>
                  </p:cNvPicPr>
                  <p:nvPr/>
                </p:nvPicPr>
                <p:blipFill>
                  <a:blip r:embed="rId7"/>
                  <a:stretch>
                    <a:fillRect/>
                  </a:stretch>
                </p:blipFill>
                <p:spPr>
                  <a:xfrm>
                    <a:off x="6348854" y="4647530"/>
                    <a:ext cx="385626" cy="378740"/>
                  </a:xfrm>
                  <a:prstGeom prst="rect">
                    <a:avLst/>
                  </a:prstGeom>
                </p:spPr>
              </p:pic>
              <p:pic>
                <p:nvPicPr>
                  <p:cNvPr id="78" name="图片 77"/>
                  <p:cNvPicPr>
                    <a:picLocks noChangeAspect="1"/>
                  </p:cNvPicPr>
                  <p:nvPr/>
                </p:nvPicPr>
                <p:blipFill>
                  <a:blip r:embed="rId7"/>
                  <a:stretch>
                    <a:fillRect/>
                  </a:stretch>
                </p:blipFill>
                <p:spPr>
                  <a:xfrm>
                    <a:off x="5480451" y="4633549"/>
                    <a:ext cx="385626" cy="378740"/>
                  </a:xfrm>
                  <a:prstGeom prst="rect">
                    <a:avLst/>
                  </a:prstGeom>
                  <a:ln>
                    <a:headEnd type="none" w="med" len="med"/>
                    <a:tailEnd type="none" w="med" len="med"/>
                  </a:ln>
                </p:spPr>
              </p:pic>
              <p:pic>
                <p:nvPicPr>
                  <p:cNvPr id="79" name="图片 78"/>
                  <p:cNvPicPr>
                    <a:picLocks noChangeAspect="1"/>
                  </p:cNvPicPr>
                  <p:nvPr/>
                </p:nvPicPr>
                <p:blipFill>
                  <a:blip r:embed="rId7"/>
                  <a:stretch>
                    <a:fillRect/>
                  </a:stretch>
                </p:blipFill>
                <p:spPr>
                  <a:xfrm>
                    <a:off x="5450968" y="5165502"/>
                    <a:ext cx="385626" cy="378740"/>
                  </a:xfrm>
                  <a:prstGeom prst="rect">
                    <a:avLst/>
                  </a:prstGeom>
                </p:spPr>
              </p:pic>
              <p:pic>
                <p:nvPicPr>
                  <p:cNvPr id="80" name="图片 79"/>
                  <p:cNvPicPr>
                    <a:picLocks noChangeAspect="1"/>
                  </p:cNvPicPr>
                  <p:nvPr/>
                </p:nvPicPr>
                <p:blipFill>
                  <a:blip r:embed="rId7"/>
                  <a:stretch>
                    <a:fillRect/>
                  </a:stretch>
                </p:blipFill>
                <p:spPr>
                  <a:xfrm>
                    <a:off x="5079589" y="5564491"/>
                    <a:ext cx="385626" cy="378740"/>
                  </a:xfrm>
                  <a:prstGeom prst="rect">
                    <a:avLst/>
                  </a:prstGeom>
                </p:spPr>
              </p:pic>
              <p:pic>
                <p:nvPicPr>
                  <p:cNvPr id="81" name="图片 80"/>
                  <p:cNvPicPr>
                    <a:picLocks noChangeAspect="1"/>
                  </p:cNvPicPr>
                  <p:nvPr/>
                </p:nvPicPr>
                <p:blipFill>
                  <a:blip r:embed="rId7"/>
                  <a:stretch>
                    <a:fillRect/>
                  </a:stretch>
                </p:blipFill>
                <p:spPr>
                  <a:xfrm>
                    <a:off x="6334405" y="5121192"/>
                    <a:ext cx="385626" cy="378740"/>
                  </a:xfrm>
                  <a:prstGeom prst="rect">
                    <a:avLst/>
                  </a:prstGeom>
                </p:spPr>
              </p:pic>
              <p:pic>
                <p:nvPicPr>
                  <p:cNvPr id="82" name="图片 81"/>
                  <p:cNvPicPr>
                    <a:picLocks noChangeAspect="1"/>
                  </p:cNvPicPr>
                  <p:nvPr/>
                </p:nvPicPr>
                <p:blipFill>
                  <a:blip r:embed="rId7"/>
                  <a:stretch>
                    <a:fillRect/>
                  </a:stretch>
                </p:blipFill>
                <p:spPr>
                  <a:xfrm>
                    <a:off x="6037037" y="5689776"/>
                    <a:ext cx="385626" cy="378740"/>
                  </a:xfrm>
                  <a:prstGeom prst="rect">
                    <a:avLst/>
                  </a:prstGeom>
                </p:spPr>
              </p:pic>
              <p:pic>
                <p:nvPicPr>
                  <p:cNvPr id="83" name="图片 82"/>
                  <p:cNvPicPr>
                    <a:picLocks noChangeAspect="1"/>
                  </p:cNvPicPr>
                  <p:nvPr/>
                </p:nvPicPr>
                <p:blipFill>
                  <a:blip r:embed="rId7"/>
                  <a:stretch>
                    <a:fillRect/>
                  </a:stretch>
                </p:blipFill>
                <p:spPr>
                  <a:xfrm>
                    <a:off x="7145584" y="5508465"/>
                    <a:ext cx="385626" cy="378740"/>
                  </a:xfrm>
                  <a:prstGeom prst="rect">
                    <a:avLst/>
                  </a:prstGeom>
                </p:spPr>
              </p:pic>
              <p:pic>
                <p:nvPicPr>
                  <p:cNvPr id="84" name="图片 83"/>
                  <p:cNvPicPr>
                    <a:picLocks noChangeAspect="1"/>
                  </p:cNvPicPr>
                  <p:nvPr/>
                </p:nvPicPr>
                <p:blipFill>
                  <a:blip r:embed="rId7"/>
                  <a:stretch>
                    <a:fillRect/>
                  </a:stretch>
                </p:blipFill>
                <p:spPr>
                  <a:xfrm>
                    <a:off x="7516487" y="4868813"/>
                    <a:ext cx="385626" cy="378740"/>
                  </a:xfrm>
                  <a:prstGeom prst="rect">
                    <a:avLst/>
                  </a:prstGeom>
                </p:spPr>
              </p:pic>
              <p:cxnSp>
                <p:nvCxnSpPr>
                  <p:cNvPr id="85" name="直接连接符 84"/>
                  <p:cNvCxnSpPr>
                    <a:stCxn id="78" idx="3"/>
                    <a:endCxn id="77" idx="1"/>
                  </p:cNvCxnSpPr>
                  <p:nvPr/>
                </p:nvCxnSpPr>
                <p:spPr bwMode="auto">
                  <a:xfrm>
                    <a:off x="5866077" y="4822919"/>
                    <a:ext cx="482777" cy="13981"/>
                  </a:xfrm>
                  <a:prstGeom prst="line">
                    <a:avLst/>
                  </a:prstGeom>
                  <a:ln>
                    <a:headEnd type="none" w="med" len="med"/>
                    <a:tailEnd type="none" w="med" len="med"/>
                  </a:ln>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1">
                    <a:schemeClr val="dk1"/>
                  </a:lnRef>
                  <a:fillRef idx="0">
                    <a:schemeClr val="dk1"/>
                  </a:fillRef>
                  <a:effectRef idx="0">
                    <a:schemeClr val="dk1"/>
                  </a:effectRef>
                  <a:fontRef idx="minor">
                    <a:schemeClr val="tx1"/>
                  </a:fontRef>
                </p:style>
              </p:cxnSp>
              <p:cxnSp>
                <p:nvCxnSpPr>
                  <p:cNvPr id="86" name="直接连接符 85"/>
                  <p:cNvCxnSpPr>
                    <a:stCxn id="77" idx="2"/>
                    <a:endCxn id="81" idx="0"/>
                  </p:cNvCxnSpPr>
                  <p:nvPr/>
                </p:nvCxnSpPr>
                <p:spPr bwMode="auto">
                  <a:xfrm flipH="1">
                    <a:off x="6527218" y="5026270"/>
                    <a:ext cx="14449" cy="94922"/>
                  </a:xfrm>
                  <a:prstGeom prst="line">
                    <a:avLst/>
                  </a:prstGeom>
                  <a:ln>
                    <a:headEnd type="none" w="med" len="med"/>
                    <a:tailEnd type="none" w="med" len="med"/>
                  </a:ln>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1">
                    <a:schemeClr val="dk1"/>
                  </a:lnRef>
                  <a:fillRef idx="0">
                    <a:schemeClr val="dk1"/>
                  </a:fillRef>
                  <a:effectRef idx="0">
                    <a:schemeClr val="dk1"/>
                  </a:effectRef>
                  <a:fontRef idx="minor">
                    <a:schemeClr val="tx1"/>
                  </a:fontRef>
                </p:style>
              </p:cxnSp>
              <p:cxnSp>
                <p:nvCxnSpPr>
                  <p:cNvPr id="87" name="直接连接符 86"/>
                  <p:cNvCxnSpPr>
                    <a:stCxn id="78" idx="2"/>
                    <a:endCxn id="79" idx="0"/>
                  </p:cNvCxnSpPr>
                  <p:nvPr/>
                </p:nvCxnSpPr>
                <p:spPr bwMode="auto">
                  <a:xfrm flipH="1">
                    <a:off x="5643781" y="5012289"/>
                    <a:ext cx="29483" cy="153213"/>
                  </a:xfrm>
                  <a:prstGeom prst="line">
                    <a:avLst/>
                  </a:prstGeom>
                  <a:ln>
                    <a:headEnd type="none" w="med" len="med"/>
                    <a:tailEnd type="none" w="med" len="med"/>
                  </a:ln>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1">
                    <a:schemeClr val="dk1"/>
                  </a:lnRef>
                  <a:fillRef idx="0">
                    <a:schemeClr val="dk1"/>
                  </a:fillRef>
                  <a:effectRef idx="0">
                    <a:schemeClr val="dk1"/>
                  </a:effectRef>
                  <a:fontRef idx="minor">
                    <a:schemeClr val="tx1"/>
                  </a:fontRef>
                </p:style>
              </p:cxnSp>
              <p:cxnSp>
                <p:nvCxnSpPr>
                  <p:cNvPr id="88" name="直接连接符 87"/>
                  <p:cNvCxnSpPr>
                    <a:stCxn id="79" idx="3"/>
                    <a:endCxn id="81" idx="1"/>
                  </p:cNvCxnSpPr>
                  <p:nvPr/>
                </p:nvCxnSpPr>
                <p:spPr bwMode="auto">
                  <a:xfrm flipV="1">
                    <a:off x="5836594" y="5310562"/>
                    <a:ext cx="497811" cy="44310"/>
                  </a:xfrm>
                  <a:prstGeom prst="line">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9" name="直接连接符 88"/>
                  <p:cNvCxnSpPr>
                    <a:stCxn id="78" idx="3"/>
                    <a:endCxn id="81" idx="1"/>
                  </p:cNvCxnSpPr>
                  <p:nvPr/>
                </p:nvCxnSpPr>
                <p:spPr bwMode="auto">
                  <a:xfrm>
                    <a:off x="5866077" y="4822919"/>
                    <a:ext cx="468328" cy="487643"/>
                  </a:xfrm>
                  <a:prstGeom prst="line">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0" name="直接连接符 89"/>
                  <p:cNvCxnSpPr>
                    <a:stCxn id="77" idx="1"/>
                    <a:endCxn id="79" idx="3"/>
                  </p:cNvCxnSpPr>
                  <p:nvPr/>
                </p:nvCxnSpPr>
                <p:spPr bwMode="auto">
                  <a:xfrm flipH="1">
                    <a:off x="5836594" y="4836900"/>
                    <a:ext cx="512260" cy="517972"/>
                  </a:xfrm>
                  <a:prstGeom prst="line">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1" name="直接连接符 90"/>
                  <p:cNvCxnSpPr>
                    <a:stCxn id="76" idx="3"/>
                    <a:endCxn id="79" idx="1"/>
                  </p:cNvCxnSpPr>
                  <p:nvPr/>
                </p:nvCxnSpPr>
                <p:spPr bwMode="auto">
                  <a:xfrm>
                    <a:off x="4728782" y="5240856"/>
                    <a:ext cx="722186" cy="114016"/>
                  </a:xfrm>
                  <a:prstGeom prst="line">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2" name="直接连接符 91"/>
                  <p:cNvCxnSpPr>
                    <a:stCxn id="79" idx="2"/>
                    <a:endCxn id="80" idx="3"/>
                  </p:cNvCxnSpPr>
                  <p:nvPr/>
                </p:nvCxnSpPr>
                <p:spPr bwMode="auto">
                  <a:xfrm flipH="1">
                    <a:off x="5465215" y="5544242"/>
                    <a:ext cx="178566" cy="209619"/>
                  </a:xfrm>
                  <a:prstGeom prst="line">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3" name="直接连接符 92"/>
                  <p:cNvCxnSpPr>
                    <a:stCxn id="81" idx="2"/>
                    <a:endCxn id="82" idx="0"/>
                  </p:cNvCxnSpPr>
                  <p:nvPr/>
                </p:nvCxnSpPr>
                <p:spPr bwMode="auto">
                  <a:xfrm flipH="1">
                    <a:off x="6229850" y="5499932"/>
                    <a:ext cx="297368" cy="189844"/>
                  </a:xfrm>
                  <a:prstGeom prst="line">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4" name="直接连接符 93"/>
                  <p:cNvCxnSpPr>
                    <a:stCxn id="81" idx="3"/>
                    <a:endCxn id="83" idx="1"/>
                  </p:cNvCxnSpPr>
                  <p:nvPr/>
                </p:nvCxnSpPr>
                <p:spPr bwMode="auto">
                  <a:xfrm>
                    <a:off x="6720031" y="5310562"/>
                    <a:ext cx="425553" cy="387273"/>
                  </a:xfrm>
                  <a:prstGeom prst="line">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5" name="直接连接符 94"/>
                  <p:cNvCxnSpPr>
                    <a:stCxn id="75" idx="3"/>
                    <a:endCxn id="78" idx="1"/>
                  </p:cNvCxnSpPr>
                  <p:nvPr/>
                </p:nvCxnSpPr>
                <p:spPr bwMode="auto">
                  <a:xfrm>
                    <a:off x="4828202" y="4741540"/>
                    <a:ext cx="652249" cy="81379"/>
                  </a:xfrm>
                  <a:prstGeom prst="line">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6" name="直接连接符 95"/>
                  <p:cNvCxnSpPr>
                    <a:stCxn id="77" idx="3"/>
                    <a:endCxn id="84" idx="1"/>
                  </p:cNvCxnSpPr>
                  <p:nvPr/>
                </p:nvCxnSpPr>
                <p:spPr bwMode="auto">
                  <a:xfrm>
                    <a:off x="6734480" y="4836900"/>
                    <a:ext cx="782007" cy="221283"/>
                  </a:xfrm>
                  <a:prstGeom prst="line">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cxnSp>
              <p:nvCxnSpPr>
                <p:cNvPr id="27" name="直接连接符 26"/>
                <p:cNvCxnSpPr>
                  <a:stCxn id="25" idx="3"/>
                  <a:endCxn id="75" idx="1"/>
                </p:cNvCxnSpPr>
                <p:nvPr/>
              </p:nvCxnSpPr>
              <p:spPr bwMode="auto">
                <a:xfrm flipV="1">
                  <a:off x="3857937" y="4230235"/>
                  <a:ext cx="898379" cy="671846"/>
                </a:xfrm>
                <a:prstGeom prst="line">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0" name="直接连接符 29"/>
                <p:cNvCxnSpPr>
                  <a:stCxn id="84" idx="3"/>
                  <a:endCxn id="26" idx="1"/>
                </p:cNvCxnSpPr>
                <p:nvPr/>
              </p:nvCxnSpPr>
              <p:spPr bwMode="auto">
                <a:xfrm>
                  <a:off x="8616279" y="4633286"/>
                  <a:ext cx="548706" cy="191742"/>
                </a:xfrm>
                <a:prstGeom prst="line">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cxnSp>
            <p:nvCxnSpPr>
              <p:cNvPr id="31" name="直接连接符 30"/>
              <p:cNvCxnSpPr>
                <a:stCxn id="26" idx="3"/>
                <a:endCxn id="23" idx="2"/>
              </p:cNvCxnSpPr>
              <p:nvPr/>
            </p:nvCxnSpPr>
            <p:spPr bwMode="auto">
              <a:xfrm flipV="1">
                <a:off x="8217111" y="5935058"/>
                <a:ext cx="156849" cy="135488"/>
              </a:xfrm>
              <a:prstGeom prst="line">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2" name="直接连接符 31"/>
              <p:cNvCxnSpPr>
                <a:stCxn id="26" idx="3"/>
                <a:endCxn id="22" idx="1"/>
              </p:cNvCxnSpPr>
              <p:nvPr/>
            </p:nvCxnSpPr>
            <p:spPr bwMode="auto">
              <a:xfrm>
                <a:off x="8217111" y="6070546"/>
                <a:ext cx="150269" cy="156958"/>
              </a:xfrm>
              <a:prstGeom prst="line">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134" name="矩形 133"/>
            <p:cNvSpPr/>
            <p:nvPr/>
          </p:nvSpPr>
          <p:spPr bwMode="auto">
            <a:xfrm>
              <a:off x="8908961" y="3972709"/>
              <a:ext cx="853176" cy="188154"/>
            </a:xfrm>
            <a:prstGeom prst="rect">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rtlCol="0" anchor="ctr" anchorCtr="0" compatLnSpc="1">
              <a:normAutofit fontScale="70000" lnSpcReduction="20000"/>
            </a:bodyPr>
            <a:lstStyle/>
            <a:p>
              <a:pPr marL="0" marR="0" indent="0" algn="l"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rPr>
                <a:t>DiffServ</a:t>
              </a:r>
              <a:r>
                <a:rPr kumimoji="0" lang="zh-CN" altLang="en-US" sz="20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rPr>
                <a:t>域</a:t>
              </a:r>
              <a:endParaRPr kumimoji="0" lang="zh-CN" altLang="en-US" sz="20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endParaRPr>
            </a:p>
          </p:txBody>
        </p:sp>
        <p:sp>
          <p:nvSpPr>
            <p:cNvPr id="135" name="矩形 134"/>
            <p:cNvSpPr/>
            <p:nvPr/>
          </p:nvSpPr>
          <p:spPr bwMode="auto">
            <a:xfrm>
              <a:off x="6911977" y="5114452"/>
              <a:ext cx="1299953" cy="630069"/>
            </a:xfrm>
            <a:prstGeom prst="rect">
              <a:avLst/>
            </a:prstGeom>
            <a:noFill/>
            <a:ln w="9525" cap="flat" cmpd="sng" algn="ctr">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36000" tIns="36000" rIns="36000" bIns="36000" numCol="1" rtlCol="0" anchor="ctr" anchorCtr="0" compatLnSpc="1">
              <a:normAutofit fontScale="70000" lnSpcReduction="20000"/>
            </a:bodyPr>
            <a:lstStyle/>
            <a:p>
              <a:pPr marL="0" marR="0" indent="0" algn="ctr" defTabSz="914400" rtl="0" eaLnBrk="1" fontAlgn="base" latinLnBrk="0" hangingPunct="1">
                <a:lnSpc>
                  <a:spcPct val="100000"/>
                </a:lnSpc>
                <a:spcBef>
                  <a:spcPct val="0"/>
                </a:spcBef>
                <a:spcAft>
                  <a:spcPct val="0"/>
                </a:spcAft>
                <a:buClrTx/>
                <a:buSzTx/>
                <a:buFontTx/>
                <a:buNone/>
              </a:pPr>
              <a:r>
                <a:rPr kumimoji="0" lang="zh-CN" altLang="en-US" sz="20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rPr>
                <a:t>在网络入口对报文进行分类，完成报文的标记</a:t>
              </a:r>
              <a:endParaRPr kumimoji="0" lang="zh-CN" altLang="en-US" sz="20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endParaRPr>
            </a:p>
          </p:txBody>
        </p:sp>
        <p:cxnSp>
          <p:nvCxnSpPr>
            <p:cNvPr id="137" name="直接箭头连接符 136"/>
            <p:cNvCxnSpPr>
              <a:stCxn id="135" idx="0"/>
            </p:cNvCxnSpPr>
            <p:nvPr/>
          </p:nvCxnSpPr>
          <p:spPr bwMode="auto">
            <a:xfrm flipV="1">
              <a:off x="7561954" y="4388922"/>
              <a:ext cx="503892" cy="725530"/>
            </a:xfrm>
            <a:prstGeom prst="straightConnector1">
              <a:avLst/>
            </a:prstGeom>
            <a:noFill/>
            <a:ln w="9525" cap="flat" cmpd="sng" algn="ctr">
              <a:solidFill>
                <a:schemeClr val="tx1"/>
              </a:solidFill>
              <a:prstDash val="solid"/>
              <a:round/>
              <a:headEnd type="none" w="med" len="med"/>
              <a:tailEnd type="triangle"/>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38" name="矩形 137"/>
            <p:cNvSpPr/>
            <p:nvPr/>
          </p:nvSpPr>
          <p:spPr bwMode="auto">
            <a:xfrm>
              <a:off x="9943349" y="5114452"/>
              <a:ext cx="1305735" cy="730397"/>
            </a:xfrm>
            <a:prstGeom prst="rect">
              <a:avLst/>
            </a:prstGeom>
            <a:noFill/>
            <a:ln w="9525" cap="flat" cmpd="sng" algn="ctr">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36000" tIns="36000" rIns="36000" bIns="36000" numCol="1" rtlCol="0" anchor="ctr" anchorCtr="0" compatLnSpc="1">
              <a:normAutofit fontScale="70000" lnSpcReduction="20000"/>
            </a:bodyPr>
            <a:lstStyle/>
            <a:p>
              <a:pPr marL="0" marR="0" indent="0" algn="ctr" defTabSz="914400" rtl="0" eaLnBrk="1" fontAlgn="base" latinLnBrk="0" hangingPunct="1">
                <a:lnSpc>
                  <a:spcPct val="100000"/>
                </a:lnSpc>
                <a:spcBef>
                  <a:spcPct val="0"/>
                </a:spcBef>
                <a:spcAft>
                  <a:spcPct val="0"/>
                </a:spcAft>
                <a:buClrTx/>
                <a:buSzTx/>
                <a:buFontTx/>
                <a:buNone/>
              </a:pPr>
              <a:r>
                <a:rPr kumimoji="0" lang="zh-CN" altLang="en-US" sz="20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rPr>
                <a:t>在网络中根据报文的标记，进行资源分配和流量控制</a:t>
              </a:r>
              <a:endParaRPr kumimoji="0" lang="zh-CN" altLang="en-US" sz="20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endParaRPr>
            </a:p>
          </p:txBody>
        </p:sp>
        <p:cxnSp>
          <p:nvCxnSpPr>
            <p:cNvPr id="142" name="直接箭头连接符 141"/>
            <p:cNvCxnSpPr>
              <a:stCxn id="138" idx="0"/>
            </p:cNvCxnSpPr>
            <p:nvPr/>
          </p:nvCxnSpPr>
          <p:spPr bwMode="auto">
            <a:xfrm flipH="1" flipV="1">
              <a:off x="9624392" y="4449321"/>
              <a:ext cx="971825" cy="665131"/>
            </a:xfrm>
            <a:prstGeom prst="straightConnector1">
              <a:avLst/>
            </a:prstGeom>
            <a:noFill/>
            <a:ln w="9525" cap="flat" cmpd="sng" algn="ctr">
              <a:solidFill>
                <a:schemeClr val="tx1"/>
              </a:solidFill>
              <a:prstDash val="solid"/>
              <a:round/>
              <a:headEnd type="none" w="med" len="med"/>
              <a:tailEnd type="triangle"/>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43" name="矩形 142"/>
            <p:cNvSpPr/>
            <p:nvPr/>
          </p:nvSpPr>
          <p:spPr bwMode="auto">
            <a:xfrm>
              <a:off x="10742155" y="3994062"/>
              <a:ext cx="420658" cy="188154"/>
            </a:xfrm>
            <a:prstGeom prst="rect">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rtlCol="0" anchor="ctr" anchorCtr="0" compatLnSpc="1">
              <a:normAutofit fontScale="85000" lnSpcReduction="20000"/>
            </a:bodyPr>
            <a:lstStyle/>
            <a:p>
              <a:pPr marL="0" marR="0" indent="0" algn="l"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rPr>
                <a:t>VoIP</a:t>
              </a:r>
              <a:endParaRPr kumimoji="0" lang="zh-CN" altLang="en-US" sz="20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endParaRPr>
            </a:p>
          </p:txBody>
        </p:sp>
        <p:sp>
          <p:nvSpPr>
            <p:cNvPr id="144" name="矩形 143"/>
            <p:cNvSpPr/>
            <p:nvPr/>
          </p:nvSpPr>
          <p:spPr bwMode="auto">
            <a:xfrm>
              <a:off x="11249084" y="4640116"/>
              <a:ext cx="411966" cy="188154"/>
            </a:xfrm>
            <a:prstGeom prst="rect">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rtlCol="0" anchor="ctr" anchorCtr="0" compatLnSpc="1">
              <a:normAutofit fontScale="70000" lnSpcReduction="20000"/>
            </a:bodyPr>
            <a:lstStyle/>
            <a:p>
              <a:pPr marL="0" marR="0" indent="0" algn="l"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rPr>
                <a:t>IPTV</a:t>
              </a:r>
              <a:endParaRPr kumimoji="0" lang="zh-CN" altLang="en-US" sz="20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endParaRPr>
            </a:p>
          </p:txBody>
        </p:sp>
        <p:sp>
          <p:nvSpPr>
            <p:cNvPr id="147" name="矩形 146"/>
            <p:cNvSpPr/>
            <p:nvPr/>
          </p:nvSpPr>
          <p:spPr bwMode="auto">
            <a:xfrm>
              <a:off x="6753726" y="4168220"/>
              <a:ext cx="420658" cy="188154"/>
            </a:xfrm>
            <a:prstGeom prst="rect">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rtlCol="0" anchor="ctr" anchorCtr="0" compatLnSpc="1">
              <a:normAutofit fontScale="85000" lnSpcReduction="20000"/>
            </a:bodyPr>
            <a:lstStyle/>
            <a:p>
              <a:pPr marL="0" marR="0" indent="0" algn="l"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rPr>
                <a:t>VoIP</a:t>
              </a:r>
              <a:endParaRPr kumimoji="0" lang="zh-CN" altLang="en-US" sz="20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endParaRPr>
            </a:p>
          </p:txBody>
        </p:sp>
        <p:sp>
          <p:nvSpPr>
            <p:cNvPr id="148" name="矩形 147"/>
            <p:cNvSpPr/>
            <p:nvPr/>
          </p:nvSpPr>
          <p:spPr bwMode="auto">
            <a:xfrm>
              <a:off x="6507331" y="4748829"/>
              <a:ext cx="411966" cy="188154"/>
            </a:xfrm>
            <a:prstGeom prst="rect">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rtlCol="0" anchor="ctr" anchorCtr="0" compatLnSpc="1">
              <a:normAutofit fontScale="70000" lnSpcReduction="20000"/>
            </a:bodyPr>
            <a:lstStyle/>
            <a:p>
              <a:pPr marL="0" marR="0" indent="0" algn="l"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rPr>
                <a:t>IPTV</a:t>
              </a:r>
              <a:endParaRPr kumimoji="0" lang="zh-CN" altLang="en-US" sz="20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endParaRPr>
            </a:p>
          </p:txBody>
        </p:sp>
      </p:gr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5"/>
          <p:cNvSpPr>
            <a:spLocks noGrp="1"/>
          </p:cNvSpPr>
          <p:nvPr>
            <p:ph type="sldNum" sz="quarter" idx="12"/>
          </p:nvPr>
        </p:nvSpPr>
        <p:spPr/>
        <p:txBody>
          <a:bodyPr/>
          <a:lstStyle/>
          <a:p>
            <a:fld id="{6156CF74-05F5-44AD-BA0C-9011C31906B9}" type="slidenum">
              <a:rPr lang="en-US" altLang="zh-CN"/>
            </a:fld>
            <a:endParaRPr lang="en-US" altLang="zh-CN"/>
          </a:p>
        </p:txBody>
      </p:sp>
      <p:sp>
        <p:nvSpPr>
          <p:cNvPr id="622594" name="Rectangle 2"/>
          <p:cNvSpPr>
            <a:spLocks noGrp="1" noChangeArrowheads="1"/>
          </p:cNvSpPr>
          <p:nvPr>
            <p:ph type="title"/>
          </p:nvPr>
        </p:nvSpPr>
        <p:spPr/>
        <p:txBody>
          <a:bodyPr/>
          <a:lstStyle/>
          <a:p>
            <a:r>
              <a:rPr lang="en-US" altLang="zh-CN" dirty="0"/>
              <a:t>5.2 IPv4</a:t>
            </a:r>
            <a:r>
              <a:rPr lang="zh-CN" altLang="en-US" dirty="0"/>
              <a:t>协议</a:t>
            </a:r>
            <a:endParaRPr lang="zh-CN" altLang="en-US" dirty="0"/>
          </a:p>
        </p:txBody>
      </p:sp>
      <p:sp>
        <p:nvSpPr>
          <p:cNvPr id="622595" name="Rectangle 3"/>
          <p:cNvSpPr>
            <a:spLocks noGrp="1" noChangeArrowheads="1"/>
          </p:cNvSpPr>
          <p:nvPr>
            <p:ph type="body" idx="1"/>
          </p:nvPr>
        </p:nvSpPr>
        <p:spPr/>
        <p:txBody>
          <a:bodyPr/>
          <a:lstStyle/>
          <a:p>
            <a:r>
              <a:rPr lang="zh-CN" altLang="en-US" sz="2800" dirty="0"/>
              <a:t>在计算机网络领域，网络层应该向传输层提供怎样的服务？</a:t>
            </a:r>
            <a:endParaRPr lang="zh-CN" altLang="en-US" sz="2800" dirty="0"/>
          </a:p>
          <a:p>
            <a:pPr lvl="1"/>
            <a:r>
              <a:rPr lang="zh-CN" altLang="en-US" sz="2400" dirty="0"/>
              <a:t>争论焦点的实质就是：在计算机通信中，可靠交付应当由谁来负责？是网络还是端系统？</a:t>
            </a:r>
            <a:endParaRPr lang="zh-CN" altLang="en-US" sz="2400" dirty="0"/>
          </a:p>
          <a:p>
            <a:r>
              <a:rPr lang="zh-CN" altLang="en-US" sz="2800" dirty="0"/>
              <a:t>因特网采用的设计思路</a:t>
            </a:r>
            <a:endParaRPr lang="zh-CN" altLang="en-US" sz="2800" dirty="0"/>
          </a:p>
          <a:p>
            <a:pPr lvl="1"/>
            <a:r>
              <a:rPr lang="zh-CN" altLang="en-US" sz="2400" dirty="0"/>
              <a:t>网络层向上只提供简单灵活的、无连接的、尽最大努力交付的数据报服务</a:t>
            </a:r>
            <a:endParaRPr lang="zh-CN" altLang="en-US" sz="2400" dirty="0"/>
          </a:p>
          <a:p>
            <a:pPr lvl="1"/>
            <a:r>
              <a:rPr lang="zh-CN" altLang="en-US" sz="2400" dirty="0"/>
              <a:t>网络在发送数据包时不需要先建立连接。每一个 </a:t>
            </a:r>
            <a:r>
              <a:rPr lang="en-US" altLang="zh-CN" sz="2400" dirty="0"/>
              <a:t>IP </a:t>
            </a:r>
            <a:r>
              <a:rPr lang="zh-CN" altLang="en-US" sz="2400" dirty="0"/>
              <a:t>数据包独立发送，与其前后的数据包无关（不进行编号）</a:t>
            </a:r>
            <a:endParaRPr lang="zh-CN" altLang="en-US" sz="2400" dirty="0"/>
          </a:p>
          <a:p>
            <a:pPr lvl="1"/>
            <a:r>
              <a:rPr lang="zh-CN" altLang="en-US" sz="2400" dirty="0"/>
              <a:t>网络层不提供服务质量的承诺。即所传送的</a:t>
            </a:r>
            <a:r>
              <a:rPr lang="en-US" altLang="zh-CN" dirty="0">
                <a:cs typeface="+mn-ea"/>
                <a:sym typeface="+mn-lt"/>
              </a:rPr>
              <a:t>IP </a:t>
            </a:r>
            <a:r>
              <a:rPr lang="zh-CN" altLang="en-US" dirty="0">
                <a:cs typeface="+mn-ea"/>
                <a:sym typeface="+mn-lt"/>
              </a:rPr>
              <a:t>数据包</a:t>
            </a:r>
            <a:r>
              <a:rPr lang="zh-CN" altLang="en-US" sz="2400" dirty="0"/>
              <a:t>可能出错、丢失、重复和失序（不按序到达终点），当然也不保证</a:t>
            </a:r>
            <a:r>
              <a:rPr lang="en-US" altLang="zh-CN" dirty="0">
                <a:cs typeface="+mn-ea"/>
                <a:sym typeface="+mn-lt"/>
              </a:rPr>
              <a:t>IP </a:t>
            </a:r>
            <a:r>
              <a:rPr lang="zh-CN" altLang="en-US" dirty="0">
                <a:cs typeface="+mn-ea"/>
                <a:sym typeface="+mn-lt"/>
              </a:rPr>
              <a:t>数据包</a:t>
            </a:r>
            <a:r>
              <a:rPr lang="zh-CN" altLang="en-US" sz="2400" dirty="0"/>
              <a:t>传送的时限  </a:t>
            </a:r>
            <a:endParaRPr lang="zh-CN" altLang="en-US" sz="240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5"/>
          <p:cNvSpPr>
            <a:spLocks noGrp="1"/>
          </p:cNvSpPr>
          <p:nvPr>
            <p:ph type="sldNum" sz="quarter" idx="12"/>
          </p:nvPr>
        </p:nvSpPr>
        <p:spPr/>
        <p:txBody>
          <a:bodyPr/>
          <a:lstStyle/>
          <a:p>
            <a:fld id="{8F838D66-CCAF-493D-986F-85EB62EDC321}" type="slidenum">
              <a:rPr lang="en-US" altLang="zh-CN"/>
            </a:fld>
            <a:endParaRPr lang="en-US" altLang="zh-CN"/>
          </a:p>
        </p:txBody>
      </p:sp>
      <p:sp>
        <p:nvSpPr>
          <p:cNvPr id="625666" name="Rectangle 2"/>
          <p:cNvSpPr>
            <a:spLocks noGrp="1" noChangeArrowheads="1"/>
          </p:cNvSpPr>
          <p:nvPr>
            <p:ph type="title"/>
          </p:nvPr>
        </p:nvSpPr>
        <p:spPr/>
        <p:txBody>
          <a:bodyPr/>
          <a:lstStyle/>
          <a:p>
            <a:r>
              <a:rPr lang="zh-CN" altLang="en-US"/>
              <a:t>尽最大努力交付的好处</a:t>
            </a:r>
            <a:endParaRPr lang="zh-CN" altLang="en-US"/>
          </a:p>
        </p:txBody>
      </p:sp>
      <p:sp>
        <p:nvSpPr>
          <p:cNvPr id="625667" name="Rectangle 3"/>
          <p:cNvSpPr>
            <a:spLocks noGrp="1" noChangeArrowheads="1"/>
          </p:cNvSpPr>
          <p:nvPr>
            <p:ph type="body" idx="1"/>
          </p:nvPr>
        </p:nvSpPr>
        <p:spPr/>
        <p:txBody>
          <a:bodyPr/>
          <a:lstStyle/>
          <a:p>
            <a:r>
              <a:rPr lang="zh-CN" altLang="en-US" dirty="0"/>
              <a:t>传输网络不提供端到端的可靠传输服务，使得网络中的路由器可以做得比较简单，而且价格低廉（与电信网的交换机相比较）</a:t>
            </a:r>
            <a:endParaRPr lang="zh-CN" altLang="en-US" dirty="0"/>
          </a:p>
          <a:p>
            <a:r>
              <a:rPr lang="zh-CN" altLang="en-US" dirty="0"/>
              <a:t>如果主机（即端系统）中的进程之间的通信需要是可靠的，那么就由网络的主机中的传输层负责（包括差错处理、流量控制等）</a:t>
            </a:r>
            <a:endParaRPr lang="zh-CN" altLang="en-US" dirty="0"/>
          </a:p>
          <a:p>
            <a:r>
              <a:rPr lang="zh-CN" altLang="en-US" dirty="0"/>
              <a:t>采用这种设计思路的好处是：网络的造价大大降低，运行方式灵活，能够适应多种应用</a:t>
            </a:r>
            <a:endParaRPr lang="zh-CN" altLang="en-US" dirty="0"/>
          </a:p>
          <a:p>
            <a:r>
              <a:rPr lang="zh-CN" altLang="en-US" dirty="0"/>
              <a:t>因特网能够发展到今日的规模，充分证明了当初采用这种设计思路的正确性 </a:t>
            </a:r>
            <a:endParaRPr lang="zh-CN" altLang="en-US"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网络层协议概览</a:t>
            </a:r>
            <a:endParaRPr lang="zh-CN" altLang="en-US" dirty="0"/>
          </a:p>
        </p:txBody>
      </p:sp>
      <p:sp>
        <p:nvSpPr>
          <p:cNvPr id="16" name="内容占位符 15"/>
          <p:cNvSpPr>
            <a:spLocks noGrp="1"/>
          </p:cNvSpPr>
          <p:nvPr>
            <p:ph idx="1"/>
          </p:nvPr>
        </p:nvSpPr>
        <p:spPr>
          <a:xfrm>
            <a:off x="334434" y="1052514"/>
            <a:ext cx="5473534" cy="5437187"/>
          </a:xfrm>
        </p:spPr>
        <p:txBody>
          <a:bodyPr>
            <a:normAutofit fontScale="92500" lnSpcReduction="10000"/>
          </a:bodyPr>
          <a:lstStyle/>
          <a:p>
            <a:r>
              <a:rPr lang="en-US" altLang="zh-CN" dirty="0"/>
              <a:t>IP</a:t>
            </a:r>
            <a:r>
              <a:rPr lang="zh-CN" altLang="en-US" dirty="0"/>
              <a:t>协议是</a:t>
            </a:r>
            <a:r>
              <a:rPr lang="en-US" altLang="zh-CN" dirty="0"/>
              <a:t>TCP/IP</a:t>
            </a:r>
            <a:r>
              <a:rPr lang="zh-CN" altLang="en-US" dirty="0"/>
              <a:t>协议族中的核心协议</a:t>
            </a:r>
            <a:endParaRPr lang="en-US" altLang="zh-CN" dirty="0"/>
          </a:p>
          <a:p>
            <a:r>
              <a:rPr lang="en-US" altLang="zh-CN" dirty="0"/>
              <a:t>IP</a:t>
            </a:r>
            <a:r>
              <a:rPr lang="zh-CN" altLang="en-US" dirty="0"/>
              <a:t>协议为高层提供不可靠、无连接的数据报通信</a:t>
            </a:r>
            <a:endParaRPr lang="zh-CN" altLang="en-US" dirty="0"/>
          </a:p>
          <a:p>
            <a:r>
              <a:rPr lang="zh-CN" altLang="en-US" dirty="0"/>
              <a:t>所有的</a:t>
            </a:r>
            <a:r>
              <a:rPr lang="en-US" altLang="zh-CN" dirty="0"/>
              <a:t>TCP</a:t>
            </a:r>
            <a:r>
              <a:rPr lang="zh-CN" altLang="en-US" dirty="0"/>
              <a:t>、</a:t>
            </a:r>
            <a:r>
              <a:rPr lang="en-US" altLang="zh-CN" dirty="0"/>
              <a:t>UDP</a:t>
            </a:r>
            <a:r>
              <a:rPr lang="zh-CN" altLang="en-US" dirty="0"/>
              <a:t>、</a:t>
            </a:r>
            <a:r>
              <a:rPr lang="en-US" altLang="zh-CN" dirty="0"/>
              <a:t>ICMP</a:t>
            </a:r>
            <a:r>
              <a:rPr lang="zh-CN" altLang="en-US" dirty="0"/>
              <a:t>、</a:t>
            </a:r>
            <a:r>
              <a:rPr lang="en-US" altLang="zh-CN" dirty="0"/>
              <a:t>IGMP</a:t>
            </a:r>
            <a:r>
              <a:rPr lang="zh-CN" altLang="en-US" dirty="0"/>
              <a:t>数据都是以</a:t>
            </a:r>
            <a:r>
              <a:rPr lang="en-US" altLang="zh-CN" dirty="0"/>
              <a:t>IP</a:t>
            </a:r>
            <a:r>
              <a:rPr lang="zh-CN" altLang="en-US" dirty="0"/>
              <a:t>数据报格式传输</a:t>
            </a:r>
            <a:endParaRPr lang="zh-CN" altLang="en-US" dirty="0"/>
          </a:p>
          <a:p>
            <a:r>
              <a:rPr lang="zh-CN" altLang="en-US" dirty="0"/>
              <a:t>与 </a:t>
            </a:r>
            <a:r>
              <a:rPr lang="en-US" altLang="zh-CN" dirty="0"/>
              <a:t>IP </a:t>
            </a:r>
            <a:r>
              <a:rPr lang="zh-CN" altLang="en-US" dirty="0"/>
              <a:t>协议配套使用的还有三个协议：</a:t>
            </a:r>
            <a:endParaRPr lang="zh-CN" altLang="en-US" dirty="0"/>
          </a:p>
          <a:p>
            <a:pPr lvl="1"/>
            <a:r>
              <a:rPr lang="zh-CN" altLang="en-US" dirty="0"/>
              <a:t>地址解析协议（</a:t>
            </a:r>
            <a:r>
              <a:rPr lang="en-US" altLang="zh-CN" dirty="0"/>
              <a:t>Address Resolution Protocol – ARP</a:t>
            </a:r>
            <a:r>
              <a:rPr lang="zh-CN" altLang="en-US" dirty="0"/>
              <a:t>）</a:t>
            </a:r>
            <a:endParaRPr lang="zh-CN" altLang="en-US" dirty="0"/>
          </a:p>
          <a:p>
            <a:pPr lvl="1"/>
            <a:r>
              <a:rPr lang="en-US" altLang="zh-CN" dirty="0"/>
              <a:t>Internet</a:t>
            </a:r>
            <a:r>
              <a:rPr lang="zh-CN" altLang="en-US" dirty="0"/>
              <a:t>控制消息协议（</a:t>
            </a:r>
            <a:r>
              <a:rPr lang="en-US" altLang="zh-CN" dirty="0"/>
              <a:t>Internet Control Message Protocol – ICMP</a:t>
            </a:r>
            <a:r>
              <a:rPr lang="zh-CN" altLang="en-US" dirty="0"/>
              <a:t>）</a:t>
            </a:r>
            <a:endParaRPr lang="zh-CN" altLang="en-US" dirty="0"/>
          </a:p>
          <a:p>
            <a:pPr lvl="1"/>
            <a:r>
              <a:rPr lang="en-US" altLang="zh-CN" dirty="0"/>
              <a:t>Internet</a:t>
            </a:r>
            <a:r>
              <a:rPr lang="zh-CN" altLang="en-US" dirty="0"/>
              <a:t>组管理协议</a:t>
            </a:r>
            <a:r>
              <a:rPr lang="en-US" altLang="zh-CN" dirty="0"/>
              <a:t>(Internet Group Management Protocol – IGMP</a:t>
            </a:r>
            <a:r>
              <a:rPr lang="zh-CN" altLang="en-US" dirty="0"/>
              <a:t>）</a:t>
            </a:r>
            <a:endParaRPr lang="zh-CN" altLang="en-US" dirty="0"/>
          </a:p>
        </p:txBody>
      </p:sp>
      <p:sp>
        <p:nvSpPr>
          <p:cNvPr id="4" name="灯片编号占位符 3"/>
          <p:cNvSpPr>
            <a:spLocks noGrp="1"/>
          </p:cNvSpPr>
          <p:nvPr>
            <p:ph type="sldNum" sz="quarter" idx="12"/>
          </p:nvPr>
        </p:nvSpPr>
        <p:spPr/>
        <p:txBody>
          <a:bodyPr/>
          <a:lstStyle/>
          <a:p>
            <a:pPr>
              <a:defRPr/>
            </a:pPr>
            <a:fld id="{816960B2-2B11-492C-B588-5290E1274F96}" type="slidenum">
              <a:rPr lang="en-US" altLang="zh-CN" smtClean="0"/>
            </a:fld>
            <a:endParaRPr lang="en-US" altLang="zh-CN" dirty="0"/>
          </a:p>
        </p:txBody>
      </p:sp>
      <p:sp>
        <p:nvSpPr>
          <p:cNvPr id="6" name="矩形 5"/>
          <p:cNvSpPr/>
          <p:nvPr/>
        </p:nvSpPr>
        <p:spPr>
          <a:xfrm>
            <a:off x="7176120" y="5083956"/>
            <a:ext cx="4444999" cy="482351"/>
          </a:xfrm>
          <a:prstGeom prst="rect">
            <a:avLst/>
          </a:prstGeom>
          <a:solidFill>
            <a:schemeClr val="accent5"/>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lnSpc>
                <a:spcPct val="120000"/>
              </a:lnSpc>
            </a:pPr>
            <a:r>
              <a:rPr lang="en-US" altLang="zh-CN" dirty="0">
                <a:solidFill>
                  <a:schemeClr val="tx2"/>
                </a:solidFill>
                <a:latin typeface="微软雅黑 Light" panose="020B0502040204020203" pitchFamily="34" charset="-122"/>
                <a:ea typeface="微软雅黑 Light" panose="020B0502040204020203" pitchFamily="34" charset="-122"/>
                <a:cs typeface="+mn-ea"/>
                <a:sym typeface="+mn-lt"/>
              </a:rPr>
              <a:t>Ethernet - 802.11 - WiFi - Bluetooth</a:t>
            </a:r>
            <a:endParaRPr lang="zh-CN" altLang="en-US" dirty="0">
              <a:solidFill>
                <a:schemeClr val="tx2"/>
              </a:solidFill>
              <a:latin typeface="微软雅黑 Light" panose="020B0502040204020203" pitchFamily="34" charset="-122"/>
              <a:ea typeface="微软雅黑 Light" panose="020B0502040204020203" pitchFamily="34" charset="-122"/>
              <a:cs typeface="+mn-ea"/>
              <a:sym typeface="+mn-lt"/>
            </a:endParaRPr>
          </a:p>
        </p:txBody>
      </p:sp>
      <p:sp>
        <p:nvSpPr>
          <p:cNvPr id="7" name="矩形 6"/>
          <p:cNvSpPr/>
          <p:nvPr/>
        </p:nvSpPr>
        <p:spPr>
          <a:xfrm>
            <a:off x="7176120" y="4262561"/>
            <a:ext cx="4444999" cy="786013"/>
          </a:xfrm>
          <a:prstGeom prst="rect">
            <a:avLst/>
          </a:prstGeom>
          <a:solidFill>
            <a:schemeClr val="accent5"/>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lnSpc>
                <a:spcPct val="120000"/>
              </a:lnSpc>
            </a:pPr>
            <a:r>
              <a:rPr lang="en-US" altLang="zh-CN" dirty="0">
                <a:solidFill>
                  <a:schemeClr val="tx2"/>
                </a:solidFill>
                <a:latin typeface="微软雅黑 Light" panose="020B0502040204020203" pitchFamily="34" charset="-122"/>
                <a:ea typeface="微软雅黑 Light" panose="020B0502040204020203" pitchFamily="34" charset="-122"/>
                <a:cs typeface="+mn-ea"/>
                <a:sym typeface="+mn-lt"/>
              </a:rPr>
              <a:t>ATM - FDDI - Frame Relay – </a:t>
            </a:r>
            <a:endParaRPr lang="en-US" altLang="zh-CN" dirty="0">
              <a:solidFill>
                <a:schemeClr val="tx2"/>
              </a:solidFill>
              <a:latin typeface="微软雅黑 Light" panose="020B0502040204020203" pitchFamily="34" charset="-122"/>
              <a:ea typeface="微软雅黑 Light" panose="020B0502040204020203" pitchFamily="34" charset="-122"/>
              <a:cs typeface="+mn-ea"/>
              <a:sym typeface="+mn-lt"/>
            </a:endParaRPr>
          </a:p>
          <a:p>
            <a:pPr algn="ctr">
              <a:lnSpc>
                <a:spcPct val="120000"/>
              </a:lnSpc>
            </a:pPr>
            <a:r>
              <a:rPr lang="en-US" altLang="zh-CN" dirty="0">
                <a:solidFill>
                  <a:schemeClr val="tx2"/>
                </a:solidFill>
                <a:latin typeface="微软雅黑 Light" panose="020B0502040204020203" pitchFamily="34" charset="-122"/>
                <a:ea typeface="微软雅黑 Light" panose="020B0502040204020203" pitchFamily="34" charset="-122"/>
                <a:cs typeface="+mn-ea"/>
                <a:sym typeface="+mn-lt"/>
              </a:rPr>
              <a:t>HDLC - PPP - Token Ring</a:t>
            </a:r>
            <a:endParaRPr lang="zh-CN" altLang="en-US" dirty="0">
              <a:solidFill>
                <a:schemeClr val="tx2"/>
              </a:solidFill>
              <a:latin typeface="微软雅黑 Light" panose="020B0502040204020203" pitchFamily="34" charset="-122"/>
              <a:ea typeface="微软雅黑 Light" panose="020B0502040204020203" pitchFamily="34" charset="-122"/>
              <a:cs typeface="+mn-ea"/>
              <a:sym typeface="+mn-lt"/>
            </a:endParaRPr>
          </a:p>
        </p:txBody>
      </p:sp>
      <p:sp>
        <p:nvSpPr>
          <p:cNvPr id="8" name="矩形 7"/>
          <p:cNvSpPr/>
          <p:nvPr/>
        </p:nvSpPr>
        <p:spPr>
          <a:xfrm>
            <a:off x="7176120" y="1749170"/>
            <a:ext cx="4444999" cy="786013"/>
          </a:xfrm>
          <a:prstGeom prst="rect">
            <a:avLst/>
          </a:prstGeom>
          <a:solidFill>
            <a:schemeClr val="accent5"/>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lnSpc>
                <a:spcPct val="120000"/>
              </a:lnSpc>
            </a:pPr>
            <a:r>
              <a:rPr lang="en-US" altLang="zh-CN" dirty="0">
                <a:solidFill>
                  <a:schemeClr val="tx2"/>
                </a:solidFill>
                <a:latin typeface="微软雅黑 Light" panose="020B0502040204020203" pitchFamily="34" charset="-122"/>
                <a:ea typeface="微软雅黑 Light" panose="020B0502040204020203" pitchFamily="34" charset="-122"/>
                <a:cs typeface="+mn-ea"/>
                <a:sym typeface="+mn-lt"/>
              </a:rPr>
              <a:t>DNS - DHCP - FTP - HTTP - NTP - SSH - SMTP - Telnet - SIP</a:t>
            </a:r>
            <a:endParaRPr lang="zh-CN" altLang="en-US" dirty="0">
              <a:solidFill>
                <a:schemeClr val="tx2"/>
              </a:solidFill>
              <a:latin typeface="微软雅黑 Light" panose="020B0502040204020203" pitchFamily="34" charset="-122"/>
              <a:ea typeface="微软雅黑 Light" panose="020B0502040204020203" pitchFamily="34" charset="-122"/>
              <a:cs typeface="+mn-ea"/>
              <a:sym typeface="+mn-lt"/>
            </a:endParaRPr>
          </a:p>
        </p:txBody>
      </p:sp>
      <p:sp>
        <p:nvSpPr>
          <p:cNvPr id="9" name="矩形 8"/>
          <p:cNvSpPr/>
          <p:nvPr/>
        </p:nvSpPr>
        <p:spPr>
          <a:xfrm>
            <a:off x="7176120" y="2570566"/>
            <a:ext cx="4444999" cy="482351"/>
          </a:xfrm>
          <a:prstGeom prst="rect">
            <a:avLst/>
          </a:prstGeom>
          <a:solidFill>
            <a:schemeClr val="accent5"/>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lnSpc>
                <a:spcPct val="120000"/>
              </a:lnSpc>
            </a:pPr>
            <a:r>
              <a:rPr lang="en-US" altLang="zh-CN" dirty="0">
                <a:solidFill>
                  <a:schemeClr val="tx2"/>
                </a:solidFill>
                <a:latin typeface="微软雅黑 Light" panose="020B0502040204020203" pitchFamily="34" charset="-122"/>
                <a:ea typeface="微软雅黑 Light" panose="020B0502040204020203" pitchFamily="34" charset="-122"/>
                <a:cs typeface="+mn-ea"/>
                <a:sym typeface="+mn-lt"/>
              </a:rPr>
              <a:t>TCP - UDP</a:t>
            </a:r>
            <a:endParaRPr lang="zh-CN" altLang="en-US" dirty="0">
              <a:solidFill>
                <a:schemeClr val="tx2"/>
              </a:solidFill>
              <a:latin typeface="微软雅黑 Light" panose="020B0502040204020203" pitchFamily="34" charset="-122"/>
              <a:ea typeface="微软雅黑 Light" panose="020B0502040204020203" pitchFamily="34" charset="-122"/>
              <a:cs typeface="+mn-ea"/>
              <a:sym typeface="+mn-lt"/>
            </a:endParaRPr>
          </a:p>
        </p:txBody>
      </p:sp>
      <p:sp>
        <p:nvSpPr>
          <p:cNvPr id="10" name="矩形 9"/>
          <p:cNvSpPr/>
          <p:nvPr/>
        </p:nvSpPr>
        <p:spPr>
          <a:xfrm>
            <a:off x="7176120" y="3088300"/>
            <a:ext cx="4444999" cy="1138878"/>
          </a:xfrm>
          <a:prstGeom prst="rect">
            <a:avLst/>
          </a:prstGeom>
          <a:solidFill>
            <a:schemeClr val="accent1">
              <a:lumMod val="9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lnSpc>
                <a:spcPct val="120000"/>
              </a:lnSpc>
            </a:pPr>
            <a:r>
              <a:rPr lang="en-US" altLang="zh-CN" dirty="0">
                <a:solidFill>
                  <a:schemeClr val="tx1"/>
                </a:solidFill>
                <a:latin typeface="微软雅黑 Light" panose="020B0502040204020203" pitchFamily="34" charset="-122"/>
                <a:ea typeface="微软雅黑 Light" panose="020B0502040204020203" pitchFamily="34" charset="-122"/>
                <a:cs typeface="+mn-ea"/>
                <a:sym typeface="+mn-lt"/>
              </a:rPr>
              <a:t>IP - ICMP - IGMP</a:t>
            </a:r>
            <a:endParaRPr lang="zh-CN" altLang="en-US" dirty="0">
              <a:solidFill>
                <a:schemeClr val="tx1"/>
              </a:solidFill>
              <a:latin typeface="微软雅黑 Light" panose="020B0502040204020203" pitchFamily="34" charset="-122"/>
              <a:ea typeface="微软雅黑 Light" panose="020B0502040204020203" pitchFamily="34" charset="-122"/>
              <a:cs typeface="+mn-ea"/>
              <a:sym typeface="+mn-lt"/>
            </a:endParaRPr>
          </a:p>
        </p:txBody>
      </p:sp>
      <p:sp>
        <p:nvSpPr>
          <p:cNvPr id="11" name="文本框 10"/>
          <p:cNvSpPr txBox="1"/>
          <p:nvPr/>
        </p:nvSpPr>
        <p:spPr>
          <a:xfrm>
            <a:off x="6196612" y="5140465"/>
            <a:ext cx="954108" cy="432362"/>
          </a:xfrm>
          <a:prstGeom prst="rect">
            <a:avLst/>
          </a:prstGeom>
          <a:noFill/>
        </p:spPr>
        <p:txBody>
          <a:bodyPr wrap="none" rtlCol="0">
            <a:spAutoFit/>
          </a:bodyPr>
          <a:lstStyle/>
          <a:p>
            <a:pPr algn="r">
              <a:lnSpc>
                <a:spcPct val="120000"/>
              </a:lnSpc>
            </a:pPr>
            <a:r>
              <a:rPr lang="zh-CN" altLang="en-US" dirty="0">
                <a:latin typeface="微软雅黑 Light" panose="020B0502040204020203" pitchFamily="34" charset="-122"/>
                <a:ea typeface="微软雅黑 Light" panose="020B0502040204020203" pitchFamily="34" charset="-122"/>
                <a:cs typeface="+mn-ea"/>
                <a:sym typeface="+mn-lt"/>
              </a:rPr>
              <a:t>物理层</a:t>
            </a:r>
            <a:endParaRPr lang="zh-CN" altLang="en-US" dirty="0">
              <a:latin typeface="微软雅黑 Light" panose="020B0502040204020203" pitchFamily="34" charset="-122"/>
              <a:ea typeface="微软雅黑 Light" panose="020B0502040204020203" pitchFamily="34" charset="-122"/>
              <a:cs typeface="+mn-ea"/>
              <a:sym typeface="+mn-lt"/>
            </a:endParaRPr>
          </a:p>
        </p:txBody>
      </p:sp>
      <p:sp>
        <p:nvSpPr>
          <p:cNvPr id="12" name="文本框 11"/>
          <p:cNvSpPr txBox="1"/>
          <p:nvPr/>
        </p:nvSpPr>
        <p:spPr>
          <a:xfrm>
            <a:off x="5683652" y="4470901"/>
            <a:ext cx="1467068" cy="432362"/>
          </a:xfrm>
          <a:prstGeom prst="rect">
            <a:avLst/>
          </a:prstGeom>
          <a:noFill/>
        </p:spPr>
        <p:txBody>
          <a:bodyPr wrap="none" rtlCol="0">
            <a:spAutoFit/>
          </a:bodyPr>
          <a:lstStyle/>
          <a:p>
            <a:pPr algn="r">
              <a:lnSpc>
                <a:spcPct val="120000"/>
              </a:lnSpc>
            </a:pPr>
            <a:r>
              <a:rPr lang="zh-CN" altLang="en-US" dirty="0">
                <a:latin typeface="微软雅黑 Light" panose="020B0502040204020203" pitchFamily="34" charset="-122"/>
                <a:ea typeface="微软雅黑 Light" panose="020B0502040204020203" pitchFamily="34" charset="-122"/>
                <a:cs typeface="+mn-ea"/>
                <a:sym typeface="+mn-lt"/>
              </a:rPr>
              <a:t>数据链路层</a:t>
            </a:r>
            <a:endParaRPr lang="zh-CN" altLang="en-US" dirty="0">
              <a:latin typeface="微软雅黑 Light" panose="020B0502040204020203" pitchFamily="34" charset="-122"/>
              <a:ea typeface="微软雅黑 Light" panose="020B0502040204020203" pitchFamily="34" charset="-122"/>
              <a:cs typeface="+mn-ea"/>
              <a:sym typeface="+mn-lt"/>
            </a:endParaRPr>
          </a:p>
        </p:txBody>
      </p:sp>
      <p:sp>
        <p:nvSpPr>
          <p:cNvPr id="13" name="文本框 12"/>
          <p:cNvSpPr txBox="1"/>
          <p:nvPr/>
        </p:nvSpPr>
        <p:spPr>
          <a:xfrm>
            <a:off x="6196612" y="3473073"/>
            <a:ext cx="954108" cy="432362"/>
          </a:xfrm>
          <a:prstGeom prst="rect">
            <a:avLst/>
          </a:prstGeom>
          <a:noFill/>
        </p:spPr>
        <p:txBody>
          <a:bodyPr wrap="none" rtlCol="0">
            <a:spAutoFit/>
          </a:bodyPr>
          <a:lstStyle/>
          <a:p>
            <a:pPr algn="r">
              <a:lnSpc>
                <a:spcPct val="120000"/>
              </a:lnSpc>
            </a:pPr>
            <a:r>
              <a:rPr lang="zh-CN" altLang="en-US" b="1" dirty="0">
                <a:solidFill>
                  <a:srgbClr val="0070C0"/>
                </a:solidFill>
                <a:latin typeface="微软雅黑 Light" panose="020B0502040204020203" pitchFamily="34" charset="-122"/>
                <a:ea typeface="微软雅黑 Light" panose="020B0502040204020203" pitchFamily="34" charset="-122"/>
                <a:cs typeface="+mn-ea"/>
                <a:sym typeface="+mn-lt"/>
              </a:rPr>
              <a:t>网络层</a:t>
            </a:r>
            <a:endParaRPr lang="zh-CN" altLang="en-US" b="1" dirty="0">
              <a:solidFill>
                <a:srgbClr val="0070C0"/>
              </a:solidFill>
              <a:latin typeface="微软雅黑 Light" panose="020B0502040204020203" pitchFamily="34" charset="-122"/>
              <a:ea typeface="微软雅黑 Light" panose="020B0502040204020203" pitchFamily="34" charset="-122"/>
              <a:cs typeface="+mn-ea"/>
              <a:sym typeface="+mn-lt"/>
            </a:endParaRPr>
          </a:p>
        </p:txBody>
      </p:sp>
      <p:sp>
        <p:nvSpPr>
          <p:cNvPr id="14" name="文本框 13"/>
          <p:cNvSpPr txBox="1"/>
          <p:nvPr/>
        </p:nvSpPr>
        <p:spPr>
          <a:xfrm>
            <a:off x="6196612" y="2627075"/>
            <a:ext cx="954108" cy="432362"/>
          </a:xfrm>
          <a:prstGeom prst="rect">
            <a:avLst/>
          </a:prstGeom>
          <a:noFill/>
        </p:spPr>
        <p:txBody>
          <a:bodyPr wrap="none" rtlCol="0">
            <a:spAutoFit/>
          </a:bodyPr>
          <a:lstStyle/>
          <a:p>
            <a:pPr algn="r">
              <a:lnSpc>
                <a:spcPct val="120000"/>
              </a:lnSpc>
            </a:pPr>
            <a:r>
              <a:rPr lang="zh-CN" altLang="en-US" dirty="0">
                <a:latin typeface="微软雅黑 Light" panose="020B0502040204020203" pitchFamily="34" charset="-122"/>
                <a:ea typeface="微软雅黑 Light" panose="020B0502040204020203" pitchFamily="34" charset="-122"/>
                <a:cs typeface="+mn-ea"/>
                <a:sym typeface="+mn-lt"/>
              </a:rPr>
              <a:t>传输层</a:t>
            </a:r>
            <a:endParaRPr lang="zh-CN" altLang="en-US" dirty="0">
              <a:latin typeface="微软雅黑 Light" panose="020B0502040204020203" pitchFamily="34" charset="-122"/>
              <a:ea typeface="微软雅黑 Light" panose="020B0502040204020203" pitchFamily="34" charset="-122"/>
              <a:cs typeface="+mn-ea"/>
              <a:sym typeface="+mn-lt"/>
            </a:endParaRPr>
          </a:p>
        </p:txBody>
      </p:sp>
      <p:sp>
        <p:nvSpPr>
          <p:cNvPr id="15" name="文本框 14"/>
          <p:cNvSpPr txBox="1"/>
          <p:nvPr/>
        </p:nvSpPr>
        <p:spPr>
          <a:xfrm>
            <a:off x="6196612" y="1957510"/>
            <a:ext cx="954108" cy="432362"/>
          </a:xfrm>
          <a:prstGeom prst="rect">
            <a:avLst/>
          </a:prstGeom>
          <a:noFill/>
        </p:spPr>
        <p:txBody>
          <a:bodyPr wrap="none" rtlCol="0">
            <a:spAutoFit/>
          </a:bodyPr>
          <a:lstStyle/>
          <a:p>
            <a:pPr algn="r">
              <a:lnSpc>
                <a:spcPct val="120000"/>
              </a:lnSpc>
            </a:pPr>
            <a:r>
              <a:rPr lang="zh-CN" altLang="en-US" dirty="0">
                <a:latin typeface="微软雅黑 Light" panose="020B0502040204020203" pitchFamily="34" charset="-122"/>
                <a:ea typeface="微软雅黑 Light" panose="020B0502040204020203" pitchFamily="34" charset="-122"/>
                <a:cs typeface="+mn-ea"/>
                <a:sym typeface="+mn-lt"/>
              </a:rPr>
              <a:t>应用层</a:t>
            </a:r>
            <a:endParaRPr lang="zh-CN" altLang="en-US" dirty="0">
              <a:latin typeface="微软雅黑 Light" panose="020B0502040204020203" pitchFamily="34" charset="-122"/>
              <a:ea typeface="微软雅黑 Light" panose="020B0502040204020203" pitchFamily="34" charset="-122"/>
              <a:cs typeface="+mn-ea"/>
              <a:sym typeface="+mn-lt"/>
            </a:endParaRP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IP</a:t>
            </a:r>
            <a:r>
              <a:rPr lang="zh-CN" altLang="en-US" dirty="0"/>
              <a:t>地址</a:t>
            </a:r>
            <a:endParaRPr lang="zh-CN" altLang="en-US" dirty="0"/>
          </a:p>
        </p:txBody>
      </p:sp>
      <p:sp>
        <p:nvSpPr>
          <p:cNvPr id="4" name="灯片编号占位符 3"/>
          <p:cNvSpPr>
            <a:spLocks noGrp="1"/>
          </p:cNvSpPr>
          <p:nvPr>
            <p:ph type="sldNum" sz="quarter" idx="12"/>
          </p:nvPr>
        </p:nvSpPr>
        <p:spPr/>
        <p:txBody>
          <a:bodyPr/>
          <a:lstStyle/>
          <a:p>
            <a:pPr>
              <a:defRPr/>
            </a:pPr>
            <a:fld id="{816960B2-2B11-492C-B588-5290E1274F96}" type="slidenum">
              <a:rPr lang="en-US" altLang="zh-CN" smtClean="0"/>
            </a:fld>
            <a:endParaRPr lang="en-US" altLang="zh-CN" dirty="0"/>
          </a:p>
        </p:txBody>
      </p:sp>
      <p:pic>
        <p:nvPicPr>
          <p:cNvPr id="5" name="图形 4"/>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2762878" y="3593219"/>
            <a:ext cx="557322" cy="557322"/>
          </a:xfrm>
          <a:prstGeom prst="rect">
            <a:avLst/>
          </a:prstGeom>
        </p:spPr>
      </p:pic>
      <p:pic>
        <p:nvPicPr>
          <p:cNvPr id="6" name="图形 5"/>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028075" y="2531408"/>
            <a:ext cx="650210" cy="492303"/>
          </a:xfrm>
          <a:prstGeom prst="rect">
            <a:avLst/>
          </a:prstGeom>
        </p:spPr>
      </p:pic>
      <p:pic>
        <p:nvPicPr>
          <p:cNvPr id="7" name="图形 6"/>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4789808" y="3593219"/>
            <a:ext cx="557322" cy="557322"/>
          </a:xfrm>
          <a:prstGeom prst="rect">
            <a:avLst/>
          </a:prstGeom>
        </p:spPr>
      </p:pic>
      <p:pic>
        <p:nvPicPr>
          <p:cNvPr id="8" name="图形 7"/>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816738" y="3593219"/>
            <a:ext cx="557322" cy="557322"/>
          </a:xfrm>
          <a:prstGeom prst="rect">
            <a:avLst/>
          </a:prstGeom>
        </p:spPr>
      </p:pic>
      <p:pic>
        <p:nvPicPr>
          <p:cNvPr id="9" name="图形 8"/>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5663941" y="2401293"/>
            <a:ext cx="557322" cy="557322"/>
          </a:xfrm>
          <a:prstGeom prst="rect">
            <a:avLst/>
          </a:prstGeom>
        </p:spPr>
      </p:pic>
      <p:pic>
        <p:nvPicPr>
          <p:cNvPr id="10" name="图形 9"/>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4789808" y="4785145"/>
            <a:ext cx="557322" cy="557322"/>
          </a:xfrm>
          <a:prstGeom prst="rect">
            <a:avLst/>
          </a:prstGeom>
        </p:spPr>
      </p:pic>
      <p:pic>
        <p:nvPicPr>
          <p:cNvPr id="11" name="图形 10"/>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465684" y="4850164"/>
            <a:ext cx="650210" cy="492303"/>
          </a:xfrm>
          <a:prstGeom prst="rect">
            <a:avLst/>
          </a:prstGeom>
        </p:spPr>
      </p:pic>
      <p:cxnSp>
        <p:nvCxnSpPr>
          <p:cNvPr id="12" name="直接连接符 11"/>
          <p:cNvCxnSpPr>
            <a:stCxn id="5" idx="3"/>
            <a:endCxn id="7" idx="1"/>
          </p:cNvCxnSpPr>
          <p:nvPr/>
        </p:nvCxnSpPr>
        <p:spPr>
          <a:xfrm>
            <a:off x="3320199" y="3871879"/>
            <a:ext cx="1469608" cy="0"/>
          </a:xfrm>
          <a:prstGeom prst="line">
            <a:avLst/>
          </a:prstGeom>
        </p:spPr>
        <p:style>
          <a:lnRef idx="3">
            <a:schemeClr val="dk1"/>
          </a:lnRef>
          <a:fillRef idx="0">
            <a:schemeClr val="dk1"/>
          </a:fillRef>
          <a:effectRef idx="2">
            <a:schemeClr val="dk1"/>
          </a:effectRef>
          <a:fontRef idx="minor">
            <a:schemeClr val="tx1"/>
          </a:fontRef>
        </p:style>
      </p:cxnSp>
      <p:cxnSp>
        <p:nvCxnSpPr>
          <p:cNvPr id="13" name="直接连接符 12"/>
          <p:cNvCxnSpPr>
            <a:stCxn id="7" idx="3"/>
            <a:endCxn id="8" idx="1"/>
          </p:cNvCxnSpPr>
          <p:nvPr/>
        </p:nvCxnSpPr>
        <p:spPr>
          <a:xfrm>
            <a:off x="5347129" y="3871879"/>
            <a:ext cx="1469608" cy="0"/>
          </a:xfrm>
          <a:prstGeom prst="line">
            <a:avLst/>
          </a:prstGeom>
        </p:spPr>
        <p:style>
          <a:lnRef idx="3">
            <a:schemeClr val="dk1"/>
          </a:lnRef>
          <a:fillRef idx="0">
            <a:schemeClr val="dk1"/>
          </a:fillRef>
          <a:effectRef idx="2">
            <a:schemeClr val="dk1"/>
          </a:effectRef>
          <a:fontRef idx="minor">
            <a:schemeClr val="tx1"/>
          </a:fontRef>
        </p:style>
      </p:cxnSp>
      <p:cxnSp>
        <p:nvCxnSpPr>
          <p:cNvPr id="14" name="直接连接符 13"/>
          <p:cNvCxnSpPr>
            <a:stCxn id="19" idx="1"/>
            <a:endCxn id="5" idx="0"/>
          </p:cNvCxnSpPr>
          <p:nvPr/>
        </p:nvCxnSpPr>
        <p:spPr>
          <a:xfrm flipH="1">
            <a:off x="3041538" y="2679954"/>
            <a:ext cx="912285" cy="913264"/>
          </a:xfrm>
          <a:prstGeom prst="line">
            <a:avLst/>
          </a:prstGeom>
        </p:spPr>
        <p:style>
          <a:lnRef idx="3">
            <a:schemeClr val="dk1"/>
          </a:lnRef>
          <a:fillRef idx="0">
            <a:schemeClr val="dk1"/>
          </a:fillRef>
          <a:effectRef idx="2">
            <a:schemeClr val="dk1"/>
          </a:effectRef>
          <a:fontRef idx="minor">
            <a:schemeClr val="tx1"/>
          </a:fontRef>
        </p:style>
      </p:cxnSp>
      <p:cxnSp>
        <p:nvCxnSpPr>
          <p:cNvPr id="15" name="直接连接符 14"/>
          <p:cNvCxnSpPr>
            <a:stCxn id="9" idx="3"/>
            <a:endCxn id="8" idx="0"/>
          </p:cNvCxnSpPr>
          <p:nvPr/>
        </p:nvCxnSpPr>
        <p:spPr>
          <a:xfrm>
            <a:off x="6221264" y="2679954"/>
            <a:ext cx="874135" cy="913264"/>
          </a:xfrm>
          <a:prstGeom prst="line">
            <a:avLst/>
          </a:prstGeom>
        </p:spPr>
        <p:style>
          <a:lnRef idx="3">
            <a:schemeClr val="dk1"/>
          </a:lnRef>
          <a:fillRef idx="0">
            <a:schemeClr val="dk1"/>
          </a:fillRef>
          <a:effectRef idx="2">
            <a:schemeClr val="dk1"/>
          </a:effectRef>
          <a:fontRef idx="minor">
            <a:schemeClr val="tx1"/>
          </a:fontRef>
        </p:style>
      </p:cxnSp>
      <p:cxnSp>
        <p:nvCxnSpPr>
          <p:cNvPr id="16" name="直接连接符 15"/>
          <p:cNvCxnSpPr>
            <a:stCxn id="5" idx="2"/>
            <a:endCxn id="10" idx="1"/>
          </p:cNvCxnSpPr>
          <p:nvPr/>
        </p:nvCxnSpPr>
        <p:spPr>
          <a:xfrm>
            <a:off x="3041538" y="4150541"/>
            <a:ext cx="1748270" cy="913264"/>
          </a:xfrm>
          <a:prstGeom prst="line">
            <a:avLst/>
          </a:prstGeom>
        </p:spPr>
        <p:style>
          <a:lnRef idx="3">
            <a:schemeClr val="dk1"/>
          </a:lnRef>
          <a:fillRef idx="0">
            <a:schemeClr val="dk1"/>
          </a:fillRef>
          <a:effectRef idx="2">
            <a:schemeClr val="dk1"/>
          </a:effectRef>
          <a:fontRef idx="minor">
            <a:schemeClr val="tx1"/>
          </a:fontRef>
        </p:style>
      </p:cxnSp>
      <p:cxnSp>
        <p:nvCxnSpPr>
          <p:cNvPr id="17" name="直接连接符 16"/>
          <p:cNvCxnSpPr>
            <a:stCxn id="10" idx="3"/>
            <a:endCxn id="8" idx="2"/>
          </p:cNvCxnSpPr>
          <p:nvPr/>
        </p:nvCxnSpPr>
        <p:spPr>
          <a:xfrm flipV="1">
            <a:off x="5347129" y="4150541"/>
            <a:ext cx="1748270" cy="913264"/>
          </a:xfrm>
          <a:prstGeom prst="line">
            <a:avLst/>
          </a:prstGeom>
        </p:spPr>
        <p:style>
          <a:lnRef idx="3">
            <a:schemeClr val="dk1"/>
          </a:lnRef>
          <a:fillRef idx="0">
            <a:schemeClr val="dk1"/>
          </a:fillRef>
          <a:effectRef idx="2">
            <a:schemeClr val="dk1"/>
          </a:effectRef>
          <a:fontRef idx="minor">
            <a:schemeClr val="tx1"/>
          </a:fontRef>
        </p:style>
      </p:cxnSp>
      <p:cxnSp>
        <p:nvCxnSpPr>
          <p:cNvPr id="18" name="直接连接符 17"/>
          <p:cNvCxnSpPr>
            <a:stCxn id="7" idx="2"/>
            <a:endCxn id="10" idx="0"/>
          </p:cNvCxnSpPr>
          <p:nvPr/>
        </p:nvCxnSpPr>
        <p:spPr>
          <a:xfrm>
            <a:off x="5068469" y="4150541"/>
            <a:ext cx="0" cy="634603"/>
          </a:xfrm>
          <a:prstGeom prst="line">
            <a:avLst/>
          </a:prstGeom>
        </p:spPr>
        <p:style>
          <a:lnRef idx="3">
            <a:schemeClr val="dk1"/>
          </a:lnRef>
          <a:fillRef idx="0">
            <a:schemeClr val="dk1"/>
          </a:fillRef>
          <a:effectRef idx="2">
            <a:schemeClr val="dk1"/>
          </a:effectRef>
          <a:fontRef idx="minor">
            <a:schemeClr val="tx1"/>
          </a:fontRef>
        </p:style>
      </p:cxnSp>
      <p:pic>
        <p:nvPicPr>
          <p:cNvPr id="19" name="图形 18"/>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3953824" y="2401293"/>
            <a:ext cx="557322" cy="557322"/>
          </a:xfrm>
          <a:prstGeom prst="rect">
            <a:avLst/>
          </a:prstGeom>
        </p:spPr>
      </p:pic>
      <p:cxnSp>
        <p:nvCxnSpPr>
          <p:cNvPr id="20" name="直接连接符 19"/>
          <p:cNvCxnSpPr>
            <a:stCxn id="19" idx="3"/>
            <a:endCxn id="9" idx="1"/>
          </p:cNvCxnSpPr>
          <p:nvPr/>
        </p:nvCxnSpPr>
        <p:spPr>
          <a:xfrm>
            <a:off x="4511146" y="2679954"/>
            <a:ext cx="1152795" cy="0"/>
          </a:xfrm>
          <a:prstGeom prst="line">
            <a:avLst/>
          </a:prstGeom>
        </p:spPr>
        <p:style>
          <a:lnRef idx="3">
            <a:schemeClr val="dk1"/>
          </a:lnRef>
          <a:fillRef idx="0">
            <a:schemeClr val="dk1"/>
          </a:fillRef>
          <a:effectRef idx="2">
            <a:schemeClr val="dk1"/>
          </a:effectRef>
          <a:fontRef idx="minor">
            <a:schemeClr val="tx1"/>
          </a:fontRef>
        </p:style>
      </p:cxnSp>
      <p:cxnSp>
        <p:nvCxnSpPr>
          <p:cNvPr id="21" name="直接连接符 20"/>
          <p:cNvCxnSpPr>
            <a:stCxn id="9" idx="2"/>
            <a:endCxn id="7" idx="0"/>
          </p:cNvCxnSpPr>
          <p:nvPr/>
        </p:nvCxnSpPr>
        <p:spPr>
          <a:xfrm flipH="1">
            <a:off x="5068469" y="2958615"/>
            <a:ext cx="874134" cy="634603"/>
          </a:xfrm>
          <a:prstGeom prst="line">
            <a:avLst/>
          </a:prstGeom>
        </p:spPr>
        <p:style>
          <a:lnRef idx="3">
            <a:schemeClr val="dk1"/>
          </a:lnRef>
          <a:fillRef idx="0">
            <a:schemeClr val="dk1"/>
          </a:fillRef>
          <a:effectRef idx="2">
            <a:schemeClr val="dk1"/>
          </a:effectRef>
          <a:fontRef idx="minor">
            <a:schemeClr val="tx1"/>
          </a:fontRef>
        </p:style>
      </p:cxnSp>
      <p:cxnSp>
        <p:nvCxnSpPr>
          <p:cNvPr id="22" name="直接连接符 21"/>
          <p:cNvCxnSpPr>
            <a:stCxn id="6" idx="2"/>
            <a:endCxn id="5" idx="1"/>
          </p:cNvCxnSpPr>
          <p:nvPr/>
        </p:nvCxnSpPr>
        <p:spPr>
          <a:xfrm>
            <a:off x="2353179" y="3023711"/>
            <a:ext cx="409698" cy="848170"/>
          </a:xfrm>
          <a:prstGeom prst="line">
            <a:avLst/>
          </a:prstGeom>
        </p:spPr>
        <p:style>
          <a:lnRef idx="2">
            <a:schemeClr val="dk1"/>
          </a:lnRef>
          <a:fillRef idx="0">
            <a:schemeClr val="dk1"/>
          </a:fillRef>
          <a:effectRef idx="1">
            <a:schemeClr val="dk1"/>
          </a:effectRef>
          <a:fontRef idx="minor">
            <a:schemeClr val="tx1"/>
          </a:fontRef>
        </p:style>
      </p:cxnSp>
      <p:cxnSp>
        <p:nvCxnSpPr>
          <p:cNvPr id="23" name="直接连接符 22"/>
          <p:cNvCxnSpPr>
            <a:stCxn id="11" idx="0"/>
            <a:endCxn id="8" idx="3"/>
          </p:cNvCxnSpPr>
          <p:nvPr/>
        </p:nvCxnSpPr>
        <p:spPr>
          <a:xfrm flipH="1" flipV="1">
            <a:off x="7374060" y="3871879"/>
            <a:ext cx="416729" cy="978285"/>
          </a:xfrm>
          <a:prstGeom prst="line">
            <a:avLst/>
          </a:prstGeom>
        </p:spPr>
        <p:style>
          <a:lnRef idx="2">
            <a:schemeClr val="dk1"/>
          </a:lnRef>
          <a:fillRef idx="0">
            <a:schemeClr val="dk1"/>
          </a:fillRef>
          <a:effectRef idx="1">
            <a:schemeClr val="dk1"/>
          </a:effectRef>
          <a:fontRef idx="minor">
            <a:schemeClr val="tx1"/>
          </a:fontRef>
        </p:style>
      </p:cxnSp>
      <p:sp>
        <p:nvSpPr>
          <p:cNvPr id="24" name="文本框 23"/>
          <p:cNvSpPr txBox="1"/>
          <p:nvPr/>
        </p:nvSpPr>
        <p:spPr>
          <a:xfrm>
            <a:off x="2025005" y="2047966"/>
            <a:ext cx="713075" cy="432362"/>
          </a:xfrm>
          <a:prstGeom prst="rect">
            <a:avLst/>
          </a:prstGeom>
          <a:noFill/>
        </p:spPr>
        <p:txBody>
          <a:bodyPr wrap="square" rtlCol="0">
            <a:spAutoFit/>
          </a:bodyPr>
          <a:lstStyle/>
          <a:p>
            <a:pPr>
              <a:lnSpc>
                <a:spcPct val="120000"/>
              </a:lnSpc>
            </a:pPr>
            <a:r>
              <a:rPr lang="en-US" altLang="zh-CN" dirty="0">
                <a:latin typeface="微软雅黑 Light" panose="020B0502040204020203" pitchFamily="34" charset="-122"/>
                <a:ea typeface="微软雅黑 Light" panose="020B0502040204020203" pitchFamily="34" charset="-122"/>
                <a:cs typeface="+mn-ea"/>
                <a:sym typeface="+mn-lt"/>
              </a:rPr>
              <a:t>Src</a:t>
            </a:r>
            <a:endParaRPr lang="zh-CN" altLang="en-US" dirty="0">
              <a:latin typeface="微软雅黑 Light" panose="020B0502040204020203" pitchFamily="34" charset="-122"/>
              <a:ea typeface="微软雅黑 Light" panose="020B0502040204020203" pitchFamily="34" charset="-122"/>
              <a:cs typeface="+mn-ea"/>
              <a:sym typeface="+mn-lt"/>
            </a:endParaRPr>
          </a:p>
        </p:txBody>
      </p:sp>
      <p:sp>
        <p:nvSpPr>
          <p:cNvPr id="25" name="文本框 24"/>
          <p:cNvSpPr txBox="1"/>
          <p:nvPr/>
        </p:nvSpPr>
        <p:spPr>
          <a:xfrm>
            <a:off x="8274516" y="4880134"/>
            <a:ext cx="869187" cy="432362"/>
          </a:xfrm>
          <a:prstGeom prst="rect">
            <a:avLst/>
          </a:prstGeom>
          <a:noFill/>
        </p:spPr>
        <p:txBody>
          <a:bodyPr wrap="square" rtlCol="0">
            <a:spAutoFit/>
          </a:bodyPr>
          <a:lstStyle>
            <a:defPPr>
              <a:defRPr lang="zh-CN"/>
            </a:defPPr>
            <a:lvl1pPr>
              <a:lnSpc>
                <a:spcPct val="120000"/>
              </a:lnSpc>
              <a:defRPr>
                <a:latin typeface="微软雅黑 Light" panose="020B0502040204020203" pitchFamily="34" charset="-122"/>
                <a:ea typeface="微软雅黑 Light" panose="020B0502040204020203" pitchFamily="34" charset="-122"/>
                <a:cs typeface="+mn-ea"/>
              </a:defRPr>
            </a:lvl1pPr>
          </a:lstStyle>
          <a:p>
            <a:r>
              <a:rPr lang="en-US" altLang="zh-CN" dirty="0">
                <a:sym typeface="+mn-lt"/>
              </a:rPr>
              <a:t>Dest</a:t>
            </a:r>
            <a:endParaRPr lang="zh-CN" altLang="en-US" dirty="0">
              <a:sym typeface="+mn-lt"/>
            </a:endParaRPr>
          </a:p>
        </p:txBody>
      </p:sp>
      <p:sp>
        <p:nvSpPr>
          <p:cNvPr id="27" name="矩形 26"/>
          <p:cNvSpPr/>
          <p:nvPr/>
        </p:nvSpPr>
        <p:spPr>
          <a:xfrm rot="3847590">
            <a:off x="2204436" y="3315568"/>
            <a:ext cx="225050" cy="18084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cs typeface="+mn-ea"/>
              <a:sym typeface="+mn-lt"/>
            </a:endParaRPr>
          </a:p>
        </p:txBody>
      </p:sp>
      <p:cxnSp>
        <p:nvCxnSpPr>
          <p:cNvPr id="28" name="直接箭头连接符 27"/>
          <p:cNvCxnSpPr>
            <a:stCxn id="27" idx="3"/>
          </p:cNvCxnSpPr>
          <p:nvPr/>
        </p:nvCxnSpPr>
        <p:spPr>
          <a:xfrm rot="3847590">
            <a:off x="2316532" y="3586312"/>
            <a:ext cx="175769" cy="0"/>
          </a:xfrm>
          <a:prstGeom prst="straightConnector1">
            <a:avLst/>
          </a:prstGeom>
          <a:ln w="19050">
            <a:solidFill>
              <a:schemeClr val="accent1">
                <a:lumMod val="50000"/>
              </a:schemeClr>
            </a:solidFill>
            <a:headEnd type="none" w="med" len="med"/>
            <a:tailEnd type="arrow" w="sm" len="sm"/>
          </a:ln>
        </p:spPr>
        <p:style>
          <a:lnRef idx="1">
            <a:schemeClr val="accent1"/>
          </a:lnRef>
          <a:fillRef idx="0">
            <a:schemeClr val="accent1"/>
          </a:fillRef>
          <a:effectRef idx="0">
            <a:schemeClr val="accent1"/>
          </a:effectRef>
          <a:fontRef idx="minor">
            <a:schemeClr val="tx1"/>
          </a:fontRef>
        </p:style>
      </p:cxnSp>
      <p:sp>
        <p:nvSpPr>
          <p:cNvPr id="30" name="矩形 29"/>
          <p:cNvSpPr/>
          <p:nvPr/>
        </p:nvSpPr>
        <p:spPr>
          <a:xfrm>
            <a:off x="3853190" y="3534590"/>
            <a:ext cx="225050" cy="18084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cs typeface="+mn-ea"/>
              <a:sym typeface="+mn-lt"/>
            </a:endParaRPr>
          </a:p>
        </p:txBody>
      </p:sp>
      <p:cxnSp>
        <p:nvCxnSpPr>
          <p:cNvPr id="31" name="直接箭头连接符 30"/>
          <p:cNvCxnSpPr>
            <a:stCxn id="30" idx="3"/>
          </p:cNvCxnSpPr>
          <p:nvPr/>
        </p:nvCxnSpPr>
        <p:spPr>
          <a:xfrm>
            <a:off x="4078240" y="3625014"/>
            <a:ext cx="175769" cy="0"/>
          </a:xfrm>
          <a:prstGeom prst="straightConnector1">
            <a:avLst/>
          </a:prstGeom>
          <a:ln w="19050">
            <a:solidFill>
              <a:schemeClr val="accent1">
                <a:lumMod val="50000"/>
              </a:schemeClr>
            </a:solidFill>
            <a:headEnd type="none" w="med" len="med"/>
            <a:tailEnd type="arrow" w="sm" len="sm"/>
          </a:ln>
        </p:spPr>
        <p:style>
          <a:lnRef idx="1">
            <a:schemeClr val="accent1"/>
          </a:lnRef>
          <a:fillRef idx="0">
            <a:schemeClr val="accent1"/>
          </a:fillRef>
          <a:effectRef idx="0">
            <a:schemeClr val="accent1"/>
          </a:effectRef>
          <a:fontRef idx="minor">
            <a:schemeClr val="tx1"/>
          </a:fontRef>
        </p:style>
      </p:cxnSp>
      <p:sp>
        <p:nvSpPr>
          <p:cNvPr id="33" name="矩形 32"/>
          <p:cNvSpPr/>
          <p:nvPr/>
        </p:nvSpPr>
        <p:spPr>
          <a:xfrm rot="3821847">
            <a:off x="7632010" y="4150997"/>
            <a:ext cx="225050" cy="18084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cs typeface="+mn-ea"/>
              <a:sym typeface="+mn-lt"/>
            </a:endParaRPr>
          </a:p>
        </p:txBody>
      </p:sp>
      <p:cxnSp>
        <p:nvCxnSpPr>
          <p:cNvPr id="34" name="直接箭头连接符 33"/>
          <p:cNvCxnSpPr>
            <a:stCxn id="33" idx="3"/>
          </p:cNvCxnSpPr>
          <p:nvPr/>
        </p:nvCxnSpPr>
        <p:spPr>
          <a:xfrm rot="3821847">
            <a:off x="7745454" y="4421081"/>
            <a:ext cx="175769" cy="0"/>
          </a:xfrm>
          <a:prstGeom prst="straightConnector1">
            <a:avLst/>
          </a:prstGeom>
          <a:ln w="19050">
            <a:solidFill>
              <a:schemeClr val="accent1">
                <a:lumMod val="50000"/>
              </a:schemeClr>
            </a:solidFill>
            <a:headEnd type="none" w="med" len="med"/>
            <a:tailEnd type="arrow" w="sm" len="sm"/>
          </a:ln>
        </p:spPr>
        <p:style>
          <a:lnRef idx="1">
            <a:schemeClr val="accent1"/>
          </a:lnRef>
          <a:fillRef idx="0">
            <a:schemeClr val="accent1"/>
          </a:fillRef>
          <a:effectRef idx="0">
            <a:schemeClr val="accent1"/>
          </a:effectRef>
          <a:fontRef idx="minor">
            <a:schemeClr val="tx1"/>
          </a:fontRef>
        </p:style>
      </p:cxnSp>
      <p:sp>
        <p:nvSpPr>
          <p:cNvPr id="36" name="矩形 35"/>
          <p:cNvSpPr/>
          <p:nvPr/>
        </p:nvSpPr>
        <p:spPr>
          <a:xfrm>
            <a:off x="6025645" y="3534590"/>
            <a:ext cx="225050" cy="18084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cs typeface="+mn-ea"/>
              <a:sym typeface="+mn-lt"/>
            </a:endParaRPr>
          </a:p>
        </p:txBody>
      </p:sp>
      <p:cxnSp>
        <p:nvCxnSpPr>
          <p:cNvPr id="37" name="直接箭头连接符 36"/>
          <p:cNvCxnSpPr>
            <a:stCxn id="36" idx="3"/>
          </p:cNvCxnSpPr>
          <p:nvPr/>
        </p:nvCxnSpPr>
        <p:spPr>
          <a:xfrm>
            <a:off x="6250695" y="3625014"/>
            <a:ext cx="175769" cy="0"/>
          </a:xfrm>
          <a:prstGeom prst="straightConnector1">
            <a:avLst/>
          </a:prstGeom>
          <a:ln w="19050">
            <a:solidFill>
              <a:schemeClr val="accent1">
                <a:lumMod val="50000"/>
              </a:schemeClr>
            </a:solidFill>
            <a:headEnd type="none" w="med" len="med"/>
            <a:tailEnd type="arrow" w="sm" len="sm"/>
          </a:ln>
        </p:spPr>
        <p:style>
          <a:lnRef idx="1">
            <a:schemeClr val="accent1"/>
          </a:lnRef>
          <a:fillRef idx="0">
            <a:schemeClr val="accent1"/>
          </a:fillRef>
          <a:effectRef idx="0">
            <a:schemeClr val="accent1"/>
          </a:effectRef>
          <a:fontRef idx="minor">
            <a:schemeClr val="tx1"/>
          </a:fontRef>
        </p:style>
      </p:cxnSp>
      <p:sp>
        <p:nvSpPr>
          <p:cNvPr id="38" name="对话气泡: 圆角矩形 37"/>
          <p:cNvSpPr/>
          <p:nvPr/>
        </p:nvSpPr>
        <p:spPr>
          <a:xfrm>
            <a:off x="7613612" y="1307359"/>
            <a:ext cx="3306924" cy="2358028"/>
          </a:xfrm>
          <a:prstGeom prst="wedgeRoundRectCallout">
            <a:avLst>
              <a:gd name="adj1" fmla="val -56286"/>
              <a:gd name="adj2" fmla="val 59696"/>
              <a:gd name="adj3" fmla="val 16667"/>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t"/>
          <a:lstStyle/>
          <a:p>
            <a:pPr marL="342900" indent="-342900">
              <a:lnSpc>
                <a:spcPct val="120000"/>
              </a:lnSpc>
              <a:buFont typeface="Wingdings" panose="05000000000000000000" pitchFamily="2" charset="2"/>
              <a:buChar char="Ø"/>
            </a:pPr>
            <a:r>
              <a:rPr lang="zh-CN" altLang="en-US" dirty="0">
                <a:solidFill>
                  <a:schemeClr val="tx2"/>
                </a:solidFill>
                <a:latin typeface="微软雅黑 Light" panose="020B0502040204020203" pitchFamily="34" charset="-122"/>
                <a:ea typeface="微软雅黑 Light" panose="020B0502040204020203" pitchFamily="34" charset="-122"/>
                <a:cs typeface="+mn-ea"/>
                <a:sym typeface="+mn-lt"/>
              </a:rPr>
              <a:t>路由器通过</a:t>
            </a:r>
            <a:r>
              <a:rPr lang="zh-CN" altLang="en-US" b="1" dirty="0">
                <a:solidFill>
                  <a:schemeClr val="tx2"/>
                </a:solidFill>
                <a:latin typeface="微软雅黑 Light" panose="020B0502040204020203" pitchFamily="34" charset="-122"/>
                <a:ea typeface="微软雅黑 Light" panose="020B0502040204020203" pitchFamily="34" charset="-122"/>
                <a:cs typeface="+mn-ea"/>
                <a:sym typeface="+mn-lt"/>
              </a:rPr>
              <a:t>网络层报文头</a:t>
            </a:r>
            <a:r>
              <a:rPr lang="zh-CN" altLang="en-US" dirty="0">
                <a:solidFill>
                  <a:schemeClr val="tx2"/>
                </a:solidFill>
                <a:latin typeface="微软雅黑 Light" panose="020B0502040204020203" pitchFamily="34" charset="-122"/>
                <a:ea typeface="微软雅黑 Light" panose="020B0502040204020203" pitchFamily="34" charset="-122"/>
                <a:cs typeface="+mn-ea"/>
                <a:sym typeface="+mn-lt"/>
              </a:rPr>
              <a:t>中的目的</a:t>
            </a:r>
            <a:r>
              <a:rPr lang="en-US" altLang="zh-CN" b="1" dirty="0">
                <a:solidFill>
                  <a:schemeClr val="tx2"/>
                </a:solidFill>
                <a:latin typeface="微软雅黑 Light" panose="020B0502040204020203" pitchFamily="34" charset="-122"/>
                <a:ea typeface="微软雅黑 Light" panose="020B0502040204020203" pitchFamily="34" charset="-122"/>
                <a:cs typeface="+mn-ea"/>
                <a:sym typeface="+mn-lt"/>
              </a:rPr>
              <a:t>IP</a:t>
            </a:r>
            <a:r>
              <a:rPr lang="zh-CN" altLang="en-US" b="1" dirty="0">
                <a:solidFill>
                  <a:schemeClr val="tx2"/>
                </a:solidFill>
                <a:latin typeface="微软雅黑 Light" panose="020B0502040204020203" pitchFamily="34" charset="-122"/>
                <a:ea typeface="微软雅黑 Light" panose="020B0502040204020203" pitchFamily="34" charset="-122"/>
                <a:cs typeface="+mn-ea"/>
                <a:sym typeface="+mn-lt"/>
              </a:rPr>
              <a:t>地址</a:t>
            </a:r>
            <a:r>
              <a:rPr lang="zh-CN" altLang="en-US" dirty="0">
                <a:solidFill>
                  <a:schemeClr val="tx2"/>
                </a:solidFill>
                <a:latin typeface="微软雅黑 Light" panose="020B0502040204020203" pitchFamily="34" charset="-122"/>
                <a:ea typeface="微软雅黑 Light" panose="020B0502040204020203" pitchFamily="34" charset="-122"/>
                <a:cs typeface="+mn-ea"/>
                <a:sym typeface="+mn-lt"/>
              </a:rPr>
              <a:t>确定数据包的目的地</a:t>
            </a:r>
            <a:endParaRPr lang="en-US" altLang="zh-CN" dirty="0">
              <a:solidFill>
                <a:schemeClr val="tx2"/>
              </a:solidFill>
              <a:latin typeface="微软雅黑 Light" panose="020B0502040204020203" pitchFamily="34" charset="-122"/>
              <a:ea typeface="微软雅黑 Light" panose="020B0502040204020203" pitchFamily="34" charset="-122"/>
              <a:cs typeface="+mn-ea"/>
              <a:sym typeface="+mn-lt"/>
            </a:endParaRPr>
          </a:p>
          <a:p>
            <a:pPr marL="342900" indent="-342900">
              <a:lnSpc>
                <a:spcPct val="120000"/>
              </a:lnSpc>
              <a:buFont typeface="Wingdings" panose="05000000000000000000" pitchFamily="2" charset="2"/>
              <a:buChar char="Ø"/>
            </a:pPr>
            <a:r>
              <a:rPr lang="zh-CN" altLang="en-US" dirty="0">
                <a:solidFill>
                  <a:schemeClr val="tx2"/>
                </a:solidFill>
                <a:latin typeface="微软雅黑 Light" panose="020B0502040204020203" pitchFamily="34" charset="-122"/>
                <a:ea typeface="微软雅黑 Light" panose="020B0502040204020203" pitchFamily="34" charset="-122"/>
                <a:cs typeface="+mn-ea"/>
                <a:sym typeface="+mn-lt"/>
              </a:rPr>
              <a:t>路由器使用目的</a:t>
            </a:r>
            <a:r>
              <a:rPr lang="en-US" altLang="zh-CN" dirty="0">
                <a:solidFill>
                  <a:schemeClr val="tx2"/>
                </a:solidFill>
                <a:latin typeface="微软雅黑 Light" panose="020B0502040204020203" pitchFamily="34" charset="-122"/>
                <a:ea typeface="微软雅黑 Light" panose="020B0502040204020203" pitchFamily="34" charset="-122"/>
                <a:cs typeface="+mn-ea"/>
                <a:sym typeface="+mn-lt"/>
              </a:rPr>
              <a:t>IP</a:t>
            </a:r>
            <a:r>
              <a:rPr lang="zh-CN" altLang="en-US" dirty="0">
                <a:solidFill>
                  <a:schemeClr val="tx2"/>
                </a:solidFill>
                <a:latin typeface="微软雅黑 Light" panose="020B0502040204020203" pitchFamily="34" charset="-122"/>
                <a:ea typeface="微软雅黑 Light" panose="020B0502040204020203" pitchFamily="34" charset="-122"/>
                <a:cs typeface="+mn-ea"/>
                <a:sym typeface="+mn-lt"/>
              </a:rPr>
              <a:t>查找转发表确定从哪个接口将报文转发出去</a:t>
            </a:r>
            <a:endParaRPr lang="zh-CN" altLang="en-US" dirty="0">
              <a:solidFill>
                <a:schemeClr val="tx2"/>
              </a:solidFill>
              <a:latin typeface="微软雅黑 Light" panose="020B0502040204020203" pitchFamily="34" charset="-122"/>
              <a:ea typeface="微软雅黑 Light" panose="020B0502040204020203" pitchFamily="34" charset="-122"/>
              <a:cs typeface="+mn-ea"/>
              <a:sym typeface="+mn-lt"/>
            </a:endParaRPr>
          </a:p>
        </p:txBody>
      </p:sp>
      <p:sp>
        <p:nvSpPr>
          <p:cNvPr id="35" name="文本框 34"/>
          <p:cNvSpPr txBox="1"/>
          <p:nvPr/>
        </p:nvSpPr>
        <p:spPr>
          <a:xfrm>
            <a:off x="421802" y="1101596"/>
            <a:ext cx="6106246"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noAutofit/>
          </a:bodyPr>
          <a:lstStyle>
            <a:lvl1pPr marL="342900" indent="-342900" eaLnBrk="1" hangingPunct="1">
              <a:spcBef>
                <a:spcPct val="20000"/>
              </a:spcBef>
              <a:buClr>
                <a:srgbClr val="C80000"/>
              </a:buClr>
              <a:buSzPct val="80000"/>
              <a:buFont typeface="Wingdings" panose="05000000000000000000" pitchFamily="2" charset="2"/>
              <a:buChar char="n"/>
              <a:defRPr sz="2800" baseline="0">
                <a:latin typeface="微软雅黑 Light" panose="020B0502040204020203" pitchFamily="34" charset="-122"/>
                <a:ea typeface="微软雅黑 Light" panose="020B0502040204020203" pitchFamily="34" charset="-122"/>
                <a:cs typeface="Times New Roman" panose="02020603050405020304" pitchFamily="18" charset="0"/>
              </a:defRPr>
            </a:lvl1pPr>
            <a:lvl2pPr marL="742950" indent="-285750" eaLnBrk="1" hangingPunct="1">
              <a:spcBef>
                <a:spcPct val="20000"/>
              </a:spcBef>
              <a:buClr>
                <a:srgbClr val="00C800"/>
              </a:buClr>
              <a:buSzPct val="80000"/>
              <a:buFont typeface="Wingdings" panose="05000000000000000000" pitchFamily="2" charset="2"/>
              <a:buChar char="n"/>
              <a:defRPr sz="2400" baseline="0">
                <a:latin typeface="微软雅黑 Light" panose="020B0502040204020203" pitchFamily="34" charset="-122"/>
                <a:ea typeface="微软雅黑 Light" panose="020B0502040204020203" pitchFamily="34" charset="-122"/>
                <a:cs typeface="Times New Roman" panose="02020603050405020304" pitchFamily="18" charset="0"/>
              </a:defRPr>
            </a:lvl2pPr>
            <a:lvl3pPr marL="1143000" indent="-228600" eaLnBrk="1" hangingPunct="1">
              <a:spcBef>
                <a:spcPct val="20000"/>
              </a:spcBef>
              <a:buClr>
                <a:srgbClr val="0000C8"/>
              </a:buClr>
              <a:buSzPct val="80000"/>
              <a:buFont typeface="Wingdings" panose="05000000000000000000" pitchFamily="2" charset="2"/>
              <a:buChar char="n"/>
              <a:defRPr baseline="0">
                <a:latin typeface="微软雅黑 Light" panose="020B0502040204020203" pitchFamily="34" charset="-122"/>
                <a:ea typeface="微软雅黑 Light" panose="020B0502040204020203" pitchFamily="34" charset="-122"/>
                <a:cs typeface="Times New Roman" panose="02020603050405020304" pitchFamily="18" charset="0"/>
              </a:defRPr>
            </a:lvl3pPr>
            <a:lvl4pPr marL="1600200" indent="-228600" eaLnBrk="1" hangingPunct="1">
              <a:spcBef>
                <a:spcPct val="20000"/>
              </a:spcBef>
              <a:buClr>
                <a:srgbClr val="FF7F00"/>
              </a:buClr>
              <a:buSzPct val="80000"/>
              <a:buFont typeface="Wingdings" panose="05000000000000000000" pitchFamily="2" charset="2"/>
              <a:buChar char="u"/>
              <a:defRPr sz="1800" baseline="0">
                <a:latin typeface="微软雅黑 Light" panose="020B0502040204020203" pitchFamily="34" charset="-122"/>
                <a:ea typeface="微软雅黑 Light" panose="020B0502040204020203" pitchFamily="34" charset="-122"/>
                <a:cs typeface="Times New Roman" panose="02020603050405020304" pitchFamily="18" charset="0"/>
              </a:defRPr>
            </a:lvl4pPr>
            <a:lvl5pPr marL="2057400" indent="-228600" eaLnBrk="1" hangingPunct="1">
              <a:spcBef>
                <a:spcPct val="20000"/>
              </a:spcBef>
              <a:buSzPct val="80000"/>
              <a:buFont typeface="Wingdings" panose="05000000000000000000" pitchFamily="2" charset="2"/>
              <a:buChar char="Ø"/>
              <a:defRPr sz="1800" baseline="0">
                <a:latin typeface="微软雅黑 Light" panose="020B0502040204020203" pitchFamily="34" charset="-122"/>
                <a:ea typeface="微软雅黑 Light" panose="020B0502040204020203" pitchFamily="34" charset="-122"/>
                <a:cs typeface="Times New Roman" panose="02020603050405020304" pitchFamily="18" charset="0"/>
              </a:defRPr>
            </a:lvl5pPr>
            <a:lvl6pPr marL="2514600" indent="-228600" fontAlgn="base">
              <a:spcBef>
                <a:spcPct val="20000"/>
              </a:spcBef>
              <a:spcAft>
                <a:spcPct val="0"/>
              </a:spcAft>
              <a:buSzPct val="80000"/>
              <a:buFont typeface="Wingdings" panose="05000000000000000000" pitchFamily="2" charset="2"/>
              <a:buChar char="Ø"/>
              <a:defRPr>
                <a:latin typeface="+mn-lt"/>
                <a:ea typeface="+mn-ea"/>
              </a:defRPr>
            </a:lvl6pPr>
            <a:lvl7pPr marL="2971800" indent="-228600" fontAlgn="base">
              <a:spcBef>
                <a:spcPct val="20000"/>
              </a:spcBef>
              <a:spcAft>
                <a:spcPct val="0"/>
              </a:spcAft>
              <a:buSzPct val="80000"/>
              <a:buFont typeface="Wingdings" panose="05000000000000000000" pitchFamily="2" charset="2"/>
              <a:buChar char="Ø"/>
              <a:defRPr>
                <a:latin typeface="+mn-lt"/>
                <a:ea typeface="+mn-ea"/>
              </a:defRPr>
            </a:lvl7pPr>
            <a:lvl8pPr marL="3429000" indent="-228600" fontAlgn="base">
              <a:spcBef>
                <a:spcPct val="20000"/>
              </a:spcBef>
              <a:spcAft>
                <a:spcPct val="0"/>
              </a:spcAft>
              <a:buSzPct val="80000"/>
              <a:buFont typeface="Wingdings" panose="05000000000000000000" pitchFamily="2" charset="2"/>
              <a:buChar char="Ø"/>
              <a:defRPr>
                <a:latin typeface="+mn-lt"/>
                <a:ea typeface="+mn-ea"/>
              </a:defRPr>
            </a:lvl8pPr>
            <a:lvl9pPr marL="3886200" indent="-228600" fontAlgn="base">
              <a:spcBef>
                <a:spcPct val="20000"/>
              </a:spcBef>
              <a:spcAft>
                <a:spcPct val="0"/>
              </a:spcAft>
              <a:buSzPct val="80000"/>
              <a:buFont typeface="Wingdings" panose="05000000000000000000" pitchFamily="2" charset="2"/>
              <a:buChar char="Ø"/>
              <a:defRPr>
                <a:latin typeface="+mn-lt"/>
                <a:ea typeface="+mn-ea"/>
              </a:defRPr>
            </a:lvl9pPr>
          </a:lstStyle>
          <a:p>
            <a:r>
              <a:rPr lang="zh-CN" altLang="en-US" dirty="0"/>
              <a:t>网络层数据平面如何识别一台主机？</a:t>
            </a:r>
            <a:endParaRPr lang="zh-CN" altLang="en-US"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IP</a:t>
            </a:r>
            <a:r>
              <a:rPr lang="zh-CN" altLang="en-US" dirty="0"/>
              <a:t>地址</a:t>
            </a:r>
            <a:endParaRPr lang="zh-CN" altLang="en-US" dirty="0"/>
          </a:p>
        </p:txBody>
      </p:sp>
      <p:sp>
        <p:nvSpPr>
          <p:cNvPr id="3" name="内容占位符 2"/>
          <p:cNvSpPr>
            <a:spLocks noGrp="1"/>
          </p:cNvSpPr>
          <p:nvPr>
            <p:ph idx="1"/>
          </p:nvPr>
        </p:nvSpPr>
        <p:spPr>
          <a:xfrm>
            <a:off x="334435" y="1052514"/>
            <a:ext cx="5761566" cy="5437187"/>
          </a:xfrm>
        </p:spPr>
        <p:txBody>
          <a:bodyPr>
            <a:normAutofit fontScale="92500" lnSpcReduction="10000"/>
          </a:bodyPr>
          <a:lstStyle/>
          <a:p>
            <a:r>
              <a:rPr lang="zh-CN" altLang="en-US" dirty="0"/>
              <a:t>网络中每个独立主机</a:t>
            </a:r>
            <a:r>
              <a:rPr lang="en-US" altLang="zh-CN" dirty="0"/>
              <a:t>/</a:t>
            </a:r>
            <a:r>
              <a:rPr lang="zh-CN" altLang="en-US" dirty="0"/>
              <a:t>路由器的每个接口必须有一个唯一的</a:t>
            </a:r>
            <a:r>
              <a:rPr lang="en-US" altLang="zh-CN" dirty="0"/>
              <a:t>Internet </a:t>
            </a:r>
            <a:r>
              <a:rPr lang="zh-CN" altLang="en-US" dirty="0"/>
              <a:t>地址，即</a:t>
            </a:r>
            <a:r>
              <a:rPr lang="en-US" altLang="zh-CN" dirty="0"/>
              <a:t>IP</a:t>
            </a:r>
            <a:r>
              <a:rPr lang="zh-CN" altLang="en-US" dirty="0"/>
              <a:t>地址</a:t>
            </a:r>
            <a:endParaRPr lang="zh-CN" altLang="en-US" dirty="0"/>
          </a:p>
          <a:p>
            <a:pPr lvl="1"/>
            <a:r>
              <a:rPr lang="zh-CN" altLang="en-US" dirty="0"/>
              <a:t>通常路由器有多个接口，高端</a:t>
            </a:r>
            <a:r>
              <a:rPr lang="en-US" altLang="zh-CN" dirty="0"/>
              <a:t>/</a:t>
            </a:r>
            <a:r>
              <a:rPr lang="zh-CN" altLang="en-US" dirty="0"/>
              <a:t>核心路由器多至几十个接口</a:t>
            </a:r>
            <a:endParaRPr lang="zh-CN" altLang="en-US" dirty="0"/>
          </a:p>
          <a:p>
            <a:pPr lvl="1"/>
            <a:r>
              <a:rPr lang="zh-CN" altLang="en-US" dirty="0"/>
              <a:t>主机通常有</a:t>
            </a:r>
            <a:r>
              <a:rPr lang="en-US" altLang="zh-CN" dirty="0"/>
              <a:t>1</a:t>
            </a:r>
            <a:r>
              <a:rPr lang="zh-CN" altLang="en-US" dirty="0"/>
              <a:t>个或</a:t>
            </a:r>
            <a:r>
              <a:rPr lang="en-US" altLang="zh-CN" dirty="0"/>
              <a:t>2</a:t>
            </a:r>
            <a:r>
              <a:rPr lang="zh-CN" altLang="en-US" dirty="0"/>
              <a:t>个接口（如以太网接口和</a:t>
            </a:r>
            <a:r>
              <a:rPr lang="en-US" altLang="zh-CN" dirty="0" err="1"/>
              <a:t>WiFi</a:t>
            </a:r>
            <a:r>
              <a:rPr lang="zh-CN" altLang="en-US" dirty="0"/>
              <a:t>）</a:t>
            </a:r>
            <a:endParaRPr lang="zh-CN" altLang="en-US" dirty="0"/>
          </a:p>
          <a:p>
            <a:r>
              <a:rPr lang="en-US" altLang="zh-CN" dirty="0"/>
              <a:t>IP</a:t>
            </a:r>
            <a:r>
              <a:rPr lang="zh-CN" altLang="en-US" dirty="0"/>
              <a:t>地址长度为</a:t>
            </a:r>
            <a:r>
              <a:rPr lang="en-US" altLang="zh-CN" dirty="0"/>
              <a:t>32</a:t>
            </a:r>
            <a:r>
              <a:rPr lang="zh-CN" altLang="en-US" dirty="0"/>
              <a:t>位（</a:t>
            </a:r>
            <a:r>
              <a:rPr lang="en-US" altLang="zh-CN" dirty="0"/>
              <a:t>4</a:t>
            </a:r>
            <a:r>
              <a:rPr lang="zh-CN" altLang="en-US" dirty="0"/>
              <a:t>个字节）。表示地址空间是</a:t>
            </a:r>
            <a:r>
              <a:rPr lang="en-US" altLang="zh-CN" dirty="0"/>
              <a:t>2</a:t>
            </a:r>
            <a:r>
              <a:rPr lang="en-US" altLang="zh-CN" baseline="30000" dirty="0"/>
              <a:t>32</a:t>
            </a:r>
            <a:r>
              <a:rPr lang="zh-CN" altLang="en-US" dirty="0"/>
              <a:t>（超过</a:t>
            </a:r>
            <a:r>
              <a:rPr lang="en-US" altLang="zh-CN" dirty="0"/>
              <a:t>40</a:t>
            </a:r>
            <a:r>
              <a:rPr lang="zh-CN" altLang="en-US" dirty="0"/>
              <a:t>亿个） </a:t>
            </a:r>
            <a:endParaRPr lang="zh-CN" altLang="en-US" dirty="0"/>
          </a:p>
          <a:p>
            <a:r>
              <a:rPr lang="en-US" altLang="zh-CN" dirty="0"/>
              <a:t>IP</a:t>
            </a:r>
            <a:r>
              <a:rPr lang="zh-CN" altLang="en-US" dirty="0"/>
              <a:t>地址的表示方法：三种常用的表示方法</a:t>
            </a:r>
            <a:endParaRPr lang="zh-CN" altLang="en-US" dirty="0"/>
          </a:p>
          <a:p>
            <a:pPr lvl="1"/>
            <a:r>
              <a:rPr lang="zh-CN" altLang="en-US" dirty="0"/>
              <a:t>二进制表示方法</a:t>
            </a:r>
            <a:endParaRPr lang="zh-CN" altLang="en-US" dirty="0"/>
          </a:p>
          <a:p>
            <a:pPr lvl="1"/>
            <a:r>
              <a:rPr lang="zh-CN" altLang="en-US" dirty="0"/>
              <a:t>点分十进制表示方法</a:t>
            </a:r>
            <a:endParaRPr lang="zh-CN" altLang="en-US" dirty="0"/>
          </a:p>
          <a:p>
            <a:pPr lvl="1"/>
            <a:r>
              <a:rPr lang="zh-CN" altLang="en-US" dirty="0"/>
              <a:t>十六进制表示方法</a:t>
            </a:r>
            <a:endParaRPr lang="zh-CN" altLang="en-US" dirty="0"/>
          </a:p>
          <a:p>
            <a:endParaRPr lang="zh-CN" altLang="en-US" dirty="0"/>
          </a:p>
        </p:txBody>
      </p:sp>
      <p:sp>
        <p:nvSpPr>
          <p:cNvPr id="4" name="灯片编号占位符 3"/>
          <p:cNvSpPr>
            <a:spLocks noGrp="1"/>
          </p:cNvSpPr>
          <p:nvPr>
            <p:ph type="sldNum" sz="quarter" idx="12"/>
          </p:nvPr>
        </p:nvSpPr>
        <p:spPr/>
        <p:txBody>
          <a:bodyPr/>
          <a:lstStyle/>
          <a:p>
            <a:pPr>
              <a:defRPr/>
            </a:pPr>
            <a:fld id="{816960B2-2B11-492C-B588-5290E1274F96}" type="slidenum">
              <a:rPr lang="en-US" altLang="zh-CN" smtClean="0"/>
            </a:fld>
            <a:endParaRPr lang="en-US" altLang="zh-CN" dirty="0"/>
          </a:p>
        </p:txBody>
      </p:sp>
      <p:pic>
        <p:nvPicPr>
          <p:cNvPr id="5" name="图形 4"/>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8443627" y="3443331"/>
            <a:ext cx="698726" cy="698726"/>
          </a:xfrm>
          <a:prstGeom prst="rect">
            <a:avLst/>
          </a:prstGeom>
        </p:spPr>
      </p:pic>
      <p:pic>
        <p:nvPicPr>
          <p:cNvPr id="6" name="图形 5"/>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438039" y="1530873"/>
            <a:ext cx="815181" cy="617209"/>
          </a:xfrm>
          <a:prstGeom prst="rect">
            <a:avLst/>
          </a:prstGeom>
        </p:spPr>
      </p:pic>
      <p:pic>
        <p:nvPicPr>
          <p:cNvPr id="7" name="图形 6"/>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224505" y="1530873"/>
            <a:ext cx="815181" cy="617209"/>
          </a:xfrm>
          <a:prstGeom prst="rect">
            <a:avLst/>
          </a:prstGeom>
        </p:spPr>
      </p:pic>
      <p:pic>
        <p:nvPicPr>
          <p:cNvPr id="8" name="图形 7"/>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438039" y="5405677"/>
            <a:ext cx="815181" cy="617209"/>
          </a:xfrm>
          <a:prstGeom prst="rect">
            <a:avLst/>
          </a:prstGeom>
        </p:spPr>
      </p:pic>
      <p:pic>
        <p:nvPicPr>
          <p:cNvPr id="9" name="图形 8"/>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224505" y="5405677"/>
            <a:ext cx="815181" cy="617209"/>
          </a:xfrm>
          <a:prstGeom prst="rect">
            <a:avLst/>
          </a:prstGeom>
        </p:spPr>
      </p:pic>
      <p:cxnSp>
        <p:nvCxnSpPr>
          <p:cNvPr id="10" name="直接连接符 9"/>
          <p:cNvCxnSpPr>
            <a:stCxn id="5" idx="0"/>
            <a:endCxn id="17" idx="2"/>
          </p:cNvCxnSpPr>
          <p:nvPr/>
        </p:nvCxnSpPr>
        <p:spPr>
          <a:xfrm flipV="1">
            <a:off x="8792990" y="3052985"/>
            <a:ext cx="0" cy="390346"/>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sp>
        <p:nvSpPr>
          <p:cNvPr id="11" name="文本框 10"/>
          <p:cNvSpPr txBox="1"/>
          <p:nvPr/>
        </p:nvSpPr>
        <p:spPr>
          <a:xfrm>
            <a:off x="6125495" y="2138098"/>
            <a:ext cx="1813317" cy="432362"/>
          </a:xfrm>
          <a:prstGeom prst="rect">
            <a:avLst/>
          </a:prstGeom>
          <a:noFill/>
        </p:spPr>
        <p:txBody>
          <a:bodyPr wrap="none" rtlCol="0">
            <a:spAutoFit/>
          </a:bodyPr>
          <a:lstStyle/>
          <a:p>
            <a:pPr>
              <a:lnSpc>
                <a:spcPct val="120000"/>
              </a:lnSpc>
            </a:pPr>
            <a:r>
              <a:rPr lang="en-US" altLang="zh-CN" dirty="0">
                <a:solidFill>
                  <a:srgbClr val="002060"/>
                </a:solidFill>
                <a:latin typeface="微软雅黑 Light" panose="020B0502040204020203" pitchFamily="34" charset="-122"/>
                <a:ea typeface="微软雅黑 Light" panose="020B0502040204020203" pitchFamily="34" charset="-122"/>
                <a:cs typeface="+mn-ea"/>
                <a:sym typeface="+mn-lt"/>
              </a:rPr>
              <a:t>202.198.1.2/24</a:t>
            </a:r>
            <a:endParaRPr lang="zh-CN" altLang="en-US" dirty="0">
              <a:solidFill>
                <a:srgbClr val="002060"/>
              </a:solidFill>
              <a:latin typeface="微软雅黑 Light" panose="020B0502040204020203" pitchFamily="34" charset="-122"/>
              <a:ea typeface="微软雅黑 Light" panose="020B0502040204020203" pitchFamily="34" charset="-122"/>
              <a:cs typeface="+mn-ea"/>
              <a:sym typeface="+mn-lt"/>
            </a:endParaRPr>
          </a:p>
        </p:txBody>
      </p:sp>
      <p:sp>
        <p:nvSpPr>
          <p:cNvPr id="12" name="文本框 11"/>
          <p:cNvSpPr txBox="1"/>
          <p:nvPr/>
        </p:nvSpPr>
        <p:spPr>
          <a:xfrm>
            <a:off x="6125496" y="5049641"/>
            <a:ext cx="1856598" cy="432362"/>
          </a:xfrm>
          <a:prstGeom prst="rect">
            <a:avLst/>
          </a:prstGeom>
          <a:noFill/>
        </p:spPr>
        <p:txBody>
          <a:bodyPr wrap="none" rtlCol="0">
            <a:spAutoFit/>
          </a:bodyPr>
          <a:lstStyle/>
          <a:p>
            <a:pPr>
              <a:lnSpc>
                <a:spcPct val="120000"/>
              </a:lnSpc>
            </a:pPr>
            <a:r>
              <a:rPr lang="en-US" altLang="zh-CN" dirty="0">
                <a:solidFill>
                  <a:srgbClr val="002060"/>
                </a:solidFill>
                <a:latin typeface="微软雅黑 Light" panose="020B0502040204020203" pitchFamily="34" charset="-122"/>
                <a:ea typeface="微软雅黑 Light" panose="020B0502040204020203" pitchFamily="34" charset="-122"/>
                <a:cs typeface="+mn-ea"/>
                <a:sym typeface="+mn-lt"/>
              </a:rPr>
              <a:t>202.198.2.2/24</a:t>
            </a:r>
            <a:endParaRPr lang="zh-CN" altLang="en-US" dirty="0">
              <a:solidFill>
                <a:srgbClr val="002060"/>
              </a:solidFill>
              <a:latin typeface="微软雅黑 Light" panose="020B0502040204020203" pitchFamily="34" charset="-122"/>
              <a:ea typeface="微软雅黑 Light" panose="020B0502040204020203" pitchFamily="34" charset="-122"/>
              <a:cs typeface="+mn-ea"/>
              <a:sym typeface="+mn-lt"/>
            </a:endParaRPr>
          </a:p>
        </p:txBody>
      </p:sp>
      <p:sp>
        <p:nvSpPr>
          <p:cNvPr id="13" name="文本框 12"/>
          <p:cNvSpPr txBox="1"/>
          <p:nvPr/>
        </p:nvSpPr>
        <p:spPr>
          <a:xfrm>
            <a:off x="9094313" y="3608028"/>
            <a:ext cx="954107" cy="432362"/>
          </a:xfrm>
          <a:prstGeom prst="rect">
            <a:avLst/>
          </a:prstGeom>
          <a:noFill/>
        </p:spPr>
        <p:txBody>
          <a:bodyPr wrap="none" rtlCol="0">
            <a:spAutoFit/>
          </a:bodyPr>
          <a:lstStyle/>
          <a:p>
            <a:pPr>
              <a:lnSpc>
                <a:spcPct val="120000"/>
              </a:lnSpc>
            </a:pPr>
            <a:r>
              <a:rPr lang="zh-CN" altLang="en-US" dirty="0">
                <a:latin typeface="微软雅黑 Light" panose="020B0502040204020203" pitchFamily="34" charset="-122"/>
                <a:ea typeface="微软雅黑 Light" panose="020B0502040204020203" pitchFamily="34" charset="-122"/>
                <a:cs typeface="+mn-ea"/>
                <a:sym typeface="+mn-lt"/>
              </a:rPr>
              <a:t>路由器</a:t>
            </a:r>
            <a:endParaRPr lang="zh-CN" altLang="en-US" dirty="0">
              <a:latin typeface="微软雅黑 Light" panose="020B0502040204020203" pitchFamily="34" charset="-122"/>
              <a:ea typeface="微软雅黑 Light" panose="020B0502040204020203" pitchFamily="34" charset="-122"/>
              <a:cs typeface="+mn-ea"/>
              <a:sym typeface="+mn-lt"/>
            </a:endParaRPr>
          </a:p>
        </p:txBody>
      </p:sp>
      <p:sp>
        <p:nvSpPr>
          <p:cNvPr id="14" name="文本框 13"/>
          <p:cNvSpPr txBox="1"/>
          <p:nvPr/>
        </p:nvSpPr>
        <p:spPr>
          <a:xfrm>
            <a:off x="9632094" y="2142468"/>
            <a:ext cx="1813317" cy="432362"/>
          </a:xfrm>
          <a:prstGeom prst="rect">
            <a:avLst/>
          </a:prstGeom>
          <a:noFill/>
        </p:spPr>
        <p:txBody>
          <a:bodyPr wrap="none" rtlCol="0">
            <a:spAutoFit/>
          </a:bodyPr>
          <a:lstStyle/>
          <a:p>
            <a:pPr>
              <a:lnSpc>
                <a:spcPct val="120000"/>
              </a:lnSpc>
            </a:pPr>
            <a:r>
              <a:rPr lang="en-US" altLang="zh-CN" dirty="0">
                <a:solidFill>
                  <a:srgbClr val="002060"/>
                </a:solidFill>
                <a:latin typeface="微软雅黑 Light" panose="020B0502040204020203" pitchFamily="34" charset="-122"/>
                <a:ea typeface="微软雅黑 Light" panose="020B0502040204020203" pitchFamily="34" charset="-122"/>
                <a:cs typeface="+mn-ea"/>
                <a:sym typeface="+mn-lt"/>
              </a:rPr>
              <a:t>202.198.1.3/24</a:t>
            </a:r>
            <a:endParaRPr lang="zh-CN" altLang="en-US" dirty="0">
              <a:solidFill>
                <a:srgbClr val="002060"/>
              </a:solidFill>
              <a:latin typeface="微软雅黑 Light" panose="020B0502040204020203" pitchFamily="34" charset="-122"/>
              <a:ea typeface="微软雅黑 Light" panose="020B0502040204020203" pitchFamily="34" charset="-122"/>
              <a:cs typeface="+mn-ea"/>
              <a:sym typeface="+mn-lt"/>
            </a:endParaRPr>
          </a:p>
        </p:txBody>
      </p:sp>
      <p:sp>
        <p:nvSpPr>
          <p:cNvPr id="15" name="文本框 14"/>
          <p:cNvSpPr txBox="1"/>
          <p:nvPr/>
        </p:nvSpPr>
        <p:spPr>
          <a:xfrm>
            <a:off x="9632095" y="5054510"/>
            <a:ext cx="1856598" cy="432362"/>
          </a:xfrm>
          <a:prstGeom prst="rect">
            <a:avLst/>
          </a:prstGeom>
          <a:noFill/>
        </p:spPr>
        <p:txBody>
          <a:bodyPr wrap="none" rtlCol="0">
            <a:spAutoFit/>
          </a:bodyPr>
          <a:lstStyle/>
          <a:p>
            <a:pPr>
              <a:lnSpc>
                <a:spcPct val="120000"/>
              </a:lnSpc>
            </a:pPr>
            <a:r>
              <a:rPr lang="en-US" altLang="zh-CN" dirty="0">
                <a:solidFill>
                  <a:srgbClr val="002060"/>
                </a:solidFill>
                <a:latin typeface="微软雅黑 Light" panose="020B0502040204020203" pitchFamily="34" charset="-122"/>
                <a:ea typeface="微软雅黑 Light" panose="020B0502040204020203" pitchFamily="34" charset="-122"/>
                <a:cs typeface="+mn-ea"/>
                <a:sym typeface="+mn-lt"/>
              </a:rPr>
              <a:t>202.198.2.3/24</a:t>
            </a:r>
            <a:endParaRPr lang="zh-CN" altLang="en-US" dirty="0">
              <a:solidFill>
                <a:srgbClr val="002060"/>
              </a:solidFill>
              <a:latin typeface="微软雅黑 Light" panose="020B0502040204020203" pitchFamily="34" charset="-122"/>
              <a:ea typeface="微软雅黑 Light" panose="020B0502040204020203" pitchFamily="34" charset="-122"/>
              <a:cs typeface="+mn-ea"/>
              <a:sym typeface="+mn-lt"/>
            </a:endParaRPr>
          </a:p>
        </p:txBody>
      </p:sp>
      <p:sp>
        <p:nvSpPr>
          <p:cNvPr id="16" name="文本框 15"/>
          <p:cNvSpPr txBox="1"/>
          <p:nvPr/>
        </p:nvSpPr>
        <p:spPr>
          <a:xfrm>
            <a:off x="11086730" y="3617111"/>
            <a:ext cx="910827" cy="432362"/>
          </a:xfrm>
          <a:prstGeom prst="rect">
            <a:avLst/>
          </a:prstGeom>
          <a:noFill/>
        </p:spPr>
        <p:txBody>
          <a:bodyPr wrap="none" rtlCol="0">
            <a:spAutoFit/>
          </a:bodyPr>
          <a:lstStyle/>
          <a:p>
            <a:pPr>
              <a:lnSpc>
                <a:spcPct val="120000"/>
              </a:lnSpc>
            </a:pPr>
            <a:r>
              <a:rPr lang="en-US" altLang="zh-CN" dirty="0">
                <a:latin typeface="微软雅黑 Light" panose="020B0502040204020203" pitchFamily="34" charset="-122"/>
                <a:ea typeface="微软雅黑 Light" panose="020B0502040204020203" pitchFamily="34" charset="-122"/>
                <a:cs typeface="+mn-ea"/>
                <a:sym typeface="+mn-lt"/>
              </a:rPr>
              <a:t>IP</a:t>
            </a:r>
            <a:r>
              <a:rPr lang="zh-CN" altLang="en-US" dirty="0">
                <a:latin typeface="微软雅黑 Light" panose="020B0502040204020203" pitchFamily="34" charset="-122"/>
                <a:ea typeface="微软雅黑 Light" panose="020B0502040204020203" pitchFamily="34" charset="-122"/>
                <a:cs typeface="+mn-ea"/>
                <a:sym typeface="+mn-lt"/>
              </a:rPr>
              <a:t>地址</a:t>
            </a:r>
            <a:endParaRPr lang="zh-CN" altLang="en-US" dirty="0">
              <a:latin typeface="微软雅黑 Light" panose="020B0502040204020203" pitchFamily="34" charset="-122"/>
              <a:ea typeface="微软雅黑 Light" panose="020B0502040204020203" pitchFamily="34" charset="-122"/>
              <a:cs typeface="+mn-ea"/>
              <a:sym typeface="+mn-lt"/>
            </a:endParaRPr>
          </a:p>
        </p:txBody>
      </p:sp>
      <p:pic>
        <p:nvPicPr>
          <p:cNvPr id="17" name="图形 16"/>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443627" y="2354259"/>
            <a:ext cx="698726" cy="698726"/>
          </a:xfrm>
          <a:prstGeom prst="rect">
            <a:avLst/>
          </a:prstGeom>
        </p:spPr>
      </p:pic>
      <p:pic>
        <p:nvPicPr>
          <p:cNvPr id="18" name="图形 17"/>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443627" y="4535753"/>
            <a:ext cx="698726" cy="698726"/>
          </a:xfrm>
          <a:prstGeom prst="rect">
            <a:avLst/>
          </a:prstGeom>
        </p:spPr>
      </p:pic>
      <p:cxnSp>
        <p:nvCxnSpPr>
          <p:cNvPr id="19" name="直接连接符 18"/>
          <p:cNvCxnSpPr>
            <a:stCxn id="18" idx="0"/>
            <a:endCxn id="5" idx="2"/>
          </p:cNvCxnSpPr>
          <p:nvPr/>
        </p:nvCxnSpPr>
        <p:spPr>
          <a:xfrm flipV="1">
            <a:off x="8792990" y="4142057"/>
            <a:ext cx="0" cy="393696"/>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20" name="连接符: 肘形 19"/>
          <p:cNvCxnSpPr>
            <a:stCxn id="17" idx="3"/>
            <a:endCxn id="7" idx="2"/>
          </p:cNvCxnSpPr>
          <p:nvPr/>
        </p:nvCxnSpPr>
        <p:spPr>
          <a:xfrm flipV="1">
            <a:off x="9142353" y="2148082"/>
            <a:ext cx="489743" cy="555540"/>
          </a:xfrm>
          <a:prstGeom prst="bentConnector2">
            <a:avLst/>
          </a:prstGeom>
        </p:spPr>
        <p:style>
          <a:lnRef idx="1">
            <a:schemeClr val="accent1"/>
          </a:lnRef>
          <a:fillRef idx="0">
            <a:schemeClr val="accent1"/>
          </a:fillRef>
          <a:effectRef idx="0">
            <a:schemeClr val="accent1"/>
          </a:effectRef>
          <a:fontRef idx="minor">
            <a:schemeClr val="tx1"/>
          </a:fontRef>
        </p:style>
      </p:cxnSp>
      <p:cxnSp>
        <p:nvCxnSpPr>
          <p:cNvPr id="21" name="连接符: 肘形 20"/>
          <p:cNvCxnSpPr>
            <a:stCxn id="17" idx="1"/>
            <a:endCxn id="6" idx="2"/>
          </p:cNvCxnSpPr>
          <p:nvPr/>
        </p:nvCxnSpPr>
        <p:spPr>
          <a:xfrm rot="10800000">
            <a:off x="7845631" y="2148082"/>
            <a:ext cx="597997" cy="555540"/>
          </a:xfrm>
          <a:prstGeom prst="bentConnector2">
            <a:avLst/>
          </a:prstGeom>
        </p:spPr>
        <p:style>
          <a:lnRef idx="1">
            <a:schemeClr val="accent1"/>
          </a:lnRef>
          <a:fillRef idx="0">
            <a:schemeClr val="accent1"/>
          </a:fillRef>
          <a:effectRef idx="0">
            <a:schemeClr val="accent1"/>
          </a:effectRef>
          <a:fontRef idx="minor">
            <a:schemeClr val="tx1"/>
          </a:fontRef>
        </p:style>
      </p:cxnSp>
      <p:cxnSp>
        <p:nvCxnSpPr>
          <p:cNvPr id="22" name="连接符: 肘形 21"/>
          <p:cNvCxnSpPr>
            <a:stCxn id="18" idx="3"/>
            <a:endCxn id="9" idx="0"/>
          </p:cNvCxnSpPr>
          <p:nvPr/>
        </p:nvCxnSpPr>
        <p:spPr>
          <a:xfrm>
            <a:off x="9142353" y="4885116"/>
            <a:ext cx="489743" cy="520561"/>
          </a:xfrm>
          <a:prstGeom prst="bentConnector2">
            <a:avLst/>
          </a:prstGeom>
        </p:spPr>
        <p:style>
          <a:lnRef idx="1">
            <a:schemeClr val="accent1"/>
          </a:lnRef>
          <a:fillRef idx="0">
            <a:schemeClr val="accent1"/>
          </a:fillRef>
          <a:effectRef idx="0">
            <a:schemeClr val="accent1"/>
          </a:effectRef>
          <a:fontRef idx="minor">
            <a:schemeClr val="tx1"/>
          </a:fontRef>
        </p:style>
      </p:cxnSp>
      <p:cxnSp>
        <p:nvCxnSpPr>
          <p:cNvPr id="23" name="连接符: 肘形 22"/>
          <p:cNvCxnSpPr>
            <a:stCxn id="18" idx="1"/>
            <a:endCxn id="8" idx="0"/>
          </p:cNvCxnSpPr>
          <p:nvPr/>
        </p:nvCxnSpPr>
        <p:spPr>
          <a:xfrm rot="10800000" flipV="1">
            <a:off x="7845631" y="4885115"/>
            <a:ext cx="597997" cy="520561"/>
          </a:xfrm>
          <a:prstGeom prst="bentConnector2">
            <a:avLst/>
          </a:prstGeom>
        </p:spPr>
        <p:style>
          <a:lnRef idx="1">
            <a:schemeClr val="accent1"/>
          </a:lnRef>
          <a:fillRef idx="0">
            <a:schemeClr val="accent1"/>
          </a:fillRef>
          <a:effectRef idx="0">
            <a:schemeClr val="accent1"/>
          </a:effectRef>
          <a:fontRef idx="minor">
            <a:schemeClr val="tx1"/>
          </a:fontRef>
        </p:style>
      </p:cxnSp>
      <p:sp>
        <p:nvSpPr>
          <p:cNvPr id="24" name="文本框 23"/>
          <p:cNvSpPr txBox="1"/>
          <p:nvPr/>
        </p:nvSpPr>
        <p:spPr>
          <a:xfrm>
            <a:off x="8354409" y="2014547"/>
            <a:ext cx="954107" cy="432362"/>
          </a:xfrm>
          <a:prstGeom prst="rect">
            <a:avLst/>
          </a:prstGeom>
          <a:noFill/>
        </p:spPr>
        <p:txBody>
          <a:bodyPr wrap="none" rtlCol="0">
            <a:spAutoFit/>
          </a:bodyPr>
          <a:lstStyle/>
          <a:p>
            <a:pPr>
              <a:lnSpc>
                <a:spcPct val="120000"/>
              </a:lnSpc>
            </a:pPr>
            <a:r>
              <a:rPr lang="zh-CN" altLang="en-US" dirty="0">
                <a:latin typeface="微软雅黑 Light" panose="020B0502040204020203" pitchFamily="34" charset="-122"/>
                <a:ea typeface="微软雅黑 Light" panose="020B0502040204020203" pitchFamily="34" charset="-122"/>
                <a:cs typeface="+mn-ea"/>
                <a:sym typeface="+mn-lt"/>
              </a:rPr>
              <a:t>交换机</a:t>
            </a:r>
            <a:endParaRPr lang="zh-CN" altLang="en-US" dirty="0">
              <a:latin typeface="微软雅黑 Light" panose="020B0502040204020203" pitchFamily="34" charset="-122"/>
              <a:ea typeface="微软雅黑 Light" panose="020B0502040204020203" pitchFamily="34" charset="-122"/>
              <a:cs typeface="+mn-ea"/>
              <a:sym typeface="+mn-lt"/>
            </a:endParaRPr>
          </a:p>
        </p:txBody>
      </p:sp>
      <p:sp>
        <p:nvSpPr>
          <p:cNvPr id="25" name="文本框 24"/>
          <p:cNvSpPr txBox="1"/>
          <p:nvPr/>
        </p:nvSpPr>
        <p:spPr>
          <a:xfrm>
            <a:off x="8354409" y="5210194"/>
            <a:ext cx="954107" cy="432362"/>
          </a:xfrm>
          <a:prstGeom prst="rect">
            <a:avLst/>
          </a:prstGeom>
          <a:noFill/>
        </p:spPr>
        <p:txBody>
          <a:bodyPr wrap="none" rtlCol="0">
            <a:spAutoFit/>
          </a:bodyPr>
          <a:lstStyle/>
          <a:p>
            <a:pPr>
              <a:lnSpc>
                <a:spcPct val="120000"/>
              </a:lnSpc>
            </a:pPr>
            <a:r>
              <a:rPr lang="zh-CN" altLang="en-US" dirty="0">
                <a:latin typeface="微软雅黑 Light" panose="020B0502040204020203" pitchFamily="34" charset="-122"/>
                <a:ea typeface="微软雅黑 Light" panose="020B0502040204020203" pitchFamily="34" charset="-122"/>
                <a:cs typeface="+mn-ea"/>
                <a:sym typeface="+mn-lt"/>
              </a:rPr>
              <a:t>交换机</a:t>
            </a:r>
            <a:endParaRPr lang="zh-CN" altLang="en-US" dirty="0">
              <a:latin typeface="微软雅黑 Light" panose="020B0502040204020203" pitchFamily="34" charset="-122"/>
              <a:ea typeface="微软雅黑 Light" panose="020B0502040204020203" pitchFamily="34" charset="-122"/>
              <a:cs typeface="+mn-ea"/>
              <a:sym typeface="+mn-lt"/>
            </a:endParaRPr>
          </a:p>
        </p:txBody>
      </p:sp>
      <p:sp>
        <p:nvSpPr>
          <p:cNvPr id="26" name="文本框 25"/>
          <p:cNvSpPr txBox="1"/>
          <p:nvPr/>
        </p:nvSpPr>
        <p:spPr>
          <a:xfrm>
            <a:off x="8711246" y="3126137"/>
            <a:ext cx="1770036" cy="432362"/>
          </a:xfrm>
          <a:prstGeom prst="rect">
            <a:avLst/>
          </a:prstGeom>
          <a:noFill/>
        </p:spPr>
        <p:txBody>
          <a:bodyPr wrap="none" rtlCol="0">
            <a:spAutoFit/>
          </a:bodyPr>
          <a:lstStyle/>
          <a:p>
            <a:pPr>
              <a:lnSpc>
                <a:spcPct val="120000"/>
              </a:lnSpc>
            </a:pPr>
            <a:r>
              <a:rPr lang="en-US" altLang="zh-CN" dirty="0">
                <a:solidFill>
                  <a:srgbClr val="002060"/>
                </a:solidFill>
                <a:latin typeface="微软雅黑 Light" panose="020B0502040204020203" pitchFamily="34" charset="-122"/>
                <a:ea typeface="微软雅黑 Light" panose="020B0502040204020203" pitchFamily="34" charset="-122"/>
                <a:cs typeface="+mn-ea"/>
                <a:sym typeface="+mn-lt"/>
              </a:rPr>
              <a:t>202.198.1.1/24</a:t>
            </a:r>
            <a:endParaRPr lang="zh-CN" altLang="en-US" dirty="0">
              <a:solidFill>
                <a:srgbClr val="002060"/>
              </a:solidFill>
              <a:latin typeface="微软雅黑 Light" panose="020B0502040204020203" pitchFamily="34" charset="-122"/>
              <a:ea typeface="微软雅黑 Light" panose="020B0502040204020203" pitchFamily="34" charset="-122"/>
              <a:cs typeface="+mn-ea"/>
              <a:sym typeface="+mn-lt"/>
            </a:endParaRPr>
          </a:p>
        </p:txBody>
      </p:sp>
      <p:sp>
        <p:nvSpPr>
          <p:cNvPr id="27" name="文本框 26"/>
          <p:cNvSpPr txBox="1"/>
          <p:nvPr/>
        </p:nvSpPr>
        <p:spPr>
          <a:xfrm>
            <a:off x="8711246" y="4101114"/>
            <a:ext cx="1813317" cy="432362"/>
          </a:xfrm>
          <a:prstGeom prst="rect">
            <a:avLst/>
          </a:prstGeom>
          <a:noFill/>
        </p:spPr>
        <p:txBody>
          <a:bodyPr wrap="none" rtlCol="0">
            <a:spAutoFit/>
          </a:bodyPr>
          <a:lstStyle/>
          <a:p>
            <a:pPr>
              <a:lnSpc>
                <a:spcPct val="120000"/>
              </a:lnSpc>
            </a:pPr>
            <a:r>
              <a:rPr lang="en-US" altLang="zh-CN" dirty="0">
                <a:solidFill>
                  <a:srgbClr val="002060"/>
                </a:solidFill>
                <a:latin typeface="微软雅黑 Light" panose="020B0502040204020203" pitchFamily="34" charset="-122"/>
                <a:ea typeface="微软雅黑 Light" panose="020B0502040204020203" pitchFamily="34" charset="-122"/>
                <a:cs typeface="+mn-ea"/>
                <a:sym typeface="+mn-lt"/>
              </a:rPr>
              <a:t>202.198.2.1/24</a:t>
            </a:r>
            <a:endParaRPr lang="zh-CN" altLang="en-US" dirty="0">
              <a:solidFill>
                <a:srgbClr val="002060"/>
              </a:solidFill>
              <a:latin typeface="微软雅黑 Light" panose="020B0502040204020203" pitchFamily="34" charset="-122"/>
              <a:ea typeface="微软雅黑 Light" panose="020B0502040204020203" pitchFamily="34" charset="-122"/>
              <a:cs typeface="+mn-ea"/>
              <a:sym typeface="+mn-lt"/>
            </a:endParaRPr>
          </a:p>
        </p:txBody>
      </p:sp>
      <p:cxnSp>
        <p:nvCxnSpPr>
          <p:cNvPr id="28" name="直接连接符 27"/>
          <p:cNvCxnSpPr>
            <a:stCxn id="14" idx="2"/>
            <a:endCxn id="16" idx="1"/>
          </p:cNvCxnSpPr>
          <p:nvPr/>
        </p:nvCxnSpPr>
        <p:spPr>
          <a:xfrm>
            <a:off x="10538753" y="2574830"/>
            <a:ext cx="547977" cy="1258462"/>
          </a:xfrm>
          <a:prstGeom prst="line">
            <a:avLst/>
          </a:prstGeom>
        </p:spPr>
        <p:style>
          <a:lnRef idx="1">
            <a:schemeClr val="accent1"/>
          </a:lnRef>
          <a:fillRef idx="0">
            <a:schemeClr val="accent1"/>
          </a:fillRef>
          <a:effectRef idx="0">
            <a:schemeClr val="accent1"/>
          </a:effectRef>
          <a:fontRef idx="minor">
            <a:schemeClr val="tx1"/>
          </a:fontRef>
        </p:style>
      </p:cxnSp>
      <p:cxnSp>
        <p:nvCxnSpPr>
          <p:cNvPr id="29" name="直接连接符 28"/>
          <p:cNvCxnSpPr>
            <a:stCxn id="26" idx="3"/>
            <a:endCxn id="16" idx="1"/>
          </p:cNvCxnSpPr>
          <p:nvPr/>
        </p:nvCxnSpPr>
        <p:spPr>
          <a:xfrm>
            <a:off x="10481282" y="3342318"/>
            <a:ext cx="605448" cy="490974"/>
          </a:xfrm>
          <a:prstGeom prst="line">
            <a:avLst/>
          </a:prstGeom>
        </p:spPr>
        <p:style>
          <a:lnRef idx="1">
            <a:schemeClr val="accent1"/>
          </a:lnRef>
          <a:fillRef idx="0">
            <a:schemeClr val="accent1"/>
          </a:fillRef>
          <a:effectRef idx="0">
            <a:schemeClr val="accent1"/>
          </a:effectRef>
          <a:fontRef idx="minor">
            <a:schemeClr val="tx1"/>
          </a:fontRef>
        </p:style>
      </p:cxnSp>
      <p:cxnSp>
        <p:nvCxnSpPr>
          <p:cNvPr id="30" name="直接连接符 29"/>
          <p:cNvCxnSpPr>
            <a:stCxn id="27" idx="3"/>
            <a:endCxn id="16" idx="1"/>
          </p:cNvCxnSpPr>
          <p:nvPr/>
        </p:nvCxnSpPr>
        <p:spPr>
          <a:xfrm flipV="1">
            <a:off x="10524563" y="3833292"/>
            <a:ext cx="562167" cy="484003"/>
          </a:xfrm>
          <a:prstGeom prst="line">
            <a:avLst/>
          </a:prstGeom>
        </p:spPr>
        <p:style>
          <a:lnRef idx="1">
            <a:schemeClr val="accent1"/>
          </a:lnRef>
          <a:fillRef idx="0">
            <a:schemeClr val="accent1"/>
          </a:fillRef>
          <a:effectRef idx="0">
            <a:schemeClr val="accent1"/>
          </a:effectRef>
          <a:fontRef idx="minor">
            <a:schemeClr val="tx1"/>
          </a:fontRef>
        </p:style>
      </p:cxnSp>
      <p:cxnSp>
        <p:nvCxnSpPr>
          <p:cNvPr id="31" name="直接连接符 30"/>
          <p:cNvCxnSpPr>
            <a:stCxn id="15" idx="0"/>
            <a:endCxn id="16" idx="1"/>
          </p:cNvCxnSpPr>
          <p:nvPr/>
        </p:nvCxnSpPr>
        <p:spPr>
          <a:xfrm flipV="1">
            <a:off x="10560394" y="3833292"/>
            <a:ext cx="526336" cy="1221218"/>
          </a:xfrm>
          <a:prstGeom prst="line">
            <a:avLst/>
          </a:prstGeom>
        </p:spPr>
        <p:style>
          <a:lnRef idx="1">
            <a:schemeClr val="accent1"/>
          </a:lnRef>
          <a:fillRef idx="0">
            <a:schemeClr val="accent1"/>
          </a:fillRef>
          <a:effectRef idx="0">
            <a:schemeClr val="accent1"/>
          </a:effectRef>
          <a:fontRef idx="minor">
            <a:schemeClr val="tx1"/>
          </a:fontRef>
        </p:style>
      </p:cxnSp>
      <p:cxnSp>
        <p:nvCxnSpPr>
          <p:cNvPr id="32" name="直接连接符 31"/>
          <p:cNvCxnSpPr>
            <a:stCxn id="11" idx="2"/>
            <a:endCxn id="16" idx="1"/>
          </p:cNvCxnSpPr>
          <p:nvPr/>
        </p:nvCxnSpPr>
        <p:spPr>
          <a:xfrm>
            <a:off x="7032154" y="2570460"/>
            <a:ext cx="4054576" cy="1262832"/>
          </a:xfrm>
          <a:prstGeom prst="line">
            <a:avLst/>
          </a:prstGeom>
        </p:spPr>
        <p:style>
          <a:lnRef idx="1">
            <a:schemeClr val="accent1"/>
          </a:lnRef>
          <a:fillRef idx="0">
            <a:schemeClr val="accent1"/>
          </a:fillRef>
          <a:effectRef idx="0">
            <a:schemeClr val="accent1"/>
          </a:effectRef>
          <a:fontRef idx="minor">
            <a:schemeClr val="tx1"/>
          </a:fontRef>
        </p:style>
      </p:cxnSp>
      <p:cxnSp>
        <p:nvCxnSpPr>
          <p:cNvPr id="33" name="直接连接符 32"/>
          <p:cNvCxnSpPr>
            <a:stCxn id="12" idx="0"/>
            <a:endCxn id="16" idx="1"/>
          </p:cNvCxnSpPr>
          <p:nvPr/>
        </p:nvCxnSpPr>
        <p:spPr>
          <a:xfrm flipV="1">
            <a:off x="7053795" y="3833292"/>
            <a:ext cx="4032935" cy="1216349"/>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 name="灯片编号占位符 5"/>
          <p:cNvSpPr>
            <a:spLocks noGrp="1"/>
          </p:cNvSpPr>
          <p:nvPr>
            <p:ph type="sldNum" sz="quarter" idx="12"/>
          </p:nvPr>
        </p:nvSpPr>
        <p:spPr/>
        <p:txBody>
          <a:bodyPr/>
          <a:lstStyle/>
          <a:p>
            <a:fld id="{D757D701-F764-45EF-9325-118965DC4D09}" type="slidenum">
              <a:rPr lang="en-US" altLang="zh-CN"/>
            </a:fld>
            <a:endParaRPr lang="en-US" altLang="zh-CN"/>
          </a:p>
        </p:txBody>
      </p:sp>
      <p:sp>
        <p:nvSpPr>
          <p:cNvPr id="455682" name="Rectangle 2"/>
          <p:cNvSpPr>
            <a:spLocks noGrp="1" noChangeArrowheads="1"/>
          </p:cNvSpPr>
          <p:nvPr>
            <p:ph type="title"/>
          </p:nvPr>
        </p:nvSpPr>
        <p:spPr/>
        <p:txBody>
          <a:bodyPr/>
          <a:lstStyle/>
          <a:p>
            <a:r>
              <a:rPr lang="en-US" altLang="zh-CN" dirty="0"/>
              <a:t>IP</a:t>
            </a:r>
            <a:r>
              <a:rPr lang="zh-CN" altLang="en-US" dirty="0"/>
              <a:t>地址的分类</a:t>
            </a:r>
            <a:endParaRPr lang="zh-CN" altLang="en-US" dirty="0"/>
          </a:p>
        </p:txBody>
      </p:sp>
      <p:graphicFrame>
        <p:nvGraphicFramePr>
          <p:cNvPr id="456224" name="Group 544"/>
          <p:cNvGraphicFramePr>
            <a:graphicFrameLocks noGrp="1"/>
          </p:cNvGraphicFramePr>
          <p:nvPr/>
        </p:nvGraphicFramePr>
        <p:xfrm>
          <a:off x="1739900" y="1988666"/>
          <a:ext cx="8712200" cy="670560"/>
        </p:xfrm>
        <a:graphic>
          <a:graphicData uri="http://schemas.openxmlformats.org/drawingml/2006/table">
            <a:tbl>
              <a:tblPr/>
              <a:tblGrid>
                <a:gridCol w="273050"/>
                <a:gridCol w="1906588"/>
                <a:gridCol w="271462"/>
                <a:gridCol w="6261100"/>
              </a:tblGrid>
              <a:tr h="230188">
                <a:tc>
                  <a:txBody>
                    <a:bodyPr/>
                    <a:lstStyle>
                      <a:lvl1pPr>
                        <a:spcBef>
                          <a:spcPct val="20000"/>
                        </a:spcBef>
                        <a:buClr>
                          <a:srgbClr val="C80000"/>
                        </a:buClr>
                        <a:buSzPct val="80000"/>
                        <a:buFont typeface="Wingdings" panose="05000000000000000000" pitchFamily="2" charset="2"/>
                        <a:defRPr sz="2800">
                          <a:solidFill>
                            <a:schemeClr val="tx1"/>
                          </a:solidFill>
                          <a:latin typeface="Times New Roman" panose="02020603050405020304" pitchFamily="18" charset="0"/>
                          <a:ea typeface="宋体" panose="02010600030101010101" pitchFamily="2" charset="-122"/>
                        </a:defRPr>
                      </a:lvl1pPr>
                      <a:lvl2pPr>
                        <a:spcBef>
                          <a:spcPct val="20000"/>
                        </a:spcBef>
                        <a:buClr>
                          <a:srgbClr val="00C800"/>
                        </a:buClr>
                        <a:buSzPct val="8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2pPr>
                      <a:lvl3pPr>
                        <a:spcBef>
                          <a:spcPct val="20000"/>
                        </a:spcBef>
                        <a:buClr>
                          <a:srgbClr val="0000C8"/>
                        </a:buClr>
                        <a:buSzPct val="80000"/>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3pPr>
                      <a:lvl4pPr>
                        <a:spcBef>
                          <a:spcPct val="20000"/>
                        </a:spcBef>
                        <a:buClr>
                          <a:srgbClr val="FF7F00"/>
                        </a:buClr>
                        <a:buSzPct val="8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4pPr>
                      <a:lvl5pPr>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endParaRPr kumimoji="0" lang="zh-CN" altLang="zh-CN" sz="16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endParaRPr>
                    </a:p>
                  </a:txBody>
                  <a:tcPr horzOverflow="overflow">
                    <a:lnL cap="flat">
                      <a:noFill/>
                    </a:lnL>
                    <a:lnR>
                      <a:noFill/>
                    </a:lnR>
                    <a:lnT cap="fla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C80000"/>
                        </a:buClr>
                        <a:buSzPct val="80000"/>
                        <a:buFont typeface="Wingdings" panose="05000000000000000000" pitchFamily="2" charset="2"/>
                        <a:defRPr sz="2800">
                          <a:solidFill>
                            <a:schemeClr val="tx1"/>
                          </a:solidFill>
                          <a:latin typeface="Times New Roman" panose="02020603050405020304" pitchFamily="18" charset="0"/>
                          <a:ea typeface="宋体" panose="02010600030101010101" pitchFamily="2" charset="-122"/>
                        </a:defRPr>
                      </a:lvl1pPr>
                      <a:lvl2pPr>
                        <a:spcBef>
                          <a:spcPct val="20000"/>
                        </a:spcBef>
                        <a:buClr>
                          <a:srgbClr val="00C800"/>
                        </a:buClr>
                        <a:buSzPct val="8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2pPr>
                      <a:lvl3pPr>
                        <a:spcBef>
                          <a:spcPct val="20000"/>
                        </a:spcBef>
                        <a:buClr>
                          <a:srgbClr val="0000C8"/>
                        </a:buClr>
                        <a:buSzPct val="80000"/>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3pPr>
                      <a:lvl4pPr>
                        <a:spcBef>
                          <a:spcPct val="20000"/>
                        </a:spcBef>
                        <a:buClr>
                          <a:srgbClr val="FF7F00"/>
                        </a:buClr>
                        <a:buSzPct val="8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4pPr>
                      <a:lvl5pPr>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0" lang="en-US" altLang="zh-CN" sz="16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rPr>
                        <a:t>7b</a:t>
                      </a:r>
                      <a:endParaRPr kumimoji="0" lang="en-US" altLang="zh-CN" sz="16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endParaRPr>
                    </a:p>
                  </a:txBody>
                  <a:tcPr horzOverflow="overflow">
                    <a:lnL>
                      <a:noFill/>
                    </a:lnL>
                    <a:lnR>
                      <a:noFill/>
                    </a:lnR>
                    <a:lnT cap="fla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C80000"/>
                        </a:buClr>
                        <a:buSzPct val="80000"/>
                        <a:buFont typeface="Wingdings" panose="05000000000000000000" pitchFamily="2" charset="2"/>
                        <a:defRPr sz="2800">
                          <a:solidFill>
                            <a:schemeClr val="tx1"/>
                          </a:solidFill>
                          <a:latin typeface="Times New Roman" panose="02020603050405020304" pitchFamily="18" charset="0"/>
                          <a:ea typeface="宋体" panose="02010600030101010101" pitchFamily="2" charset="-122"/>
                        </a:defRPr>
                      </a:lvl1pPr>
                      <a:lvl2pPr>
                        <a:spcBef>
                          <a:spcPct val="20000"/>
                        </a:spcBef>
                        <a:buClr>
                          <a:srgbClr val="00C800"/>
                        </a:buClr>
                        <a:buSzPct val="8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2pPr>
                      <a:lvl3pPr>
                        <a:spcBef>
                          <a:spcPct val="20000"/>
                        </a:spcBef>
                        <a:buClr>
                          <a:srgbClr val="0000C8"/>
                        </a:buClr>
                        <a:buSzPct val="80000"/>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3pPr>
                      <a:lvl4pPr>
                        <a:spcBef>
                          <a:spcPct val="20000"/>
                        </a:spcBef>
                        <a:buClr>
                          <a:srgbClr val="FF7F00"/>
                        </a:buClr>
                        <a:buSzPct val="8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4pPr>
                      <a:lvl5pPr>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endParaRPr kumimoji="0" lang="zh-CN" altLang="zh-CN" sz="16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endParaRPr>
                    </a:p>
                  </a:txBody>
                  <a:tcPr horzOverflow="overflow">
                    <a:lnL>
                      <a:noFill/>
                    </a:lnL>
                    <a:lnR>
                      <a:noFill/>
                    </a:lnR>
                    <a:lnT cap="fla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C80000"/>
                        </a:buClr>
                        <a:buSzPct val="80000"/>
                        <a:buFont typeface="Wingdings" panose="05000000000000000000" pitchFamily="2" charset="2"/>
                        <a:defRPr sz="2800">
                          <a:solidFill>
                            <a:schemeClr val="tx1"/>
                          </a:solidFill>
                          <a:latin typeface="Times New Roman" panose="02020603050405020304" pitchFamily="18" charset="0"/>
                          <a:ea typeface="宋体" panose="02010600030101010101" pitchFamily="2" charset="-122"/>
                        </a:defRPr>
                      </a:lvl1pPr>
                      <a:lvl2pPr>
                        <a:spcBef>
                          <a:spcPct val="20000"/>
                        </a:spcBef>
                        <a:buClr>
                          <a:srgbClr val="00C800"/>
                        </a:buClr>
                        <a:buSzPct val="8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2pPr>
                      <a:lvl3pPr>
                        <a:spcBef>
                          <a:spcPct val="20000"/>
                        </a:spcBef>
                        <a:buClr>
                          <a:srgbClr val="0000C8"/>
                        </a:buClr>
                        <a:buSzPct val="80000"/>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3pPr>
                      <a:lvl4pPr>
                        <a:spcBef>
                          <a:spcPct val="20000"/>
                        </a:spcBef>
                        <a:buClr>
                          <a:srgbClr val="FF7F00"/>
                        </a:buClr>
                        <a:buSzPct val="8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4pPr>
                      <a:lvl5pPr>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0" lang="en-US" altLang="zh-CN" sz="16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rPr>
                        <a:t>24b</a:t>
                      </a:r>
                      <a:endParaRPr kumimoji="0" lang="en-US" altLang="zh-CN" sz="16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endParaRPr>
                    </a:p>
                  </a:txBody>
                  <a:tcPr horzOverflow="overflow">
                    <a:lnL>
                      <a:noFill/>
                    </a:lnL>
                    <a:lnR cap="flat">
                      <a:noFill/>
                    </a:lnR>
                    <a:lnT cap="flat">
                      <a:noFill/>
                    </a:lnT>
                    <a:lnB w="12700" cap="flat" cmpd="sng" algn="ctr">
                      <a:solidFill>
                        <a:schemeClr val="tx1"/>
                      </a:solidFill>
                      <a:prstDash val="solid"/>
                      <a:round/>
                      <a:headEnd type="none" w="med" len="med"/>
                      <a:tailEnd type="none" w="med" len="med"/>
                    </a:lnB>
                    <a:lnTlToBr>
                      <a:noFill/>
                    </a:lnTlToBr>
                    <a:lnBlToTr>
                      <a:noFill/>
                    </a:lnBlToTr>
                    <a:noFill/>
                  </a:tcPr>
                </a:tc>
              </a:tr>
              <a:tr h="228600">
                <a:tc>
                  <a:txBody>
                    <a:bodyPr/>
                    <a:lstStyle>
                      <a:lvl1pPr>
                        <a:spcBef>
                          <a:spcPct val="20000"/>
                        </a:spcBef>
                        <a:buClr>
                          <a:srgbClr val="C80000"/>
                        </a:buClr>
                        <a:buSzPct val="80000"/>
                        <a:buFont typeface="Wingdings" panose="05000000000000000000" pitchFamily="2" charset="2"/>
                        <a:defRPr sz="2800">
                          <a:solidFill>
                            <a:schemeClr val="tx1"/>
                          </a:solidFill>
                          <a:latin typeface="Times New Roman" panose="02020603050405020304" pitchFamily="18" charset="0"/>
                          <a:ea typeface="宋体" panose="02010600030101010101" pitchFamily="2" charset="-122"/>
                        </a:defRPr>
                      </a:lvl1pPr>
                      <a:lvl2pPr>
                        <a:spcBef>
                          <a:spcPct val="20000"/>
                        </a:spcBef>
                        <a:buClr>
                          <a:srgbClr val="00C800"/>
                        </a:buClr>
                        <a:buSzPct val="8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2pPr>
                      <a:lvl3pPr>
                        <a:spcBef>
                          <a:spcPct val="20000"/>
                        </a:spcBef>
                        <a:buClr>
                          <a:srgbClr val="0000C8"/>
                        </a:buClr>
                        <a:buSzPct val="80000"/>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3pPr>
                      <a:lvl4pPr>
                        <a:spcBef>
                          <a:spcPct val="20000"/>
                        </a:spcBef>
                        <a:buClr>
                          <a:srgbClr val="FF7F00"/>
                        </a:buClr>
                        <a:buSzPct val="8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4pPr>
                      <a:lvl5pPr>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0" lang="en-US" altLang="zh-CN" sz="16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rPr>
                        <a:t>0</a:t>
                      </a:r>
                      <a:endParaRPr kumimoji="0" lang="en-US" altLang="zh-CN" sz="16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C80000"/>
                        </a:buClr>
                        <a:buSzPct val="80000"/>
                        <a:buFont typeface="Wingdings" panose="05000000000000000000" pitchFamily="2" charset="2"/>
                        <a:defRPr sz="2800">
                          <a:solidFill>
                            <a:schemeClr val="tx1"/>
                          </a:solidFill>
                          <a:latin typeface="Times New Roman" panose="02020603050405020304" pitchFamily="18" charset="0"/>
                          <a:ea typeface="宋体" panose="02010600030101010101" pitchFamily="2" charset="-122"/>
                        </a:defRPr>
                      </a:lvl1pPr>
                      <a:lvl2pPr>
                        <a:spcBef>
                          <a:spcPct val="20000"/>
                        </a:spcBef>
                        <a:buClr>
                          <a:srgbClr val="00C800"/>
                        </a:buClr>
                        <a:buSzPct val="8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2pPr>
                      <a:lvl3pPr>
                        <a:spcBef>
                          <a:spcPct val="20000"/>
                        </a:spcBef>
                        <a:buClr>
                          <a:srgbClr val="0000C8"/>
                        </a:buClr>
                        <a:buSzPct val="80000"/>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3pPr>
                      <a:lvl4pPr>
                        <a:spcBef>
                          <a:spcPct val="20000"/>
                        </a:spcBef>
                        <a:buClr>
                          <a:srgbClr val="FF7F00"/>
                        </a:buClr>
                        <a:buSzPct val="8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4pPr>
                      <a:lvl5pPr>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0" lang="zh-CN" altLang="en-US" sz="16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rPr>
                        <a:t>网络号</a:t>
                      </a:r>
                      <a:endParaRPr kumimoji="0" lang="zh-CN" altLang="en-US" sz="16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gridSpan="2">
                  <a:txBody>
                    <a:bodyPr/>
                    <a:lstStyle>
                      <a:lvl1pPr>
                        <a:spcBef>
                          <a:spcPct val="20000"/>
                        </a:spcBef>
                        <a:buClr>
                          <a:srgbClr val="C80000"/>
                        </a:buClr>
                        <a:buSzPct val="80000"/>
                        <a:buFont typeface="Wingdings" panose="05000000000000000000" pitchFamily="2" charset="2"/>
                        <a:defRPr sz="2800">
                          <a:solidFill>
                            <a:schemeClr val="tx1"/>
                          </a:solidFill>
                          <a:latin typeface="Times New Roman" panose="02020603050405020304" pitchFamily="18" charset="0"/>
                          <a:ea typeface="宋体" panose="02010600030101010101" pitchFamily="2" charset="-122"/>
                        </a:defRPr>
                      </a:lvl1pPr>
                      <a:lvl2pPr>
                        <a:spcBef>
                          <a:spcPct val="20000"/>
                        </a:spcBef>
                        <a:buClr>
                          <a:srgbClr val="00C800"/>
                        </a:buClr>
                        <a:buSzPct val="8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2pPr>
                      <a:lvl3pPr>
                        <a:spcBef>
                          <a:spcPct val="20000"/>
                        </a:spcBef>
                        <a:buClr>
                          <a:srgbClr val="0000C8"/>
                        </a:buClr>
                        <a:buSzPct val="80000"/>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3pPr>
                      <a:lvl4pPr>
                        <a:spcBef>
                          <a:spcPct val="20000"/>
                        </a:spcBef>
                        <a:buClr>
                          <a:srgbClr val="FF7F00"/>
                        </a:buClr>
                        <a:buSzPct val="8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4pPr>
                      <a:lvl5pPr>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0" lang="zh-CN" altLang="en-US" sz="16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rPr>
                        <a:t>主机号</a:t>
                      </a:r>
                      <a:endParaRPr kumimoji="0" lang="zh-CN" altLang="en-US" sz="16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cPr/>
                </a:tc>
              </a:tr>
            </a:tbl>
          </a:graphicData>
        </a:graphic>
      </p:graphicFrame>
      <p:graphicFrame>
        <p:nvGraphicFramePr>
          <p:cNvPr id="574831" name="Group 1391"/>
          <p:cNvGraphicFramePr>
            <a:graphicFrameLocks noGrp="1"/>
          </p:cNvGraphicFramePr>
          <p:nvPr/>
        </p:nvGraphicFramePr>
        <p:xfrm>
          <a:off x="1739900" y="2853854"/>
          <a:ext cx="8712200" cy="609600"/>
        </p:xfrm>
        <a:graphic>
          <a:graphicData uri="http://schemas.openxmlformats.org/drawingml/2006/table">
            <a:tbl>
              <a:tblPr/>
              <a:tblGrid>
                <a:gridCol w="273050"/>
                <a:gridCol w="271463"/>
                <a:gridCol w="3816350"/>
                <a:gridCol w="271462"/>
                <a:gridCol w="4079875"/>
              </a:tblGrid>
              <a:tr h="230188">
                <a:tc>
                  <a:txBody>
                    <a:bodyPr/>
                    <a:lstStyle>
                      <a:lvl1pPr>
                        <a:spcBef>
                          <a:spcPct val="20000"/>
                        </a:spcBef>
                        <a:buClr>
                          <a:srgbClr val="C80000"/>
                        </a:buClr>
                        <a:buSzPct val="80000"/>
                        <a:buFont typeface="Wingdings" panose="05000000000000000000" pitchFamily="2" charset="2"/>
                        <a:defRPr sz="2800">
                          <a:solidFill>
                            <a:schemeClr val="tx1"/>
                          </a:solidFill>
                          <a:latin typeface="Times New Roman" panose="02020603050405020304" pitchFamily="18" charset="0"/>
                          <a:ea typeface="宋体" panose="02010600030101010101" pitchFamily="2" charset="-122"/>
                        </a:defRPr>
                      </a:lvl1pPr>
                      <a:lvl2pPr>
                        <a:spcBef>
                          <a:spcPct val="20000"/>
                        </a:spcBef>
                        <a:buClr>
                          <a:srgbClr val="00C800"/>
                        </a:buClr>
                        <a:buSzPct val="8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2pPr>
                      <a:lvl3pPr>
                        <a:spcBef>
                          <a:spcPct val="20000"/>
                        </a:spcBef>
                        <a:buClr>
                          <a:srgbClr val="0000C8"/>
                        </a:buClr>
                        <a:buSzPct val="80000"/>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3pPr>
                      <a:lvl4pPr>
                        <a:spcBef>
                          <a:spcPct val="20000"/>
                        </a:spcBef>
                        <a:buClr>
                          <a:srgbClr val="FF7F00"/>
                        </a:buClr>
                        <a:buSzPct val="8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4pPr>
                      <a:lvl5pPr>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endParaRPr kumimoji="0" lang="zh-CN" altLang="zh-CN" sz="14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endParaRPr>
                    </a:p>
                  </a:txBody>
                  <a:tcPr horzOverflow="overflow">
                    <a:lnL cap="flat">
                      <a:noFill/>
                    </a:lnL>
                    <a:lnR>
                      <a:noFill/>
                    </a:lnR>
                    <a:lnT cap="fla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C80000"/>
                        </a:buClr>
                        <a:buSzPct val="80000"/>
                        <a:buFont typeface="Wingdings" panose="05000000000000000000" pitchFamily="2" charset="2"/>
                        <a:defRPr sz="2800">
                          <a:solidFill>
                            <a:schemeClr val="tx1"/>
                          </a:solidFill>
                          <a:latin typeface="Times New Roman" panose="02020603050405020304" pitchFamily="18" charset="0"/>
                          <a:ea typeface="宋体" panose="02010600030101010101" pitchFamily="2" charset="-122"/>
                        </a:defRPr>
                      </a:lvl1pPr>
                      <a:lvl2pPr>
                        <a:spcBef>
                          <a:spcPct val="20000"/>
                        </a:spcBef>
                        <a:buClr>
                          <a:srgbClr val="00C800"/>
                        </a:buClr>
                        <a:buSzPct val="8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2pPr>
                      <a:lvl3pPr>
                        <a:spcBef>
                          <a:spcPct val="20000"/>
                        </a:spcBef>
                        <a:buClr>
                          <a:srgbClr val="0000C8"/>
                        </a:buClr>
                        <a:buSzPct val="80000"/>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3pPr>
                      <a:lvl4pPr>
                        <a:spcBef>
                          <a:spcPct val="20000"/>
                        </a:spcBef>
                        <a:buClr>
                          <a:srgbClr val="FF7F00"/>
                        </a:buClr>
                        <a:buSzPct val="8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4pPr>
                      <a:lvl5pPr>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endParaRPr kumimoji="0" lang="zh-CN" altLang="zh-CN" sz="14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endParaRPr>
                    </a:p>
                  </a:txBody>
                  <a:tcPr horzOverflow="overflow">
                    <a:lnL>
                      <a:noFill/>
                    </a:lnL>
                    <a:lnR>
                      <a:noFill/>
                    </a:lnR>
                    <a:lnT cap="fla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C80000"/>
                        </a:buClr>
                        <a:buSzPct val="80000"/>
                        <a:buFont typeface="Wingdings" panose="05000000000000000000" pitchFamily="2" charset="2"/>
                        <a:defRPr sz="2800">
                          <a:solidFill>
                            <a:schemeClr val="tx1"/>
                          </a:solidFill>
                          <a:latin typeface="Times New Roman" panose="02020603050405020304" pitchFamily="18" charset="0"/>
                          <a:ea typeface="宋体" panose="02010600030101010101" pitchFamily="2" charset="-122"/>
                        </a:defRPr>
                      </a:lvl1pPr>
                      <a:lvl2pPr>
                        <a:spcBef>
                          <a:spcPct val="20000"/>
                        </a:spcBef>
                        <a:buClr>
                          <a:srgbClr val="00C800"/>
                        </a:buClr>
                        <a:buSzPct val="8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2pPr>
                      <a:lvl3pPr>
                        <a:spcBef>
                          <a:spcPct val="20000"/>
                        </a:spcBef>
                        <a:buClr>
                          <a:srgbClr val="0000C8"/>
                        </a:buClr>
                        <a:buSzPct val="80000"/>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3pPr>
                      <a:lvl4pPr>
                        <a:spcBef>
                          <a:spcPct val="20000"/>
                        </a:spcBef>
                        <a:buClr>
                          <a:srgbClr val="FF7F00"/>
                        </a:buClr>
                        <a:buSzPct val="8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4pPr>
                      <a:lvl5pPr>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0" lang="en-US" altLang="zh-CN" sz="14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rPr>
                        <a:t>14b</a:t>
                      </a:r>
                      <a:endParaRPr kumimoji="0" lang="en-US" altLang="zh-CN" sz="14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endParaRPr>
                    </a:p>
                  </a:txBody>
                  <a:tcPr horzOverflow="overflow">
                    <a:lnL>
                      <a:noFill/>
                    </a:lnL>
                    <a:lnR>
                      <a:noFill/>
                    </a:lnR>
                    <a:lnT cap="fla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C80000"/>
                        </a:buClr>
                        <a:buSzPct val="80000"/>
                        <a:buFont typeface="Wingdings" panose="05000000000000000000" pitchFamily="2" charset="2"/>
                        <a:defRPr sz="2800">
                          <a:solidFill>
                            <a:schemeClr val="tx1"/>
                          </a:solidFill>
                          <a:latin typeface="Times New Roman" panose="02020603050405020304" pitchFamily="18" charset="0"/>
                          <a:ea typeface="宋体" panose="02010600030101010101" pitchFamily="2" charset="-122"/>
                        </a:defRPr>
                      </a:lvl1pPr>
                      <a:lvl2pPr>
                        <a:spcBef>
                          <a:spcPct val="20000"/>
                        </a:spcBef>
                        <a:buClr>
                          <a:srgbClr val="00C800"/>
                        </a:buClr>
                        <a:buSzPct val="8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2pPr>
                      <a:lvl3pPr>
                        <a:spcBef>
                          <a:spcPct val="20000"/>
                        </a:spcBef>
                        <a:buClr>
                          <a:srgbClr val="0000C8"/>
                        </a:buClr>
                        <a:buSzPct val="80000"/>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3pPr>
                      <a:lvl4pPr>
                        <a:spcBef>
                          <a:spcPct val="20000"/>
                        </a:spcBef>
                        <a:buClr>
                          <a:srgbClr val="FF7F00"/>
                        </a:buClr>
                        <a:buSzPct val="8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4pPr>
                      <a:lvl5pPr>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endParaRPr kumimoji="0" lang="zh-CN" altLang="zh-CN" sz="14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endParaRPr>
                    </a:p>
                  </a:txBody>
                  <a:tcPr horzOverflow="overflow">
                    <a:lnL>
                      <a:noFill/>
                    </a:lnL>
                    <a:lnR>
                      <a:noFill/>
                    </a:lnR>
                    <a:lnT cap="fla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C80000"/>
                        </a:buClr>
                        <a:buSzPct val="80000"/>
                        <a:buFont typeface="Wingdings" panose="05000000000000000000" pitchFamily="2" charset="2"/>
                        <a:defRPr sz="2800">
                          <a:solidFill>
                            <a:schemeClr val="tx1"/>
                          </a:solidFill>
                          <a:latin typeface="Times New Roman" panose="02020603050405020304" pitchFamily="18" charset="0"/>
                          <a:ea typeface="宋体" panose="02010600030101010101" pitchFamily="2" charset="-122"/>
                        </a:defRPr>
                      </a:lvl1pPr>
                      <a:lvl2pPr>
                        <a:spcBef>
                          <a:spcPct val="20000"/>
                        </a:spcBef>
                        <a:buClr>
                          <a:srgbClr val="00C800"/>
                        </a:buClr>
                        <a:buSzPct val="8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2pPr>
                      <a:lvl3pPr>
                        <a:spcBef>
                          <a:spcPct val="20000"/>
                        </a:spcBef>
                        <a:buClr>
                          <a:srgbClr val="0000C8"/>
                        </a:buClr>
                        <a:buSzPct val="80000"/>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3pPr>
                      <a:lvl4pPr>
                        <a:spcBef>
                          <a:spcPct val="20000"/>
                        </a:spcBef>
                        <a:buClr>
                          <a:srgbClr val="FF7F00"/>
                        </a:buClr>
                        <a:buSzPct val="8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4pPr>
                      <a:lvl5pPr>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0" lang="en-US" altLang="zh-CN" sz="14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rPr>
                        <a:t>16b</a:t>
                      </a:r>
                      <a:endParaRPr kumimoji="0" lang="en-US" altLang="zh-CN" sz="14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endParaRPr>
                    </a:p>
                  </a:txBody>
                  <a:tcPr horzOverflow="overflow">
                    <a:lnL>
                      <a:noFill/>
                    </a:lnL>
                    <a:lnR cap="flat">
                      <a:noFill/>
                    </a:lnR>
                    <a:lnT cap="flat">
                      <a:noFill/>
                    </a:lnT>
                    <a:lnB w="12700" cap="flat" cmpd="sng" algn="ctr">
                      <a:solidFill>
                        <a:schemeClr val="tx1"/>
                      </a:solidFill>
                      <a:prstDash val="solid"/>
                      <a:round/>
                      <a:headEnd type="none" w="med" len="med"/>
                      <a:tailEnd type="none" w="med" len="med"/>
                    </a:lnB>
                    <a:lnTlToBr>
                      <a:noFill/>
                    </a:lnTlToBr>
                    <a:lnBlToTr>
                      <a:noFill/>
                    </a:lnBlToTr>
                    <a:noFill/>
                  </a:tcPr>
                </a:tc>
              </a:tr>
              <a:tr h="228600">
                <a:tc>
                  <a:txBody>
                    <a:bodyPr/>
                    <a:lstStyle>
                      <a:lvl1pPr>
                        <a:spcBef>
                          <a:spcPct val="20000"/>
                        </a:spcBef>
                        <a:buClr>
                          <a:srgbClr val="C80000"/>
                        </a:buClr>
                        <a:buSzPct val="80000"/>
                        <a:buFont typeface="Wingdings" panose="05000000000000000000" pitchFamily="2" charset="2"/>
                        <a:defRPr sz="2800">
                          <a:solidFill>
                            <a:schemeClr val="tx1"/>
                          </a:solidFill>
                          <a:latin typeface="Times New Roman" panose="02020603050405020304" pitchFamily="18" charset="0"/>
                          <a:ea typeface="宋体" panose="02010600030101010101" pitchFamily="2" charset="-122"/>
                        </a:defRPr>
                      </a:lvl1pPr>
                      <a:lvl2pPr>
                        <a:spcBef>
                          <a:spcPct val="20000"/>
                        </a:spcBef>
                        <a:buClr>
                          <a:srgbClr val="00C800"/>
                        </a:buClr>
                        <a:buSzPct val="8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2pPr>
                      <a:lvl3pPr>
                        <a:spcBef>
                          <a:spcPct val="20000"/>
                        </a:spcBef>
                        <a:buClr>
                          <a:srgbClr val="0000C8"/>
                        </a:buClr>
                        <a:buSzPct val="80000"/>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3pPr>
                      <a:lvl4pPr>
                        <a:spcBef>
                          <a:spcPct val="20000"/>
                        </a:spcBef>
                        <a:buClr>
                          <a:srgbClr val="FF7F00"/>
                        </a:buClr>
                        <a:buSzPct val="8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4pPr>
                      <a:lvl5pPr>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0" lang="en-US" altLang="zh-CN" sz="14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rPr>
                        <a:t>1</a:t>
                      </a:r>
                      <a:endParaRPr kumimoji="0" lang="en-US" altLang="zh-CN" sz="14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C80000"/>
                        </a:buClr>
                        <a:buSzPct val="80000"/>
                        <a:buFont typeface="Wingdings" panose="05000000000000000000" pitchFamily="2" charset="2"/>
                        <a:defRPr sz="2800">
                          <a:solidFill>
                            <a:schemeClr val="tx1"/>
                          </a:solidFill>
                          <a:latin typeface="Times New Roman" panose="02020603050405020304" pitchFamily="18" charset="0"/>
                          <a:ea typeface="宋体" panose="02010600030101010101" pitchFamily="2" charset="-122"/>
                        </a:defRPr>
                      </a:lvl1pPr>
                      <a:lvl2pPr>
                        <a:spcBef>
                          <a:spcPct val="20000"/>
                        </a:spcBef>
                        <a:buClr>
                          <a:srgbClr val="00C800"/>
                        </a:buClr>
                        <a:buSzPct val="8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2pPr>
                      <a:lvl3pPr>
                        <a:spcBef>
                          <a:spcPct val="20000"/>
                        </a:spcBef>
                        <a:buClr>
                          <a:srgbClr val="0000C8"/>
                        </a:buClr>
                        <a:buSzPct val="80000"/>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3pPr>
                      <a:lvl4pPr>
                        <a:spcBef>
                          <a:spcPct val="20000"/>
                        </a:spcBef>
                        <a:buClr>
                          <a:srgbClr val="FF7F00"/>
                        </a:buClr>
                        <a:buSzPct val="8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4pPr>
                      <a:lvl5pPr>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0" lang="en-US" altLang="zh-CN" sz="14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rPr>
                        <a:t>0</a:t>
                      </a:r>
                      <a:endParaRPr kumimoji="0" lang="en-US" altLang="zh-CN" sz="14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C80000"/>
                        </a:buClr>
                        <a:buSzPct val="80000"/>
                        <a:buFont typeface="Wingdings" panose="05000000000000000000" pitchFamily="2" charset="2"/>
                        <a:defRPr sz="2800">
                          <a:solidFill>
                            <a:schemeClr val="tx1"/>
                          </a:solidFill>
                          <a:latin typeface="Times New Roman" panose="02020603050405020304" pitchFamily="18" charset="0"/>
                          <a:ea typeface="宋体" panose="02010600030101010101" pitchFamily="2" charset="-122"/>
                        </a:defRPr>
                      </a:lvl1pPr>
                      <a:lvl2pPr>
                        <a:spcBef>
                          <a:spcPct val="20000"/>
                        </a:spcBef>
                        <a:buClr>
                          <a:srgbClr val="00C800"/>
                        </a:buClr>
                        <a:buSzPct val="8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2pPr>
                      <a:lvl3pPr>
                        <a:spcBef>
                          <a:spcPct val="20000"/>
                        </a:spcBef>
                        <a:buClr>
                          <a:srgbClr val="0000C8"/>
                        </a:buClr>
                        <a:buSzPct val="80000"/>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3pPr>
                      <a:lvl4pPr>
                        <a:spcBef>
                          <a:spcPct val="20000"/>
                        </a:spcBef>
                        <a:buClr>
                          <a:srgbClr val="FF7F00"/>
                        </a:buClr>
                        <a:buSzPct val="8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4pPr>
                      <a:lvl5pPr>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0" lang="zh-CN" altLang="en-US" sz="14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rPr>
                        <a:t>网络号</a:t>
                      </a:r>
                      <a:endParaRPr kumimoji="0" lang="zh-CN" altLang="en-US" sz="14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gridSpan="2">
                  <a:txBody>
                    <a:bodyPr/>
                    <a:lstStyle>
                      <a:lvl1pPr>
                        <a:spcBef>
                          <a:spcPct val="20000"/>
                        </a:spcBef>
                        <a:buClr>
                          <a:srgbClr val="C80000"/>
                        </a:buClr>
                        <a:buSzPct val="80000"/>
                        <a:buFont typeface="Wingdings" panose="05000000000000000000" pitchFamily="2" charset="2"/>
                        <a:defRPr sz="2800">
                          <a:solidFill>
                            <a:schemeClr val="tx1"/>
                          </a:solidFill>
                          <a:latin typeface="Times New Roman" panose="02020603050405020304" pitchFamily="18" charset="0"/>
                          <a:ea typeface="宋体" panose="02010600030101010101" pitchFamily="2" charset="-122"/>
                        </a:defRPr>
                      </a:lvl1pPr>
                      <a:lvl2pPr>
                        <a:spcBef>
                          <a:spcPct val="20000"/>
                        </a:spcBef>
                        <a:buClr>
                          <a:srgbClr val="00C800"/>
                        </a:buClr>
                        <a:buSzPct val="8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2pPr>
                      <a:lvl3pPr>
                        <a:spcBef>
                          <a:spcPct val="20000"/>
                        </a:spcBef>
                        <a:buClr>
                          <a:srgbClr val="0000C8"/>
                        </a:buClr>
                        <a:buSzPct val="80000"/>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3pPr>
                      <a:lvl4pPr>
                        <a:spcBef>
                          <a:spcPct val="20000"/>
                        </a:spcBef>
                        <a:buClr>
                          <a:srgbClr val="FF7F00"/>
                        </a:buClr>
                        <a:buSzPct val="8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4pPr>
                      <a:lvl5pPr>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0" lang="zh-CN" altLang="en-US" sz="14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rPr>
                        <a:t>主机号</a:t>
                      </a:r>
                      <a:endParaRPr kumimoji="0" lang="zh-CN" altLang="en-US" sz="14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cPr/>
                </a:tc>
              </a:tr>
            </a:tbl>
          </a:graphicData>
        </a:graphic>
      </p:graphicFrame>
      <p:graphicFrame>
        <p:nvGraphicFramePr>
          <p:cNvPr id="574837" name="Group 1397"/>
          <p:cNvGraphicFramePr>
            <a:graphicFrameLocks noGrp="1"/>
          </p:cNvGraphicFramePr>
          <p:nvPr/>
        </p:nvGraphicFramePr>
        <p:xfrm>
          <a:off x="1739900" y="3717454"/>
          <a:ext cx="8712200" cy="609600"/>
        </p:xfrm>
        <a:graphic>
          <a:graphicData uri="http://schemas.openxmlformats.org/drawingml/2006/table">
            <a:tbl>
              <a:tblPr/>
              <a:tblGrid>
                <a:gridCol w="273050"/>
                <a:gridCol w="271463"/>
                <a:gridCol w="273050"/>
                <a:gridCol w="5716587"/>
                <a:gridCol w="2178050"/>
              </a:tblGrid>
              <a:tr h="230188">
                <a:tc>
                  <a:txBody>
                    <a:bodyPr/>
                    <a:lstStyle>
                      <a:lvl1pPr>
                        <a:spcBef>
                          <a:spcPct val="20000"/>
                        </a:spcBef>
                        <a:buClr>
                          <a:srgbClr val="C80000"/>
                        </a:buClr>
                        <a:buSzPct val="80000"/>
                        <a:buFont typeface="Wingdings" panose="05000000000000000000" pitchFamily="2" charset="2"/>
                        <a:defRPr sz="2800">
                          <a:solidFill>
                            <a:schemeClr val="tx1"/>
                          </a:solidFill>
                          <a:latin typeface="Times New Roman" panose="02020603050405020304" pitchFamily="18" charset="0"/>
                          <a:ea typeface="宋体" panose="02010600030101010101" pitchFamily="2" charset="-122"/>
                        </a:defRPr>
                      </a:lvl1pPr>
                      <a:lvl2pPr>
                        <a:spcBef>
                          <a:spcPct val="20000"/>
                        </a:spcBef>
                        <a:buClr>
                          <a:srgbClr val="00C800"/>
                        </a:buClr>
                        <a:buSzPct val="8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2pPr>
                      <a:lvl3pPr>
                        <a:spcBef>
                          <a:spcPct val="20000"/>
                        </a:spcBef>
                        <a:buClr>
                          <a:srgbClr val="0000C8"/>
                        </a:buClr>
                        <a:buSzPct val="80000"/>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3pPr>
                      <a:lvl4pPr>
                        <a:spcBef>
                          <a:spcPct val="20000"/>
                        </a:spcBef>
                        <a:buClr>
                          <a:srgbClr val="FF7F00"/>
                        </a:buClr>
                        <a:buSzPct val="8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4pPr>
                      <a:lvl5pPr>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endParaRPr kumimoji="0" lang="zh-CN" altLang="zh-CN" sz="14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endParaRPr>
                    </a:p>
                  </a:txBody>
                  <a:tcPr horzOverflow="overflow">
                    <a:lnL cap="flat">
                      <a:noFill/>
                    </a:lnL>
                    <a:lnR>
                      <a:noFill/>
                    </a:lnR>
                    <a:lnT cap="fla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C80000"/>
                        </a:buClr>
                        <a:buSzPct val="80000"/>
                        <a:buFont typeface="Wingdings" panose="05000000000000000000" pitchFamily="2" charset="2"/>
                        <a:defRPr sz="2800">
                          <a:solidFill>
                            <a:schemeClr val="tx1"/>
                          </a:solidFill>
                          <a:latin typeface="Times New Roman" panose="02020603050405020304" pitchFamily="18" charset="0"/>
                          <a:ea typeface="宋体" panose="02010600030101010101" pitchFamily="2" charset="-122"/>
                        </a:defRPr>
                      </a:lvl1pPr>
                      <a:lvl2pPr>
                        <a:spcBef>
                          <a:spcPct val="20000"/>
                        </a:spcBef>
                        <a:buClr>
                          <a:srgbClr val="00C800"/>
                        </a:buClr>
                        <a:buSzPct val="8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2pPr>
                      <a:lvl3pPr>
                        <a:spcBef>
                          <a:spcPct val="20000"/>
                        </a:spcBef>
                        <a:buClr>
                          <a:srgbClr val="0000C8"/>
                        </a:buClr>
                        <a:buSzPct val="80000"/>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3pPr>
                      <a:lvl4pPr>
                        <a:spcBef>
                          <a:spcPct val="20000"/>
                        </a:spcBef>
                        <a:buClr>
                          <a:srgbClr val="FF7F00"/>
                        </a:buClr>
                        <a:buSzPct val="8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4pPr>
                      <a:lvl5pPr>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endParaRPr kumimoji="0" lang="zh-CN" altLang="zh-CN" sz="14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endParaRPr>
                    </a:p>
                  </a:txBody>
                  <a:tcPr horzOverflow="overflow">
                    <a:lnL>
                      <a:noFill/>
                    </a:lnL>
                    <a:lnR>
                      <a:noFill/>
                    </a:lnR>
                    <a:lnT cap="fla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C80000"/>
                        </a:buClr>
                        <a:buSzPct val="80000"/>
                        <a:buFont typeface="Wingdings" panose="05000000000000000000" pitchFamily="2" charset="2"/>
                        <a:defRPr sz="2800">
                          <a:solidFill>
                            <a:schemeClr val="tx1"/>
                          </a:solidFill>
                          <a:latin typeface="Times New Roman" panose="02020603050405020304" pitchFamily="18" charset="0"/>
                          <a:ea typeface="宋体" panose="02010600030101010101" pitchFamily="2" charset="-122"/>
                        </a:defRPr>
                      </a:lvl1pPr>
                      <a:lvl2pPr>
                        <a:spcBef>
                          <a:spcPct val="20000"/>
                        </a:spcBef>
                        <a:buClr>
                          <a:srgbClr val="00C800"/>
                        </a:buClr>
                        <a:buSzPct val="8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2pPr>
                      <a:lvl3pPr>
                        <a:spcBef>
                          <a:spcPct val="20000"/>
                        </a:spcBef>
                        <a:buClr>
                          <a:srgbClr val="0000C8"/>
                        </a:buClr>
                        <a:buSzPct val="80000"/>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3pPr>
                      <a:lvl4pPr>
                        <a:spcBef>
                          <a:spcPct val="20000"/>
                        </a:spcBef>
                        <a:buClr>
                          <a:srgbClr val="FF7F00"/>
                        </a:buClr>
                        <a:buSzPct val="8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4pPr>
                      <a:lvl5pPr>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endParaRPr kumimoji="0" lang="zh-CN" altLang="zh-CN" sz="14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endParaRPr>
                    </a:p>
                  </a:txBody>
                  <a:tcPr horzOverflow="overflow">
                    <a:lnL>
                      <a:noFill/>
                    </a:lnL>
                    <a:lnR>
                      <a:noFill/>
                    </a:lnR>
                    <a:lnT cap="fla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C80000"/>
                        </a:buClr>
                        <a:buSzPct val="80000"/>
                        <a:buFont typeface="Wingdings" panose="05000000000000000000" pitchFamily="2" charset="2"/>
                        <a:defRPr sz="2800">
                          <a:solidFill>
                            <a:schemeClr val="tx1"/>
                          </a:solidFill>
                          <a:latin typeface="Times New Roman" panose="02020603050405020304" pitchFamily="18" charset="0"/>
                          <a:ea typeface="宋体" panose="02010600030101010101" pitchFamily="2" charset="-122"/>
                        </a:defRPr>
                      </a:lvl1pPr>
                      <a:lvl2pPr>
                        <a:spcBef>
                          <a:spcPct val="20000"/>
                        </a:spcBef>
                        <a:buClr>
                          <a:srgbClr val="00C800"/>
                        </a:buClr>
                        <a:buSzPct val="8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2pPr>
                      <a:lvl3pPr>
                        <a:spcBef>
                          <a:spcPct val="20000"/>
                        </a:spcBef>
                        <a:buClr>
                          <a:srgbClr val="0000C8"/>
                        </a:buClr>
                        <a:buSzPct val="80000"/>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3pPr>
                      <a:lvl4pPr>
                        <a:spcBef>
                          <a:spcPct val="20000"/>
                        </a:spcBef>
                        <a:buClr>
                          <a:srgbClr val="FF7F00"/>
                        </a:buClr>
                        <a:buSzPct val="8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4pPr>
                      <a:lvl5pPr>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0" lang="en-US" altLang="zh-CN" sz="14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rPr>
                        <a:t>21b</a:t>
                      </a:r>
                      <a:endParaRPr kumimoji="0" lang="en-US" altLang="zh-CN" sz="14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endParaRPr>
                    </a:p>
                  </a:txBody>
                  <a:tcPr horzOverflow="overflow">
                    <a:lnL>
                      <a:noFill/>
                    </a:lnL>
                    <a:lnR>
                      <a:noFill/>
                    </a:lnR>
                    <a:lnT cap="fla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C80000"/>
                        </a:buClr>
                        <a:buSzPct val="80000"/>
                        <a:buFont typeface="Wingdings" panose="05000000000000000000" pitchFamily="2" charset="2"/>
                        <a:defRPr sz="2800">
                          <a:solidFill>
                            <a:schemeClr val="tx1"/>
                          </a:solidFill>
                          <a:latin typeface="Times New Roman" panose="02020603050405020304" pitchFamily="18" charset="0"/>
                          <a:ea typeface="宋体" panose="02010600030101010101" pitchFamily="2" charset="-122"/>
                        </a:defRPr>
                      </a:lvl1pPr>
                      <a:lvl2pPr>
                        <a:spcBef>
                          <a:spcPct val="20000"/>
                        </a:spcBef>
                        <a:buClr>
                          <a:srgbClr val="00C800"/>
                        </a:buClr>
                        <a:buSzPct val="8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2pPr>
                      <a:lvl3pPr>
                        <a:spcBef>
                          <a:spcPct val="20000"/>
                        </a:spcBef>
                        <a:buClr>
                          <a:srgbClr val="0000C8"/>
                        </a:buClr>
                        <a:buSzPct val="80000"/>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3pPr>
                      <a:lvl4pPr>
                        <a:spcBef>
                          <a:spcPct val="20000"/>
                        </a:spcBef>
                        <a:buClr>
                          <a:srgbClr val="FF7F00"/>
                        </a:buClr>
                        <a:buSzPct val="8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4pPr>
                      <a:lvl5pPr>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0" lang="en-US" altLang="zh-CN" sz="14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rPr>
                        <a:t>8b</a:t>
                      </a:r>
                      <a:endParaRPr kumimoji="0" lang="en-US" altLang="zh-CN" sz="14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endParaRPr>
                    </a:p>
                  </a:txBody>
                  <a:tcPr horzOverflow="overflow">
                    <a:lnL>
                      <a:noFill/>
                    </a:lnL>
                    <a:lnR cap="flat">
                      <a:noFill/>
                    </a:lnR>
                    <a:lnT cap="flat">
                      <a:noFill/>
                    </a:lnT>
                    <a:lnB w="12700" cap="flat" cmpd="sng" algn="ctr">
                      <a:solidFill>
                        <a:schemeClr val="tx1"/>
                      </a:solidFill>
                      <a:prstDash val="solid"/>
                      <a:round/>
                      <a:headEnd type="none" w="med" len="med"/>
                      <a:tailEnd type="none" w="med" len="med"/>
                    </a:lnB>
                    <a:lnTlToBr>
                      <a:noFill/>
                    </a:lnTlToBr>
                    <a:lnBlToTr>
                      <a:noFill/>
                    </a:lnBlToTr>
                    <a:noFill/>
                  </a:tcPr>
                </a:tc>
              </a:tr>
              <a:tr h="228600">
                <a:tc>
                  <a:txBody>
                    <a:bodyPr/>
                    <a:lstStyle>
                      <a:lvl1pPr>
                        <a:spcBef>
                          <a:spcPct val="20000"/>
                        </a:spcBef>
                        <a:buClr>
                          <a:srgbClr val="C80000"/>
                        </a:buClr>
                        <a:buSzPct val="80000"/>
                        <a:buFont typeface="Wingdings" panose="05000000000000000000" pitchFamily="2" charset="2"/>
                        <a:defRPr sz="2800">
                          <a:solidFill>
                            <a:schemeClr val="tx1"/>
                          </a:solidFill>
                          <a:latin typeface="Times New Roman" panose="02020603050405020304" pitchFamily="18" charset="0"/>
                          <a:ea typeface="宋体" panose="02010600030101010101" pitchFamily="2" charset="-122"/>
                        </a:defRPr>
                      </a:lvl1pPr>
                      <a:lvl2pPr>
                        <a:spcBef>
                          <a:spcPct val="20000"/>
                        </a:spcBef>
                        <a:buClr>
                          <a:srgbClr val="00C800"/>
                        </a:buClr>
                        <a:buSzPct val="8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2pPr>
                      <a:lvl3pPr>
                        <a:spcBef>
                          <a:spcPct val="20000"/>
                        </a:spcBef>
                        <a:buClr>
                          <a:srgbClr val="0000C8"/>
                        </a:buClr>
                        <a:buSzPct val="80000"/>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3pPr>
                      <a:lvl4pPr>
                        <a:spcBef>
                          <a:spcPct val="20000"/>
                        </a:spcBef>
                        <a:buClr>
                          <a:srgbClr val="FF7F00"/>
                        </a:buClr>
                        <a:buSzPct val="8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4pPr>
                      <a:lvl5pPr>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0" lang="en-US" altLang="zh-CN" sz="14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rPr>
                        <a:t>1</a:t>
                      </a:r>
                      <a:endParaRPr kumimoji="0" lang="en-US" altLang="zh-CN" sz="14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C80000"/>
                        </a:buClr>
                        <a:buSzPct val="80000"/>
                        <a:buFont typeface="Wingdings" panose="05000000000000000000" pitchFamily="2" charset="2"/>
                        <a:defRPr sz="2800">
                          <a:solidFill>
                            <a:schemeClr val="tx1"/>
                          </a:solidFill>
                          <a:latin typeface="Times New Roman" panose="02020603050405020304" pitchFamily="18" charset="0"/>
                          <a:ea typeface="宋体" panose="02010600030101010101" pitchFamily="2" charset="-122"/>
                        </a:defRPr>
                      </a:lvl1pPr>
                      <a:lvl2pPr>
                        <a:spcBef>
                          <a:spcPct val="20000"/>
                        </a:spcBef>
                        <a:buClr>
                          <a:srgbClr val="00C800"/>
                        </a:buClr>
                        <a:buSzPct val="8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2pPr>
                      <a:lvl3pPr>
                        <a:spcBef>
                          <a:spcPct val="20000"/>
                        </a:spcBef>
                        <a:buClr>
                          <a:srgbClr val="0000C8"/>
                        </a:buClr>
                        <a:buSzPct val="80000"/>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3pPr>
                      <a:lvl4pPr>
                        <a:spcBef>
                          <a:spcPct val="20000"/>
                        </a:spcBef>
                        <a:buClr>
                          <a:srgbClr val="FF7F00"/>
                        </a:buClr>
                        <a:buSzPct val="8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4pPr>
                      <a:lvl5pPr>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0" lang="en-US" altLang="zh-CN" sz="14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rPr>
                        <a:t>1</a:t>
                      </a:r>
                      <a:endParaRPr kumimoji="0" lang="en-US" altLang="zh-CN" sz="14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C80000"/>
                        </a:buClr>
                        <a:buSzPct val="80000"/>
                        <a:buFont typeface="Wingdings" panose="05000000000000000000" pitchFamily="2" charset="2"/>
                        <a:defRPr sz="2800">
                          <a:solidFill>
                            <a:schemeClr val="tx1"/>
                          </a:solidFill>
                          <a:latin typeface="Times New Roman" panose="02020603050405020304" pitchFamily="18" charset="0"/>
                          <a:ea typeface="宋体" panose="02010600030101010101" pitchFamily="2" charset="-122"/>
                        </a:defRPr>
                      </a:lvl1pPr>
                      <a:lvl2pPr>
                        <a:spcBef>
                          <a:spcPct val="20000"/>
                        </a:spcBef>
                        <a:buClr>
                          <a:srgbClr val="00C800"/>
                        </a:buClr>
                        <a:buSzPct val="8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2pPr>
                      <a:lvl3pPr>
                        <a:spcBef>
                          <a:spcPct val="20000"/>
                        </a:spcBef>
                        <a:buClr>
                          <a:srgbClr val="0000C8"/>
                        </a:buClr>
                        <a:buSzPct val="80000"/>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3pPr>
                      <a:lvl4pPr>
                        <a:spcBef>
                          <a:spcPct val="20000"/>
                        </a:spcBef>
                        <a:buClr>
                          <a:srgbClr val="FF7F00"/>
                        </a:buClr>
                        <a:buSzPct val="8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4pPr>
                      <a:lvl5pPr>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0" lang="en-US" altLang="zh-CN" sz="14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rPr>
                        <a:t>0</a:t>
                      </a:r>
                      <a:endParaRPr kumimoji="0" lang="en-US" altLang="zh-CN" sz="14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C80000"/>
                        </a:buClr>
                        <a:buSzPct val="80000"/>
                        <a:buFont typeface="Wingdings" panose="05000000000000000000" pitchFamily="2" charset="2"/>
                        <a:defRPr sz="2800">
                          <a:solidFill>
                            <a:schemeClr val="tx1"/>
                          </a:solidFill>
                          <a:latin typeface="Times New Roman" panose="02020603050405020304" pitchFamily="18" charset="0"/>
                          <a:ea typeface="宋体" panose="02010600030101010101" pitchFamily="2" charset="-122"/>
                        </a:defRPr>
                      </a:lvl1pPr>
                      <a:lvl2pPr>
                        <a:spcBef>
                          <a:spcPct val="20000"/>
                        </a:spcBef>
                        <a:buClr>
                          <a:srgbClr val="00C800"/>
                        </a:buClr>
                        <a:buSzPct val="8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2pPr>
                      <a:lvl3pPr>
                        <a:spcBef>
                          <a:spcPct val="20000"/>
                        </a:spcBef>
                        <a:buClr>
                          <a:srgbClr val="0000C8"/>
                        </a:buClr>
                        <a:buSzPct val="80000"/>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3pPr>
                      <a:lvl4pPr>
                        <a:spcBef>
                          <a:spcPct val="20000"/>
                        </a:spcBef>
                        <a:buClr>
                          <a:srgbClr val="FF7F00"/>
                        </a:buClr>
                        <a:buSzPct val="8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4pPr>
                      <a:lvl5pPr>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0" lang="zh-CN" altLang="en-US" sz="14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rPr>
                        <a:t>网络号</a:t>
                      </a:r>
                      <a:endParaRPr kumimoji="0" lang="zh-CN" altLang="en-US" sz="14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C80000"/>
                        </a:buClr>
                        <a:buSzPct val="80000"/>
                        <a:buFont typeface="Wingdings" panose="05000000000000000000" pitchFamily="2" charset="2"/>
                        <a:defRPr sz="2800">
                          <a:solidFill>
                            <a:schemeClr val="tx1"/>
                          </a:solidFill>
                          <a:latin typeface="Times New Roman" panose="02020603050405020304" pitchFamily="18" charset="0"/>
                          <a:ea typeface="宋体" panose="02010600030101010101" pitchFamily="2" charset="-122"/>
                        </a:defRPr>
                      </a:lvl1pPr>
                      <a:lvl2pPr>
                        <a:spcBef>
                          <a:spcPct val="20000"/>
                        </a:spcBef>
                        <a:buClr>
                          <a:srgbClr val="00C800"/>
                        </a:buClr>
                        <a:buSzPct val="8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2pPr>
                      <a:lvl3pPr>
                        <a:spcBef>
                          <a:spcPct val="20000"/>
                        </a:spcBef>
                        <a:buClr>
                          <a:srgbClr val="0000C8"/>
                        </a:buClr>
                        <a:buSzPct val="80000"/>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3pPr>
                      <a:lvl4pPr>
                        <a:spcBef>
                          <a:spcPct val="20000"/>
                        </a:spcBef>
                        <a:buClr>
                          <a:srgbClr val="FF7F00"/>
                        </a:buClr>
                        <a:buSzPct val="8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4pPr>
                      <a:lvl5pPr>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0" lang="zh-CN" altLang="en-US" sz="14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rPr>
                        <a:t>主机号</a:t>
                      </a:r>
                      <a:endParaRPr kumimoji="0" lang="zh-CN" altLang="en-US" sz="14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bl>
          </a:graphicData>
        </a:graphic>
      </p:graphicFrame>
      <p:graphicFrame>
        <p:nvGraphicFramePr>
          <p:cNvPr id="574838" name="Group 1398"/>
          <p:cNvGraphicFramePr>
            <a:graphicFrameLocks noGrp="1"/>
          </p:cNvGraphicFramePr>
          <p:nvPr/>
        </p:nvGraphicFramePr>
        <p:xfrm>
          <a:off x="1739900" y="4581054"/>
          <a:ext cx="8712200" cy="609600"/>
        </p:xfrm>
        <a:graphic>
          <a:graphicData uri="http://schemas.openxmlformats.org/drawingml/2006/table">
            <a:tbl>
              <a:tblPr/>
              <a:tblGrid>
                <a:gridCol w="273050"/>
                <a:gridCol w="271463"/>
                <a:gridCol w="273050"/>
                <a:gridCol w="271462"/>
                <a:gridCol w="7623175"/>
              </a:tblGrid>
              <a:tr h="230188">
                <a:tc>
                  <a:txBody>
                    <a:bodyPr/>
                    <a:lstStyle>
                      <a:lvl1pPr>
                        <a:spcBef>
                          <a:spcPct val="20000"/>
                        </a:spcBef>
                        <a:buClr>
                          <a:srgbClr val="C80000"/>
                        </a:buClr>
                        <a:buSzPct val="80000"/>
                        <a:buFont typeface="Wingdings" panose="05000000000000000000" pitchFamily="2" charset="2"/>
                        <a:defRPr sz="2800">
                          <a:solidFill>
                            <a:schemeClr val="tx1"/>
                          </a:solidFill>
                          <a:latin typeface="Times New Roman" panose="02020603050405020304" pitchFamily="18" charset="0"/>
                          <a:ea typeface="宋体" panose="02010600030101010101" pitchFamily="2" charset="-122"/>
                        </a:defRPr>
                      </a:lvl1pPr>
                      <a:lvl2pPr>
                        <a:spcBef>
                          <a:spcPct val="20000"/>
                        </a:spcBef>
                        <a:buClr>
                          <a:srgbClr val="00C800"/>
                        </a:buClr>
                        <a:buSzPct val="8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2pPr>
                      <a:lvl3pPr>
                        <a:spcBef>
                          <a:spcPct val="20000"/>
                        </a:spcBef>
                        <a:buClr>
                          <a:srgbClr val="0000C8"/>
                        </a:buClr>
                        <a:buSzPct val="80000"/>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3pPr>
                      <a:lvl4pPr>
                        <a:spcBef>
                          <a:spcPct val="20000"/>
                        </a:spcBef>
                        <a:buClr>
                          <a:srgbClr val="FF7F00"/>
                        </a:buClr>
                        <a:buSzPct val="8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4pPr>
                      <a:lvl5pPr>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endParaRPr kumimoji="0" lang="zh-CN" altLang="zh-CN" sz="14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endParaRPr>
                    </a:p>
                  </a:txBody>
                  <a:tcPr horzOverflow="overflow">
                    <a:lnL cap="flat">
                      <a:noFill/>
                    </a:lnL>
                    <a:lnR>
                      <a:noFill/>
                    </a:lnR>
                    <a:lnT cap="fla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C80000"/>
                        </a:buClr>
                        <a:buSzPct val="80000"/>
                        <a:buFont typeface="Wingdings" panose="05000000000000000000" pitchFamily="2" charset="2"/>
                        <a:defRPr sz="2800">
                          <a:solidFill>
                            <a:schemeClr val="tx1"/>
                          </a:solidFill>
                          <a:latin typeface="Times New Roman" panose="02020603050405020304" pitchFamily="18" charset="0"/>
                          <a:ea typeface="宋体" panose="02010600030101010101" pitchFamily="2" charset="-122"/>
                        </a:defRPr>
                      </a:lvl1pPr>
                      <a:lvl2pPr>
                        <a:spcBef>
                          <a:spcPct val="20000"/>
                        </a:spcBef>
                        <a:buClr>
                          <a:srgbClr val="00C800"/>
                        </a:buClr>
                        <a:buSzPct val="8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2pPr>
                      <a:lvl3pPr>
                        <a:spcBef>
                          <a:spcPct val="20000"/>
                        </a:spcBef>
                        <a:buClr>
                          <a:srgbClr val="0000C8"/>
                        </a:buClr>
                        <a:buSzPct val="80000"/>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3pPr>
                      <a:lvl4pPr>
                        <a:spcBef>
                          <a:spcPct val="20000"/>
                        </a:spcBef>
                        <a:buClr>
                          <a:srgbClr val="FF7F00"/>
                        </a:buClr>
                        <a:buSzPct val="8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4pPr>
                      <a:lvl5pPr>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endParaRPr kumimoji="0" lang="zh-CN" altLang="zh-CN" sz="14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endParaRPr>
                    </a:p>
                  </a:txBody>
                  <a:tcPr horzOverflow="overflow">
                    <a:lnL>
                      <a:noFill/>
                    </a:lnL>
                    <a:lnR>
                      <a:noFill/>
                    </a:lnR>
                    <a:lnT cap="fla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C80000"/>
                        </a:buClr>
                        <a:buSzPct val="80000"/>
                        <a:buFont typeface="Wingdings" panose="05000000000000000000" pitchFamily="2" charset="2"/>
                        <a:defRPr sz="2800">
                          <a:solidFill>
                            <a:schemeClr val="tx1"/>
                          </a:solidFill>
                          <a:latin typeface="Times New Roman" panose="02020603050405020304" pitchFamily="18" charset="0"/>
                          <a:ea typeface="宋体" panose="02010600030101010101" pitchFamily="2" charset="-122"/>
                        </a:defRPr>
                      </a:lvl1pPr>
                      <a:lvl2pPr>
                        <a:spcBef>
                          <a:spcPct val="20000"/>
                        </a:spcBef>
                        <a:buClr>
                          <a:srgbClr val="00C800"/>
                        </a:buClr>
                        <a:buSzPct val="8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2pPr>
                      <a:lvl3pPr>
                        <a:spcBef>
                          <a:spcPct val="20000"/>
                        </a:spcBef>
                        <a:buClr>
                          <a:srgbClr val="0000C8"/>
                        </a:buClr>
                        <a:buSzPct val="80000"/>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3pPr>
                      <a:lvl4pPr>
                        <a:spcBef>
                          <a:spcPct val="20000"/>
                        </a:spcBef>
                        <a:buClr>
                          <a:srgbClr val="FF7F00"/>
                        </a:buClr>
                        <a:buSzPct val="8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4pPr>
                      <a:lvl5pPr>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endParaRPr kumimoji="0" lang="zh-CN" altLang="zh-CN" sz="14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endParaRPr>
                    </a:p>
                  </a:txBody>
                  <a:tcPr horzOverflow="overflow">
                    <a:lnL>
                      <a:noFill/>
                    </a:lnL>
                    <a:lnR>
                      <a:noFill/>
                    </a:lnR>
                    <a:lnT cap="fla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C80000"/>
                        </a:buClr>
                        <a:buSzPct val="80000"/>
                        <a:buFont typeface="Wingdings" panose="05000000000000000000" pitchFamily="2" charset="2"/>
                        <a:defRPr sz="2800">
                          <a:solidFill>
                            <a:schemeClr val="tx1"/>
                          </a:solidFill>
                          <a:latin typeface="Times New Roman" panose="02020603050405020304" pitchFamily="18" charset="0"/>
                          <a:ea typeface="宋体" panose="02010600030101010101" pitchFamily="2" charset="-122"/>
                        </a:defRPr>
                      </a:lvl1pPr>
                      <a:lvl2pPr>
                        <a:spcBef>
                          <a:spcPct val="20000"/>
                        </a:spcBef>
                        <a:buClr>
                          <a:srgbClr val="00C800"/>
                        </a:buClr>
                        <a:buSzPct val="8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2pPr>
                      <a:lvl3pPr>
                        <a:spcBef>
                          <a:spcPct val="20000"/>
                        </a:spcBef>
                        <a:buClr>
                          <a:srgbClr val="0000C8"/>
                        </a:buClr>
                        <a:buSzPct val="80000"/>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3pPr>
                      <a:lvl4pPr>
                        <a:spcBef>
                          <a:spcPct val="20000"/>
                        </a:spcBef>
                        <a:buClr>
                          <a:srgbClr val="FF7F00"/>
                        </a:buClr>
                        <a:buSzPct val="8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4pPr>
                      <a:lvl5pPr>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endParaRPr kumimoji="0" lang="zh-CN" altLang="zh-CN" sz="14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endParaRPr>
                    </a:p>
                  </a:txBody>
                  <a:tcPr horzOverflow="overflow">
                    <a:lnL>
                      <a:noFill/>
                    </a:lnL>
                    <a:lnR>
                      <a:noFill/>
                    </a:lnR>
                    <a:lnT cap="fla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C80000"/>
                        </a:buClr>
                        <a:buSzPct val="80000"/>
                        <a:buFont typeface="Wingdings" panose="05000000000000000000" pitchFamily="2" charset="2"/>
                        <a:defRPr sz="2800">
                          <a:solidFill>
                            <a:schemeClr val="tx1"/>
                          </a:solidFill>
                          <a:latin typeface="Times New Roman" panose="02020603050405020304" pitchFamily="18" charset="0"/>
                          <a:ea typeface="宋体" panose="02010600030101010101" pitchFamily="2" charset="-122"/>
                        </a:defRPr>
                      </a:lvl1pPr>
                      <a:lvl2pPr>
                        <a:spcBef>
                          <a:spcPct val="20000"/>
                        </a:spcBef>
                        <a:buClr>
                          <a:srgbClr val="00C800"/>
                        </a:buClr>
                        <a:buSzPct val="8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2pPr>
                      <a:lvl3pPr>
                        <a:spcBef>
                          <a:spcPct val="20000"/>
                        </a:spcBef>
                        <a:buClr>
                          <a:srgbClr val="0000C8"/>
                        </a:buClr>
                        <a:buSzPct val="80000"/>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3pPr>
                      <a:lvl4pPr>
                        <a:spcBef>
                          <a:spcPct val="20000"/>
                        </a:spcBef>
                        <a:buClr>
                          <a:srgbClr val="FF7F00"/>
                        </a:buClr>
                        <a:buSzPct val="8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4pPr>
                      <a:lvl5pPr>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0" lang="en-US" altLang="zh-CN" sz="14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rPr>
                        <a:t>28b</a:t>
                      </a:r>
                      <a:endParaRPr kumimoji="0" lang="en-US" altLang="zh-CN" sz="14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endParaRPr>
                    </a:p>
                  </a:txBody>
                  <a:tcPr horzOverflow="overflow">
                    <a:lnL>
                      <a:noFill/>
                    </a:lnL>
                    <a:lnR cap="flat">
                      <a:noFill/>
                    </a:lnR>
                    <a:lnT cap="flat">
                      <a:noFill/>
                    </a:lnT>
                    <a:lnB w="12700" cap="flat" cmpd="sng" algn="ctr">
                      <a:solidFill>
                        <a:schemeClr val="tx1"/>
                      </a:solidFill>
                      <a:prstDash val="solid"/>
                      <a:round/>
                      <a:headEnd type="none" w="med" len="med"/>
                      <a:tailEnd type="none" w="med" len="med"/>
                    </a:lnB>
                    <a:lnTlToBr>
                      <a:noFill/>
                    </a:lnTlToBr>
                    <a:lnBlToTr>
                      <a:noFill/>
                    </a:lnBlToTr>
                    <a:noFill/>
                  </a:tcPr>
                </a:tc>
              </a:tr>
              <a:tr h="228600">
                <a:tc>
                  <a:txBody>
                    <a:bodyPr/>
                    <a:lstStyle>
                      <a:lvl1pPr>
                        <a:spcBef>
                          <a:spcPct val="20000"/>
                        </a:spcBef>
                        <a:buClr>
                          <a:srgbClr val="C80000"/>
                        </a:buClr>
                        <a:buSzPct val="80000"/>
                        <a:buFont typeface="Wingdings" panose="05000000000000000000" pitchFamily="2" charset="2"/>
                        <a:defRPr sz="2800">
                          <a:solidFill>
                            <a:schemeClr val="tx1"/>
                          </a:solidFill>
                          <a:latin typeface="Times New Roman" panose="02020603050405020304" pitchFamily="18" charset="0"/>
                          <a:ea typeface="宋体" panose="02010600030101010101" pitchFamily="2" charset="-122"/>
                        </a:defRPr>
                      </a:lvl1pPr>
                      <a:lvl2pPr>
                        <a:spcBef>
                          <a:spcPct val="20000"/>
                        </a:spcBef>
                        <a:buClr>
                          <a:srgbClr val="00C800"/>
                        </a:buClr>
                        <a:buSzPct val="8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2pPr>
                      <a:lvl3pPr>
                        <a:spcBef>
                          <a:spcPct val="20000"/>
                        </a:spcBef>
                        <a:buClr>
                          <a:srgbClr val="0000C8"/>
                        </a:buClr>
                        <a:buSzPct val="80000"/>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3pPr>
                      <a:lvl4pPr>
                        <a:spcBef>
                          <a:spcPct val="20000"/>
                        </a:spcBef>
                        <a:buClr>
                          <a:srgbClr val="FF7F00"/>
                        </a:buClr>
                        <a:buSzPct val="8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4pPr>
                      <a:lvl5pPr>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0" lang="en-US" altLang="zh-CN" sz="14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rPr>
                        <a:t>1</a:t>
                      </a:r>
                      <a:endParaRPr kumimoji="0" lang="en-US" altLang="zh-CN" sz="14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C80000"/>
                        </a:buClr>
                        <a:buSzPct val="80000"/>
                        <a:buFont typeface="Wingdings" panose="05000000000000000000" pitchFamily="2" charset="2"/>
                        <a:defRPr sz="2800">
                          <a:solidFill>
                            <a:schemeClr val="tx1"/>
                          </a:solidFill>
                          <a:latin typeface="Times New Roman" panose="02020603050405020304" pitchFamily="18" charset="0"/>
                          <a:ea typeface="宋体" panose="02010600030101010101" pitchFamily="2" charset="-122"/>
                        </a:defRPr>
                      </a:lvl1pPr>
                      <a:lvl2pPr>
                        <a:spcBef>
                          <a:spcPct val="20000"/>
                        </a:spcBef>
                        <a:buClr>
                          <a:srgbClr val="00C800"/>
                        </a:buClr>
                        <a:buSzPct val="8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2pPr>
                      <a:lvl3pPr>
                        <a:spcBef>
                          <a:spcPct val="20000"/>
                        </a:spcBef>
                        <a:buClr>
                          <a:srgbClr val="0000C8"/>
                        </a:buClr>
                        <a:buSzPct val="80000"/>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3pPr>
                      <a:lvl4pPr>
                        <a:spcBef>
                          <a:spcPct val="20000"/>
                        </a:spcBef>
                        <a:buClr>
                          <a:srgbClr val="FF7F00"/>
                        </a:buClr>
                        <a:buSzPct val="8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4pPr>
                      <a:lvl5pPr>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0" lang="en-US" altLang="zh-CN" sz="14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rPr>
                        <a:t>1</a:t>
                      </a:r>
                      <a:endParaRPr kumimoji="0" lang="en-US" altLang="zh-CN" sz="14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C80000"/>
                        </a:buClr>
                        <a:buSzPct val="80000"/>
                        <a:buFont typeface="Wingdings" panose="05000000000000000000" pitchFamily="2" charset="2"/>
                        <a:defRPr sz="2800">
                          <a:solidFill>
                            <a:schemeClr val="tx1"/>
                          </a:solidFill>
                          <a:latin typeface="Times New Roman" panose="02020603050405020304" pitchFamily="18" charset="0"/>
                          <a:ea typeface="宋体" panose="02010600030101010101" pitchFamily="2" charset="-122"/>
                        </a:defRPr>
                      </a:lvl1pPr>
                      <a:lvl2pPr>
                        <a:spcBef>
                          <a:spcPct val="20000"/>
                        </a:spcBef>
                        <a:buClr>
                          <a:srgbClr val="00C800"/>
                        </a:buClr>
                        <a:buSzPct val="8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2pPr>
                      <a:lvl3pPr>
                        <a:spcBef>
                          <a:spcPct val="20000"/>
                        </a:spcBef>
                        <a:buClr>
                          <a:srgbClr val="0000C8"/>
                        </a:buClr>
                        <a:buSzPct val="80000"/>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3pPr>
                      <a:lvl4pPr>
                        <a:spcBef>
                          <a:spcPct val="20000"/>
                        </a:spcBef>
                        <a:buClr>
                          <a:srgbClr val="FF7F00"/>
                        </a:buClr>
                        <a:buSzPct val="8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4pPr>
                      <a:lvl5pPr>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0" lang="en-US" altLang="zh-CN" sz="14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rPr>
                        <a:t>1</a:t>
                      </a:r>
                      <a:endParaRPr kumimoji="0" lang="en-US" altLang="zh-CN" sz="14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C80000"/>
                        </a:buClr>
                        <a:buSzPct val="80000"/>
                        <a:buFont typeface="Wingdings" panose="05000000000000000000" pitchFamily="2" charset="2"/>
                        <a:defRPr sz="2800">
                          <a:solidFill>
                            <a:schemeClr val="tx1"/>
                          </a:solidFill>
                          <a:latin typeface="Times New Roman" panose="02020603050405020304" pitchFamily="18" charset="0"/>
                          <a:ea typeface="宋体" panose="02010600030101010101" pitchFamily="2" charset="-122"/>
                        </a:defRPr>
                      </a:lvl1pPr>
                      <a:lvl2pPr>
                        <a:spcBef>
                          <a:spcPct val="20000"/>
                        </a:spcBef>
                        <a:buClr>
                          <a:srgbClr val="00C800"/>
                        </a:buClr>
                        <a:buSzPct val="8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2pPr>
                      <a:lvl3pPr>
                        <a:spcBef>
                          <a:spcPct val="20000"/>
                        </a:spcBef>
                        <a:buClr>
                          <a:srgbClr val="0000C8"/>
                        </a:buClr>
                        <a:buSzPct val="80000"/>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3pPr>
                      <a:lvl4pPr>
                        <a:spcBef>
                          <a:spcPct val="20000"/>
                        </a:spcBef>
                        <a:buClr>
                          <a:srgbClr val="FF7F00"/>
                        </a:buClr>
                        <a:buSzPct val="8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4pPr>
                      <a:lvl5pPr>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0" lang="en-US" altLang="zh-CN" sz="14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rPr>
                        <a:t>0</a:t>
                      </a:r>
                      <a:endParaRPr kumimoji="0" lang="en-US" altLang="zh-CN" sz="14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C80000"/>
                        </a:buClr>
                        <a:buSzPct val="80000"/>
                        <a:buFont typeface="Wingdings" panose="05000000000000000000" pitchFamily="2" charset="2"/>
                        <a:defRPr sz="2800">
                          <a:solidFill>
                            <a:schemeClr val="tx1"/>
                          </a:solidFill>
                          <a:latin typeface="Times New Roman" panose="02020603050405020304" pitchFamily="18" charset="0"/>
                          <a:ea typeface="宋体" panose="02010600030101010101" pitchFamily="2" charset="-122"/>
                        </a:defRPr>
                      </a:lvl1pPr>
                      <a:lvl2pPr>
                        <a:spcBef>
                          <a:spcPct val="20000"/>
                        </a:spcBef>
                        <a:buClr>
                          <a:srgbClr val="00C800"/>
                        </a:buClr>
                        <a:buSzPct val="8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2pPr>
                      <a:lvl3pPr>
                        <a:spcBef>
                          <a:spcPct val="20000"/>
                        </a:spcBef>
                        <a:buClr>
                          <a:srgbClr val="0000C8"/>
                        </a:buClr>
                        <a:buSzPct val="80000"/>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3pPr>
                      <a:lvl4pPr>
                        <a:spcBef>
                          <a:spcPct val="20000"/>
                        </a:spcBef>
                        <a:buClr>
                          <a:srgbClr val="FF7F00"/>
                        </a:buClr>
                        <a:buSzPct val="8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4pPr>
                      <a:lvl5pPr>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0" lang="zh-CN" altLang="en-US" sz="14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rPr>
                        <a:t>多播组号</a:t>
                      </a:r>
                      <a:endParaRPr kumimoji="0" lang="zh-CN" altLang="en-US" sz="14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bl>
          </a:graphicData>
        </a:graphic>
      </p:graphicFrame>
      <p:graphicFrame>
        <p:nvGraphicFramePr>
          <p:cNvPr id="574839" name="Group 1399"/>
          <p:cNvGraphicFramePr>
            <a:graphicFrameLocks noGrp="1"/>
          </p:cNvGraphicFramePr>
          <p:nvPr/>
        </p:nvGraphicFramePr>
        <p:xfrm>
          <a:off x="1739900" y="5373216"/>
          <a:ext cx="8712200" cy="609600"/>
        </p:xfrm>
        <a:graphic>
          <a:graphicData uri="http://schemas.openxmlformats.org/drawingml/2006/table">
            <a:tbl>
              <a:tblPr/>
              <a:tblGrid>
                <a:gridCol w="273050"/>
                <a:gridCol w="271463"/>
                <a:gridCol w="273050"/>
                <a:gridCol w="271462"/>
                <a:gridCol w="273050"/>
                <a:gridCol w="7350125"/>
              </a:tblGrid>
              <a:tr h="230188">
                <a:tc>
                  <a:txBody>
                    <a:bodyPr/>
                    <a:lstStyle>
                      <a:lvl1pPr>
                        <a:spcBef>
                          <a:spcPct val="20000"/>
                        </a:spcBef>
                        <a:buClr>
                          <a:srgbClr val="C80000"/>
                        </a:buClr>
                        <a:buSzPct val="80000"/>
                        <a:buFont typeface="Wingdings" panose="05000000000000000000" pitchFamily="2" charset="2"/>
                        <a:defRPr sz="2800">
                          <a:solidFill>
                            <a:schemeClr val="tx1"/>
                          </a:solidFill>
                          <a:latin typeface="Times New Roman" panose="02020603050405020304" pitchFamily="18" charset="0"/>
                          <a:ea typeface="宋体" panose="02010600030101010101" pitchFamily="2" charset="-122"/>
                        </a:defRPr>
                      </a:lvl1pPr>
                      <a:lvl2pPr>
                        <a:spcBef>
                          <a:spcPct val="20000"/>
                        </a:spcBef>
                        <a:buClr>
                          <a:srgbClr val="00C800"/>
                        </a:buClr>
                        <a:buSzPct val="8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2pPr>
                      <a:lvl3pPr>
                        <a:spcBef>
                          <a:spcPct val="20000"/>
                        </a:spcBef>
                        <a:buClr>
                          <a:srgbClr val="0000C8"/>
                        </a:buClr>
                        <a:buSzPct val="80000"/>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3pPr>
                      <a:lvl4pPr>
                        <a:spcBef>
                          <a:spcPct val="20000"/>
                        </a:spcBef>
                        <a:buClr>
                          <a:srgbClr val="FF7F00"/>
                        </a:buClr>
                        <a:buSzPct val="8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4pPr>
                      <a:lvl5pPr>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endParaRPr kumimoji="0" lang="zh-CN" altLang="zh-CN" sz="14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endParaRPr>
                    </a:p>
                  </a:txBody>
                  <a:tcPr horzOverflow="overflow">
                    <a:lnL cap="flat">
                      <a:noFill/>
                    </a:lnL>
                    <a:lnR>
                      <a:noFill/>
                    </a:lnR>
                    <a:lnT cap="fla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C80000"/>
                        </a:buClr>
                        <a:buSzPct val="80000"/>
                        <a:buFont typeface="Wingdings" panose="05000000000000000000" pitchFamily="2" charset="2"/>
                        <a:defRPr sz="2800">
                          <a:solidFill>
                            <a:schemeClr val="tx1"/>
                          </a:solidFill>
                          <a:latin typeface="Times New Roman" panose="02020603050405020304" pitchFamily="18" charset="0"/>
                          <a:ea typeface="宋体" panose="02010600030101010101" pitchFamily="2" charset="-122"/>
                        </a:defRPr>
                      </a:lvl1pPr>
                      <a:lvl2pPr>
                        <a:spcBef>
                          <a:spcPct val="20000"/>
                        </a:spcBef>
                        <a:buClr>
                          <a:srgbClr val="00C800"/>
                        </a:buClr>
                        <a:buSzPct val="8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2pPr>
                      <a:lvl3pPr>
                        <a:spcBef>
                          <a:spcPct val="20000"/>
                        </a:spcBef>
                        <a:buClr>
                          <a:srgbClr val="0000C8"/>
                        </a:buClr>
                        <a:buSzPct val="80000"/>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3pPr>
                      <a:lvl4pPr>
                        <a:spcBef>
                          <a:spcPct val="20000"/>
                        </a:spcBef>
                        <a:buClr>
                          <a:srgbClr val="FF7F00"/>
                        </a:buClr>
                        <a:buSzPct val="8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4pPr>
                      <a:lvl5pPr>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endParaRPr kumimoji="0" lang="zh-CN" altLang="zh-CN" sz="14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endParaRPr>
                    </a:p>
                  </a:txBody>
                  <a:tcPr horzOverflow="overflow">
                    <a:lnL>
                      <a:noFill/>
                    </a:lnL>
                    <a:lnR>
                      <a:noFill/>
                    </a:lnR>
                    <a:lnT cap="fla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C80000"/>
                        </a:buClr>
                        <a:buSzPct val="80000"/>
                        <a:buFont typeface="Wingdings" panose="05000000000000000000" pitchFamily="2" charset="2"/>
                        <a:defRPr sz="2800">
                          <a:solidFill>
                            <a:schemeClr val="tx1"/>
                          </a:solidFill>
                          <a:latin typeface="Times New Roman" panose="02020603050405020304" pitchFamily="18" charset="0"/>
                          <a:ea typeface="宋体" panose="02010600030101010101" pitchFamily="2" charset="-122"/>
                        </a:defRPr>
                      </a:lvl1pPr>
                      <a:lvl2pPr>
                        <a:spcBef>
                          <a:spcPct val="20000"/>
                        </a:spcBef>
                        <a:buClr>
                          <a:srgbClr val="00C800"/>
                        </a:buClr>
                        <a:buSzPct val="8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2pPr>
                      <a:lvl3pPr>
                        <a:spcBef>
                          <a:spcPct val="20000"/>
                        </a:spcBef>
                        <a:buClr>
                          <a:srgbClr val="0000C8"/>
                        </a:buClr>
                        <a:buSzPct val="80000"/>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3pPr>
                      <a:lvl4pPr>
                        <a:spcBef>
                          <a:spcPct val="20000"/>
                        </a:spcBef>
                        <a:buClr>
                          <a:srgbClr val="FF7F00"/>
                        </a:buClr>
                        <a:buSzPct val="8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4pPr>
                      <a:lvl5pPr>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endParaRPr kumimoji="0" lang="zh-CN" altLang="zh-CN" sz="14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endParaRPr>
                    </a:p>
                  </a:txBody>
                  <a:tcPr horzOverflow="overflow">
                    <a:lnL>
                      <a:noFill/>
                    </a:lnL>
                    <a:lnR>
                      <a:noFill/>
                    </a:lnR>
                    <a:lnT cap="fla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C80000"/>
                        </a:buClr>
                        <a:buSzPct val="80000"/>
                        <a:buFont typeface="Wingdings" panose="05000000000000000000" pitchFamily="2" charset="2"/>
                        <a:defRPr sz="2800">
                          <a:solidFill>
                            <a:schemeClr val="tx1"/>
                          </a:solidFill>
                          <a:latin typeface="Times New Roman" panose="02020603050405020304" pitchFamily="18" charset="0"/>
                          <a:ea typeface="宋体" panose="02010600030101010101" pitchFamily="2" charset="-122"/>
                        </a:defRPr>
                      </a:lvl1pPr>
                      <a:lvl2pPr>
                        <a:spcBef>
                          <a:spcPct val="20000"/>
                        </a:spcBef>
                        <a:buClr>
                          <a:srgbClr val="00C800"/>
                        </a:buClr>
                        <a:buSzPct val="8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2pPr>
                      <a:lvl3pPr>
                        <a:spcBef>
                          <a:spcPct val="20000"/>
                        </a:spcBef>
                        <a:buClr>
                          <a:srgbClr val="0000C8"/>
                        </a:buClr>
                        <a:buSzPct val="80000"/>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3pPr>
                      <a:lvl4pPr>
                        <a:spcBef>
                          <a:spcPct val="20000"/>
                        </a:spcBef>
                        <a:buClr>
                          <a:srgbClr val="FF7F00"/>
                        </a:buClr>
                        <a:buSzPct val="8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4pPr>
                      <a:lvl5pPr>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endParaRPr kumimoji="0" lang="zh-CN" altLang="zh-CN" sz="14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endParaRPr>
                    </a:p>
                  </a:txBody>
                  <a:tcPr horzOverflow="overflow">
                    <a:lnL>
                      <a:noFill/>
                    </a:lnL>
                    <a:lnR>
                      <a:noFill/>
                    </a:lnR>
                    <a:lnT cap="fla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C80000"/>
                        </a:buClr>
                        <a:buSzPct val="80000"/>
                        <a:buFont typeface="Wingdings" panose="05000000000000000000" pitchFamily="2" charset="2"/>
                        <a:defRPr sz="2800">
                          <a:solidFill>
                            <a:schemeClr val="tx1"/>
                          </a:solidFill>
                          <a:latin typeface="Times New Roman" panose="02020603050405020304" pitchFamily="18" charset="0"/>
                          <a:ea typeface="宋体" panose="02010600030101010101" pitchFamily="2" charset="-122"/>
                        </a:defRPr>
                      </a:lvl1pPr>
                      <a:lvl2pPr>
                        <a:spcBef>
                          <a:spcPct val="20000"/>
                        </a:spcBef>
                        <a:buClr>
                          <a:srgbClr val="00C800"/>
                        </a:buClr>
                        <a:buSzPct val="8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2pPr>
                      <a:lvl3pPr>
                        <a:spcBef>
                          <a:spcPct val="20000"/>
                        </a:spcBef>
                        <a:buClr>
                          <a:srgbClr val="0000C8"/>
                        </a:buClr>
                        <a:buSzPct val="80000"/>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3pPr>
                      <a:lvl4pPr>
                        <a:spcBef>
                          <a:spcPct val="20000"/>
                        </a:spcBef>
                        <a:buClr>
                          <a:srgbClr val="FF7F00"/>
                        </a:buClr>
                        <a:buSzPct val="8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4pPr>
                      <a:lvl5pPr>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endParaRPr kumimoji="0" lang="zh-CN" altLang="zh-CN" sz="14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endParaRPr>
                    </a:p>
                  </a:txBody>
                  <a:tcPr horzOverflow="overflow">
                    <a:lnL>
                      <a:noFill/>
                    </a:lnL>
                    <a:lnR>
                      <a:noFill/>
                    </a:lnR>
                    <a:lnT cap="fla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C80000"/>
                        </a:buClr>
                        <a:buSzPct val="80000"/>
                        <a:buFont typeface="Wingdings" panose="05000000000000000000" pitchFamily="2" charset="2"/>
                        <a:defRPr sz="2800">
                          <a:solidFill>
                            <a:schemeClr val="tx1"/>
                          </a:solidFill>
                          <a:latin typeface="Times New Roman" panose="02020603050405020304" pitchFamily="18" charset="0"/>
                          <a:ea typeface="宋体" panose="02010600030101010101" pitchFamily="2" charset="-122"/>
                        </a:defRPr>
                      </a:lvl1pPr>
                      <a:lvl2pPr>
                        <a:spcBef>
                          <a:spcPct val="20000"/>
                        </a:spcBef>
                        <a:buClr>
                          <a:srgbClr val="00C800"/>
                        </a:buClr>
                        <a:buSzPct val="8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2pPr>
                      <a:lvl3pPr>
                        <a:spcBef>
                          <a:spcPct val="20000"/>
                        </a:spcBef>
                        <a:buClr>
                          <a:srgbClr val="0000C8"/>
                        </a:buClr>
                        <a:buSzPct val="80000"/>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3pPr>
                      <a:lvl4pPr>
                        <a:spcBef>
                          <a:spcPct val="20000"/>
                        </a:spcBef>
                        <a:buClr>
                          <a:srgbClr val="FF7F00"/>
                        </a:buClr>
                        <a:buSzPct val="8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4pPr>
                      <a:lvl5pPr>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0" lang="en-US" altLang="zh-CN" sz="14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rPr>
                        <a:t>27b</a:t>
                      </a:r>
                      <a:endParaRPr kumimoji="0" lang="en-US" altLang="zh-CN" sz="14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endParaRPr>
                    </a:p>
                  </a:txBody>
                  <a:tcPr horzOverflow="overflow">
                    <a:lnL>
                      <a:noFill/>
                    </a:lnL>
                    <a:lnR cap="flat">
                      <a:noFill/>
                    </a:lnR>
                    <a:lnT cap="flat">
                      <a:noFill/>
                    </a:lnT>
                    <a:lnB w="12700" cap="flat" cmpd="sng" algn="ctr">
                      <a:solidFill>
                        <a:schemeClr val="tx1"/>
                      </a:solidFill>
                      <a:prstDash val="solid"/>
                      <a:round/>
                      <a:headEnd type="none" w="med" len="med"/>
                      <a:tailEnd type="none" w="med" len="med"/>
                    </a:lnB>
                    <a:lnTlToBr>
                      <a:noFill/>
                    </a:lnTlToBr>
                    <a:lnBlToTr>
                      <a:noFill/>
                    </a:lnBlToTr>
                    <a:noFill/>
                  </a:tcPr>
                </a:tc>
              </a:tr>
              <a:tr h="228600">
                <a:tc>
                  <a:txBody>
                    <a:bodyPr/>
                    <a:lstStyle>
                      <a:lvl1pPr>
                        <a:spcBef>
                          <a:spcPct val="20000"/>
                        </a:spcBef>
                        <a:buClr>
                          <a:srgbClr val="C80000"/>
                        </a:buClr>
                        <a:buSzPct val="80000"/>
                        <a:buFont typeface="Wingdings" panose="05000000000000000000" pitchFamily="2" charset="2"/>
                        <a:defRPr sz="2800">
                          <a:solidFill>
                            <a:schemeClr val="tx1"/>
                          </a:solidFill>
                          <a:latin typeface="Times New Roman" panose="02020603050405020304" pitchFamily="18" charset="0"/>
                          <a:ea typeface="宋体" panose="02010600030101010101" pitchFamily="2" charset="-122"/>
                        </a:defRPr>
                      </a:lvl1pPr>
                      <a:lvl2pPr>
                        <a:spcBef>
                          <a:spcPct val="20000"/>
                        </a:spcBef>
                        <a:buClr>
                          <a:srgbClr val="00C800"/>
                        </a:buClr>
                        <a:buSzPct val="8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2pPr>
                      <a:lvl3pPr>
                        <a:spcBef>
                          <a:spcPct val="20000"/>
                        </a:spcBef>
                        <a:buClr>
                          <a:srgbClr val="0000C8"/>
                        </a:buClr>
                        <a:buSzPct val="80000"/>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3pPr>
                      <a:lvl4pPr>
                        <a:spcBef>
                          <a:spcPct val="20000"/>
                        </a:spcBef>
                        <a:buClr>
                          <a:srgbClr val="FF7F00"/>
                        </a:buClr>
                        <a:buSzPct val="8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4pPr>
                      <a:lvl5pPr>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0" lang="en-US" altLang="zh-CN" sz="14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rPr>
                        <a:t>1</a:t>
                      </a:r>
                      <a:endParaRPr kumimoji="0" lang="en-US" altLang="zh-CN" sz="14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C80000"/>
                        </a:buClr>
                        <a:buSzPct val="80000"/>
                        <a:buFont typeface="Wingdings" panose="05000000000000000000" pitchFamily="2" charset="2"/>
                        <a:defRPr sz="2800">
                          <a:solidFill>
                            <a:schemeClr val="tx1"/>
                          </a:solidFill>
                          <a:latin typeface="Times New Roman" panose="02020603050405020304" pitchFamily="18" charset="0"/>
                          <a:ea typeface="宋体" panose="02010600030101010101" pitchFamily="2" charset="-122"/>
                        </a:defRPr>
                      </a:lvl1pPr>
                      <a:lvl2pPr>
                        <a:spcBef>
                          <a:spcPct val="20000"/>
                        </a:spcBef>
                        <a:buClr>
                          <a:srgbClr val="00C800"/>
                        </a:buClr>
                        <a:buSzPct val="8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2pPr>
                      <a:lvl3pPr>
                        <a:spcBef>
                          <a:spcPct val="20000"/>
                        </a:spcBef>
                        <a:buClr>
                          <a:srgbClr val="0000C8"/>
                        </a:buClr>
                        <a:buSzPct val="80000"/>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3pPr>
                      <a:lvl4pPr>
                        <a:spcBef>
                          <a:spcPct val="20000"/>
                        </a:spcBef>
                        <a:buClr>
                          <a:srgbClr val="FF7F00"/>
                        </a:buClr>
                        <a:buSzPct val="8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4pPr>
                      <a:lvl5pPr>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0" lang="en-US" altLang="zh-CN" sz="14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rPr>
                        <a:t>1</a:t>
                      </a:r>
                      <a:endParaRPr kumimoji="0" lang="en-US" altLang="zh-CN" sz="14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C80000"/>
                        </a:buClr>
                        <a:buSzPct val="80000"/>
                        <a:buFont typeface="Wingdings" panose="05000000000000000000" pitchFamily="2" charset="2"/>
                        <a:defRPr sz="2800">
                          <a:solidFill>
                            <a:schemeClr val="tx1"/>
                          </a:solidFill>
                          <a:latin typeface="Times New Roman" panose="02020603050405020304" pitchFamily="18" charset="0"/>
                          <a:ea typeface="宋体" panose="02010600030101010101" pitchFamily="2" charset="-122"/>
                        </a:defRPr>
                      </a:lvl1pPr>
                      <a:lvl2pPr>
                        <a:spcBef>
                          <a:spcPct val="20000"/>
                        </a:spcBef>
                        <a:buClr>
                          <a:srgbClr val="00C800"/>
                        </a:buClr>
                        <a:buSzPct val="8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2pPr>
                      <a:lvl3pPr>
                        <a:spcBef>
                          <a:spcPct val="20000"/>
                        </a:spcBef>
                        <a:buClr>
                          <a:srgbClr val="0000C8"/>
                        </a:buClr>
                        <a:buSzPct val="80000"/>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3pPr>
                      <a:lvl4pPr>
                        <a:spcBef>
                          <a:spcPct val="20000"/>
                        </a:spcBef>
                        <a:buClr>
                          <a:srgbClr val="FF7F00"/>
                        </a:buClr>
                        <a:buSzPct val="8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4pPr>
                      <a:lvl5pPr>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0" lang="en-US" altLang="zh-CN" sz="14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rPr>
                        <a:t>1</a:t>
                      </a:r>
                      <a:endParaRPr kumimoji="0" lang="en-US" altLang="zh-CN" sz="14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C80000"/>
                        </a:buClr>
                        <a:buSzPct val="80000"/>
                        <a:buFont typeface="Wingdings" panose="05000000000000000000" pitchFamily="2" charset="2"/>
                        <a:defRPr sz="2800">
                          <a:solidFill>
                            <a:schemeClr val="tx1"/>
                          </a:solidFill>
                          <a:latin typeface="Times New Roman" panose="02020603050405020304" pitchFamily="18" charset="0"/>
                          <a:ea typeface="宋体" panose="02010600030101010101" pitchFamily="2" charset="-122"/>
                        </a:defRPr>
                      </a:lvl1pPr>
                      <a:lvl2pPr>
                        <a:spcBef>
                          <a:spcPct val="20000"/>
                        </a:spcBef>
                        <a:buClr>
                          <a:srgbClr val="00C800"/>
                        </a:buClr>
                        <a:buSzPct val="8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2pPr>
                      <a:lvl3pPr>
                        <a:spcBef>
                          <a:spcPct val="20000"/>
                        </a:spcBef>
                        <a:buClr>
                          <a:srgbClr val="0000C8"/>
                        </a:buClr>
                        <a:buSzPct val="80000"/>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3pPr>
                      <a:lvl4pPr>
                        <a:spcBef>
                          <a:spcPct val="20000"/>
                        </a:spcBef>
                        <a:buClr>
                          <a:srgbClr val="FF7F00"/>
                        </a:buClr>
                        <a:buSzPct val="8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4pPr>
                      <a:lvl5pPr>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0" lang="en-US" altLang="zh-CN" sz="14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rPr>
                        <a:t>1</a:t>
                      </a:r>
                      <a:endParaRPr kumimoji="0" lang="en-US" altLang="zh-CN" sz="14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C80000"/>
                        </a:buClr>
                        <a:buSzPct val="80000"/>
                        <a:buFont typeface="Wingdings" panose="05000000000000000000" pitchFamily="2" charset="2"/>
                        <a:defRPr sz="2800">
                          <a:solidFill>
                            <a:schemeClr val="tx1"/>
                          </a:solidFill>
                          <a:latin typeface="Times New Roman" panose="02020603050405020304" pitchFamily="18" charset="0"/>
                          <a:ea typeface="宋体" panose="02010600030101010101" pitchFamily="2" charset="-122"/>
                        </a:defRPr>
                      </a:lvl1pPr>
                      <a:lvl2pPr>
                        <a:spcBef>
                          <a:spcPct val="20000"/>
                        </a:spcBef>
                        <a:buClr>
                          <a:srgbClr val="00C800"/>
                        </a:buClr>
                        <a:buSzPct val="8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2pPr>
                      <a:lvl3pPr>
                        <a:spcBef>
                          <a:spcPct val="20000"/>
                        </a:spcBef>
                        <a:buClr>
                          <a:srgbClr val="0000C8"/>
                        </a:buClr>
                        <a:buSzPct val="80000"/>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3pPr>
                      <a:lvl4pPr>
                        <a:spcBef>
                          <a:spcPct val="20000"/>
                        </a:spcBef>
                        <a:buClr>
                          <a:srgbClr val="FF7F00"/>
                        </a:buClr>
                        <a:buSzPct val="8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4pPr>
                      <a:lvl5pPr>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0" lang="en-US" altLang="zh-CN" sz="14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rPr>
                        <a:t>0</a:t>
                      </a:r>
                      <a:endParaRPr kumimoji="0" lang="en-US" altLang="zh-CN" sz="14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C80000"/>
                        </a:buClr>
                        <a:buSzPct val="80000"/>
                        <a:buFont typeface="Wingdings" panose="05000000000000000000" pitchFamily="2" charset="2"/>
                        <a:defRPr sz="2800">
                          <a:solidFill>
                            <a:schemeClr val="tx1"/>
                          </a:solidFill>
                          <a:latin typeface="Times New Roman" panose="02020603050405020304" pitchFamily="18" charset="0"/>
                          <a:ea typeface="宋体" panose="02010600030101010101" pitchFamily="2" charset="-122"/>
                        </a:defRPr>
                      </a:lvl1pPr>
                      <a:lvl2pPr>
                        <a:spcBef>
                          <a:spcPct val="20000"/>
                        </a:spcBef>
                        <a:buClr>
                          <a:srgbClr val="00C800"/>
                        </a:buClr>
                        <a:buSzPct val="8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2pPr>
                      <a:lvl3pPr>
                        <a:spcBef>
                          <a:spcPct val="20000"/>
                        </a:spcBef>
                        <a:buClr>
                          <a:srgbClr val="0000C8"/>
                        </a:buClr>
                        <a:buSzPct val="80000"/>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3pPr>
                      <a:lvl4pPr>
                        <a:spcBef>
                          <a:spcPct val="20000"/>
                        </a:spcBef>
                        <a:buClr>
                          <a:srgbClr val="FF7F00"/>
                        </a:buClr>
                        <a:buSzPct val="8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4pPr>
                      <a:lvl5pPr>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0" lang="zh-CN" altLang="en-US" sz="14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rPr>
                        <a:t>保留</a:t>
                      </a:r>
                      <a:endParaRPr kumimoji="0" lang="zh-CN" altLang="en-US" sz="14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574840" name="Text Box 1400"/>
          <p:cNvSpPr txBox="1">
            <a:spLocks noChangeArrowheads="1"/>
          </p:cNvSpPr>
          <p:nvPr/>
        </p:nvSpPr>
        <p:spPr bwMode="auto">
          <a:xfrm>
            <a:off x="1751013" y="1893415"/>
            <a:ext cx="71526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400" dirty="0">
                <a:solidFill>
                  <a:schemeClr val="accent2"/>
                </a:solidFill>
                <a:latin typeface="微软雅黑 Light" panose="020B0502040204020203" pitchFamily="34" charset="-122"/>
                <a:ea typeface="微软雅黑 Light" panose="020B0502040204020203" pitchFamily="34" charset="-122"/>
              </a:rPr>
              <a:t>A</a:t>
            </a:r>
            <a:r>
              <a:rPr lang="zh-CN" altLang="en-US" sz="2400" dirty="0">
                <a:solidFill>
                  <a:schemeClr val="accent2"/>
                </a:solidFill>
                <a:latin typeface="微软雅黑 Light" panose="020B0502040204020203" pitchFamily="34" charset="-122"/>
                <a:ea typeface="微软雅黑 Light" panose="020B0502040204020203" pitchFamily="34" charset="-122"/>
              </a:rPr>
              <a:t>类</a:t>
            </a:r>
            <a:endParaRPr lang="zh-CN" altLang="en-US" sz="2400" dirty="0">
              <a:solidFill>
                <a:schemeClr val="accent2"/>
              </a:solidFill>
              <a:latin typeface="微软雅黑 Light" panose="020B0502040204020203" pitchFamily="34" charset="-122"/>
              <a:ea typeface="微软雅黑 Light" panose="020B0502040204020203" pitchFamily="34" charset="-122"/>
            </a:endParaRPr>
          </a:p>
        </p:txBody>
      </p:sp>
      <p:sp>
        <p:nvSpPr>
          <p:cNvPr id="574841" name="Text Box 1401"/>
          <p:cNvSpPr txBox="1">
            <a:spLocks noChangeArrowheads="1"/>
          </p:cNvSpPr>
          <p:nvPr/>
        </p:nvSpPr>
        <p:spPr bwMode="auto">
          <a:xfrm>
            <a:off x="1751013" y="2709390"/>
            <a:ext cx="6921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400" dirty="0">
                <a:solidFill>
                  <a:schemeClr val="accent2"/>
                </a:solidFill>
                <a:latin typeface="微软雅黑 Light" panose="020B0502040204020203" pitchFamily="34" charset="-122"/>
                <a:ea typeface="微软雅黑 Light" panose="020B0502040204020203" pitchFamily="34" charset="-122"/>
              </a:rPr>
              <a:t>B</a:t>
            </a:r>
            <a:r>
              <a:rPr lang="zh-CN" altLang="en-US" sz="2400" dirty="0">
                <a:solidFill>
                  <a:schemeClr val="accent2"/>
                </a:solidFill>
                <a:latin typeface="微软雅黑 Light" panose="020B0502040204020203" pitchFamily="34" charset="-122"/>
                <a:ea typeface="微软雅黑 Light" panose="020B0502040204020203" pitchFamily="34" charset="-122"/>
              </a:rPr>
              <a:t>类</a:t>
            </a:r>
            <a:endParaRPr lang="zh-CN" altLang="en-US" sz="2400" dirty="0">
              <a:solidFill>
                <a:schemeClr val="accent2"/>
              </a:solidFill>
              <a:latin typeface="微软雅黑 Light" panose="020B0502040204020203" pitchFamily="34" charset="-122"/>
              <a:ea typeface="微软雅黑 Light" panose="020B0502040204020203" pitchFamily="34" charset="-122"/>
            </a:endParaRPr>
          </a:p>
        </p:txBody>
      </p:sp>
      <p:sp>
        <p:nvSpPr>
          <p:cNvPr id="574842" name="Text Box 1402"/>
          <p:cNvSpPr txBox="1">
            <a:spLocks noChangeArrowheads="1"/>
          </p:cNvSpPr>
          <p:nvPr/>
        </p:nvSpPr>
        <p:spPr bwMode="auto">
          <a:xfrm>
            <a:off x="1751013" y="3620615"/>
            <a:ext cx="70961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400" dirty="0">
                <a:solidFill>
                  <a:schemeClr val="accent2"/>
                </a:solidFill>
                <a:latin typeface="微软雅黑 Light" panose="020B0502040204020203" pitchFamily="34" charset="-122"/>
                <a:ea typeface="微软雅黑 Light" panose="020B0502040204020203" pitchFamily="34" charset="-122"/>
              </a:rPr>
              <a:t>C</a:t>
            </a:r>
            <a:r>
              <a:rPr lang="zh-CN" altLang="en-US" sz="2400" dirty="0">
                <a:solidFill>
                  <a:schemeClr val="accent2"/>
                </a:solidFill>
                <a:latin typeface="微软雅黑 Light" panose="020B0502040204020203" pitchFamily="34" charset="-122"/>
                <a:ea typeface="微软雅黑 Light" panose="020B0502040204020203" pitchFamily="34" charset="-122"/>
              </a:rPr>
              <a:t>类</a:t>
            </a:r>
            <a:endParaRPr lang="zh-CN" altLang="en-US" sz="2400" dirty="0">
              <a:solidFill>
                <a:schemeClr val="accent2"/>
              </a:solidFill>
              <a:latin typeface="微软雅黑 Light" panose="020B0502040204020203" pitchFamily="34" charset="-122"/>
              <a:ea typeface="微软雅黑 Light" panose="020B0502040204020203" pitchFamily="34" charset="-122"/>
            </a:endParaRPr>
          </a:p>
        </p:txBody>
      </p:sp>
      <p:sp>
        <p:nvSpPr>
          <p:cNvPr id="574843" name="Text Box 1403"/>
          <p:cNvSpPr txBox="1">
            <a:spLocks noChangeArrowheads="1"/>
          </p:cNvSpPr>
          <p:nvPr/>
        </p:nvSpPr>
        <p:spPr bwMode="auto">
          <a:xfrm>
            <a:off x="1751013" y="4484215"/>
            <a:ext cx="716863"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400" dirty="0">
                <a:solidFill>
                  <a:schemeClr val="accent2"/>
                </a:solidFill>
                <a:latin typeface="微软雅黑 Light" panose="020B0502040204020203" pitchFamily="34" charset="-122"/>
                <a:ea typeface="微软雅黑 Light" panose="020B0502040204020203" pitchFamily="34" charset="-122"/>
              </a:rPr>
              <a:t>D</a:t>
            </a:r>
            <a:r>
              <a:rPr lang="zh-CN" altLang="en-US" sz="2400" dirty="0">
                <a:solidFill>
                  <a:schemeClr val="accent2"/>
                </a:solidFill>
                <a:latin typeface="微软雅黑 Light" panose="020B0502040204020203" pitchFamily="34" charset="-122"/>
                <a:ea typeface="微软雅黑 Light" panose="020B0502040204020203" pitchFamily="34" charset="-122"/>
              </a:rPr>
              <a:t>类</a:t>
            </a:r>
            <a:endParaRPr lang="zh-CN" altLang="en-US" sz="2400" dirty="0">
              <a:solidFill>
                <a:schemeClr val="accent2"/>
              </a:solidFill>
              <a:latin typeface="微软雅黑 Light" panose="020B0502040204020203" pitchFamily="34" charset="-122"/>
              <a:ea typeface="微软雅黑 Light" panose="020B0502040204020203" pitchFamily="34" charset="-122"/>
            </a:endParaRPr>
          </a:p>
        </p:txBody>
      </p:sp>
      <p:sp>
        <p:nvSpPr>
          <p:cNvPr id="574844" name="Text Box 1404"/>
          <p:cNvSpPr txBox="1">
            <a:spLocks noChangeArrowheads="1"/>
          </p:cNvSpPr>
          <p:nvPr/>
        </p:nvSpPr>
        <p:spPr bwMode="auto">
          <a:xfrm>
            <a:off x="1751013" y="5230340"/>
            <a:ext cx="659155"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400" dirty="0">
                <a:solidFill>
                  <a:schemeClr val="accent2"/>
                </a:solidFill>
                <a:latin typeface="微软雅黑 Light" panose="020B0502040204020203" pitchFamily="34" charset="-122"/>
                <a:ea typeface="微软雅黑 Light" panose="020B0502040204020203" pitchFamily="34" charset="-122"/>
              </a:rPr>
              <a:t>E</a:t>
            </a:r>
            <a:r>
              <a:rPr lang="zh-CN" altLang="en-US" sz="2400" dirty="0">
                <a:solidFill>
                  <a:schemeClr val="accent2"/>
                </a:solidFill>
                <a:latin typeface="微软雅黑 Light" panose="020B0502040204020203" pitchFamily="34" charset="-122"/>
                <a:ea typeface="微软雅黑 Light" panose="020B0502040204020203" pitchFamily="34" charset="-122"/>
              </a:rPr>
              <a:t>类</a:t>
            </a:r>
            <a:endParaRPr lang="zh-CN" altLang="en-US" sz="2400" dirty="0">
              <a:solidFill>
                <a:schemeClr val="accent2"/>
              </a:solidFill>
              <a:latin typeface="微软雅黑 Light" panose="020B0502040204020203" pitchFamily="34" charset="-122"/>
              <a:ea typeface="微软雅黑 Light" panose="020B0502040204020203" pitchFamily="34" charset="-122"/>
            </a:endParaRPr>
          </a:p>
        </p:txBody>
      </p:sp>
      <p:sp>
        <p:nvSpPr>
          <p:cNvPr id="3" name="内容占位符 2"/>
          <p:cNvSpPr>
            <a:spLocks noGrp="1"/>
          </p:cNvSpPr>
          <p:nvPr>
            <p:ph idx="1"/>
          </p:nvPr>
        </p:nvSpPr>
        <p:spPr/>
        <p:txBody>
          <a:bodyPr/>
          <a:lstStyle/>
          <a:p>
            <a:r>
              <a:rPr lang="en-US" altLang="zh-CN" dirty="0"/>
              <a:t>IP</a:t>
            </a:r>
            <a:r>
              <a:rPr lang="zh-CN" altLang="en-US" dirty="0"/>
              <a:t>地址按照层次结构划分成五类：</a:t>
            </a:r>
            <a:r>
              <a:rPr lang="en-US" altLang="zh-CN" dirty="0"/>
              <a:t>A</a:t>
            </a:r>
            <a:r>
              <a:rPr lang="zh-CN" altLang="en-US" dirty="0"/>
              <a:t>、</a:t>
            </a:r>
            <a:r>
              <a:rPr lang="en-US" altLang="zh-CN" dirty="0"/>
              <a:t>B</a:t>
            </a:r>
            <a:r>
              <a:rPr lang="zh-CN" altLang="en-US" dirty="0"/>
              <a:t>、</a:t>
            </a:r>
            <a:r>
              <a:rPr lang="en-US" altLang="zh-CN" dirty="0"/>
              <a:t>C</a:t>
            </a:r>
            <a:r>
              <a:rPr lang="zh-CN" altLang="en-US" dirty="0"/>
              <a:t>、</a:t>
            </a:r>
            <a:r>
              <a:rPr lang="en-US" altLang="zh-CN" dirty="0"/>
              <a:t>D</a:t>
            </a:r>
            <a:r>
              <a:rPr lang="zh-CN" altLang="en-US" dirty="0"/>
              <a:t>、</a:t>
            </a:r>
            <a:r>
              <a:rPr lang="en-US" altLang="zh-CN" dirty="0"/>
              <a:t>E</a:t>
            </a:r>
            <a:r>
              <a:rPr lang="zh-CN" altLang="en-US" dirty="0"/>
              <a:t>类</a:t>
            </a:r>
            <a:endParaRPr lang="zh-CN" altLang="en-US"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IP</a:t>
            </a:r>
            <a:r>
              <a:rPr lang="zh-CN" altLang="en-US" dirty="0"/>
              <a:t>地址的分类</a:t>
            </a:r>
            <a:endParaRPr lang="zh-CN" altLang="en-US" dirty="0"/>
          </a:p>
        </p:txBody>
      </p:sp>
      <p:sp>
        <p:nvSpPr>
          <p:cNvPr id="3" name="内容占位符 2"/>
          <p:cNvSpPr>
            <a:spLocks noGrp="1"/>
          </p:cNvSpPr>
          <p:nvPr>
            <p:ph idx="1"/>
          </p:nvPr>
        </p:nvSpPr>
        <p:spPr/>
        <p:txBody>
          <a:bodyPr/>
          <a:lstStyle/>
          <a:p>
            <a:r>
              <a:rPr lang="en-US" altLang="zh-CN" dirty="0"/>
              <a:t>IP</a:t>
            </a:r>
            <a:r>
              <a:rPr lang="zh-CN" altLang="en-US" dirty="0"/>
              <a:t>地址采用两级结构，分为网络标识和主机标识</a:t>
            </a:r>
            <a:endParaRPr lang="zh-CN" altLang="en-US" dirty="0"/>
          </a:p>
          <a:p>
            <a:endParaRPr lang="en-US" altLang="zh-CN" dirty="0"/>
          </a:p>
          <a:p>
            <a:endParaRPr lang="en-US" altLang="zh-CN" dirty="0"/>
          </a:p>
          <a:p>
            <a:r>
              <a:rPr lang="en-US" altLang="zh-CN" dirty="0"/>
              <a:t>IP</a:t>
            </a:r>
            <a:r>
              <a:rPr lang="zh-CN" altLang="en-US" dirty="0"/>
              <a:t>地址被划分为若干个固定分类</a:t>
            </a:r>
            <a:endParaRPr lang="zh-CN" altLang="en-US" dirty="0"/>
          </a:p>
          <a:p>
            <a:r>
              <a:rPr lang="zh-CN" altLang="en-US" dirty="0"/>
              <a:t>每类</a:t>
            </a:r>
            <a:r>
              <a:rPr lang="en-US" altLang="zh-CN" dirty="0"/>
              <a:t>IP</a:t>
            </a:r>
            <a:r>
              <a:rPr lang="zh-CN" altLang="en-US" dirty="0"/>
              <a:t>地址由两个固定长度的字段组成：</a:t>
            </a:r>
            <a:endParaRPr lang="zh-CN" altLang="en-US" dirty="0"/>
          </a:p>
          <a:p>
            <a:pPr lvl="1"/>
            <a:r>
              <a:rPr lang="zh-CN" altLang="en-US" dirty="0"/>
              <a:t>网络号 </a:t>
            </a:r>
            <a:r>
              <a:rPr lang="en-US" altLang="zh-CN" dirty="0"/>
              <a:t>Network</a:t>
            </a:r>
            <a:r>
              <a:rPr lang="zh-CN" altLang="en-US" dirty="0"/>
              <a:t>：标识主机（或路由器）所连接到的网络</a:t>
            </a:r>
            <a:endParaRPr lang="zh-CN" altLang="en-US" dirty="0"/>
          </a:p>
          <a:p>
            <a:pPr lvl="1"/>
            <a:r>
              <a:rPr lang="zh-CN" altLang="en-US" dirty="0"/>
              <a:t>主机号 </a:t>
            </a:r>
            <a:r>
              <a:rPr lang="en-US" altLang="zh-CN" dirty="0"/>
              <a:t>Host</a:t>
            </a:r>
            <a:r>
              <a:rPr lang="zh-CN" altLang="en-US" dirty="0"/>
              <a:t>：在所连接到的网络中唯一标识该主机（或路由器）</a:t>
            </a:r>
            <a:endParaRPr lang="zh-CN" altLang="en-US" dirty="0"/>
          </a:p>
          <a:p>
            <a:r>
              <a:rPr lang="en-US" altLang="zh-CN" dirty="0"/>
              <a:t>IP </a:t>
            </a:r>
            <a:r>
              <a:rPr lang="zh-CN" altLang="en-US" dirty="0"/>
              <a:t>地址在整个互联网范围内是唯一的</a:t>
            </a:r>
            <a:endParaRPr lang="zh-CN" altLang="en-US" dirty="0"/>
          </a:p>
          <a:p>
            <a:endParaRPr lang="zh-CN" altLang="en-US" dirty="0"/>
          </a:p>
        </p:txBody>
      </p:sp>
      <p:sp>
        <p:nvSpPr>
          <p:cNvPr id="4" name="灯片编号占位符 3"/>
          <p:cNvSpPr>
            <a:spLocks noGrp="1"/>
          </p:cNvSpPr>
          <p:nvPr>
            <p:ph type="sldNum" sz="quarter" idx="12"/>
          </p:nvPr>
        </p:nvSpPr>
        <p:spPr/>
        <p:txBody>
          <a:bodyPr/>
          <a:lstStyle/>
          <a:p>
            <a:pPr>
              <a:defRPr/>
            </a:pPr>
            <a:fld id="{816960B2-2B11-492C-B588-5290E1274F96}" type="slidenum">
              <a:rPr lang="en-US" altLang="zh-CN" smtClean="0"/>
            </a:fld>
            <a:endParaRPr lang="en-US" altLang="zh-CN" dirty="0"/>
          </a:p>
        </p:txBody>
      </p:sp>
      <p:graphicFrame>
        <p:nvGraphicFramePr>
          <p:cNvPr id="5" name="表格 7"/>
          <p:cNvGraphicFramePr>
            <a:graphicFrameLocks noGrp="1"/>
          </p:cNvGraphicFramePr>
          <p:nvPr/>
        </p:nvGraphicFramePr>
        <p:xfrm>
          <a:off x="3359696" y="1726540"/>
          <a:ext cx="5130800" cy="394526"/>
        </p:xfrm>
        <a:graphic>
          <a:graphicData uri="http://schemas.openxmlformats.org/drawingml/2006/table">
            <a:tbl>
              <a:tblPr firstRow="1" bandRow="1">
                <a:tableStyleId>{5C22544A-7EE6-4342-B048-85BDC9FD1C3A}</a:tableStyleId>
              </a:tblPr>
              <a:tblGrid>
                <a:gridCol w="2565400"/>
                <a:gridCol w="2565400"/>
              </a:tblGrid>
              <a:tr h="370840">
                <a:tc>
                  <a:txBody>
                    <a:bodyPr/>
                    <a:lstStyle/>
                    <a:p>
                      <a:pPr algn="ctr">
                        <a:lnSpc>
                          <a:spcPct val="120000"/>
                        </a:lnSpc>
                        <a:spcBef>
                          <a:spcPts val="0"/>
                        </a:spcBef>
                        <a:spcAft>
                          <a:spcPts val="0"/>
                        </a:spcAft>
                      </a:pPr>
                      <a:r>
                        <a:rPr lang="en-US" altLang="zh-CN" b="0" dirty="0">
                          <a:solidFill>
                            <a:schemeClr val="tx1"/>
                          </a:solidFill>
                          <a:latin typeface="微软雅黑 Light" panose="020B0502040204020203" pitchFamily="34" charset="-122"/>
                          <a:ea typeface="微软雅黑 Light" panose="020B0502040204020203" pitchFamily="34" charset="-122"/>
                          <a:cs typeface="+mn-ea"/>
                          <a:sym typeface="+mn-lt"/>
                        </a:rPr>
                        <a:t>Network</a:t>
                      </a:r>
                      <a:endParaRPr lang="zh-CN" altLang="en-US" b="0" dirty="0">
                        <a:solidFill>
                          <a:schemeClr val="tx1"/>
                        </a:solidFill>
                        <a:latin typeface="微软雅黑 Light" panose="020B0502040204020203" pitchFamily="34" charset="-122"/>
                        <a:ea typeface="微软雅黑 Light" panose="020B0502040204020203" pitchFamily="34" charset="-122"/>
                        <a:cs typeface="+mn-ea"/>
                        <a:sym typeface="+mn-lt"/>
                      </a:endParaRPr>
                    </a:p>
                  </a:txBody>
                  <a:tcPr>
                    <a:solidFill>
                      <a:schemeClr val="accent5">
                        <a:lumMod val="75000"/>
                      </a:schemeClr>
                    </a:solidFill>
                  </a:tcPr>
                </a:tc>
                <a:tc>
                  <a:txBody>
                    <a:bodyPr/>
                    <a:lstStyle/>
                    <a:p>
                      <a:pPr algn="ctr">
                        <a:lnSpc>
                          <a:spcPct val="120000"/>
                        </a:lnSpc>
                        <a:spcBef>
                          <a:spcPts val="0"/>
                        </a:spcBef>
                        <a:spcAft>
                          <a:spcPts val="0"/>
                        </a:spcAft>
                      </a:pPr>
                      <a:r>
                        <a:rPr lang="en-US" altLang="zh-CN" b="0" dirty="0">
                          <a:solidFill>
                            <a:schemeClr val="tx1"/>
                          </a:solidFill>
                          <a:latin typeface="微软雅黑 Light" panose="020B0502040204020203" pitchFamily="34" charset="-122"/>
                          <a:ea typeface="微软雅黑 Light" panose="020B0502040204020203" pitchFamily="34" charset="-122"/>
                          <a:cs typeface="+mn-ea"/>
                          <a:sym typeface="+mn-lt"/>
                        </a:rPr>
                        <a:t>Host</a:t>
                      </a:r>
                      <a:endParaRPr lang="zh-CN" altLang="en-US" b="0" dirty="0">
                        <a:solidFill>
                          <a:schemeClr val="tx1"/>
                        </a:solidFill>
                        <a:latin typeface="微软雅黑 Light" panose="020B0502040204020203" pitchFamily="34" charset="-122"/>
                        <a:ea typeface="微软雅黑 Light" panose="020B0502040204020203" pitchFamily="34" charset="-122"/>
                        <a:cs typeface="+mn-ea"/>
                        <a:sym typeface="+mn-lt"/>
                      </a:endParaRPr>
                    </a:p>
                  </a:txBody>
                  <a:tcPr>
                    <a:solidFill>
                      <a:schemeClr val="accent6">
                        <a:lumMod val="20000"/>
                        <a:lumOff val="80000"/>
                      </a:schemeClr>
                    </a:solidFill>
                  </a:tcPr>
                </a:tc>
              </a:tr>
            </a:tbl>
          </a:graphicData>
        </a:graphic>
      </p:graphicFrame>
      <p:cxnSp>
        <p:nvCxnSpPr>
          <p:cNvPr id="6" name="直接连接符 5"/>
          <p:cNvCxnSpPr/>
          <p:nvPr/>
        </p:nvCxnSpPr>
        <p:spPr>
          <a:xfrm>
            <a:off x="3359696" y="2122778"/>
            <a:ext cx="0" cy="319194"/>
          </a:xfrm>
          <a:prstGeom prst="line">
            <a:avLst/>
          </a:prstGeom>
        </p:spPr>
        <p:style>
          <a:lnRef idx="3">
            <a:schemeClr val="dk1"/>
          </a:lnRef>
          <a:fillRef idx="0">
            <a:schemeClr val="dk1"/>
          </a:fillRef>
          <a:effectRef idx="2">
            <a:schemeClr val="dk1"/>
          </a:effectRef>
          <a:fontRef idx="minor">
            <a:schemeClr val="tx1"/>
          </a:fontRef>
        </p:style>
      </p:cxnSp>
      <p:cxnSp>
        <p:nvCxnSpPr>
          <p:cNvPr id="7" name="直接连接符 6"/>
          <p:cNvCxnSpPr/>
          <p:nvPr/>
        </p:nvCxnSpPr>
        <p:spPr>
          <a:xfrm>
            <a:off x="8490496" y="2122778"/>
            <a:ext cx="0" cy="319194"/>
          </a:xfrm>
          <a:prstGeom prst="line">
            <a:avLst/>
          </a:prstGeom>
        </p:spPr>
        <p:style>
          <a:lnRef idx="3">
            <a:schemeClr val="dk1"/>
          </a:lnRef>
          <a:fillRef idx="0">
            <a:schemeClr val="dk1"/>
          </a:fillRef>
          <a:effectRef idx="2">
            <a:schemeClr val="dk1"/>
          </a:effectRef>
          <a:fontRef idx="minor">
            <a:schemeClr val="tx1"/>
          </a:fontRef>
        </p:style>
      </p:cxnSp>
      <p:cxnSp>
        <p:nvCxnSpPr>
          <p:cNvPr id="8" name="直接连接符 7"/>
          <p:cNvCxnSpPr/>
          <p:nvPr/>
        </p:nvCxnSpPr>
        <p:spPr>
          <a:xfrm>
            <a:off x="3359696" y="2276872"/>
            <a:ext cx="5130800" cy="0"/>
          </a:xfrm>
          <a:prstGeom prst="line">
            <a:avLst/>
          </a:prstGeom>
          <a:ln>
            <a:headEnd type="triangle" w="med" len="med"/>
            <a:tailEnd type="triangle" w="med" len="med"/>
          </a:ln>
        </p:spPr>
        <p:style>
          <a:lnRef idx="2">
            <a:schemeClr val="dk1"/>
          </a:lnRef>
          <a:fillRef idx="0">
            <a:schemeClr val="dk1"/>
          </a:fillRef>
          <a:effectRef idx="1">
            <a:schemeClr val="dk1"/>
          </a:effectRef>
          <a:fontRef idx="minor">
            <a:schemeClr val="tx1"/>
          </a:fontRef>
        </p:style>
      </p:cxnSp>
      <p:sp>
        <p:nvSpPr>
          <p:cNvPr id="9" name="文本框 8"/>
          <p:cNvSpPr txBox="1"/>
          <p:nvPr/>
        </p:nvSpPr>
        <p:spPr>
          <a:xfrm>
            <a:off x="5480103" y="2100910"/>
            <a:ext cx="941283" cy="432362"/>
          </a:xfrm>
          <a:prstGeom prst="rect">
            <a:avLst/>
          </a:prstGeom>
          <a:solidFill>
            <a:schemeClr val="bg1"/>
          </a:solidFill>
        </p:spPr>
        <p:txBody>
          <a:bodyPr wrap="none" rtlCol="0">
            <a:spAutoFit/>
          </a:bodyPr>
          <a:lstStyle/>
          <a:p>
            <a:pPr>
              <a:lnSpc>
                <a:spcPct val="120000"/>
              </a:lnSpc>
            </a:pPr>
            <a:r>
              <a:rPr lang="en-US" altLang="zh-CN" dirty="0">
                <a:latin typeface="微软雅黑 Light" panose="020B0502040204020203" pitchFamily="34" charset="-122"/>
                <a:ea typeface="微软雅黑 Light" panose="020B0502040204020203" pitchFamily="34" charset="-122"/>
                <a:cs typeface="+mn-ea"/>
                <a:sym typeface="+mn-lt"/>
              </a:rPr>
              <a:t>32 Bits</a:t>
            </a:r>
            <a:endParaRPr lang="zh-CN" altLang="en-US" dirty="0">
              <a:latin typeface="微软雅黑 Light" panose="020B0502040204020203" pitchFamily="34" charset="-122"/>
              <a:ea typeface="微软雅黑 Light" panose="020B0502040204020203" pitchFamily="34" charset="-122"/>
              <a:cs typeface="+mn-ea"/>
              <a:sym typeface="+mn-lt"/>
            </a:endParaRP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IP</a:t>
            </a:r>
            <a:r>
              <a:rPr lang="zh-CN" altLang="en-US" dirty="0"/>
              <a:t>地址的表示方法</a:t>
            </a:r>
            <a:endParaRPr lang="zh-CN" altLang="en-US" dirty="0"/>
          </a:p>
        </p:txBody>
      </p:sp>
      <p:sp>
        <p:nvSpPr>
          <p:cNvPr id="3" name="内容占位符 2"/>
          <p:cNvSpPr>
            <a:spLocks noGrp="1"/>
          </p:cNvSpPr>
          <p:nvPr>
            <p:ph idx="1"/>
          </p:nvPr>
        </p:nvSpPr>
        <p:spPr>
          <a:xfrm>
            <a:off x="334435" y="1052514"/>
            <a:ext cx="5617549" cy="5437187"/>
          </a:xfrm>
        </p:spPr>
        <p:txBody>
          <a:bodyPr>
            <a:normAutofit/>
          </a:bodyPr>
          <a:lstStyle/>
          <a:p>
            <a:r>
              <a:rPr lang="zh-CN" altLang="en-US" dirty="0"/>
              <a:t>点分十进制表示方法</a:t>
            </a:r>
            <a:endParaRPr lang="en-US" altLang="zh-CN" dirty="0"/>
          </a:p>
          <a:p>
            <a:pPr lvl="1"/>
            <a:r>
              <a:rPr lang="zh-CN" altLang="en-US" dirty="0"/>
              <a:t>为了使</a:t>
            </a:r>
            <a:r>
              <a:rPr lang="en-US" altLang="zh-CN" dirty="0"/>
              <a:t>32</a:t>
            </a:r>
            <a:r>
              <a:rPr lang="zh-CN" altLang="en-US" dirty="0"/>
              <a:t>位地址更加简洁和更容易阅读，</a:t>
            </a:r>
            <a:r>
              <a:rPr lang="en-US" altLang="zh-CN" dirty="0"/>
              <a:t>IP</a:t>
            </a:r>
            <a:r>
              <a:rPr lang="zh-CN" altLang="en-US" dirty="0"/>
              <a:t>地址通常写成用小数点把各字节分隔开的形式。每个字节用一个小于</a:t>
            </a:r>
            <a:r>
              <a:rPr lang="en-US" altLang="zh-CN" dirty="0"/>
              <a:t>256</a:t>
            </a:r>
            <a:r>
              <a:rPr lang="zh-CN" altLang="en-US" dirty="0"/>
              <a:t>的十进制数表示</a:t>
            </a:r>
            <a:endParaRPr lang="zh-CN" altLang="en-US" dirty="0"/>
          </a:p>
          <a:p>
            <a:r>
              <a:rPr lang="zh-CN" altLang="en-US" dirty="0"/>
              <a:t>二进制表示方法</a:t>
            </a:r>
            <a:endParaRPr lang="en-US" altLang="zh-CN" dirty="0"/>
          </a:p>
          <a:p>
            <a:pPr lvl="1"/>
            <a:r>
              <a:rPr lang="zh-CN" altLang="en-US" dirty="0"/>
              <a:t>用一个</a:t>
            </a:r>
            <a:r>
              <a:rPr lang="en-US" altLang="zh-CN" dirty="0"/>
              <a:t>32</a:t>
            </a:r>
            <a:r>
              <a:rPr lang="zh-CN" altLang="en-US" dirty="0"/>
              <a:t>位的比特序列表示</a:t>
            </a:r>
            <a:r>
              <a:rPr lang="en-US" altLang="zh-CN" dirty="0"/>
              <a:t>IP</a:t>
            </a:r>
            <a:r>
              <a:rPr lang="zh-CN" altLang="en-US" dirty="0"/>
              <a:t>地址，为了使这个地址有更好的可读性，通常在每个字节之间加上一个或多个空格做分隔</a:t>
            </a:r>
            <a:endParaRPr lang="zh-CN" altLang="en-US" dirty="0"/>
          </a:p>
          <a:p>
            <a:r>
              <a:rPr lang="zh-CN" altLang="en-US" dirty="0"/>
              <a:t>十六进制表示方法</a:t>
            </a:r>
            <a:endParaRPr lang="en-US" altLang="zh-CN" dirty="0"/>
          </a:p>
          <a:p>
            <a:pPr lvl="1"/>
            <a:r>
              <a:rPr lang="zh-CN" altLang="en-US" dirty="0"/>
              <a:t>每一个十六进制数字等效于</a:t>
            </a:r>
            <a:r>
              <a:rPr lang="en-US" altLang="zh-CN" dirty="0"/>
              <a:t>4 bits</a:t>
            </a:r>
            <a:endParaRPr lang="en-US" altLang="zh-CN" dirty="0"/>
          </a:p>
          <a:p>
            <a:endParaRPr lang="zh-CN" altLang="en-US" dirty="0"/>
          </a:p>
        </p:txBody>
      </p:sp>
      <p:sp>
        <p:nvSpPr>
          <p:cNvPr id="4" name="灯片编号占位符 3"/>
          <p:cNvSpPr>
            <a:spLocks noGrp="1"/>
          </p:cNvSpPr>
          <p:nvPr>
            <p:ph type="sldNum" sz="quarter" idx="12"/>
          </p:nvPr>
        </p:nvSpPr>
        <p:spPr/>
        <p:txBody>
          <a:bodyPr/>
          <a:lstStyle/>
          <a:p>
            <a:pPr>
              <a:defRPr/>
            </a:pPr>
            <a:fld id="{816960B2-2B11-492C-B588-5290E1274F96}" type="slidenum">
              <a:rPr lang="en-US" altLang="zh-CN" smtClean="0"/>
            </a:fld>
            <a:endParaRPr lang="en-US" altLang="zh-CN" dirty="0"/>
          </a:p>
        </p:txBody>
      </p:sp>
      <p:graphicFrame>
        <p:nvGraphicFramePr>
          <p:cNvPr id="18" name="表格 5"/>
          <p:cNvGraphicFramePr/>
          <p:nvPr/>
        </p:nvGraphicFramePr>
        <p:xfrm>
          <a:off x="6094021" y="2492896"/>
          <a:ext cx="5760640" cy="2387600"/>
        </p:xfrm>
        <a:graphic>
          <a:graphicData uri="http://schemas.openxmlformats.org/drawingml/2006/table">
            <a:tbl>
              <a:tblPr firstRow="1" bandRow="1">
                <a:tableStyleId>{D113A9D2-9D6B-4929-AA2D-F23B5EE8CBE7}</a:tableStyleId>
              </a:tblPr>
              <a:tblGrid>
                <a:gridCol w="606806"/>
                <a:gridCol w="1195551"/>
                <a:gridCol w="216024"/>
                <a:gridCol w="1080120"/>
                <a:gridCol w="216024"/>
                <a:gridCol w="1224136"/>
                <a:gridCol w="216024"/>
                <a:gridCol w="1005955"/>
              </a:tblGrid>
              <a:tr h="370840">
                <a:tc>
                  <a:txBody>
                    <a:bodyPr/>
                    <a:lstStyle/>
                    <a:p>
                      <a:pPr algn="ctr"/>
                      <a:endParaRPr lang="zh-CN" altLang="en-US" b="0" dirty="0">
                        <a:latin typeface="微软雅黑 Light" panose="020B0502040204020203" pitchFamily="34" charset="-122"/>
                        <a:ea typeface="微软雅黑 Light" panose="020B0502040204020203" pitchFamily="34" charset="-122"/>
                      </a:endParaRPr>
                    </a:p>
                  </a:txBody>
                  <a:tcPr anchor="ctr"/>
                </a:tc>
                <a:tc>
                  <a:txBody>
                    <a:bodyPr/>
                    <a:lstStyle/>
                    <a:p>
                      <a:pPr algn="ctr"/>
                      <a:r>
                        <a:rPr lang="zh-CN" altLang="en-US" b="0" dirty="0">
                          <a:solidFill>
                            <a:schemeClr val="accent2"/>
                          </a:solidFill>
                          <a:latin typeface="微软雅黑 Light" panose="020B0502040204020203" pitchFamily="34" charset="-122"/>
                          <a:ea typeface="微软雅黑 Light" panose="020B0502040204020203" pitchFamily="34" charset="-122"/>
                        </a:rPr>
                        <a:t>第</a:t>
                      </a:r>
                      <a:r>
                        <a:rPr lang="en-US" altLang="zh-CN" b="0" dirty="0">
                          <a:solidFill>
                            <a:schemeClr val="accent2"/>
                          </a:solidFill>
                          <a:latin typeface="微软雅黑 Light" panose="020B0502040204020203" pitchFamily="34" charset="-122"/>
                          <a:ea typeface="微软雅黑 Light" panose="020B0502040204020203" pitchFamily="34" charset="-122"/>
                        </a:rPr>
                        <a:t>1</a:t>
                      </a:r>
                      <a:r>
                        <a:rPr lang="zh-CN" altLang="en-US" b="0" dirty="0">
                          <a:solidFill>
                            <a:schemeClr val="accent2"/>
                          </a:solidFill>
                          <a:latin typeface="微软雅黑 Light" panose="020B0502040204020203" pitchFamily="34" charset="-122"/>
                          <a:ea typeface="微软雅黑 Light" panose="020B0502040204020203" pitchFamily="34" charset="-122"/>
                        </a:rPr>
                        <a:t>字节</a:t>
                      </a:r>
                      <a:endParaRPr lang="zh-CN" altLang="en-US" b="0" dirty="0">
                        <a:solidFill>
                          <a:schemeClr val="accent2"/>
                        </a:solidFill>
                        <a:latin typeface="微软雅黑 Light" panose="020B0502040204020203" pitchFamily="34" charset="-122"/>
                        <a:ea typeface="微软雅黑 Light" panose="020B0502040204020203" pitchFamily="34" charset="-122"/>
                      </a:endParaRPr>
                    </a:p>
                  </a:txBody>
                  <a:tcPr anchor="ctr"/>
                </a:tc>
                <a:tc>
                  <a:txBody>
                    <a:bodyPr/>
                    <a:lstStyle/>
                    <a:p>
                      <a:pPr algn="ctr"/>
                      <a:endParaRPr lang="zh-CN" altLang="en-US" b="0" dirty="0">
                        <a:solidFill>
                          <a:schemeClr val="accent2"/>
                        </a:solidFill>
                        <a:latin typeface="微软雅黑 Light" panose="020B0502040204020203" pitchFamily="34" charset="-122"/>
                        <a:ea typeface="微软雅黑 Light" panose="020B0502040204020203" pitchFamily="34" charset="-122"/>
                      </a:endParaRPr>
                    </a:p>
                  </a:txBody>
                  <a:tcPr anchor="ctr"/>
                </a:tc>
                <a:tc>
                  <a:txBody>
                    <a:bodyPr/>
                    <a:lstStyle/>
                    <a:p>
                      <a:pPr algn="ctr"/>
                      <a:r>
                        <a:rPr lang="zh-CN" altLang="en-US" b="0" dirty="0">
                          <a:solidFill>
                            <a:schemeClr val="accent2"/>
                          </a:solidFill>
                          <a:latin typeface="微软雅黑 Light" panose="020B0502040204020203" pitchFamily="34" charset="-122"/>
                          <a:ea typeface="微软雅黑 Light" panose="020B0502040204020203" pitchFamily="34" charset="-122"/>
                        </a:rPr>
                        <a:t>第</a:t>
                      </a:r>
                      <a:r>
                        <a:rPr lang="en-US" altLang="zh-CN" b="0" dirty="0">
                          <a:solidFill>
                            <a:schemeClr val="accent2"/>
                          </a:solidFill>
                          <a:latin typeface="微软雅黑 Light" panose="020B0502040204020203" pitchFamily="34" charset="-122"/>
                          <a:ea typeface="微软雅黑 Light" panose="020B0502040204020203" pitchFamily="34" charset="-122"/>
                        </a:rPr>
                        <a:t>2</a:t>
                      </a:r>
                      <a:r>
                        <a:rPr lang="zh-CN" altLang="en-US" b="0" dirty="0">
                          <a:solidFill>
                            <a:schemeClr val="accent2"/>
                          </a:solidFill>
                          <a:latin typeface="微软雅黑 Light" panose="020B0502040204020203" pitchFamily="34" charset="-122"/>
                          <a:ea typeface="微软雅黑 Light" panose="020B0502040204020203" pitchFamily="34" charset="-122"/>
                        </a:rPr>
                        <a:t>字节</a:t>
                      </a:r>
                      <a:endParaRPr lang="zh-CN" altLang="en-US" b="0" dirty="0">
                        <a:solidFill>
                          <a:schemeClr val="accent2"/>
                        </a:solidFill>
                        <a:latin typeface="微软雅黑 Light" panose="020B0502040204020203" pitchFamily="34" charset="-122"/>
                        <a:ea typeface="微软雅黑 Light" panose="020B0502040204020203" pitchFamily="34" charset="-122"/>
                      </a:endParaRPr>
                    </a:p>
                  </a:txBody>
                  <a:tcPr anchor="ctr"/>
                </a:tc>
                <a:tc>
                  <a:txBody>
                    <a:bodyPr/>
                    <a:lstStyle/>
                    <a:p>
                      <a:pPr algn="ctr"/>
                      <a:endParaRPr lang="zh-CN" altLang="en-US" b="0" dirty="0">
                        <a:solidFill>
                          <a:schemeClr val="accent2"/>
                        </a:solidFill>
                        <a:latin typeface="微软雅黑 Light" panose="020B0502040204020203" pitchFamily="34" charset="-122"/>
                        <a:ea typeface="微软雅黑 Light" panose="020B0502040204020203" pitchFamily="34" charset="-122"/>
                      </a:endParaRPr>
                    </a:p>
                  </a:txBody>
                  <a:tcPr anchor="ctr"/>
                </a:tc>
                <a:tc>
                  <a:txBody>
                    <a:bodyPr/>
                    <a:lstStyle/>
                    <a:p>
                      <a:pPr algn="ctr"/>
                      <a:r>
                        <a:rPr lang="zh-CN" altLang="en-US" b="0" dirty="0">
                          <a:solidFill>
                            <a:schemeClr val="accent2"/>
                          </a:solidFill>
                          <a:latin typeface="微软雅黑 Light" panose="020B0502040204020203" pitchFamily="34" charset="-122"/>
                          <a:ea typeface="微软雅黑 Light" panose="020B0502040204020203" pitchFamily="34" charset="-122"/>
                        </a:rPr>
                        <a:t>第</a:t>
                      </a:r>
                      <a:r>
                        <a:rPr lang="en-US" altLang="zh-CN" b="0" dirty="0">
                          <a:solidFill>
                            <a:schemeClr val="accent2"/>
                          </a:solidFill>
                          <a:latin typeface="微软雅黑 Light" panose="020B0502040204020203" pitchFamily="34" charset="-122"/>
                          <a:ea typeface="微软雅黑 Light" panose="020B0502040204020203" pitchFamily="34" charset="-122"/>
                        </a:rPr>
                        <a:t>3</a:t>
                      </a:r>
                      <a:r>
                        <a:rPr lang="zh-CN" altLang="en-US" b="0" dirty="0">
                          <a:solidFill>
                            <a:schemeClr val="accent2"/>
                          </a:solidFill>
                          <a:latin typeface="微软雅黑 Light" panose="020B0502040204020203" pitchFamily="34" charset="-122"/>
                          <a:ea typeface="微软雅黑 Light" panose="020B0502040204020203" pitchFamily="34" charset="-122"/>
                        </a:rPr>
                        <a:t>字节</a:t>
                      </a:r>
                      <a:endParaRPr lang="zh-CN" altLang="en-US" b="0" dirty="0">
                        <a:solidFill>
                          <a:schemeClr val="accent2"/>
                        </a:solidFill>
                        <a:latin typeface="微软雅黑 Light" panose="020B0502040204020203" pitchFamily="34" charset="-122"/>
                        <a:ea typeface="微软雅黑 Light" panose="020B0502040204020203" pitchFamily="34" charset="-122"/>
                      </a:endParaRPr>
                    </a:p>
                  </a:txBody>
                  <a:tcPr anchor="ctr"/>
                </a:tc>
                <a:tc>
                  <a:txBody>
                    <a:bodyPr/>
                    <a:lstStyle/>
                    <a:p>
                      <a:pPr algn="ctr"/>
                      <a:endParaRPr lang="zh-CN" altLang="en-US" b="0" dirty="0">
                        <a:solidFill>
                          <a:schemeClr val="accent2"/>
                        </a:solidFill>
                        <a:latin typeface="微软雅黑 Light" panose="020B0502040204020203" pitchFamily="34" charset="-122"/>
                        <a:ea typeface="微软雅黑 Light" panose="020B0502040204020203" pitchFamily="34" charset="-122"/>
                      </a:endParaRPr>
                    </a:p>
                  </a:txBody>
                  <a:tcPr anchor="ctr"/>
                </a:tc>
                <a:tc>
                  <a:txBody>
                    <a:bodyPr/>
                    <a:lstStyle/>
                    <a:p>
                      <a:pPr algn="ctr"/>
                      <a:r>
                        <a:rPr lang="zh-CN" altLang="en-US" b="0" dirty="0">
                          <a:solidFill>
                            <a:schemeClr val="accent2"/>
                          </a:solidFill>
                          <a:latin typeface="微软雅黑 Light" panose="020B0502040204020203" pitchFamily="34" charset="-122"/>
                          <a:ea typeface="微软雅黑 Light" panose="020B0502040204020203" pitchFamily="34" charset="-122"/>
                        </a:rPr>
                        <a:t>第</a:t>
                      </a:r>
                      <a:r>
                        <a:rPr lang="en-US" altLang="zh-CN" b="0" dirty="0">
                          <a:solidFill>
                            <a:schemeClr val="accent2"/>
                          </a:solidFill>
                          <a:latin typeface="微软雅黑 Light" panose="020B0502040204020203" pitchFamily="34" charset="-122"/>
                          <a:ea typeface="微软雅黑 Light" panose="020B0502040204020203" pitchFamily="34" charset="-122"/>
                        </a:rPr>
                        <a:t>4</a:t>
                      </a:r>
                      <a:r>
                        <a:rPr lang="zh-CN" altLang="en-US" b="0" dirty="0">
                          <a:solidFill>
                            <a:schemeClr val="accent2"/>
                          </a:solidFill>
                          <a:latin typeface="微软雅黑 Light" panose="020B0502040204020203" pitchFamily="34" charset="-122"/>
                          <a:ea typeface="微软雅黑 Light" panose="020B0502040204020203" pitchFamily="34" charset="-122"/>
                        </a:rPr>
                        <a:t>字节</a:t>
                      </a:r>
                      <a:endParaRPr lang="zh-CN" altLang="en-US" b="0" dirty="0">
                        <a:solidFill>
                          <a:schemeClr val="accent2"/>
                        </a:solidFill>
                        <a:latin typeface="微软雅黑 Light" panose="020B0502040204020203" pitchFamily="34" charset="-122"/>
                        <a:ea typeface="微软雅黑 Light" panose="020B0502040204020203" pitchFamily="34" charset="-122"/>
                      </a:endParaRPr>
                    </a:p>
                  </a:txBody>
                  <a:tcPr anchor="ctr"/>
                </a:tc>
              </a:tr>
              <a:tr h="370840">
                <a:tc>
                  <a:txBody>
                    <a:bodyPr/>
                    <a:lstStyle/>
                    <a:p>
                      <a:pPr algn="ctr"/>
                      <a:r>
                        <a:rPr lang="en-US" altLang="zh-CN" dirty="0">
                          <a:solidFill>
                            <a:schemeClr val="accent2"/>
                          </a:solidFill>
                          <a:latin typeface="微软雅黑 Light" panose="020B0502040204020203" pitchFamily="34" charset="-122"/>
                          <a:ea typeface="微软雅黑 Light" panose="020B0502040204020203" pitchFamily="34" charset="-122"/>
                        </a:rPr>
                        <a:t>10</a:t>
                      </a:r>
                      <a:endParaRPr lang="en-US" altLang="zh-CN" dirty="0">
                        <a:solidFill>
                          <a:schemeClr val="accent2"/>
                        </a:solidFill>
                        <a:latin typeface="微软雅黑 Light" panose="020B0502040204020203" pitchFamily="34" charset="-122"/>
                        <a:ea typeface="微软雅黑 Light" panose="020B0502040204020203" pitchFamily="34" charset="-122"/>
                      </a:endParaRPr>
                    </a:p>
                    <a:p>
                      <a:pPr algn="ctr"/>
                      <a:r>
                        <a:rPr lang="zh-CN" altLang="en-US" sz="1200" dirty="0">
                          <a:solidFill>
                            <a:schemeClr val="accent2"/>
                          </a:solidFill>
                          <a:latin typeface="微软雅黑 Light" panose="020B0502040204020203" pitchFamily="34" charset="-122"/>
                          <a:ea typeface="微软雅黑 Light" panose="020B0502040204020203" pitchFamily="34" charset="-122"/>
                        </a:rPr>
                        <a:t>进制</a:t>
                      </a:r>
                      <a:endParaRPr lang="zh-CN" altLang="en-US" sz="1200" dirty="0">
                        <a:solidFill>
                          <a:schemeClr val="accent2"/>
                        </a:solidFill>
                        <a:latin typeface="微软雅黑 Light" panose="020B0502040204020203" pitchFamily="34" charset="-122"/>
                        <a:ea typeface="微软雅黑 Light" panose="020B0502040204020203" pitchFamily="34" charset="-122"/>
                      </a:endParaRPr>
                    </a:p>
                  </a:txBody>
                  <a:tcPr anchor="ctr"/>
                </a:tc>
                <a:tc>
                  <a:txBody>
                    <a:bodyPr/>
                    <a:lstStyle/>
                    <a:p>
                      <a:pPr algn="ctr"/>
                      <a:r>
                        <a:rPr lang="en-US" altLang="zh-CN" dirty="0">
                          <a:solidFill>
                            <a:schemeClr val="tx1"/>
                          </a:solidFill>
                          <a:latin typeface="微软雅黑 Light" panose="020B0502040204020203" pitchFamily="34" charset="-122"/>
                          <a:ea typeface="微软雅黑 Light" panose="020B0502040204020203" pitchFamily="34" charset="-122"/>
                        </a:rPr>
                        <a:t>129</a:t>
                      </a:r>
                      <a:endParaRPr lang="zh-CN" altLang="en-US" dirty="0">
                        <a:solidFill>
                          <a:schemeClr val="tx1"/>
                        </a:solidFill>
                        <a:latin typeface="微软雅黑 Light" panose="020B0502040204020203" pitchFamily="34" charset="-122"/>
                        <a:ea typeface="微软雅黑 Light" panose="020B0502040204020203" pitchFamily="34" charset="-122"/>
                      </a:endParaRPr>
                    </a:p>
                  </a:txBody>
                  <a:tcPr anchor="ctr"/>
                </a:tc>
                <a:tc>
                  <a:txBody>
                    <a:bodyPr/>
                    <a:lstStyle/>
                    <a:p>
                      <a:pPr algn="ctr"/>
                      <a:r>
                        <a:rPr lang="en-US" altLang="zh-CN" sz="1800" dirty="0">
                          <a:solidFill>
                            <a:schemeClr val="tx1"/>
                          </a:solidFill>
                          <a:latin typeface="微软雅黑 Light" panose="020B0502040204020203" pitchFamily="34" charset="-122"/>
                          <a:ea typeface="微软雅黑 Light" panose="020B0502040204020203" pitchFamily="34" charset="-122"/>
                        </a:rPr>
                        <a:t>.</a:t>
                      </a:r>
                      <a:endParaRPr lang="zh-CN" altLang="en-US" sz="1800" dirty="0">
                        <a:solidFill>
                          <a:schemeClr val="tx1"/>
                        </a:solidFill>
                        <a:latin typeface="微软雅黑 Light" panose="020B0502040204020203" pitchFamily="34" charset="-122"/>
                        <a:ea typeface="微软雅黑 Light" panose="020B0502040204020203" pitchFamily="34" charset="-122"/>
                      </a:endParaRPr>
                    </a:p>
                  </a:txBody>
                  <a:tcPr anchor="ctr"/>
                </a:tc>
                <a:tc>
                  <a:txBody>
                    <a:bodyPr/>
                    <a:lstStyle/>
                    <a:p>
                      <a:pPr algn="ctr"/>
                      <a:r>
                        <a:rPr lang="en-US" altLang="zh-CN" sz="1800" kern="1200" dirty="0">
                          <a:solidFill>
                            <a:schemeClr val="tx1"/>
                          </a:solidFill>
                          <a:latin typeface="微软雅黑 Light" panose="020B0502040204020203" pitchFamily="34" charset="-122"/>
                          <a:ea typeface="微软雅黑 Light" panose="020B0502040204020203" pitchFamily="34" charset="-122"/>
                        </a:rPr>
                        <a:t>16</a:t>
                      </a:r>
                      <a:endParaRPr lang="zh-CN" altLang="en-US" sz="1800" kern="1200" dirty="0">
                        <a:solidFill>
                          <a:schemeClr val="tx1"/>
                        </a:solidFill>
                        <a:latin typeface="微软雅黑 Light" panose="020B0502040204020203" pitchFamily="34" charset="-122"/>
                        <a:ea typeface="微软雅黑 Light" panose="020B0502040204020203" pitchFamily="34" charset="-122"/>
                        <a:cs typeface="+mn-ea"/>
                      </a:endParaRPr>
                    </a:p>
                  </a:txBody>
                  <a:tcPr anchor="ctr"/>
                </a:tc>
                <a:tc>
                  <a:txBody>
                    <a:bodyPr/>
                    <a:lstStyle/>
                    <a:p>
                      <a:pPr algn="ctr"/>
                      <a:r>
                        <a:rPr lang="en-US" altLang="zh-CN" dirty="0">
                          <a:solidFill>
                            <a:schemeClr val="tx1"/>
                          </a:solidFill>
                          <a:latin typeface="微软雅黑 Light" panose="020B0502040204020203" pitchFamily="34" charset="-122"/>
                          <a:ea typeface="微软雅黑 Light" panose="020B0502040204020203" pitchFamily="34" charset="-122"/>
                        </a:rPr>
                        <a:t>.</a:t>
                      </a:r>
                      <a:endParaRPr lang="zh-CN" altLang="en-US" dirty="0">
                        <a:solidFill>
                          <a:schemeClr val="tx1"/>
                        </a:solidFill>
                        <a:latin typeface="微软雅黑 Light" panose="020B0502040204020203" pitchFamily="34" charset="-122"/>
                        <a:ea typeface="微软雅黑 Light" panose="020B0502040204020203" pitchFamily="34" charset="-122"/>
                      </a:endParaRPr>
                    </a:p>
                  </a:txBody>
                  <a:tcPr anchor="ctr"/>
                </a:tc>
                <a:tc>
                  <a:txBody>
                    <a:bodyPr/>
                    <a:lstStyle/>
                    <a:p>
                      <a:pPr algn="ctr"/>
                      <a:r>
                        <a:rPr lang="en-US" altLang="zh-CN" dirty="0">
                          <a:solidFill>
                            <a:schemeClr val="tx1"/>
                          </a:solidFill>
                          <a:latin typeface="微软雅黑 Light" panose="020B0502040204020203" pitchFamily="34" charset="-122"/>
                          <a:ea typeface="微软雅黑 Light" panose="020B0502040204020203" pitchFamily="34" charset="-122"/>
                        </a:rPr>
                        <a:t>6</a:t>
                      </a:r>
                      <a:endParaRPr lang="zh-CN" altLang="en-US" dirty="0">
                        <a:solidFill>
                          <a:schemeClr val="tx1"/>
                        </a:solidFill>
                        <a:latin typeface="微软雅黑 Light" panose="020B0502040204020203" pitchFamily="34" charset="-122"/>
                        <a:ea typeface="微软雅黑 Light" panose="020B0502040204020203" pitchFamily="34" charset="-122"/>
                      </a:endParaRPr>
                    </a:p>
                  </a:txBody>
                  <a:tcPr anchor="ctr"/>
                </a:tc>
                <a:tc>
                  <a:txBody>
                    <a:bodyPr/>
                    <a:lstStyle/>
                    <a:p>
                      <a:pPr algn="ctr"/>
                      <a:r>
                        <a:rPr lang="en-US" altLang="zh-CN" dirty="0">
                          <a:solidFill>
                            <a:schemeClr val="tx1"/>
                          </a:solidFill>
                          <a:latin typeface="微软雅黑 Light" panose="020B0502040204020203" pitchFamily="34" charset="-122"/>
                          <a:ea typeface="微软雅黑 Light" panose="020B0502040204020203" pitchFamily="34" charset="-122"/>
                        </a:rPr>
                        <a:t>.</a:t>
                      </a:r>
                      <a:endParaRPr lang="zh-CN" altLang="en-US" dirty="0">
                        <a:solidFill>
                          <a:schemeClr val="tx1"/>
                        </a:solidFill>
                        <a:latin typeface="微软雅黑 Light" panose="020B0502040204020203" pitchFamily="34" charset="-122"/>
                        <a:ea typeface="微软雅黑 Light" panose="020B0502040204020203" pitchFamily="34" charset="-122"/>
                      </a:endParaRPr>
                    </a:p>
                  </a:txBody>
                  <a:tcPr anchor="ctr"/>
                </a:tc>
                <a:tc>
                  <a:txBody>
                    <a:bodyPr/>
                    <a:lstStyle/>
                    <a:p>
                      <a:pPr algn="ctr"/>
                      <a:r>
                        <a:rPr lang="en-US" altLang="zh-CN" sz="1800" kern="1200" dirty="0">
                          <a:solidFill>
                            <a:schemeClr val="tx1"/>
                          </a:solidFill>
                          <a:latin typeface="微软雅黑 Light" panose="020B0502040204020203" pitchFamily="34" charset="-122"/>
                          <a:ea typeface="微软雅黑 Light" panose="020B0502040204020203" pitchFamily="34" charset="-122"/>
                        </a:rPr>
                        <a:t>31</a:t>
                      </a:r>
                      <a:endParaRPr lang="zh-CN" altLang="en-US" sz="1800" kern="1200" dirty="0">
                        <a:solidFill>
                          <a:schemeClr val="tx1"/>
                        </a:solidFill>
                        <a:latin typeface="微软雅黑 Light" panose="020B0502040204020203" pitchFamily="34" charset="-122"/>
                        <a:ea typeface="微软雅黑 Light" panose="020B0502040204020203" pitchFamily="34" charset="-122"/>
                        <a:cs typeface="+mn-ea"/>
                      </a:endParaRPr>
                    </a:p>
                  </a:txBody>
                  <a:tcPr anchor="ctr"/>
                </a:tc>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dirty="0">
                          <a:solidFill>
                            <a:schemeClr val="accent2"/>
                          </a:solidFill>
                          <a:latin typeface="微软雅黑 Light" panose="020B0502040204020203" pitchFamily="34" charset="-122"/>
                          <a:ea typeface="微软雅黑 Light" panose="020B0502040204020203" pitchFamily="34" charset="-122"/>
                          <a:sym typeface="+mn-lt"/>
                        </a:rPr>
                        <a:t>2</a:t>
                      </a:r>
                      <a:endParaRPr lang="en-US" altLang="zh-CN" dirty="0">
                        <a:solidFill>
                          <a:schemeClr val="accent2"/>
                        </a:solidFill>
                        <a:latin typeface="微软雅黑 Light" panose="020B0502040204020203" pitchFamily="34" charset="-122"/>
                        <a:ea typeface="微软雅黑 Light" panose="020B0502040204020203" pitchFamily="34" charset="-122"/>
                        <a:sym typeface="+mn-lt"/>
                      </a:endParaRPr>
                    </a:p>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200" dirty="0">
                          <a:solidFill>
                            <a:schemeClr val="accent2"/>
                          </a:solidFill>
                          <a:latin typeface="微软雅黑 Light" panose="020B0502040204020203" pitchFamily="34" charset="-122"/>
                          <a:ea typeface="微软雅黑 Light" panose="020B0502040204020203" pitchFamily="34" charset="-122"/>
                          <a:sym typeface="+mn-lt"/>
                        </a:rPr>
                        <a:t>进制</a:t>
                      </a:r>
                      <a:endParaRPr lang="zh-CN" altLang="en-US" sz="1200" dirty="0">
                        <a:solidFill>
                          <a:schemeClr val="accent2"/>
                        </a:solidFill>
                        <a:latin typeface="微软雅黑 Light" panose="020B0502040204020203" pitchFamily="34" charset="-122"/>
                        <a:ea typeface="微软雅黑 Light" panose="020B0502040204020203" pitchFamily="34" charset="-122"/>
                        <a:cs typeface="+mn-ea"/>
                        <a:sym typeface="+mn-lt"/>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dirty="0">
                          <a:solidFill>
                            <a:schemeClr val="tx1"/>
                          </a:solidFill>
                          <a:latin typeface="微软雅黑 Light" panose="020B0502040204020203" pitchFamily="34" charset="-122"/>
                          <a:ea typeface="微软雅黑 Light" panose="020B0502040204020203" pitchFamily="34" charset="-122"/>
                          <a:sym typeface="+mn-lt"/>
                        </a:rPr>
                        <a:t>10000001</a:t>
                      </a:r>
                      <a:endParaRPr lang="zh-CN" altLang="en-US" dirty="0">
                        <a:solidFill>
                          <a:schemeClr val="tx1"/>
                        </a:solidFill>
                        <a:latin typeface="微软雅黑 Light" panose="020B0502040204020203" pitchFamily="34" charset="-122"/>
                        <a:ea typeface="微软雅黑 Light" panose="020B0502040204020203" pitchFamily="34" charset="-122"/>
                        <a:cs typeface="+mn-ea"/>
                        <a:sym typeface="+mn-lt"/>
                      </a:endParaRPr>
                    </a:p>
                  </a:txBody>
                  <a:tcPr anchor="ctr"/>
                </a:tc>
                <a:tc>
                  <a:txBody>
                    <a:bodyPr/>
                    <a:lstStyle/>
                    <a:p>
                      <a:pPr algn="ctr"/>
                      <a:endParaRPr lang="zh-CN" altLang="en-US" sz="1800" dirty="0">
                        <a:solidFill>
                          <a:schemeClr val="tx1"/>
                        </a:solidFill>
                        <a:latin typeface="微软雅黑 Light" panose="020B0502040204020203" pitchFamily="34" charset="-122"/>
                        <a:ea typeface="微软雅黑 Light" panose="020B0502040204020203" pitchFamily="34" charset="-122"/>
                      </a:endParaRPr>
                    </a:p>
                  </a:txBody>
                  <a:tcPr anchor="ctr"/>
                </a:tc>
                <a:tc>
                  <a:txBody>
                    <a:bodyPr/>
                    <a:lstStyle/>
                    <a:p>
                      <a:pPr algn="ctr"/>
                      <a:r>
                        <a:rPr lang="en-US" altLang="zh-CN" dirty="0">
                          <a:solidFill>
                            <a:schemeClr val="tx1"/>
                          </a:solidFill>
                          <a:latin typeface="微软雅黑 Light" panose="020B0502040204020203" pitchFamily="34" charset="-122"/>
                          <a:ea typeface="微软雅黑 Light" panose="020B0502040204020203" pitchFamily="34" charset="-122"/>
                          <a:sym typeface="+mn-lt"/>
                        </a:rPr>
                        <a:t>00001110 </a:t>
                      </a:r>
                      <a:endParaRPr lang="zh-CN" altLang="en-US" dirty="0">
                        <a:solidFill>
                          <a:schemeClr val="tx1"/>
                        </a:solidFill>
                        <a:latin typeface="微软雅黑 Light" panose="020B0502040204020203" pitchFamily="34" charset="-122"/>
                        <a:ea typeface="微软雅黑 Light" panose="020B0502040204020203" pitchFamily="34" charset="-122"/>
                      </a:endParaRPr>
                    </a:p>
                  </a:txBody>
                  <a:tcPr anchor="ctr"/>
                </a:tc>
                <a:tc>
                  <a:txBody>
                    <a:bodyPr/>
                    <a:lstStyle/>
                    <a:p>
                      <a:pPr algn="ctr"/>
                      <a:endParaRPr lang="zh-CN" altLang="en-US" dirty="0">
                        <a:solidFill>
                          <a:schemeClr val="tx1"/>
                        </a:solidFill>
                        <a:latin typeface="微软雅黑 Light" panose="020B0502040204020203" pitchFamily="34" charset="-122"/>
                        <a:ea typeface="微软雅黑 Light" panose="020B0502040204020203" pitchFamily="34" charset="-122"/>
                      </a:endParaRPr>
                    </a:p>
                  </a:txBody>
                  <a:tcPr anchor="ctr"/>
                </a:tc>
                <a:tc>
                  <a:txBody>
                    <a:bodyPr/>
                    <a:lstStyle/>
                    <a:p>
                      <a:pPr algn="ctr"/>
                      <a:r>
                        <a:rPr lang="en-US" altLang="zh-CN" dirty="0">
                          <a:solidFill>
                            <a:schemeClr val="tx1"/>
                          </a:solidFill>
                          <a:latin typeface="微软雅黑 Light" panose="020B0502040204020203" pitchFamily="34" charset="-122"/>
                          <a:ea typeface="微软雅黑 Light" panose="020B0502040204020203" pitchFamily="34" charset="-122"/>
                          <a:sym typeface="+mn-lt"/>
                        </a:rPr>
                        <a:t>00000110</a:t>
                      </a:r>
                      <a:endParaRPr lang="zh-CN" altLang="en-US" dirty="0">
                        <a:solidFill>
                          <a:schemeClr val="tx1"/>
                        </a:solidFill>
                        <a:latin typeface="微软雅黑 Light" panose="020B0502040204020203" pitchFamily="34" charset="-122"/>
                        <a:ea typeface="微软雅黑 Light" panose="020B0502040204020203" pitchFamily="34" charset="-122"/>
                      </a:endParaRPr>
                    </a:p>
                  </a:txBody>
                  <a:tcPr anchor="ctr"/>
                </a:tc>
                <a:tc>
                  <a:txBody>
                    <a:bodyPr/>
                    <a:lstStyle/>
                    <a:p>
                      <a:pPr algn="ctr"/>
                      <a:endParaRPr lang="zh-CN" altLang="en-US" dirty="0">
                        <a:solidFill>
                          <a:schemeClr val="tx1"/>
                        </a:solidFill>
                        <a:latin typeface="微软雅黑 Light" panose="020B0502040204020203" pitchFamily="34" charset="-122"/>
                        <a:ea typeface="微软雅黑 Light" panose="020B0502040204020203" pitchFamily="34" charset="-122"/>
                      </a:endParaRPr>
                    </a:p>
                  </a:txBody>
                  <a:tcPr anchor="ctr"/>
                </a:tc>
                <a:tc>
                  <a:txBody>
                    <a:bodyPr/>
                    <a:lstStyle/>
                    <a:p>
                      <a:pPr algn="ctr"/>
                      <a:r>
                        <a:rPr lang="en-US" altLang="zh-CN" dirty="0">
                          <a:solidFill>
                            <a:schemeClr val="tx1"/>
                          </a:solidFill>
                          <a:latin typeface="微软雅黑 Light" panose="020B0502040204020203" pitchFamily="34" charset="-122"/>
                          <a:ea typeface="微软雅黑 Light" panose="020B0502040204020203" pitchFamily="34" charset="-122"/>
                          <a:sym typeface="+mn-lt"/>
                        </a:rPr>
                        <a:t>00011111</a:t>
                      </a:r>
                      <a:endParaRPr lang="zh-CN" altLang="en-US" dirty="0">
                        <a:solidFill>
                          <a:schemeClr val="tx1"/>
                        </a:solidFill>
                        <a:latin typeface="微软雅黑 Light" panose="020B0502040204020203" pitchFamily="34" charset="-122"/>
                        <a:ea typeface="微软雅黑 Light" panose="020B0502040204020203" pitchFamily="34" charset="-122"/>
                      </a:endParaRPr>
                    </a:p>
                  </a:txBody>
                  <a:tcPr anchor="ctr"/>
                </a:tc>
              </a:tr>
              <a:tr h="370840">
                <a:tc>
                  <a:txBody>
                    <a:bodyPr/>
                    <a:lstStyle/>
                    <a:p>
                      <a:pPr algn="ctr"/>
                      <a:r>
                        <a:rPr lang="en-US" altLang="zh-CN" dirty="0">
                          <a:solidFill>
                            <a:schemeClr val="accent2"/>
                          </a:solidFill>
                          <a:latin typeface="微软雅黑 Light" panose="020B0502040204020203" pitchFamily="34" charset="-122"/>
                          <a:ea typeface="微软雅黑 Light" panose="020B0502040204020203" pitchFamily="34" charset="-122"/>
                        </a:rPr>
                        <a:t>16</a:t>
                      </a:r>
                      <a:endParaRPr lang="en-US" altLang="zh-CN" dirty="0">
                        <a:solidFill>
                          <a:schemeClr val="accent2"/>
                        </a:solidFill>
                        <a:latin typeface="微软雅黑 Light" panose="020B0502040204020203" pitchFamily="34" charset="-122"/>
                        <a:ea typeface="微软雅黑 Light" panose="020B0502040204020203" pitchFamily="34" charset="-122"/>
                      </a:endParaRPr>
                    </a:p>
                    <a:p>
                      <a:pPr algn="ctr"/>
                      <a:r>
                        <a:rPr lang="zh-CN" altLang="en-US" sz="1200" dirty="0">
                          <a:solidFill>
                            <a:schemeClr val="accent2"/>
                          </a:solidFill>
                          <a:latin typeface="微软雅黑 Light" panose="020B0502040204020203" pitchFamily="34" charset="-122"/>
                          <a:ea typeface="微软雅黑 Light" panose="020B0502040204020203" pitchFamily="34" charset="-122"/>
                        </a:rPr>
                        <a:t>进制</a:t>
                      </a:r>
                      <a:endParaRPr lang="zh-CN" altLang="en-US" sz="1200" dirty="0">
                        <a:solidFill>
                          <a:schemeClr val="accent2"/>
                        </a:solidFill>
                        <a:latin typeface="微软雅黑 Light" panose="020B0502040204020203" pitchFamily="34" charset="-122"/>
                        <a:ea typeface="微软雅黑 Light" panose="020B0502040204020203" pitchFamily="34" charset="-122"/>
                      </a:endParaRPr>
                    </a:p>
                  </a:txBody>
                  <a:tcPr anchor="ctr"/>
                </a:tc>
                <a:tc>
                  <a:txBody>
                    <a:bodyPr/>
                    <a:lstStyle/>
                    <a:p>
                      <a:pPr algn="ctr"/>
                      <a:r>
                        <a:rPr lang="en-US" altLang="zh-CN" dirty="0">
                          <a:solidFill>
                            <a:schemeClr val="tx1"/>
                          </a:solidFill>
                          <a:latin typeface="微软雅黑 Light" panose="020B0502040204020203" pitchFamily="34" charset="-122"/>
                          <a:ea typeface="微软雅黑 Light" panose="020B0502040204020203" pitchFamily="34" charset="-122"/>
                        </a:rPr>
                        <a:t>81</a:t>
                      </a:r>
                      <a:endParaRPr lang="zh-CN" altLang="en-US" dirty="0">
                        <a:solidFill>
                          <a:schemeClr val="tx1"/>
                        </a:solidFill>
                        <a:latin typeface="微软雅黑 Light" panose="020B0502040204020203" pitchFamily="34" charset="-122"/>
                        <a:ea typeface="微软雅黑 Light" panose="020B0502040204020203" pitchFamily="34" charset="-122"/>
                      </a:endParaRPr>
                    </a:p>
                  </a:txBody>
                  <a:tcPr anchor="ctr"/>
                </a:tc>
                <a:tc>
                  <a:txBody>
                    <a:bodyPr/>
                    <a:lstStyle/>
                    <a:p>
                      <a:pPr algn="ctr"/>
                      <a:r>
                        <a:rPr lang="en-US" altLang="zh-CN" sz="1800" dirty="0">
                          <a:solidFill>
                            <a:schemeClr val="tx1"/>
                          </a:solidFill>
                          <a:latin typeface="微软雅黑 Light" panose="020B0502040204020203" pitchFamily="34" charset="-122"/>
                          <a:ea typeface="微软雅黑 Light" panose="020B0502040204020203" pitchFamily="34" charset="-122"/>
                        </a:rPr>
                        <a:t>.</a:t>
                      </a:r>
                      <a:endParaRPr lang="zh-CN" altLang="en-US" sz="1800" dirty="0">
                        <a:solidFill>
                          <a:schemeClr val="tx1"/>
                        </a:solidFill>
                        <a:latin typeface="微软雅黑 Light" panose="020B0502040204020203" pitchFamily="34" charset="-122"/>
                        <a:ea typeface="微软雅黑 Light" panose="020B0502040204020203" pitchFamily="34" charset="-122"/>
                      </a:endParaRPr>
                    </a:p>
                  </a:txBody>
                  <a:tcPr anchor="ctr"/>
                </a:tc>
                <a:tc>
                  <a:txBody>
                    <a:bodyPr/>
                    <a:lstStyle/>
                    <a:p>
                      <a:pPr marL="0" algn="ctr" defTabSz="914400" rtl="0" eaLnBrk="1" latinLnBrk="0" hangingPunct="1"/>
                      <a:r>
                        <a:rPr lang="en-US" altLang="zh-CN" sz="1800" kern="1200" dirty="0">
                          <a:solidFill>
                            <a:schemeClr val="tx1"/>
                          </a:solidFill>
                          <a:latin typeface="微软雅黑 Light" panose="020B0502040204020203" pitchFamily="34" charset="-122"/>
                          <a:ea typeface="微软雅黑 Light" panose="020B0502040204020203" pitchFamily="34" charset="-122"/>
                        </a:rPr>
                        <a:t>0E</a:t>
                      </a:r>
                      <a:endParaRPr lang="zh-CN" altLang="en-US" sz="1800" kern="1200" dirty="0">
                        <a:solidFill>
                          <a:schemeClr val="tx1"/>
                        </a:solidFill>
                        <a:latin typeface="微软雅黑 Light" panose="020B0502040204020203" pitchFamily="34" charset="-122"/>
                        <a:ea typeface="微软雅黑 Light" panose="020B0502040204020203" pitchFamily="34" charset="-122"/>
                        <a:cs typeface="+mn-ea"/>
                      </a:endParaRPr>
                    </a:p>
                  </a:txBody>
                  <a:tcPr anchor="ctr"/>
                </a:tc>
                <a:tc>
                  <a:txBody>
                    <a:bodyPr/>
                    <a:lstStyle/>
                    <a:p>
                      <a:pPr algn="ctr"/>
                      <a:r>
                        <a:rPr lang="en-US" altLang="zh-CN" dirty="0">
                          <a:solidFill>
                            <a:schemeClr val="tx1"/>
                          </a:solidFill>
                          <a:latin typeface="微软雅黑 Light" panose="020B0502040204020203" pitchFamily="34" charset="-122"/>
                          <a:ea typeface="微软雅黑 Light" panose="020B0502040204020203" pitchFamily="34" charset="-122"/>
                        </a:rPr>
                        <a:t>.</a:t>
                      </a:r>
                      <a:endParaRPr lang="zh-CN" altLang="en-US" dirty="0">
                        <a:solidFill>
                          <a:schemeClr val="tx1"/>
                        </a:solidFill>
                        <a:latin typeface="微软雅黑 Light" panose="020B0502040204020203" pitchFamily="34" charset="-122"/>
                        <a:ea typeface="微软雅黑 Light" panose="020B0502040204020203" pitchFamily="34" charset="-122"/>
                      </a:endParaRPr>
                    </a:p>
                  </a:txBody>
                  <a:tcPr anchor="ctr"/>
                </a:tc>
                <a:tc>
                  <a:txBody>
                    <a:bodyPr/>
                    <a:lstStyle/>
                    <a:p>
                      <a:pPr algn="ctr"/>
                      <a:r>
                        <a:rPr lang="en-US" altLang="zh-CN" dirty="0">
                          <a:solidFill>
                            <a:schemeClr val="tx1"/>
                          </a:solidFill>
                          <a:latin typeface="微软雅黑 Light" panose="020B0502040204020203" pitchFamily="34" charset="-122"/>
                          <a:ea typeface="微软雅黑 Light" panose="020B0502040204020203" pitchFamily="34" charset="-122"/>
                        </a:rPr>
                        <a:t>06</a:t>
                      </a:r>
                      <a:endParaRPr lang="zh-CN" altLang="en-US" dirty="0">
                        <a:solidFill>
                          <a:schemeClr val="tx1"/>
                        </a:solidFill>
                        <a:latin typeface="微软雅黑 Light" panose="020B0502040204020203" pitchFamily="34" charset="-122"/>
                        <a:ea typeface="微软雅黑 Light" panose="020B0502040204020203" pitchFamily="34" charset="-122"/>
                      </a:endParaRPr>
                    </a:p>
                  </a:txBody>
                  <a:tcPr anchor="ctr"/>
                </a:tc>
                <a:tc>
                  <a:txBody>
                    <a:bodyPr/>
                    <a:lstStyle/>
                    <a:p>
                      <a:pPr algn="ctr"/>
                      <a:r>
                        <a:rPr lang="en-US" altLang="zh-CN" dirty="0">
                          <a:solidFill>
                            <a:schemeClr val="tx1"/>
                          </a:solidFill>
                          <a:latin typeface="微软雅黑 Light" panose="020B0502040204020203" pitchFamily="34" charset="-122"/>
                          <a:ea typeface="微软雅黑 Light" panose="020B0502040204020203" pitchFamily="34" charset="-122"/>
                        </a:rPr>
                        <a:t>.</a:t>
                      </a:r>
                      <a:endParaRPr lang="zh-CN" altLang="en-US" dirty="0">
                        <a:solidFill>
                          <a:schemeClr val="tx1"/>
                        </a:solidFill>
                        <a:latin typeface="微软雅黑 Light" panose="020B0502040204020203" pitchFamily="34" charset="-122"/>
                        <a:ea typeface="微软雅黑 Light" panose="020B0502040204020203" pitchFamily="34" charset="-122"/>
                      </a:endParaRPr>
                    </a:p>
                  </a:txBody>
                  <a:tcPr anchor="ctr"/>
                </a:tc>
                <a:tc>
                  <a:txBody>
                    <a:bodyPr/>
                    <a:lstStyle/>
                    <a:p>
                      <a:pPr marL="0" algn="ctr" defTabSz="914400" rtl="0" eaLnBrk="1" latinLnBrk="0" hangingPunct="1"/>
                      <a:r>
                        <a:rPr lang="en-US" altLang="zh-CN" sz="1800" kern="1200" dirty="0">
                          <a:solidFill>
                            <a:schemeClr val="tx1"/>
                          </a:solidFill>
                          <a:latin typeface="微软雅黑 Light" panose="020B0502040204020203" pitchFamily="34" charset="-122"/>
                          <a:ea typeface="微软雅黑 Light" panose="020B0502040204020203" pitchFamily="34" charset="-122"/>
                          <a:cs typeface="+mn-ea"/>
                        </a:rPr>
                        <a:t>1F</a:t>
                      </a:r>
                      <a:endParaRPr lang="zh-CN" altLang="en-US" sz="1800" kern="1200" dirty="0">
                        <a:solidFill>
                          <a:schemeClr val="tx1"/>
                        </a:solidFill>
                        <a:latin typeface="微软雅黑 Light" panose="020B0502040204020203" pitchFamily="34" charset="-122"/>
                        <a:ea typeface="微软雅黑 Light" panose="020B0502040204020203" pitchFamily="34" charset="-122"/>
                        <a:cs typeface="+mn-ea"/>
                      </a:endParaRPr>
                    </a:p>
                  </a:txBody>
                  <a:tcPr anchor="ctr"/>
                </a:tc>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lang="zh-CN" altLang="en-US" sz="1200" dirty="0">
                        <a:solidFill>
                          <a:schemeClr val="accent2"/>
                        </a:solidFill>
                        <a:latin typeface="微软雅黑 Light" panose="020B0502040204020203" pitchFamily="34" charset="-122"/>
                        <a:ea typeface="微软雅黑 Light" panose="020B0502040204020203" pitchFamily="34" charset="-122"/>
                        <a:cs typeface="+mn-ea"/>
                        <a:sym typeface="+mn-lt"/>
                      </a:endParaRPr>
                    </a:p>
                  </a:txBody>
                  <a:tcPr anchor="ctr"/>
                </a:tc>
                <a:tc gridSpan="3">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dirty="0">
                          <a:solidFill>
                            <a:srgbClr val="C00000"/>
                          </a:solidFill>
                          <a:latin typeface="微软雅黑 Light" panose="020B0502040204020203" pitchFamily="34" charset="-122"/>
                          <a:ea typeface="微软雅黑 Light" panose="020B0502040204020203" pitchFamily="34" charset="-122"/>
                          <a:cs typeface="+mn-ea"/>
                          <a:sym typeface="+mn-lt"/>
                        </a:rPr>
                        <a:t>网络号</a:t>
                      </a:r>
                      <a:endParaRPr lang="zh-CN" altLang="en-US" dirty="0">
                        <a:solidFill>
                          <a:srgbClr val="C00000"/>
                        </a:solidFill>
                        <a:latin typeface="微软雅黑 Light" panose="020B0502040204020203" pitchFamily="34" charset="-122"/>
                        <a:ea typeface="微软雅黑 Light" panose="020B0502040204020203" pitchFamily="34" charset="-122"/>
                        <a:cs typeface="+mn-ea"/>
                        <a:sym typeface="+mn-lt"/>
                      </a:endParaRPr>
                    </a:p>
                  </a:txBody>
                  <a:tcPr anchor="ctr"/>
                </a:tc>
                <a:tc hMerge="1">
                  <a:tcPr anchor="ctr"/>
                </a:tc>
                <a:tc hMerge="1">
                  <a:tcPr anchor="ctr"/>
                </a:tc>
                <a:tc>
                  <a:txBody>
                    <a:bodyPr/>
                    <a:lstStyle/>
                    <a:p>
                      <a:pPr algn="ctr"/>
                      <a:endParaRPr lang="zh-CN" altLang="en-US" dirty="0">
                        <a:solidFill>
                          <a:schemeClr val="tx1"/>
                        </a:solidFill>
                        <a:latin typeface="微软雅黑 Light" panose="020B0502040204020203" pitchFamily="34" charset="-122"/>
                        <a:ea typeface="微软雅黑 Light" panose="020B0502040204020203" pitchFamily="34" charset="-122"/>
                      </a:endParaRPr>
                    </a:p>
                  </a:txBody>
                  <a:tcPr anchor="ctr"/>
                </a:tc>
                <a:tc gridSpan="3">
                  <a:txBody>
                    <a:bodyPr/>
                    <a:lstStyle/>
                    <a:p>
                      <a:pPr algn="ctr"/>
                      <a:r>
                        <a:rPr lang="zh-CN" altLang="en-US" dirty="0">
                          <a:solidFill>
                            <a:srgbClr val="C00000"/>
                          </a:solidFill>
                          <a:latin typeface="微软雅黑 Light" panose="020B0502040204020203" pitchFamily="34" charset="-122"/>
                          <a:ea typeface="微软雅黑 Light" panose="020B0502040204020203" pitchFamily="34" charset="-122"/>
                        </a:rPr>
                        <a:t>主机号</a:t>
                      </a:r>
                      <a:endParaRPr lang="zh-CN" altLang="en-US" dirty="0">
                        <a:solidFill>
                          <a:srgbClr val="C00000"/>
                        </a:solidFill>
                        <a:latin typeface="微软雅黑 Light" panose="020B0502040204020203" pitchFamily="34" charset="-122"/>
                        <a:ea typeface="微软雅黑 Light" panose="020B0502040204020203" pitchFamily="34" charset="-122"/>
                      </a:endParaRPr>
                    </a:p>
                  </a:txBody>
                  <a:tcPr anchor="ctr"/>
                </a:tc>
                <a:tc hMerge="1">
                  <a:tcPr anchor="ctr"/>
                </a:tc>
                <a:tc hMerge="1">
                  <a:tcPr anchor="ctr"/>
                </a:tc>
              </a:tr>
            </a:tbl>
          </a:graphicData>
        </a:graphic>
      </p:graphicFrame>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灯片编号占位符 5"/>
          <p:cNvSpPr>
            <a:spLocks noGrp="1"/>
          </p:cNvSpPr>
          <p:nvPr>
            <p:ph type="sldNum" sz="quarter" idx="12"/>
          </p:nvPr>
        </p:nvSpPr>
        <p:spPr/>
        <p:txBody>
          <a:bodyPr/>
          <a:lstStyle/>
          <a:p>
            <a:fld id="{CD74B858-03A9-4448-BF1A-714EB121D3F4}" type="slidenum">
              <a:rPr lang="en-US" altLang="zh-CN"/>
            </a:fld>
            <a:endParaRPr lang="en-US" altLang="zh-CN"/>
          </a:p>
        </p:txBody>
      </p:sp>
      <p:sp>
        <p:nvSpPr>
          <p:cNvPr id="457730" name="Rectangle 2"/>
          <p:cNvSpPr>
            <a:spLocks noGrp="1" noChangeArrowheads="1"/>
          </p:cNvSpPr>
          <p:nvPr>
            <p:ph type="title"/>
          </p:nvPr>
        </p:nvSpPr>
        <p:spPr/>
        <p:txBody>
          <a:bodyPr/>
          <a:lstStyle/>
          <a:p>
            <a:r>
              <a:rPr lang="zh-CN" altLang="en-US"/>
              <a:t>各类</a:t>
            </a:r>
            <a:r>
              <a:rPr lang="en-US" altLang="zh-CN"/>
              <a:t>IP</a:t>
            </a:r>
            <a:r>
              <a:rPr lang="zh-CN" altLang="en-US"/>
              <a:t>地址的范围</a:t>
            </a:r>
            <a:endParaRPr lang="zh-CN" altLang="en-US"/>
          </a:p>
        </p:txBody>
      </p:sp>
      <p:graphicFrame>
        <p:nvGraphicFramePr>
          <p:cNvPr id="457968" name="Group 240"/>
          <p:cNvGraphicFramePr>
            <a:graphicFrameLocks noGrp="1"/>
          </p:cNvGraphicFramePr>
          <p:nvPr>
            <p:ph idx="4294967295"/>
          </p:nvPr>
        </p:nvGraphicFramePr>
        <p:xfrm>
          <a:off x="1631665" y="1340768"/>
          <a:ext cx="8928670" cy="3289049"/>
        </p:xfrm>
        <a:graphic>
          <a:graphicData uri="http://schemas.openxmlformats.org/drawingml/2006/table">
            <a:tbl>
              <a:tblPr/>
              <a:tblGrid>
                <a:gridCol w="915243"/>
                <a:gridCol w="4349088"/>
                <a:gridCol w="1603359"/>
                <a:gridCol w="2060980"/>
              </a:tblGrid>
              <a:tr h="468313">
                <a:tc>
                  <a:txBody>
                    <a:bodyPr/>
                    <a:lstStyle>
                      <a:lvl1pPr>
                        <a:spcBef>
                          <a:spcPct val="20000"/>
                        </a:spcBef>
                        <a:buClr>
                          <a:srgbClr val="C80000"/>
                        </a:buClr>
                        <a:buSzPct val="80000"/>
                        <a:buFont typeface="Wingdings" panose="05000000000000000000" pitchFamily="2" charset="2"/>
                        <a:defRPr sz="2800">
                          <a:solidFill>
                            <a:schemeClr val="tx1"/>
                          </a:solidFill>
                          <a:latin typeface="Times New Roman" panose="02020603050405020304" pitchFamily="18" charset="0"/>
                          <a:ea typeface="宋体" panose="02010600030101010101" pitchFamily="2" charset="-122"/>
                        </a:defRPr>
                      </a:lvl1pPr>
                      <a:lvl2pPr>
                        <a:spcBef>
                          <a:spcPct val="20000"/>
                        </a:spcBef>
                        <a:buClr>
                          <a:srgbClr val="00C800"/>
                        </a:buClr>
                        <a:buSzPct val="8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2pPr>
                      <a:lvl3pPr>
                        <a:spcBef>
                          <a:spcPct val="20000"/>
                        </a:spcBef>
                        <a:buClr>
                          <a:srgbClr val="0000C8"/>
                        </a:buClr>
                        <a:buSzPct val="80000"/>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3pPr>
                      <a:lvl4pPr>
                        <a:spcBef>
                          <a:spcPct val="20000"/>
                        </a:spcBef>
                        <a:buClr>
                          <a:srgbClr val="FF7F00"/>
                        </a:buClr>
                        <a:buSzPct val="8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4pPr>
                      <a:lvl5pPr>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0" lang="zh-CN" altLang="en-US" sz="24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rPr>
                        <a:t>类型</a:t>
                      </a:r>
                      <a:endParaRPr kumimoji="0" lang="zh-CN" altLang="en-US" sz="24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endParaRPr>
                    </a:p>
                  </a:txBody>
                  <a:tcPr marL="90000" marR="90000" marT="46800" marB="4680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C80000"/>
                        </a:buClr>
                        <a:buSzPct val="80000"/>
                        <a:buFont typeface="Wingdings" panose="05000000000000000000" pitchFamily="2" charset="2"/>
                        <a:defRPr sz="2800">
                          <a:solidFill>
                            <a:schemeClr val="tx1"/>
                          </a:solidFill>
                          <a:latin typeface="Times New Roman" panose="02020603050405020304" pitchFamily="18" charset="0"/>
                          <a:ea typeface="宋体" panose="02010600030101010101" pitchFamily="2" charset="-122"/>
                        </a:defRPr>
                      </a:lvl1pPr>
                      <a:lvl2pPr>
                        <a:spcBef>
                          <a:spcPct val="20000"/>
                        </a:spcBef>
                        <a:buClr>
                          <a:srgbClr val="00C800"/>
                        </a:buClr>
                        <a:buSzPct val="8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2pPr>
                      <a:lvl3pPr>
                        <a:spcBef>
                          <a:spcPct val="20000"/>
                        </a:spcBef>
                        <a:buClr>
                          <a:srgbClr val="0000C8"/>
                        </a:buClr>
                        <a:buSzPct val="80000"/>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3pPr>
                      <a:lvl4pPr>
                        <a:spcBef>
                          <a:spcPct val="20000"/>
                        </a:spcBef>
                        <a:buClr>
                          <a:srgbClr val="FF7F00"/>
                        </a:buClr>
                        <a:buSzPct val="8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4pPr>
                      <a:lvl5pPr>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0" lang="zh-CN" altLang="en-US" sz="24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rPr>
                        <a:t>范围</a:t>
                      </a:r>
                      <a:endParaRPr kumimoji="0" lang="zh-CN" altLang="en-US" sz="24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endParaRP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C80000"/>
                        </a:buClr>
                        <a:buSzPct val="80000"/>
                        <a:buFont typeface="Wingdings" panose="05000000000000000000" pitchFamily="2" charset="2"/>
                        <a:defRPr sz="2800">
                          <a:solidFill>
                            <a:schemeClr val="tx1"/>
                          </a:solidFill>
                          <a:latin typeface="Times New Roman" panose="02020603050405020304" pitchFamily="18" charset="0"/>
                          <a:ea typeface="宋体" panose="02010600030101010101" pitchFamily="2" charset="-122"/>
                        </a:defRPr>
                      </a:lvl1pPr>
                      <a:lvl2pPr>
                        <a:spcBef>
                          <a:spcPct val="20000"/>
                        </a:spcBef>
                        <a:buClr>
                          <a:srgbClr val="00C800"/>
                        </a:buClr>
                        <a:buSzPct val="8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2pPr>
                      <a:lvl3pPr>
                        <a:spcBef>
                          <a:spcPct val="20000"/>
                        </a:spcBef>
                        <a:buClr>
                          <a:srgbClr val="0000C8"/>
                        </a:buClr>
                        <a:buSzPct val="80000"/>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3pPr>
                      <a:lvl4pPr>
                        <a:spcBef>
                          <a:spcPct val="20000"/>
                        </a:spcBef>
                        <a:buClr>
                          <a:srgbClr val="FF7F00"/>
                        </a:buClr>
                        <a:buSzPct val="8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4pPr>
                      <a:lvl5pPr>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0" lang="zh-CN" altLang="en-US" sz="24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rPr>
                        <a:t>网络数</a:t>
                      </a:r>
                      <a:endParaRPr kumimoji="0" lang="zh-CN" altLang="en-US" sz="24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endParaRP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C80000"/>
                        </a:buClr>
                        <a:buSzPct val="80000"/>
                        <a:buFont typeface="Wingdings" panose="05000000000000000000" pitchFamily="2" charset="2"/>
                        <a:defRPr sz="2800">
                          <a:solidFill>
                            <a:schemeClr val="tx1"/>
                          </a:solidFill>
                          <a:latin typeface="Times New Roman" panose="02020603050405020304" pitchFamily="18" charset="0"/>
                          <a:ea typeface="宋体" panose="02010600030101010101" pitchFamily="2" charset="-122"/>
                        </a:defRPr>
                      </a:lvl1pPr>
                      <a:lvl2pPr>
                        <a:spcBef>
                          <a:spcPct val="20000"/>
                        </a:spcBef>
                        <a:buClr>
                          <a:srgbClr val="00C800"/>
                        </a:buClr>
                        <a:buSzPct val="8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2pPr>
                      <a:lvl3pPr>
                        <a:spcBef>
                          <a:spcPct val="20000"/>
                        </a:spcBef>
                        <a:buClr>
                          <a:srgbClr val="0000C8"/>
                        </a:buClr>
                        <a:buSzPct val="80000"/>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3pPr>
                      <a:lvl4pPr>
                        <a:spcBef>
                          <a:spcPct val="20000"/>
                        </a:spcBef>
                        <a:buClr>
                          <a:srgbClr val="FF7F00"/>
                        </a:buClr>
                        <a:buSzPct val="8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4pPr>
                      <a:lvl5pPr>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0" lang="zh-CN" altLang="en-US" sz="24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rPr>
                        <a:t>每个网络</a:t>
                      </a:r>
                      <a:endParaRPr kumimoji="0" lang="zh-CN" altLang="en-US" sz="24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endParaRPr>
                    </a:p>
                    <a:p>
                      <a:pPr marL="0" marR="0" lvl="0" indent="0" algn="ctr"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0" lang="zh-CN" altLang="en-US" sz="24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rPr>
                        <a:t>主机数量</a:t>
                      </a:r>
                      <a:endParaRPr kumimoji="0" lang="zh-CN" altLang="en-US" sz="24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endParaRPr>
                    </a:p>
                  </a:txBody>
                  <a:tcPr marL="90000" marR="90000" marT="46800" marB="4680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68313">
                <a:tc>
                  <a:txBody>
                    <a:bodyPr/>
                    <a:lstStyle>
                      <a:lvl1pPr>
                        <a:spcBef>
                          <a:spcPct val="20000"/>
                        </a:spcBef>
                        <a:buClr>
                          <a:srgbClr val="C80000"/>
                        </a:buClr>
                        <a:buSzPct val="80000"/>
                        <a:buFont typeface="Wingdings" panose="05000000000000000000" pitchFamily="2" charset="2"/>
                        <a:defRPr sz="2800">
                          <a:solidFill>
                            <a:schemeClr val="tx1"/>
                          </a:solidFill>
                          <a:latin typeface="Times New Roman" panose="02020603050405020304" pitchFamily="18" charset="0"/>
                          <a:ea typeface="宋体" panose="02010600030101010101" pitchFamily="2" charset="-122"/>
                        </a:defRPr>
                      </a:lvl1pPr>
                      <a:lvl2pPr>
                        <a:spcBef>
                          <a:spcPct val="20000"/>
                        </a:spcBef>
                        <a:buClr>
                          <a:srgbClr val="00C800"/>
                        </a:buClr>
                        <a:buSzPct val="8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2pPr>
                      <a:lvl3pPr>
                        <a:spcBef>
                          <a:spcPct val="20000"/>
                        </a:spcBef>
                        <a:buClr>
                          <a:srgbClr val="0000C8"/>
                        </a:buClr>
                        <a:buSzPct val="80000"/>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3pPr>
                      <a:lvl4pPr>
                        <a:spcBef>
                          <a:spcPct val="20000"/>
                        </a:spcBef>
                        <a:buClr>
                          <a:srgbClr val="FF7F00"/>
                        </a:buClr>
                        <a:buSzPct val="8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4pPr>
                      <a:lvl5pPr>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0" lang="en-US" altLang="zh-CN" sz="24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rPr>
                        <a:t>A</a:t>
                      </a:r>
                      <a:endParaRPr kumimoji="0" lang="en-US" altLang="zh-CN" sz="24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endParaRPr>
                    </a:p>
                  </a:txBody>
                  <a:tcPr marL="90000" marR="90000" marT="46800" marB="4680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C80000"/>
                        </a:buClr>
                        <a:buSzPct val="80000"/>
                        <a:buFont typeface="Wingdings" panose="05000000000000000000" pitchFamily="2" charset="2"/>
                        <a:defRPr sz="2800">
                          <a:solidFill>
                            <a:schemeClr val="tx1"/>
                          </a:solidFill>
                          <a:latin typeface="Times New Roman" panose="02020603050405020304" pitchFamily="18" charset="0"/>
                          <a:ea typeface="宋体" panose="02010600030101010101" pitchFamily="2" charset="-122"/>
                        </a:defRPr>
                      </a:lvl1pPr>
                      <a:lvl2pPr>
                        <a:spcBef>
                          <a:spcPct val="20000"/>
                        </a:spcBef>
                        <a:buClr>
                          <a:srgbClr val="00C800"/>
                        </a:buClr>
                        <a:buSzPct val="8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2pPr>
                      <a:lvl3pPr>
                        <a:spcBef>
                          <a:spcPct val="20000"/>
                        </a:spcBef>
                        <a:buClr>
                          <a:srgbClr val="0000C8"/>
                        </a:buClr>
                        <a:buSzPct val="80000"/>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3pPr>
                      <a:lvl4pPr>
                        <a:spcBef>
                          <a:spcPct val="20000"/>
                        </a:spcBef>
                        <a:buClr>
                          <a:srgbClr val="FF7F00"/>
                        </a:buClr>
                        <a:buSzPct val="8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4pPr>
                      <a:lvl5pPr>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1" lang="en-US" altLang="zh-CN" sz="2400" b="0" i="0" u="none" strike="noStrike" cap="none" normalizeH="0" baseline="0" dirty="0">
                          <a:ln>
                            <a:noFill/>
                          </a:ln>
                          <a:solidFill>
                            <a:srgbClr val="000000"/>
                          </a:solidFill>
                          <a:effectLst/>
                          <a:latin typeface="微软雅黑 Light" panose="020B0502040204020203" pitchFamily="34" charset="-122"/>
                          <a:ea typeface="微软雅黑 Light" panose="020B0502040204020203" pitchFamily="34" charset="-122"/>
                        </a:rPr>
                        <a:t>0.0.0.0     — 127.255.255.255</a:t>
                      </a:r>
                      <a:endParaRPr kumimoji="1" lang="en-US" altLang="zh-CN" sz="2400" b="0" i="0" u="none" strike="noStrike" cap="none" normalizeH="0" baseline="0" dirty="0">
                        <a:ln>
                          <a:noFill/>
                        </a:ln>
                        <a:solidFill>
                          <a:srgbClr val="000000"/>
                        </a:solidFill>
                        <a:effectLst/>
                        <a:latin typeface="微软雅黑 Light" panose="020B0502040204020203" pitchFamily="34" charset="-122"/>
                        <a:ea typeface="微软雅黑 Light" panose="020B0502040204020203" pitchFamily="34" charset="-122"/>
                      </a:endParaRP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C80000"/>
                        </a:buClr>
                        <a:buSzPct val="80000"/>
                        <a:buFont typeface="Wingdings" panose="05000000000000000000" pitchFamily="2" charset="2"/>
                        <a:defRPr sz="2800">
                          <a:solidFill>
                            <a:schemeClr val="tx1"/>
                          </a:solidFill>
                          <a:latin typeface="Times New Roman" panose="02020603050405020304" pitchFamily="18" charset="0"/>
                          <a:ea typeface="宋体" panose="02010600030101010101" pitchFamily="2" charset="-122"/>
                        </a:defRPr>
                      </a:lvl1pPr>
                      <a:lvl2pPr>
                        <a:spcBef>
                          <a:spcPct val="20000"/>
                        </a:spcBef>
                        <a:buClr>
                          <a:srgbClr val="00C800"/>
                        </a:buClr>
                        <a:buSzPct val="8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2pPr>
                      <a:lvl3pPr>
                        <a:spcBef>
                          <a:spcPct val="20000"/>
                        </a:spcBef>
                        <a:buClr>
                          <a:srgbClr val="0000C8"/>
                        </a:buClr>
                        <a:buSzPct val="80000"/>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3pPr>
                      <a:lvl4pPr>
                        <a:spcBef>
                          <a:spcPct val="20000"/>
                        </a:spcBef>
                        <a:buClr>
                          <a:srgbClr val="FF7F00"/>
                        </a:buClr>
                        <a:buSzPct val="8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4pPr>
                      <a:lvl5pPr>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1" lang="en-US" altLang="zh-CN" sz="2400" b="0" i="0" u="none" strike="noStrike" cap="none" normalizeH="0" baseline="0" dirty="0">
                          <a:ln>
                            <a:noFill/>
                          </a:ln>
                          <a:solidFill>
                            <a:srgbClr val="000000"/>
                          </a:solidFill>
                          <a:effectLst/>
                          <a:latin typeface="微软雅黑 Light" panose="020B0502040204020203" pitchFamily="34" charset="-122"/>
                          <a:ea typeface="微软雅黑 Light" panose="020B0502040204020203" pitchFamily="34" charset="-122"/>
                        </a:rPr>
                        <a:t>2</a:t>
                      </a:r>
                      <a:r>
                        <a:rPr kumimoji="1" lang="en-US" altLang="zh-CN" sz="2400" b="0" i="0" u="none" strike="noStrike" cap="none" normalizeH="0" baseline="30000" dirty="0">
                          <a:ln>
                            <a:noFill/>
                          </a:ln>
                          <a:solidFill>
                            <a:srgbClr val="000000"/>
                          </a:solidFill>
                          <a:effectLst/>
                          <a:latin typeface="微软雅黑 Light" panose="020B0502040204020203" pitchFamily="34" charset="-122"/>
                          <a:ea typeface="微软雅黑 Light" panose="020B0502040204020203" pitchFamily="34" charset="-122"/>
                        </a:rPr>
                        <a:t>7</a:t>
                      </a:r>
                      <a:endParaRPr kumimoji="1" lang="en-US" altLang="zh-CN" sz="2400" b="0" i="0" u="none" strike="noStrike" cap="none" normalizeH="0" baseline="0" dirty="0">
                        <a:ln>
                          <a:noFill/>
                        </a:ln>
                        <a:solidFill>
                          <a:srgbClr val="000000"/>
                        </a:solidFill>
                        <a:effectLst/>
                        <a:latin typeface="微软雅黑 Light" panose="020B0502040204020203" pitchFamily="34" charset="-122"/>
                        <a:ea typeface="微软雅黑 Light" panose="020B0502040204020203" pitchFamily="34" charset="-122"/>
                      </a:endParaRP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C80000"/>
                        </a:buClr>
                        <a:buSzPct val="80000"/>
                        <a:buFont typeface="Wingdings" panose="05000000000000000000" pitchFamily="2" charset="2"/>
                        <a:defRPr sz="2800">
                          <a:solidFill>
                            <a:schemeClr val="tx1"/>
                          </a:solidFill>
                          <a:latin typeface="Times New Roman" panose="02020603050405020304" pitchFamily="18" charset="0"/>
                          <a:ea typeface="宋体" panose="02010600030101010101" pitchFamily="2" charset="-122"/>
                        </a:defRPr>
                      </a:lvl1pPr>
                      <a:lvl2pPr>
                        <a:spcBef>
                          <a:spcPct val="20000"/>
                        </a:spcBef>
                        <a:buClr>
                          <a:srgbClr val="00C800"/>
                        </a:buClr>
                        <a:buSzPct val="8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2pPr>
                      <a:lvl3pPr>
                        <a:spcBef>
                          <a:spcPct val="20000"/>
                        </a:spcBef>
                        <a:buClr>
                          <a:srgbClr val="0000C8"/>
                        </a:buClr>
                        <a:buSzPct val="80000"/>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3pPr>
                      <a:lvl4pPr>
                        <a:spcBef>
                          <a:spcPct val="20000"/>
                        </a:spcBef>
                        <a:buClr>
                          <a:srgbClr val="FF7F00"/>
                        </a:buClr>
                        <a:buSzPct val="8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4pPr>
                      <a:lvl5pPr>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1" lang="en-US" altLang="zh-CN" sz="24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rPr>
                        <a:t>2</a:t>
                      </a:r>
                      <a:r>
                        <a:rPr kumimoji="1" lang="en-US" altLang="zh-CN" sz="2400" b="0" i="0" u="none" strike="noStrike" cap="none" normalizeH="0" baseline="30000" dirty="0">
                          <a:ln>
                            <a:noFill/>
                          </a:ln>
                          <a:solidFill>
                            <a:schemeClr val="tx1"/>
                          </a:solidFill>
                          <a:effectLst/>
                          <a:latin typeface="微软雅黑 Light" panose="020B0502040204020203" pitchFamily="34" charset="-122"/>
                          <a:ea typeface="微软雅黑 Light" panose="020B0502040204020203" pitchFamily="34" charset="-122"/>
                        </a:rPr>
                        <a:t>24</a:t>
                      </a:r>
                      <a:r>
                        <a:rPr kumimoji="1" lang="en-US" altLang="zh-CN" sz="24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rPr>
                        <a:t>-2</a:t>
                      </a:r>
                      <a:endParaRPr kumimoji="1" lang="en-US" altLang="zh-CN" sz="24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endParaRPr>
                    </a:p>
                  </a:txBody>
                  <a:tcPr marL="90000" marR="90000" marT="46800" marB="4680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68313">
                <a:tc>
                  <a:txBody>
                    <a:bodyPr/>
                    <a:lstStyle>
                      <a:lvl1pPr>
                        <a:spcBef>
                          <a:spcPct val="20000"/>
                        </a:spcBef>
                        <a:buClr>
                          <a:srgbClr val="C80000"/>
                        </a:buClr>
                        <a:buSzPct val="80000"/>
                        <a:buFont typeface="Wingdings" panose="05000000000000000000" pitchFamily="2" charset="2"/>
                        <a:defRPr sz="2800">
                          <a:solidFill>
                            <a:schemeClr val="tx1"/>
                          </a:solidFill>
                          <a:latin typeface="Times New Roman" panose="02020603050405020304" pitchFamily="18" charset="0"/>
                          <a:ea typeface="宋体" panose="02010600030101010101" pitchFamily="2" charset="-122"/>
                        </a:defRPr>
                      </a:lvl1pPr>
                      <a:lvl2pPr>
                        <a:spcBef>
                          <a:spcPct val="20000"/>
                        </a:spcBef>
                        <a:buClr>
                          <a:srgbClr val="00C800"/>
                        </a:buClr>
                        <a:buSzPct val="8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2pPr>
                      <a:lvl3pPr>
                        <a:spcBef>
                          <a:spcPct val="20000"/>
                        </a:spcBef>
                        <a:buClr>
                          <a:srgbClr val="0000C8"/>
                        </a:buClr>
                        <a:buSzPct val="80000"/>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3pPr>
                      <a:lvl4pPr>
                        <a:spcBef>
                          <a:spcPct val="20000"/>
                        </a:spcBef>
                        <a:buClr>
                          <a:srgbClr val="FF7F00"/>
                        </a:buClr>
                        <a:buSzPct val="8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4pPr>
                      <a:lvl5pPr>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0" lang="en-US" altLang="zh-CN" sz="24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rPr>
                        <a:t>B</a:t>
                      </a:r>
                      <a:endParaRPr kumimoji="0" lang="en-US" altLang="zh-CN" sz="24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endParaRPr>
                    </a:p>
                  </a:txBody>
                  <a:tcPr marL="90000" marR="90000" marT="46800" marB="4680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C80000"/>
                        </a:buClr>
                        <a:buSzPct val="80000"/>
                        <a:buFont typeface="Wingdings" panose="05000000000000000000" pitchFamily="2" charset="2"/>
                        <a:defRPr sz="2800">
                          <a:solidFill>
                            <a:schemeClr val="tx1"/>
                          </a:solidFill>
                          <a:latin typeface="Times New Roman" panose="02020603050405020304" pitchFamily="18" charset="0"/>
                          <a:ea typeface="宋体" panose="02010600030101010101" pitchFamily="2" charset="-122"/>
                        </a:defRPr>
                      </a:lvl1pPr>
                      <a:lvl2pPr>
                        <a:spcBef>
                          <a:spcPct val="20000"/>
                        </a:spcBef>
                        <a:buClr>
                          <a:srgbClr val="00C800"/>
                        </a:buClr>
                        <a:buSzPct val="8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2pPr>
                      <a:lvl3pPr>
                        <a:spcBef>
                          <a:spcPct val="20000"/>
                        </a:spcBef>
                        <a:buClr>
                          <a:srgbClr val="0000C8"/>
                        </a:buClr>
                        <a:buSzPct val="80000"/>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3pPr>
                      <a:lvl4pPr>
                        <a:spcBef>
                          <a:spcPct val="20000"/>
                        </a:spcBef>
                        <a:buClr>
                          <a:srgbClr val="FF7F00"/>
                        </a:buClr>
                        <a:buSzPct val="8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4pPr>
                      <a:lvl5pPr>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1" lang="en-US" altLang="zh-CN" sz="2400" b="0" i="0" u="none" strike="noStrike" cap="none" normalizeH="0" baseline="0" dirty="0">
                          <a:ln>
                            <a:noFill/>
                          </a:ln>
                          <a:solidFill>
                            <a:srgbClr val="000000"/>
                          </a:solidFill>
                          <a:effectLst/>
                          <a:latin typeface="微软雅黑 Light" panose="020B0502040204020203" pitchFamily="34" charset="-122"/>
                          <a:ea typeface="微软雅黑 Light" panose="020B0502040204020203" pitchFamily="34" charset="-122"/>
                        </a:rPr>
                        <a:t>128.0.0.0 — 191.255.255.255</a:t>
                      </a:r>
                      <a:endParaRPr kumimoji="1" lang="en-US" altLang="zh-CN" sz="2400" b="0" i="0" u="none" strike="noStrike" cap="none" normalizeH="0" baseline="0" dirty="0">
                        <a:ln>
                          <a:noFill/>
                        </a:ln>
                        <a:solidFill>
                          <a:srgbClr val="000000"/>
                        </a:solidFill>
                        <a:effectLst/>
                        <a:latin typeface="微软雅黑 Light" panose="020B0502040204020203" pitchFamily="34" charset="-122"/>
                        <a:ea typeface="微软雅黑 Light" panose="020B0502040204020203" pitchFamily="34" charset="-122"/>
                      </a:endParaRP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C80000"/>
                        </a:buClr>
                        <a:buSzPct val="80000"/>
                        <a:buFont typeface="Wingdings" panose="05000000000000000000" pitchFamily="2" charset="2"/>
                        <a:defRPr sz="2800">
                          <a:solidFill>
                            <a:schemeClr val="tx1"/>
                          </a:solidFill>
                          <a:latin typeface="Times New Roman" panose="02020603050405020304" pitchFamily="18" charset="0"/>
                          <a:ea typeface="宋体" panose="02010600030101010101" pitchFamily="2" charset="-122"/>
                        </a:defRPr>
                      </a:lvl1pPr>
                      <a:lvl2pPr>
                        <a:spcBef>
                          <a:spcPct val="20000"/>
                        </a:spcBef>
                        <a:buClr>
                          <a:srgbClr val="00C800"/>
                        </a:buClr>
                        <a:buSzPct val="8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2pPr>
                      <a:lvl3pPr>
                        <a:spcBef>
                          <a:spcPct val="20000"/>
                        </a:spcBef>
                        <a:buClr>
                          <a:srgbClr val="0000C8"/>
                        </a:buClr>
                        <a:buSzPct val="80000"/>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3pPr>
                      <a:lvl4pPr>
                        <a:spcBef>
                          <a:spcPct val="20000"/>
                        </a:spcBef>
                        <a:buClr>
                          <a:srgbClr val="FF7F00"/>
                        </a:buClr>
                        <a:buSzPct val="8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4pPr>
                      <a:lvl5pPr>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1" lang="en-US" altLang="zh-CN" sz="2400" b="0" i="0" u="none" strike="noStrike" cap="none" normalizeH="0" baseline="0" dirty="0">
                          <a:ln>
                            <a:noFill/>
                          </a:ln>
                          <a:solidFill>
                            <a:srgbClr val="000000"/>
                          </a:solidFill>
                          <a:effectLst/>
                          <a:latin typeface="微软雅黑 Light" panose="020B0502040204020203" pitchFamily="34" charset="-122"/>
                          <a:ea typeface="微软雅黑 Light" panose="020B0502040204020203" pitchFamily="34" charset="-122"/>
                        </a:rPr>
                        <a:t>2</a:t>
                      </a:r>
                      <a:r>
                        <a:rPr kumimoji="1" lang="en-US" altLang="zh-CN" sz="2400" b="0" i="0" u="none" strike="noStrike" cap="none" normalizeH="0" baseline="30000" dirty="0">
                          <a:ln>
                            <a:noFill/>
                          </a:ln>
                          <a:solidFill>
                            <a:srgbClr val="000000"/>
                          </a:solidFill>
                          <a:effectLst/>
                          <a:latin typeface="微软雅黑 Light" panose="020B0502040204020203" pitchFamily="34" charset="-122"/>
                          <a:ea typeface="微软雅黑 Light" panose="020B0502040204020203" pitchFamily="34" charset="-122"/>
                        </a:rPr>
                        <a:t>14</a:t>
                      </a:r>
                      <a:endParaRPr kumimoji="1" lang="en-US" altLang="zh-CN" sz="2400" b="0" i="0" u="none" strike="noStrike" cap="none" normalizeH="0" baseline="0" dirty="0">
                        <a:ln>
                          <a:noFill/>
                        </a:ln>
                        <a:solidFill>
                          <a:srgbClr val="000000"/>
                        </a:solidFill>
                        <a:effectLst/>
                        <a:latin typeface="微软雅黑 Light" panose="020B0502040204020203" pitchFamily="34" charset="-122"/>
                        <a:ea typeface="微软雅黑 Light" panose="020B0502040204020203" pitchFamily="34" charset="-122"/>
                      </a:endParaRP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C80000"/>
                        </a:buClr>
                        <a:buSzPct val="80000"/>
                        <a:buFont typeface="Wingdings" panose="05000000000000000000" pitchFamily="2" charset="2"/>
                        <a:defRPr sz="2800">
                          <a:solidFill>
                            <a:schemeClr val="tx1"/>
                          </a:solidFill>
                          <a:latin typeface="Times New Roman" panose="02020603050405020304" pitchFamily="18" charset="0"/>
                          <a:ea typeface="宋体" panose="02010600030101010101" pitchFamily="2" charset="-122"/>
                        </a:defRPr>
                      </a:lvl1pPr>
                      <a:lvl2pPr>
                        <a:spcBef>
                          <a:spcPct val="20000"/>
                        </a:spcBef>
                        <a:buClr>
                          <a:srgbClr val="00C800"/>
                        </a:buClr>
                        <a:buSzPct val="8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2pPr>
                      <a:lvl3pPr>
                        <a:spcBef>
                          <a:spcPct val="20000"/>
                        </a:spcBef>
                        <a:buClr>
                          <a:srgbClr val="0000C8"/>
                        </a:buClr>
                        <a:buSzPct val="80000"/>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3pPr>
                      <a:lvl4pPr>
                        <a:spcBef>
                          <a:spcPct val="20000"/>
                        </a:spcBef>
                        <a:buClr>
                          <a:srgbClr val="FF7F00"/>
                        </a:buClr>
                        <a:buSzPct val="8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4pPr>
                      <a:lvl5pPr>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1" lang="en-US" altLang="zh-CN" sz="24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rPr>
                        <a:t>2</a:t>
                      </a:r>
                      <a:r>
                        <a:rPr kumimoji="1" lang="en-US" altLang="zh-CN" sz="2400" b="0" i="0" u="none" strike="noStrike" cap="none" normalizeH="0" baseline="30000" dirty="0">
                          <a:ln>
                            <a:noFill/>
                          </a:ln>
                          <a:solidFill>
                            <a:schemeClr val="tx1"/>
                          </a:solidFill>
                          <a:effectLst/>
                          <a:latin typeface="微软雅黑 Light" panose="020B0502040204020203" pitchFamily="34" charset="-122"/>
                          <a:ea typeface="微软雅黑 Light" panose="020B0502040204020203" pitchFamily="34" charset="-122"/>
                        </a:rPr>
                        <a:t>16</a:t>
                      </a:r>
                      <a:r>
                        <a:rPr kumimoji="1" lang="en-US" altLang="zh-CN" sz="24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rPr>
                        <a:t>-2</a:t>
                      </a:r>
                      <a:endParaRPr kumimoji="1" lang="en-US" altLang="zh-CN" sz="24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endParaRPr>
                    </a:p>
                  </a:txBody>
                  <a:tcPr marL="90000" marR="90000" marT="46800" marB="4680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66725">
                <a:tc>
                  <a:txBody>
                    <a:bodyPr/>
                    <a:lstStyle>
                      <a:lvl1pPr>
                        <a:spcBef>
                          <a:spcPct val="20000"/>
                        </a:spcBef>
                        <a:buClr>
                          <a:srgbClr val="C80000"/>
                        </a:buClr>
                        <a:buSzPct val="80000"/>
                        <a:buFont typeface="Wingdings" panose="05000000000000000000" pitchFamily="2" charset="2"/>
                        <a:defRPr sz="2800">
                          <a:solidFill>
                            <a:schemeClr val="tx1"/>
                          </a:solidFill>
                          <a:latin typeface="Times New Roman" panose="02020603050405020304" pitchFamily="18" charset="0"/>
                          <a:ea typeface="宋体" panose="02010600030101010101" pitchFamily="2" charset="-122"/>
                        </a:defRPr>
                      </a:lvl1pPr>
                      <a:lvl2pPr>
                        <a:spcBef>
                          <a:spcPct val="20000"/>
                        </a:spcBef>
                        <a:buClr>
                          <a:srgbClr val="00C800"/>
                        </a:buClr>
                        <a:buSzPct val="8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2pPr>
                      <a:lvl3pPr>
                        <a:spcBef>
                          <a:spcPct val="20000"/>
                        </a:spcBef>
                        <a:buClr>
                          <a:srgbClr val="0000C8"/>
                        </a:buClr>
                        <a:buSzPct val="80000"/>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3pPr>
                      <a:lvl4pPr>
                        <a:spcBef>
                          <a:spcPct val="20000"/>
                        </a:spcBef>
                        <a:buClr>
                          <a:srgbClr val="FF7F00"/>
                        </a:buClr>
                        <a:buSzPct val="8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4pPr>
                      <a:lvl5pPr>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0" lang="en-US" altLang="zh-CN" sz="24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rPr>
                        <a:t>C</a:t>
                      </a:r>
                      <a:endParaRPr kumimoji="0" lang="en-US" altLang="zh-CN" sz="24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endParaRPr>
                    </a:p>
                  </a:txBody>
                  <a:tcPr marL="90000" marR="90000" marT="46800" marB="4680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C80000"/>
                        </a:buClr>
                        <a:buSzPct val="80000"/>
                        <a:buFont typeface="Wingdings" panose="05000000000000000000" pitchFamily="2" charset="2"/>
                        <a:defRPr sz="2800">
                          <a:solidFill>
                            <a:schemeClr val="tx1"/>
                          </a:solidFill>
                          <a:latin typeface="Times New Roman" panose="02020603050405020304" pitchFamily="18" charset="0"/>
                          <a:ea typeface="宋体" panose="02010600030101010101" pitchFamily="2" charset="-122"/>
                        </a:defRPr>
                      </a:lvl1pPr>
                      <a:lvl2pPr>
                        <a:spcBef>
                          <a:spcPct val="20000"/>
                        </a:spcBef>
                        <a:buClr>
                          <a:srgbClr val="00C800"/>
                        </a:buClr>
                        <a:buSzPct val="8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2pPr>
                      <a:lvl3pPr>
                        <a:spcBef>
                          <a:spcPct val="20000"/>
                        </a:spcBef>
                        <a:buClr>
                          <a:srgbClr val="0000C8"/>
                        </a:buClr>
                        <a:buSzPct val="80000"/>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3pPr>
                      <a:lvl4pPr>
                        <a:spcBef>
                          <a:spcPct val="20000"/>
                        </a:spcBef>
                        <a:buClr>
                          <a:srgbClr val="FF7F00"/>
                        </a:buClr>
                        <a:buSzPct val="8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4pPr>
                      <a:lvl5pPr>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1" lang="en-US" altLang="zh-CN" sz="2400" b="0" i="0" u="none" strike="noStrike" cap="none" normalizeH="0" baseline="0" dirty="0">
                          <a:ln>
                            <a:noFill/>
                          </a:ln>
                          <a:solidFill>
                            <a:srgbClr val="000000"/>
                          </a:solidFill>
                          <a:effectLst/>
                          <a:latin typeface="微软雅黑 Light" panose="020B0502040204020203" pitchFamily="34" charset="-122"/>
                          <a:ea typeface="微软雅黑 Light" panose="020B0502040204020203" pitchFamily="34" charset="-122"/>
                        </a:rPr>
                        <a:t>192.0.0.0 — 223.255.255.255</a:t>
                      </a:r>
                      <a:endParaRPr kumimoji="1" lang="en-US" altLang="zh-CN" sz="2400" b="0" i="0" u="none" strike="noStrike" cap="none" normalizeH="0" baseline="0" dirty="0">
                        <a:ln>
                          <a:noFill/>
                        </a:ln>
                        <a:solidFill>
                          <a:srgbClr val="000000"/>
                        </a:solidFill>
                        <a:effectLst/>
                        <a:latin typeface="微软雅黑 Light" panose="020B0502040204020203" pitchFamily="34" charset="-122"/>
                        <a:ea typeface="微软雅黑 Light" panose="020B0502040204020203" pitchFamily="34" charset="-122"/>
                      </a:endParaRP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C80000"/>
                        </a:buClr>
                        <a:buSzPct val="80000"/>
                        <a:buFont typeface="Wingdings" panose="05000000000000000000" pitchFamily="2" charset="2"/>
                        <a:defRPr sz="2800">
                          <a:solidFill>
                            <a:schemeClr val="tx1"/>
                          </a:solidFill>
                          <a:latin typeface="Times New Roman" panose="02020603050405020304" pitchFamily="18" charset="0"/>
                          <a:ea typeface="宋体" panose="02010600030101010101" pitchFamily="2" charset="-122"/>
                        </a:defRPr>
                      </a:lvl1pPr>
                      <a:lvl2pPr>
                        <a:spcBef>
                          <a:spcPct val="20000"/>
                        </a:spcBef>
                        <a:buClr>
                          <a:srgbClr val="00C800"/>
                        </a:buClr>
                        <a:buSzPct val="8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2pPr>
                      <a:lvl3pPr>
                        <a:spcBef>
                          <a:spcPct val="20000"/>
                        </a:spcBef>
                        <a:buClr>
                          <a:srgbClr val="0000C8"/>
                        </a:buClr>
                        <a:buSzPct val="80000"/>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3pPr>
                      <a:lvl4pPr>
                        <a:spcBef>
                          <a:spcPct val="20000"/>
                        </a:spcBef>
                        <a:buClr>
                          <a:srgbClr val="FF7F00"/>
                        </a:buClr>
                        <a:buSzPct val="8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4pPr>
                      <a:lvl5pPr>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1" lang="en-US" altLang="zh-CN" sz="2400" b="0" i="0" u="none" strike="noStrike" cap="none" normalizeH="0" baseline="0" dirty="0">
                          <a:ln>
                            <a:noFill/>
                          </a:ln>
                          <a:solidFill>
                            <a:srgbClr val="000000"/>
                          </a:solidFill>
                          <a:effectLst/>
                          <a:latin typeface="微软雅黑 Light" panose="020B0502040204020203" pitchFamily="34" charset="-122"/>
                          <a:ea typeface="微软雅黑 Light" panose="020B0502040204020203" pitchFamily="34" charset="-122"/>
                        </a:rPr>
                        <a:t>2</a:t>
                      </a:r>
                      <a:r>
                        <a:rPr kumimoji="1" lang="en-US" altLang="zh-CN" sz="2400" b="0" i="0" u="none" strike="noStrike" cap="none" normalizeH="0" baseline="30000" dirty="0">
                          <a:ln>
                            <a:noFill/>
                          </a:ln>
                          <a:solidFill>
                            <a:srgbClr val="000000"/>
                          </a:solidFill>
                          <a:effectLst/>
                          <a:latin typeface="微软雅黑 Light" panose="020B0502040204020203" pitchFamily="34" charset="-122"/>
                          <a:ea typeface="微软雅黑 Light" panose="020B0502040204020203" pitchFamily="34" charset="-122"/>
                        </a:rPr>
                        <a:t>21</a:t>
                      </a:r>
                      <a:endParaRPr kumimoji="1" lang="en-US" altLang="zh-CN" sz="2400" b="0" i="0" u="none" strike="noStrike" cap="none" normalizeH="0" baseline="0" dirty="0">
                        <a:ln>
                          <a:noFill/>
                        </a:ln>
                        <a:solidFill>
                          <a:srgbClr val="000000"/>
                        </a:solidFill>
                        <a:effectLst/>
                        <a:latin typeface="微软雅黑 Light" panose="020B0502040204020203" pitchFamily="34" charset="-122"/>
                        <a:ea typeface="微软雅黑 Light" panose="020B0502040204020203" pitchFamily="34" charset="-122"/>
                      </a:endParaRP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C80000"/>
                        </a:buClr>
                        <a:buSzPct val="80000"/>
                        <a:buFont typeface="Wingdings" panose="05000000000000000000" pitchFamily="2" charset="2"/>
                        <a:defRPr sz="2800">
                          <a:solidFill>
                            <a:schemeClr val="tx1"/>
                          </a:solidFill>
                          <a:latin typeface="Times New Roman" panose="02020603050405020304" pitchFamily="18" charset="0"/>
                          <a:ea typeface="宋体" panose="02010600030101010101" pitchFamily="2" charset="-122"/>
                        </a:defRPr>
                      </a:lvl1pPr>
                      <a:lvl2pPr>
                        <a:spcBef>
                          <a:spcPct val="20000"/>
                        </a:spcBef>
                        <a:buClr>
                          <a:srgbClr val="00C800"/>
                        </a:buClr>
                        <a:buSzPct val="8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2pPr>
                      <a:lvl3pPr>
                        <a:spcBef>
                          <a:spcPct val="20000"/>
                        </a:spcBef>
                        <a:buClr>
                          <a:srgbClr val="0000C8"/>
                        </a:buClr>
                        <a:buSzPct val="80000"/>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3pPr>
                      <a:lvl4pPr>
                        <a:spcBef>
                          <a:spcPct val="20000"/>
                        </a:spcBef>
                        <a:buClr>
                          <a:srgbClr val="FF7F00"/>
                        </a:buClr>
                        <a:buSzPct val="8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4pPr>
                      <a:lvl5pPr>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1" lang="en-US" altLang="zh-CN" sz="2400" b="0" i="0" u="none" strike="noStrike" cap="none" normalizeH="0" baseline="0" dirty="0">
                          <a:ln>
                            <a:noFill/>
                          </a:ln>
                          <a:solidFill>
                            <a:srgbClr val="000000"/>
                          </a:solidFill>
                          <a:effectLst/>
                          <a:latin typeface="微软雅黑 Light" panose="020B0502040204020203" pitchFamily="34" charset="-122"/>
                          <a:ea typeface="微软雅黑 Light" panose="020B0502040204020203" pitchFamily="34" charset="-122"/>
                        </a:rPr>
                        <a:t>2</a:t>
                      </a:r>
                      <a:r>
                        <a:rPr kumimoji="1" lang="en-US" altLang="zh-CN" sz="2400" b="0" i="0" u="none" strike="noStrike" cap="none" normalizeH="0" baseline="30000" dirty="0">
                          <a:ln>
                            <a:noFill/>
                          </a:ln>
                          <a:solidFill>
                            <a:srgbClr val="000000"/>
                          </a:solidFill>
                          <a:effectLst/>
                          <a:latin typeface="微软雅黑 Light" panose="020B0502040204020203" pitchFamily="34" charset="-122"/>
                          <a:ea typeface="微软雅黑 Light" panose="020B0502040204020203" pitchFamily="34" charset="-122"/>
                        </a:rPr>
                        <a:t>8</a:t>
                      </a:r>
                      <a:r>
                        <a:rPr kumimoji="1" lang="en-US" altLang="zh-CN" sz="2400" b="0" i="0" u="none" strike="noStrike" cap="none" normalizeH="0" baseline="0" dirty="0">
                          <a:ln>
                            <a:noFill/>
                          </a:ln>
                          <a:solidFill>
                            <a:srgbClr val="000000"/>
                          </a:solidFill>
                          <a:effectLst/>
                          <a:latin typeface="微软雅黑 Light" panose="020B0502040204020203" pitchFamily="34" charset="-122"/>
                          <a:ea typeface="微软雅黑 Light" panose="020B0502040204020203" pitchFamily="34" charset="-122"/>
                        </a:rPr>
                        <a:t>-2</a:t>
                      </a:r>
                      <a:endParaRPr kumimoji="1" lang="en-US" altLang="zh-CN" sz="2400" b="0" i="0" u="none" strike="noStrike" cap="none" normalizeH="0" baseline="0" dirty="0">
                        <a:ln>
                          <a:noFill/>
                        </a:ln>
                        <a:solidFill>
                          <a:srgbClr val="000000"/>
                        </a:solidFill>
                        <a:effectLst/>
                        <a:latin typeface="微软雅黑 Light" panose="020B0502040204020203" pitchFamily="34" charset="-122"/>
                        <a:ea typeface="微软雅黑 Light" panose="020B0502040204020203" pitchFamily="34" charset="-122"/>
                      </a:endParaRPr>
                    </a:p>
                  </a:txBody>
                  <a:tcPr marL="90000" marR="90000" marT="46800" marB="4680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68313">
                <a:tc>
                  <a:txBody>
                    <a:bodyPr/>
                    <a:lstStyle>
                      <a:lvl1pPr>
                        <a:spcBef>
                          <a:spcPct val="20000"/>
                        </a:spcBef>
                        <a:buClr>
                          <a:srgbClr val="C80000"/>
                        </a:buClr>
                        <a:buSzPct val="80000"/>
                        <a:buFont typeface="Wingdings" panose="05000000000000000000" pitchFamily="2" charset="2"/>
                        <a:defRPr sz="2800">
                          <a:solidFill>
                            <a:schemeClr val="tx1"/>
                          </a:solidFill>
                          <a:latin typeface="Times New Roman" panose="02020603050405020304" pitchFamily="18" charset="0"/>
                          <a:ea typeface="宋体" panose="02010600030101010101" pitchFamily="2" charset="-122"/>
                        </a:defRPr>
                      </a:lvl1pPr>
                      <a:lvl2pPr>
                        <a:spcBef>
                          <a:spcPct val="20000"/>
                        </a:spcBef>
                        <a:buClr>
                          <a:srgbClr val="00C800"/>
                        </a:buClr>
                        <a:buSzPct val="8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2pPr>
                      <a:lvl3pPr>
                        <a:spcBef>
                          <a:spcPct val="20000"/>
                        </a:spcBef>
                        <a:buClr>
                          <a:srgbClr val="0000C8"/>
                        </a:buClr>
                        <a:buSzPct val="80000"/>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3pPr>
                      <a:lvl4pPr>
                        <a:spcBef>
                          <a:spcPct val="20000"/>
                        </a:spcBef>
                        <a:buClr>
                          <a:srgbClr val="FF7F00"/>
                        </a:buClr>
                        <a:buSzPct val="8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4pPr>
                      <a:lvl5pPr>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0" lang="en-US" altLang="zh-CN" sz="24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rPr>
                        <a:t>D</a:t>
                      </a:r>
                      <a:endParaRPr kumimoji="0" lang="en-US" altLang="zh-CN" sz="24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endParaRPr>
                    </a:p>
                  </a:txBody>
                  <a:tcPr marL="90000" marR="90000" marT="46800" marB="4680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C80000"/>
                        </a:buClr>
                        <a:buSzPct val="80000"/>
                        <a:buFont typeface="Wingdings" panose="05000000000000000000" pitchFamily="2" charset="2"/>
                        <a:defRPr sz="2800">
                          <a:solidFill>
                            <a:schemeClr val="tx1"/>
                          </a:solidFill>
                          <a:latin typeface="Times New Roman" panose="02020603050405020304" pitchFamily="18" charset="0"/>
                          <a:ea typeface="宋体" panose="02010600030101010101" pitchFamily="2" charset="-122"/>
                        </a:defRPr>
                      </a:lvl1pPr>
                      <a:lvl2pPr>
                        <a:spcBef>
                          <a:spcPct val="20000"/>
                        </a:spcBef>
                        <a:buClr>
                          <a:srgbClr val="00C800"/>
                        </a:buClr>
                        <a:buSzPct val="8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2pPr>
                      <a:lvl3pPr>
                        <a:spcBef>
                          <a:spcPct val="20000"/>
                        </a:spcBef>
                        <a:buClr>
                          <a:srgbClr val="0000C8"/>
                        </a:buClr>
                        <a:buSzPct val="80000"/>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3pPr>
                      <a:lvl4pPr>
                        <a:spcBef>
                          <a:spcPct val="20000"/>
                        </a:spcBef>
                        <a:buClr>
                          <a:srgbClr val="FF7F00"/>
                        </a:buClr>
                        <a:buSzPct val="8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4pPr>
                      <a:lvl5pPr>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1" lang="en-US" altLang="zh-CN" sz="2400" b="0" i="0" u="none" strike="noStrike" cap="none" normalizeH="0" baseline="0" dirty="0">
                          <a:ln>
                            <a:noFill/>
                          </a:ln>
                          <a:solidFill>
                            <a:srgbClr val="000000"/>
                          </a:solidFill>
                          <a:effectLst/>
                          <a:latin typeface="微软雅黑 Light" panose="020B0502040204020203" pitchFamily="34" charset="-122"/>
                          <a:ea typeface="微软雅黑 Light" panose="020B0502040204020203" pitchFamily="34" charset="-122"/>
                        </a:rPr>
                        <a:t>224.0.0.0 — 239.255.255.255</a:t>
                      </a:r>
                      <a:endParaRPr kumimoji="1" lang="en-US" altLang="zh-CN" sz="2400" b="0" i="0" u="none" strike="noStrike" cap="none" normalizeH="0" baseline="0" dirty="0">
                        <a:ln>
                          <a:noFill/>
                        </a:ln>
                        <a:solidFill>
                          <a:srgbClr val="000000"/>
                        </a:solidFill>
                        <a:effectLst/>
                        <a:latin typeface="微软雅黑 Light" panose="020B0502040204020203" pitchFamily="34" charset="-122"/>
                        <a:ea typeface="微软雅黑 Light" panose="020B0502040204020203" pitchFamily="34" charset="-122"/>
                      </a:endParaRP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C80000"/>
                        </a:buClr>
                        <a:buSzPct val="80000"/>
                        <a:buFont typeface="Wingdings" panose="05000000000000000000" pitchFamily="2" charset="2"/>
                        <a:defRPr sz="2800">
                          <a:solidFill>
                            <a:schemeClr val="tx1"/>
                          </a:solidFill>
                          <a:latin typeface="Times New Roman" panose="02020603050405020304" pitchFamily="18" charset="0"/>
                          <a:ea typeface="宋体" panose="02010600030101010101" pitchFamily="2" charset="-122"/>
                        </a:defRPr>
                      </a:lvl1pPr>
                      <a:lvl2pPr>
                        <a:spcBef>
                          <a:spcPct val="20000"/>
                        </a:spcBef>
                        <a:buClr>
                          <a:srgbClr val="00C800"/>
                        </a:buClr>
                        <a:buSzPct val="8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2pPr>
                      <a:lvl3pPr>
                        <a:spcBef>
                          <a:spcPct val="20000"/>
                        </a:spcBef>
                        <a:buClr>
                          <a:srgbClr val="0000C8"/>
                        </a:buClr>
                        <a:buSzPct val="80000"/>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3pPr>
                      <a:lvl4pPr>
                        <a:spcBef>
                          <a:spcPct val="20000"/>
                        </a:spcBef>
                        <a:buClr>
                          <a:srgbClr val="FF7F00"/>
                        </a:buClr>
                        <a:buSzPct val="8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4pPr>
                      <a:lvl5pPr>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endParaRPr kumimoji="1" lang="zh-CN" altLang="zh-CN" sz="2400" b="0" i="0" u="none" strike="noStrike" cap="none" normalizeH="0" baseline="0" dirty="0">
                        <a:ln>
                          <a:noFill/>
                        </a:ln>
                        <a:solidFill>
                          <a:srgbClr val="000000"/>
                        </a:solidFill>
                        <a:effectLst/>
                        <a:latin typeface="微软雅黑 Light" panose="020B0502040204020203" pitchFamily="34" charset="-122"/>
                        <a:ea typeface="微软雅黑 Light" panose="020B0502040204020203" pitchFamily="34" charset="-122"/>
                      </a:endParaRP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C80000"/>
                        </a:buClr>
                        <a:buSzPct val="80000"/>
                        <a:buFont typeface="Wingdings" panose="05000000000000000000" pitchFamily="2" charset="2"/>
                        <a:defRPr sz="2800">
                          <a:solidFill>
                            <a:schemeClr val="tx1"/>
                          </a:solidFill>
                          <a:latin typeface="Times New Roman" panose="02020603050405020304" pitchFamily="18" charset="0"/>
                          <a:ea typeface="宋体" panose="02010600030101010101" pitchFamily="2" charset="-122"/>
                        </a:defRPr>
                      </a:lvl1pPr>
                      <a:lvl2pPr>
                        <a:spcBef>
                          <a:spcPct val="20000"/>
                        </a:spcBef>
                        <a:buClr>
                          <a:srgbClr val="00C800"/>
                        </a:buClr>
                        <a:buSzPct val="8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2pPr>
                      <a:lvl3pPr>
                        <a:spcBef>
                          <a:spcPct val="20000"/>
                        </a:spcBef>
                        <a:buClr>
                          <a:srgbClr val="0000C8"/>
                        </a:buClr>
                        <a:buSzPct val="80000"/>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3pPr>
                      <a:lvl4pPr>
                        <a:spcBef>
                          <a:spcPct val="20000"/>
                        </a:spcBef>
                        <a:buClr>
                          <a:srgbClr val="FF7F00"/>
                        </a:buClr>
                        <a:buSzPct val="8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4pPr>
                      <a:lvl5pPr>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endParaRPr kumimoji="1" lang="zh-CN" altLang="zh-CN" sz="2400" b="0" i="0" u="none" strike="noStrike" cap="none" normalizeH="0" baseline="0" dirty="0">
                        <a:ln>
                          <a:noFill/>
                        </a:ln>
                        <a:solidFill>
                          <a:srgbClr val="000000"/>
                        </a:solidFill>
                        <a:effectLst/>
                        <a:latin typeface="微软雅黑 Light" panose="020B0502040204020203" pitchFamily="34" charset="-122"/>
                        <a:ea typeface="微软雅黑 Light" panose="020B0502040204020203" pitchFamily="34" charset="-122"/>
                      </a:endParaRPr>
                    </a:p>
                  </a:txBody>
                  <a:tcPr marL="90000" marR="90000" marT="46800" marB="4680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19113">
                <a:tc>
                  <a:txBody>
                    <a:bodyPr/>
                    <a:lstStyle>
                      <a:lvl1pPr>
                        <a:spcBef>
                          <a:spcPct val="20000"/>
                        </a:spcBef>
                        <a:buClr>
                          <a:srgbClr val="C80000"/>
                        </a:buClr>
                        <a:buSzPct val="80000"/>
                        <a:buFont typeface="Wingdings" panose="05000000000000000000" pitchFamily="2" charset="2"/>
                        <a:defRPr sz="2800">
                          <a:solidFill>
                            <a:schemeClr val="tx1"/>
                          </a:solidFill>
                          <a:latin typeface="Times New Roman" panose="02020603050405020304" pitchFamily="18" charset="0"/>
                          <a:ea typeface="宋体" panose="02010600030101010101" pitchFamily="2" charset="-122"/>
                        </a:defRPr>
                      </a:lvl1pPr>
                      <a:lvl2pPr>
                        <a:spcBef>
                          <a:spcPct val="20000"/>
                        </a:spcBef>
                        <a:buClr>
                          <a:srgbClr val="00C800"/>
                        </a:buClr>
                        <a:buSzPct val="8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2pPr>
                      <a:lvl3pPr>
                        <a:spcBef>
                          <a:spcPct val="20000"/>
                        </a:spcBef>
                        <a:buClr>
                          <a:srgbClr val="0000C8"/>
                        </a:buClr>
                        <a:buSzPct val="80000"/>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3pPr>
                      <a:lvl4pPr>
                        <a:spcBef>
                          <a:spcPct val="20000"/>
                        </a:spcBef>
                        <a:buClr>
                          <a:srgbClr val="FF7F00"/>
                        </a:buClr>
                        <a:buSzPct val="8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4pPr>
                      <a:lvl5pPr>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0" lang="en-US" altLang="zh-CN" sz="24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rPr>
                        <a:t>E</a:t>
                      </a:r>
                      <a:endParaRPr kumimoji="0" lang="en-US" altLang="zh-CN" sz="24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endParaRPr>
                    </a:p>
                  </a:txBody>
                  <a:tcPr marL="90000" marR="90000" marT="46800" marB="4680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C80000"/>
                        </a:buClr>
                        <a:buSzPct val="80000"/>
                        <a:buFont typeface="Wingdings" panose="05000000000000000000" pitchFamily="2" charset="2"/>
                        <a:defRPr sz="2800">
                          <a:solidFill>
                            <a:schemeClr val="tx1"/>
                          </a:solidFill>
                          <a:latin typeface="Times New Roman" panose="02020603050405020304" pitchFamily="18" charset="0"/>
                          <a:ea typeface="宋体" panose="02010600030101010101" pitchFamily="2" charset="-122"/>
                        </a:defRPr>
                      </a:lvl1pPr>
                      <a:lvl2pPr>
                        <a:spcBef>
                          <a:spcPct val="20000"/>
                        </a:spcBef>
                        <a:buClr>
                          <a:srgbClr val="00C800"/>
                        </a:buClr>
                        <a:buSzPct val="8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2pPr>
                      <a:lvl3pPr>
                        <a:spcBef>
                          <a:spcPct val="20000"/>
                        </a:spcBef>
                        <a:buClr>
                          <a:srgbClr val="0000C8"/>
                        </a:buClr>
                        <a:buSzPct val="80000"/>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3pPr>
                      <a:lvl4pPr>
                        <a:spcBef>
                          <a:spcPct val="20000"/>
                        </a:spcBef>
                        <a:buClr>
                          <a:srgbClr val="FF7F00"/>
                        </a:buClr>
                        <a:buSzPct val="8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4pPr>
                      <a:lvl5pPr>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1" lang="en-US" altLang="zh-CN" sz="2400" b="0" i="0" u="none" strike="noStrike" cap="none" normalizeH="0" baseline="0" dirty="0">
                          <a:ln>
                            <a:noFill/>
                          </a:ln>
                          <a:solidFill>
                            <a:srgbClr val="000000"/>
                          </a:solidFill>
                          <a:effectLst/>
                          <a:latin typeface="微软雅黑 Light" panose="020B0502040204020203" pitchFamily="34" charset="-122"/>
                          <a:ea typeface="微软雅黑 Light" panose="020B0502040204020203" pitchFamily="34" charset="-122"/>
                        </a:rPr>
                        <a:t>240.0.0.0 — 247.255.255.255</a:t>
                      </a:r>
                      <a:endParaRPr kumimoji="1" lang="en-US" altLang="zh-CN" sz="2400" b="0" i="0" u="none" strike="noStrike" cap="none" normalizeH="0" baseline="0" dirty="0">
                        <a:ln>
                          <a:noFill/>
                        </a:ln>
                        <a:solidFill>
                          <a:srgbClr val="000000"/>
                        </a:solidFill>
                        <a:effectLst/>
                        <a:latin typeface="微软雅黑 Light" panose="020B0502040204020203" pitchFamily="34" charset="-122"/>
                        <a:ea typeface="微软雅黑 Light" panose="020B0502040204020203" pitchFamily="34" charset="-122"/>
                      </a:endParaRP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C80000"/>
                        </a:buClr>
                        <a:buSzPct val="80000"/>
                        <a:buFont typeface="Wingdings" panose="05000000000000000000" pitchFamily="2" charset="2"/>
                        <a:defRPr sz="2800">
                          <a:solidFill>
                            <a:schemeClr val="tx1"/>
                          </a:solidFill>
                          <a:latin typeface="Times New Roman" panose="02020603050405020304" pitchFamily="18" charset="0"/>
                          <a:ea typeface="宋体" panose="02010600030101010101" pitchFamily="2" charset="-122"/>
                        </a:defRPr>
                      </a:lvl1pPr>
                      <a:lvl2pPr>
                        <a:spcBef>
                          <a:spcPct val="20000"/>
                        </a:spcBef>
                        <a:buClr>
                          <a:srgbClr val="00C800"/>
                        </a:buClr>
                        <a:buSzPct val="8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2pPr>
                      <a:lvl3pPr>
                        <a:spcBef>
                          <a:spcPct val="20000"/>
                        </a:spcBef>
                        <a:buClr>
                          <a:srgbClr val="0000C8"/>
                        </a:buClr>
                        <a:buSzPct val="80000"/>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3pPr>
                      <a:lvl4pPr>
                        <a:spcBef>
                          <a:spcPct val="20000"/>
                        </a:spcBef>
                        <a:buClr>
                          <a:srgbClr val="FF7F00"/>
                        </a:buClr>
                        <a:buSzPct val="8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4pPr>
                      <a:lvl5pPr>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endParaRPr kumimoji="1" lang="zh-CN" altLang="zh-CN" sz="2400" b="0" i="0" u="none" strike="noStrike" cap="none" normalizeH="0" baseline="0" dirty="0">
                        <a:ln>
                          <a:noFill/>
                        </a:ln>
                        <a:solidFill>
                          <a:srgbClr val="000000"/>
                        </a:solidFill>
                        <a:effectLst/>
                        <a:latin typeface="微软雅黑 Light" panose="020B0502040204020203" pitchFamily="34" charset="-122"/>
                        <a:ea typeface="微软雅黑 Light" panose="020B0502040204020203" pitchFamily="34" charset="-122"/>
                      </a:endParaRP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C80000"/>
                        </a:buClr>
                        <a:buSzPct val="80000"/>
                        <a:buFont typeface="Wingdings" panose="05000000000000000000" pitchFamily="2" charset="2"/>
                        <a:defRPr sz="2800">
                          <a:solidFill>
                            <a:schemeClr val="tx1"/>
                          </a:solidFill>
                          <a:latin typeface="Times New Roman" panose="02020603050405020304" pitchFamily="18" charset="0"/>
                          <a:ea typeface="宋体" panose="02010600030101010101" pitchFamily="2" charset="-122"/>
                        </a:defRPr>
                      </a:lvl1pPr>
                      <a:lvl2pPr>
                        <a:spcBef>
                          <a:spcPct val="20000"/>
                        </a:spcBef>
                        <a:buClr>
                          <a:srgbClr val="00C800"/>
                        </a:buClr>
                        <a:buSzPct val="8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2pPr>
                      <a:lvl3pPr>
                        <a:spcBef>
                          <a:spcPct val="20000"/>
                        </a:spcBef>
                        <a:buClr>
                          <a:srgbClr val="0000C8"/>
                        </a:buClr>
                        <a:buSzPct val="80000"/>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3pPr>
                      <a:lvl4pPr>
                        <a:spcBef>
                          <a:spcPct val="20000"/>
                        </a:spcBef>
                        <a:buClr>
                          <a:srgbClr val="FF7F00"/>
                        </a:buClr>
                        <a:buSzPct val="8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4pPr>
                      <a:lvl5pPr>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endParaRPr kumimoji="1" lang="zh-CN" altLang="zh-CN" sz="2400" b="0" i="0" u="none" strike="noStrike" cap="none" normalizeH="0" baseline="0" dirty="0">
                        <a:ln>
                          <a:noFill/>
                        </a:ln>
                        <a:solidFill>
                          <a:srgbClr val="000000"/>
                        </a:solidFill>
                        <a:effectLst/>
                        <a:latin typeface="微软雅黑 Light" panose="020B0502040204020203" pitchFamily="34" charset="-122"/>
                        <a:ea typeface="微软雅黑 Light" panose="020B0502040204020203" pitchFamily="34" charset="-122"/>
                      </a:endParaRPr>
                    </a:p>
                  </a:txBody>
                  <a:tcPr marL="90000" marR="90000" marT="46800" marB="4680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bl>
          </a:graphicData>
        </a:graphic>
      </p:graphicFrame>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5"/>
          <p:cNvSpPr>
            <a:spLocks noGrp="1"/>
          </p:cNvSpPr>
          <p:nvPr>
            <p:ph type="sldNum" sz="quarter" idx="12"/>
          </p:nvPr>
        </p:nvSpPr>
        <p:spPr/>
        <p:txBody>
          <a:bodyPr/>
          <a:lstStyle/>
          <a:p>
            <a:fld id="{386DBA46-2E46-46B2-8E81-89BF5FC99145}" type="slidenum">
              <a:rPr lang="en-US" altLang="zh-CN"/>
            </a:fld>
            <a:endParaRPr lang="en-US" altLang="zh-CN"/>
          </a:p>
        </p:txBody>
      </p:sp>
      <p:sp>
        <p:nvSpPr>
          <p:cNvPr id="575490" name="Rectangle 2"/>
          <p:cNvSpPr>
            <a:spLocks noGrp="1" noChangeArrowheads="1"/>
          </p:cNvSpPr>
          <p:nvPr>
            <p:ph type="title"/>
          </p:nvPr>
        </p:nvSpPr>
        <p:spPr/>
        <p:txBody>
          <a:bodyPr/>
          <a:lstStyle/>
          <a:p>
            <a:r>
              <a:rPr lang="zh-CN" altLang="en-US"/>
              <a:t>特殊的</a:t>
            </a:r>
            <a:r>
              <a:rPr lang="en-US" altLang="zh-CN"/>
              <a:t>IP</a:t>
            </a:r>
            <a:r>
              <a:rPr lang="zh-CN" altLang="en-US"/>
              <a:t>地址</a:t>
            </a:r>
            <a:endParaRPr lang="zh-CN" altLang="en-US"/>
          </a:p>
        </p:txBody>
      </p:sp>
      <p:sp>
        <p:nvSpPr>
          <p:cNvPr id="575491" name="Rectangle 3"/>
          <p:cNvSpPr>
            <a:spLocks noGrp="1" noChangeArrowheads="1"/>
          </p:cNvSpPr>
          <p:nvPr>
            <p:ph type="body" idx="1"/>
          </p:nvPr>
        </p:nvSpPr>
        <p:spPr/>
        <p:txBody>
          <a:bodyPr/>
          <a:lstStyle/>
          <a:p>
            <a:r>
              <a:rPr lang="zh-CN" altLang="en-US" dirty="0"/>
              <a:t>网络地址</a:t>
            </a:r>
            <a:endParaRPr lang="zh-CN" altLang="en-US" dirty="0"/>
          </a:p>
          <a:p>
            <a:r>
              <a:rPr lang="en-US" altLang="zh-CN" dirty="0"/>
              <a:t>32</a:t>
            </a:r>
            <a:r>
              <a:rPr lang="zh-CN" altLang="en-US" dirty="0"/>
              <a:t>位全</a:t>
            </a:r>
            <a:r>
              <a:rPr lang="en-US" altLang="zh-CN" dirty="0"/>
              <a:t>0</a:t>
            </a:r>
            <a:r>
              <a:rPr lang="zh-CN" altLang="en-US" dirty="0"/>
              <a:t>的地址</a:t>
            </a:r>
            <a:endParaRPr lang="zh-CN" altLang="en-US" dirty="0"/>
          </a:p>
          <a:p>
            <a:r>
              <a:rPr lang="zh-CN" altLang="en-US" dirty="0"/>
              <a:t>广播地址</a:t>
            </a:r>
            <a:endParaRPr lang="zh-CN" altLang="en-US" dirty="0"/>
          </a:p>
          <a:p>
            <a:pPr lvl="1"/>
            <a:r>
              <a:rPr lang="zh-CN" altLang="en-US" dirty="0"/>
              <a:t>直接广播地址</a:t>
            </a:r>
            <a:endParaRPr lang="zh-CN" altLang="en-US" dirty="0"/>
          </a:p>
          <a:p>
            <a:pPr lvl="1"/>
            <a:r>
              <a:rPr lang="zh-CN" altLang="en-US" dirty="0"/>
              <a:t>受限广播地址</a:t>
            </a:r>
            <a:endParaRPr lang="zh-CN" altLang="en-US" dirty="0"/>
          </a:p>
          <a:p>
            <a:r>
              <a:rPr lang="zh-CN" altLang="en-US" dirty="0"/>
              <a:t>主机本身地址</a:t>
            </a:r>
            <a:endParaRPr lang="zh-CN" altLang="en-US" dirty="0"/>
          </a:p>
          <a:p>
            <a:r>
              <a:rPr lang="zh-CN" altLang="en-US" dirty="0"/>
              <a:t>环回地址</a:t>
            </a:r>
            <a:endParaRPr lang="zh-CN" altLang="en-US" dirty="0"/>
          </a:p>
          <a:p>
            <a:r>
              <a:rPr lang="zh-CN" altLang="en-US" dirty="0"/>
              <a:t>私有地址</a:t>
            </a:r>
            <a:endParaRPr lang="zh-CN" altLang="en-US"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5"/>
          <p:cNvSpPr>
            <a:spLocks noGrp="1"/>
          </p:cNvSpPr>
          <p:nvPr>
            <p:ph type="sldNum" sz="quarter" idx="12"/>
          </p:nvPr>
        </p:nvSpPr>
        <p:spPr/>
        <p:txBody>
          <a:bodyPr/>
          <a:lstStyle/>
          <a:p>
            <a:fld id="{B367E1F0-9FE0-4460-91EC-3BBE801D3183}" type="slidenum">
              <a:rPr lang="en-US" altLang="zh-CN"/>
            </a:fld>
            <a:endParaRPr lang="en-US" altLang="zh-CN"/>
          </a:p>
        </p:txBody>
      </p:sp>
      <p:sp>
        <p:nvSpPr>
          <p:cNvPr id="459778" name="Rectangle 2"/>
          <p:cNvSpPr>
            <a:spLocks noGrp="1" noChangeArrowheads="1"/>
          </p:cNvSpPr>
          <p:nvPr>
            <p:ph type="title"/>
          </p:nvPr>
        </p:nvSpPr>
        <p:spPr/>
        <p:txBody>
          <a:bodyPr/>
          <a:lstStyle/>
          <a:p>
            <a:r>
              <a:rPr lang="zh-CN" altLang="en-US"/>
              <a:t>特殊的</a:t>
            </a:r>
            <a:r>
              <a:rPr lang="en-US" altLang="zh-CN"/>
              <a:t>IP</a:t>
            </a:r>
            <a:r>
              <a:rPr lang="zh-CN" altLang="en-US"/>
              <a:t>地址</a:t>
            </a:r>
            <a:r>
              <a:rPr lang="en-US" altLang="zh-CN"/>
              <a:t>—</a:t>
            </a:r>
            <a:r>
              <a:rPr lang="zh-CN" altLang="en-US"/>
              <a:t>网络地址</a:t>
            </a:r>
            <a:endParaRPr lang="zh-CN" altLang="en-US"/>
          </a:p>
        </p:txBody>
      </p:sp>
      <p:sp>
        <p:nvSpPr>
          <p:cNvPr id="459779" name="Rectangle 3"/>
          <p:cNvSpPr>
            <a:spLocks noGrp="1" noChangeArrowheads="1"/>
          </p:cNvSpPr>
          <p:nvPr>
            <p:ph type="body" idx="1"/>
          </p:nvPr>
        </p:nvSpPr>
        <p:spPr/>
        <p:txBody>
          <a:bodyPr/>
          <a:lstStyle/>
          <a:p>
            <a:r>
              <a:rPr lang="zh-CN" altLang="en-US" dirty="0"/>
              <a:t>网络地址：主机号全为</a:t>
            </a:r>
            <a:r>
              <a:rPr lang="en-US" altLang="zh-CN" dirty="0"/>
              <a:t>0</a:t>
            </a:r>
            <a:r>
              <a:rPr lang="zh-CN" altLang="en-US" dirty="0"/>
              <a:t>的地址</a:t>
            </a:r>
            <a:endParaRPr lang="zh-CN" altLang="en-US" dirty="0"/>
          </a:p>
          <a:p>
            <a:pPr lvl="1"/>
            <a:r>
              <a:rPr lang="zh-CN" altLang="en-US" dirty="0"/>
              <a:t>网络</a:t>
            </a:r>
            <a:r>
              <a:rPr lang="en-US" altLang="zh-CN" dirty="0"/>
              <a:t>IP</a:t>
            </a:r>
            <a:r>
              <a:rPr lang="zh-CN" altLang="en-US" dirty="0"/>
              <a:t>地址不分配给任何主机，而是作为网络本身的标识，供路由器查找路由表用</a:t>
            </a:r>
            <a:endParaRPr lang="zh-CN" altLang="en-US" dirty="0"/>
          </a:p>
          <a:p>
            <a:pPr lvl="1"/>
            <a:r>
              <a:rPr lang="zh-CN" altLang="en-US" dirty="0"/>
              <a:t>例：主机 </a:t>
            </a:r>
            <a:r>
              <a:rPr lang="en-US" altLang="zh-CN" dirty="0"/>
              <a:t>202.198.151.136</a:t>
            </a:r>
            <a:r>
              <a:rPr lang="zh-CN" altLang="en-US" dirty="0"/>
              <a:t>所在网段的网络地址为</a:t>
            </a:r>
            <a:r>
              <a:rPr lang="en-US" altLang="zh-CN" dirty="0"/>
              <a:t>202.198.151.0</a:t>
            </a:r>
            <a:endParaRPr lang="en-US" altLang="zh-CN"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5"/>
          <p:cNvSpPr>
            <a:spLocks noGrp="1"/>
          </p:cNvSpPr>
          <p:nvPr>
            <p:ph type="sldNum" sz="quarter" idx="12"/>
          </p:nvPr>
        </p:nvSpPr>
        <p:spPr/>
        <p:txBody>
          <a:bodyPr/>
          <a:lstStyle/>
          <a:p>
            <a:fld id="{24346960-771E-4553-B22E-E021E237022D}" type="slidenum">
              <a:rPr lang="en-US" altLang="zh-CN"/>
            </a:fld>
            <a:endParaRPr lang="en-US" altLang="zh-CN"/>
          </a:p>
        </p:txBody>
      </p:sp>
      <p:sp>
        <p:nvSpPr>
          <p:cNvPr id="577538" name="Rectangle 2"/>
          <p:cNvSpPr>
            <a:spLocks noGrp="1" noChangeArrowheads="1"/>
          </p:cNvSpPr>
          <p:nvPr>
            <p:ph type="title"/>
          </p:nvPr>
        </p:nvSpPr>
        <p:spPr/>
        <p:txBody>
          <a:bodyPr/>
          <a:lstStyle/>
          <a:p>
            <a:r>
              <a:rPr lang="zh-CN" altLang="en-US"/>
              <a:t>特殊的</a:t>
            </a:r>
            <a:r>
              <a:rPr lang="en-US" altLang="zh-CN"/>
              <a:t>IP</a:t>
            </a:r>
            <a:r>
              <a:rPr lang="zh-CN" altLang="en-US"/>
              <a:t>地址</a:t>
            </a:r>
            <a:r>
              <a:rPr lang="en-US" altLang="zh-CN"/>
              <a:t>—32</a:t>
            </a:r>
            <a:r>
              <a:rPr lang="zh-CN" altLang="en-US"/>
              <a:t>位全</a:t>
            </a:r>
            <a:r>
              <a:rPr lang="en-US" altLang="zh-CN"/>
              <a:t>0</a:t>
            </a:r>
            <a:r>
              <a:rPr lang="zh-CN" altLang="en-US"/>
              <a:t>的地址</a:t>
            </a:r>
            <a:endParaRPr lang="zh-CN" altLang="en-US"/>
          </a:p>
        </p:txBody>
      </p:sp>
      <p:sp>
        <p:nvSpPr>
          <p:cNvPr id="577539" name="Rectangle 3"/>
          <p:cNvSpPr>
            <a:spLocks noGrp="1" noChangeArrowheads="1"/>
          </p:cNvSpPr>
          <p:nvPr>
            <p:ph type="body" idx="1"/>
          </p:nvPr>
        </p:nvSpPr>
        <p:spPr/>
        <p:txBody>
          <a:bodyPr/>
          <a:lstStyle/>
          <a:p>
            <a:r>
              <a:rPr lang="en-US" altLang="zh-CN" dirty="0"/>
              <a:t>0.0.0.0</a:t>
            </a:r>
            <a:r>
              <a:rPr lang="zh-CN" altLang="en-US" dirty="0"/>
              <a:t>不是一个真正意义上的</a:t>
            </a:r>
            <a:r>
              <a:rPr lang="en-US" altLang="zh-CN" dirty="0"/>
              <a:t>IP</a:t>
            </a:r>
            <a:r>
              <a:rPr lang="zh-CN" altLang="en-US" dirty="0"/>
              <a:t>地址</a:t>
            </a:r>
            <a:endParaRPr lang="en-US" altLang="zh-CN" dirty="0"/>
          </a:p>
          <a:p>
            <a:r>
              <a:rPr lang="zh-CN" altLang="en-US" dirty="0"/>
              <a:t>表示一个集合：所有不清楚的主机和目的网络</a:t>
            </a:r>
            <a:endParaRPr lang="en-US" altLang="zh-CN" dirty="0"/>
          </a:p>
          <a:p>
            <a:pPr lvl="1"/>
            <a:r>
              <a:rPr lang="zh-CN" altLang="en-US" dirty="0"/>
              <a:t>这里的“不清楚”是指在本机的路由表里没有特定条目指明如何到达</a:t>
            </a:r>
            <a:endParaRPr lang="zh-CN" altLang="en-US" dirty="0"/>
          </a:p>
          <a:p>
            <a:pPr lvl="1"/>
            <a:r>
              <a:rPr lang="zh-CN" altLang="en-US" dirty="0"/>
              <a:t>对本机来说，它就是一个“收容所”，所有不认识的“三无”人员，一律送进去。如果你在网络设置中设置了缺省网关，那么系统会自动产生一个目的地址为</a:t>
            </a:r>
            <a:r>
              <a:rPr lang="en-US" altLang="zh-CN" dirty="0"/>
              <a:t>0.0.0.0</a:t>
            </a:r>
            <a:r>
              <a:rPr lang="zh-CN" altLang="en-US" dirty="0"/>
              <a:t>的缺省路由</a:t>
            </a:r>
            <a:endParaRPr lang="zh-CN" altLang="en-US" dirty="0"/>
          </a:p>
          <a:p>
            <a:pPr lvl="1"/>
            <a:r>
              <a:rPr lang="zh-CN" altLang="en-US" dirty="0"/>
              <a:t>还没有分配到</a:t>
            </a:r>
            <a:r>
              <a:rPr lang="en-US" altLang="zh-CN" dirty="0"/>
              <a:t>IP</a:t>
            </a:r>
            <a:r>
              <a:rPr lang="zh-CN" altLang="en-US" dirty="0"/>
              <a:t>地址的主机在发送</a:t>
            </a:r>
            <a:r>
              <a:rPr lang="en-US" altLang="zh-CN" dirty="0"/>
              <a:t>IP</a:t>
            </a:r>
            <a:r>
              <a:rPr lang="zh-CN" altLang="en-US" dirty="0"/>
              <a:t>报文时用作源</a:t>
            </a:r>
            <a:r>
              <a:rPr lang="en-US" altLang="zh-CN" dirty="0"/>
              <a:t>IP</a:t>
            </a:r>
            <a:r>
              <a:rPr lang="zh-CN" altLang="en-US" dirty="0"/>
              <a:t>地址。例如，用于</a:t>
            </a:r>
            <a:r>
              <a:rPr lang="en-US" altLang="zh-CN" dirty="0"/>
              <a:t>DHCP</a:t>
            </a:r>
            <a:endParaRPr lang="en-US" altLang="zh-CN" dirty="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5"/>
          <p:cNvSpPr>
            <a:spLocks noGrp="1"/>
          </p:cNvSpPr>
          <p:nvPr>
            <p:ph type="sldNum" sz="quarter" idx="12"/>
          </p:nvPr>
        </p:nvSpPr>
        <p:spPr/>
        <p:txBody>
          <a:bodyPr/>
          <a:lstStyle/>
          <a:p>
            <a:fld id="{AF0E6367-4E82-489A-9B63-168408CA598B}" type="slidenum">
              <a:rPr lang="en-US" altLang="zh-CN"/>
            </a:fld>
            <a:endParaRPr lang="en-US" altLang="zh-CN"/>
          </a:p>
        </p:txBody>
      </p:sp>
      <p:sp>
        <p:nvSpPr>
          <p:cNvPr id="460802" name="Rectangle 2"/>
          <p:cNvSpPr>
            <a:spLocks noGrp="1" noChangeArrowheads="1"/>
          </p:cNvSpPr>
          <p:nvPr>
            <p:ph type="title"/>
          </p:nvPr>
        </p:nvSpPr>
        <p:spPr/>
        <p:txBody>
          <a:bodyPr/>
          <a:lstStyle/>
          <a:p>
            <a:r>
              <a:rPr lang="zh-CN" altLang="en-US"/>
              <a:t>特殊的</a:t>
            </a:r>
            <a:r>
              <a:rPr lang="en-US" altLang="zh-CN"/>
              <a:t>IP</a:t>
            </a:r>
            <a:r>
              <a:rPr lang="zh-CN" altLang="en-US"/>
              <a:t>地址</a:t>
            </a:r>
            <a:r>
              <a:rPr lang="en-US" altLang="zh-CN"/>
              <a:t>—</a:t>
            </a:r>
            <a:r>
              <a:rPr lang="zh-CN" altLang="en-US"/>
              <a:t>广播地址</a:t>
            </a:r>
            <a:endParaRPr lang="zh-CN" altLang="en-US"/>
          </a:p>
        </p:txBody>
      </p:sp>
      <p:sp>
        <p:nvSpPr>
          <p:cNvPr id="460803" name="Rectangle 3"/>
          <p:cNvSpPr>
            <a:spLocks noGrp="1" noChangeArrowheads="1"/>
          </p:cNvSpPr>
          <p:nvPr>
            <p:ph type="body" idx="1"/>
          </p:nvPr>
        </p:nvSpPr>
        <p:spPr/>
        <p:txBody>
          <a:bodyPr/>
          <a:lstStyle/>
          <a:p>
            <a:pPr>
              <a:lnSpc>
                <a:spcPct val="90000"/>
              </a:lnSpc>
            </a:pPr>
            <a:r>
              <a:rPr lang="zh-CN" altLang="en-US" dirty="0"/>
              <a:t>直接广播地址：主机地址为全“</a:t>
            </a:r>
            <a:r>
              <a:rPr lang="en-US" altLang="zh-CN" dirty="0"/>
              <a:t>1”</a:t>
            </a:r>
            <a:r>
              <a:rPr lang="zh-CN" altLang="en-US" dirty="0"/>
              <a:t>的</a:t>
            </a:r>
            <a:r>
              <a:rPr lang="en-US" altLang="zh-CN" dirty="0"/>
              <a:t>IP</a:t>
            </a:r>
            <a:r>
              <a:rPr lang="zh-CN" altLang="en-US" dirty="0"/>
              <a:t>地址不分配给任何主机，用作广播地址</a:t>
            </a:r>
            <a:endParaRPr lang="zh-CN" altLang="en-US" dirty="0"/>
          </a:p>
          <a:p>
            <a:pPr lvl="1">
              <a:lnSpc>
                <a:spcPct val="90000"/>
              </a:lnSpc>
            </a:pPr>
            <a:r>
              <a:rPr lang="zh-CN" altLang="en-US" dirty="0"/>
              <a:t>例：主机 </a:t>
            </a:r>
            <a:r>
              <a:rPr lang="en-US" altLang="zh-CN" dirty="0"/>
              <a:t>202.198.151.136</a:t>
            </a:r>
            <a:r>
              <a:rPr lang="zh-CN" altLang="en-US" dirty="0"/>
              <a:t>所在网段的直接广播地址为</a:t>
            </a:r>
            <a:r>
              <a:rPr lang="en-US" altLang="zh-CN" dirty="0"/>
              <a:t>202.198.151.255</a:t>
            </a:r>
            <a:endParaRPr lang="en-US" altLang="zh-CN" dirty="0"/>
          </a:p>
          <a:p>
            <a:pPr>
              <a:lnSpc>
                <a:spcPct val="90000"/>
              </a:lnSpc>
            </a:pPr>
            <a:r>
              <a:rPr lang="zh-CN" altLang="en-US" dirty="0"/>
              <a:t>受限广播地址：</a:t>
            </a:r>
            <a:r>
              <a:rPr lang="en-US" altLang="zh-CN" dirty="0"/>
              <a:t>32</a:t>
            </a:r>
            <a:r>
              <a:rPr lang="zh-CN" altLang="en-US" dirty="0"/>
              <a:t>位为全</a:t>
            </a:r>
            <a:r>
              <a:rPr lang="en-US" altLang="zh-CN" dirty="0"/>
              <a:t>1</a:t>
            </a:r>
            <a:r>
              <a:rPr lang="zh-CN" altLang="en-US" dirty="0"/>
              <a:t>的</a:t>
            </a:r>
            <a:r>
              <a:rPr lang="en-US" altLang="zh-CN" dirty="0"/>
              <a:t>IP</a:t>
            </a:r>
            <a:r>
              <a:rPr lang="zh-CN" altLang="en-US" dirty="0"/>
              <a:t>地址称为受限广播地址</a:t>
            </a:r>
            <a:endParaRPr lang="zh-CN" altLang="en-US" dirty="0"/>
          </a:p>
          <a:p>
            <a:pPr lvl="1">
              <a:lnSpc>
                <a:spcPct val="90000"/>
              </a:lnSpc>
            </a:pPr>
            <a:r>
              <a:rPr lang="zh-CN" altLang="en-US" dirty="0"/>
              <a:t>例：受限广播地址为：</a:t>
            </a:r>
            <a:r>
              <a:rPr lang="en-US" altLang="zh-CN" dirty="0"/>
              <a:t>255.255.255.255</a:t>
            </a:r>
            <a:endParaRPr lang="en-US" altLang="zh-CN" dirty="0"/>
          </a:p>
          <a:p>
            <a:pPr>
              <a:lnSpc>
                <a:spcPct val="90000"/>
              </a:lnSpc>
            </a:pPr>
            <a:r>
              <a:rPr lang="zh-CN" altLang="en-US" dirty="0"/>
              <a:t>两者的区别：</a:t>
            </a:r>
            <a:endParaRPr lang="zh-CN" altLang="en-US" dirty="0"/>
          </a:p>
          <a:p>
            <a:pPr lvl="1">
              <a:lnSpc>
                <a:spcPct val="90000"/>
              </a:lnSpc>
            </a:pPr>
            <a:r>
              <a:rPr lang="zh-CN" altLang="en-US" dirty="0"/>
              <a:t>受限广播仅限于本网广播，路由器不转发该类数据包</a:t>
            </a:r>
            <a:endParaRPr lang="zh-CN" altLang="en-US" dirty="0"/>
          </a:p>
          <a:p>
            <a:pPr lvl="1">
              <a:lnSpc>
                <a:spcPct val="90000"/>
              </a:lnSpc>
            </a:pPr>
            <a:r>
              <a:rPr lang="zh-CN" altLang="en-US" dirty="0"/>
              <a:t>直接广播可以跨网广播，可以通过路由器</a:t>
            </a:r>
            <a:endParaRPr lang="zh-CN" altLang="en-US" dirty="0"/>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5"/>
          <p:cNvSpPr>
            <a:spLocks noGrp="1"/>
          </p:cNvSpPr>
          <p:nvPr>
            <p:ph type="sldNum" sz="quarter" idx="12"/>
          </p:nvPr>
        </p:nvSpPr>
        <p:spPr/>
        <p:txBody>
          <a:bodyPr/>
          <a:lstStyle/>
          <a:p>
            <a:fld id="{860F1894-3AC4-43A0-8CE1-0BD9D60A226B}" type="slidenum">
              <a:rPr lang="en-US" altLang="zh-CN"/>
            </a:fld>
            <a:endParaRPr lang="en-US" altLang="zh-CN"/>
          </a:p>
        </p:txBody>
      </p:sp>
      <p:sp>
        <p:nvSpPr>
          <p:cNvPr id="461826" name="Rectangle 2"/>
          <p:cNvSpPr>
            <a:spLocks noGrp="1" noChangeArrowheads="1"/>
          </p:cNvSpPr>
          <p:nvPr>
            <p:ph type="title"/>
          </p:nvPr>
        </p:nvSpPr>
        <p:spPr/>
        <p:txBody>
          <a:bodyPr/>
          <a:lstStyle/>
          <a:p>
            <a:r>
              <a:rPr lang="zh-CN" altLang="en-US"/>
              <a:t>特殊的</a:t>
            </a:r>
            <a:r>
              <a:rPr lang="en-US" altLang="zh-CN"/>
              <a:t>IP</a:t>
            </a:r>
            <a:r>
              <a:rPr lang="zh-CN" altLang="en-US"/>
              <a:t>地址</a:t>
            </a:r>
            <a:r>
              <a:rPr lang="en-US" altLang="zh-CN"/>
              <a:t>—</a:t>
            </a:r>
            <a:r>
              <a:rPr lang="zh-CN" altLang="en-US"/>
              <a:t>环回地址</a:t>
            </a:r>
            <a:endParaRPr lang="zh-CN" altLang="en-US"/>
          </a:p>
        </p:txBody>
      </p:sp>
      <p:sp>
        <p:nvSpPr>
          <p:cNvPr id="461827" name="Rectangle 3"/>
          <p:cNvSpPr>
            <a:spLocks noGrp="1" noChangeArrowheads="1"/>
          </p:cNvSpPr>
          <p:nvPr>
            <p:ph type="body" idx="1"/>
          </p:nvPr>
        </p:nvSpPr>
        <p:spPr/>
        <p:txBody>
          <a:bodyPr/>
          <a:lstStyle/>
          <a:p>
            <a:r>
              <a:rPr lang="zh-CN" altLang="en-US" dirty="0"/>
              <a:t>环回地址：第一个字节等于</a:t>
            </a:r>
            <a:r>
              <a:rPr lang="en-US" altLang="zh-CN" dirty="0"/>
              <a:t>127</a:t>
            </a:r>
            <a:r>
              <a:rPr lang="zh-CN" altLang="en-US" dirty="0"/>
              <a:t>的</a:t>
            </a:r>
            <a:r>
              <a:rPr lang="en-US" altLang="zh-CN" dirty="0"/>
              <a:t>IP</a:t>
            </a:r>
            <a:r>
              <a:rPr lang="zh-CN" altLang="en-US" dirty="0"/>
              <a:t>地址称为环回地址，用作主机或路由器的环回接口</a:t>
            </a:r>
            <a:endParaRPr lang="zh-CN" altLang="en-US" dirty="0"/>
          </a:p>
          <a:p>
            <a:pPr lvl="1"/>
            <a:r>
              <a:rPr lang="zh-CN" altLang="en-US" dirty="0"/>
              <a:t>大多数主机系统把</a:t>
            </a:r>
            <a:r>
              <a:rPr lang="en-US" altLang="zh-CN" dirty="0"/>
              <a:t>127.0.0.1</a:t>
            </a:r>
            <a:r>
              <a:rPr lang="zh-CN" altLang="en-US" dirty="0"/>
              <a:t>分配给环回接口，常用于本机上软件测试和本机上网络应用程序之间的通信地址</a:t>
            </a:r>
            <a:endParaRPr lang="zh-CN" altLang="en-US" dirty="0"/>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5"/>
          <p:cNvSpPr>
            <a:spLocks noGrp="1"/>
          </p:cNvSpPr>
          <p:nvPr>
            <p:ph type="sldNum" sz="quarter" idx="12"/>
          </p:nvPr>
        </p:nvSpPr>
        <p:spPr/>
        <p:txBody>
          <a:bodyPr/>
          <a:lstStyle/>
          <a:p>
            <a:fld id="{F62ED84A-D3FD-4F40-9307-2F24E970F5AE}" type="slidenum">
              <a:rPr lang="en-US" altLang="zh-CN"/>
            </a:fld>
            <a:endParaRPr lang="en-US" altLang="zh-CN"/>
          </a:p>
        </p:txBody>
      </p:sp>
      <p:sp>
        <p:nvSpPr>
          <p:cNvPr id="462850" name="Rectangle 2"/>
          <p:cNvSpPr>
            <a:spLocks noGrp="1" noChangeArrowheads="1"/>
          </p:cNvSpPr>
          <p:nvPr>
            <p:ph type="title"/>
          </p:nvPr>
        </p:nvSpPr>
        <p:spPr/>
        <p:txBody>
          <a:bodyPr/>
          <a:lstStyle/>
          <a:p>
            <a:r>
              <a:rPr lang="zh-CN" altLang="en-US"/>
              <a:t>特殊的</a:t>
            </a:r>
            <a:r>
              <a:rPr lang="en-US" altLang="zh-CN"/>
              <a:t>IP</a:t>
            </a:r>
            <a:r>
              <a:rPr lang="zh-CN" altLang="en-US"/>
              <a:t>地址</a:t>
            </a:r>
            <a:r>
              <a:rPr lang="en-US" altLang="zh-CN"/>
              <a:t>—</a:t>
            </a:r>
            <a:r>
              <a:rPr lang="zh-CN" altLang="en-US"/>
              <a:t>私有地址</a:t>
            </a:r>
            <a:endParaRPr lang="zh-CN" altLang="en-US"/>
          </a:p>
        </p:txBody>
      </p:sp>
      <p:sp>
        <p:nvSpPr>
          <p:cNvPr id="462851" name="Rectangle 3"/>
          <p:cNvSpPr>
            <a:spLocks noGrp="1" noChangeArrowheads="1"/>
          </p:cNvSpPr>
          <p:nvPr>
            <p:ph type="body" idx="1"/>
          </p:nvPr>
        </p:nvSpPr>
        <p:spPr/>
        <p:txBody>
          <a:bodyPr/>
          <a:lstStyle/>
          <a:p>
            <a:r>
              <a:rPr lang="zh-CN" altLang="en-US" dirty="0"/>
              <a:t>私有地址：</a:t>
            </a:r>
            <a:endParaRPr lang="zh-CN" altLang="en-US" dirty="0"/>
          </a:p>
          <a:p>
            <a:pPr lvl="1"/>
            <a:r>
              <a:rPr lang="en-US" altLang="zh-CN" dirty="0"/>
              <a:t>10.0.0.0       — 10.255.255.255 </a:t>
            </a:r>
            <a:endParaRPr lang="en-US" altLang="zh-CN" dirty="0"/>
          </a:p>
          <a:p>
            <a:pPr lvl="1"/>
            <a:r>
              <a:rPr lang="en-US" altLang="zh-CN" dirty="0"/>
              <a:t>172.16.0.0   — 172.31.255.255</a:t>
            </a:r>
            <a:endParaRPr lang="en-US" altLang="zh-CN" dirty="0"/>
          </a:p>
          <a:p>
            <a:pPr lvl="1"/>
            <a:r>
              <a:rPr lang="en-US" altLang="zh-CN" dirty="0"/>
              <a:t>192.168.0.0 — 192.168.255.255</a:t>
            </a:r>
            <a:endParaRPr lang="en-US" altLang="zh-CN" dirty="0"/>
          </a:p>
          <a:p>
            <a:r>
              <a:rPr lang="zh-CN" altLang="en-US" dirty="0"/>
              <a:t>企业内部网主机的</a:t>
            </a:r>
            <a:r>
              <a:rPr lang="en-US" altLang="zh-CN" dirty="0"/>
              <a:t>IP</a:t>
            </a:r>
            <a:r>
              <a:rPr lang="zh-CN" altLang="en-US" dirty="0"/>
              <a:t>地址可以设置成私有</a:t>
            </a:r>
            <a:r>
              <a:rPr lang="en-US" altLang="zh-CN" dirty="0"/>
              <a:t>IP</a:t>
            </a:r>
            <a:r>
              <a:rPr lang="zh-CN" altLang="en-US" dirty="0"/>
              <a:t>地址，进行企业内部的网络应用</a:t>
            </a:r>
            <a:endParaRPr lang="en-US" altLang="zh-CN" dirty="0"/>
          </a:p>
          <a:p>
            <a:r>
              <a:rPr lang="zh-CN" altLang="en-US" dirty="0"/>
              <a:t>通过</a:t>
            </a:r>
            <a:r>
              <a:rPr lang="en-US" altLang="zh-CN" dirty="0"/>
              <a:t>NAT</a:t>
            </a:r>
            <a:r>
              <a:rPr lang="zh-CN" altLang="en-US" dirty="0"/>
              <a:t>服务器访问</a:t>
            </a:r>
            <a:r>
              <a:rPr lang="en-US" altLang="zh-CN" dirty="0"/>
              <a:t>Internet</a:t>
            </a:r>
            <a:endParaRPr lang="en-US" altLang="zh-CN" dirty="0"/>
          </a:p>
          <a:p>
            <a:pPr lvl="1"/>
            <a:r>
              <a:rPr lang="zh-CN" altLang="en-US" dirty="0"/>
              <a:t>只需要申请少量的全局</a:t>
            </a:r>
            <a:r>
              <a:rPr lang="en-US" altLang="zh-CN" dirty="0"/>
              <a:t>IP</a:t>
            </a:r>
            <a:r>
              <a:rPr lang="zh-CN" altLang="en-US" dirty="0"/>
              <a:t>地址</a:t>
            </a:r>
            <a:endParaRPr lang="en-US" altLang="zh-CN" dirty="0"/>
          </a:p>
          <a:p>
            <a:pPr lvl="1"/>
            <a:r>
              <a:rPr lang="zh-CN" altLang="en-US" dirty="0"/>
              <a:t>解决了</a:t>
            </a:r>
            <a:r>
              <a:rPr lang="en-US" altLang="zh-CN" dirty="0"/>
              <a:t>IP</a:t>
            </a:r>
            <a:r>
              <a:rPr lang="zh-CN" altLang="en-US" dirty="0"/>
              <a:t>地址不足的问题</a:t>
            </a:r>
            <a:endParaRPr lang="en-US" altLang="zh-CN" dirty="0"/>
          </a:p>
          <a:p>
            <a:pPr lvl="1"/>
            <a:r>
              <a:rPr lang="zh-CN" altLang="en-US" dirty="0"/>
              <a:t>解决了网络安全问题</a:t>
            </a:r>
            <a:endParaRPr lang="zh-CN" altLang="en-US" dirty="0"/>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IP</a:t>
            </a:r>
            <a:r>
              <a:rPr lang="zh-CN" altLang="en-US" dirty="0"/>
              <a:t>网络地址如何分配</a:t>
            </a:r>
            <a:endParaRPr lang="zh-CN" altLang="en-US" dirty="0"/>
          </a:p>
        </p:txBody>
      </p:sp>
      <p:sp>
        <p:nvSpPr>
          <p:cNvPr id="3" name="内容占位符 2"/>
          <p:cNvSpPr>
            <a:spLocks noGrp="1"/>
          </p:cNvSpPr>
          <p:nvPr>
            <p:ph idx="1"/>
          </p:nvPr>
        </p:nvSpPr>
        <p:spPr>
          <a:xfrm>
            <a:off x="334434" y="1052515"/>
            <a:ext cx="11523133" cy="1152350"/>
          </a:xfrm>
        </p:spPr>
        <p:txBody>
          <a:bodyPr/>
          <a:lstStyle/>
          <a:p>
            <a:r>
              <a:rPr lang="en-US" altLang="zh-CN" dirty="0"/>
              <a:t>IP </a:t>
            </a:r>
            <a:r>
              <a:rPr lang="zh-CN" altLang="en-US" dirty="0"/>
              <a:t>地址由互联网名字和数字分配机构</a:t>
            </a:r>
            <a:r>
              <a:rPr lang="en-US" altLang="zh-CN" dirty="0"/>
              <a:t>ICANN (Internet Corporation for Assigned Names and Numbers)</a:t>
            </a:r>
            <a:r>
              <a:rPr lang="zh-CN" altLang="en-US" dirty="0"/>
              <a:t>进行分配</a:t>
            </a:r>
            <a:endParaRPr lang="zh-CN" altLang="en-US" dirty="0"/>
          </a:p>
        </p:txBody>
      </p:sp>
      <p:sp>
        <p:nvSpPr>
          <p:cNvPr id="4" name="灯片编号占位符 3"/>
          <p:cNvSpPr>
            <a:spLocks noGrp="1"/>
          </p:cNvSpPr>
          <p:nvPr>
            <p:ph type="sldNum" sz="quarter" idx="12"/>
          </p:nvPr>
        </p:nvSpPr>
        <p:spPr/>
        <p:txBody>
          <a:bodyPr/>
          <a:lstStyle/>
          <a:p>
            <a:pPr>
              <a:defRPr/>
            </a:pPr>
            <a:fld id="{816960B2-2B11-492C-B588-5290E1274F96}" type="slidenum">
              <a:rPr lang="en-US" altLang="zh-CN" smtClean="0"/>
            </a:fld>
            <a:endParaRPr lang="en-US" altLang="zh-CN" dirty="0"/>
          </a:p>
        </p:txBody>
      </p:sp>
      <p:sp>
        <p:nvSpPr>
          <p:cNvPr id="5" name="文本框 4"/>
          <p:cNvSpPr txBox="1"/>
          <p:nvPr/>
        </p:nvSpPr>
        <p:spPr>
          <a:xfrm>
            <a:off x="4279608" y="2286833"/>
            <a:ext cx="793807" cy="432362"/>
          </a:xfrm>
          <a:prstGeom prst="rect">
            <a:avLst/>
          </a:prstGeom>
          <a:solidFill>
            <a:schemeClr val="accent1">
              <a:lumMod val="75000"/>
            </a:schemeClr>
          </a:solidFill>
        </p:spPr>
        <p:style>
          <a:lnRef idx="1">
            <a:schemeClr val="accent1"/>
          </a:lnRef>
          <a:fillRef idx="3">
            <a:schemeClr val="accent1"/>
          </a:fillRef>
          <a:effectRef idx="2">
            <a:schemeClr val="accent1"/>
          </a:effectRef>
          <a:fontRef idx="minor">
            <a:schemeClr val="lt1"/>
          </a:fontRef>
        </p:style>
        <p:txBody>
          <a:bodyPr wrap="none" rtlCol="0">
            <a:spAutoFit/>
          </a:bodyPr>
          <a:lstStyle>
            <a:defPPr>
              <a:defRPr lang="zh-CN"/>
            </a:defPPr>
            <a:lvl1pPr>
              <a:lnSpc>
                <a:spcPct val="120000"/>
              </a:lnSpc>
              <a:defRPr>
                <a:solidFill>
                  <a:schemeClr val="tx1"/>
                </a:solidFill>
                <a:latin typeface="微软雅黑 Light" panose="020B0502040204020203" pitchFamily="34" charset="-122"/>
                <a:ea typeface="微软雅黑 Light" panose="020B0502040204020203" pitchFamily="34" charset="-122"/>
                <a:cs typeface="+mn-ea"/>
              </a:defRPr>
            </a:lvl1pPr>
          </a:lstStyle>
          <a:p>
            <a:r>
              <a:rPr lang="en-US" altLang="zh-CN" dirty="0">
                <a:sym typeface="+mn-lt"/>
              </a:rPr>
              <a:t>IANA</a:t>
            </a:r>
            <a:endParaRPr lang="zh-CN" altLang="en-US" dirty="0">
              <a:sym typeface="+mn-lt"/>
            </a:endParaRPr>
          </a:p>
        </p:txBody>
      </p:sp>
      <p:sp>
        <p:nvSpPr>
          <p:cNvPr id="6" name="文本框 5"/>
          <p:cNvSpPr txBox="1"/>
          <p:nvPr/>
        </p:nvSpPr>
        <p:spPr>
          <a:xfrm>
            <a:off x="1521923" y="3015186"/>
            <a:ext cx="772969" cy="432362"/>
          </a:xfrm>
          <a:prstGeom prst="rect">
            <a:avLst/>
          </a:prstGeom>
          <a:solidFill>
            <a:schemeClr val="accent1">
              <a:lumMod val="75000"/>
            </a:schemeClr>
          </a:solidFill>
        </p:spPr>
        <p:style>
          <a:lnRef idx="1">
            <a:schemeClr val="accent1"/>
          </a:lnRef>
          <a:fillRef idx="3">
            <a:schemeClr val="accent1"/>
          </a:fillRef>
          <a:effectRef idx="2">
            <a:schemeClr val="accent1"/>
          </a:effectRef>
          <a:fontRef idx="minor">
            <a:schemeClr val="lt1"/>
          </a:fontRef>
        </p:style>
        <p:txBody>
          <a:bodyPr wrap="none" rtlCol="0">
            <a:spAutoFit/>
          </a:bodyPr>
          <a:lstStyle>
            <a:defPPr>
              <a:defRPr lang="zh-CN"/>
            </a:defPPr>
            <a:lvl1pPr>
              <a:lnSpc>
                <a:spcPct val="120000"/>
              </a:lnSpc>
              <a:defRPr>
                <a:solidFill>
                  <a:schemeClr val="tx1"/>
                </a:solidFill>
                <a:latin typeface="微软雅黑 Light" panose="020B0502040204020203" pitchFamily="34" charset="-122"/>
                <a:ea typeface="微软雅黑 Light" panose="020B0502040204020203" pitchFamily="34" charset="-122"/>
                <a:cs typeface="+mn-ea"/>
              </a:defRPr>
            </a:lvl1pPr>
          </a:lstStyle>
          <a:p>
            <a:r>
              <a:rPr lang="en-US" altLang="zh-CN" dirty="0">
                <a:sym typeface="+mn-lt"/>
              </a:rPr>
              <a:t>ARIN</a:t>
            </a:r>
            <a:endParaRPr lang="zh-CN" altLang="en-US" dirty="0">
              <a:sym typeface="+mn-lt"/>
            </a:endParaRPr>
          </a:p>
        </p:txBody>
      </p:sp>
      <p:sp>
        <p:nvSpPr>
          <p:cNvPr id="7" name="文本框 6"/>
          <p:cNvSpPr txBox="1"/>
          <p:nvPr/>
        </p:nvSpPr>
        <p:spPr>
          <a:xfrm>
            <a:off x="2751286" y="3015186"/>
            <a:ext cx="1015021" cy="432362"/>
          </a:xfrm>
          <a:prstGeom prst="rect">
            <a:avLst/>
          </a:prstGeom>
          <a:solidFill>
            <a:schemeClr val="accent1">
              <a:lumMod val="75000"/>
            </a:schemeClr>
          </a:solidFill>
        </p:spPr>
        <p:style>
          <a:lnRef idx="1">
            <a:schemeClr val="accent1"/>
          </a:lnRef>
          <a:fillRef idx="3">
            <a:schemeClr val="accent1"/>
          </a:fillRef>
          <a:effectRef idx="2">
            <a:schemeClr val="accent1"/>
          </a:effectRef>
          <a:fontRef idx="minor">
            <a:schemeClr val="lt1"/>
          </a:fontRef>
        </p:style>
        <p:txBody>
          <a:bodyPr wrap="none" rtlCol="0">
            <a:spAutoFit/>
          </a:bodyPr>
          <a:lstStyle>
            <a:defPPr>
              <a:defRPr lang="zh-CN"/>
            </a:defPPr>
            <a:lvl1pPr>
              <a:lnSpc>
                <a:spcPct val="120000"/>
              </a:lnSpc>
              <a:defRPr>
                <a:solidFill>
                  <a:schemeClr val="tx1"/>
                </a:solidFill>
                <a:latin typeface="微软雅黑 Light" panose="020B0502040204020203" pitchFamily="34" charset="-122"/>
                <a:ea typeface="微软雅黑 Light" panose="020B0502040204020203" pitchFamily="34" charset="-122"/>
                <a:cs typeface="+mn-ea"/>
              </a:defRPr>
            </a:lvl1pPr>
          </a:lstStyle>
          <a:p>
            <a:r>
              <a:rPr lang="en-US" altLang="zh-CN" dirty="0">
                <a:sym typeface="+mn-lt"/>
              </a:rPr>
              <a:t>AfriNIC</a:t>
            </a:r>
            <a:endParaRPr lang="zh-CN" altLang="en-US" dirty="0">
              <a:sym typeface="+mn-lt"/>
            </a:endParaRPr>
          </a:p>
        </p:txBody>
      </p:sp>
      <p:sp>
        <p:nvSpPr>
          <p:cNvPr id="8" name="文本框 7"/>
          <p:cNvSpPr txBox="1"/>
          <p:nvPr/>
        </p:nvSpPr>
        <p:spPr>
          <a:xfrm>
            <a:off x="4213085" y="3015186"/>
            <a:ext cx="941283" cy="432362"/>
          </a:xfrm>
          <a:prstGeom prst="rect">
            <a:avLst/>
          </a:prstGeom>
          <a:solidFill>
            <a:schemeClr val="accent1">
              <a:lumMod val="75000"/>
            </a:schemeClr>
          </a:solidFill>
        </p:spPr>
        <p:style>
          <a:lnRef idx="1">
            <a:schemeClr val="accent1"/>
          </a:lnRef>
          <a:fillRef idx="3">
            <a:schemeClr val="accent1"/>
          </a:fillRef>
          <a:effectRef idx="2">
            <a:schemeClr val="accent1"/>
          </a:effectRef>
          <a:fontRef idx="minor">
            <a:schemeClr val="lt1"/>
          </a:fontRef>
        </p:style>
        <p:txBody>
          <a:bodyPr wrap="none" rtlCol="0">
            <a:spAutoFit/>
          </a:bodyPr>
          <a:lstStyle>
            <a:defPPr>
              <a:defRPr lang="zh-CN"/>
            </a:defPPr>
            <a:lvl1pPr>
              <a:lnSpc>
                <a:spcPct val="120000"/>
              </a:lnSpc>
              <a:defRPr>
                <a:solidFill>
                  <a:schemeClr val="tx1"/>
                </a:solidFill>
                <a:latin typeface="微软雅黑 Light" panose="020B0502040204020203" pitchFamily="34" charset="-122"/>
                <a:ea typeface="微软雅黑 Light" panose="020B0502040204020203" pitchFamily="34" charset="-122"/>
                <a:cs typeface="+mn-ea"/>
              </a:defRPr>
            </a:lvl1pPr>
          </a:lstStyle>
          <a:p>
            <a:r>
              <a:rPr lang="en-US" altLang="zh-CN" dirty="0">
                <a:sym typeface="+mn-lt"/>
              </a:rPr>
              <a:t>APNIC</a:t>
            </a:r>
            <a:endParaRPr lang="zh-CN" altLang="en-US" dirty="0">
              <a:sym typeface="+mn-lt"/>
            </a:endParaRPr>
          </a:p>
        </p:txBody>
      </p:sp>
      <p:sp>
        <p:nvSpPr>
          <p:cNvPr id="9" name="文本框 8"/>
          <p:cNvSpPr txBox="1"/>
          <p:nvPr/>
        </p:nvSpPr>
        <p:spPr>
          <a:xfrm>
            <a:off x="5586718" y="3015186"/>
            <a:ext cx="1095364" cy="432362"/>
          </a:xfrm>
          <a:prstGeom prst="rect">
            <a:avLst/>
          </a:prstGeom>
          <a:solidFill>
            <a:schemeClr val="accent1">
              <a:lumMod val="75000"/>
            </a:schemeClr>
          </a:solidFill>
        </p:spPr>
        <p:style>
          <a:lnRef idx="1">
            <a:schemeClr val="accent1"/>
          </a:lnRef>
          <a:fillRef idx="3">
            <a:schemeClr val="accent1"/>
          </a:fillRef>
          <a:effectRef idx="2">
            <a:schemeClr val="accent1"/>
          </a:effectRef>
          <a:fontRef idx="minor">
            <a:schemeClr val="lt1"/>
          </a:fontRef>
        </p:style>
        <p:txBody>
          <a:bodyPr wrap="none" rtlCol="0">
            <a:spAutoFit/>
          </a:bodyPr>
          <a:lstStyle>
            <a:defPPr>
              <a:defRPr lang="zh-CN"/>
            </a:defPPr>
            <a:lvl1pPr>
              <a:lnSpc>
                <a:spcPct val="120000"/>
              </a:lnSpc>
              <a:defRPr>
                <a:solidFill>
                  <a:schemeClr val="tx1"/>
                </a:solidFill>
                <a:latin typeface="微软雅黑 Light" panose="020B0502040204020203" pitchFamily="34" charset="-122"/>
                <a:ea typeface="微软雅黑 Light" panose="020B0502040204020203" pitchFamily="34" charset="-122"/>
                <a:cs typeface="+mn-ea"/>
              </a:defRPr>
            </a:lvl1pPr>
          </a:lstStyle>
          <a:p>
            <a:r>
              <a:rPr lang="en-US" altLang="zh-CN" dirty="0">
                <a:sym typeface="+mn-lt"/>
              </a:rPr>
              <a:t>LACNIC</a:t>
            </a:r>
            <a:endParaRPr lang="zh-CN" altLang="en-US" dirty="0">
              <a:sym typeface="+mn-lt"/>
            </a:endParaRPr>
          </a:p>
        </p:txBody>
      </p:sp>
      <p:sp>
        <p:nvSpPr>
          <p:cNvPr id="10" name="文本框 9"/>
          <p:cNvSpPr txBox="1"/>
          <p:nvPr/>
        </p:nvSpPr>
        <p:spPr>
          <a:xfrm>
            <a:off x="7095771" y="3015186"/>
            <a:ext cx="1329018" cy="432362"/>
          </a:xfrm>
          <a:prstGeom prst="rect">
            <a:avLst/>
          </a:prstGeom>
          <a:solidFill>
            <a:schemeClr val="accent1">
              <a:lumMod val="75000"/>
            </a:schemeClr>
          </a:solidFill>
        </p:spPr>
        <p:style>
          <a:lnRef idx="1">
            <a:schemeClr val="accent1"/>
          </a:lnRef>
          <a:fillRef idx="3">
            <a:schemeClr val="accent1"/>
          </a:fillRef>
          <a:effectRef idx="2">
            <a:schemeClr val="accent1"/>
          </a:effectRef>
          <a:fontRef idx="minor">
            <a:schemeClr val="lt1"/>
          </a:fontRef>
        </p:style>
        <p:txBody>
          <a:bodyPr wrap="none" rtlCol="0">
            <a:spAutoFit/>
          </a:bodyPr>
          <a:lstStyle>
            <a:defPPr>
              <a:defRPr lang="zh-CN"/>
            </a:defPPr>
            <a:lvl1pPr>
              <a:lnSpc>
                <a:spcPct val="120000"/>
              </a:lnSpc>
              <a:defRPr>
                <a:solidFill>
                  <a:schemeClr val="tx1"/>
                </a:solidFill>
                <a:latin typeface="微软雅黑 Light" panose="020B0502040204020203" pitchFamily="34" charset="-122"/>
                <a:ea typeface="微软雅黑 Light" panose="020B0502040204020203" pitchFamily="34" charset="-122"/>
                <a:cs typeface="+mn-ea"/>
              </a:defRPr>
            </a:lvl1pPr>
          </a:lstStyle>
          <a:p>
            <a:r>
              <a:rPr lang="en-US" altLang="zh-CN" dirty="0">
                <a:sym typeface="+mn-lt"/>
              </a:rPr>
              <a:t>RIPE-NCC</a:t>
            </a:r>
            <a:endParaRPr lang="zh-CN" altLang="en-US" dirty="0">
              <a:sym typeface="+mn-lt"/>
            </a:endParaRPr>
          </a:p>
        </p:txBody>
      </p:sp>
      <p:sp>
        <p:nvSpPr>
          <p:cNvPr id="11" name="文本框 10"/>
          <p:cNvSpPr txBox="1"/>
          <p:nvPr/>
        </p:nvSpPr>
        <p:spPr>
          <a:xfrm>
            <a:off x="4364279" y="3907813"/>
            <a:ext cx="598241" cy="432362"/>
          </a:xfrm>
          <a:prstGeom prst="rect">
            <a:avLst/>
          </a:prstGeom>
          <a:solidFill>
            <a:schemeClr val="accent1">
              <a:lumMod val="75000"/>
            </a:schemeClr>
          </a:solidFill>
        </p:spPr>
        <p:style>
          <a:lnRef idx="1">
            <a:schemeClr val="accent1"/>
          </a:lnRef>
          <a:fillRef idx="3">
            <a:schemeClr val="accent1"/>
          </a:fillRef>
          <a:effectRef idx="2">
            <a:schemeClr val="accent1"/>
          </a:effectRef>
          <a:fontRef idx="minor">
            <a:schemeClr val="lt1"/>
          </a:fontRef>
        </p:style>
        <p:txBody>
          <a:bodyPr wrap="none" rtlCol="0">
            <a:spAutoFit/>
          </a:bodyPr>
          <a:lstStyle>
            <a:defPPr>
              <a:defRPr lang="zh-CN"/>
            </a:defPPr>
            <a:lvl1pPr>
              <a:lnSpc>
                <a:spcPct val="120000"/>
              </a:lnSpc>
              <a:defRPr>
                <a:solidFill>
                  <a:schemeClr val="tx1"/>
                </a:solidFill>
                <a:latin typeface="微软雅黑 Light" panose="020B0502040204020203" pitchFamily="34" charset="-122"/>
                <a:ea typeface="微软雅黑 Light" panose="020B0502040204020203" pitchFamily="34" charset="-122"/>
                <a:cs typeface="+mn-ea"/>
              </a:defRPr>
            </a:lvl1pPr>
          </a:lstStyle>
          <a:p>
            <a:r>
              <a:rPr lang="en-US" altLang="zh-CN" dirty="0">
                <a:sym typeface="+mn-lt"/>
              </a:rPr>
              <a:t>NIR</a:t>
            </a:r>
            <a:endParaRPr lang="zh-CN" altLang="en-US" dirty="0">
              <a:sym typeface="+mn-lt"/>
            </a:endParaRPr>
          </a:p>
        </p:txBody>
      </p:sp>
      <p:sp>
        <p:nvSpPr>
          <p:cNvPr id="12" name="文本框 11"/>
          <p:cNvSpPr txBox="1"/>
          <p:nvPr/>
        </p:nvSpPr>
        <p:spPr>
          <a:xfrm>
            <a:off x="5231904" y="3907813"/>
            <a:ext cx="527709" cy="432362"/>
          </a:xfrm>
          <a:prstGeom prst="rect">
            <a:avLst/>
          </a:prstGeom>
          <a:solidFill>
            <a:schemeClr val="accent1">
              <a:lumMod val="75000"/>
            </a:schemeClr>
          </a:solidFill>
        </p:spPr>
        <p:style>
          <a:lnRef idx="1">
            <a:schemeClr val="accent1"/>
          </a:lnRef>
          <a:fillRef idx="3">
            <a:schemeClr val="accent1"/>
          </a:fillRef>
          <a:effectRef idx="2">
            <a:schemeClr val="accent1"/>
          </a:effectRef>
          <a:fontRef idx="minor">
            <a:schemeClr val="lt1"/>
          </a:fontRef>
        </p:style>
        <p:txBody>
          <a:bodyPr wrap="none" rtlCol="0">
            <a:spAutoFit/>
          </a:bodyPr>
          <a:lstStyle/>
          <a:p>
            <a:pPr>
              <a:lnSpc>
                <a:spcPct val="120000"/>
              </a:lnSpc>
            </a:pPr>
            <a:r>
              <a:rPr lang="en-US" altLang="zh-CN" dirty="0">
                <a:solidFill>
                  <a:schemeClr val="tx1"/>
                </a:solidFill>
                <a:latin typeface="微软雅黑 Light" panose="020B0502040204020203" pitchFamily="34" charset="-122"/>
                <a:ea typeface="微软雅黑 Light" panose="020B0502040204020203" pitchFamily="34" charset="-122"/>
                <a:cs typeface="+mn-ea"/>
                <a:sym typeface="+mn-lt"/>
              </a:rPr>
              <a:t>LIR</a:t>
            </a:r>
            <a:endParaRPr lang="zh-CN" altLang="en-US" dirty="0">
              <a:solidFill>
                <a:schemeClr val="tx1"/>
              </a:solidFill>
              <a:latin typeface="微软雅黑 Light" panose="020B0502040204020203" pitchFamily="34" charset="-122"/>
              <a:ea typeface="微软雅黑 Light" panose="020B0502040204020203" pitchFamily="34" charset="-122"/>
              <a:cs typeface="+mn-ea"/>
              <a:sym typeface="+mn-lt"/>
            </a:endParaRPr>
          </a:p>
        </p:txBody>
      </p:sp>
      <p:sp>
        <p:nvSpPr>
          <p:cNvPr id="13" name="文本框 12"/>
          <p:cNvSpPr txBox="1"/>
          <p:nvPr/>
        </p:nvSpPr>
        <p:spPr>
          <a:xfrm>
            <a:off x="3494779" y="4818257"/>
            <a:ext cx="535724" cy="432362"/>
          </a:xfrm>
          <a:prstGeom prst="rect">
            <a:avLst/>
          </a:prstGeom>
          <a:solidFill>
            <a:schemeClr val="accent1">
              <a:lumMod val="75000"/>
            </a:schemeClr>
          </a:solidFill>
        </p:spPr>
        <p:style>
          <a:lnRef idx="1">
            <a:schemeClr val="accent1"/>
          </a:lnRef>
          <a:fillRef idx="3">
            <a:schemeClr val="accent1"/>
          </a:fillRef>
          <a:effectRef idx="2">
            <a:schemeClr val="accent1"/>
          </a:effectRef>
          <a:fontRef idx="minor">
            <a:schemeClr val="lt1"/>
          </a:fontRef>
        </p:style>
        <p:txBody>
          <a:bodyPr wrap="none" rtlCol="0">
            <a:spAutoFit/>
          </a:bodyPr>
          <a:lstStyle>
            <a:defPPr>
              <a:defRPr lang="zh-CN"/>
            </a:defPPr>
            <a:lvl1pPr>
              <a:lnSpc>
                <a:spcPct val="120000"/>
              </a:lnSpc>
              <a:defRPr>
                <a:solidFill>
                  <a:schemeClr val="tx1"/>
                </a:solidFill>
                <a:latin typeface="微软雅黑 Light" panose="020B0502040204020203" pitchFamily="34" charset="-122"/>
                <a:ea typeface="微软雅黑 Light" panose="020B0502040204020203" pitchFamily="34" charset="-122"/>
                <a:cs typeface="+mn-ea"/>
              </a:defRPr>
            </a:lvl1pPr>
          </a:lstStyle>
          <a:p>
            <a:r>
              <a:rPr lang="en-US" altLang="zh-CN" dirty="0">
                <a:sym typeface="+mn-lt"/>
              </a:rPr>
              <a:t>ISP</a:t>
            </a:r>
            <a:endParaRPr lang="zh-CN" altLang="en-US" dirty="0">
              <a:sym typeface="+mn-lt"/>
            </a:endParaRPr>
          </a:p>
        </p:txBody>
      </p:sp>
      <p:sp>
        <p:nvSpPr>
          <p:cNvPr id="14" name="文本框 13"/>
          <p:cNvSpPr txBox="1"/>
          <p:nvPr/>
        </p:nvSpPr>
        <p:spPr>
          <a:xfrm>
            <a:off x="4324224" y="4818257"/>
            <a:ext cx="535724" cy="432362"/>
          </a:xfrm>
          <a:prstGeom prst="rect">
            <a:avLst/>
          </a:prstGeom>
          <a:solidFill>
            <a:schemeClr val="accent1">
              <a:lumMod val="75000"/>
            </a:schemeClr>
          </a:solidFill>
        </p:spPr>
        <p:style>
          <a:lnRef idx="1">
            <a:schemeClr val="accent1"/>
          </a:lnRef>
          <a:fillRef idx="3">
            <a:schemeClr val="accent1"/>
          </a:fillRef>
          <a:effectRef idx="2">
            <a:schemeClr val="accent1"/>
          </a:effectRef>
          <a:fontRef idx="minor">
            <a:schemeClr val="lt1"/>
          </a:fontRef>
        </p:style>
        <p:txBody>
          <a:bodyPr wrap="none" rtlCol="0">
            <a:spAutoFit/>
          </a:bodyPr>
          <a:lstStyle>
            <a:defPPr>
              <a:defRPr lang="zh-CN"/>
            </a:defPPr>
            <a:lvl1pPr>
              <a:lnSpc>
                <a:spcPct val="120000"/>
              </a:lnSpc>
              <a:defRPr>
                <a:solidFill>
                  <a:schemeClr val="tx1"/>
                </a:solidFill>
                <a:latin typeface="微软雅黑 Light" panose="020B0502040204020203" pitchFamily="34" charset="-122"/>
                <a:ea typeface="微软雅黑 Light" panose="020B0502040204020203" pitchFamily="34" charset="-122"/>
                <a:cs typeface="+mn-ea"/>
              </a:defRPr>
            </a:lvl1pPr>
          </a:lstStyle>
          <a:p>
            <a:r>
              <a:rPr lang="en-US" altLang="zh-CN" dirty="0">
                <a:sym typeface="+mn-lt"/>
              </a:rPr>
              <a:t>ISP</a:t>
            </a:r>
            <a:endParaRPr lang="zh-CN" altLang="en-US" dirty="0">
              <a:sym typeface="+mn-lt"/>
            </a:endParaRPr>
          </a:p>
        </p:txBody>
      </p:sp>
      <p:sp>
        <p:nvSpPr>
          <p:cNvPr id="15" name="文本框 14"/>
          <p:cNvSpPr txBox="1"/>
          <p:nvPr/>
        </p:nvSpPr>
        <p:spPr>
          <a:xfrm>
            <a:off x="5158305" y="4818257"/>
            <a:ext cx="535724" cy="432362"/>
          </a:xfrm>
          <a:prstGeom prst="rect">
            <a:avLst/>
          </a:prstGeom>
          <a:solidFill>
            <a:schemeClr val="accent1">
              <a:lumMod val="75000"/>
            </a:schemeClr>
          </a:solidFill>
        </p:spPr>
        <p:style>
          <a:lnRef idx="1">
            <a:schemeClr val="accent1"/>
          </a:lnRef>
          <a:fillRef idx="3">
            <a:schemeClr val="accent1"/>
          </a:fillRef>
          <a:effectRef idx="2">
            <a:schemeClr val="accent1"/>
          </a:effectRef>
          <a:fontRef idx="minor">
            <a:schemeClr val="lt1"/>
          </a:fontRef>
        </p:style>
        <p:txBody>
          <a:bodyPr wrap="none" rtlCol="0">
            <a:spAutoFit/>
          </a:bodyPr>
          <a:lstStyle>
            <a:defPPr>
              <a:defRPr lang="zh-CN"/>
            </a:defPPr>
            <a:lvl1pPr>
              <a:lnSpc>
                <a:spcPct val="120000"/>
              </a:lnSpc>
              <a:defRPr>
                <a:solidFill>
                  <a:schemeClr val="tx1"/>
                </a:solidFill>
                <a:latin typeface="微软雅黑 Light" panose="020B0502040204020203" pitchFamily="34" charset="-122"/>
                <a:ea typeface="微软雅黑 Light" panose="020B0502040204020203" pitchFamily="34" charset="-122"/>
                <a:cs typeface="+mn-ea"/>
              </a:defRPr>
            </a:lvl1pPr>
          </a:lstStyle>
          <a:p>
            <a:r>
              <a:rPr lang="en-US" altLang="zh-CN" dirty="0">
                <a:sym typeface="+mn-lt"/>
              </a:rPr>
              <a:t>ISP</a:t>
            </a:r>
            <a:endParaRPr lang="zh-CN" altLang="en-US" dirty="0">
              <a:sym typeface="+mn-lt"/>
            </a:endParaRPr>
          </a:p>
        </p:txBody>
      </p:sp>
      <p:sp>
        <p:nvSpPr>
          <p:cNvPr id="16" name="文本框 15"/>
          <p:cNvSpPr txBox="1"/>
          <p:nvPr/>
        </p:nvSpPr>
        <p:spPr>
          <a:xfrm>
            <a:off x="5989579" y="4818257"/>
            <a:ext cx="535724" cy="432362"/>
          </a:xfrm>
          <a:prstGeom prst="rect">
            <a:avLst/>
          </a:prstGeom>
          <a:solidFill>
            <a:schemeClr val="accent1">
              <a:lumMod val="75000"/>
            </a:schemeClr>
          </a:solidFill>
        </p:spPr>
        <p:style>
          <a:lnRef idx="1">
            <a:schemeClr val="accent1"/>
          </a:lnRef>
          <a:fillRef idx="3">
            <a:schemeClr val="accent1"/>
          </a:fillRef>
          <a:effectRef idx="2">
            <a:schemeClr val="accent1"/>
          </a:effectRef>
          <a:fontRef idx="minor">
            <a:schemeClr val="lt1"/>
          </a:fontRef>
        </p:style>
        <p:txBody>
          <a:bodyPr wrap="none" rtlCol="0">
            <a:spAutoFit/>
          </a:bodyPr>
          <a:lstStyle>
            <a:defPPr>
              <a:defRPr lang="zh-CN"/>
            </a:defPPr>
            <a:lvl1pPr>
              <a:lnSpc>
                <a:spcPct val="120000"/>
              </a:lnSpc>
              <a:defRPr>
                <a:solidFill>
                  <a:schemeClr val="tx1"/>
                </a:solidFill>
                <a:latin typeface="微软雅黑 Light" panose="020B0502040204020203" pitchFamily="34" charset="-122"/>
                <a:ea typeface="微软雅黑 Light" panose="020B0502040204020203" pitchFamily="34" charset="-122"/>
                <a:cs typeface="+mn-ea"/>
              </a:defRPr>
            </a:lvl1pPr>
          </a:lstStyle>
          <a:p>
            <a:r>
              <a:rPr lang="en-US" altLang="zh-CN" dirty="0">
                <a:sym typeface="+mn-lt"/>
              </a:rPr>
              <a:t>ISP</a:t>
            </a:r>
            <a:endParaRPr lang="zh-CN" altLang="en-US" dirty="0">
              <a:sym typeface="+mn-lt"/>
            </a:endParaRPr>
          </a:p>
        </p:txBody>
      </p:sp>
      <p:sp>
        <p:nvSpPr>
          <p:cNvPr id="17" name="文本框 16"/>
          <p:cNvSpPr txBox="1"/>
          <p:nvPr/>
        </p:nvSpPr>
        <p:spPr>
          <a:xfrm>
            <a:off x="2122270" y="4818257"/>
            <a:ext cx="535724" cy="432362"/>
          </a:xfrm>
          <a:prstGeom prst="rect">
            <a:avLst/>
          </a:prstGeom>
          <a:solidFill>
            <a:schemeClr val="accent1">
              <a:lumMod val="75000"/>
            </a:schemeClr>
          </a:solidFill>
        </p:spPr>
        <p:style>
          <a:lnRef idx="1">
            <a:schemeClr val="accent1"/>
          </a:lnRef>
          <a:fillRef idx="3">
            <a:schemeClr val="accent1"/>
          </a:fillRef>
          <a:effectRef idx="2">
            <a:schemeClr val="accent1"/>
          </a:effectRef>
          <a:fontRef idx="minor">
            <a:schemeClr val="lt1"/>
          </a:fontRef>
        </p:style>
        <p:txBody>
          <a:bodyPr wrap="none" rtlCol="0">
            <a:spAutoFit/>
          </a:bodyPr>
          <a:lstStyle>
            <a:defPPr>
              <a:defRPr lang="zh-CN"/>
            </a:defPPr>
            <a:lvl1pPr>
              <a:lnSpc>
                <a:spcPct val="120000"/>
              </a:lnSpc>
              <a:defRPr>
                <a:solidFill>
                  <a:schemeClr val="tx1"/>
                </a:solidFill>
                <a:latin typeface="微软雅黑 Light" panose="020B0502040204020203" pitchFamily="34" charset="-122"/>
                <a:ea typeface="微软雅黑 Light" panose="020B0502040204020203" pitchFamily="34" charset="-122"/>
                <a:cs typeface="+mn-ea"/>
              </a:defRPr>
            </a:lvl1pPr>
          </a:lstStyle>
          <a:p>
            <a:r>
              <a:rPr lang="en-US" altLang="zh-CN" dirty="0">
                <a:sym typeface="+mn-lt"/>
              </a:rPr>
              <a:t>ISP</a:t>
            </a:r>
            <a:endParaRPr lang="zh-CN" altLang="en-US" dirty="0">
              <a:sym typeface="+mn-lt"/>
            </a:endParaRPr>
          </a:p>
        </p:txBody>
      </p:sp>
      <p:sp>
        <p:nvSpPr>
          <p:cNvPr id="18" name="文本框 17"/>
          <p:cNvSpPr txBox="1"/>
          <p:nvPr/>
        </p:nvSpPr>
        <p:spPr>
          <a:xfrm>
            <a:off x="2818892" y="4818257"/>
            <a:ext cx="535724" cy="432362"/>
          </a:xfrm>
          <a:prstGeom prst="rect">
            <a:avLst/>
          </a:prstGeom>
          <a:solidFill>
            <a:schemeClr val="accent1">
              <a:lumMod val="75000"/>
            </a:schemeClr>
          </a:solidFill>
        </p:spPr>
        <p:style>
          <a:lnRef idx="1">
            <a:schemeClr val="accent1"/>
          </a:lnRef>
          <a:fillRef idx="3">
            <a:schemeClr val="accent1"/>
          </a:fillRef>
          <a:effectRef idx="2">
            <a:schemeClr val="accent1"/>
          </a:effectRef>
          <a:fontRef idx="minor">
            <a:schemeClr val="lt1"/>
          </a:fontRef>
        </p:style>
        <p:txBody>
          <a:bodyPr wrap="none" rtlCol="0">
            <a:spAutoFit/>
          </a:bodyPr>
          <a:lstStyle>
            <a:defPPr>
              <a:defRPr lang="zh-CN"/>
            </a:defPPr>
            <a:lvl1pPr>
              <a:lnSpc>
                <a:spcPct val="120000"/>
              </a:lnSpc>
              <a:defRPr>
                <a:solidFill>
                  <a:schemeClr val="tx1"/>
                </a:solidFill>
                <a:latin typeface="微软雅黑 Light" panose="020B0502040204020203" pitchFamily="34" charset="-122"/>
                <a:ea typeface="微软雅黑 Light" panose="020B0502040204020203" pitchFamily="34" charset="-122"/>
                <a:cs typeface="+mn-ea"/>
              </a:defRPr>
            </a:lvl1pPr>
          </a:lstStyle>
          <a:p>
            <a:r>
              <a:rPr lang="en-US" altLang="zh-CN" dirty="0">
                <a:sym typeface="+mn-lt"/>
              </a:rPr>
              <a:t>ISP</a:t>
            </a:r>
            <a:endParaRPr lang="zh-CN" altLang="en-US" dirty="0">
              <a:sym typeface="+mn-lt"/>
            </a:endParaRPr>
          </a:p>
        </p:txBody>
      </p:sp>
      <p:cxnSp>
        <p:nvCxnSpPr>
          <p:cNvPr id="19" name="直接箭头连接符 18"/>
          <p:cNvCxnSpPr>
            <a:stCxn id="5" idx="2"/>
            <a:endCxn id="8" idx="0"/>
          </p:cNvCxnSpPr>
          <p:nvPr/>
        </p:nvCxnSpPr>
        <p:spPr bwMode="auto">
          <a:xfrm>
            <a:off x="4676512" y="2719195"/>
            <a:ext cx="7215" cy="295991"/>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20" name="直接箭头连接符 19"/>
          <p:cNvCxnSpPr>
            <a:stCxn id="5" idx="2"/>
            <a:endCxn id="7" idx="0"/>
          </p:cNvCxnSpPr>
          <p:nvPr/>
        </p:nvCxnSpPr>
        <p:spPr bwMode="auto">
          <a:xfrm flipH="1">
            <a:off x="3258797" y="2719195"/>
            <a:ext cx="1417715" cy="295991"/>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21" name="直接箭头连接符 20"/>
          <p:cNvCxnSpPr>
            <a:stCxn id="5" idx="2"/>
            <a:endCxn id="9" idx="0"/>
          </p:cNvCxnSpPr>
          <p:nvPr/>
        </p:nvCxnSpPr>
        <p:spPr bwMode="auto">
          <a:xfrm>
            <a:off x="4676512" y="2719195"/>
            <a:ext cx="1457888" cy="295991"/>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22" name="直接箭头连接符 21"/>
          <p:cNvCxnSpPr>
            <a:stCxn id="5" idx="2"/>
            <a:endCxn id="6" idx="0"/>
          </p:cNvCxnSpPr>
          <p:nvPr/>
        </p:nvCxnSpPr>
        <p:spPr bwMode="auto">
          <a:xfrm flipH="1">
            <a:off x="1908408" y="2719195"/>
            <a:ext cx="2768104" cy="295991"/>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23" name="直接箭头连接符 22"/>
          <p:cNvCxnSpPr>
            <a:stCxn id="5" idx="2"/>
            <a:endCxn id="10" idx="0"/>
          </p:cNvCxnSpPr>
          <p:nvPr/>
        </p:nvCxnSpPr>
        <p:spPr bwMode="auto">
          <a:xfrm>
            <a:off x="4676512" y="2719195"/>
            <a:ext cx="3083768" cy="295991"/>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24" name="直接箭头连接符 23"/>
          <p:cNvCxnSpPr>
            <a:stCxn id="8" idx="2"/>
            <a:endCxn id="12" idx="0"/>
          </p:cNvCxnSpPr>
          <p:nvPr/>
        </p:nvCxnSpPr>
        <p:spPr bwMode="auto">
          <a:xfrm>
            <a:off x="4683727" y="3447548"/>
            <a:ext cx="812032" cy="460265"/>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25" name="直接箭头连接符 24"/>
          <p:cNvCxnSpPr>
            <a:stCxn id="8" idx="2"/>
            <a:endCxn id="17" idx="0"/>
          </p:cNvCxnSpPr>
          <p:nvPr/>
        </p:nvCxnSpPr>
        <p:spPr bwMode="auto">
          <a:xfrm flipH="1">
            <a:off x="2390132" y="3447548"/>
            <a:ext cx="2293595" cy="1370709"/>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26" name="直接箭头连接符 25"/>
          <p:cNvCxnSpPr>
            <a:stCxn id="8" idx="2"/>
            <a:endCxn id="18" idx="0"/>
          </p:cNvCxnSpPr>
          <p:nvPr/>
        </p:nvCxnSpPr>
        <p:spPr bwMode="auto">
          <a:xfrm flipH="1">
            <a:off x="3086754" y="3447548"/>
            <a:ext cx="1596973" cy="1370709"/>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27" name="直接箭头连接符 26"/>
          <p:cNvCxnSpPr>
            <a:stCxn id="11" idx="2"/>
            <a:endCxn id="13" idx="0"/>
          </p:cNvCxnSpPr>
          <p:nvPr/>
        </p:nvCxnSpPr>
        <p:spPr bwMode="auto">
          <a:xfrm flipH="1">
            <a:off x="3762641" y="4340175"/>
            <a:ext cx="900759" cy="478082"/>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28" name="直接箭头连接符 27"/>
          <p:cNvCxnSpPr>
            <a:stCxn id="11" idx="2"/>
            <a:endCxn id="14" idx="0"/>
          </p:cNvCxnSpPr>
          <p:nvPr/>
        </p:nvCxnSpPr>
        <p:spPr bwMode="auto">
          <a:xfrm flipH="1">
            <a:off x="4592086" y="4340175"/>
            <a:ext cx="71314" cy="478082"/>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29" name="直接箭头连接符 28"/>
          <p:cNvCxnSpPr>
            <a:stCxn id="12" idx="2"/>
            <a:endCxn id="15" idx="0"/>
          </p:cNvCxnSpPr>
          <p:nvPr/>
        </p:nvCxnSpPr>
        <p:spPr bwMode="auto">
          <a:xfrm flipH="1">
            <a:off x="5426167" y="4340175"/>
            <a:ext cx="69592" cy="478082"/>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30" name="直接箭头连接符 29"/>
          <p:cNvCxnSpPr>
            <a:stCxn id="12" idx="2"/>
            <a:endCxn id="16" idx="0"/>
          </p:cNvCxnSpPr>
          <p:nvPr/>
        </p:nvCxnSpPr>
        <p:spPr bwMode="auto">
          <a:xfrm>
            <a:off x="5495759" y="4340175"/>
            <a:ext cx="761682" cy="478082"/>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
        <p:nvSpPr>
          <p:cNvPr id="31" name="文本框 30"/>
          <p:cNvSpPr txBox="1"/>
          <p:nvPr/>
        </p:nvSpPr>
        <p:spPr>
          <a:xfrm>
            <a:off x="5231904" y="2216816"/>
            <a:ext cx="4073925" cy="432362"/>
          </a:xfrm>
          <a:prstGeom prst="rect">
            <a:avLst/>
          </a:prstGeom>
          <a:noFill/>
        </p:spPr>
        <p:txBody>
          <a:bodyPr wrap="square" rtlCol="0">
            <a:spAutoFit/>
          </a:bodyPr>
          <a:lstStyle/>
          <a:p>
            <a:pPr algn="ctr">
              <a:lnSpc>
                <a:spcPct val="120000"/>
              </a:lnSpc>
            </a:pPr>
            <a:r>
              <a:rPr lang="en-US" altLang="zh-CN" dirty="0">
                <a:latin typeface="微软雅黑 Light" panose="020B0502040204020203" pitchFamily="34" charset="-122"/>
                <a:ea typeface="微软雅黑 Light" panose="020B0502040204020203" pitchFamily="34" charset="-122"/>
                <a:cs typeface="+mn-ea"/>
                <a:sym typeface="+mn-lt"/>
              </a:rPr>
              <a:t>Resource Allocation Hierarchy</a:t>
            </a:r>
            <a:endParaRPr lang="zh-CN" altLang="en-US" dirty="0">
              <a:latin typeface="微软雅黑 Light" panose="020B0502040204020203" pitchFamily="34" charset="-122"/>
              <a:ea typeface="微软雅黑 Light" panose="020B0502040204020203" pitchFamily="34" charset="-122"/>
              <a:cs typeface="+mn-ea"/>
              <a:sym typeface="+mn-lt"/>
            </a:endParaRPr>
          </a:p>
        </p:txBody>
      </p:sp>
      <p:sp>
        <p:nvSpPr>
          <p:cNvPr id="32" name="文本框 31"/>
          <p:cNvSpPr txBox="1"/>
          <p:nvPr/>
        </p:nvSpPr>
        <p:spPr>
          <a:xfrm>
            <a:off x="797866" y="3015186"/>
            <a:ext cx="584015" cy="432362"/>
          </a:xfrm>
          <a:prstGeom prst="rect">
            <a:avLst/>
          </a:prstGeom>
          <a:noFill/>
        </p:spPr>
        <p:txBody>
          <a:bodyPr wrap="square">
            <a:spAutoFit/>
          </a:bodyPr>
          <a:lstStyle/>
          <a:p>
            <a:pPr>
              <a:lnSpc>
                <a:spcPct val="120000"/>
              </a:lnSpc>
            </a:pPr>
            <a:r>
              <a:rPr lang="en-US" altLang="zh-CN" dirty="0">
                <a:latin typeface="微软雅黑 Light" panose="020B0502040204020203" pitchFamily="34" charset="-122"/>
                <a:ea typeface="微软雅黑 Light" panose="020B0502040204020203" pitchFamily="34" charset="-122"/>
                <a:cs typeface="+mn-ea"/>
                <a:sym typeface="+mn-lt"/>
              </a:rPr>
              <a:t>RIR</a:t>
            </a:r>
            <a:endParaRPr lang="zh-CN" altLang="en-US" dirty="0">
              <a:latin typeface="微软雅黑 Light" panose="020B0502040204020203" pitchFamily="34" charset="-122"/>
              <a:ea typeface="微软雅黑 Light" panose="020B0502040204020203" pitchFamily="34" charset="-122"/>
              <a:cs typeface="+mn-ea"/>
              <a:sym typeface="+mn-lt"/>
            </a:endParaRPr>
          </a:p>
        </p:txBody>
      </p:sp>
      <p:cxnSp>
        <p:nvCxnSpPr>
          <p:cNvPr id="33" name="直接箭头连接符 32"/>
          <p:cNvCxnSpPr>
            <a:stCxn id="8" idx="2"/>
            <a:endCxn id="11" idx="0"/>
          </p:cNvCxnSpPr>
          <p:nvPr/>
        </p:nvCxnSpPr>
        <p:spPr bwMode="auto">
          <a:xfrm flipH="1">
            <a:off x="4663400" y="3447548"/>
            <a:ext cx="20327" cy="460265"/>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
        <p:nvSpPr>
          <p:cNvPr id="35" name="文本框 34"/>
          <p:cNvSpPr txBox="1"/>
          <p:nvPr/>
        </p:nvSpPr>
        <p:spPr>
          <a:xfrm>
            <a:off x="7268866" y="4269744"/>
            <a:ext cx="4376978" cy="1535741"/>
          </a:xfrm>
          <a:prstGeom prst="rect">
            <a:avLst/>
          </a:prstGeom>
          <a:noFill/>
        </p:spPr>
        <p:txBody>
          <a:bodyPr wrap="square">
            <a:spAutoFit/>
          </a:bodyPr>
          <a:lstStyle/>
          <a:p>
            <a:pPr>
              <a:lnSpc>
                <a:spcPct val="120000"/>
              </a:lnSpc>
            </a:pPr>
            <a:r>
              <a:rPr lang="en-US" altLang="zh-CN" dirty="0">
                <a:latin typeface="微软雅黑 Light" panose="020B0502040204020203" pitchFamily="34" charset="-122"/>
                <a:ea typeface="微软雅黑 Light" panose="020B0502040204020203" pitchFamily="34" charset="-122"/>
                <a:cs typeface="+mn-ea"/>
                <a:sym typeface="+mn-lt"/>
              </a:rPr>
              <a:t>Regional Internet Registries – RIR</a:t>
            </a:r>
            <a:endParaRPr lang="en-US" altLang="zh-CN" dirty="0">
              <a:latin typeface="微软雅黑 Light" panose="020B0502040204020203" pitchFamily="34" charset="-122"/>
              <a:ea typeface="微软雅黑 Light" panose="020B0502040204020203" pitchFamily="34" charset="-122"/>
              <a:cs typeface="+mn-ea"/>
              <a:sym typeface="+mn-lt"/>
            </a:endParaRPr>
          </a:p>
          <a:p>
            <a:pPr>
              <a:lnSpc>
                <a:spcPct val="120000"/>
              </a:lnSpc>
            </a:pPr>
            <a:r>
              <a:rPr lang="en-US" altLang="zh-CN" dirty="0">
                <a:latin typeface="微软雅黑 Light" panose="020B0502040204020203" pitchFamily="34" charset="-122"/>
                <a:ea typeface="微软雅黑 Light" panose="020B0502040204020203" pitchFamily="34" charset="-122"/>
                <a:cs typeface="+mn-ea"/>
                <a:sym typeface="+mn-lt"/>
              </a:rPr>
              <a:t>National Internet Registries</a:t>
            </a:r>
            <a:r>
              <a:rPr lang="zh-CN" altLang="en-US" dirty="0">
                <a:latin typeface="微软雅黑 Light" panose="020B0502040204020203" pitchFamily="34" charset="-122"/>
                <a:ea typeface="微软雅黑 Light" panose="020B0502040204020203" pitchFamily="34" charset="-122"/>
                <a:cs typeface="+mn-ea"/>
                <a:sym typeface="+mn-lt"/>
              </a:rPr>
              <a:t> </a:t>
            </a:r>
            <a:r>
              <a:rPr lang="en-US" altLang="zh-CN" dirty="0">
                <a:latin typeface="微软雅黑 Light" panose="020B0502040204020203" pitchFamily="34" charset="-122"/>
                <a:ea typeface="微软雅黑 Light" panose="020B0502040204020203" pitchFamily="34" charset="-122"/>
                <a:cs typeface="+mn-ea"/>
                <a:sym typeface="+mn-lt"/>
              </a:rPr>
              <a:t>– NIR</a:t>
            </a:r>
            <a:endParaRPr lang="zh-CN" altLang="en-US" dirty="0">
              <a:latin typeface="微软雅黑 Light" panose="020B0502040204020203" pitchFamily="34" charset="-122"/>
              <a:ea typeface="微软雅黑 Light" panose="020B0502040204020203" pitchFamily="34" charset="-122"/>
              <a:cs typeface="+mn-ea"/>
              <a:sym typeface="+mn-lt"/>
            </a:endParaRPr>
          </a:p>
          <a:p>
            <a:pPr>
              <a:lnSpc>
                <a:spcPct val="120000"/>
              </a:lnSpc>
            </a:pPr>
            <a:r>
              <a:rPr lang="en-US" altLang="zh-CN" dirty="0">
                <a:latin typeface="微软雅黑 Light" panose="020B0502040204020203" pitchFamily="34" charset="-122"/>
                <a:ea typeface="微软雅黑 Light" panose="020B0502040204020203" pitchFamily="34" charset="-122"/>
                <a:cs typeface="+mn-ea"/>
                <a:sym typeface="+mn-lt"/>
              </a:rPr>
              <a:t>Local Internet Registries</a:t>
            </a:r>
            <a:r>
              <a:rPr lang="zh-CN" altLang="en-US" dirty="0">
                <a:latin typeface="微软雅黑 Light" panose="020B0502040204020203" pitchFamily="34" charset="-122"/>
                <a:ea typeface="微软雅黑 Light" panose="020B0502040204020203" pitchFamily="34" charset="-122"/>
                <a:cs typeface="+mn-ea"/>
                <a:sym typeface="+mn-lt"/>
              </a:rPr>
              <a:t> </a:t>
            </a:r>
            <a:r>
              <a:rPr lang="en-US" altLang="zh-CN" dirty="0">
                <a:latin typeface="微软雅黑 Light" panose="020B0502040204020203" pitchFamily="34" charset="-122"/>
                <a:ea typeface="微软雅黑 Light" panose="020B0502040204020203" pitchFamily="34" charset="-122"/>
                <a:cs typeface="+mn-ea"/>
                <a:sym typeface="+mn-lt"/>
              </a:rPr>
              <a:t>– LIR</a:t>
            </a:r>
            <a:endParaRPr lang="zh-CN" altLang="en-US" dirty="0">
              <a:latin typeface="微软雅黑 Light" panose="020B0502040204020203" pitchFamily="34" charset="-122"/>
              <a:ea typeface="微软雅黑 Light" panose="020B0502040204020203" pitchFamily="34" charset="-122"/>
              <a:cs typeface="+mn-ea"/>
              <a:sym typeface="+mn-lt"/>
            </a:endParaRPr>
          </a:p>
          <a:p>
            <a:pPr>
              <a:lnSpc>
                <a:spcPct val="120000"/>
              </a:lnSpc>
            </a:pPr>
            <a:r>
              <a:rPr lang="en-US" altLang="zh-CN" dirty="0">
                <a:latin typeface="微软雅黑 Light" panose="020B0502040204020203" pitchFamily="34" charset="-122"/>
                <a:ea typeface="微软雅黑 Light" panose="020B0502040204020203" pitchFamily="34" charset="-122"/>
                <a:cs typeface="+mn-ea"/>
                <a:sym typeface="+mn-lt"/>
              </a:rPr>
              <a:t>Internet Service Provider</a:t>
            </a:r>
            <a:r>
              <a:rPr lang="zh-CN" altLang="en-US" dirty="0">
                <a:latin typeface="微软雅黑 Light" panose="020B0502040204020203" pitchFamily="34" charset="-122"/>
                <a:ea typeface="微软雅黑 Light" panose="020B0502040204020203" pitchFamily="34" charset="-122"/>
                <a:cs typeface="+mn-ea"/>
                <a:sym typeface="+mn-lt"/>
              </a:rPr>
              <a:t> </a:t>
            </a:r>
            <a:r>
              <a:rPr lang="en-US" altLang="zh-CN" dirty="0">
                <a:latin typeface="微软雅黑 Light" panose="020B0502040204020203" pitchFamily="34" charset="-122"/>
                <a:ea typeface="微软雅黑 Light" panose="020B0502040204020203" pitchFamily="34" charset="-122"/>
                <a:cs typeface="+mn-ea"/>
                <a:sym typeface="+mn-lt"/>
              </a:rPr>
              <a:t>– ISP</a:t>
            </a:r>
            <a:endParaRPr lang="zh-CN" altLang="en-US" dirty="0">
              <a:latin typeface="微软雅黑 Light" panose="020B0502040204020203" pitchFamily="34" charset="-122"/>
              <a:ea typeface="微软雅黑 Light" panose="020B0502040204020203" pitchFamily="34" charset="-122"/>
              <a:cs typeface="+mn-ea"/>
              <a:sym typeface="+mn-lt"/>
            </a:endParaRP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早期</a:t>
            </a:r>
            <a:r>
              <a:rPr lang="en-US" altLang="zh-CN" dirty="0"/>
              <a:t>IP</a:t>
            </a:r>
            <a:r>
              <a:rPr lang="zh-CN" altLang="en-US" dirty="0"/>
              <a:t>地址分类设计缺陷</a:t>
            </a:r>
            <a:endParaRPr lang="zh-CN" altLang="en-US" dirty="0"/>
          </a:p>
        </p:txBody>
      </p:sp>
      <p:sp>
        <p:nvSpPr>
          <p:cNvPr id="3" name="内容占位符 2"/>
          <p:cNvSpPr>
            <a:spLocks noGrp="1"/>
          </p:cNvSpPr>
          <p:nvPr>
            <p:ph idx="1"/>
          </p:nvPr>
        </p:nvSpPr>
        <p:spPr>
          <a:xfrm>
            <a:off x="334434" y="1052515"/>
            <a:ext cx="11523133" cy="2250632"/>
          </a:xfrm>
        </p:spPr>
        <p:txBody>
          <a:bodyPr>
            <a:normAutofit lnSpcReduction="10000"/>
          </a:bodyPr>
          <a:lstStyle/>
          <a:p>
            <a:r>
              <a:rPr lang="zh-CN" altLang="en-US" sz="2800" dirty="0"/>
              <a:t>早期</a:t>
            </a:r>
            <a:r>
              <a:rPr lang="en-US" altLang="zh-CN" sz="2800" dirty="0"/>
              <a:t>IP </a:t>
            </a:r>
            <a:r>
              <a:rPr lang="zh-CN" altLang="en-US" sz="2800" dirty="0"/>
              <a:t>地址的设计确实不够合理：</a:t>
            </a:r>
            <a:endParaRPr lang="zh-CN" altLang="en-US" sz="2800" dirty="0"/>
          </a:p>
          <a:p>
            <a:pPr lvl="1"/>
            <a:r>
              <a:rPr lang="en-US" altLang="zh-CN" sz="2400" dirty="0"/>
              <a:t>IP </a:t>
            </a:r>
            <a:r>
              <a:rPr lang="zh-CN" altLang="en-US" sz="2400" dirty="0"/>
              <a:t>地址空间的利用率有时很低 </a:t>
            </a:r>
            <a:endParaRPr lang="zh-CN" altLang="en-US" sz="2400" dirty="0"/>
          </a:p>
          <a:p>
            <a:pPr lvl="1"/>
            <a:r>
              <a:rPr lang="zh-CN" altLang="en-US" sz="2400" dirty="0"/>
              <a:t>给每一个物理网络分配一个网络号会使路由表变得太大因而使网络性能变坏 </a:t>
            </a:r>
            <a:endParaRPr lang="zh-CN" altLang="en-US" sz="2400" dirty="0"/>
          </a:p>
          <a:p>
            <a:pPr lvl="1"/>
            <a:r>
              <a:rPr lang="zh-CN" altLang="en-US" sz="2400" dirty="0"/>
              <a:t>两级的 </a:t>
            </a:r>
            <a:r>
              <a:rPr lang="en-US" altLang="zh-CN" sz="2400" dirty="0"/>
              <a:t>IP </a:t>
            </a:r>
            <a:r>
              <a:rPr lang="zh-CN" altLang="en-US" sz="2400" dirty="0"/>
              <a:t>地址不够灵活 </a:t>
            </a:r>
            <a:endParaRPr lang="en-US" altLang="zh-CN" sz="2400" dirty="0"/>
          </a:p>
          <a:p>
            <a:r>
              <a:rPr lang="zh-CN" altLang="en-US" dirty="0"/>
              <a:t>提出子网编址、</a:t>
            </a:r>
            <a:r>
              <a:rPr lang="en-US" altLang="zh-CN" dirty="0"/>
              <a:t>CIDR</a:t>
            </a:r>
            <a:r>
              <a:rPr lang="zh-CN" altLang="en-US" dirty="0"/>
              <a:t>等技术</a:t>
            </a:r>
            <a:endParaRPr lang="zh-CN" altLang="en-US" dirty="0"/>
          </a:p>
          <a:p>
            <a:endParaRPr lang="zh-CN" altLang="en-US" dirty="0"/>
          </a:p>
        </p:txBody>
      </p:sp>
      <p:sp>
        <p:nvSpPr>
          <p:cNvPr id="4" name="灯片编号占位符 3"/>
          <p:cNvSpPr>
            <a:spLocks noGrp="1"/>
          </p:cNvSpPr>
          <p:nvPr>
            <p:ph type="sldNum" sz="quarter" idx="12"/>
          </p:nvPr>
        </p:nvSpPr>
        <p:spPr/>
        <p:txBody>
          <a:bodyPr/>
          <a:lstStyle/>
          <a:p>
            <a:pPr>
              <a:defRPr/>
            </a:pPr>
            <a:fld id="{816960B2-2B11-492C-B588-5290E1274F96}" type="slidenum">
              <a:rPr lang="en-US" altLang="zh-CN" smtClean="0"/>
            </a:fld>
            <a:endParaRPr lang="en-US" altLang="zh-CN" dirty="0"/>
          </a:p>
        </p:txBody>
      </p:sp>
      <p:graphicFrame>
        <p:nvGraphicFramePr>
          <p:cNvPr id="5" name="Group 115"/>
          <p:cNvGraphicFramePr/>
          <p:nvPr/>
        </p:nvGraphicFramePr>
        <p:xfrm>
          <a:off x="1847528" y="3303147"/>
          <a:ext cx="8642350" cy="3154560"/>
        </p:xfrm>
        <a:graphic>
          <a:graphicData uri="http://schemas.openxmlformats.org/drawingml/2006/table">
            <a:tbl>
              <a:tblPr/>
              <a:tblGrid>
                <a:gridCol w="885825"/>
                <a:gridCol w="4210050"/>
                <a:gridCol w="1550988"/>
                <a:gridCol w="1995487"/>
              </a:tblGrid>
              <a:tr h="274638">
                <a:tc>
                  <a:txBody>
                    <a:bodyPr/>
                    <a:lstStyle>
                      <a:lvl1pPr>
                        <a:spcBef>
                          <a:spcPct val="20000"/>
                        </a:spcBef>
                        <a:buClr>
                          <a:srgbClr val="C80000"/>
                        </a:buClr>
                        <a:buSzPct val="80000"/>
                        <a:buFont typeface="Wingdings" panose="05000000000000000000" pitchFamily="2" charset="2"/>
                        <a:defRPr sz="2800">
                          <a:solidFill>
                            <a:schemeClr val="tx1"/>
                          </a:solidFill>
                          <a:latin typeface="Times New Roman" panose="02020603050405020304" pitchFamily="18" charset="0"/>
                          <a:ea typeface="宋体" panose="02010600030101010101" pitchFamily="2" charset="-122"/>
                        </a:defRPr>
                      </a:lvl1pPr>
                      <a:lvl2pPr>
                        <a:spcBef>
                          <a:spcPct val="20000"/>
                        </a:spcBef>
                        <a:buClr>
                          <a:srgbClr val="00C800"/>
                        </a:buClr>
                        <a:buSzPct val="8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2pPr>
                      <a:lvl3pPr>
                        <a:spcBef>
                          <a:spcPct val="20000"/>
                        </a:spcBef>
                        <a:buClr>
                          <a:srgbClr val="0000C8"/>
                        </a:buClr>
                        <a:buSzPct val="80000"/>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3pPr>
                      <a:lvl4pPr>
                        <a:spcBef>
                          <a:spcPct val="20000"/>
                        </a:spcBef>
                        <a:buClr>
                          <a:srgbClr val="FF7F00"/>
                        </a:buClr>
                        <a:buSzPct val="8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4pPr>
                      <a:lvl5pPr>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0" lang="zh-CN" altLang="en-US" sz="20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rPr>
                        <a:t>类型</a:t>
                      </a:r>
                      <a:endParaRPr kumimoji="0" lang="zh-CN" altLang="en-US" sz="20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endParaRPr>
                    </a:p>
                  </a:txBody>
                  <a:tcPr marL="90000" marR="90000" marT="46800" marB="4680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C80000"/>
                        </a:buClr>
                        <a:buSzPct val="80000"/>
                        <a:buFont typeface="Wingdings" panose="05000000000000000000" pitchFamily="2" charset="2"/>
                        <a:defRPr sz="2800">
                          <a:solidFill>
                            <a:schemeClr val="tx1"/>
                          </a:solidFill>
                          <a:latin typeface="Times New Roman" panose="02020603050405020304" pitchFamily="18" charset="0"/>
                          <a:ea typeface="宋体" panose="02010600030101010101" pitchFamily="2" charset="-122"/>
                        </a:defRPr>
                      </a:lvl1pPr>
                      <a:lvl2pPr>
                        <a:spcBef>
                          <a:spcPct val="20000"/>
                        </a:spcBef>
                        <a:buClr>
                          <a:srgbClr val="00C800"/>
                        </a:buClr>
                        <a:buSzPct val="8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2pPr>
                      <a:lvl3pPr>
                        <a:spcBef>
                          <a:spcPct val="20000"/>
                        </a:spcBef>
                        <a:buClr>
                          <a:srgbClr val="0000C8"/>
                        </a:buClr>
                        <a:buSzPct val="80000"/>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3pPr>
                      <a:lvl4pPr>
                        <a:spcBef>
                          <a:spcPct val="20000"/>
                        </a:spcBef>
                        <a:buClr>
                          <a:srgbClr val="FF7F00"/>
                        </a:buClr>
                        <a:buSzPct val="8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4pPr>
                      <a:lvl5pPr>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0" lang="zh-CN" altLang="en-US" sz="20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rPr>
                        <a:t>范围</a:t>
                      </a:r>
                      <a:endParaRPr kumimoji="0" lang="zh-CN" altLang="en-US" sz="20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endParaRP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C80000"/>
                        </a:buClr>
                        <a:buSzPct val="80000"/>
                        <a:buFont typeface="Wingdings" panose="05000000000000000000" pitchFamily="2" charset="2"/>
                        <a:defRPr sz="2800">
                          <a:solidFill>
                            <a:schemeClr val="tx1"/>
                          </a:solidFill>
                          <a:latin typeface="Times New Roman" panose="02020603050405020304" pitchFamily="18" charset="0"/>
                          <a:ea typeface="宋体" panose="02010600030101010101" pitchFamily="2" charset="-122"/>
                        </a:defRPr>
                      </a:lvl1pPr>
                      <a:lvl2pPr>
                        <a:spcBef>
                          <a:spcPct val="20000"/>
                        </a:spcBef>
                        <a:buClr>
                          <a:srgbClr val="00C800"/>
                        </a:buClr>
                        <a:buSzPct val="8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2pPr>
                      <a:lvl3pPr>
                        <a:spcBef>
                          <a:spcPct val="20000"/>
                        </a:spcBef>
                        <a:buClr>
                          <a:srgbClr val="0000C8"/>
                        </a:buClr>
                        <a:buSzPct val="80000"/>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3pPr>
                      <a:lvl4pPr>
                        <a:spcBef>
                          <a:spcPct val="20000"/>
                        </a:spcBef>
                        <a:buClr>
                          <a:srgbClr val="FF7F00"/>
                        </a:buClr>
                        <a:buSzPct val="8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4pPr>
                      <a:lvl5pPr>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0" lang="zh-CN" altLang="en-US" sz="20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rPr>
                        <a:t>网络数</a:t>
                      </a:r>
                      <a:endParaRPr kumimoji="0" lang="zh-CN" altLang="en-US" sz="20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endParaRP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C80000"/>
                        </a:buClr>
                        <a:buSzPct val="80000"/>
                        <a:buFont typeface="Wingdings" panose="05000000000000000000" pitchFamily="2" charset="2"/>
                        <a:defRPr sz="2800">
                          <a:solidFill>
                            <a:schemeClr val="tx1"/>
                          </a:solidFill>
                          <a:latin typeface="Times New Roman" panose="02020603050405020304" pitchFamily="18" charset="0"/>
                          <a:ea typeface="宋体" panose="02010600030101010101" pitchFamily="2" charset="-122"/>
                        </a:defRPr>
                      </a:lvl1pPr>
                      <a:lvl2pPr>
                        <a:spcBef>
                          <a:spcPct val="20000"/>
                        </a:spcBef>
                        <a:buClr>
                          <a:srgbClr val="00C800"/>
                        </a:buClr>
                        <a:buSzPct val="8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2pPr>
                      <a:lvl3pPr>
                        <a:spcBef>
                          <a:spcPct val="20000"/>
                        </a:spcBef>
                        <a:buClr>
                          <a:srgbClr val="0000C8"/>
                        </a:buClr>
                        <a:buSzPct val="80000"/>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3pPr>
                      <a:lvl4pPr>
                        <a:spcBef>
                          <a:spcPct val="20000"/>
                        </a:spcBef>
                        <a:buClr>
                          <a:srgbClr val="FF7F00"/>
                        </a:buClr>
                        <a:buSzPct val="8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4pPr>
                      <a:lvl5pPr>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0" lang="zh-CN" altLang="en-US" sz="20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rPr>
                        <a:t>每个网络</a:t>
                      </a:r>
                      <a:endParaRPr kumimoji="0" lang="zh-CN" altLang="en-US" sz="20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endParaRPr>
                    </a:p>
                    <a:p>
                      <a:pPr marL="0" marR="0" lvl="0" indent="0" algn="ctr"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0" lang="zh-CN" altLang="en-US" sz="20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rPr>
                        <a:t>主机数量</a:t>
                      </a:r>
                      <a:endParaRPr kumimoji="0" lang="zh-CN" altLang="en-US" sz="20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endParaRPr>
                    </a:p>
                  </a:txBody>
                  <a:tcPr marL="90000" marR="90000" marT="46800" marB="4680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144463">
                <a:tc>
                  <a:txBody>
                    <a:bodyPr/>
                    <a:lstStyle>
                      <a:lvl1pPr>
                        <a:spcBef>
                          <a:spcPct val="20000"/>
                        </a:spcBef>
                        <a:buClr>
                          <a:srgbClr val="C80000"/>
                        </a:buClr>
                        <a:buSzPct val="80000"/>
                        <a:buFont typeface="Wingdings" panose="05000000000000000000" pitchFamily="2" charset="2"/>
                        <a:defRPr sz="2800">
                          <a:solidFill>
                            <a:schemeClr val="tx1"/>
                          </a:solidFill>
                          <a:latin typeface="Times New Roman" panose="02020603050405020304" pitchFamily="18" charset="0"/>
                          <a:ea typeface="宋体" panose="02010600030101010101" pitchFamily="2" charset="-122"/>
                        </a:defRPr>
                      </a:lvl1pPr>
                      <a:lvl2pPr>
                        <a:spcBef>
                          <a:spcPct val="20000"/>
                        </a:spcBef>
                        <a:buClr>
                          <a:srgbClr val="00C800"/>
                        </a:buClr>
                        <a:buSzPct val="8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2pPr>
                      <a:lvl3pPr>
                        <a:spcBef>
                          <a:spcPct val="20000"/>
                        </a:spcBef>
                        <a:buClr>
                          <a:srgbClr val="0000C8"/>
                        </a:buClr>
                        <a:buSzPct val="80000"/>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3pPr>
                      <a:lvl4pPr>
                        <a:spcBef>
                          <a:spcPct val="20000"/>
                        </a:spcBef>
                        <a:buClr>
                          <a:srgbClr val="FF7F00"/>
                        </a:buClr>
                        <a:buSzPct val="8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4pPr>
                      <a:lvl5pPr>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0" lang="en-US" altLang="zh-CN" sz="20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rPr>
                        <a:t>A</a:t>
                      </a:r>
                      <a:endParaRPr kumimoji="0" lang="en-US" altLang="zh-CN" sz="20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endParaRPr>
                    </a:p>
                  </a:txBody>
                  <a:tcPr marL="90000" marR="90000" marT="46800" marB="4680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C80000"/>
                        </a:buClr>
                        <a:buSzPct val="80000"/>
                        <a:buFont typeface="Wingdings" panose="05000000000000000000" pitchFamily="2" charset="2"/>
                        <a:defRPr sz="2800">
                          <a:solidFill>
                            <a:schemeClr val="tx1"/>
                          </a:solidFill>
                          <a:latin typeface="Times New Roman" panose="02020603050405020304" pitchFamily="18" charset="0"/>
                          <a:ea typeface="宋体" panose="02010600030101010101" pitchFamily="2" charset="-122"/>
                        </a:defRPr>
                      </a:lvl1pPr>
                      <a:lvl2pPr>
                        <a:spcBef>
                          <a:spcPct val="20000"/>
                        </a:spcBef>
                        <a:buClr>
                          <a:srgbClr val="00C800"/>
                        </a:buClr>
                        <a:buSzPct val="8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2pPr>
                      <a:lvl3pPr>
                        <a:spcBef>
                          <a:spcPct val="20000"/>
                        </a:spcBef>
                        <a:buClr>
                          <a:srgbClr val="0000C8"/>
                        </a:buClr>
                        <a:buSzPct val="80000"/>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3pPr>
                      <a:lvl4pPr>
                        <a:spcBef>
                          <a:spcPct val="20000"/>
                        </a:spcBef>
                        <a:buClr>
                          <a:srgbClr val="FF7F00"/>
                        </a:buClr>
                        <a:buSzPct val="8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4pPr>
                      <a:lvl5pPr>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1" lang="en-US" altLang="zh-CN" sz="2000" b="0" i="0" u="none" strike="noStrike" cap="none" normalizeH="0" baseline="0" dirty="0">
                          <a:ln>
                            <a:noFill/>
                          </a:ln>
                          <a:solidFill>
                            <a:srgbClr val="000000"/>
                          </a:solidFill>
                          <a:effectLst/>
                          <a:latin typeface="微软雅黑 Light" panose="020B0502040204020203" pitchFamily="34" charset="-122"/>
                          <a:ea typeface="微软雅黑 Light" panose="020B0502040204020203" pitchFamily="34" charset="-122"/>
                        </a:rPr>
                        <a:t>0.0.0.0     — 127.255.255.255</a:t>
                      </a:r>
                      <a:endParaRPr kumimoji="1" lang="en-US" altLang="zh-CN" sz="2000" b="0" i="0" u="none" strike="noStrike" cap="none" normalizeH="0" baseline="0" dirty="0">
                        <a:ln>
                          <a:noFill/>
                        </a:ln>
                        <a:solidFill>
                          <a:srgbClr val="000000"/>
                        </a:solidFill>
                        <a:effectLst/>
                        <a:latin typeface="微软雅黑 Light" panose="020B0502040204020203" pitchFamily="34" charset="-122"/>
                        <a:ea typeface="微软雅黑 Light" panose="020B0502040204020203" pitchFamily="34" charset="-122"/>
                      </a:endParaRP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C80000"/>
                        </a:buClr>
                        <a:buSzPct val="80000"/>
                        <a:buFont typeface="Wingdings" panose="05000000000000000000" pitchFamily="2" charset="2"/>
                        <a:defRPr sz="2800">
                          <a:solidFill>
                            <a:schemeClr val="tx1"/>
                          </a:solidFill>
                          <a:latin typeface="Times New Roman" panose="02020603050405020304" pitchFamily="18" charset="0"/>
                          <a:ea typeface="宋体" panose="02010600030101010101" pitchFamily="2" charset="-122"/>
                        </a:defRPr>
                      </a:lvl1pPr>
                      <a:lvl2pPr>
                        <a:spcBef>
                          <a:spcPct val="20000"/>
                        </a:spcBef>
                        <a:buClr>
                          <a:srgbClr val="00C800"/>
                        </a:buClr>
                        <a:buSzPct val="8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2pPr>
                      <a:lvl3pPr>
                        <a:spcBef>
                          <a:spcPct val="20000"/>
                        </a:spcBef>
                        <a:buClr>
                          <a:srgbClr val="0000C8"/>
                        </a:buClr>
                        <a:buSzPct val="80000"/>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3pPr>
                      <a:lvl4pPr>
                        <a:spcBef>
                          <a:spcPct val="20000"/>
                        </a:spcBef>
                        <a:buClr>
                          <a:srgbClr val="FF7F00"/>
                        </a:buClr>
                        <a:buSzPct val="8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4pPr>
                      <a:lvl5pPr>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1" lang="en-US" altLang="zh-CN" sz="2000" b="0" i="0" u="none" strike="noStrike" cap="none" normalizeH="0" baseline="0" dirty="0">
                          <a:ln>
                            <a:noFill/>
                          </a:ln>
                          <a:solidFill>
                            <a:srgbClr val="000000"/>
                          </a:solidFill>
                          <a:effectLst/>
                          <a:latin typeface="微软雅黑 Light" panose="020B0502040204020203" pitchFamily="34" charset="-122"/>
                          <a:ea typeface="微软雅黑 Light" panose="020B0502040204020203" pitchFamily="34" charset="-122"/>
                        </a:rPr>
                        <a:t>2</a:t>
                      </a:r>
                      <a:r>
                        <a:rPr kumimoji="1" lang="en-US" altLang="zh-CN" sz="2000" b="0" i="0" u="none" strike="noStrike" cap="none" normalizeH="0" baseline="30000" dirty="0">
                          <a:ln>
                            <a:noFill/>
                          </a:ln>
                          <a:solidFill>
                            <a:srgbClr val="000000"/>
                          </a:solidFill>
                          <a:effectLst/>
                          <a:latin typeface="微软雅黑 Light" panose="020B0502040204020203" pitchFamily="34" charset="-122"/>
                          <a:ea typeface="微软雅黑 Light" panose="020B0502040204020203" pitchFamily="34" charset="-122"/>
                        </a:rPr>
                        <a:t>7</a:t>
                      </a:r>
                      <a:endParaRPr kumimoji="1" lang="en-US" altLang="zh-CN" sz="2000" b="0" i="0" u="none" strike="noStrike" cap="none" normalizeH="0" baseline="0" dirty="0">
                        <a:ln>
                          <a:noFill/>
                        </a:ln>
                        <a:solidFill>
                          <a:srgbClr val="000000"/>
                        </a:solidFill>
                        <a:effectLst/>
                        <a:latin typeface="微软雅黑 Light" panose="020B0502040204020203" pitchFamily="34" charset="-122"/>
                        <a:ea typeface="微软雅黑 Light" panose="020B0502040204020203" pitchFamily="34" charset="-122"/>
                      </a:endParaRP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C80000"/>
                        </a:buClr>
                        <a:buSzPct val="80000"/>
                        <a:buFont typeface="Wingdings" panose="05000000000000000000" pitchFamily="2" charset="2"/>
                        <a:defRPr sz="2800">
                          <a:solidFill>
                            <a:schemeClr val="tx1"/>
                          </a:solidFill>
                          <a:latin typeface="Times New Roman" panose="02020603050405020304" pitchFamily="18" charset="0"/>
                          <a:ea typeface="宋体" panose="02010600030101010101" pitchFamily="2" charset="-122"/>
                        </a:defRPr>
                      </a:lvl1pPr>
                      <a:lvl2pPr>
                        <a:spcBef>
                          <a:spcPct val="20000"/>
                        </a:spcBef>
                        <a:buClr>
                          <a:srgbClr val="00C800"/>
                        </a:buClr>
                        <a:buSzPct val="8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2pPr>
                      <a:lvl3pPr>
                        <a:spcBef>
                          <a:spcPct val="20000"/>
                        </a:spcBef>
                        <a:buClr>
                          <a:srgbClr val="0000C8"/>
                        </a:buClr>
                        <a:buSzPct val="80000"/>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3pPr>
                      <a:lvl4pPr>
                        <a:spcBef>
                          <a:spcPct val="20000"/>
                        </a:spcBef>
                        <a:buClr>
                          <a:srgbClr val="FF7F00"/>
                        </a:buClr>
                        <a:buSzPct val="8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4pPr>
                      <a:lvl5pPr>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1" lang="en-US" altLang="zh-CN" sz="2000" b="0" i="0" u="none" strike="noStrike" cap="none" normalizeH="0" baseline="0" dirty="0">
                          <a:ln>
                            <a:noFill/>
                          </a:ln>
                          <a:solidFill>
                            <a:srgbClr val="FF3300"/>
                          </a:solidFill>
                          <a:effectLst/>
                          <a:latin typeface="微软雅黑 Light" panose="020B0502040204020203" pitchFamily="34" charset="-122"/>
                          <a:ea typeface="微软雅黑 Light" panose="020B0502040204020203" pitchFamily="34" charset="-122"/>
                        </a:rPr>
                        <a:t>&gt;1.6</a:t>
                      </a:r>
                      <a:r>
                        <a:rPr kumimoji="1" lang="zh-CN" altLang="en-US" sz="2000" b="0" i="0" u="none" strike="noStrike" cap="none" normalizeH="0" baseline="0" dirty="0">
                          <a:ln>
                            <a:noFill/>
                          </a:ln>
                          <a:solidFill>
                            <a:srgbClr val="FF3300"/>
                          </a:solidFill>
                          <a:effectLst/>
                          <a:latin typeface="微软雅黑 Light" panose="020B0502040204020203" pitchFamily="34" charset="-122"/>
                          <a:ea typeface="微软雅黑 Light" panose="020B0502040204020203" pitchFamily="34" charset="-122"/>
                        </a:rPr>
                        <a:t>千万</a:t>
                      </a:r>
                      <a:endParaRPr kumimoji="1" lang="zh-CN" altLang="en-US" sz="2000" b="0" i="0" u="none" strike="noStrike" cap="none" normalizeH="0" baseline="0" dirty="0">
                        <a:ln>
                          <a:noFill/>
                        </a:ln>
                        <a:solidFill>
                          <a:srgbClr val="FF3300"/>
                        </a:solidFill>
                        <a:effectLst/>
                        <a:latin typeface="微软雅黑 Light" panose="020B0502040204020203" pitchFamily="34" charset="-122"/>
                        <a:ea typeface="微软雅黑 Light" panose="020B0502040204020203" pitchFamily="34" charset="-122"/>
                      </a:endParaRPr>
                    </a:p>
                  </a:txBody>
                  <a:tcPr marL="90000" marR="90000" marT="46800" marB="4680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142875">
                <a:tc>
                  <a:txBody>
                    <a:bodyPr/>
                    <a:lstStyle>
                      <a:lvl1pPr>
                        <a:spcBef>
                          <a:spcPct val="20000"/>
                        </a:spcBef>
                        <a:buClr>
                          <a:srgbClr val="C80000"/>
                        </a:buClr>
                        <a:buSzPct val="80000"/>
                        <a:buFont typeface="Wingdings" panose="05000000000000000000" pitchFamily="2" charset="2"/>
                        <a:defRPr sz="2800">
                          <a:solidFill>
                            <a:schemeClr val="tx1"/>
                          </a:solidFill>
                          <a:latin typeface="Times New Roman" panose="02020603050405020304" pitchFamily="18" charset="0"/>
                          <a:ea typeface="宋体" panose="02010600030101010101" pitchFamily="2" charset="-122"/>
                        </a:defRPr>
                      </a:lvl1pPr>
                      <a:lvl2pPr>
                        <a:spcBef>
                          <a:spcPct val="20000"/>
                        </a:spcBef>
                        <a:buClr>
                          <a:srgbClr val="00C800"/>
                        </a:buClr>
                        <a:buSzPct val="8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2pPr>
                      <a:lvl3pPr>
                        <a:spcBef>
                          <a:spcPct val="20000"/>
                        </a:spcBef>
                        <a:buClr>
                          <a:srgbClr val="0000C8"/>
                        </a:buClr>
                        <a:buSzPct val="80000"/>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3pPr>
                      <a:lvl4pPr>
                        <a:spcBef>
                          <a:spcPct val="20000"/>
                        </a:spcBef>
                        <a:buClr>
                          <a:srgbClr val="FF7F00"/>
                        </a:buClr>
                        <a:buSzPct val="8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4pPr>
                      <a:lvl5pPr>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0" lang="en-US" altLang="zh-CN" sz="20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rPr>
                        <a:t>B</a:t>
                      </a:r>
                      <a:endParaRPr kumimoji="0" lang="en-US" altLang="zh-CN" sz="20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endParaRPr>
                    </a:p>
                  </a:txBody>
                  <a:tcPr marL="90000" marR="90000" marT="46800" marB="4680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C80000"/>
                        </a:buClr>
                        <a:buSzPct val="80000"/>
                        <a:buFont typeface="Wingdings" panose="05000000000000000000" pitchFamily="2" charset="2"/>
                        <a:defRPr sz="2800">
                          <a:solidFill>
                            <a:schemeClr val="tx1"/>
                          </a:solidFill>
                          <a:latin typeface="Times New Roman" panose="02020603050405020304" pitchFamily="18" charset="0"/>
                          <a:ea typeface="宋体" panose="02010600030101010101" pitchFamily="2" charset="-122"/>
                        </a:defRPr>
                      </a:lvl1pPr>
                      <a:lvl2pPr>
                        <a:spcBef>
                          <a:spcPct val="20000"/>
                        </a:spcBef>
                        <a:buClr>
                          <a:srgbClr val="00C800"/>
                        </a:buClr>
                        <a:buSzPct val="8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2pPr>
                      <a:lvl3pPr>
                        <a:spcBef>
                          <a:spcPct val="20000"/>
                        </a:spcBef>
                        <a:buClr>
                          <a:srgbClr val="0000C8"/>
                        </a:buClr>
                        <a:buSzPct val="80000"/>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3pPr>
                      <a:lvl4pPr>
                        <a:spcBef>
                          <a:spcPct val="20000"/>
                        </a:spcBef>
                        <a:buClr>
                          <a:srgbClr val="FF7F00"/>
                        </a:buClr>
                        <a:buSzPct val="8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4pPr>
                      <a:lvl5pPr>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1" lang="en-US" altLang="zh-CN" sz="2000" b="0" i="0" u="none" strike="noStrike" cap="none" normalizeH="0" baseline="0" dirty="0">
                          <a:ln>
                            <a:noFill/>
                          </a:ln>
                          <a:solidFill>
                            <a:srgbClr val="000000"/>
                          </a:solidFill>
                          <a:effectLst/>
                          <a:latin typeface="微软雅黑 Light" panose="020B0502040204020203" pitchFamily="34" charset="-122"/>
                          <a:ea typeface="微软雅黑 Light" panose="020B0502040204020203" pitchFamily="34" charset="-122"/>
                        </a:rPr>
                        <a:t>128.0.0.0 — 191.255.255.255</a:t>
                      </a:r>
                      <a:endParaRPr kumimoji="1" lang="en-US" altLang="zh-CN" sz="2000" b="0" i="0" u="none" strike="noStrike" cap="none" normalizeH="0" baseline="0" dirty="0">
                        <a:ln>
                          <a:noFill/>
                        </a:ln>
                        <a:solidFill>
                          <a:srgbClr val="000000"/>
                        </a:solidFill>
                        <a:effectLst/>
                        <a:latin typeface="微软雅黑 Light" panose="020B0502040204020203" pitchFamily="34" charset="-122"/>
                        <a:ea typeface="微软雅黑 Light" panose="020B0502040204020203" pitchFamily="34" charset="-122"/>
                      </a:endParaRP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C80000"/>
                        </a:buClr>
                        <a:buSzPct val="80000"/>
                        <a:buFont typeface="Wingdings" panose="05000000000000000000" pitchFamily="2" charset="2"/>
                        <a:defRPr sz="2800">
                          <a:solidFill>
                            <a:schemeClr val="tx1"/>
                          </a:solidFill>
                          <a:latin typeface="Times New Roman" panose="02020603050405020304" pitchFamily="18" charset="0"/>
                          <a:ea typeface="宋体" panose="02010600030101010101" pitchFamily="2" charset="-122"/>
                        </a:defRPr>
                      </a:lvl1pPr>
                      <a:lvl2pPr>
                        <a:spcBef>
                          <a:spcPct val="20000"/>
                        </a:spcBef>
                        <a:buClr>
                          <a:srgbClr val="00C800"/>
                        </a:buClr>
                        <a:buSzPct val="8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2pPr>
                      <a:lvl3pPr>
                        <a:spcBef>
                          <a:spcPct val="20000"/>
                        </a:spcBef>
                        <a:buClr>
                          <a:srgbClr val="0000C8"/>
                        </a:buClr>
                        <a:buSzPct val="80000"/>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3pPr>
                      <a:lvl4pPr>
                        <a:spcBef>
                          <a:spcPct val="20000"/>
                        </a:spcBef>
                        <a:buClr>
                          <a:srgbClr val="FF7F00"/>
                        </a:buClr>
                        <a:buSzPct val="8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4pPr>
                      <a:lvl5pPr>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1" lang="en-US" altLang="zh-CN" sz="2000" b="0" i="0" u="none" strike="noStrike" cap="none" normalizeH="0" baseline="0" dirty="0">
                          <a:ln>
                            <a:noFill/>
                          </a:ln>
                          <a:solidFill>
                            <a:srgbClr val="000000"/>
                          </a:solidFill>
                          <a:effectLst/>
                          <a:latin typeface="微软雅黑 Light" panose="020B0502040204020203" pitchFamily="34" charset="-122"/>
                          <a:ea typeface="微软雅黑 Light" panose="020B0502040204020203" pitchFamily="34" charset="-122"/>
                        </a:rPr>
                        <a:t>2</a:t>
                      </a:r>
                      <a:r>
                        <a:rPr kumimoji="1" lang="en-US" altLang="zh-CN" sz="2000" b="0" i="0" u="none" strike="noStrike" cap="none" normalizeH="0" baseline="30000" dirty="0">
                          <a:ln>
                            <a:noFill/>
                          </a:ln>
                          <a:solidFill>
                            <a:srgbClr val="000000"/>
                          </a:solidFill>
                          <a:effectLst/>
                          <a:latin typeface="微软雅黑 Light" panose="020B0502040204020203" pitchFamily="34" charset="-122"/>
                          <a:ea typeface="微软雅黑 Light" panose="020B0502040204020203" pitchFamily="34" charset="-122"/>
                        </a:rPr>
                        <a:t>14</a:t>
                      </a:r>
                      <a:endParaRPr kumimoji="1" lang="en-US" altLang="zh-CN" sz="2000" b="0" i="0" u="none" strike="noStrike" cap="none" normalizeH="0" baseline="0" dirty="0">
                        <a:ln>
                          <a:noFill/>
                        </a:ln>
                        <a:solidFill>
                          <a:srgbClr val="000000"/>
                        </a:solidFill>
                        <a:effectLst/>
                        <a:latin typeface="微软雅黑 Light" panose="020B0502040204020203" pitchFamily="34" charset="-122"/>
                        <a:ea typeface="微软雅黑 Light" panose="020B0502040204020203" pitchFamily="34" charset="-122"/>
                      </a:endParaRP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C80000"/>
                        </a:buClr>
                        <a:buSzPct val="80000"/>
                        <a:buFont typeface="Wingdings" panose="05000000000000000000" pitchFamily="2" charset="2"/>
                        <a:defRPr sz="2800">
                          <a:solidFill>
                            <a:schemeClr val="tx1"/>
                          </a:solidFill>
                          <a:latin typeface="Times New Roman" panose="02020603050405020304" pitchFamily="18" charset="0"/>
                          <a:ea typeface="宋体" panose="02010600030101010101" pitchFamily="2" charset="-122"/>
                        </a:defRPr>
                      </a:lvl1pPr>
                      <a:lvl2pPr>
                        <a:spcBef>
                          <a:spcPct val="20000"/>
                        </a:spcBef>
                        <a:buClr>
                          <a:srgbClr val="00C800"/>
                        </a:buClr>
                        <a:buSzPct val="8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2pPr>
                      <a:lvl3pPr>
                        <a:spcBef>
                          <a:spcPct val="20000"/>
                        </a:spcBef>
                        <a:buClr>
                          <a:srgbClr val="0000C8"/>
                        </a:buClr>
                        <a:buSzPct val="80000"/>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3pPr>
                      <a:lvl4pPr>
                        <a:spcBef>
                          <a:spcPct val="20000"/>
                        </a:spcBef>
                        <a:buClr>
                          <a:srgbClr val="FF7F00"/>
                        </a:buClr>
                        <a:buSzPct val="8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4pPr>
                      <a:lvl5pPr>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1" lang="en-US" altLang="zh-CN" sz="20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rPr>
                        <a:t>2</a:t>
                      </a:r>
                      <a:r>
                        <a:rPr kumimoji="1" lang="en-US" altLang="zh-CN" sz="2000" b="0" i="0" u="none" strike="noStrike" cap="none" normalizeH="0" baseline="30000" dirty="0">
                          <a:ln>
                            <a:noFill/>
                          </a:ln>
                          <a:solidFill>
                            <a:schemeClr val="tx1"/>
                          </a:solidFill>
                          <a:effectLst/>
                          <a:latin typeface="微软雅黑 Light" panose="020B0502040204020203" pitchFamily="34" charset="-122"/>
                          <a:ea typeface="微软雅黑 Light" panose="020B0502040204020203" pitchFamily="34" charset="-122"/>
                        </a:rPr>
                        <a:t>16</a:t>
                      </a:r>
                      <a:r>
                        <a:rPr kumimoji="1" lang="en-US" altLang="zh-CN" sz="20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rPr>
                        <a:t>-2</a:t>
                      </a:r>
                      <a:endParaRPr kumimoji="1" lang="en-US" altLang="zh-CN" sz="20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endParaRPr>
                    </a:p>
                  </a:txBody>
                  <a:tcPr marL="90000" marR="90000" marT="46800" marB="4680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129542">
                <a:tc>
                  <a:txBody>
                    <a:bodyPr/>
                    <a:lstStyle>
                      <a:lvl1pPr>
                        <a:spcBef>
                          <a:spcPct val="20000"/>
                        </a:spcBef>
                        <a:buClr>
                          <a:srgbClr val="C80000"/>
                        </a:buClr>
                        <a:buSzPct val="80000"/>
                        <a:buFont typeface="Wingdings" panose="05000000000000000000" pitchFamily="2" charset="2"/>
                        <a:defRPr sz="2800">
                          <a:solidFill>
                            <a:schemeClr val="tx1"/>
                          </a:solidFill>
                          <a:latin typeface="Times New Roman" panose="02020603050405020304" pitchFamily="18" charset="0"/>
                          <a:ea typeface="宋体" panose="02010600030101010101" pitchFamily="2" charset="-122"/>
                        </a:defRPr>
                      </a:lvl1pPr>
                      <a:lvl2pPr>
                        <a:spcBef>
                          <a:spcPct val="20000"/>
                        </a:spcBef>
                        <a:buClr>
                          <a:srgbClr val="00C800"/>
                        </a:buClr>
                        <a:buSzPct val="8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2pPr>
                      <a:lvl3pPr>
                        <a:spcBef>
                          <a:spcPct val="20000"/>
                        </a:spcBef>
                        <a:buClr>
                          <a:srgbClr val="0000C8"/>
                        </a:buClr>
                        <a:buSzPct val="80000"/>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3pPr>
                      <a:lvl4pPr>
                        <a:spcBef>
                          <a:spcPct val="20000"/>
                        </a:spcBef>
                        <a:buClr>
                          <a:srgbClr val="FF7F00"/>
                        </a:buClr>
                        <a:buSzPct val="8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4pPr>
                      <a:lvl5pPr>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0" lang="en-US" altLang="zh-CN" sz="20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rPr>
                        <a:t>C</a:t>
                      </a:r>
                      <a:endParaRPr kumimoji="0" lang="en-US" altLang="zh-CN" sz="20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endParaRPr>
                    </a:p>
                  </a:txBody>
                  <a:tcPr marL="90000" marR="90000" marT="46800" marB="4680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C80000"/>
                        </a:buClr>
                        <a:buSzPct val="80000"/>
                        <a:buFont typeface="Wingdings" panose="05000000000000000000" pitchFamily="2" charset="2"/>
                        <a:defRPr sz="2800">
                          <a:solidFill>
                            <a:schemeClr val="tx1"/>
                          </a:solidFill>
                          <a:latin typeface="Times New Roman" panose="02020603050405020304" pitchFamily="18" charset="0"/>
                          <a:ea typeface="宋体" panose="02010600030101010101" pitchFamily="2" charset="-122"/>
                        </a:defRPr>
                      </a:lvl1pPr>
                      <a:lvl2pPr>
                        <a:spcBef>
                          <a:spcPct val="20000"/>
                        </a:spcBef>
                        <a:buClr>
                          <a:srgbClr val="00C800"/>
                        </a:buClr>
                        <a:buSzPct val="8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2pPr>
                      <a:lvl3pPr>
                        <a:spcBef>
                          <a:spcPct val="20000"/>
                        </a:spcBef>
                        <a:buClr>
                          <a:srgbClr val="0000C8"/>
                        </a:buClr>
                        <a:buSzPct val="80000"/>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3pPr>
                      <a:lvl4pPr>
                        <a:spcBef>
                          <a:spcPct val="20000"/>
                        </a:spcBef>
                        <a:buClr>
                          <a:srgbClr val="FF7F00"/>
                        </a:buClr>
                        <a:buSzPct val="8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4pPr>
                      <a:lvl5pPr>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1" lang="en-US" altLang="zh-CN" sz="2000" b="0" i="0" u="none" strike="noStrike" cap="none" normalizeH="0" baseline="0" dirty="0">
                          <a:ln>
                            <a:noFill/>
                          </a:ln>
                          <a:solidFill>
                            <a:srgbClr val="000000"/>
                          </a:solidFill>
                          <a:effectLst/>
                          <a:latin typeface="微软雅黑 Light" panose="020B0502040204020203" pitchFamily="34" charset="-122"/>
                          <a:ea typeface="微软雅黑 Light" panose="020B0502040204020203" pitchFamily="34" charset="-122"/>
                        </a:rPr>
                        <a:t>192.0.0.0 — 223.255.255.255</a:t>
                      </a:r>
                      <a:endParaRPr kumimoji="1" lang="en-US" altLang="zh-CN" sz="2000" b="0" i="0" u="none" strike="noStrike" cap="none" normalizeH="0" baseline="0" dirty="0">
                        <a:ln>
                          <a:noFill/>
                        </a:ln>
                        <a:solidFill>
                          <a:srgbClr val="000000"/>
                        </a:solidFill>
                        <a:effectLst/>
                        <a:latin typeface="微软雅黑 Light" panose="020B0502040204020203" pitchFamily="34" charset="-122"/>
                        <a:ea typeface="微软雅黑 Light" panose="020B0502040204020203" pitchFamily="34" charset="-122"/>
                      </a:endParaRP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C80000"/>
                        </a:buClr>
                        <a:buSzPct val="80000"/>
                        <a:buFont typeface="Wingdings" panose="05000000000000000000" pitchFamily="2" charset="2"/>
                        <a:defRPr sz="2800">
                          <a:solidFill>
                            <a:schemeClr val="tx1"/>
                          </a:solidFill>
                          <a:latin typeface="Times New Roman" panose="02020603050405020304" pitchFamily="18" charset="0"/>
                          <a:ea typeface="宋体" panose="02010600030101010101" pitchFamily="2" charset="-122"/>
                        </a:defRPr>
                      </a:lvl1pPr>
                      <a:lvl2pPr>
                        <a:spcBef>
                          <a:spcPct val="20000"/>
                        </a:spcBef>
                        <a:buClr>
                          <a:srgbClr val="00C800"/>
                        </a:buClr>
                        <a:buSzPct val="8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2pPr>
                      <a:lvl3pPr>
                        <a:spcBef>
                          <a:spcPct val="20000"/>
                        </a:spcBef>
                        <a:buClr>
                          <a:srgbClr val="0000C8"/>
                        </a:buClr>
                        <a:buSzPct val="80000"/>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3pPr>
                      <a:lvl4pPr>
                        <a:spcBef>
                          <a:spcPct val="20000"/>
                        </a:spcBef>
                        <a:buClr>
                          <a:srgbClr val="FF7F00"/>
                        </a:buClr>
                        <a:buSzPct val="8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4pPr>
                      <a:lvl5pPr>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1" lang="en-US" altLang="zh-CN" sz="2000" b="0" i="0" u="none" strike="noStrike" cap="none" normalizeH="0" baseline="0" dirty="0">
                          <a:ln>
                            <a:noFill/>
                          </a:ln>
                          <a:solidFill>
                            <a:srgbClr val="000000"/>
                          </a:solidFill>
                          <a:effectLst/>
                          <a:latin typeface="微软雅黑 Light" panose="020B0502040204020203" pitchFamily="34" charset="-122"/>
                          <a:ea typeface="微软雅黑 Light" panose="020B0502040204020203" pitchFamily="34" charset="-122"/>
                        </a:rPr>
                        <a:t>2</a:t>
                      </a:r>
                      <a:r>
                        <a:rPr kumimoji="1" lang="en-US" altLang="zh-CN" sz="2000" b="0" i="0" u="none" strike="noStrike" cap="none" normalizeH="0" baseline="30000" dirty="0">
                          <a:ln>
                            <a:noFill/>
                          </a:ln>
                          <a:solidFill>
                            <a:srgbClr val="000000"/>
                          </a:solidFill>
                          <a:effectLst/>
                          <a:latin typeface="微软雅黑 Light" panose="020B0502040204020203" pitchFamily="34" charset="-122"/>
                          <a:ea typeface="微软雅黑 Light" panose="020B0502040204020203" pitchFamily="34" charset="-122"/>
                        </a:rPr>
                        <a:t>21</a:t>
                      </a:r>
                      <a:endParaRPr kumimoji="1" lang="en-US" altLang="zh-CN" sz="2000" b="0" i="0" u="none" strike="noStrike" cap="none" normalizeH="0" baseline="0" dirty="0">
                        <a:ln>
                          <a:noFill/>
                        </a:ln>
                        <a:solidFill>
                          <a:srgbClr val="000000"/>
                        </a:solidFill>
                        <a:effectLst/>
                        <a:latin typeface="微软雅黑 Light" panose="020B0502040204020203" pitchFamily="34" charset="-122"/>
                        <a:ea typeface="微软雅黑 Light" panose="020B0502040204020203" pitchFamily="34" charset="-122"/>
                      </a:endParaRP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C80000"/>
                        </a:buClr>
                        <a:buSzPct val="80000"/>
                        <a:buFont typeface="Wingdings" panose="05000000000000000000" pitchFamily="2" charset="2"/>
                        <a:defRPr sz="2800">
                          <a:solidFill>
                            <a:schemeClr val="tx1"/>
                          </a:solidFill>
                          <a:latin typeface="Times New Roman" panose="02020603050405020304" pitchFamily="18" charset="0"/>
                          <a:ea typeface="宋体" panose="02010600030101010101" pitchFamily="2" charset="-122"/>
                        </a:defRPr>
                      </a:lvl1pPr>
                      <a:lvl2pPr>
                        <a:spcBef>
                          <a:spcPct val="20000"/>
                        </a:spcBef>
                        <a:buClr>
                          <a:srgbClr val="00C800"/>
                        </a:buClr>
                        <a:buSzPct val="8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2pPr>
                      <a:lvl3pPr>
                        <a:spcBef>
                          <a:spcPct val="20000"/>
                        </a:spcBef>
                        <a:buClr>
                          <a:srgbClr val="0000C8"/>
                        </a:buClr>
                        <a:buSzPct val="80000"/>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3pPr>
                      <a:lvl4pPr>
                        <a:spcBef>
                          <a:spcPct val="20000"/>
                        </a:spcBef>
                        <a:buClr>
                          <a:srgbClr val="FF7F00"/>
                        </a:buClr>
                        <a:buSzPct val="8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4pPr>
                      <a:lvl5pPr>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1" lang="en-US" altLang="zh-CN" sz="2000" b="0" i="0" u="none" strike="noStrike" cap="none" normalizeH="0" baseline="0" dirty="0">
                          <a:ln>
                            <a:noFill/>
                          </a:ln>
                          <a:solidFill>
                            <a:srgbClr val="000000"/>
                          </a:solidFill>
                          <a:effectLst/>
                          <a:latin typeface="微软雅黑 Light" panose="020B0502040204020203" pitchFamily="34" charset="-122"/>
                          <a:ea typeface="微软雅黑 Light" panose="020B0502040204020203" pitchFamily="34" charset="-122"/>
                        </a:rPr>
                        <a:t>2</a:t>
                      </a:r>
                      <a:r>
                        <a:rPr kumimoji="1" lang="en-US" altLang="zh-CN" sz="2000" b="0" i="0" u="none" strike="noStrike" cap="none" normalizeH="0" baseline="30000" dirty="0">
                          <a:ln>
                            <a:noFill/>
                          </a:ln>
                          <a:solidFill>
                            <a:srgbClr val="000000"/>
                          </a:solidFill>
                          <a:effectLst/>
                          <a:latin typeface="微软雅黑 Light" panose="020B0502040204020203" pitchFamily="34" charset="-122"/>
                          <a:ea typeface="微软雅黑 Light" panose="020B0502040204020203" pitchFamily="34" charset="-122"/>
                        </a:rPr>
                        <a:t>8</a:t>
                      </a:r>
                      <a:r>
                        <a:rPr kumimoji="1" lang="en-US" altLang="zh-CN" sz="2000" b="0" i="0" u="none" strike="noStrike" cap="none" normalizeH="0" baseline="0" dirty="0">
                          <a:ln>
                            <a:noFill/>
                          </a:ln>
                          <a:solidFill>
                            <a:srgbClr val="000000"/>
                          </a:solidFill>
                          <a:effectLst/>
                          <a:latin typeface="微软雅黑 Light" panose="020B0502040204020203" pitchFamily="34" charset="-122"/>
                          <a:ea typeface="微软雅黑 Light" panose="020B0502040204020203" pitchFamily="34" charset="-122"/>
                        </a:rPr>
                        <a:t>-2</a:t>
                      </a:r>
                      <a:endParaRPr kumimoji="1" lang="en-US" altLang="zh-CN" sz="2000" b="0" i="0" u="none" strike="noStrike" cap="none" normalizeH="0" baseline="0" dirty="0">
                        <a:ln>
                          <a:noFill/>
                        </a:ln>
                        <a:solidFill>
                          <a:srgbClr val="000000"/>
                        </a:solidFill>
                        <a:effectLst/>
                        <a:latin typeface="微软雅黑 Light" panose="020B0502040204020203" pitchFamily="34" charset="-122"/>
                        <a:ea typeface="微软雅黑 Light" panose="020B0502040204020203" pitchFamily="34" charset="-122"/>
                      </a:endParaRPr>
                    </a:p>
                  </a:txBody>
                  <a:tcPr marL="90000" marR="90000" marT="46800" marB="4680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142875">
                <a:tc>
                  <a:txBody>
                    <a:bodyPr/>
                    <a:lstStyle>
                      <a:lvl1pPr>
                        <a:spcBef>
                          <a:spcPct val="20000"/>
                        </a:spcBef>
                        <a:buClr>
                          <a:srgbClr val="C80000"/>
                        </a:buClr>
                        <a:buSzPct val="80000"/>
                        <a:buFont typeface="Wingdings" panose="05000000000000000000" pitchFamily="2" charset="2"/>
                        <a:defRPr sz="2800">
                          <a:solidFill>
                            <a:schemeClr val="tx1"/>
                          </a:solidFill>
                          <a:latin typeface="Times New Roman" panose="02020603050405020304" pitchFamily="18" charset="0"/>
                          <a:ea typeface="宋体" panose="02010600030101010101" pitchFamily="2" charset="-122"/>
                        </a:defRPr>
                      </a:lvl1pPr>
                      <a:lvl2pPr>
                        <a:spcBef>
                          <a:spcPct val="20000"/>
                        </a:spcBef>
                        <a:buClr>
                          <a:srgbClr val="00C800"/>
                        </a:buClr>
                        <a:buSzPct val="8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2pPr>
                      <a:lvl3pPr>
                        <a:spcBef>
                          <a:spcPct val="20000"/>
                        </a:spcBef>
                        <a:buClr>
                          <a:srgbClr val="0000C8"/>
                        </a:buClr>
                        <a:buSzPct val="80000"/>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3pPr>
                      <a:lvl4pPr>
                        <a:spcBef>
                          <a:spcPct val="20000"/>
                        </a:spcBef>
                        <a:buClr>
                          <a:srgbClr val="FF7F00"/>
                        </a:buClr>
                        <a:buSzPct val="8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4pPr>
                      <a:lvl5pPr>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0" lang="en-US" altLang="zh-CN" sz="20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rPr>
                        <a:t>D</a:t>
                      </a:r>
                      <a:endParaRPr kumimoji="0" lang="en-US" altLang="zh-CN" sz="20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endParaRPr>
                    </a:p>
                  </a:txBody>
                  <a:tcPr marL="90000" marR="90000" marT="46800" marB="4680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C80000"/>
                        </a:buClr>
                        <a:buSzPct val="80000"/>
                        <a:buFont typeface="Wingdings" panose="05000000000000000000" pitchFamily="2" charset="2"/>
                        <a:defRPr sz="2800">
                          <a:solidFill>
                            <a:schemeClr val="tx1"/>
                          </a:solidFill>
                          <a:latin typeface="Times New Roman" panose="02020603050405020304" pitchFamily="18" charset="0"/>
                          <a:ea typeface="宋体" panose="02010600030101010101" pitchFamily="2" charset="-122"/>
                        </a:defRPr>
                      </a:lvl1pPr>
                      <a:lvl2pPr>
                        <a:spcBef>
                          <a:spcPct val="20000"/>
                        </a:spcBef>
                        <a:buClr>
                          <a:srgbClr val="00C800"/>
                        </a:buClr>
                        <a:buSzPct val="8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2pPr>
                      <a:lvl3pPr>
                        <a:spcBef>
                          <a:spcPct val="20000"/>
                        </a:spcBef>
                        <a:buClr>
                          <a:srgbClr val="0000C8"/>
                        </a:buClr>
                        <a:buSzPct val="80000"/>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3pPr>
                      <a:lvl4pPr>
                        <a:spcBef>
                          <a:spcPct val="20000"/>
                        </a:spcBef>
                        <a:buClr>
                          <a:srgbClr val="FF7F00"/>
                        </a:buClr>
                        <a:buSzPct val="8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4pPr>
                      <a:lvl5pPr>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1" lang="en-US" altLang="zh-CN" sz="2000" b="0" i="0" u="none" strike="noStrike" cap="none" normalizeH="0" baseline="0" dirty="0">
                          <a:ln>
                            <a:noFill/>
                          </a:ln>
                          <a:solidFill>
                            <a:srgbClr val="000000"/>
                          </a:solidFill>
                          <a:effectLst/>
                          <a:latin typeface="微软雅黑 Light" panose="020B0502040204020203" pitchFamily="34" charset="-122"/>
                          <a:ea typeface="微软雅黑 Light" panose="020B0502040204020203" pitchFamily="34" charset="-122"/>
                        </a:rPr>
                        <a:t>224.0.0.0 — 239.255.255.255</a:t>
                      </a:r>
                      <a:endParaRPr kumimoji="1" lang="en-US" altLang="zh-CN" sz="2000" b="0" i="0" u="none" strike="noStrike" cap="none" normalizeH="0" baseline="0" dirty="0">
                        <a:ln>
                          <a:noFill/>
                        </a:ln>
                        <a:solidFill>
                          <a:srgbClr val="000000"/>
                        </a:solidFill>
                        <a:effectLst/>
                        <a:latin typeface="微软雅黑 Light" panose="020B0502040204020203" pitchFamily="34" charset="-122"/>
                        <a:ea typeface="微软雅黑 Light" panose="020B0502040204020203" pitchFamily="34" charset="-122"/>
                      </a:endParaRP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C80000"/>
                        </a:buClr>
                        <a:buSzPct val="80000"/>
                        <a:buFont typeface="Wingdings" panose="05000000000000000000" pitchFamily="2" charset="2"/>
                        <a:defRPr sz="2800">
                          <a:solidFill>
                            <a:schemeClr val="tx1"/>
                          </a:solidFill>
                          <a:latin typeface="Times New Roman" panose="02020603050405020304" pitchFamily="18" charset="0"/>
                          <a:ea typeface="宋体" panose="02010600030101010101" pitchFamily="2" charset="-122"/>
                        </a:defRPr>
                      </a:lvl1pPr>
                      <a:lvl2pPr>
                        <a:spcBef>
                          <a:spcPct val="20000"/>
                        </a:spcBef>
                        <a:buClr>
                          <a:srgbClr val="00C800"/>
                        </a:buClr>
                        <a:buSzPct val="8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2pPr>
                      <a:lvl3pPr>
                        <a:spcBef>
                          <a:spcPct val="20000"/>
                        </a:spcBef>
                        <a:buClr>
                          <a:srgbClr val="0000C8"/>
                        </a:buClr>
                        <a:buSzPct val="80000"/>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3pPr>
                      <a:lvl4pPr>
                        <a:spcBef>
                          <a:spcPct val="20000"/>
                        </a:spcBef>
                        <a:buClr>
                          <a:srgbClr val="FF7F00"/>
                        </a:buClr>
                        <a:buSzPct val="8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4pPr>
                      <a:lvl5pPr>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endParaRPr kumimoji="1" lang="zh-CN" altLang="zh-CN" sz="2000" b="0" i="0" u="none" strike="noStrike" cap="none" normalizeH="0" baseline="0" dirty="0">
                        <a:ln>
                          <a:noFill/>
                        </a:ln>
                        <a:solidFill>
                          <a:srgbClr val="000000"/>
                        </a:solidFill>
                        <a:effectLst/>
                        <a:latin typeface="微软雅黑 Light" panose="020B0502040204020203" pitchFamily="34" charset="-122"/>
                        <a:ea typeface="微软雅黑 Light" panose="020B0502040204020203" pitchFamily="34" charset="-122"/>
                      </a:endParaRP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C80000"/>
                        </a:buClr>
                        <a:buSzPct val="80000"/>
                        <a:buFont typeface="Wingdings" panose="05000000000000000000" pitchFamily="2" charset="2"/>
                        <a:defRPr sz="2800">
                          <a:solidFill>
                            <a:schemeClr val="tx1"/>
                          </a:solidFill>
                          <a:latin typeface="Times New Roman" panose="02020603050405020304" pitchFamily="18" charset="0"/>
                          <a:ea typeface="宋体" panose="02010600030101010101" pitchFamily="2" charset="-122"/>
                        </a:defRPr>
                      </a:lvl1pPr>
                      <a:lvl2pPr>
                        <a:spcBef>
                          <a:spcPct val="20000"/>
                        </a:spcBef>
                        <a:buClr>
                          <a:srgbClr val="00C800"/>
                        </a:buClr>
                        <a:buSzPct val="8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2pPr>
                      <a:lvl3pPr>
                        <a:spcBef>
                          <a:spcPct val="20000"/>
                        </a:spcBef>
                        <a:buClr>
                          <a:srgbClr val="0000C8"/>
                        </a:buClr>
                        <a:buSzPct val="80000"/>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3pPr>
                      <a:lvl4pPr>
                        <a:spcBef>
                          <a:spcPct val="20000"/>
                        </a:spcBef>
                        <a:buClr>
                          <a:srgbClr val="FF7F00"/>
                        </a:buClr>
                        <a:buSzPct val="8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4pPr>
                      <a:lvl5pPr>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endParaRPr kumimoji="1" lang="zh-CN" altLang="zh-CN" sz="2000" b="0" i="0" u="none" strike="noStrike" cap="none" normalizeH="0" baseline="0" dirty="0">
                        <a:ln>
                          <a:noFill/>
                        </a:ln>
                        <a:solidFill>
                          <a:srgbClr val="000000"/>
                        </a:solidFill>
                        <a:effectLst/>
                        <a:latin typeface="微软雅黑 Light" panose="020B0502040204020203" pitchFamily="34" charset="-122"/>
                        <a:ea typeface="微软雅黑 Light" panose="020B0502040204020203" pitchFamily="34" charset="-122"/>
                      </a:endParaRPr>
                    </a:p>
                  </a:txBody>
                  <a:tcPr marL="90000" marR="90000" marT="46800" marB="4680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158750">
                <a:tc>
                  <a:txBody>
                    <a:bodyPr/>
                    <a:lstStyle>
                      <a:lvl1pPr>
                        <a:spcBef>
                          <a:spcPct val="20000"/>
                        </a:spcBef>
                        <a:buClr>
                          <a:srgbClr val="C80000"/>
                        </a:buClr>
                        <a:buSzPct val="80000"/>
                        <a:buFont typeface="Wingdings" panose="05000000000000000000" pitchFamily="2" charset="2"/>
                        <a:defRPr sz="2800">
                          <a:solidFill>
                            <a:schemeClr val="tx1"/>
                          </a:solidFill>
                          <a:latin typeface="Times New Roman" panose="02020603050405020304" pitchFamily="18" charset="0"/>
                          <a:ea typeface="宋体" panose="02010600030101010101" pitchFamily="2" charset="-122"/>
                        </a:defRPr>
                      </a:lvl1pPr>
                      <a:lvl2pPr>
                        <a:spcBef>
                          <a:spcPct val="20000"/>
                        </a:spcBef>
                        <a:buClr>
                          <a:srgbClr val="00C800"/>
                        </a:buClr>
                        <a:buSzPct val="8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2pPr>
                      <a:lvl3pPr>
                        <a:spcBef>
                          <a:spcPct val="20000"/>
                        </a:spcBef>
                        <a:buClr>
                          <a:srgbClr val="0000C8"/>
                        </a:buClr>
                        <a:buSzPct val="80000"/>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3pPr>
                      <a:lvl4pPr>
                        <a:spcBef>
                          <a:spcPct val="20000"/>
                        </a:spcBef>
                        <a:buClr>
                          <a:srgbClr val="FF7F00"/>
                        </a:buClr>
                        <a:buSzPct val="8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4pPr>
                      <a:lvl5pPr>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0" lang="en-US" altLang="zh-CN" sz="20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rPr>
                        <a:t>E</a:t>
                      </a:r>
                      <a:endParaRPr kumimoji="0" lang="en-US" altLang="zh-CN" sz="20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endParaRPr>
                    </a:p>
                  </a:txBody>
                  <a:tcPr marL="90000" marR="90000" marT="46800" marB="4680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C80000"/>
                        </a:buClr>
                        <a:buSzPct val="80000"/>
                        <a:buFont typeface="Wingdings" panose="05000000000000000000" pitchFamily="2" charset="2"/>
                        <a:defRPr sz="2800">
                          <a:solidFill>
                            <a:schemeClr val="tx1"/>
                          </a:solidFill>
                          <a:latin typeface="Times New Roman" panose="02020603050405020304" pitchFamily="18" charset="0"/>
                          <a:ea typeface="宋体" panose="02010600030101010101" pitchFamily="2" charset="-122"/>
                        </a:defRPr>
                      </a:lvl1pPr>
                      <a:lvl2pPr>
                        <a:spcBef>
                          <a:spcPct val="20000"/>
                        </a:spcBef>
                        <a:buClr>
                          <a:srgbClr val="00C800"/>
                        </a:buClr>
                        <a:buSzPct val="8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2pPr>
                      <a:lvl3pPr>
                        <a:spcBef>
                          <a:spcPct val="20000"/>
                        </a:spcBef>
                        <a:buClr>
                          <a:srgbClr val="0000C8"/>
                        </a:buClr>
                        <a:buSzPct val="80000"/>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3pPr>
                      <a:lvl4pPr>
                        <a:spcBef>
                          <a:spcPct val="20000"/>
                        </a:spcBef>
                        <a:buClr>
                          <a:srgbClr val="FF7F00"/>
                        </a:buClr>
                        <a:buSzPct val="8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4pPr>
                      <a:lvl5pPr>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1" lang="en-US" altLang="zh-CN" sz="2000" b="0" i="0" u="none" strike="noStrike" cap="none" normalizeH="0" baseline="0" dirty="0">
                          <a:ln>
                            <a:noFill/>
                          </a:ln>
                          <a:solidFill>
                            <a:srgbClr val="000000"/>
                          </a:solidFill>
                          <a:effectLst/>
                          <a:latin typeface="微软雅黑 Light" panose="020B0502040204020203" pitchFamily="34" charset="-122"/>
                          <a:ea typeface="微软雅黑 Light" panose="020B0502040204020203" pitchFamily="34" charset="-122"/>
                        </a:rPr>
                        <a:t>240.0.0.0 — 247.255.255.255</a:t>
                      </a:r>
                      <a:endParaRPr kumimoji="1" lang="en-US" altLang="zh-CN" sz="2000" b="0" i="0" u="none" strike="noStrike" cap="none" normalizeH="0" baseline="0" dirty="0">
                        <a:ln>
                          <a:noFill/>
                        </a:ln>
                        <a:solidFill>
                          <a:srgbClr val="000000"/>
                        </a:solidFill>
                        <a:effectLst/>
                        <a:latin typeface="微软雅黑 Light" panose="020B0502040204020203" pitchFamily="34" charset="-122"/>
                        <a:ea typeface="微软雅黑 Light" panose="020B0502040204020203" pitchFamily="34" charset="-122"/>
                      </a:endParaRP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C80000"/>
                        </a:buClr>
                        <a:buSzPct val="80000"/>
                        <a:buFont typeface="Wingdings" panose="05000000000000000000" pitchFamily="2" charset="2"/>
                        <a:defRPr sz="2800">
                          <a:solidFill>
                            <a:schemeClr val="tx1"/>
                          </a:solidFill>
                          <a:latin typeface="Times New Roman" panose="02020603050405020304" pitchFamily="18" charset="0"/>
                          <a:ea typeface="宋体" panose="02010600030101010101" pitchFamily="2" charset="-122"/>
                        </a:defRPr>
                      </a:lvl1pPr>
                      <a:lvl2pPr>
                        <a:spcBef>
                          <a:spcPct val="20000"/>
                        </a:spcBef>
                        <a:buClr>
                          <a:srgbClr val="00C800"/>
                        </a:buClr>
                        <a:buSzPct val="8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2pPr>
                      <a:lvl3pPr>
                        <a:spcBef>
                          <a:spcPct val="20000"/>
                        </a:spcBef>
                        <a:buClr>
                          <a:srgbClr val="0000C8"/>
                        </a:buClr>
                        <a:buSzPct val="80000"/>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3pPr>
                      <a:lvl4pPr>
                        <a:spcBef>
                          <a:spcPct val="20000"/>
                        </a:spcBef>
                        <a:buClr>
                          <a:srgbClr val="FF7F00"/>
                        </a:buClr>
                        <a:buSzPct val="8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4pPr>
                      <a:lvl5pPr>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endParaRPr kumimoji="1" lang="zh-CN" altLang="zh-CN" sz="2000" b="0" i="0" u="none" strike="noStrike" cap="none" normalizeH="0" baseline="0" dirty="0">
                        <a:ln>
                          <a:noFill/>
                        </a:ln>
                        <a:solidFill>
                          <a:srgbClr val="000000"/>
                        </a:solidFill>
                        <a:effectLst/>
                        <a:latin typeface="微软雅黑 Light" panose="020B0502040204020203" pitchFamily="34" charset="-122"/>
                        <a:ea typeface="微软雅黑 Light" panose="020B0502040204020203" pitchFamily="34" charset="-122"/>
                      </a:endParaRP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C80000"/>
                        </a:buClr>
                        <a:buSzPct val="80000"/>
                        <a:buFont typeface="Wingdings" panose="05000000000000000000" pitchFamily="2" charset="2"/>
                        <a:defRPr sz="2800">
                          <a:solidFill>
                            <a:schemeClr val="tx1"/>
                          </a:solidFill>
                          <a:latin typeface="Times New Roman" panose="02020603050405020304" pitchFamily="18" charset="0"/>
                          <a:ea typeface="宋体" panose="02010600030101010101" pitchFamily="2" charset="-122"/>
                        </a:defRPr>
                      </a:lvl1pPr>
                      <a:lvl2pPr>
                        <a:spcBef>
                          <a:spcPct val="20000"/>
                        </a:spcBef>
                        <a:buClr>
                          <a:srgbClr val="00C800"/>
                        </a:buClr>
                        <a:buSzPct val="8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2pPr>
                      <a:lvl3pPr>
                        <a:spcBef>
                          <a:spcPct val="20000"/>
                        </a:spcBef>
                        <a:buClr>
                          <a:srgbClr val="0000C8"/>
                        </a:buClr>
                        <a:buSzPct val="80000"/>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3pPr>
                      <a:lvl4pPr>
                        <a:spcBef>
                          <a:spcPct val="20000"/>
                        </a:spcBef>
                        <a:buClr>
                          <a:srgbClr val="FF7F00"/>
                        </a:buClr>
                        <a:buSzPct val="8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4pPr>
                      <a:lvl5pPr>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endParaRPr kumimoji="1" lang="zh-CN" altLang="zh-CN" sz="2000" b="0" i="0" u="none" strike="noStrike" cap="none" normalizeH="0" baseline="0" dirty="0">
                        <a:ln>
                          <a:noFill/>
                        </a:ln>
                        <a:solidFill>
                          <a:srgbClr val="000000"/>
                        </a:solidFill>
                        <a:effectLst/>
                        <a:latin typeface="微软雅黑 Light" panose="020B0502040204020203" pitchFamily="34" charset="-122"/>
                        <a:ea typeface="微软雅黑 Light" panose="020B0502040204020203" pitchFamily="34" charset="-122"/>
                      </a:endParaRPr>
                    </a:p>
                  </a:txBody>
                  <a:tcPr marL="90000" marR="90000" marT="46800" marB="4680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144463">
                <a:tc>
                  <a:txBody>
                    <a:bodyPr/>
                    <a:lstStyle>
                      <a:lvl1pPr>
                        <a:spcBef>
                          <a:spcPct val="20000"/>
                        </a:spcBef>
                        <a:buClr>
                          <a:srgbClr val="C80000"/>
                        </a:buClr>
                        <a:buSzPct val="80000"/>
                        <a:buFont typeface="Wingdings" panose="05000000000000000000" pitchFamily="2" charset="2"/>
                        <a:defRPr sz="2800">
                          <a:solidFill>
                            <a:schemeClr val="tx1"/>
                          </a:solidFill>
                          <a:latin typeface="Times New Roman" panose="02020603050405020304" pitchFamily="18" charset="0"/>
                          <a:ea typeface="宋体" panose="02010600030101010101" pitchFamily="2" charset="-122"/>
                        </a:defRPr>
                      </a:lvl1pPr>
                      <a:lvl2pPr>
                        <a:spcBef>
                          <a:spcPct val="20000"/>
                        </a:spcBef>
                        <a:buClr>
                          <a:srgbClr val="00C800"/>
                        </a:buClr>
                        <a:buSzPct val="8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2pPr>
                      <a:lvl3pPr>
                        <a:spcBef>
                          <a:spcPct val="20000"/>
                        </a:spcBef>
                        <a:buClr>
                          <a:srgbClr val="0000C8"/>
                        </a:buClr>
                        <a:buSzPct val="80000"/>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3pPr>
                      <a:lvl4pPr>
                        <a:spcBef>
                          <a:spcPct val="20000"/>
                        </a:spcBef>
                        <a:buClr>
                          <a:srgbClr val="FF7F00"/>
                        </a:buClr>
                        <a:buSzPct val="8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4pPr>
                      <a:lvl5pPr>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endParaRPr kumimoji="0" lang="zh-CN" altLang="zh-CN" sz="20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endParaRPr>
                    </a:p>
                  </a:txBody>
                  <a:tcPr marL="90000" marR="90000" marT="46800" marB="4680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C80000"/>
                        </a:buClr>
                        <a:buSzPct val="80000"/>
                        <a:buFont typeface="Wingdings" panose="05000000000000000000" pitchFamily="2" charset="2"/>
                        <a:defRPr sz="2800">
                          <a:solidFill>
                            <a:schemeClr val="tx1"/>
                          </a:solidFill>
                          <a:latin typeface="Times New Roman" panose="02020603050405020304" pitchFamily="18" charset="0"/>
                          <a:ea typeface="宋体" panose="02010600030101010101" pitchFamily="2" charset="-122"/>
                        </a:defRPr>
                      </a:lvl1pPr>
                      <a:lvl2pPr>
                        <a:spcBef>
                          <a:spcPct val="20000"/>
                        </a:spcBef>
                        <a:buClr>
                          <a:srgbClr val="00C800"/>
                        </a:buClr>
                        <a:buSzPct val="8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2pPr>
                      <a:lvl3pPr>
                        <a:spcBef>
                          <a:spcPct val="20000"/>
                        </a:spcBef>
                        <a:buClr>
                          <a:srgbClr val="0000C8"/>
                        </a:buClr>
                        <a:buSzPct val="80000"/>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3pPr>
                      <a:lvl4pPr>
                        <a:spcBef>
                          <a:spcPct val="20000"/>
                        </a:spcBef>
                        <a:buClr>
                          <a:srgbClr val="FF7F00"/>
                        </a:buClr>
                        <a:buSzPct val="8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4pPr>
                      <a:lvl5pPr>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endParaRPr kumimoji="1" lang="zh-CN" altLang="zh-CN" sz="2000" b="0" i="0" u="none" strike="noStrike" cap="none" normalizeH="0" baseline="0" dirty="0">
                        <a:ln>
                          <a:noFill/>
                        </a:ln>
                        <a:solidFill>
                          <a:srgbClr val="000000"/>
                        </a:solidFill>
                        <a:effectLst/>
                        <a:latin typeface="微软雅黑 Light" panose="020B0502040204020203" pitchFamily="34" charset="-122"/>
                        <a:ea typeface="微软雅黑 Light" panose="020B0502040204020203" pitchFamily="34" charset="-122"/>
                      </a:endParaRP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C80000"/>
                        </a:buClr>
                        <a:buSzPct val="80000"/>
                        <a:buFont typeface="Wingdings" panose="05000000000000000000" pitchFamily="2" charset="2"/>
                        <a:defRPr sz="2800">
                          <a:solidFill>
                            <a:schemeClr val="tx1"/>
                          </a:solidFill>
                          <a:latin typeface="Times New Roman" panose="02020603050405020304" pitchFamily="18" charset="0"/>
                          <a:ea typeface="宋体" panose="02010600030101010101" pitchFamily="2" charset="-122"/>
                        </a:defRPr>
                      </a:lvl1pPr>
                      <a:lvl2pPr>
                        <a:spcBef>
                          <a:spcPct val="20000"/>
                        </a:spcBef>
                        <a:buClr>
                          <a:srgbClr val="00C800"/>
                        </a:buClr>
                        <a:buSzPct val="8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2pPr>
                      <a:lvl3pPr>
                        <a:spcBef>
                          <a:spcPct val="20000"/>
                        </a:spcBef>
                        <a:buClr>
                          <a:srgbClr val="0000C8"/>
                        </a:buClr>
                        <a:buSzPct val="80000"/>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3pPr>
                      <a:lvl4pPr>
                        <a:spcBef>
                          <a:spcPct val="20000"/>
                        </a:spcBef>
                        <a:buClr>
                          <a:srgbClr val="FF7F00"/>
                        </a:buClr>
                        <a:buSzPct val="8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4pPr>
                      <a:lvl5pPr>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1" lang="en-US" altLang="zh-CN" sz="2000" b="0" i="0" u="none" strike="noStrike" cap="none" normalizeH="0" baseline="0" dirty="0">
                          <a:ln>
                            <a:noFill/>
                          </a:ln>
                          <a:solidFill>
                            <a:srgbClr val="FF3300"/>
                          </a:solidFill>
                          <a:effectLst/>
                          <a:latin typeface="微软雅黑 Light" panose="020B0502040204020203" pitchFamily="34" charset="-122"/>
                          <a:ea typeface="微软雅黑 Light" panose="020B0502040204020203" pitchFamily="34" charset="-122"/>
                        </a:rPr>
                        <a:t>&gt;2</a:t>
                      </a:r>
                      <a:r>
                        <a:rPr kumimoji="1" lang="zh-CN" altLang="en-US" sz="2000" b="0" i="0" u="none" strike="noStrike" cap="none" normalizeH="0" baseline="0" dirty="0">
                          <a:ln>
                            <a:noFill/>
                          </a:ln>
                          <a:solidFill>
                            <a:srgbClr val="FF3300"/>
                          </a:solidFill>
                          <a:effectLst/>
                          <a:latin typeface="微软雅黑 Light" panose="020B0502040204020203" pitchFamily="34" charset="-122"/>
                          <a:ea typeface="微软雅黑 Light" panose="020B0502040204020203" pitchFamily="34" charset="-122"/>
                        </a:rPr>
                        <a:t>百万</a:t>
                      </a:r>
                      <a:endParaRPr kumimoji="1" lang="zh-CN" altLang="en-US" sz="2000" b="0" i="0" u="none" strike="noStrike" cap="none" normalizeH="0" baseline="0" dirty="0">
                        <a:ln>
                          <a:noFill/>
                        </a:ln>
                        <a:solidFill>
                          <a:srgbClr val="FF3300"/>
                        </a:solidFill>
                        <a:effectLst/>
                        <a:latin typeface="微软雅黑 Light" panose="020B0502040204020203" pitchFamily="34" charset="-122"/>
                        <a:ea typeface="微软雅黑 Light" panose="020B0502040204020203" pitchFamily="34" charset="-122"/>
                      </a:endParaRP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C80000"/>
                        </a:buClr>
                        <a:buSzPct val="80000"/>
                        <a:buFont typeface="Wingdings" panose="05000000000000000000" pitchFamily="2" charset="2"/>
                        <a:defRPr sz="2800">
                          <a:solidFill>
                            <a:schemeClr val="tx1"/>
                          </a:solidFill>
                          <a:latin typeface="Times New Roman" panose="02020603050405020304" pitchFamily="18" charset="0"/>
                          <a:ea typeface="宋体" panose="02010600030101010101" pitchFamily="2" charset="-122"/>
                        </a:defRPr>
                      </a:lvl1pPr>
                      <a:lvl2pPr>
                        <a:spcBef>
                          <a:spcPct val="20000"/>
                        </a:spcBef>
                        <a:buClr>
                          <a:srgbClr val="00C800"/>
                        </a:buClr>
                        <a:buSzPct val="8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2pPr>
                      <a:lvl3pPr>
                        <a:spcBef>
                          <a:spcPct val="20000"/>
                        </a:spcBef>
                        <a:buClr>
                          <a:srgbClr val="0000C8"/>
                        </a:buClr>
                        <a:buSzPct val="80000"/>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3pPr>
                      <a:lvl4pPr>
                        <a:spcBef>
                          <a:spcPct val="20000"/>
                        </a:spcBef>
                        <a:buClr>
                          <a:srgbClr val="FF7F00"/>
                        </a:buClr>
                        <a:buSzPct val="8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4pPr>
                      <a:lvl5pPr>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endParaRPr kumimoji="1" lang="zh-CN" altLang="zh-CN" sz="2000" b="1" i="0" u="none" strike="noStrike" cap="none" normalizeH="0" baseline="0" dirty="0">
                        <a:ln>
                          <a:noFill/>
                        </a:ln>
                        <a:solidFill>
                          <a:srgbClr val="FF3300"/>
                        </a:solidFill>
                        <a:effectLst/>
                        <a:latin typeface="微软雅黑 Light" panose="020B0502040204020203" pitchFamily="34" charset="-122"/>
                        <a:ea typeface="微软雅黑 Light" panose="020B0502040204020203" pitchFamily="34" charset="-122"/>
                      </a:endParaRPr>
                    </a:p>
                  </a:txBody>
                  <a:tcPr marL="90000" marR="90000" marT="46800" marB="4680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为什么要划分子网</a:t>
            </a:r>
            <a:endParaRPr lang="zh-CN" altLang="en-US" dirty="0"/>
          </a:p>
        </p:txBody>
      </p:sp>
      <p:sp>
        <p:nvSpPr>
          <p:cNvPr id="3" name="内容占位符 2"/>
          <p:cNvSpPr>
            <a:spLocks noGrp="1"/>
          </p:cNvSpPr>
          <p:nvPr>
            <p:ph idx="1"/>
          </p:nvPr>
        </p:nvSpPr>
        <p:spPr>
          <a:xfrm>
            <a:off x="334434" y="1052515"/>
            <a:ext cx="11523133" cy="2232470"/>
          </a:xfrm>
        </p:spPr>
        <p:txBody>
          <a:bodyPr/>
          <a:lstStyle/>
          <a:p>
            <a:r>
              <a:rPr lang="zh-CN" altLang="en-US" dirty="0"/>
              <a:t>“有类编址”的地址划分过于死板，划分的粒度太大，会有大量的主机号不能被充分利用，从而造成了大量的</a:t>
            </a:r>
            <a:r>
              <a:rPr lang="en-US" altLang="zh-CN" dirty="0"/>
              <a:t>IP</a:t>
            </a:r>
            <a:r>
              <a:rPr lang="zh-CN" altLang="en-US" dirty="0"/>
              <a:t>地址资源浪费</a:t>
            </a:r>
            <a:endParaRPr lang="zh-CN" altLang="en-US" dirty="0"/>
          </a:p>
          <a:p>
            <a:r>
              <a:rPr lang="zh-CN" altLang="en-US" dirty="0"/>
              <a:t>一个</a:t>
            </a:r>
            <a:r>
              <a:rPr lang="en-US" altLang="zh-CN" dirty="0"/>
              <a:t>B</a:t>
            </a:r>
            <a:r>
              <a:rPr lang="zh-CN" altLang="en-US" dirty="0"/>
              <a:t>类地址用于一个广播域，地址浪费</a:t>
            </a:r>
            <a:endParaRPr lang="zh-CN" altLang="en-US" dirty="0"/>
          </a:p>
          <a:p>
            <a:r>
              <a:rPr lang="zh-CN" altLang="en-US" dirty="0"/>
              <a:t>广播域太庞大，一旦发生广播网络不堪重负</a:t>
            </a:r>
            <a:endParaRPr lang="zh-CN" altLang="en-US" dirty="0"/>
          </a:p>
          <a:p>
            <a:endParaRPr lang="zh-CN" altLang="en-US" dirty="0"/>
          </a:p>
        </p:txBody>
      </p:sp>
      <p:sp>
        <p:nvSpPr>
          <p:cNvPr id="4" name="灯片编号占位符 3"/>
          <p:cNvSpPr>
            <a:spLocks noGrp="1"/>
          </p:cNvSpPr>
          <p:nvPr>
            <p:ph type="sldNum" sz="quarter" idx="12"/>
          </p:nvPr>
        </p:nvSpPr>
        <p:spPr/>
        <p:txBody>
          <a:bodyPr/>
          <a:lstStyle/>
          <a:p>
            <a:pPr>
              <a:defRPr/>
            </a:pPr>
            <a:fld id="{816960B2-2B11-492C-B588-5290E1274F96}" type="slidenum">
              <a:rPr lang="en-US" altLang="zh-CN" smtClean="0"/>
            </a:fld>
            <a:endParaRPr lang="en-US" altLang="zh-CN" dirty="0"/>
          </a:p>
        </p:txBody>
      </p:sp>
      <p:grpSp>
        <p:nvGrpSpPr>
          <p:cNvPr id="5" name="组合 4"/>
          <p:cNvGrpSpPr/>
          <p:nvPr/>
        </p:nvGrpSpPr>
        <p:grpSpPr>
          <a:xfrm>
            <a:off x="3069244" y="3331435"/>
            <a:ext cx="5879264" cy="1991528"/>
            <a:chOff x="436560" y="2260134"/>
            <a:chExt cx="5879264" cy="1991528"/>
          </a:xfrm>
        </p:grpSpPr>
        <p:pic>
          <p:nvPicPr>
            <p:cNvPr id="6" name="图形 5"/>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05206" y="2676866"/>
              <a:ext cx="815181" cy="617209"/>
            </a:xfrm>
            <a:prstGeom prst="rect">
              <a:avLst/>
            </a:prstGeom>
          </p:spPr>
        </p:pic>
        <p:pic>
          <p:nvPicPr>
            <p:cNvPr id="7" name="图形 6"/>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915588" y="2676866"/>
              <a:ext cx="815181" cy="617209"/>
            </a:xfrm>
            <a:prstGeom prst="rect">
              <a:avLst/>
            </a:prstGeom>
          </p:spPr>
        </p:pic>
        <p:pic>
          <p:nvPicPr>
            <p:cNvPr id="8" name="图形 7"/>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3747336" y="2676866"/>
              <a:ext cx="815181" cy="617209"/>
            </a:xfrm>
            <a:prstGeom prst="rect">
              <a:avLst/>
            </a:prstGeom>
          </p:spPr>
        </p:pic>
        <p:pic>
          <p:nvPicPr>
            <p:cNvPr id="9" name="图形 8"/>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5057718" y="2676866"/>
              <a:ext cx="815181" cy="617209"/>
            </a:xfrm>
            <a:prstGeom prst="rect">
              <a:avLst/>
            </a:prstGeom>
          </p:spPr>
        </p:pic>
        <p:cxnSp>
          <p:nvCxnSpPr>
            <p:cNvPr id="10" name="直接连接符 9"/>
            <p:cNvCxnSpPr/>
            <p:nvPr/>
          </p:nvCxnSpPr>
          <p:spPr>
            <a:xfrm>
              <a:off x="605206" y="3720353"/>
              <a:ext cx="5365288" cy="0"/>
            </a:xfrm>
            <a:prstGeom prst="line">
              <a:avLst/>
            </a:prstGeom>
          </p:spPr>
          <p:style>
            <a:lnRef idx="3">
              <a:schemeClr val="accent4"/>
            </a:lnRef>
            <a:fillRef idx="0">
              <a:schemeClr val="accent4"/>
            </a:fillRef>
            <a:effectRef idx="2">
              <a:schemeClr val="accent4"/>
            </a:effectRef>
            <a:fontRef idx="minor">
              <a:schemeClr val="tx1"/>
            </a:fontRef>
          </p:style>
        </p:cxnSp>
        <p:cxnSp>
          <p:nvCxnSpPr>
            <p:cNvPr id="11" name="直接连接符 10"/>
            <p:cNvCxnSpPr>
              <a:stCxn id="6" idx="2"/>
            </p:cNvCxnSpPr>
            <p:nvPr/>
          </p:nvCxnSpPr>
          <p:spPr>
            <a:xfrm flipH="1">
              <a:off x="1012796" y="3294075"/>
              <a:ext cx="1" cy="426278"/>
            </a:xfrm>
            <a:prstGeom prst="line">
              <a:avLst/>
            </a:prstGeom>
          </p:spPr>
          <p:style>
            <a:lnRef idx="3">
              <a:schemeClr val="accent4"/>
            </a:lnRef>
            <a:fillRef idx="0">
              <a:schemeClr val="accent4"/>
            </a:fillRef>
            <a:effectRef idx="2">
              <a:schemeClr val="accent4"/>
            </a:effectRef>
            <a:fontRef idx="minor">
              <a:schemeClr val="tx1"/>
            </a:fontRef>
          </p:style>
        </p:cxnSp>
        <p:cxnSp>
          <p:nvCxnSpPr>
            <p:cNvPr id="12" name="直接连接符 11"/>
            <p:cNvCxnSpPr>
              <a:stCxn id="7" idx="2"/>
            </p:cNvCxnSpPr>
            <p:nvPr/>
          </p:nvCxnSpPr>
          <p:spPr>
            <a:xfrm flipH="1">
              <a:off x="2323178" y="3294075"/>
              <a:ext cx="1" cy="426278"/>
            </a:xfrm>
            <a:prstGeom prst="line">
              <a:avLst/>
            </a:prstGeom>
          </p:spPr>
          <p:style>
            <a:lnRef idx="3">
              <a:schemeClr val="accent4"/>
            </a:lnRef>
            <a:fillRef idx="0">
              <a:schemeClr val="accent4"/>
            </a:fillRef>
            <a:effectRef idx="2">
              <a:schemeClr val="accent4"/>
            </a:effectRef>
            <a:fontRef idx="minor">
              <a:schemeClr val="tx1"/>
            </a:fontRef>
          </p:style>
        </p:cxnSp>
        <p:cxnSp>
          <p:nvCxnSpPr>
            <p:cNvPr id="13" name="直接连接符 12"/>
            <p:cNvCxnSpPr>
              <a:stCxn id="8" idx="2"/>
            </p:cNvCxnSpPr>
            <p:nvPr/>
          </p:nvCxnSpPr>
          <p:spPr>
            <a:xfrm flipH="1">
              <a:off x="4154926" y="3294075"/>
              <a:ext cx="1" cy="426278"/>
            </a:xfrm>
            <a:prstGeom prst="line">
              <a:avLst/>
            </a:prstGeom>
          </p:spPr>
          <p:style>
            <a:lnRef idx="3">
              <a:schemeClr val="accent4"/>
            </a:lnRef>
            <a:fillRef idx="0">
              <a:schemeClr val="accent4"/>
            </a:fillRef>
            <a:effectRef idx="2">
              <a:schemeClr val="accent4"/>
            </a:effectRef>
            <a:fontRef idx="minor">
              <a:schemeClr val="tx1"/>
            </a:fontRef>
          </p:style>
        </p:cxnSp>
        <p:cxnSp>
          <p:nvCxnSpPr>
            <p:cNvPr id="14" name="直接连接符 13"/>
            <p:cNvCxnSpPr>
              <a:stCxn id="9" idx="2"/>
            </p:cNvCxnSpPr>
            <p:nvPr/>
          </p:nvCxnSpPr>
          <p:spPr>
            <a:xfrm flipH="1">
              <a:off x="5465308" y="3294075"/>
              <a:ext cx="1" cy="426278"/>
            </a:xfrm>
            <a:prstGeom prst="line">
              <a:avLst/>
            </a:prstGeom>
          </p:spPr>
          <p:style>
            <a:lnRef idx="3">
              <a:schemeClr val="accent4"/>
            </a:lnRef>
            <a:fillRef idx="0">
              <a:schemeClr val="accent4"/>
            </a:fillRef>
            <a:effectRef idx="2">
              <a:schemeClr val="accent4"/>
            </a:effectRef>
            <a:fontRef idx="minor">
              <a:schemeClr val="tx1"/>
            </a:fontRef>
          </p:style>
        </p:cxnSp>
        <p:sp>
          <p:nvSpPr>
            <p:cNvPr id="15" name="文本框 14"/>
            <p:cNvSpPr txBox="1"/>
            <p:nvPr/>
          </p:nvSpPr>
          <p:spPr>
            <a:xfrm>
              <a:off x="436560" y="2260134"/>
              <a:ext cx="1231427" cy="432362"/>
            </a:xfrm>
            <a:prstGeom prst="rect">
              <a:avLst/>
            </a:prstGeom>
            <a:noFill/>
          </p:spPr>
          <p:txBody>
            <a:bodyPr wrap="none" rtlCol="0">
              <a:spAutoFit/>
            </a:bodyPr>
            <a:lstStyle/>
            <a:p>
              <a:pPr>
                <a:lnSpc>
                  <a:spcPct val="120000"/>
                </a:lnSpc>
              </a:pPr>
              <a:r>
                <a:rPr lang="en-US" altLang="zh-CN" dirty="0">
                  <a:latin typeface="微软雅黑 Light" panose="020B0502040204020203" pitchFamily="34" charset="-122"/>
                  <a:ea typeface="微软雅黑 Light" panose="020B0502040204020203" pitchFamily="34" charset="-122"/>
                  <a:cs typeface="+mn-ea"/>
                  <a:sym typeface="+mn-lt"/>
                </a:rPr>
                <a:t>172.16.0.1</a:t>
              </a:r>
              <a:endParaRPr lang="zh-CN" altLang="en-US" dirty="0">
                <a:latin typeface="微软雅黑 Light" panose="020B0502040204020203" pitchFamily="34" charset="-122"/>
                <a:ea typeface="微软雅黑 Light" panose="020B0502040204020203" pitchFamily="34" charset="-122"/>
                <a:cs typeface="+mn-ea"/>
                <a:sym typeface="+mn-lt"/>
              </a:endParaRPr>
            </a:p>
          </p:txBody>
        </p:sp>
        <p:sp>
          <p:nvSpPr>
            <p:cNvPr id="16" name="文本框 15"/>
            <p:cNvSpPr txBox="1"/>
            <p:nvPr/>
          </p:nvSpPr>
          <p:spPr>
            <a:xfrm>
              <a:off x="1836633" y="2285534"/>
              <a:ext cx="1374094" cy="432362"/>
            </a:xfrm>
            <a:prstGeom prst="rect">
              <a:avLst/>
            </a:prstGeom>
            <a:noFill/>
          </p:spPr>
          <p:txBody>
            <a:bodyPr wrap="none" rtlCol="0">
              <a:spAutoFit/>
            </a:bodyPr>
            <a:lstStyle/>
            <a:p>
              <a:pPr>
                <a:lnSpc>
                  <a:spcPct val="120000"/>
                </a:lnSpc>
              </a:pPr>
              <a:r>
                <a:rPr lang="en-US" altLang="zh-CN" dirty="0">
                  <a:latin typeface="微软雅黑 Light" panose="020B0502040204020203" pitchFamily="34" charset="-122"/>
                  <a:ea typeface="微软雅黑 Light" panose="020B0502040204020203" pitchFamily="34" charset="-122"/>
                  <a:cs typeface="+mn-ea"/>
                  <a:sym typeface="+mn-lt"/>
                </a:rPr>
                <a:t>172.16.66.1</a:t>
              </a:r>
              <a:endParaRPr lang="zh-CN" altLang="en-US" dirty="0">
                <a:latin typeface="微软雅黑 Light" panose="020B0502040204020203" pitchFamily="34" charset="-122"/>
                <a:ea typeface="微软雅黑 Light" panose="020B0502040204020203" pitchFamily="34" charset="-122"/>
                <a:cs typeface="+mn-ea"/>
                <a:sym typeface="+mn-lt"/>
              </a:endParaRPr>
            </a:p>
          </p:txBody>
        </p:sp>
        <p:sp>
          <p:nvSpPr>
            <p:cNvPr id="17" name="文本框 16"/>
            <p:cNvSpPr txBox="1"/>
            <p:nvPr/>
          </p:nvSpPr>
          <p:spPr>
            <a:xfrm>
              <a:off x="2705110" y="3819300"/>
              <a:ext cx="1274708" cy="432362"/>
            </a:xfrm>
            <a:prstGeom prst="rect">
              <a:avLst/>
            </a:prstGeom>
            <a:noFill/>
          </p:spPr>
          <p:txBody>
            <a:bodyPr wrap="none" rtlCol="0">
              <a:spAutoFit/>
            </a:bodyPr>
            <a:lstStyle/>
            <a:p>
              <a:pPr>
                <a:lnSpc>
                  <a:spcPct val="120000"/>
                </a:lnSpc>
              </a:pPr>
              <a:r>
                <a:rPr lang="en-US" altLang="zh-CN" dirty="0">
                  <a:solidFill>
                    <a:srgbClr val="C00000"/>
                  </a:solidFill>
                  <a:latin typeface="微软雅黑 Light" panose="020B0502040204020203" pitchFamily="34" charset="-122"/>
                  <a:ea typeface="微软雅黑 Light" panose="020B0502040204020203" pitchFamily="34" charset="-122"/>
                  <a:cs typeface="+mn-ea"/>
                  <a:sym typeface="+mn-lt"/>
                </a:rPr>
                <a:t>172.16.0.0</a:t>
              </a:r>
              <a:endParaRPr lang="zh-CN" altLang="en-US" dirty="0">
                <a:solidFill>
                  <a:srgbClr val="C00000"/>
                </a:solidFill>
                <a:latin typeface="微软雅黑 Light" panose="020B0502040204020203" pitchFamily="34" charset="-122"/>
                <a:ea typeface="微软雅黑 Light" panose="020B0502040204020203" pitchFamily="34" charset="-122"/>
                <a:cs typeface="+mn-ea"/>
                <a:sym typeface="+mn-lt"/>
              </a:endParaRPr>
            </a:p>
          </p:txBody>
        </p:sp>
        <p:sp>
          <p:nvSpPr>
            <p:cNvPr id="18" name="文本框 17"/>
            <p:cNvSpPr txBox="1"/>
            <p:nvPr/>
          </p:nvSpPr>
          <p:spPr>
            <a:xfrm>
              <a:off x="4842344" y="2285534"/>
              <a:ext cx="1473480" cy="432362"/>
            </a:xfrm>
            <a:prstGeom prst="rect">
              <a:avLst/>
            </a:prstGeom>
            <a:noFill/>
          </p:spPr>
          <p:txBody>
            <a:bodyPr wrap="none" rtlCol="0">
              <a:spAutoFit/>
            </a:bodyPr>
            <a:lstStyle/>
            <a:p>
              <a:pPr>
                <a:lnSpc>
                  <a:spcPct val="120000"/>
                </a:lnSpc>
              </a:pPr>
              <a:r>
                <a:rPr lang="en-US" altLang="zh-CN" dirty="0">
                  <a:latin typeface="微软雅黑 Light" panose="020B0502040204020203" pitchFamily="34" charset="-122"/>
                  <a:ea typeface="微软雅黑 Light" panose="020B0502040204020203" pitchFamily="34" charset="-122"/>
                  <a:cs typeface="+mn-ea"/>
                  <a:sym typeface="+mn-lt"/>
                </a:rPr>
                <a:t>172.16.166.1</a:t>
              </a:r>
              <a:endParaRPr lang="zh-CN" altLang="en-US" dirty="0">
                <a:latin typeface="微软雅黑 Light" panose="020B0502040204020203" pitchFamily="34" charset="-122"/>
                <a:ea typeface="微软雅黑 Light" panose="020B0502040204020203" pitchFamily="34" charset="-122"/>
                <a:cs typeface="+mn-ea"/>
                <a:sym typeface="+mn-lt"/>
              </a:endParaRPr>
            </a:p>
          </p:txBody>
        </p:sp>
      </p:gr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灯片编号占位符 5"/>
          <p:cNvSpPr>
            <a:spLocks noGrp="1"/>
          </p:cNvSpPr>
          <p:nvPr>
            <p:ph type="sldNum" sz="quarter" idx="12"/>
          </p:nvPr>
        </p:nvSpPr>
        <p:spPr/>
        <p:txBody>
          <a:bodyPr/>
          <a:lstStyle/>
          <a:p>
            <a:fld id="{2DE37D30-C904-4052-B023-18A404B13033}" type="slidenum">
              <a:rPr lang="en-US" altLang="zh-CN"/>
            </a:fld>
            <a:endParaRPr lang="en-US" altLang="zh-CN"/>
          </a:p>
        </p:txBody>
      </p:sp>
      <p:sp>
        <p:nvSpPr>
          <p:cNvPr id="627714" name="Rectangle 2"/>
          <p:cNvSpPr>
            <a:spLocks noGrp="1" noChangeArrowheads="1"/>
          </p:cNvSpPr>
          <p:nvPr>
            <p:ph type="title"/>
          </p:nvPr>
        </p:nvSpPr>
        <p:spPr/>
        <p:txBody>
          <a:bodyPr/>
          <a:lstStyle/>
          <a:p>
            <a:r>
              <a:rPr lang="zh-CN" altLang="en-US" dirty="0"/>
              <a:t>子网编址</a:t>
            </a:r>
            <a:endParaRPr lang="zh-CN" altLang="en-US" dirty="0"/>
          </a:p>
        </p:txBody>
      </p:sp>
      <p:sp>
        <p:nvSpPr>
          <p:cNvPr id="627716" name="Text Box 4"/>
          <p:cNvSpPr txBox="1">
            <a:spLocks noChangeArrowheads="1"/>
          </p:cNvSpPr>
          <p:nvPr/>
        </p:nvSpPr>
        <p:spPr bwMode="auto">
          <a:xfrm>
            <a:off x="4356895" y="5301483"/>
            <a:ext cx="3976687"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800" dirty="0">
                <a:latin typeface="微软雅黑 Light" panose="020B0502040204020203" pitchFamily="34" charset="-122"/>
                <a:ea typeface="微软雅黑 Light" panose="020B0502040204020203" pitchFamily="34" charset="-122"/>
              </a:rPr>
              <a:t>B</a:t>
            </a:r>
            <a:r>
              <a:rPr lang="zh-CN" altLang="en-US" sz="2800" dirty="0">
                <a:latin typeface="微软雅黑 Light" panose="020B0502040204020203" pitchFamily="34" charset="-122"/>
                <a:ea typeface="微软雅黑 Light" panose="020B0502040204020203" pitchFamily="34" charset="-122"/>
              </a:rPr>
              <a:t>类地址的一种子网编码</a:t>
            </a:r>
            <a:endParaRPr lang="zh-CN" altLang="en-US" sz="2800" dirty="0">
              <a:latin typeface="微软雅黑 Light" panose="020B0502040204020203" pitchFamily="34" charset="-122"/>
              <a:ea typeface="微软雅黑 Light" panose="020B0502040204020203" pitchFamily="34" charset="-122"/>
            </a:endParaRPr>
          </a:p>
        </p:txBody>
      </p:sp>
      <p:graphicFrame>
        <p:nvGraphicFramePr>
          <p:cNvPr id="627717" name="Group 5"/>
          <p:cNvGraphicFramePr>
            <a:graphicFrameLocks noGrp="1"/>
          </p:cNvGraphicFramePr>
          <p:nvPr/>
        </p:nvGraphicFramePr>
        <p:xfrm>
          <a:off x="3059906" y="3933057"/>
          <a:ext cx="6072188" cy="1168400"/>
        </p:xfrm>
        <a:graphic>
          <a:graphicData uri="http://schemas.openxmlformats.org/drawingml/2006/table">
            <a:tbl>
              <a:tblPr/>
              <a:tblGrid>
                <a:gridCol w="2008188"/>
                <a:gridCol w="2032000"/>
                <a:gridCol w="2032000"/>
              </a:tblGrid>
              <a:tr h="584200">
                <a:tc>
                  <a:txBody>
                    <a:bodyPr/>
                    <a:lstStyle>
                      <a:lvl1pPr>
                        <a:spcBef>
                          <a:spcPct val="20000"/>
                        </a:spcBef>
                        <a:buClr>
                          <a:srgbClr val="C80000"/>
                        </a:buClr>
                        <a:buSzPct val="80000"/>
                        <a:buFont typeface="Wingdings" panose="05000000000000000000" pitchFamily="2" charset="2"/>
                        <a:defRPr sz="2800">
                          <a:solidFill>
                            <a:schemeClr val="tx1"/>
                          </a:solidFill>
                          <a:latin typeface="Times New Roman" panose="02020603050405020304" pitchFamily="18" charset="0"/>
                          <a:ea typeface="宋体" panose="02010600030101010101" pitchFamily="2" charset="-122"/>
                        </a:defRPr>
                      </a:lvl1pPr>
                      <a:lvl2pPr>
                        <a:spcBef>
                          <a:spcPct val="20000"/>
                        </a:spcBef>
                        <a:buClr>
                          <a:srgbClr val="00C800"/>
                        </a:buClr>
                        <a:buSzPct val="8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2pPr>
                      <a:lvl3pPr>
                        <a:spcBef>
                          <a:spcPct val="20000"/>
                        </a:spcBef>
                        <a:buClr>
                          <a:srgbClr val="0000C8"/>
                        </a:buClr>
                        <a:buSzPct val="80000"/>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3pPr>
                      <a:lvl4pPr>
                        <a:spcBef>
                          <a:spcPct val="20000"/>
                        </a:spcBef>
                        <a:buClr>
                          <a:srgbClr val="FF7F00"/>
                        </a:buClr>
                        <a:buSzPct val="8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4pPr>
                      <a:lvl5pPr>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0" lang="en-US" altLang="zh-CN" sz="28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rPr>
                        <a:t>16b</a:t>
                      </a:r>
                      <a:endParaRPr kumimoji="0" lang="en-US" altLang="zh-CN" sz="28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endParaRPr>
                    </a:p>
                  </a:txBody>
                  <a:tcPr horzOverflow="overflow">
                    <a:lnL cap="flat">
                      <a:noFill/>
                    </a:lnL>
                    <a:lnR>
                      <a:noFill/>
                    </a:lnR>
                    <a:lnT cap="fla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C80000"/>
                        </a:buClr>
                        <a:buSzPct val="80000"/>
                        <a:buFont typeface="Wingdings" panose="05000000000000000000" pitchFamily="2" charset="2"/>
                        <a:defRPr sz="2800">
                          <a:solidFill>
                            <a:schemeClr val="tx1"/>
                          </a:solidFill>
                          <a:latin typeface="Times New Roman" panose="02020603050405020304" pitchFamily="18" charset="0"/>
                          <a:ea typeface="宋体" panose="02010600030101010101" pitchFamily="2" charset="-122"/>
                        </a:defRPr>
                      </a:lvl1pPr>
                      <a:lvl2pPr>
                        <a:spcBef>
                          <a:spcPct val="20000"/>
                        </a:spcBef>
                        <a:buClr>
                          <a:srgbClr val="00C800"/>
                        </a:buClr>
                        <a:buSzPct val="8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2pPr>
                      <a:lvl3pPr>
                        <a:spcBef>
                          <a:spcPct val="20000"/>
                        </a:spcBef>
                        <a:buClr>
                          <a:srgbClr val="0000C8"/>
                        </a:buClr>
                        <a:buSzPct val="80000"/>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3pPr>
                      <a:lvl4pPr>
                        <a:spcBef>
                          <a:spcPct val="20000"/>
                        </a:spcBef>
                        <a:buClr>
                          <a:srgbClr val="FF7F00"/>
                        </a:buClr>
                        <a:buSzPct val="8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4pPr>
                      <a:lvl5pPr>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0" lang="en-US" altLang="zh-CN" sz="28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rPr>
                        <a:t>8b</a:t>
                      </a:r>
                      <a:endParaRPr kumimoji="0" lang="en-US" altLang="zh-CN" sz="28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endParaRPr>
                    </a:p>
                  </a:txBody>
                  <a:tcPr horzOverflow="overflow">
                    <a:lnL>
                      <a:noFill/>
                    </a:lnL>
                    <a:lnR>
                      <a:noFill/>
                    </a:lnR>
                    <a:lnT cap="fla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C80000"/>
                        </a:buClr>
                        <a:buSzPct val="80000"/>
                        <a:buFont typeface="Wingdings" panose="05000000000000000000" pitchFamily="2" charset="2"/>
                        <a:defRPr sz="2800">
                          <a:solidFill>
                            <a:schemeClr val="tx1"/>
                          </a:solidFill>
                          <a:latin typeface="Times New Roman" panose="02020603050405020304" pitchFamily="18" charset="0"/>
                          <a:ea typeface="宋体" panose="02010600030101010101" pitchFamily="2" charset="-122"/>
                        </a:defRPr>
                      </a:lvl1pPr>
                      <a:lvl2pPr>
                        <a:spcBef>
                          <a:spcPct val="20000"/>
                        </a:spcBef>
                        <a:buClr>
                          <a:srgbClr val="00C800"/>
                        </a:buClr>
                        <a:buSzPct val="8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2pPr>
                      <a:lvl3pPr>
                        <a:spcBef>
                          <a:spcPct val="20000"/>
                        </a:spcBef>
                        <a:buClr>
                          <a:srgbClr val="0000C8"/>
                        </a:buClr>
                        <a:buSzPct val="80000"/>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3pPr>
                      <a:lvl4pPr>
                        <a:spcBef>
                          <a:spcPct val="20000"/>
                        </a:spcBef>
                        <a:buClr>
                          <a:srgbClr val="FF7F00"/>
                        </a:buClr>
                        <a:buSzPct val="8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4pPr>
                      <a:lvl5pPr>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0" lang="en-US" altLang="zh-CN" sz="28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rPr>
                        <a:t>8b</a:t>
                      </a:r>
                      <a:endParaRPr kumimoji="0" lang="en-US" altLang="zh-CN" sz="28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endParaRPr>
                    </a:p>
                  </a:txBody>
                  <a:tcPr horzOverflow="overflow">
                    <a:lnL>
                      <a:noFill/>
                    </a:lnL>
                    <a:lnR cap="flat">
                      <a:noFill/>
                    </a:lnR>
                    <a:lnT cap="flat">
                      <a:noFill/>
                    </a:lnT>
                    <a:lnB w="12700" cap="flat" cmpd="sng" algn="ctr">
                      <a:solidFill>
                        <a:schemeClr val="tx1"/>
                      </a:solidFill>
                      <a:prstDash val="solid"/>
                      <a:round/>
                      <a:headEnd type="none" w="med" len="med"/>
                      <a:tailEnd type="none" w="med" len="med"/>
                    </a:lnB>
                    <a:lnTlToBr>
                      <a:noFill/>
                    </a:lnTlToBr>
                    <a:lnBlToTr>
                      <a:noFill/>
                    </a:lnBlToTr>
                    <a:noFill/>
                  </a:tcPr>
                </a:tc>
              </a:tr>
              <a:tr h="584200">
                <a:tc>
                  <a:txBody>
                    <a:bodyPr/>
                    <a:lstStyle>
                      <a:lvl1pPr>
                        <a:spcBef>
                          <a:spcPct val="20000"/>
                        </a:spcBef>
                        <a:buClr>
                          <a:srgbClr val="C80000"/>
                        </a:buClr>
                        <a:buSzPct val="80000"/>
                        <a:buFont typeface="Wingdings" panose="05000000000000000000" pitchFamily="2" charset="2"/>
                        <a:defRPr sz="2800">
                          <a:solidFill>
                            <a:schemeClr val="tx1"/>
                          </a:solidFill>
                          <a:latin typeface="Times New Roman" panose="02020603050405020304" pitchFamily="18" charset="0"/>
                          <a:ea typeface="宋体" panose="02010600030101010101" pitchFamily="2" charset="-122"/>
                        </a:defRPr>
                      </a:lvl1pPr>
                      <a:lvl2pPr>
                        <a:spcBef>
                          <a:spcPct val="20000"/>
                        </a:spcBef>
                        <a:buClr>
                          <a:srgbClr val="00C800"/>
                        </a:buClr>
                        <a:buSzPct val="8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2pPr>
                      <a:lvl3pPr>
                        <a:spcBef>
                          <a:spcPct val="20000"/>
                        </a:spcBef>
                        <a:buClr>
                          <a:srgbClr val="0000C8"/>
                        </a:buClr>
                        <a:buSzPct val="80000"/>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3pPr>
                      <a:lvl4pPr>
                        <a:spcBef>
                          <a:spcPct val="20000"/>
                        </a:spcBef>
                        <a:buClr>
                          <a:srgbClr val="FF7F00"/>
                        </a:buClr>
                        <a:buSzPct val="8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4pPr>
                      <a:lvl5pPr>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0" lang="zh-CN" altLang="en-US" sz="28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rPr>
                        <a:t>网络号</a:t>
                      </a:r>
                      <a:endParaRPr kumimoji="0" lang="zh-CN" altLang="en-US" sz="28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C80000"/>
                        </a:buClr>
                        <a:buSzPct val="80000"/>
                        <a:buFont typeface="Wingdings" panose="05000000000000000000" pitchFamily="2" charset="2"/>
                        <a:defRPr sz="2800">
                          <a:solidFill>
                            <a:schemeClr val="tx1"/>
                          </a:solidFill>
                          <a:latin typeface="Times New Roman" panose="02020603050405020304" pitchFamily="18" charset="0"/>
                          <a:ea typeface="宋体" panose="02010600030101010101" pitchFamily="2" charset="-122"/>
                        </a:defRPr>
                      </a:lvl1pPr>
                      <a:lvl2pPr>
                        <a:spcBef>
                          <a:spcPct val="20000"/>
                        </a:spcBef>
                        <a:buClr>
                          <a:srgbClr val="00C800"/>
                        </a:buClr>
                        <a:buSzPct val="8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2pPr>
                      <a:lvl3pPr>
                        <a:spcBef>
                          <a:spcPct val="20000"/>
                        </a:spcBef>
                        <a:buClr>
                          <a:srgbClr val="0000C8"/>
                        </a:buClr>
                        <a:buSzPct val="80000"/>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3pPr>
                      <a:lvl4pPr>
                        <a:spcBef>
                          <a:spcPct val="20000"/>
                        </a:spcBef>
                        <a:buClr>
                          <a:srgbClr val="FF7F00"/>
                        </a:buClr>
                        <a:buSzPct val="8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4pPr>
                      <a:lvl5pPr>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0" lang="zh-CN" altLang="en-US" sz="28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rPr>
                        <a:t>子网号</a:t>
                      </a:r>
                      <a:endParaRPr kumimoji="0" lang="zh-CN" altLang="en-US" sz="28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C80000"/>
                        </a:buClr>
                        <a:buSzPct val="80000"/>
                        <a:buFont typeface="Wingdings" panose="05000000000000000000" pitchFamily="2" charset="2"/>
                        <a:defRPr sz="2800">
                          <a:solidFill>
                            <a:schemeClr val="tx1"/>
                          </a:solidFill>
                          <a:latin typeface="Times New Roman" panose="02020603050405020304" pitchFamily="18" charset="0"/>
                          <a:ea typeface="宋体" panose="02010600030101010101" pitchFamily="2" charset="-122"/>
                        </a:defRPr>
                      </a:lvl1pPr>
                      <a:lvl2pPr>
                        <a:spcBef>
                          <a:spcPct val="20000"/>
                        </a:spcBef>
                        <a:buClr>
                          <a:srgbClr val="00C800"/>
                        </a:buClr>
                        <a:buSzPct val="8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2pPr>
                      <a:lvl3pPr>
                        <a:spcBef>
                          <a:spcPct val="20000"/>
                        </a:spcBef>
                        <a:buClr>
                          <a:srgbClr val="0000C8"/>
                        </a:buClr>
                        <a:buSzPct val="80000"/>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3pPr>
                      <a:lvl4pPr>
                        <a:spcBef>
                          <a:spcPct val="20000"/>
                        </a:spcBef>
                        <a:buClr>
                          <a:srgbClr val="FF7F00"/>
                        </a:buClr>
                        <a:buSzPct val="8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4pPr>
                      <a:lvl5pPr>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0" lang="zh-CN" altLang="en-US" sz="28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rPr>
                        <a:t>主机号</a:t>
                      </a:r>
                      <a:endParaRPr kumimoji="0" lang="zh-CN" altLang="en-US" sz="28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3" name="内容占位符 2"/>
          <p:cNvSpPr>
            <a:spLocks noGrp="1"/>
          </p:cNvSpPr>
          <p:nvPr>
            <p:ph idx="1"/>
          </p:nvPr>
        </p:nvSpPr>
        <p:spPr>
          <a:xfrm>
            <a:off x="334434" y="1052515"/>
            <a:ext cx="11523133" cy="2880542"/>
          </a:xfrm>
        </p:spPr>
        <p:txBody>
          <a:bodyPr/>
          <a:lstStyle/>
          <a:p>
            <a:r>
              <a:rPr lang="zh-CN" altLang="en-US" dirty="0"/>
              <a:t>划分子网：为解决</a:t>
            </a:r>
            <a:r>
              <a:rPr lang="en-US" altLang="zh-CN" dirty="0"/>
              <a:t>IP</a:t>
            </a:r>
            <a:r>
              <a:rPr lang="zh-CN" altLang="en-US" dirty="0"/>
              <a:t>地址分类编址方案的不足，从</a:t>
            </a:r>
            <a:r>
              <a:rPr lang="en-US" altLang="zh-CN" dirty="0"/>
              <a:t>1985</a:t>
            </a:r>
            <a:r>
              <a:rPr lang="zh-CN" altLang="en-US" dirty="0"/>
              <a:t>年起，在</a:t>
            </a:r>
            <a:r>
              <a:rPr lang="en-US" altLang="zh-CN" dirty="0"/>
              <a:t>IP</a:t>
            </a:r>
            <a:r>
              <a:rPr lang="zh-CN" altLang="en-US" dirty="0"/>
              <a:t>地址中又增加了一个“子网号字段”，使</a:t>
            </a:r>
            <a:r>
              <a:rPr lang="en-US" altLang="zh-CN" dirty="0"/>
              <a:t>2</a:t>
            </a:r>
            <a:r>
              <a:rPr lang="zh-CN" altLang="en-US" dirty="0"/>
              <a:t>级地址变成了</a:t>
            </a:r>
            <a:r>
              <a:rPr lang="en-US" altLang="zh-CN" dirty="0"/>
              <a:t>3</a:t>
            </a:r>
            <a:r>
              <a:rPr lang="zh-CN" altLang="en-US" dirty="0"/>
              <a:t>级地址</a:t>
            </a:r>
            <a:endParaRPr lang="zh-CN" altLang="en-US" dirty="0"/>
          </a:p>
          <a:p>
            <a:r>
              <a:rPr lang="zh-CN" altLang="en-US" dirty="0"/>
              <a:t>子网编址不是把</a:t>
            </a:r>
            <a:r>
              <a:rPr lang="en-US" altLang="zh-CN" dirty="0"/>
              <a:t>IP</a:t>
            </a:r>
            <a:r>
              <a:rPr lang="zh-CN" altLang="en-US" dirty="0"/>
              <a:t>地址看成由单纯的一个网络号和一个主机号组成，而是把主机号进一步划分为一个子网号和一个主机号</a:t>
            </a:r>
            <a:endParaRPr lang="zh-CN" altLang="en-US" dirty="0"/>
          </a:p>
          <a:p>
            <a:r>
              <a:rPr lang="zh-CN" altLang="en-US" dirty="0"/>
              <a:t>目前所有的主机都要求支持子网编址</a:t>
            </a:r>
            <a:endParaRPr lang="zh-CN" altLang="en-US" dirty="0"/>
          </a:p>
          <a:p>
            <a:endParaRPr lang="zh-CN" altLang="en-US" dirty="0"/>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5"/>
          <p:cNvSpPr>
            <a:spLocks noGrp="1"/>
          </p:cNvSpPr>
          <p:nvPr>
            <p:ph type="sldNum" sz="quarter" idx="12"/>
          </p:nvPr>
        </p:nvSpPr>
        <p:spPr/>
        <p:txBody>
          <a:bodyPr/>
          <a:lstStyle/>
          <a:p>
            <a:fld id="{A935D6D3-E291-46CD-AEB5-4A13A8452C2D}" type="slidenum">
              <a:rPr lang="en-US" altLang="zh-CN"/>
            </a:fld>
            <a:endParaRPr lang="en-US" altLang="zh-CN"/>
          </a:p>
        </p:txBody>
      </p:sp>
      <p:sp>
        <p:nvSpPr>
          <p:cNvPr id="477186" name="Rectangle 2"/>
          <p:cNvSpPr>
            <a:spLocks noGrp="1" noChangeArrowheads="1"/>
          </p:cNvSpPr>
          <p:nvPr>
            <p:ph type="title"/>
          </p:nvPr>
        </p:nvSpPr>
        <p:spPr/>
        <p:txBody>
          <a:bodyPr/>
          <a:lstStyle/>
          <a:p>
            <a:r>
              <a:rPr lang="zh-CN" altLang="en-US"/>
              <a:t>子网掩码</a:t>
            </a:r>
            <a:endParaRPr lang="zh-CN" altLang="en-US"/>
          </a:p>
        </p:txBody>
      </p:sp>
      <p:sp>
        <p:nvSpPr>
          <p:cNvPr id="477187" name="Rectangle 3"/>
          <p:cNvSpPr>
            <a:spLocks noGrp="1" noChangeArrowheads="1"/>
          </p:cNvSpPr>
          <p:nvPr>
            <p:ph type="body" idx="1"/>
          </p:nvPr>
        </p:nvSpPr>
        <p:spPr>
          <a:xfrm>
            <a:off x="334434" y="1052515"/>
            <a:ext cx="11523133" cy="2948062"/>
          </a:xfrm>
        </p:spPr>
        <p:txBody>
          <a:bodyPr>
            <a:normAutofit fontScale="92500" lnSpcReduction="10000"/>
          </a:bodyPr>
          <a:lstStyle/>
          <a:p>
            <a:r>
              <a:rPr lang="zh-CN" altLang="en-US" dirty="0"/>
              <a:t>从一个 </a:t>
            </a:r>
            <a:r>
              <a:rPr lang="en-US" altLang="zh-CN" dirty="0"/>
              <a:t>IP </a:t>
            </a:r>
            <a:r>
              <a:rPr lang="zh-CN" altLang="en-US" dirty="0"/>
              <a:t>数据报的首部并无法判断源主机或目的主机所连接的网络是否进行了子网划分</a:t>
            </a:r>
            <a:endParaRPr lang="zh-CN" altLang="en-US" dirty="0"/>
          </a:p>
          <a:p>
            <a:r>
              <a:rPr lang="zh-CN" altLang="en-US" dirty="0"/>
              <a:t>使用子网掩码</a:t>
            </a:r>
            <a:r>
              <a:rPr lang="en-US" altLang="zh-CN" dirty="0"/>
              <a:t>(subnet mask)</a:t>
            </a:r>
            <a:r>
              <a:rPr lang="zh-CN" altLang="en-US" dirty="0"/>
              <a:t>可以找出 </a:t>
            </a:r>
            <a:r>
              <a:rPr lang="en-US" altLang="zh-CN" dirty="0"/>
              <a:t>IP </a:t>
            </a:r>
            <a:r>
              <a:rPr lang="zh-CN" altLang="en-US" dirty="0"/>
              <a:t>地址中的子网部分</a:t>
            </a:r>
            <a:endParaRPr lang="zh-CN" altLang="en-US" dirty="0"/>
          </a:p>
          <a:p>
            <a:r>
              <a:rPr lang="zh-CN" altLang="en-US" dirty="0"/>
              <a:t>子网掩码是一个</a:t>
            </a:r>
            <a:r>
              <a:rPr lang="en-US" altLang="zh-CN" dirty="0"/>
              <a:t>32</a:t>
            </a:r>
            <a:r>
              <a:rPr lang="zh-CN" altLang="en-US" dirty="0"/>
              <a:t>比特的数值，其中值为</a:t>
            </a:r>
            <a:r>
              <a:rPr lang="en-US" altLang="zh-CN" dirty="0"/>
              <a:t>1</a:t>
            </a:r>
            <a:r>
              <a:rPr lang="zh-CN" altLang="en-US" dirty="0"/>
              <a:t>的比特用于网络号和子网号，为</a:t>
            </a:r>
            <a:r>
              <a:rPr lang="en-US" altLang="zh-CN" dirty="0"/>
              <a:t>0</a:t>
            </a:r>
            <a:r>
              <a:rPr lang="zh-CN" altLang="en-US" dirty="0"/>
              <a:t>的比特留给主机号</a:t>
            </a:r>
            <a:endParaRPr lang="zh-CN" altLang="en-US" dirty="0"/>
          </a:p>
          <a:p>
            <a:pPr lvl="1"/>
            <a:r>
              <a:rPr lang="en-US" altLang="zh-CN" dirty="0"/>
              <a:t>IP</a:t>
            </a:r>
            <a:r>
              <a:rPr lang="zh-CN" altLang="en-US" dirty="0"/>
              <a:t>地址中与子网掩码的</a:t>
            </a:r>
            <a:r>
              <a:rPr lang="en-US" altLang="zh-CN" dirty="0"/>
              <a:t>1</a:t>
            </a:r>
            <a:r>
              <a:rPr lang="zh-CN" altLang="en-US" dirty="0"/>
              <a:t>相对应的位构成了网络号和子网号</a:t>
            </a:r>
            <a:endParaRPr lang="zh-CN" altLang="en-US" dirty="0"/>
          </a:p>
          <a:p>
            <a:pPr lvl="1"/>
            <a:r>
              <a:rPr lang="en-US" altLang="zh-CN" dirty="0"/>
              <a:t>IP</a:t>
            </a:r>
            <a:r>
              <a:rPr lang="zh-CN" altLang="en-US" dirty="0"/>
              <a:t>地址中与子网掩码的</a:t>
            </a:r>
            <a:r>
              <a:rPr lang="en-US" altLang="zh-CN" dirty="0"/>
              <a:t>0</a:t>
            </a:r>
            <a:r>
              <a:rPr lang="zh-CN" altLang="en-US" dirty="0"/>
              <a:t>相对应的位构成了主机号</a:t>
            </a:r>
            <a:endParaRPr lang="zh-CN" altLang="en-US" dirty="0"/>
          </a:p>
        </p:txBody>
      </p:sp>
      <p:graphicFrame>
        <p:nvGraphicFramePr>
          <p:cNvPr id="5" name="表格 9"/>
          <p:cNvGraphicFramePr>
            <a:graphicFrameLocks noGrp="1"/>
          </p:cNvGraphicFramePr>
          <p:nvPr/>
        </p:nvGraphicFramePr>
        <p:xfrm>
          <a:off x="3355539" y="5537466"/>
          <a:ext cx="5837145" cy="394526"/>
        </p:xfrm>
        <a:graphic>
          <a:graphicData uri="http://schemas.openxmlformats.org/drawingml/2006/table">
            <a:tbl>
              <a:tblPr firstRow="1" bandRow="1">
                <a:tableStyleId>{5C22544A-7EE6-4342-B048-85BDC9FD1C3A}</a:tableStyleId>
              </a:tblPr>
              <a:tblGrid>
                <a:gridCol w="1545732"/>
                <a:gridCol w="1545732"/>
                <a:gridCol w="1545732"/>
                <a:gridCol w="1199949"/>
              </a:tblGrid>
              <a:tr h="370840">
                <a:tc>
                  <a:txBody>
                    <a:bodyPr/>
                    <a:lstStyle/>
                    <a:p>
                      <a:pPr algn="ctr">
                        <a:lnSpc>
                          <a:spcPct val="120000"/>
                        </a:lnSpc>
                        <a:spcBef>
                          <a:spcPts val="0"/>
                        </a:spcBef>
                        <a:spcAft>
                          <a:spcPts val="0"/>
                        </a:spcAft>
                      </a:pPr>
                      <a:r>
                        <a:rPr lang="en-US" altLang="zh-CN" dirty="0">
                          <a:solidFill>
                            <a:schemeClr val="tx1"/>
                          </a:solidFill>
                          <a:latin typeface="微软雅黑 Light" panose="020B0502040204020203" pitchFamily="34" charset="-122"/>
                          <a:ea typeface="微软雅黑 Light" panose="020B0502040204020203" pitchFamily="34" charset="-122"/>
                          <a:cs typeface="+mn-ea"/>
                          <a:sym typeface="+mn-lt"/>
                        </a:rPr>
                        <a:t>11111111</a:t>
                      </a:r>
                      <a:endParaRPr lang="zh-CN" altLang="en-US" dirty="0">
                        <a:solidFill>
                          <a:schemeClr val="tx1"/>
                        </a:solidFill>
                        <a:latin typeface="微软雅黑 Light" panose="020B0502040204020203" pitchFamily="34" charset="-122"/>
                        <a:ea typeface="微软雅黑 Light" panose="020B0502040204020203" pitchFamily="34" charset="-122"/>
                        <a:cs typeface="+mn-ea"/>
                        <a:sym typeface="+mn-lt"/>
                      </a:endParaRPr>
                    </a:p>
                  </a:txBody>
                  <a:tcPr>
                    <a:solidFill>
                      <a:schemeClr val="accent5">
                        <a:lumMod val="75000"/>
                      </a:schemeClr>
                    </a:solidFill>
                  </a:tcPr>
                </a:tc>
                <a:tc>
                  <a:txBody>
                    <a:bodyPr/>
                    <a:lstStyle/>
                    <a:p>
                      <a:pPr algn="ctr">
                        <a:lnSpc>
                          <a:spcPct val="120000"/>
                        </a:lnSpc>
                        <a:spcBef>
                          <a:spcPts val="0"/>
                        </a:spcBef>
                        <a:spcAft>
                          <a:spcPts val="0"/>
                        </a:spcAft>
                      </a:pPr>
                      <a:r>
                        <a:rPr lang="en-US" altLang="zh-CN" dirty="0">
                          <a:solidFill>
                            <a:schemeClr val="tx1"/>
                          </a:solidFill>
                          <a:latin typeface="微软雅黑 Light" panose="020B0502040204020203" pitchFamily="34" charset="-122"/>
                          <a:ea typeface="微软雅黑 Light" panose="020B0502040204020203" pitchFamily="34" charset="-122"/>
                          <a:cs typeface="+mn-ea"/>
                          <a:sym typeface="+mn-lt"/>
                        </a:rPr>
                        <a:t>11111111</a:t>
                      </a:r>
                      <a:endParaRPr lang="zh-CN" altLang="en-US" dirty="0">
                        <a:solidFill>
                          <a:schemeClr val="tx1"/>
                        </a:solidFill>
                        <a:latin typeface="微软雅黑 Light" panose="020B0502040204020203" pitchFamily="34" charset="-122"/>
                        <a:ea typeface="微软雅黑 Light" panose="020B0502040204020203" pitchFamily="34" charset="-122"/>
                        <a:cs typeface="+mn-ea"/>
                        <a:sym typeface="+mn-lt"/>
                      </a:endParaRPr>
                    </a:p>
                  </a:txBody>
                  <a:tcPr>
                    <a:solidFill>
                      <a:schemeClr val="accent5">
                        <a:lumMod val="75000"/>
                      </a:schemeClr>
                    </a:solidFill>
                  </a:tcPr>
                </a:tc>
                <a:tc>
                  <a:txBody>
                    <a:bodyPr/>
                    <a:lstStyle/>
                    <a:p>
                      <a:pPr algn="ctr">
                        <a:lnSpc>
                          <a:spcPct val="120000"/>
                        </a:lnSpc>
                        <a:spcBef>
                          <a:spcPts val="0"/>
                        </a:spcBef>
                        <a:spcAft>
                          <a:spcPts val="0"/>
                        </a:spcAft>
                      </a:pPr>
                      <a:r>
                        <a:rPr lang="en-US" altLang="zh-CN" dirty="0">
                          <a:solidFill>
                            <a:schemeClr val="tx1"/>
                          </a:solidFill>
                          <a:latin typeface="微软雅黑 Light" panose="020B0502040204020203" pitchFamily="34" charset="-122"/>
                          <a:ea typeface="微软雅黑 Light" panose="020B0502040204020203" pitchFamily="34" charset="-122"/>
                          <a:cs typeface="+mn-ea"/>
                          <a:sym typeface="+mn-lt"/>
                        </a:rPr>
                        <a:t>11111111</a:t>
                      </a:r>
                      <a:endParaRPr lang="zh-CN" altLang="en-US" dirty="0">
                        <a:solidFill>
                          <a:schemeClr val="tx1"/>
                        </a:solidFill>
                        <a:latin typeface="微软雅黑 Light" panose="020B0502040204020203" pitchFamily="34" charset="-122"/>
                        <a:ea typeface="微软雅黑 Light" panose="020B0502040204020203" pitchFamily="34" charset="-122"/>
                        <a:cs typeface="+mn-ea"/>
                        <a:sym typeface="+mn-lt"/>
                      </a:endParaRPr>
                    </a:p>
                  </a:txBody>
                  <a:tcPr>
                    <a:solidFill>
                      <a:schemeClr val="accent5">
                        <a:lumMod val="75000"/>
                      </a:schemeClr>
                    </a:solidFill>
                  </a:tcPr>
                </a:tc>
                <a:tc>
                  <a:txBody>
                    <a:bodyPr/>
                    <a:lstStyle/>
                    <a:p>
                      <a:pPr algn="ctr">
                        <a:lnSpc>
                          <a:spcPct val="120000"/>
                        </a:lnSpc>
                        <a:spcBef>
                          <a:spcPts val="0"/>
                        </a:spcBef>
                        <a:spcAft>
                          <a:spcPts val="0"/>
                        </a:spcAft>
                      </a:pPr>
                      <a:r>
                        <a:rPr lang="en-US" altLang="zh-CN" dirty="0">
                          <a:solidFill>
                            <a:schemeClr val="tx1"/>
                          </a:solidFill>
                          <a:latin typeface="微软雅黑 Light" panose="020B0502040204020203" pitchFamily="34" charset="-122"/>
                          <a:ea typeface="微软雅黑 Light" panose="020B0502040204020203" pitchFamily="34" charset="-122"/>
                          <a:cs typeface="+mn-ea"/>
                          <a:sym typeface="+mn-lt"/>
                        </a:rPr>
                        <a:t>00000000</a:t>
                      </a:r>
                      <a:endParaRPr lang="zh-CN" altLang="en-US" dirty="0">
                        <a:solidFill>
                          <a:schemeClr val="tx1"/>
                        </a:solidFill>
                        <a:latin typeface="微软雅黑 Light" panose="020B0502040204020203" pitchFamily="34" charset="-122"/>
                        <a:ea typeface="微软雅黑 Light" panose="020B0502040204020203" pitchFamily="34" charset="-122"/>
                        <a:cs typeface="+mn-ea"/>
                        <a:sym typeface="+mn-lt"/>
                      </a:endParaRPr>
                    </a:p>
                  </a:txBody>
                  <a:tcPr>
                    <a:solidFill>
                      <a:schemeClr val="accent6">
                        <a:lumMod val="20000"/>
                        <a:lumOff val="80000"/>
                      </a:schemeClr>
                    </a:solidFill>
                  </a:tcPr>
                </a:tc>
              </a:tr>
            </a:tbl>
          </a:graphicData>
        </a:graphic>
      </p:graphicFrame>
      <p:graphicFrame>
        <p:nvGraphicFramePr>
          <p:cNvPr id="6" name="表格 5"/>
          <p:cNvGraphicFramePr>
            <a:graphicFrameLocks noGrp="1"/>
          </p:cNvGraphicFramePr>
          <p:nvPr/>
        </p:nvGraphicFramePr>
        <p:xfrm>
          <a:off x="3355539" y="6060593"/>
          <a:ext cx="5837145" cy="394526"/>
        </p:xfrm>
        <a:graphic>
          <a:graphicData uri="http://schemas.openxmlformats.org/drawingml/2006/table">
            <a:tbl>
              <a:tblPr firstRow="1" bandRow="1">
                <a:tableStyleId>{5C22544A-7EE6-4342-B048-85BDC9FD1C3A}</a:tableStyleId>
              </a:tblPr>
              <a:tblGrid>
                <a:gridCol w="1545732"/>
                <a:gridCol w="1545732"/>
                <a:gridCol w="1545732"/>
                <a:gridCol w="1199949"/>
              </a:tblGrid>
              <a:tr h="370840">
                <a:tc>
                  <a:txBody>
                    <a:bodyPr/>
                    <a:lstStyle/>
                    <a:p>
                      <a:pPr algn="ctr">
                        <a:lnSpc>
                          <a:spcPct val="120000"/>
                        </a:lnSpc>
                        <a:spcBef>
                          <a:spcPts val="0"/>
                        </a:spcBef>
                        <a:spcAft>
                          <a:spcPts val="0"/>
                        </a:spcAft>
                      </a:pPr>
                      <a:r>
                        <a:rPr lang="en-US" altLang="zh-CN" dirty="0">
                          <a:solidFill>
                            <a:schemeClr val="tx1"/>
                          </a:solidFill>
                          <a:latin typeface="微软雅黑 Light" panose="020B0502040204020203" pitchFamily="34" charset="-122"/>
                          <a:ea typeface="微软雅黑 Light" panose="020B0502040204020203" pitchFamily="34" charset="-122"/>
                          <a:cs typeface="+mn-ea"/>
                          <a:sym typeface="+mn-lt"/>
                        </a:rPr>
                        <a:t>172</a:t>
                      </a:r>
                      <a:endParaRPr lang="zh-CN" altLang="en-US" dirty="0">
                        <a:solidFill>
                          <a:schemeClr val="tx1"/>
                        </a:solidFill>
                        <a:latin typeface="微软雅黑 Light" panose="020B0502040204020203" pitchFamily="34" charset="-122"/>
                        <a:ea typeface="微软雅黑 Light" panose="020B0502040204020203" pitchFamily="34" charset="-122"/>
                        <a:cs typeface="+mn-ea"/>
                        <a:sym typeface="+mn-lt"/>
                      </a:endParaRPr>
                    </a:p>
                  </a:txBody>
                  <a:tcPr>
                    <a:solidFill>
                      <a:schemeClr val="accent5">
                        <a:lumMod val="75000"/>
                      </a:schemeClr>
                    </a:solidFill>
                  </a:tcPr>
                </a:tc>
                <a:tc>
                  <a:txBody>
                    <a:bodyPr/>
                    <a:lstStyle/>
                    <a:p>
                      <a:pPr algn="ctr">
                        <a:lnSpc>
                          <a:spcPct val="120000"/>
                        </a:lnSpc>
                        <a:spcBef>
                          <a:spcPts val="0"/>
                        </a:spcBef>
                        <a:spcAft>
                          <a:spcPts val="0"/>
                        </a:spcAft>
                      </a:pPr>
                      <a:r>
                        <a:rPr lang="en-US" altLang="zh-CN" dirty="0">
                          <a:solidFill>
                            <a:schemeClr val="tx1"/>
                          </a:solidFill>
                          <a:latin typeface="微软雅黑 Light" panose="020B0502040204020203" pitchFamily="34" charset="-122"/>
                          <a:ea typeface="微软雅黑 Light" panose="020B0502040204020203" pitchFamily="34" charset="-122"/>
                          <a:cs typeface="+mn-ea"/>
                          <a:sym typeface="+mn-lt"/>
                        </a:rPr>
                        <a:t>16</a:t>
                      </a:r>
                      <a:endParaRPr lang="zh-CN" altLang="en-US" dirty="0">
                        <a:solidFill>
                          <a:schemeClr val="tx1"/>
                        </a:solidFill>
                        <a:latin typeface="微软雅黑 Light" panose="020B0502040204020203" pitchFamily="34" charset="-122"/>
                        <a:ea typeface="微软雅黑 Light" panose="020B0502040204020203" pitchFamily="34" charset="-122"/>
                        <a:cs typeface="+mn-ea"/>
                        <a:sym typeface="+mn-lt"/>
                      </a:endParaRPr>
                    </a:p>
                  </a:txBody>
                  <a:tcPr>
                    <a:solidFill>
                      <a:schemeClr val="accent5">
                        <a:lumMod val="75000"/>
                      </a:schemeClr>
                    </a:solidFill>
                  </a:tcPr>
                </a:tc>
                <a:tc>
                  <a:txBody>
                    <a:bodyPr/>
                    <a:lstStyle/>
                    <a:p>
                      <a:pPr algn="ctr">
                        <a:lnSpc>
                          <a:spcPct val="120000"/>
                        </a:lnSpc>
                        <a:spcBef>
                          <a:spcPts val="0"/>
                        </a:spcBef>
                        <a:spcAft>
                          <a:spcPts val="0"/>
                        </a:spcAft>
                      </a:pPr>
                      <a:r>
                        <a:rPr lang="en-US" altLang="zh-CN" dirty="0">
                          <a:solidFill>
                            <a:schemeClr val="tx1"/>
                          </a:solidFill>
                          <a:latin typeface="微软雅黑 Light" panose="020B0502040204020203" pitchFamily="34" charset="-122"/>
                          <a:ea typeface="微软雅黑 Light" panose="020B0502040204020203" pitchFamily="34" charset="-122"/>
                          <a:cs typeface="+mn-ea"/>
                          <a:sym typeface="+mn-lt"/>
                        </a:rPr>
                        <a:t>1</a:t>
                      </a:r>
                      <a:endParaRPr lang="zh-CN" altLang="en-US" dirty="0">
                        <a:solidFill>
                          <a:schemeClr val="tx1"/>
                        </a:solidFill>
                        <a:latin typeface="微软雅黑 Light" panose="020B0502040204020203" pitchFamily="34" charset="-122"/>
                        <a:ea typeface="微软雅黑 Light" panose="020B0502040204020203" pitchFamily="34" charset="-122"/>
                        <a:cs typeface="+mn-ea"/>
                        <a:sym typeface="+mn-lt"/>
                      </a:endParaRPr>
                    </a:p>
                  </a:txBody>
                  <a:tcPr>
                    <a:solidFill>
                      <a:schemeClr val="accent5">
                        <a:lumMod val="75000"/>
                      </a:schemeClr>
                    </a:solidFill>
                  </a:tcPr>
                </a:tc>
                <a:tc>
                  <a:txBody>
                    <a:bodyPr/>
                    <a:lstStyle/>
                    <a:p>
                      <a:pPr algn="ctr">
                        <a:lnSpc>
                          <a:spcPct val="120000"/>
                        </a:lnSpc>
                        <a:spcBef>
                          <a:spcPts val="0"/>
                        </a:spcBef>
                        <a:spcAft>
                          <a:spcPts val="0"/>
                        </a:spcAft>
                      </a:pPr>
                      <a:r>
                        <a:rPr lang="en-US" altLang="zh-CN" dirty="0">
                          <a:solidFill>
                            <a:schemeClr val="tx1"/>
                          </a:solidFill>
                          <a:latin typeface="微软雅黑 Light" panose="020B0502040204020203" pitchFamily="34" charset="-122"/>
                          <a:ea typeface="微软雅黑 Light" panose="020B0502040204020203" pitchFamily="34" charset="-122"/>
                          <a:cs typeface="+mn-ea"/>
                          <a:sym typeface="+mn-lt"/>
                        </a:rPr>
                        <a:t>0</a:t>
                      </a:r>
                      <a:endParaRPr lang="zh-CN" altLang="en-US" dirty="0">
                        <a:solidFill>
                          <a:schemeClr val="tx1"/>
                        </a:solidFill>
                        <a:latin typeface="微软雅黑 Light" panose="020B0502040204020203" pitchFamily="34" charset="-122"/>
                        <a:ea typeface="微软雅黑 Light" panose="020B0502040204020203" pitchFamily="34" charset="-122"/>
                        <a:cs typeface="+mn-ea"/>
                        <a:sym typeface="+mn-lt"/>
                      </a:endParaRPr>
                    </a:p>
                  </a:txBody>
                  <a:tcPr>
                    <a:solidFill>
                      <a:schemeClr val="accent6">
                        <a:lumMod val="20000"/>
                        <a:lumOff val="80000"/>
                      </a:schemeClr>
                    </a:solidFill>
                  </a:tcPr>
                </a:tc>
              </a:tr>
            </a:tbl>
          </a:graphicData>
        </a:graphic>
      </p:graphicFrame>
      <p:graphicFrame>
        <p:nvGraphicFramePr>
          <p:cNvPr id="8" name="表格 9"/>
          <p:cNvGraphicFramePr>
            <a:graphicFrameLocks noGrp="1"/>
          </p:cNvGraphicFramePr>
          <p:nvPr/>
        </p:nvGraphicFramePr>
        <p:xfrm>
          <a:off x="3355539" y="5018070"/>
          <a:ext cx="5837145" cy="394526"/>
        </p:xfrm>
        <a:graphic>
          <a:graphicData uri="http://schemas.openxmlformats.org/drawingml/2006/table">
            <a:tbl>
              <a:tblPr firstRow="1" bandRow="1">
                <a:tableStyleId>{5C22544A-7EE6-4342-B048-85BDC9FD1C3A}</a:tableStyleId>
              </a:tblPr>
              <a:tblGrid>
                <a:gridCol w="1545732"/>
                <a:gridCol w="1545732"/>
                <a:gridCol w="1545732"/>
                <a:gridCol w="1199949"/>
              </a:tblGrid>
              <a:tr h="370840">
                <a:tc>
                  <a:txBody>
                    <a:bodyPr/>
                    <a:lstStyle/>
                    <a:p>
                      <a:pPr algn="ctr">
                        <a:lnSpc>
                          <a:spcPct val="120000"/>
                        </a:lnSpc>
                        <a:spcBef>
                          <a:spcPts val="0"/>
                        </a:spcBef>
                        <a:spcAft>
                          <a:spcPts val="0"/>
                        </a:spcAft>
                      </a:pPr>
                      <a:r>
                        <a:rPr lang="en-US" altLang="zh-CN" dirty="0">
                          <a:solidFill>
                            <a:schemeClr val="tx1"/>
                          </a:solidFill>
                          <a:latin typeface="微软雅黑 Light" panose="020B0502040204020203" pitchFamily="34" charset="-122"/>
                          <a:ea typeface="微软雅黑 Light" panose="020B0502040204020203" pitchFamily="34" charset="-122"/>
                          <a:cs typeface="+mn-ea"/>
                          <a:sym typeface="+mn-lt"/>
                        </a:rPr>
                        <a:t>172</a:t>
                      </a:r>
                      <a:endParaRPr lang="zh-CN" altLang="en-US" dirty="0">
                        <a:solidFill>
                          <a:schemeClr val="tx1"/>
                        </a:solidFill>
                        <a:latin typeface="微软雅黑 Light" panose="020B0502040204020203" pitchFamily="34" charset="-122"/>
                        <a:ea typeface="微软雅黑 Light" panose="020B0502040204020203" pitchFamily="34" charset="-122"/>
                        <a:cs typeface="+mn-ea"/>
                        <a:sym typeface="+mn-lt"/>
                      </a:endParaRPr>
                    </a:p>
                  </a:txBody>
                  <a:tcPr>
                    <a:solidFill>
                      <a:schemeClr val="accent5">
                        <a:lumMod val="75000"/>
                      </a:schemeClr>
                    </a:solidFill>
                  </a:tcPr>
                </a:tc>
                <a:tc>
                  <a:txBody>
                    <a:bodyPr/>
                    <a:lstStyle/>
                    <a:p>
                      <a:pPr algn="ctr">
                        <a:lnSpc>
                          <a:spcPct val="120000"/>
                        </a:lnSpc>
                        <a:spcBef>
                          <a:spcPts val="0"/>
                        </a:spcBef>
                        <a:spcAft>
                          <a:spcPts val="0"/>
                        </a:spcAft>
                      </a:pPr>
                      <a:r>
                        <a:rPr lang="en-US" altLang="zh-CN" dirty="0">
                          <a:solidFill>
                            <a:schemeClr val="tx1"/>
                          </a:solidFill>
                          <a:latin typeface="微软雅黑 Light" panose="020B0502040204020203" pitchFamily="34" charset="-122"/>
                          <a:ea typeface="微软雅黑 Light" panose="020B0502040204020203" pitchFamily="34" charset="-122"/>
                          <a:cs typeface="+mn-ea"/>
                          <a:sym typeface="+mn-lt"/>
                        </a:rPr>
                        <a:t>16</a:t>
                      </a:r>
                      <a:endParaRPr lang="zh-CN" altLang="en-US" dirty="0">
                        <a:solidFill>
                          <a:schemeClr val="tx1"/>
                        </a:solidFill>
                        <a:latin typeface="微软雅黑 Light" panose="020B0502040204020203" pitchFamily="34" charset="-122"/>
                        <a:ea typeface="微软雅黑 Light" panose="020B0502040204020203" pitchFamily="34" charset="-122"/>
                        <a:cs typeface="+mn-ea"/>
                        <a:sym typeface="+mn-lt"/>
                      </a:endParaRPr>
                    </a:p>
                  </a:txBody>
                  <a:tcPr>
                    <a:solidFill>
                      <a:schemeClr val="accent5">
                        <a:lumMod val="75000"/>
                      </a:schemeClr>
                    </a:solidFill>
                  </a:tcPr>
                </a:tc>
                <a:tc>
                  <a:txBody>
                    <a:bodyPr/>
                    <a:lstStyle/>
                    <a:p>
                      <a:pPr algn="ctr">
                        <a:lnSpc>
                          <a:spcPct val="120000"/>
                        </a:lnSpc>
                        <a:spcBef>
                          <a:spcPts val="0"/>
                        </a:spcBef>
                        <a:spcAft>
                          <a:spcPts val="0"/>
                        </a:spcAft>
                      </a:pPr>
                      <a:r>
                        <a:rPr lang="en-US" altLang="zh-CN" dirty="0">
                          <a:solidFill>
                            <a:schemeClr val="tx1"/>
                          </a:solidFill>
                          <a:latin typeface="微软雅黑 Light" panose="020B0502040204020203" pitchFamily="34" charset="-122"/>
                          <a:ea typeface="微软雅黑 Light" panose="020B0502040204020203" pitchFamily="34" charset="-122"/>
                          <a:cs typeface="+mn-ea"/>
                          <a:sym typeface="+mn-lt"/>
                        </a:rPr>
                        <a:t>1</a:t>
                      </a:r>
                      <a:endParaRPr lang="zh-CN" altLang="en-US" dirty="0">
                        <a:solidFill>
                          <a:schemeClr val="tx1"/>
                        </a:solidFill>
                        <a:latin typeface="微软雅黑 Light" panose="020B0502040204020203" pitchFamily="34" charset="-122"/>
                        <a:ea typeface="微软雅黑 Light" panose="020B0502040204020203" pitchFamily="34" charset="-122"/>
                        <a:cs typeface="+mn-ea"/>
                        <a:sym typeface="+mn-lt"/>
                      </a:endParaRPr>
                    </a:p>
                  </a:txBody>
                  <a:tcPr>
                    <a:solidFill>
                      <a:schemeClr val="accent5">
                        <a:lumMod val="90000"/>
                      </a:schemeClr>
                    </a:solidFill>
                  </a:tcPr>
                </a:tc>
                <a:tc>
                  <a:txBody>
                    <a:bodyPr/>
                    <a:lstStyle/>
                    <a:p>
                      <a:pPr algn="ctr">
                        <a:lnSpc>
                          <a:spcPct val="120000"/>
                        </a:lnSpc>
                        <a:spcBef>
                          <a:spcPts val="0"/>
                        </a:spcBef>
                        <a:spcAft>
                          <a:spcPts val="0"/>
                        </a:spcAft>
                      </a:pPr>
                      <a:r>
                        <a:rPr lang="en-US" altLang="zh-CN" dirty="0">
                          <a:solidFill>
                            <a:schemeClr val="tx1"/>
                          </a:solidFill>
                          <a:latin typeface="微软雅黑 Light" panose="020B0502040204020203" pitchFamily="34" charset="-122"/>
                          <a:ea typeface="微软雅黑 Light" panose="020B0502040204020203" pitchFamily="34" charset="-122"/>
                          <a:cs typeface="+mn-ea"/>
                          <a:sym typeface="+mn-lt"/>
                        </a:rPr>
                        <a:t>10</a:t>
                      </a:r>
                      <a:endParaRPr lang="zh-CN" altLang="en-US" dirty="0">
                        <a:solidFill>
                          <a:schemeClr val="tx1"/>
                        </a:solidFill>
                        <a:latin typeface="微软雅黑 Light" panose="020B0502040204020203" pitchFamily="34" charset="-122"/>
                        <a:ea typeface="微软雅黑 Light" panose="020B0502040204020203" pitchFamily="34" charset="-122"/>
                        <a:cs typeface="+mn-ea"/>
                        <a:sym typeface="+mn-lt"/>
                      </a:endParaRPr>
                    </a:p>
                  </a:txBody>
                  <a:tcPr>
                    <a:solidFill>
                      <a:schemeClr val="accent6">
                        <a:lumMod val="20000"/>
                        <a:lumOff val="80000"/>
                      </a:schemeClr>
                    </a:solidFill>
                  </a:tcPr>
                </a:tc>
              </a:tr>
            </a:tbl>
          </a:graphicData>
        </a:graphic>
      </p:graphicFrame>
      <p:graphicFrame>
        <p:nvGraphicFramePr>
          <p:cNvPr id="9" name="表格 9"/>
          <p:cNvGraphicFramePr>
            <a:graphicFrameLocks noGrp="1"/>
          </p:cNvGraphicFramePr>
          <p:nvPr/>
        </p:nvGraphicFramePr>
        <p:xfrm>
          <a:off x="3355539" y="4309650"/>
          <a:ext cx="5837145" cy="394526"/>
        </p:xfrm>
        <a:graphic>
          <a:graphicData uri="http://schemas.openxmlformats.org/drawingml/2006/table">
            <a:tbl>
              <a:tblPr firstRow="1" bandRow="1">
                <a:tableStyleId>{5C22544A-7EE6-4342-B048-85BDC9FD1C3A}</a:tableStyleId>
              </a:tblPr>
              <a:tblGrid>
                <a:gridCol w="1545732"/>
                <a:gridCol w="1545732"/>
                <a:gridCol w="1545732"/>
                <a:gridCol w="1199949"/>
              </a:tblGrid>
              <a:tr h="370840">
                <a:tc>
                  <a:txBody>
                    <a:bodyPr/>
                    <a:lstStyle/>
                    <a:p>
                      <a:pPr algn="ctr">
                        <a:lnSpc>
                          <a:spcPct val="120000"/>
                        </a:lnSpc>
                        <a:spcBef>
                          <a:spcPts val="0"/>
                        </a:spcBef>
                        <a:spcAft>
                          <a:spcPts val="0"/>
                        </a:spcAft>
                      </a:pPr>
                      <a:r>
                        <a:rPr lang="en-US" altLang="zh-CN" dirty="0">
                          <a:solidFill>
                            <a:schemeClr val="tx1"/>
                          </a:solidFill>
                          <a:latin typeface="微软雅黑 Light" panose="020B0502040204020203" pitchFamily="34" charset="-122"/>
                          <a:ea typeface="微软雅黑 Light" panose="020B0502040204020203" pitchFamily="34" charset="-122"/>
                          <a:cs typeface="+mn-ea"/>
                          <a:sym typeface="+mn-lt"/>
                        </a:rPr>
                        <a:t>172</a:t>
                      </a:r>
                      <a:endParaRPr lang="zh-CN" altLang="en-US" dirty="0">
                        <a:solidFill>
                          <a:schemeClr val="tx1"/>
                        </a:solidFill>
                        <a:latin typeface="微软雅黑 Light" panose="020B0502040204020203" pitchFamily="34" charset="-122"/>
                        <a:ea typeface="微软雅黑 Light" panose="020B0502040204020203" pitchFamily="34" charset="-122"/>
                        <a:cs typeface="+mn-ea"/>
                        <a:sym typeface="+mn-lt"/>
                      </a:endParaRPr>
                    </a:p>
                  </a:txBody>
                  <a:tcPr>
                    <a:solidFill>
                      <a:schemeClr val="accent5">
                        <a:lumMod val="75000"/>
                      </a:schemeClr>
                    </a:solidFill>
                  </a:tcPr>
                </a:tc>
                <a:tc>
                  <a:txBody>
                    <a:bodyPr/>
                    <a:lstStyle/>
                    <a:p>
                      <a:pPr algn="ctr">
                        <a:lnSpc>
                          <a:spcPct val="120000"/>
                        </a:lnSpc>
                        <a:spcBef>
                          <a:spcPts val="0"/>
                        </a:spcBef>
                        <a:spcAft>
                          <a:spcPts val="0"/>
                        </a:spcAft>
                      </a:pPr>
                      <a:r>
                        <a:rPr lang="en-US" altLang="zh-CN" dirty="0">
                          <a:solidFill>
                            <a:schemeClr val="tx1"/>
                          </a:solidFill>
                          <a:latin typeface="微软雅黑 Light" panose="020B0502040204020203" pitchFamily="34" charset="-122"/>
                          <a:ea typeface="微软雅黑 Light" panose="020B0502040204020203" pitchFamily="34" charset="-122"/>
                          <a:cs typeface="+mn-ea"/>
                          <a:sym typeface="+mn-lt"/>
                        </a:rPr>
                        <a:t>16</a:t>
                      </a:r>
                      <a:endParaRPr lang="zh-CN" altLang="en-US" dirty="0">
                        <a:solidFill>
                          <a:schemeClr val="tx1"/>
                        </a:solidFill>
                        <a:latin typeface="微软雅黑 Light" panose="020B0502040204020203" pitchFamily="34" charset="-122"/>
                        <a:ea typeface="微软雅黑 Light" panose="020B0502040204020203" pitchFamily="34" charset="-122"/>
                        <a:cs typeface="+mn-ea"/>
                        <a:sym typeface="+mn-lt"/>
                      </a:endParaRPr>
                    </a:p>
                  </a:txBody>
                  <a:tcPr>
                    <a:solidFill>
                      <a:schemeClr val="accent5">
                        <a:lumMod val="75000"/>
                      </a:schemeClr>
                    </a:solidFill>
                  </a:tcPr>
                </a:tc>
                <a:tc>
                  <a:txBody>
                    <a:bodyPr/>
                    <a:lstStyle/>
                    <a:p>
                      <a:pPr algn="ctr">
                        <a:lnSpc>
                          <a:spcPct val="120000"/>
                        </a:lnSpc>
                        <a:spcBef>
                          <a:spcPts val="0"/>
                        </a:spcBef>
                        <a:spcAft>
                          <a:spcPts val="0"/>
                        </a:spcAft>
                      </a:pPr>
                      <a:r>
                        <a:rPr lang="en-US" altLang="zh-CN" dirty="0">
                          <a:solidFill>
                            <a:schemeClr val="tx1"/>
                          </a:solidFill>
                          <a:latin typeface="微软雅黑 Light" panose="020B0502040204020203" pitchFamily="34" charset="-122"/>
                          <a:ea typeface="微软雅黑 Light" panose="020B0502040204020203" pitchFamily="34" charset="-122"/>
                          <a:cs typeface="+mn-ea"/>
                          <a:sym typeface="+mn-lt"/>
                        </a:rPr>
                        <a:t>1</a:t>
                      </a:r>
                      <a:endParaRPr lang="zh-CN" altLang="en-US" dirty="0">
                        <a:solidFill>
                          <a:schemeClr val="tx1"/>
                        </a:solidFill>
                        <a:latin typeface="微软雅黑 Light" panose="020B0502040204020203" pitchFamily="34" charset="-122"/>
                        <a:ea typeface="微软雅黑 Light" panose="020B0502040204020203" pitchFamily="34" charset="-122"/>
                        <a:cs typeface="+mn-ea"/>
                        <a:sym typeface="+mn-lt"/>
                      </a:endParaRPr>
                    </a:p>
                  </a:txBody>
                  <a:tcPr>
                    <a:solidFill>
                      <a:schemeClr val="accent5">
                        <a:lumMod val="75000"/>
                      </a:schemeClr>
                    </a:solidFill>
                  </a:tcPr>
                </a:tc>
                <a:tc>
                  <a:txBody>
                    <a:bodyPr/>
                    <a:lstStyle/>
                    <a:p>
                      <a:pPr algn="ctr">
                        <a:lnSpc>
                          <a:spcPct val="120000"/>
                        </a:lnSpc>
                        <a:spcBef>
                          <a:spcPts val="0"/>
                        </a:spcBef>
                        <a:spcAft>
                          <a:spcPts val="0"/>
                        </a:spcAft>
                      </a:pPr>
                      <a:r>
                        <a:rPr lang="en-US" altLang="zh-CN" dirty="0">
                          <a:solidFill>
                            <a:schemeClr val="tx1"/>
                          </a:solidFill>
                          <a:latin typeface="微软雅黑 Light" panose="020B0502040204020203" pitchFamily="34" charset="-122"/>
                          <a:ea typeface="微软雅黑 Light" panose="020B0502040204020203" pitchFamily="34" charset="-122"/>
                          <a:cs typeface="+mn-ea"/>
                          <a:sym typeface="+mn-lt"/>
                        </a:rPr>
                        <a:t>10</a:t>
                      </a:r>
                      <a:endParaRPr lang="zh-CN" altLang="en-US" dirty="0">
                        <a:solidFill>
                          <a:schemeClr val="tx1"/>
                        </a:solidFill>
                        <a:latin typeface="微软雅黑 Light" panose="020B0502040204020203" pitchFamily="34" charset="-122"/>
                        <a:ea typeface="微软雅黑 Light" panose="020B0502040204020203" pitchFamily="34" charset="-122"/>
                        <a:cs typeface="+mn-ea"/>
                        <a:sym typeface="+mn-lt"/>
                      </a:endParaRPr>
                    </a:p>
                  </a:txBody>
                  <a:tcPr>
                    <a:solidFill>
                      <a:schemeClr val="accent6">
                        <a:lumMod val="20000"/>
                        <a:lumOff val="80000"/>
                      </a:schemeClr>
                    </a:solidFill>
                  </a:tcPr>
                </a:tc>
              </a:tr>
            </a:tbl>
          </a:graphicData>
        </a:graphic>
      </p:graphicFrame>
      <p:cxnSp>
        <p:nvCxnSpPr>
          <p:cNvPr id="10" name="直接连接符 9"/>
          <p:cNvCxnSpPr/>
          <p:nvPr/>
        </p:nvCxnSpPr>
        <p:spPr>
          <a:xfrm>
            <a:off x="3373468" y="4103462"/>
            <a:ext cx="0" cy="206188"/>
          </a:xfrm>
          <a:prstGeom prst="line">
            <a:avLst/>
          </a:prstGeom>
        </p:spPr>
        <p:style>
          <a:lnRef idx="3">
            <a:schemeClr val="dk1"/>
          </a:lnRef>
          <a:fillRef idx="0">
            <a:schemeClr val="dk1"/>
          </a:fillRef>
          <a:effectRef idx="2">
            <a:schemeClr val="dk1"/>
          </a:effectRef>
          <a:fontRef idx="minor">
            <a:schemeClr val="tx1"/>
          </a:fontRef>
        </p:style>
      </p:cxnSp>
      <p:cxnSp>
        <p:nvCxnSpPr>
          <p:cNvPr id="11" name="直接连接符 10"/>
          <p:cNvCxnSpPr/>
          <p:nvPr/>
        </p:nvCxnSpPr>
        <p:spPr>
          <a:xfrm>
            <a:off x="3373468" y="4811882"/>
            <a:ext cx="0" cy="206188"/>
          </a:xfrm>
          <a:prstGeom prst="line">
            <a:avLst/>
          </a:prstGeom>
        </p:spPr>
        <p:style>
          <a:lnRef idx="3">
            <a:schemeClr val="dk1"/>
          </a:lnRef>
          <a:fillRef idx="0">
            <a:schemeClr val="dk1"/>
          </a:fillRef>
          <a:effectRef idx="2">
            <a:schemeClr val="dk1"/>
          </a:effectRef>
          <a:fontRef idx="minor">
            <a:schemeClr val="tx1"/>
          </a:fontRef>
        </p:style>
      </p:cxnSp>
      <p:cxnSp>
        <p:nvCxnSpPr>
          <p:cNvPr id="12" name="直接连接符 11"/>
          <p:cNvCxnSpPr/>
          <p:nvPr/>
        </p:nvCxnSpPr>
        <p:spPr>
          <a:xfrm>
            <a:off x="6452845" y="4103462"/>
            <a:ext cx="0" cy="206188"/>
          </a:xfrm>
          <a:prstGeom prst="line">
            <a:avLst/>
          </a:prstGeom>
        </p:spPr>
        <p:style>
          <a:lnRef idx="3">
            <a:schemeClr val="dk1"/>
          </a:lnRef>
          <a:fillRef idx="0">
            <a:schemeClr val="dk1"/>
          </a:fillRef>
          <a:effectRef idx="2">
            <a:schemeClr val="dk1"/>
          </a:effectRef>
          <a:fontRef idx="minor">
            <a:schemeClr val="tx1"/>
          </a:fontRef>
        </p:style>
      </p:cxnSp>
      <p:cxnSp>
        <p:nvCxnSpPr>
          <p:cNvPr id="13" name="直接连接符 12"/>
          <p:cNvCxnSpPr/>
          <p:nvPr/>
        </p:nvCxnSpPr>
        <p:spPr>
          <a:xfrm>
            <a:off x="9185214" y="4103462"/>
            <a:ext cx="0" cy="206188"/>
          </a:xfrm>
          <a:prstGeom prst="line">
            <a:avLst/>
          </a:prstGeom>
        </p:spPr>
        <p:style>
          <a:lnRef idx="3">
            <a:schemeClr val="dk1"/>
          </a:lnRef>
          <a:fillRef idx="0">
            <a:schemeClr val="dk1"/>
          </a:fillRef>
          <a:effectRef idx="2">
            <a:schemeClr val="dk1"/>
          </a:effectRef>
          <a:fontRef idx="minor">
            <a:schemeClr val="tx1"/>
          </a:fontRef>
        </p:style>
      </p:cxnSp>
      <p:cxnSp>
        <p:nvCxnSpPr>
          <p:cNvPr id="14" name="直接连接符 13"/>
          <p:cNvCxnSpPr/>
          <p:nvPr/>
        </p:nvCxnSpPr>
        <p:spPr>
          <a:xfrm>
            <a:off x="6440892" y="4811882"/>
            <a:ext cx="0" cy="206188"/>
          </a:xfrm>
          <a:prstGeom prst="line">
            <a:avLst/>
          </a:prstGeom>
        </p:spPr>
        <p:style>
          <a:lnRef idx="3">
            <a:schemeClr val="dk1"/>
          </a:lnRef>
          <a:fillRef idx="0">
            <a:schemeClr val="dk1"/>
          </a:fillRef>
          <a:effectRef idx="2">
            <a:schemeClr val="dk1"/>
          </a:effectRef>
          <a:fontRef idx="minor">
            <a:schemeClr val="tx1"/>
          </a:fontRef>
        </p:style>
      </p:cxnSp>
      <p:cxnSp>
        <p:nvCxnSpPr>
          <p:cNvPr id="15" name="直接连接符 14"/>
          <p:cNvCxnSpPr/>
          <p:nvPr/>
        </p:nvCxnSpPr>
        <p:spPr>
          <a:xfrm>
            <a:off x="7982446" y="4811882"/>
            <a:ext cx="0" cy="206188"/>
          </a:xfrm>
          <a:prstGeom prst="line">
            <a:avLst/>
          </a:prstGeom>
        </p:spPr>
        <p:style>
          <a:lnRef idx="3">
            <a:schemeClr val="dk1"/>
          </a:lnRef>
          <a:fillRef idx="0">
            <a:schemeClr val="dk1"/>
          </a:fillRef>
          <a:effectRef idx="2">
            <a:schemeClr val="dk1"/>
          </a:effectRef>
          <a:fontRef idx="minor">
            <a:schemeClr val="tx1"/>
          </a:fontRef>
        </p:style>
      </p:cxnSp>
      <p:cxnSp>
        <p:nvCxnSpPr>
          <p:cNvPr id="16" name="直接连接符 15"/>
          <p:cNvCxnSpPr/>
          <p:nvPr/>
        </p:nvCxnSpPr>
        <p:spPr>
          <a:xfrm>
            <a:off x="9172885" y="4811882"/>
            <a:ext cx="0" cy="206188"/>
          </a:xfrm>
          <a:prstGeom prst="line">
            <a:avLst/>
          </a:prstGeom>
        </p:spPr>
        <p:style>
          <a:lnRef idx="3">
            <a:schemeClr val="dk1"/>
          </a:lnRef>
          <a:fillRef idx="0">
            <a:schemeClr val="dk1"/>
          </a:fillRef>
          <a:effectRef idx="2">
            <a:schemeClr val="dk1"/>
          </a:effectRef>
          <a:fontRef idx="minor">
            <a:schemeClr val="tx1"/>
          </a:fontRef>
        </p:style>
      </p:cxnSp>
      <p:cxnSp>
        <p:nvCxnSpPr>
          <p:cNvPr id="17" name="直接连接符 16"/>
          <p:cNvCxnSpPr/>
          <p:nvPr/>
        </p:nvCxnSpPr>
        <p:spPr>
          <a:xfrm>
            <a:off x="6452845" y="4919458"/>
            <a:ext cx="1529601" cy="0"/>
          </a:xfrm>
          <a:prstGeom prst="line">
            <a:avLst/>
          </a:prstGeom>
          <a:ln>
            <a:headEnd type="triangle" w="med" len="med"/>
            <a:tailEnd type="triangle" w="med" len="med"/>
          </a:ln>
        </p:spPr>
        <p:style>
          <a:lnRef idx="3">
            <a:schemeClr val="dk1"/>
          </a:lnRef>
          <a:fillRef idx="0">
            <a:schemeClr val="dk1"/>
          </a:fillRef>
          <a:effectRef idx="2">
            <a:schemeClr val="dk1"/>
          </a:effectRef>
          <a:fontRef idx="minor">
            <a:schemeClr val="tx1"/>
          </a:fontRef>
        </p:style>
      </p:cxnSp>
      <p:cxnSp>
        <p:nvCxnSpPr>
          <p:cNvPr id="18" name="直接连接符 17"/>
          <p:cNvCxnSpPr/>
          <p:nvPr/>
        </p:nvCxnSpPr>
        <p:spPr>
          <a:xfrm>
            <a:off x="3373468" y="4206763"/>
            <a:ext cx="3079377" cy="0"/>
          </a:xfrm>
          <a:prstGeom prst="line">
            <a:avLst/>
          </a:prstGeom>
          <a:ln>
            <a:headEnd type="triangle" w="med" len="med"/>
            <a:tailEnd type="triangle" w="med" len="med"/>
          </a:ln>
        </p:spPr>
        <p:style>
          <a:lnRef idx="3">
            <a:schemeClr val="dk1"/>
          </a:lnRef>
          <a:fillRef idx="0">
            <a:schemeClr val="dk1"/>
          </a:fillRef>
          <a:effectRef idx="2">
            <a:schemeClr val="dk1"/>
          </a:effectRef>
          <a:fontRef idx="minor">
            <a:schemeClr val="tx1"/>
          </a:fontRef>
        </p:style>
      </p:cxnSp>
      <p:cxnSp>
        <p:nvCxnSpPr>
          <p:cNvPr id="19" name="直接连接符 18"/>
          <p:cNvCxnSpPr/>
          <p:nvPr/>
        </p:nvCxnSpPr>
        <p:spPr>
          <a:xfrm>
            <a:off x="6452845" y="4206763"/>
            <a:ext cx="2732369" cy="0"/>
          </a:xfrm>
          <a:prstGeom prst="line">
            <a:avLst/>
          </a:prstGeom>
          <a:ln>
            <a:headEnd type="triangle" w="med" len="med"/>
            <a:tailEnd type="triangle" w="med" len="med"/>
          </a:ln>
        </p:spPr>
        <p:style>
          <a:lnRef idx="3">
            <a:schemeClr val="dk1"/>
          </a:lnRef>
          <a:fillRef idx="0">
            <a:schemeClr val="dk1"/>
          </a:fillRef>
          <a:effectRef idx="2">
            <a:schemeClr val="dk1"/>
          </a:effectRef>
          <a:fontRef idx="minor">
            <a:schemeClr val="tx1"/>
          </a:fontRef>
        </p:style>
      </p:cxnSp>
      <p:cxnSp>
        <p:nvCxnSpPr>
          <p:cNvPr id="20" name="直接连接符 19"/>
          <p:cNvCxnSpPr/>
          <p:nvPr/>
        </p:nvCxnSpPr>
        <p:spPr>
          <a:xfrm>
            <a:off x="3373468" y="4919458"/>
            <a:ext cx="3079377" cy="0"/>
          </a:xfrm>
          <a:prstGeom prst="line">
            <a:avLst/>
          </a:prstGeom>
          <a:ln>
            <a:headEnd type="triangle" w="med" len="med"/>
            <a:tailEnd type="triangle" w="med" len="med"/>
          </a:ln>
        </p:spPr>
        <p:style>
          <a:lnRef idx="3">
            <a:schemeClr val="dk1"/>
          </a:lnRef>
          <a:fillRef idx="0">
            <a:schemeClr val="dk1"/>
          </a:fillRef>
          <a:effectRef idx="2">
            <a:schemeClr val="dk1"/>
          </a:effectRef>
          <a:fontRef idx="minor">
            <a:schemeClr val="tx1"/>
          </a:fontRef>
        </p:style>
      </p:cxnSp>
      <p:cxnSp>
        <p:nvCxnSpPr>
          <p:cNvPr id="21" name="直接连接符 20"/>
          <p:cNvCxnSpPr/>
          <p:nvPr/>
        </p:nvCxnSpPr>
        <p:spPr>
          <a:xfrm>
            <a:off x="7991410" y="4919458"/>
            <a:ext cx="1179605" cy="0"/>
          </a:xfrm>
          <a:prstGeom prst="line">
            <a:avLst/>
          </a:prstGeom>
          <a:ln>
            <a:headEnd type="triangle" w="med" len="med"/>
            <a:tailEnd type="triangle" w="med" len="med"/>
          </a:ln>
        </p:spPr>
        <p:style>
          <a:lnRef idx="3">
            <a:schemeClr val="dk1"/>
          </a:lnRef>
          <a:fillRef idx="0">
            <a:schemeClr val="dk1"/>
          </a:fillRef>
          <a:effectRef idx="2">
            <a:schemeClr val="dk1"/>
          </a:effectRef>
          <a:fontRef idx="minor">
            <a:schemeClr val="tx1"/>
          </a:fontRef>
        </p:style>
      </p:cxnSp>
      <p:sp>
        <p:nvSpPr>
          <p:cNvPr id="22" name="文本框 21"/>
          <p:cNvSpPr txBox="1"/>
          <p:nvPr/>
        </p:nvSpPr>
        <p:spPr>
          <a:xfrm>
            <a:off x="4554885" y="4706597"/>
            <a:ext cx="723275" cy="328551"/>
          </a:xfrm>
          <a:prstGeom prst="rect">
            <a:avLst/>
          </a:prstGeom>
          <a:solidFill>
            <a:schemeClr val="bg1"/>
          </a:solidFill>
        </p:spPr>
        <p:txBody>
          <a:bodyPr wrap="none" rtlCol="0">
            <a:spAutoFit/>
          </a:bodyPr>
          <a:lstStyle/>
          <a:p>
            <a:pPr>
              <a:lnSpc>
                <a:spcPct val="120000"/>
              </a:lnSpc>
            </a:pPr>
            <a:r>
              <a:rPr lang="zh-CN" altLang="en-US" sz="1400" dirty="0">
                <a:latin typeface="微软雅黑 Light" panose="020B0502040204020203" pitchFamily="34" charset="-122"/>
                <a:ea typeface="微软雅黑 Light" panose="020B0502040204020203" pitchFamily="34" charset="-122"/>
                <a:cs typeface="+mn-ea"/>
                <a:sym typeface="+mn-lt"/>
              </a:rPr>
              <a:t>网络号</a:t>
            </a:r>
            <a:endParaRPr lang="zh-CN" altLang="en-US" sz="1400" dirty="0">
              <a:latin typeface="微软雅黑 Light" panose="020B0502040204020203" pitchFamily="34" charset="-122"/>
              <a:ea typeface="微软雅黑 Light" panose="020B0502040204020203" pitchFamily="34" charset="-122"/>
              <a:cs typeface="+mn-ea"/>
              <a:sym typeface="+mn-lt"/>
            </a:endParaRPr>
          </a:p>
        </p:txBody>
      </p:sp>
      <p:sp>
        <p:nvSpPr>
          <p:cNvPr id="23" name="文本框 22"/>
          <p:cNvSpPr txBox="1"/>
          <p:nvPr/>
        </p:nvSpPr>
        <p:spPr>
          <a:xfrm>
            <a:off x="8219574" y="4706597"/>
            <a:ext cx="723275" cy="328551"/>
          </a:xfrm>
          <a:prstGeom prst="rect">
            <a:avLst/>
          </a:prstGeom>
          <a:solidFill>
            <a:schemeClr val="bg1"/>
          </a:solidFill>
        </p:spPr>
        <p:txBody>
          <a:bodyPr wrap="none" rtlCol="0">
            <a:spAutoFit/>
          </a:bodyPr>
          <a:lstStyle/>
          <a:p>
            <a:pPr>
              <a:lnSpc>
                <a:spcPct val="120000"/>
              </a:lnSpc>
            </a:pPr>
            <a:r>
              <a:rPr lang="zh-CN" altLang="en-US" sz="1400" dirty="0">
                <a:latin typeface="微软雅黑 Light" panose="020B0502040204020203" pitchFamily="34" charset="-122"/>
                <a:ea typeface="微软雅黑 Light" panose="020B0502040204020203" pitchFamily="34" charset="-122"/>
                <a:cs typeface="+mn-ea"/>
                <a:sym typeface="+mn-lt"/>
              </a:rPr>
              <a:t>主机号</a:t>
            </a:r>
            <a:endParaRPr lang="zh-CN" altLang="en-US" sz="1400" dirty="0">
              <a:latin typeface="微软雅黑 Light" panose="020B0502040204020203" pitchFamily="34" charset="-122"/>
              <a:ea typeface="微软雅黑 Light" panose="020B0502040204020203" pitchFamily="34" charset="-122"/>
              <a:cs typeface="+mn-ea"/>
              <a:sym typeface="+mn-lt"/>
            </a:endParaRPr>
          </a:p>
        </p:txBody>
      </p:sp>
      <p:sp>
        <p:nvSpPr>
          <p:cNvPr id="24" name="文本框 23"/>
          <p:cNvSpPr txBox="1"/>
          <p:nvPr/>
        </p:nvSpPr>
        <p:spPr>
          <a:xfrm>
            <a:off x="6850032" y="4706597"/>
            <a:ext cx="723275" cy="328551"/>
          </a:xfrm>
          <a:prstGeom prst="rect">
            <a:avLst/>
          </a:prstGeom>
          <a:solidFill>
            <a:schemeClr val="bg1"/>
          </a:solidFill>
        </p:spPr>
        <p:txBody>
          <a:bodyPr wrap="none" rtlCol="0">
            <a:spAutoFit/>
          </a:bodyPr>
          <a:lstStyle/>
          <a:p>
            <a:pPr>
              <a:lnSpc>
                <a:spcPct val="120000"/>
              </a:lnSpc>
            </a:pPr>
            <a:r>
              <a:rPr lang="zh-CN" altLang="en-US" sz="1400" dirty="0">
                <a:latin typeface="微软雅黑 Light" panose="020B0502040204020203" pitchFamily="34" charset="-122"/>
                <a:ea typeface="微软雅黑 Light" panose="020B0502040204020203" pitchFamily="34" charset="-122"/>
                <a:cs typeface="+mn-ea"/>
                <a:sym typeface="+mn-lt"/>
              </a:rPr>
              <a:t>子网号</a:t>
            </a:r>
            <a:endParaRPr lang="zh-CN" altLang="en-US" sz="1400" dirty="0">
              <a:latin typeface="微软雅黑 Light" panose="020B0502040204020203" pitchFamily="34" charset="-122"/>
              <a:ea typeface="微软雅黑 Light" panose="020B0502040204020203" pitchFamily="34" charset="-122"/>
              <a:cs typeface="+mn-ea"/>
              <a:sym typeface="+mn-lt"/>
            </a:endParaRPr>
          </a:p>
        </p:txBody>
      </p:sp>
      <p:sp>
        <p:nvSpPr>
          <p:cNvPr id="25" name="文本框 24"/>
          <p:cNvSpPr txBox="1"/>
          <p:nvPr/>
        </p:nvSpPr>
        <p:spPr>
          <a:xfrm>
            <a:off x="7602880" y="3994665"/>
            <a:ext cx="723275" cy="328551"/>
          </a:xfrm>
          <a:prstGeom prst="rect">
            <a:avLst/>
          </a:prstGeom>
          <a:solidFill>
            <a:schemeClr val="bg1"/>
          </a:solidFill>
        </p:spPr>
        <p:txBody>
          <a:bodyPr wrap="none" rtlCol="0">
            <a:spAutoFit/>
          </a:bodyPr>
          <a:lstStyle/>
          <a:p>
            <a:pPr>
              <a:lnSpc>
                <a:spcPct val="120000"/>
              </a:lnSpc>
            </a:pPr>
            <a:r>
              <a:rPr lang="zh-CN" altLang="en-US" sz="1400" dirty="0">
                <a:latin typeface="微软雅黑 Light" panose="020B0502040204020203" pitchFamily="34" charset="-122"/>
                <a:ea typeface="微软雅黑 Light" panose="020B0502040204020203" pitchFamily="34" charset="-122"/>
                <a:cs typeface="+mn-ea"/>
                <a:sym typeface="+mn-lt"/>
              </a:rPr>
              <a:t>主机号</a:t>
            </a:r>
            <a:endParaRPr lang="zh-CN" altLang="en-US" sz="1400" dirty="0">
              <a:latin typeface="微软雅黑 Light" panose="020B0502040204020203" pitchFamily="34" charset="-122"/>
              <a:ea typeface="微软雅黑 Light" panose="020B0502040204020203" pitchFamily="34" charset="-122"/>
              <a:cs typeface="+mn-ea"/>
              <a:sym typeface="+mn-lt"/>
            </a:endParaRPr>
          </a:p>
        </p:txBody>
      </p:sp>
      <p:sp>
        <p:nvSpPr>
          <p:cNvPr id="26" name="文本框 25"/>
          <p:cNvSpPr txBox="1"/>
          <p:nvPr/>
        </p:nvSpPr>
        <p:spPr>
          <a:xfrm>
            <a:off x="4554885" y="3994665"/>
            <a:ext cx="723275" cy="328551"/>
          </a:xfrm>
          <a:prstGeom prst="rect">
            <a:avLst/>
          </a:prstGeom>
          <a:solidFill>
            <a:schemeClr val="bg1"/>
          </a:solidFill>
        </p:spPr>
        <p:txBody>
          <a:bodyPr wrap="none" rtlCol="0">
            <a:spAutoFit/>
          </a:bodyPr>
          <a:lstStyle/>
          <a:p>
            <a:pPr>
              <a:lnSpc>
                <a:spcPct val="120000"/>
              </a:lnSpc>
            </a:pPr>
            <a:r>
              <a:rPr lang="zh-CN" altLang="en-US" sz="1400" dirty="0">
                <a:latin typeface="微软雅黑 Light" panose="020B0502040204020203" pitchFamily="34" charset="-122"/>
                <a:ea typeface="微软雅黑 Light" panose="020B0502040204020203" pitchFamily="34" charset="-122"/>
                <a:cs typeface="+mn-ea"/>
                <a:sym typeface="+mn-lt"/>
              </a:rPr>
              <a:t>网络号</a:t>
            </a:r>
            <a:endParaRPr lang="zh-CN" altLang="en-US" sz="1400" dirty="0">
              <a:latin typeface="微软雅黑 Light" panose="020B0502040204020203" pitchFamily="34" charset="-122"/>
              <a:ea typeface="微软雅黑 Light" panose="020B0502040204020203" pitchFamily="34" charset="-122"/>
              <a:cs typeface="+mn-ea"/>
              <a:sym typeface="+mn-lt"/>
            </a:endParaRPr>
          </a:p>
        </p:txBody>
      </p:sp>
      <p:sp>
        <p:nvSpPr>
          <p:cNvPr id="27" name="文本框 26"/>
          <p:cNvSpPr txBox="1"/>
          <p:nvPr/>
        </p:nvSpPr>
        <p:spPr>
          <a:xfrm>
            <a:off x="1355147" y="6070742"/>
            <a:ext cx="1980029" cy="432362"/>
          </a:xfrm>
          <a:prstGeom prst="rect">
            <a:avLst/>
          </a:prstGeom>
          <a:noFill/>
        </p:spPr>
        <p:txBody>
          <a:bodyPr wrap="none" rtlCol="0">
            <a:spAutoFit/>
          </a:bodyPr>
          <a:lstStyle/>
          <a:p>
            <a:pPr>
              <a:lnSpc>
                <a:spcPct val="120000"/>
              </a:lnSpc>
            </a:pPr>
            <a:r>
              <a:rPr lang="zh-CN" altLang="en-US" dirty="0">
                <a:latin typeface="微软雅黑 Light" panose="020B0502040204020203" pitchFamily="34" charset="-122"/>
                <a:ea typeface="微软雅黑 Light" panose="020B0502040204020203" pitchFamily="34" charset="-122"/>
                <a:cs typeface="+mn-ea"/>
                <a:sym typeface="+mn-lt"/>
              </a:rPr>
              <a:t>子网的网络地址</a:t>
            </a:r>
            <a:endParaRPr lang="zh-CN" altLang="en-US" dirty="0">
              <a:latin typeface="微软雅黑 Light" panose="020B0502040204020203" pitchFamily="34" charset="-122"/>
              <a:ea typeface="微软雅黑 Light" panose="020B0502040204020203" pitchFamily="34" charset="-122"/>
              <a:cs typeface="+mn-ea"/>
              <a:sym typeface="+mn-lt"/>
            </a:endParaRPr>
          </a:p>
        </p:txBody>
      </p:sp>
      <p:sp>
        <p:nvSpPr>
          <p:cNvPr id="28" name="文本框 27"/>
          <p:cNvSpPr txBox="1"/>
          <p:nvPr/>
        </p:nvSpPr>
        <p:spPr>
          <a:xfrm>
            <a:off x="1355147" y="5552854"/>
            <a:ext cx="1210588" cy="432362"/>
          </a:xfrm>
          <a:prstGeom prst="rect">
            <a:avLst/>
          </a:prstGeom>
          <a:noFill/>
        </p:spPr>
        <p:txBody>
          <a:bodyPr wrap="none" rtlCol="0">
            <a:spAutoFit/>
          </a:bodyPr>
          <a:lstStyle/>
          <a:p>
            <a:pPr>
              <a:lnSpc>
                <a:spcPct val="120000"/>
              </a:lnSpc>
            </a:pPr>
            <a:r>
              <a:rPr lang="zh-CN" altLang="en-US" dirty="0">
                <a:latin typeface="微软雅黑 Light" panose="020B0502040204020203" pitchFamily="34" charset="-122"/>
                <a:ea typeface="微软雅黑 Light" panose="020B0502040204020203" pitchFamily="34" charset="-122"/>
                <a:cs typeface="+mn-ea"/>
                <a:sym typeface="+mn-lt"/>
              </a:rPr>
              <a:t>子网掩码</a:t>
            </a:r>
            <a:endParaRPr lang="zh-CN" altLang="en-US" dirty="0">
              <a:latin typeface="微软雅黑 Light" panose="020B0502040204020203" pitchFamily="34" charset="-122"/>
              <a:ea typeface="微软雅黑 Light" panose="020B0502040204020203" pitchFamily="34" charset="-122"/>
              <a:cs typeface="+mn-ea"/>
              <a:sym typeface="+mn-lt"/>
            </a:endParaRPr>
          </a:p>
        </p:txBody>
      </p:sp>
      <p:sp>
        <p:nvSpPr>
          <p:cNvPr id="29" name="文本框 28"/>
          <p:cNvSpPr txBox="1"/>
          <p:nvPr/>
        </p:nvSpPr>
        <p:spPr>
          <a:xfrm>
            <a:off x="1355147" y="4939365"/>
            <a:ext cx="1423788" cy="432362"/>
          </a:xfrm>
          <a:prstGeom prst="rect">
            <a:avLst/>
          </a:prstGeom>
          <a:noFill/>
        </p:spPr>
        <p:txBody>
          <a:bodyPr wrap="none" rtlCol="0">
            <a:spAutoFit/>
          </a:bodyPr>
          <a:lstStyle/>
          <a:p>
            <a:pPr>
              <a:lnSpc>
                <a:spcPct val="120000"/>
              </a:lnSpc>
            </a:pPr>
            <a:r>
              <a:rPr lang="zh-CN" altLang="en-US" dirty="0">
                <a:latin typeface="微软雅黑 Light" panose="020B0502040204020203" pitchFamily="34" charset="-122"/>
                <a:ea typeface="微软雅黑 Light" panose="020B0502040204020203" pitchFamily="34" charset="-122"/>
                <a:cs typeface="+mn-ea"/>
                <a:sym typeface="+mn-lt"/>
              </a:rPr>
              <a:t>三级</a:t>
            </a:r>
            <a:r>
              <a:rPr lang="en-US" altLang="zh-CN" dirty="0">
                <a:latin typeface="微软雅黑 Light" panose="020B0502040204020203" pitchFamily="34" charset="-122"/>
                <a:ea typeface="微软雅黑 Light" panose="020B0502040204020203" pitchFamily="34" charset="-122"/>
                <a:cs typeface="+mn-ea"/>
                <a:sym typeface="+mn-lt"/>
              </a:rPr>
              <a:t>IP</a:t>
            </a:r>
            <a:r>
              <a:rPr lang="zh-CN" altLang="en-US" dirty="0">
                <a:latin typeface="微软雅黑 Light" panose="020B0502040204020203" pitchFamily="34" charset="-122"/>
                <a:ea typeface="微软雅黑 Light" panose="020B0502040204020203" pitchFamily="34" charset="-122"/>
                <a:cs typeface="+mn-ea"/>
                <a:sym typeface="+mn-lt"/>
              </a:rPr>
              <a:t>地址</a:t>
            </a:r>
            <a:endParaRPr lang="zh-CN" altLang="en-US" dirty="0">
              <a:latin typeface="微软雅黑 Light" panose="020B0502040204020203" pitchFamily="34" charset="-122"/>
              <a:ea typeface="微软雅黑 Light" panose="020B0502040204020203" pitchFamily="34" charset="-122"/>
              <a:cs typeface="+mn-ea"/>
              <a:sym typeface="+mn-lt"/>
            </a:endParaRPr>
          </a:p>
        </p:txBody>
      </p:sp>
      <p:sp>
        <p:nvSpPr>
          <p:cNvPr id="30" name="文本框 29"/>
          <p:cNvSpPr txBox="1"/>
          <p:nvPr/>
        </p:nvSpPr>
        <p:spPr>
          <a:xfrm>
            <a:off x="1365059" y="4262172"/>
            <a:ext cx="1423788" cy="432362"/>
          </a:xfrm>
          <a:prstGeom prst="rect">
            <a:avLst/>
          </a:prstGeom>
          <a:noFill/>
        </p:spPr>
        <p:txBody>
          <a:bodyPr wrap="none" rtlCol="0">
            <a:spAutoFit/>
          </a:bodyPr>
          <a:lstStyle/>
          <a:p>
            <a:pPr>
              <a:lnSpc>
                <a:spcPct val="120000"/>
              </a:lnSpc>
            </a:pPr>
            <a:r>
              <a:rPr lang="zh-CN" altLang="en-US" dirty="0">
                <a:latin typeface="微软雅黑 Light" panose="020B0502040204020203" pitchFamily="34" charset="-122"/>
                <a:ea typeface="微软雅黑 Light" panose="020B0502040204020203" pitchFamily="34" charset="-122"/>
                <a:cs typeface="+mn-ea"/>
                <a:sym typeface="+mn-lt"/>
              </a:rPr>
              <a:t>两级</a:t>
            </a:r>
            <a:r>
              <a:rPr lang="en-US" altLang="zh-CN" dirty="0">
                <a:latin typeface="微软雅黑 Light" panose="020B0502040204020203" pitchFamily="34" charset="-122"/>
                <a:ea typeface="微软雅黑 Light" panose="020B0502040204020203" pitchFamily="34" charset="-122"/>
                <a:cs typeface="+mn-ea"/>
                <a:sym typeface="+mn-lt"/>
              </a:rPr>
              <a:t>IP</a:t>
            </a:r>
            <a:r>
              <a:rPr lang="zh-CN" altLang="en-US" dirty="0">
                <a:latin typeface="微软雅黑 Light" panose="020B0502040204020203" pitchFamily="34" charset="-122"/>
                <a:ea typeface="微软雅黑 Light" panose="020B0502040204020203" pitchFamily="34" charset="-122"/>
                <a:cs typeface="+mn-ea"/>
                <a:sym typeface="+mn-lt"/>
              </a:rPr>
              <a:t>地址</a:t>
            </a:r>
            <a:endParaRPr lang="zh-CN" altLang="en-US" dirty="0">
              <a:latin typeface="微软雅黑 Light" panose="020B0502040204020203" pitchFamily="34" charset="-122"/>
              <a:ea typeface="微软雅黑 Light" panose="020B0502040204020203" pitchFamily="34" charset="-122"/>
              <a:cs typeface="+mn-ea"/>
              <a:sym typeface="+mn-lt"/>
            </a:endParaRP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5"/>
          <p:cNvSpPr>
            <a:spLocks noGrp="1"/>
          </p:cNvSpPr>
          <p:nvPr>
            <p:ph type="sldNum" sz="quarter" idx="12"/>
          </p:nvPr>
        </p:nvSpPr>
        <p:spPr/>
        <p:txBody>
          <a:bodyPr/>
          <a:lstStyle/>
          <a:p>
            <a:fld id="{5C1A8BDE-4AD4-45BA-8716-EE6DD7A06A51}" type="slidenum">
              <a:rPr lang="en-US" altLang="zh-CN"/>
            </a:fld>
            <a:endParaRPr lang="en-US" altLang="zh-CN"/>
          </a:p>
        </p:txBody>
      </p:sp>
      <p:sp>
        <p:nvSpPr>
          <p:cNvPr id="630786" name="Rectangle 2"/>
          <p:cNvSpPr>
            <a:spLocks noGrp="1" noChangeArrowheads="1"/>
          </p:cNvSpPr>
          <p:nvPr>
            <p:ph type="title"/>
          </p:nvPr>
        </p:nvSpPr>
        <p:spPr/>
        <p:txBody>
          <a:bodyPr/>
          <a:lstStyle/>
          <a:p>
            <a:r>
              <a:rPr lang="zh-CN" altLang="en-US"/>
              <a:t>子网掩码是一个重要属性</a:t>
            </a:r>
            <a:endParaRPr lang="zh-CN" altLang="en-US"/>
          </a:p>
        </p:txBody>
      </p:sp>
      <p:sp>
        <p:nvSpPr>
          <p:cNvPr id="630787" name="Rectangle 3"/>
          <p:cNvSpPr>
            <a:spLocks noGrp="1" noChangeArrowheads="1"/>
          </p:cNvSpPr>
          <p:nvPr>
            <p:ph type="body" idx="1"/>
          </p:nvPr>
        </p:nvSpPr>
        <p:spPr/>
        <p:txBody>
          <a:bodyPr/>
          <a:lstStyle/>
          <a:p>
            <a:r>
              <a:rPr lang="zh-CN" altLang="en-US" dirty="0"/>
              <a:t>子网掩码是一个网络或一个子网的重要属性</a:t>
            </a:r>
            <a:endParaRPr lang="zh-CN" altLang="en-US" dirty="0"/>
          </a:p>
          <a:p>
            <a:r>
              <a:rPr lang="zh-CN" altLang="en-US" dirty="0"/>
              <a:t>路由器在和相邻路由器交换路由信息时，必须把自己所在网络（或子网）的子网掩码告诉相邻路由器</a:t>
            </a:r>
            <a:endParaRPr lang="zh-CN" altLang="en-US" dirty="0"/>
          </a:p>
          <a:p>
            <a:r>
              <a:rPr lang="zh-CN" altLang="en-US" dirty="0"/>
              <a:t>路由器的路由表中的每一个项目，除了要给出目的网络地址外，还必须同时给出该网络的子网掩码</a:t>
            </a:r>
            <a:endParaRPr lang="zh-CN" altLang="en-US" dirty="0"/>
          </a:p>
          <a:p>
            <a:r>
              <a:rPr lang="zh-CN" altLang="en-US" dirty="0"/>
              <a:t>若一个路由器连接在两个子网上就拥有两个网络地址和两个子网掩码</a:t>
            </a:r>
            <a:endParaRPr lang="zh-CN" altLang="en-US" dirty="0"/>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5"/>
          <p:cNvSpPr>
            <a:spLocks noGrp="1"/>
          </p:cNvSpPr>
          <p:nvPr>
            <p:ph type="sldNum" sz="quarter" idx="12"/>
          </p:nvPr>
        </p:nvSpPr>
        <p:spPr/>
        <p:txBody>
          <a:bodyPr/>
          <a:lstStyle/>
          <a:p>
            <a:fld id="{A8E6A577-625C-4156-A4CC-8B0810C5EB6B}" type="slidenum">
              <a:rPr lang="en-US" altLang="zh-CN"/>
            </a:fld>
            <a:endParaRPr lang="en-US" altLang="zh-CN"/>
          </a:p>
        </p:txBody>
      </p:sp>
      <p:sp>
        <p:nvSpPr>
          <p:cNvPr id="478210" name="Rectangle 2"/>
          <p:cNvSpPr>
            <a:spLocks noGrp="1" noChangeArrowheads="1"/>
          </p:cNvSpPr>
          <p:nvPr>
            <p:ph type="title"/>
          </p:nvPr>
        </p:nvSpPr>
        <p:spPr/>
        <p:txBody>
          <a:bodyPr/>
          <a:lstStyle/>
          <a:p>
            <a:r>
              <a:rPr lang="zh-CN" altLang="en-US"/>
              <a:t>子网掩码作用</a:t>
            </a:r>
            <a:endParaRPr lang="zh-CN" altLang="en-US"/>
          </a:p>
        </p:txBody>
      </p:sp>
      <p:sp>
        <p:nvSpPr>
          <p:cNvPr id="478211" name="Rectangle 3"/>
          <p:cNvSpPr>
            <a:spLocks noGrp="1" noChangeArrowheads="1"/>
          </p:cNvSpPr>
          <p:nvPr>
            <p:ph type="body" idx="1"/>
          </p:nvPr>
        </p:nvSpPr>
        <p:spPr/>
        <p:txBody>
          <a:bodyPr/>
          <a:lstStyle/>
          <a:p>
            <a:r>
              <a:rPr lang="zh-CN" altLang="en-US" sz="2800" dirty="0"/>
              <a:t>通过</a:t>
            </a:r>
            <a:r>
              <a:rPr lang="en-US" altLang="zh-CN" sz="2800" dirty="0"/>
              <a:t>IP</a:t>
            </a:r>
            <a:r>
              <a:rPr lang="zh-CN" altLang="en-US" sz="2800" dirty="0"/>
              <a:t>地址和子网掩码，主机就可以判断数据报的目的地址为：</a:t>
            </a:r>
            <a:endParaRPr lang="zh-CN" altLang="en-US" sz="2800" dirty="0"/>
          </a:p>
          <a:p>
            <a:pPr lvl="1"/>
            <a:r>
              <a:rPr lang="zh-CN" altLang="en-US" sz="2400" dirty="0"/>
              <a:t>本子网中的主机</a:t>
            </a:r>
            <a:endParaRPr lang="zh-CN" altLang="en-US" sz="2400" dirty="0"/>
          </a:p>
          <a:p>
            <a:pPr lvl="1"/>
            <a:r>
              <a:rPr lang="zh-CN" altLang="en-US" sz="2400" dirty="0"/>
              <a:t>本网络中其他子网中的主机</a:t>
            </a:r>
            <a:endParaRPr lang="zh-CN" altLang="en-US" sz="2400" dirty="0"/>
          </a:p>
          <a:p>
            <a:pPr lvl="1"/>
            <a:r>
              <a:rPr lang="zh-CN" altLang="en-US" sz="2400" dirty="0"/>
              <a:t>其他网络上的主机</a:t>
            </a:r>
            <a:endParaRPr lang="zh-CN" altLang="en-US" sz="2400" dirty="0"/>
          </a:p>
          <a:p>
            <a:r>
              <a:rPr lang="zh-CN" altLang="en-US" sz="2800" dirty="0"/>
              <a:t>例如：一个主机的</a:t>
            </a:r>
            <a:r>
              <a:rPr lang="en-US" altLang="zh-CN" sz="2800" dirty="0"/>
              <a:t>IP</a:t>
            </a:r>
            <a:r>
              <a:rPr lang="zh-CN" altLang="en-US" sz="2800" dirty="0"/>
              <a:t>地址为</a:t>
            </a:r>
            <a:r>
              <a:rPr lang="en-US" altLang="zh-CN" sz="2800" dirty="0"/>
              <a:t>140.252.3.4</a:t>
            </a:r>
            <a:r>
              <a:rPr lang="zh-CN" altLang="en-US" sz="2800" dirty="0"/>
              <a:t>，而子网掩码为</a:t>
            </a:r>
            <a:r>
              <a:rPr lang="en-US" altLang="zh-CN" sz="2800" dirty="0"/>
              <a:t>255.255.255.0</a:t>
            </a:r>
            <a:endParaRPr lang="en-US" altLang="zh-CN" sz="2800" dirty="0"/>
          </a:p>
          <a:p>
            <a:pPr lvl="1"/>
            <a:r>
              <a:rPr lang="zh-CN" altLang="en-US" sz="2400" dirty="0"/>
              <a:t>如果数据报的目的</a:t>
            </a:r>
            <a:r>
              <a:rPr lang="en-US" altLang="zh-CN" sz="2400" dirty="0"/>
              <a:t>IP</a:t>
            </a:r>
            <a:r>
              <a:rPr lang="zh-CN" altLang="en-US" sz="2400" dirty="0"/>
              <a:t>地址为</a:t>
            </a:r>
            <a:r>
              <a:rPr lang="en-US" altLang="zh-CN" sz="2400" dirty="0"/>
              <a:t>140.252.7.8</a:t>
            </a:r>
            <a:r>
              <a:rPr lang="zh-CN" altLang="en-US" sz="2400" dirty="0"/>
              <a:t>，我们就知道网络号是相同的，而子网号是不同的</a:t>
            </a:r>
            <a:endParaRPr lang="zh-CN" altLang="en-US" sz="2400" dirty="0"/>
          </a:p>
          <a:p>
            <a:pPr lvl="1"/>
            <a:r>
              <a:rPr lang="zh-CN" altLang="en-US" sz="2400" dirty="0"/>
              <a:t>如果数据报的目的</a:t>
            </a:r>
            <a:r>
              <a:rPr lang="en-US" altLang="zh-CN" sz="2400" dirty="0"/>
              <a:t>IP</a:t>
            </a:r>
            <a:r>
              <a:rPr lang="zh-CN" altLang="en-US" sz="2400" dirty="0"/>
              <a:t>地址为</a:t>
            </a:r>
            <a:r>
              <a:rPr lang="en-US" altLang="zh-CN" sz="2400" dirty="0"/>
              <a:t>140.252.3.9</a:t>
            </a:r>
            <a:r>
              <a:rPr lang="zh-CN" altLang="en-US" sz="2400" dirty="0"/>
              <a:t>，我们就知道网络号是相同的，而且子网号也是相同的，只是主机号不同</a:t>
            </a:r>
            <a:endParaRPr lang="zh-CN" altLang="en-US" sz="2400" dirty="0"/>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5"/>
          <p:cNvSpPr>
            <a:spLocks noGrp="1"/>
          </p:cNvSpPr>
          <p:nvPr>
            <p:ph type="sldNum" sz="quarter" idx="12"/>
          </p:nvPr>
        </p:nvSpPr>
        <p:spPr/>
        <p:txBody>
          <a:bodyPr/>
          <a:lstStyle/>
          <a:p>
            <a:fld id="{73B7E88C-C729-4D35-9F40-F4A2D763C63F}" type="slidenum">
              <a:rPr lang="en-US" altLang="zh-CN"/>
            </a:fld>
            <a:endParaRPr lang="en-US" altLang="zh-CN"/>
          </a:p>
        </p:txBody>
      </p:sp>
      <p:sp>
        <p:nvSpPr>
          <p:cNvPr id="479234" name="Rectangle 2"/>
          <p:cNvSpPr>
            <a:spLocks noGrp="1" noChangeArrowheads="1"/>
          </p:cNvSpPr>
          <p:nvPr>
            <p:ph type="title"/>
          </p:nvPr>
        </p:nvSpPr>
        <p:spPr/>
        <p:txBody>
          <a:bodyPr/>
          <a:lstStyle/>
          <a:p>
            <a:r>
              <a:rPr lang="en-US" altLang="zh-CN"/>
              <a:t>IP</a:t>
            </a:r>
            <a:r>
              <a:rPr lang="zh-CN" altLang="en-US"/>
              <a:t>地址和子网掩码</a:t>
            </a:r>
            <a:endParaRPr lang="zh-CN" altLang="en-US"/>
          </a:p>
        </p:txBody>
      </p:sp>
      <p:sp>
        <p:nvSpPr>
          <p:cNvPr id="479235" name="Rectangle 3"/>
          <p:cNvSpPr>
            <a:spLocks noGrp="1" noChangeArrowheads="1"/>
          </p:cNvSpPr>
          <p:nvPr>
            <p:ph type="body" idx="1"/>
          </p:nvPr>
        </p:nvSpPr>
        <p:spPr/>
        <p:txBody>
          <a:bodyPr/>
          <a:lstStyle/>
          <a:p>
            <a:r>
              <a:rPr lang="zh-CN" altLang="en-US"/>
              <a:t>知道</a:t>
            </a:r>
            <a:r>
              <a:rPr lang="en-US" altLang="zh-CN"/>
              <a:t>IP</a:t>
            </a:r>
            <a:r>
              <a:rPr lang="zh-CN" altLang="en-US"/>
              <a:t>地址和子网掩码后可以算出：</a:t>
            </a:r>
            <a:endParaRPr lang="zh-CN" altLang="en-US"/>
          </a:p>
          <a:p>
            <a:pPr lvl="1"/>
            <a:r>
              <a:rPr lang="zh-CN" altLang="en-US"/>
              <a:t>网络地址</a:t>
            </a:r>
            <a:endParaRPr lang="zh-CN" altLang="en-US"/>
          </a:p>
          <a:p>
            <a:pPr lvl="1"/>
            <a:r>
              <a:rPr lang="zh-CN" altLang="en-US"/>
              <a:t>广播地址</a:t>
            </a:r>
            <a:endParaRPr lang="zh-CN" altLang="en-US"/>
          </a:p>
          <a:p>
            <a:pPr lvl="1"/>
            <a:r>
              <a:rPr lang="zh-CN" altLang="en-US"/>
              <a:t>地址范围 </a:t>
            </a:r>
            <a:endParaRPr lang="zh-CN" altLang="en-US"/>
          </a:p>
          <a:p>
            <a:pPr lvl="1"/>
            <a:r>
              <a:rPr lang="zh-CN" altLang="en-US"/>
              <a:t>本网有几台主机 </a:t>
            </a:r>
            <a:endParaRPr lang="zh-CN" altLang="en-US"/>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灯片编号占位符 5"/>
          <p:cNvSpPr>
            <a:spLocks noGrp="1"/>
          </p:cNvSpPr>
          <p:nvPr>
            <p:ph type="sldNum" sz="quarter" idx="12"/>
          </p:nvPr>
        </p:nvSpPr>
        <p:spPr/>
        <p:txBody>
          <a:bodyPr/>
          <a:lstStyle/>
          <a:p>
            <a:fld id="{43D0C7C7-1BC6-4AF6-A33A-1BD99DA14E30}" type="slidenum">
              <a:rPr lang="en-US" altLang="zh-CN"/>
            </a:fld>
            <a:endParaRPr lang="en-US" altLang="zh-CN"/>
          </a:p>
        </p:txBody>
      </p:sp>
      <p:sp>
        <p:nvSpPr>
          <p:cNvPr id="480258" name="Rectangle 2"/>
          <p:cNvSpPr>
            <a:spLocks noGrp="1" noChangeArrowheads="1"/>
          </p:cNvSpPr>
          <p:nvPr>
            <p:ph type="title"/>
          </p:nvPr>
        </p:nvSpPr>
        <p:spPr/>
        <p:txBody>
          <a:bodyPr/>
          <a:lstStyle/>
          <a:p>
            <a:r>
              <a:rPr lang="zh-CN" altLang="en-US"/>
              <a:t>例</a:t>
            </a:r>
            <a:r>
              <a:rPr lang="en-US" altLang="zh-CN"/>
              <a:t>1</a:t>
            </a:r>
            <a:endParaRPr lang="en-US" altLang="zh-CN"/>
          </a:p>
        </p:txBody>
      </p:sp>
      <p:sp>
        <p:nvSpPr>
          <p:cNvPr id="480261" name="Rectangle 5"/>
          <p:cNvSpPr>
            <a:spLocks noChangeArrowheads="1"/>
          </p:cNvSpPr>
          <p:nvPr/>
        </p:nvSpPr>
        <p:spPr bwMode="auto">
          <a:xfrm>
            <a:off x="334434" y="2691682"/>
            <a:ext cx="9985375" cy="38877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rgbClr val="C80000"/>
              </a:buClr>
              <a:buSzPct val="80000"/>
              <a:buFont typeface="Wingdings" panose="05000000000000000000" pitchFamily="2" charset="2"/>
              <a:buChar char="n"/>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C800"/>
              </a:buClr>
              <a:buSzPct val="80000"/>
              <a:buFont typeface="Wingdings" panose="05000000000000000000" pitchFamily="2" charset="2"/>
              <a:buChar char="n"/>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0000C8"/>
              </a:buClr>
              <a:buSzPct val="80000"/>
              <a:buFont typeface="Wingdings" panose="05000000000000000000" pitchFamily="2" charset="2"/>
              <a:buChar char="n"/>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rgbClr val="FF7F00"/>
              </a:buClr>
              <a:buSzPct val="80000"/>
              <a:buFont typeface="Wingdings" panose="05000000000000000000" pitchFamily="2" charset="2"/>
              <a:buChar char="u"/>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SzPct val="80000"/>
              <a:buFont typeface="Wingdings" panose="05000000000000000000" pitchFamily="2" charset="2"/>
              <a:buChar char="Ø"/>
              <a:defRPr sz="2000">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SzPct val="80000"/>
              <a:buFont typeface="Wingdings" panose="05000000000000000000" pitchFamily="2" charset="2"/>
              <a:buChar char="Ø"/>
              <a:defRPr sz="2000">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SzPct val="80000"/>
              <a:buFont typeface="Wingdings" panose="05000000000000000000" pitchFamily="2" charset="2"/>
              <a:buChar char="Ø"/>
              <a:defRPr sz="2000">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SzPct val="80000"/>
              <a:buFont typeface="Wingdings" panose="05000000000000000000" pitchFamily="2" charset="2"/>
              <a:buChar char="Ø"/>
              <a:defRPr sz="2000">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SzPct val="80000"/>
              <a:buFont typeface="Wingdings" panose="05000000000000000000" pitchFamily="2" charset="2"/>
              <a:buChar char="Ø"/>
              <a:defRPr sz="2000">
                <a:solidFill>
                  <a:schemeClr val="tx1"/>
                </a:solidFill>
                <a:latin typeface="Arial" panose="020B0604020202020204" pitchFamily="34" charset="0"/>
                <a:ea typeface="宋体" panose="02010600030101010101" pitchFamily="2" charset="-122"/>
              </a:defRPr>
            </a:lvl9pPr>
          </a:lstStyle>
          <a:p>
            <a:r>
              <a:rPr lang="en-US" altLang="zh-CN" dirty="0">
                <a:latin typeface="微软雅黑 Light" panose="020B0502040204020203" pitchFamily="34" charset="-122"/>
                <a:ea typeface="微软雅黑 Light" panose="020B0502040204020203" pitchFamily="34" charset="-122"/>
              </a:rPr>
              <a:t>192.168.100.5</a:t>
            </a:r>
            <a:r>
              <a:rPr lang="en-US" altLang="zh-CN" sz="2400" dirty="0">
                <a:latin typeface="微软雅黑 Light" panose="020B0502040204020203" pitchFamily="34" charset="-122"/>
                <a:ea typeface="微软雅黑 Light" panose="020B0502040204020203" pitchFamily="34" charset="-122"/>
              </a:rPr>
              <a:t> </a:t>
            </a:r>
            <a:r>
              <a:rPr lang="en-US" altLang="zh-CN" sz="2400" dirty="0">
                <a:latin typeface="微软雅黑 Light" panose="020B0502040204020203" pitchFamily="34" charset="-122"/>
                <a:ea typeface="微软雅黑 Light" panose="020B0502040204020203" pitchFamily="34" charset="-122"/>
                <a:sym typeface="Symbol" panose="05050102010706020507" pitchFamily="18" charset="2"/>
              </a:rPr>
              <a:t>11000000 10101000 01100100 00000101</a:t>
            </a:r>
            <a:endParaRPr lang="en-US" altLang="zh-CN" sz="2400" dirty="0">
              <a:latin typeface="微软雅黑 Light" panose="020B0502040204020203" pitchFamily="34" charset="-122"/>
              <a:ea typeface="微软雅黑 Light" panose="020B0502040204020203" pitchFamily="34" charset="-122"/>
              <a:sym typeface="Symbol" panose="05050102010706020507" pitchFamily="18" charset="2"/>
            </a:endParaRPr>
          </a:p>
          <a:p>
            <a:pPr>
              <a:buFont typeface="Wingdings" panose="05000000000000000000" pitchFamily="2" charset="2"/>
              <a:buNone/>
            </a:pPr>
            <a:r>
              <a:rPr lang="en-US" altLang="zh-CN" sz="2400" dirty="0">
                <a:latin typeface="微软雅黑 Light" panose="020B0502040204020203" pitchFamily="34" charset="-122"/>
                <a:ea typeface="微软雅黑 Light" panose="020B0502040204020203" pitchFamily="34" charset="-122"/>
                <a:sym typeface="Symbol" panose="05050102010706020507" pitchFamily="18" charset="2"/>
              </a:rPr>
              <a:t>	</a:t>
            </a:r>
            <a:r>
              <a:rPr lang="en-US" altLang="zh-CN" dirty="0">
                <a:latin typeface="微软雅黑 Light" panose="020B0502040204020203" pitchFamily="34" charset="-122"/>
                <a:ea typeface="微软雅黑 Light" panose="020B0502040204020203" pitchFamily="34" charset="-122"/>
                <a:sym typeface="Symbol" panose="05050102010706020507" pitchFamily="18" charset="2"/>
              </a:rPr>
              <a:t>255.255.255.0</a:t>
            </a:r>
            <a:r>
              <a:rPr lang="en-US" altLang="zh-CN" sz="2400" dirty="0">
                <a:latin typeface="微软雅黑 Light" panose="020B0502040204020203" pitchFamily="34" charset="-122"/>
                <a:ea typeface="微软雅黑 Light" panose="020B0502040204020203" pitchFamily="34" charset="-122"/>
                <a:sym typeface="Symbol" panose="05050102010706020507" pitchFamily="18" charset="2"/>
              </a:rPr>
              <a:t> 11111111 11111111 11111111 00000000</a:t>
            </a:r>
            <a:endParaRPr lang="en-US" altLang="zh-CN" sz="2400" dirty="0">
              <a:latin typeface="微软雅黑 Light" panose="020B0502040204020203" pitchFamily="34" charset="-122"/>
              <a:ea typeface="微软雅黑 Light" panose="020B0502040204020203" pitchFamily="34" charset="-122"/>
              <a:sym typeface="Symbol" panose="05050102010706020507" pitchFamily="18" charset="2"/>
            </a:endParaRPr>
          </a:p>
          <a:p>
            <a:pPr lvl="1"/>
            <a:r>
              <a:rPr lang="zh-CN" altLang="en-US" dirty="0">
                <a:latin typeface="微软雅黑 Light" panose="020B0502040204020203" pitchFamily="34" charset="-122"/>
                <a:ea typeface="微软雅黑 Light" panose="020B0502040204020203" pitchFamily="34" charset="-122"/>
              </a:rPr>
              <a:t>子网地址：</a:t>
            </a:r>
            <a:r>
              <a:rPr lang="en-US" altLang="zh-CN" dirty="0">
                <a:latin typeface="微软雅黑 Light" panose="020B0502040204020203" pitchFamily="34" charset="-122"/>
                <a:ea typeface="微软雅黑 Light" panose="020B0502040204020203" pitchFamily="34" charset="-122"/>
              </a:rPr>
              <a:t>192.168.100.0</a:t>
            </a:r>
            <a:endParaRPr lang="en-US" altLang="zh-CN" dirty="0">
              <a:latin typeface="微软雅黑 Light" panose="020B0502040204020203" pitchFamily="34" charset="-122"/>
              <a:ea typeface="微软雅黑 Light" panose="020B0502040204020203" pitchFamily="34" charset="-122"/>
            </a:endParaRPr>
          </a:p>
          <a:p>
            <a:pPr lvl="1"/>
            <a:r>
              <a:rPr lang="zh-CN" altLang="en-US" dirty="0">
                <a:latin typeface="微软雅黑 Light" panose="020B0502040204020203" pitchFamily="34" charset="-122"/>
                <a:ea typeface="微软雅黑 Light" panose="020B0502040204020203" pitchFamily="34" charset="-122"/>
              </a:rPr>
              <a:t>广播地址： </a:t>
            </a:r>
            <a:r>
              <a:rPr lang="en-US" altLang="zh-CN" dirty="0">
                <a:latin typeface="微软雅黑 Light" panose="020B0502040204020203" pitchFamily="34" charset="-122"/>
                <a:ea typeface="微软雅黑 Light" panose="020B0502040204020203" pitchFamily="34" charset="-122"/>
              </a:rPr>
              <a:t>192.168.100.255</a:t>
            </a:r>
            <a:endParaRPr lang="en-US" altLang="zh-CN" dirty="0">
              <a:latin typeface="微软雅黑 Light" panose="020B0502040204020203" pitchFamily="34" charset="-122"/>
              <a:ea typeface="微软雅黑 Light" panose="020B0502040204020203" pitchFamily="34" charset="-122"/>
            </a:endParaRPr>
          </a:p>
          <a:p>
            <a:pPr lvl="1"/>
            <a:r>
              <a:rPr lang="zh-CN" altLang="en-US" dirty="0">
                <a:latin typeface="微软雅黑 Light" panose="020B0502040204020203" pitchFamily="34" charset="-122"/>
                <a:ea typeface="微软雅黑 Light" panose="020B0502040204020203" pitchFamily="34" charset="-122"/>
              </a:rPr>
              <a:t>地址范围：网络地址</a:t>
            </a:r>
            <a:r>
              <a:rPr lang="en-US" altLang="zh-CN" dirty="0">
                <a:latin typeface="微软雅黑 Light" panose="020B0502040204020203" pitchFamily="34" charset="-122"/>
                <a:ea typeface="微软雅黑 Light" panose="020B0502040204020203" pitchFamily="34" charset="-122"/>
              </a:rPr>
              <a:t>+1</a:t>
            </a:r>
            <a:r>
              <a:rPr lang="zh-CN" altLang="en-US" dirty="0">
                <a:latin typeface="微软雅黑 Light" panose="020B0502040204020203" pitchFamily="34" charset="-122"/>
                <a:ea typeface="微软雅黑 Light" panose="020B0502040204020203" pitchFamily="34" charset="-122"/>
              </a:rPr>
              <a:t>至广播地址</a:t>
            </a:r>
            <a:r>
              <a:rPr lang="en-US" altLang="zh-CN" dirty="0">
                <a:latin typeface="微软雅黑 Light" panose="020B0502040204020203" pitchFamily="34" charset="-122"/>
                <a:ea typeface="微软雅黑 Light" panose="020B0502040204020203" pitchFamily="34" charset="-122"/>
              </a:rPr>
              <a:t>-1 </a:t>
            </a:r>
            <a:endParaRPr lang="en-US" altLang="zh-CN" dirty="0">
              <a:latin typeface="微软雅黑 Light" panose="020B0502040204020203" pitchFamily="34" charset="-122"/>
              <a:ea typeface="微软雅黑 Light" panose="020B0502040204020203" pitchFamily="34" charset="-122"/>
            </a:endParaRPr>
          </a:p>
          <a:p>
            <a:pPr lvl="1">
              <a:buFont typeface="Wingdings" panose="05000000000000000000" pitchFamily="2" charset="2"/>
              <a:buNone/>
            </a:pPr>
            <a:r>
              <a:rPr lang="en-US" altLang="zh-CN" dirty="0">
                <a:latin typeface="微软雅黑 Light" panose="020B0502040204020203" pitchFamily="34" charset="-122"/>
                <a:ea typeface="微软雅黑 Light" panose="020B0502040204020203" pitchFamily="34" charset="-122"/>
              </a:rPr>
              <a:t>	192.168.100.1 </a:t>
            </a:r>
            <a:r>
              <a:rPr lang="zh-CN" altLang="en-US" dirty="0">
                <a:latin typeface="微软雅黑 Light" panose="020B0502040204020203" pitchFamily="34" charset="-122"/>
                <a:ea typeface="微软雅黑 Light" panose="020B0502040204020203" pitchFamily="34" charset="-122"/>
              </a:rPr>
              <a:t>至 </a:t>
            </a:r>
            <a:r>
              <a:rPr lang="en-US" altLang="zh-CN" dirty="0">
                <a:latin typeface="微软雅黑 Light" panose="020B0502040204020203" pitchFamily="34" charset="-122"/>
                <a:ea typeface="微软雅黑 Light" panose="020B0502040204020203" pitchFamily="34" charset="-122"/>
              </a:rPr>
              <a:t>192.168.100.254</a:t>
            </a:r>
            <a:endParaRPr lang="en-US" altLang="zh-CN" dirty="0">
              <a:latin typeface="微软雅黑 Light" panose="020B0502040204020203" pitchFamily="34" charset="-122"/>
              <a:ea typeface="微软雅黑 Light" panose="020B0502040204020203" pitchFamily="34" charset="-122"/>
            </a:endParaRPr>
          </a:p>
          <a:p>
            <a:pPr lvl="1"/>
            <a:r>
              <a:rPr lang="zh-CN" altLang="en-US" dirty="0">
                <a:latin typeface="微软雅黑 Light" panose="020B0502040204020203" pitchFamily="34" charset="-122"/>
                <a:ea typeface="微软雅黑 Light" panose="020B0502040204020203" pitchFamily="34" charset="-122"/>
              </a:rPr>
              <a:t>主机的数量：</a:t>
            </a:r>
            <a:r>
              <a:rPr lang="en-US" altLang="zh-CN" dirty="0">
                <a:latin typeface="微软雅黑 Light" panose="020B0502040204020203" pitchFamily="34" charset="-122"/>
                <a:ea typeface="微软雅黑 Light" panose="020B0502040204020203" pitchFamily="34" charset="-122"/>
              </a:rPr>
              <a:t>2</a:t>
            </a:r>
            <a:r>
              <a:rPr lang="en-US" altLang="zh-CN" baseline="30000" dirty="0">
                <a:latin typeface="微软雅黑 Light" panose="020B0502040204020203" pitchFamily="34" charset="-122"/>
                <a:ea typeface="微软雅黑 Light" panose="020B0502040204020203" pitchFamily="34" charset="-122"/>
              </a:rPr>
              <a:t>8</a:t>
            </a:r>
            <a:r>
              <a:rPr lang="en-US" altLang="zh-CN" dirty="0">
                <a:latin typeface="微软雅黑 Light" panose="020B0502040204020203" pitchFamily="34" charset="-122"/>
                <a:ea typeface="微软雅黑 Light" panose="020B0502040204020203" pitchFamily="34" charset="-122"/>
              </a:rPr>
              <a:t>-2=254</a:t>
            </a:r>
            <a:endParaRPr lang="en-US" altLang="zh-CN" dirty="0">
              <a:latin typeface="微软雅黑 Light" panose="020B0502040204020203" pitchFamily="34" charset="-122"/>
              <a:ea typeface="微软雅黑 Light" panose="020B0502040204020203" pitchFamily="34" charset="-122"/>
            </a:endParaRPr>
          </a:p>
        </p:txBody>
      </p:sp>
      <p:sp>
        <p:nvSpPr>
          <p:cNvPr id="3" name="内容占位符 2"/>
          <p:cNvSpPr>
            <a:spLocks noGrp="1"/>
          </p:cNvSpPr>
          <p:nvPr>
            <p:ph idx="1"/>
          </p:nvPr>
        </p:nvSpPr>
        <p:spPr>
          <a:xfrm>
            <a:off x="334434" y="1052515"/>
            <a:ext cx="11523133" cy="1152350"/>
          </a:xfrm>
        </p:spPr>
        <p:txBody>
          <a:bodyPr/>
          <a:lstStyle/>
          <a:p>
            <a:r>
              <a:rPr lang="en-US" altLang="zh-CN" dirty="0"/>
              <a:t>IP</a:t>
            </a:r>
            <a:r>
              <a:rPr lang="zh-CN" altLang="en-US" dirty="0"/>
              <a:t>地址为</a:t>
            </a:r>
            <a:r>
              <a:rPr lang="en-US" altLang="zh-CN" dirty="0"/>
              <a:t>192.168.100.5</a:t>
            </a:r>
            <a:r>
              <a:rPr lang="zh-CN" altLang="en-US" dirty="0"/>
              <a:t>，子网掩码为</a:t>
            </a:r>
            <a:r>
              <a:rPr lang="en-US" altLang="zh-CN" dirty="0"/>
              <a:t>255.255.255.0</a:t>
            </a:r>
            <a:r>
              <a:rPr lang="zh-CN" altLang="en-US" dirty="0"/>
              <a:t>。算出网络地址、广播地址、地址范围、主机数</a:t>
            </a:r>
            <a:r>
              <a:rPr lang="en-US" altLang="zh-CN" dirty="0"/>
              <a:t>?</a:t>
            </a:r>
            <a:endParaRPr lang="en-US" altLang="zh-CN" dirty="0"/>
          </a:p>
          <a:p>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480261"/>
                                        </p:tgtEl>
                                        <p:attrNameLst>
                                          <p:attrName>style.visibility</p:attrName>
                                        </p:attrNameLst>
                                      </p:cBhvr>
                                      <p:to>
                                        <p:strVal val="visible"/>
                                      </p:to>
                                    </p:set>
                                    <p:animEffect transition="in" filter="wipe(up)">
                                      <p:cBhvr>
                                        <p:cTn id="7" dur="500"/>
                                        <p:tgtEl>
                                          <p:spTgt spid="48026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0261" grpId="0"/>
    </p:bld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灯片编号占位符 5"/>
          <p:cNvSpPr>
            <a:spLocks noGrp="1"/>
          </p:cNvSpPr>
          <p:nvPr>
            <p:ph type="sldNum" sz="quarter" idx="12"/>
          </p:nvPr>
        </p:nvSpPr>
        <p:spPr/>
        <p:txBody>
          <a:bodyPr/>
          <a:lstStyle/>
          <a:p>
            <a:fld id="{D06CAAF7-AED0-407A-94BF-353EA69F149E}" type="slidenum">
              <a:rPr lang="en-US" altLang="zh-CN"/>
            </a:fld>
            <a:endParaRPr lang="en-US" altLang="zh-CN"/>
          </a:p>
        </p:txBody>
      </p:sp>
      <p:sp>
        <p:nvSpPr>
          <p:cNvPr id="482306" name="Rectangle 2"/>
          <p:cNvSpPr>
            <a:spLocks noGrp="1" noChangeArrowheads="1"/>
          </p:cNvSpPr>
          <p:nvPr>
            <p:ph type="title"/>
          </p:nvPr>
        </p:nvSpPr>
        <p:spPr/>
        <p:txBody>
          <a:bodyPr/>
          <a:lstStyle/>
          <a:p>
            <a:r>
              <a:rPr lang="zh-CN" altLang="en-US"/>
              <a:t>例</a:t>
            </a:r>
            <a:r>
              <a:rPr lang="en-US" altLang="zh-CN"/>
              <a:t>2</a:t>
            </a:r>
            <a:endParaRPr lang="en-US" altLang="zh-CN"/>
          </a:p>
        </p:txBody>
      </p:sp>
      <p:sp>
        <p:nvSpPr>
          <p:cNvPr id="482308" name="Rectangle 4"/>
          <p:cNvSpPr>
            <a:spLocks noChangeArrowheads="1"/>
          </p:cNvSpPr>
          <p:nvPr/>
        </p:nvSpPr>
        <p:spPr bwMode="auto">
          <a:xfrm>
            <a:off x="334434" y="2708610"/>
            <a:ext cx="9985375" cy="35290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rgbClr val="C80000"/>
              </a:buClr>
              <a:buSzPct val="80000"/>
              <a:buFont typeface="Wingdings" panose="05000000000000000000" pitchFamily="2" charset="2"/>
              <a:buChar char="n"/>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C800"/>
              </a:buClr>
              <a:buSzPct val="80000"/>
              <a:buFont typeface="Wingdings" panose="05000000000000000000" pitchFamily="2" charset="2"/>
              <a:buChar char="n"/>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0000C8"/>
              </a:buClr>
              <a:buSzPct val="80000"/>
              <a:buFont typeface="Wingdings" panose="05000000000000000000" pitchFamily="2" charset="2"/>
              <a:buChar char="n"/>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rgbClr val="FF7F00"/>
              </a:buClr>
              <a:buSzPct val="80000"/>
              <a:buFont typeface="Wingdings" panose="05000000000000000000" pitchFamily="2" charset="2"/>
              <a:buChar char="u"/>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SzPct val="80000"/>
              <a:buFont typeface="Wingdings" panose="05000000000000000000" pitchFamily="2" charset="2"/>
              <a:buChar char="Ø"/>
              <a:defRPr sz="2000">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SzPct val="80000"/>
              <a:buFont typeface="Wingdings" panose="05000000000000000000" pitchFamily="2" charset="2"/>
              <a:buChar char="Ø"/>
              <a:defRPr sz="2000">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SzPct val="80000"/>
              <a:buFont typeface="Wingdings" panose="05000000000000000000" pitchFamily="2" charset="2"/>
              <a:buChar char="Ø"/>
              <a:defRPr sz="2000">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SzPct val="80000"/>
              <a:buFont typeface="Wingdings" panose="05000000000000000000" pitchFamily="2" charset="2"/>
              <a:buChar char="Ø"/>
              <a:defRPr sz="2000">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SzPct val="80000"/>
              <a:buFont typeface="Wingdings" panose="05000000000000000000" pitchFamily="2" charset="2"/>
              <a:buChar char="Ø"/>
              <a:defRPr sz="2000">
                <a:solidFill>
                  <a:schemeClr val="tx1"/>
                </a:solidFill>
                <a:latin typeface="Arial" panose="020B0604020202020204" pitchFamily="34" charset="0"/>
                <a:ea typeface="宋体" panose="02010600030101010101" pitchFamily="2" charset="-122"/>
              </a:defRPr>
            </a:lvl9pPr>
          </a:lstStyle>
          <a:p>
            <a:r>
              <a:rPr lang="en-US" altLang="zh-CN" dirty="0">
                <a:latin typeface="微软雅黑 Light" panose="020B0502040204020203" pitchFamily="34" charset="-122"/>
                <a:ea typeface="微软雅黑 Light" panose="020B0502040204020203" pitchFamily="34" charset="-122"/>
              </a:rPr>
              <a:t>192.168.150.01111010</a:t>
            </a:r>
            <a:endParaRPr lang="en-US" altLang="zh-CN" dirty="0">
              <a:latin typeface="微软雅黑 Light" panose="020B0502040204020203" pitchFamily="34" charset="-122"/>
              <a:ea typeface="微软雅黑 Light" panose="020B0502040204020203" pitchFamily="34" charset="-122"/>
            </a:endParaRPr>
          </a:p>
          <a:p>
            <a:pPr>
              <a:buFont typeface="Wingdings" panose="05000000000000000000" pitchFamily="2" charset="2"/>
              <a:buNone/>
            </a:pPr>
            <a:r>
              <a:rPr lang="en-US" altLang="zh-CN" dirty="0">
                <a:latin typeface="微软雅黑 Light" panose="020B0502040204020203" pitchFamily="34" charset="-122"/>
                <a:ea typeface="微软雅黑 Light" panose="020B0502040204020203" pitchFamily="34" charset="-122"/>
              </a:rPr>
              <a:t>	255.255.255.11111000</a:t>
            </a:r>
            <a:endParaRPr lang="en-US" altLang="zh-CN" dirty="0">
              <a:latin typeface="微软雅黑 Light" panose="020B0502040204020203" pitchFamily="34" charset="-122"/>
              <a:ea typeface="微软雅黑 Light" panose="020B0502040204020203" pitchFamily="34" charset="-122"/>
            </a:endParaRPr>
          </a:p>
          <a:p>
            <a:pPr lvl="1"/>
            <a:r>
              <a:rPr lang="zh-CN" altLang="en-US" dirty="0">
                <a:latin typeface="微软雅黑 Light" panose="020B0502040204020203" pitchFamily="34" charset="-122"/>
                <a:ea typeface="微软雅黑 Light" panose="020B0502040204020203" pitchFamily="34" charset="-122"/>
              </a:rPr>
              <a:t>子网地址：</a:t>
            </a:r>
            <a:r>
              <a:rPr lang="en-US" altLang="zh-CN" dirty="0">
                <a:latin typeface="微软雅黑 Light" panose="020B0502040204020203" pitchFamily="34" charset="-122"/>
                <a:ea typeface="微软雅黑 Light" panose="020B0502040204020203" pitchFamily="34" charset="-122"/>
              </a:rPr>
              <a:t>192.168.150.120</a:t>
            </a:r>
            <a:endParaRPr lang="en-US" altLang="zh-CN" dirty="0">
              <a:latin typeface="微软雅黑 Light" panose="020B0502040204020203" pitchFamily="34" charset="-122"/>
              <a:ea typeface="微软雅黑 Light" panose="020B0502040204020203" pitchFamily="34" charset="-122"/>
            </a:endParaRPr>
          </a:p>
          <a:p>
            <a:pPr lvl="1"/>
            <a:r>
              <a:rPr lang="zh-CN" altLang="en-US" dirty="0">
                <a:latin typeface="微软雅黑 Light" panose="020B0502040204020203" pitchFamily="34" charset="-122"/>
                <a:ea typeface="微软雅黑 Light" panose="020B0502040204020203" pitchFamily="34" charset="-122"/>
              </a:rPr>
              <a:t>广播地址：</a:t>
            </a:r>
            <a:r>
              <a:rPr lang="en-US" altLang="zh-CN" dirty="0">
                <a:latin typeface="微软雅黑 Light" panose="020B0502040204020203" pitchFamily="34" charset="-122"/>
                <a:ea typeface="微软雅黑 Light" panose="020B0502040204020203" pitchFamily="34" charset="-122"/>
              </a:rPr>
              <a:t>192.168.150.127</a:t>
            </a:r>
            <a:endParaRPr lang="en-US" altLang="zh-CN" dirty="0">
              <a:latin typeface="微软雅黑 Light" panose="020B0502040204020203" pitchFamily="34" charset="-122"/>
              <a:ea typeface="微软雅黑 Light" panose="020B0502040204020203" pitchFamily="34" charset="-122"/>
            </a:endParaRPr>
          </a:p>
          <a:p>
            <a:pPr lvl="1"/>
            <a:r>
              <a:rPr lang="zh-CN" altLang="en-US" dirty="0">
                <a:latin typeface="微软雅黑 Light" panose="020B0502040204020203" pitchFamily="34" charset="-122"/>
                <a:ea typeface="微软雅黑 Light" panose="020B0502040204020203" pitchFamily="34" charset="-122"/>
              </a:rPr>
              <a:t>地址范围：</a:t>
            </a:r>
            <a:r>
              <a:rPr lang="en-US" altLang="zh-CN" dirty="0">
                <a:latin typeface="微软雅黑 Light" panose="020B0502040204020203" pitchFamily="34" charset="-122"/>
                <a:ea typeface="微软雅黑 Light" panose="020B0502040204020203" pitchFamily="34" charset="-122"/>
              </a:rPr>
              <a:t>192.168.150.121-192.168.150.126</a:t>
            </a:r>
            <a:endParaRPr lang="en-US" altLang="zh-CN" dirty="0">
              <a:latin typeface="微软雅黑 Light" panose="020B0502040204020203" pitchFamily="34" charset="-122"/>
              <a:ea typeface="微软雅黑 Light" panose="020B0502040204020203" pitchFamily="34" charset="-122"/>
            </a:endParaRPr>
          </a:p>
          <a:p>
            <a:pPr lvl="1"/>
            <a:r>
              <a:rPr lang="zh-CN" altLang="en-US" dirty="0">
                <a:latin typeface="微软雅黑 Light" panose="020B0502040204020203" pitchFamily="34" charset="-122"/>
                <a:ea typeface="微软雅黑 Light" panose="020B0502040204020203" pitchFamily="34" charset="-122"/>
              </a:rPr>
              <a:t>主机的数量：</a:t>
            </a:r>
            <a:r>
              <a:rPr lang="en-US" altLang="zh-CN" dirty="0">
                <a:latin typeface="微软雅黑 Light" panose="020B0502040204020203" pitchFamily="34" charset="-122"/>
                <a:ea typeface="微软雅黑 Light" panose="020B0502040204020203" pitchFamily="34" charset="-122"/>
              </a:rPr>
              <a:t>2</a:t>
            </a:r>
            <a:r>
              <a:rPr lang="en-US" altLang="zh-CN" baseline="30000" dirty="0">
                <a:latin typeface="微软雅黑 Light" panose="020B0502040204020203" pitchFamily="34" charset="-122"/>
                <a:ea typeface="微软雅黑 Light" panose="020B0502040204020203" pitchFamily="34" charset="-122"/>
              </a:rPr>
              <a:t>3</a:t>
            </a:r>
            <a:r>
              <a:rPr lang="en-US" altLang="zh-CN" dirty="0">
                <a:latin typeface="微软雅黑 Light" panose="020B0502040204020203" pitchFamily="34" charset="-122"/>
                <a:ea typeface="微软雅黑 Light" panose="020B0502040204020203" pitchFamily="34" charset="-122"/>
              </a:rPr>
              <a:t>-2=6</a:t>
            </a:r>
            <a:endParaRPr lang="en-US" altLang="zh-CN" dirty="0">
              <a:latin typeface="微软雅黑 Light" panose="020B0502040204020203" pitchFamily="34" charset="-122"/>
              <a:ea typeface="微软雅黑 Light" panose="020B0502040204020203" pitchFamily="34" charset="-122"/>
            </a:endParaRPr>
          </a:p>
        </p:txBody>
      </p:sp>
      <p:sp>
        <p:nvSpPr>
          <p:cNvPr id="3" name="内容占位符 2"/>
          <p:cNvSpPr>
            <a:spLocks noGrp="1"/>
          </p:cNvSpPr>
          <p:nvPr>
            <p:ph idx="1"/>
          </p:nvPr>
        </p:nvSpPr>
        <p:spPr>
          <a:xfrm>
            <a:off x="334434" y="1052515"/>
            <a:ext cx="11523133" cy="1440382"/>
          </a:xfrm>
        </p:spPr>
        <p:txBody>
          <a:bodyPr/>
          <a:lstStyle/>
          <a:p>
            <a:r>
              <a:rPr lang="en-US" altLang="zh-CN" dirty="0"/>
              <a:t>IP</a:t>
            </a:r>
            <a:r>
              <a:rPr lang="zh-CN" altLang="en-US" dirty="0"/>
              <a:t>地址为</a:t>
            </a:r>
            <a:r>
              <a:rPr lang="en-US" altLang="zh-CN" dirty="0"/>
              <a:t>192.168.150.122</a:t>
            </a:r>
            <a:r>
              <a:rPr lang="zh-CN" altLang="en-US" dirty="0"/>
              <a:t>，子网掩码为</a:t>
            </a:r>
            <a:r>
              <a:rPr lang="en-US" altLang="zh-CN" dirty="0"/>
              <a:t>255.255.255.248</a:t>
            </a:r>
            <a:r>
              <a:rPr lang="zh-CN" altLang="en-US" dirty="0"/>
              <a:t>。算出网络地址、广播地址、地址范围、主机数</a:t>
            </a:r>
            <a:r>
              <a:rPr lang="en-US" altLang="zh-CN" dirty="0"/>
              <a:t>?</a:t>
            </a:r>
            <a:endParaRPr lang="en-US" altLang="zh-CN" dirty="0"/>
          </a:p>
          <a:p>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482308"/>
                                        </p:tgtEl>
                                        <p:attrNameLst>
                                          <p:attrName>style.visibility</p:attrName>
                                        </p:attrNameLst>
                                      </p:cBhvr>
                                      <p:to>
                                        <p:strVal val="visible"/>
                                      </p:to>
                                    </p:set>
                                    <p:animEffect transition="in" filter="wipe(up)">
                                      <p:cBhvr>
                                        <p:cTn id="7" dur="500"/>
                                        <p:tgtEl>
                                          <p:spTgt spid="48230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2308" grpId="0"/>
    </p:bld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en-US" dirty="0"/>
              <a:t>使用</a:t>
            </a:r>
            <a:r>
              <a:rPr lang="en-US" altLang="zh-CN" dirty="0"/>
              <a:t>255.255.255.128</a:t>
            </a:r>
            <a:r>
              <a:rPr lang="zh-CN" altLang="en-US" dirty="0"/>
              <a:t>子网掩码的网络</a:t>
            </a:r>
            <a:endParaRPr lang="zh-CN" altLang="en-US" dirty="0"/>
          </a:p>
        </p:txBody>
      </p:sp>
      <p:sp>
        <p:nvSpPr>
          <p:cNvPr id="3" name="灯片编号占位符 2"/>
          <p:cNvSpPr>
            <a:spLocks noGrp="1"/>
          </p:cNvSpPr>
          <p:nvPr>
            <p:ph type="sldNum" sz="quarter" idx="12"/>
          </p:nvPr>
        </p:nvSpPr>
        <p:spPr/>
        <p:txBody>
          <a:bodyPr/>
          <a:lstStyle/>
          <a:p>
            <a:pPr>
              <a:defRPr/>
            </a:pPr>
            <a:fld id="{A48A0D3F-54C8-4397-8424-A82B96940146}" type="slidenum">
              <a:rPr lang="en-US" altLang="zh-CN" smtClean="0"/>
            </a:fld>
            <a:endParaRPr lang="en-US" altLang="zh-CN" dirty="0"/>
          </a:p>
        </p:txBody>
      </p:sp>
      <p:pic>
        <p:nvPicPr>
          <p:cNvPr id="6" name="图形 5"/>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5740287" y="3079637"/>
            <a:ext cx="698726" cy="698726"/>
          </a:xfrm>
          <a:prstGeom prst="rect">
            <a:avLst/>
          </a:prstGeom>
        </p:spPr>
      </p:pic>
      <p:pic>
        <p:nvPicPr>
          <p:cNvPr id="7" name="图形 6"/>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014100" y="1938987"/>
            <a:ext cx="815181" cy="617209"/>
          </a:xfrm>
          <a:prstGeom prst="rect">
            <a:avLst/>
          </a:prstGeom>
        </p:spPr>
      </p:pic>
      <p:pic>
        <p:nvPicPr>
          <p:cNvPr id="8" name="图形 7"/>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014100" y="4301805"/>
            <a:ext cx="815181" cy="617209"/>
          </a:xfrm>
          <a:prstGeom prst="rect">
            <a:avLst/>
          </a:prstGeom>
        </p:spPr>
      </p:pic>
      <p:pic>
        <p:nvPicPr>
          <p:cNvPr id="9" name="图形 8"/>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362720" y="1938987"/>
            <a:ext cx="815181" cy="617209"/>
          </a:xfrm>
          <a:prstGeom prst="rect">
            <a:avLst/>
          </a:prstGeom>
        </p:spPr>
      </p:pic>
      <p:pic>
        <p:nvPicPr>
          <p:cNvPr id="10" name="图形 9"/>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362720" y="4301805"/>
            <a:ext cx="815181" cy="617209"/>
          </a:xfrm>
          <a:prstGeom prst="rect">
            <a:avLst/>
          </a:prstGeom>
        </p:spPr>
      </p:pic>
      <p:cxnSp>
        <p:nvCxnSpPr>
          <p:cNvPr id="11" name="直接连接符 10"/>
          <p:cNvCxnSpPr/>
          <p:nvPr/>
        </p:nvCxnSpPr>
        <p:spPr>
          <a:xfrm>
            <a:off x="4411132" y="1938987"/>
            <a:ext cx="0" cy="3036425"/>
          </a:xfrm>
          <a:prstGeom prst="line">
            <a:avLst/>
          </a:prstGeom>
        </p:spPr>
        <p:style>
          <a:lnRef idx="3">
            <a:schemeClr val="dk1"/>
          </a:lnRef>
          <a:fillRef idx="0">
            <a:schemeClr val="dk1"/>
          </a:fillRef>
          <a:effectRef idx="2">
            <a:schemeClr val="dk1"/>
          </a:effectRef>
          <a:fontRef idx="minor">
            <a:schemeClr val="tx1"/>
          </a:fontRef>
        </p:style>
      </p:cxnSp>
      <p:cxnSp>
        <p:nvCxnSpPr>
          <p:cNvPr id="12" name="直接连接符 11"/>
          <p:cNvCxnSpPr/>
          <p:nvPr/>
        </p:nvCxnSpPr>
        <p:spPr>
          <a:xfrm>
            <a:off x="7633944" y="1938987"/>
            <a:ext cx="0" cy="3036425"/>
          </a:xfrm>
          <a:prstGeom prst="line">
            <a:avLst/>
          </a:prstGeom>
        </p:spPr>
        <p:style>
          <a:lnRef idx="3">
            <a:schemeClr val="dk1"/>
          </a:lnRef>
          <a:fillRef idx="0">
            <a:schemeClr val="dk1"/>
          </a:fillRef>
          <a:effectRef idx="2">
            <a:schemeClr val="dk1"/>
          </a:effectRef>
          <a:fontRef idx="minor">
            <a:schemeClr val="tx1"/>
          </a:fontRef>
        </p:style>
      </p:cxnSp>
      <p:cxnSp>
        <p:nvCxnSpPr>
          <p:cNvPr id="13" name="直接连接符 12"/>
          <p:cNvCxnSpPr>
            <a:stCxn id="9" idx="3"/>
          </p:cNvCxnSpPr>
          <p:nvPr/>
        </p:nvCxnSpPr>
        <p:spPr>
          <a:xfrm>
            <a:off x="3177901" y="2247592"/>
            <a:ext cx="1233231" cy="11514"/>
          </a:xfrm>
          <a:prstGeom prst="line">
            <a:avLst/>
          </a:prstGeom>
        </p:spPr>
        <p:style>
          <a:lnRef idx="3">
            <a:schemeClr val="dk1"/>
          </a:lnRef>
          <a:fillRef idx="0">
            <a:schemeClr val="dk1"/>
          </a:fillRef>
          <a:effectRef idx="2">
            <a:schemeClr val="dk1"/>
          </a:effectRef>
          <a:fontRef idx="minor">
            <a:schemeClr val="tx1"/>
          </a:fontRef>
        </p:style>
      </p:cxnSp>
      <p:cxnSp>
        <p:nvCxnSpPr>
          <p:cNvPr id="14" name="直接连接符 13"/>
          <p:cNvCxnSpPr>
            <a:stCxn id="10" idx="3"/>
          </p:cNvCxnSpPr>
          <p:nvPr/>
        </p:nvCxnSpPr>
        <p:spPr>
          <a:xfrm>
            <a:off x="3177901" y="4610410"/>
            <a:ext cx="1233231" cy="10896"/>
          </a:xfrm>
          <a:prstGeom prst="line">
            <a:avLst/>
          </a:prstGeom>
        </p:spPr>
        <p:style>
          <a:lnRef idx="3">
            <a:schemeClr val="dk1"/>
          </a:lnRef>
          <a:fillRef idx="0">
            <a:schemeClr val="dk1"/>
          </a:fillRef>
          <a:effectRef idx="2">
            <a:schemeClr val="dk1"/>
          </a:effectRef>
          <a:fontRef idx="minor">
            <a:schemeClr val="tx1"/>
          </a:fontRef>
        </p:style>
      </p:cxnSp>
      <p:cxnSp>
        <p:nvCxnSpPr>
          <p:cNvPr id="15" name="直接连接符 14"/>
          <p:cNvCxnSpPr>
            <a:stCxn id="7" idx="1"/>
          </p:cNvCxnSpPr>
          <p:nvPr/>
        </p:nvCxnSpPr>
        <p:spPr>
          <a:xfrm flipH="1">
            <a:off x="7633944" y="2247592"/>
            <a:ext cx="1380156" cy="0"/>
          </a:xfrm>
          <a:prstGeom prst="line">
            <a:avLst/>
          </a:prstGeom>
        </p:spPr>
        <p:style>
          <a:lnRef idx="3">
            <a:schemeClr val="dk1"/>
          </a:lnRef>
          <a:fillRef idx="0">
            <a:schemeClr val="dk1"/>
          </a:fillRef>
          <a:effectRef idx="2">
            <a:schemeClr val="dk1"/>
          </a:effectRef>
          <a:fontRef idx="minor">
            <a:schemeClr val="tx1"/>
          </a:fontRef>
        </p:style>
      </p:cxnSp>
      <p:cxnSp>
        <p:nvCxnSpPr>
          <p:cNvPr id="16" name="直接连接符 15"/>
          <p:cNvCxnSpPr>
            <a:stCxn id="8" idx="1"/>
          </p:cNvCxnSpPr>
          <p:nvPr/>
        </p:nvCxnSpPr>
        <p:spPr>
          <a:xfrm flipH="1">
            <a:off x="7633944" y="4610410"/>
            <a:ext cx="1380156" cy="10896"/>
          </a:xfrm>
          <a:prstGeom prst="line">
            <a:avLst/>
          </a:prstGeom>
        </p:spPr>
        <p:style>
          <a:lnRef idx="3">
            <a:schemeClr val="dk1"/>
          </a:lnRef>
          <a:fillRef idx="0">
            <a:schemeClr val="dk1"/>
          </a:fillRef>
          <a:effectRef idx="2">
            <a:schemeClr val="dk1"/>
          </a:effectRef>
          <a:fontRef idx="minor">
            <a:schemeClr val="tx1"/>
          </a:fontRef>
        </p:style>
      </p:cxnSp>
      <p:cxnSp>
        <p:nvCxnSpPr>
          <p:cNvPr id="17" name="直接连接符 16"/>
          <p:cNvCxnSpPr>
            <a:stCxn id="6" idx="1"/>
          </p:cNvCxnSpPr>
          <p:nvPr/>
        </p:nvCxnSpPr>
        <p:spPr>
          <a:xfrm flipH="1">
            <a:off x="4411132" y="3429000"/>
            <a:ext cx="1329155" cy="0"/>
          </a:xfrm>
          <a:prstGeom prst="line">
            <a:avLst/>
          </a:prstGeom>
        </p:spPr>
        <p:style>
          <a:lnRef idx="3">
            <a:schemeClr val="dk1"/>
          </a:lnRef>
          <a:fillRef idx="0">
            <a:schemeClr val="dk1"/>
          </a:fillRef>
          <a:effectRef idx="2">
            <a:schemeClr val="dk1"/>
          </a:effectRef>
          <a:fontRef idx="minor">
            <a:schemeClr val="tx1"/>
          </a:fontRef>
        </p:style>
      </p:cxnSp>
      <p:cxnSp>
        <p:nvCxnSpPr>
          <p:cNvPr id="18" name="直接连接符 17"/>
          <p:cNvCxnSpPr>
            <a:stCxn id="6" idx="3"/>
          </p:cNvCxnSpPr>
          <p:nvPr/>
        </p:nvCxnSpPr>
        <p:spPr>
          <a:xfrm>
            <a:off x="6439013" y="3429000"/>
            <a:ext cx="1194931" cy="0"/>
          </a:xfrm>
          <a:prstGeom prst="line">
            <a:avLst/>
          </a:prstGeom>
        </p:spPr>
        <p:style>
          <a:lnRef idx="3">
            <a:schemeClr val="dk1"/>
          </a:lnRef>
          <a:fillRef idx="0">
            <a:schemeClr val="dk1"/>
          </a:fillRef>
          <a:effectRef idx="2">
            <a:schemeClr val="dk1"/>
          </a:effectRef>
          <a:fontRef idx="minor">
            <a:schemeClr val="tx1"/>
          </a:fontRef>
        </p:style>
      </p:cxnSp>
      <p:sp>
        <p:nvSpPr>
          <p:cNvPr id="19" name="Text Box 19"/>
          <p:cNvSpPr txBox="1">
            <a:spLocks noChangeArrowheads="1"/>
          </p:cNvSpPr>
          <p:nvPr/>
        </p:nvSpPr>
        <p:spPr bwMode="auto">
          <a:xfrm>
            <a:off x="1941700" y="2558320"/>
            <a:ext cx="2064989" cy="5870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nSpc>
                <a:spcPct val="120000"/>
              </a:lnSpc>
            </a:pPr>
            <a:r>
              <a:rPr lang="en-US" altLang="zh-CN" sz="1400" dirty="0">
                <a:latin typeface="微软雅黑 Light" panose="020B0502040204020203" pitchFamily="34" charset="-122"/>
                <a:ea typeface="微软雅黑 Light" panose="020B0502040204020203" pitchFamily="34" charset="-122"/>
                <a:cs typeface="+mn-ea"/>
                <a:sym typeface="+mn-lt"/>
              </a:rPr>
              <a:t>IP</a:t>
            </a:r>
            <a:r>
              <a:rPr lang="zh-CN" altLang="en-US" sz="1400" dirty="0">
                <a:latin typeface="微软雅黑 Light" panose="020B0502040204020203" pitchFamily="34" charset="-122"/>
                <a:ea typeface="微软雅黑 Light" panose="020B0502040204020203" pitchFamily="34" charset="-122"/>
                <a:cs typeface="+mn-ea"/>
                <a:sym typeface="+mn-lt"/>
              </a:rPr>
              <a:t>：    </a:t>
            </a:r>
            <a:r>
              <a:rPr lang="en-US" altLang="zh-CN" sz="1400" dirty="0">
                <a:latin typeface="微软雅黑 Light" panose="020B0502040204020203" pitchFamily="34" charset="-122"/>
                <a:ea typeface="微软雅黑 Light" panose="020B0502040204020203" pitchFamily="34" charset="-122"/>
                <a:cs typeface="+mn-ea"/>
                <a:sym typeface="+mn-lt"/>
              </a:rPr>
              <a:t>202.198.50.10</a:t>
            </a:r>
            <a:endParaRPr lang="en-US" altLang="zh-CN" sz="1400" dirty="0">
              <a:latin typeface="微软雅黑 Light" panose="020B0502040204020203" pitchFamily="34" charset="-122"/>
              <a:ea typeface="微软雅黑 Light" panose="020B0502040204020203" pitchFamily="34" charset="-122"/>
              <a:cs typeface="+mn-ea"/>
              <a:sym typeface="+mn-lt"/>
            </a:endParaRPr>
          </a:p>
          <a:p>
            <a:pPr>
              <a:lnSpc>
                <a:spcPct val="120000"/>
              </a:lnSpc>
            </a:pPr>
            <a:r>
              <a:rPr lang="zh-CN" altLang="en-US" sz="1400" dirty="0">
                <a:latin typeface="微软雅黑 Light" panose="020B0502040204020203" pitchFamily="34" charset="-122"/>
                <a:ea typeface="微软雅黑 Light" panose="020B0502040204020203" pitchFamily="34" charset="-122"/>
                <a:cs typeface="+mn-ea"/>
                <a:sym typeface="+mn-lt"/>
              </a:rPr>
              <a:t>掩码：</a:t>
            </a:r>
            <a:r>
              <a:rPr lang="en-US" altLang="zh-CN" sz="1400" dirty="0">
                <a:latin typeface="微软雅黑 Light" panose="020B0502040204020203" pitchFamily="34" charset="-122"/>
                <a:ea typeface="微软雅黑 Light" panose="020B0502040204020203" pitchFamily="34" charset="-122"/>
                <a:cs typeface="+mn-ea"/>
                <a:sym typeface="+mn-lt"/>
              </a:rPr>
              <a:t>255.255.255.128</a:t>
            </a:r>
            <a:endParaRPr lang="en-US" altLang="zh-CN" sz="1400" dirty="0">
              <a:latin typeface="微软雅黑 Light" panose="020B0502040204020203" pitchFamily="34" charset="-122"/>
              <a:ea typeface="微软雅黑 Light" panose="020B0502040204020203" pitchFamily="34" charset="-122"/>
              <a:cs typeface="+mn-ea"/>
              <a:sym typeface="+mn-lt"/>
            </a:endParaRPr>
          </a:p>
        </p:txBody>
      </p:sp>
      <p:sp>
        <p:nvSpPr>
          <p:cNvPr id="20" name="Text Box 20"/>
          <p:cNvSpPr txBox="1">
            <a:spLocks noChangeArrowheads="1"/>
          </p:cNvSpPr>
          <p:nvPr/>
        </p:nvSpPr>
        <p:spPr bwMode="auto">
          <a:xfrm>
            <a:off x="1941700" y="4919013"/>
            <a:ext cx="2064989" cy="5870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nSpc>
                <a:spcPct val="120000"/>
              </a:lnSpc>
            </a:pPr>
            <a:r>
              <a:rPr lang="en-US" altLang="zh-CN" sz="1400" dirty="0">
                <a:latin typeface="微软雅黑 Light" panose="020B0502040204020203" pitchFamily="34" charset="-122"/>
                <a:ea typeface="微软雅黑 Light" panose="020B0502040204020203" pitchFamily="34" charset="-122"/>
                <a:cs typeface="+mn-ea"/>
                <a:sym typeface="+mn-lt"/>
              </a:rPr>
              <a:t>IP</a:t>
            </a:r>
            <a:r>
              <a:rPr lang="zh-CN" altLang="en-US" sz="1400" dirty="0">
                <a:latin typeface="微软雅黑 Light" panose="020B0502040204020203" pitchFamily="34" charset="-122"/>
                <a:ea typeface="微软雅黑 Light" panose="020B0502040204020203" pitchFamily="34" charset="-122"/>
                <a:cs typeface="+mn-ea"/>
                <a:sym typeface="+mn-lt"/>
              </a:rPr>
              <a:t>：    </a:t>
            </a:r>
            <a:r>
              <a:rPr lang="en-US" altLang="zh-CN" sz="1400" dirty="0">
                <a:latin typeface="微软雅黑 Light" panose="020B0502040204020203" pitchFamily="34" charset="-122"/>
                <a:ea typeface="微软雅黑 Light" panose="020B0502040204020203" pitchFamily="34" charset="-122"/>
                <a:cs typeface="+mn-ea"/>
                <a:sym typeface="+mn-lt"/>
              </a:rPr>
              <a:t>202.198.50.xx</a:t>
            </a:r>
            <a:endParaRPr lang="en-US" altLang="zh-CN" sz="1400" dirty="0">
              <a:latin typeface="微软雅黑 Light" panose="020B0502040204020203" pitchFamily="34" charset="-122"/>
              <a:ea typeface="微软雅黑 Light" panose="020B0502040204020203" pitchFamily="34" charset="-122"/>
              <a:cs typeface="+mn-ea"/>
              <a:sym typeface="+mn-lt"/>
            </a:endParaRPr>
          </a:p>
          <a:p>
            <a:pPr>
              <a:lnSpc>
                <a:spcPct val="120000"/>
              </a:lnSpc>
            </a:pPr>
            <a:r>
              <a:rPr lang="zh-CN" altLang="en-US" sz="1400" dirty="0">
                <a:latin typeface="微软雅黑 Light" panose="020B0502040204020203" pitchFamily="34" charset="-122"/>
                <a:ea typeface="微软雅黑 Light" panose="020B0502040204020203" pitchFamily="34" charset="-122"/>
                <a:cs typeface="+mn-ea"/>
                <a:sym typeface="+mn-lt"/>
              </a:rPr>
              <a:t>掩码：</a:t>
            </a:r>
            <a:r>
              <a:rPr lang="en-US" altLang="zh-CN" sz="1400" dirty="0">
                <a:latin typeface="微软雅黑 Light" panose="020B0502040204020203" pitchFamily="34" charset="-122"/>
                <a:ea typeface="微软雅黑 Light" panose="020B0502040204020203" pitchFamily="34" charset="-122"/>
                <a:cs typeface="+mn-ea"/>
                <a:sym typeface="+mn-lt"/>
              </a:rPr>
              <a:t>255.255.255.128</a:t>
            </a:r>
            <a:endParaRPr lang="en-US" altLang="zh-CN" sz="1400" dirty="0">
              <a:latin typeface="微软雅黑 Light" panose="020B0502040204020203" pitchFamily="34" charset="-122"/>
              <a:ea typeface="微软雅黑 Light" panose="020B0502040204020203" pitchFamily="34" charset="-122"/>
              <a:cs typeface="+mn-ea"/>
              <a:sym typeface="+mn-lt"/>
            </a:endParaRPr>
          </a:p>
        </p:txBody>
      </p:sp>
      <p:sp>
        <p:nvSpPr>
          <p:cNvPr id="21" name="Text Box 28"/>
          <p:cNvSpPr txBox="1">
            <a:spLocks noChangeArrowheads="1"/>
          </p:cNvSpPr>
          <p:nvPr/>
        </p:nvSpPr>
        <p:spPr bwMode="auto">
          <a:xfrm>
            <a:off x="8350437" y="2558320"/>
            <a:ext cx="2064989" cy="5870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nSpc>
                <a:spcPct val="120000"/>
              </a:lnSpc>
            </a:pPr>
            <a:r>
              <a:rPr lang="en-US" altLang="zh-CN" sz="1400" dirty="0">
                <a:latin typeface="微软雅黑 Light" panose="020B0502040204020203" pitchFamily="34" charset="-122"/>
                <a:ea typeface="微软雅黑 Light" panose="020B0502040204020203" pitchFamily="34" charset="-122"/>
                <a:cs typeface="+mn-ea"/>
                <a:sym typeface="+mn-lt"/>
              </a:rPr>
              <a:t>IP</a:t>
            </a:r>
            <a:r>
              <a:rPr lang="zh-CN" altLang="en-US" sz="1400" dirty="0">
                <a:latin typeface="微软雅黑 Light" panose="020B0502040204020203" pitchFamily="34" charset="-122"/>
                <a:ea typeface="微软雅黑 Light" panose="020B0502040204020203" pitchFamily="34" charset="-122"/>
                <a:cs typeface="+mn-ea"/>
                <a:sym typeface="+mn-lt"/>
              </a:rPr>
              <a:t>：    </a:t>
            </a:r>
            <a:r>
              <a:rPr lang="en-US" altLang="zh-CN" sz="1400" dirty="0">
                <a:latin typeface="微软雅黑 Light" panose="020B0502040204020203" pitchFamily="34" charset="-122"/>
                <a:ea typeface="微软雅黑 Light" panose="020B0502040204020203" pitchFamily="34" charset="-122"/>
                <a:cs typeface="+mn-ea"/>
                <a:sym typeface="+mn-lt"/>
              </a:rPr>
              <a:t>202.198.50.140</a:t>
            </a:r>
            <a:endParaRPr lang="en-US" altLang="zh-CN" sz="1400" dirty="0">
              <a:latin typeface="微软雅黑 Light" panose="020B0502040204020203" pitchFamily="34" charset="-122"/>
              <a:ea typeface="微软雅黑 Light" panose="020B0502040204020203" pitchFamily="34" charset="-122"/>
              <a:cs typeface="+mn-ea"/>
              <a:sym typeface="+mn-lt"/>
            </a:endParaRPr>
          </a:p>
          <a:p>
            <a:pPr>
              <a:lnSpc>
                <a:spcPct val="120000"/>
              </a:lnSpc>
            </a:pPr>
            <a:r>
              <a:rPr lang="zh-CN" altLang="en-US" sz="1400" dirty="0">
                <a:latin typeface="微软雅黑 Light" panose="020B0502040204020203" pitchFamily="34" charset="-122"/>
                <a:ea typeface="微软雅黑 Light" panose="020B0502040204020203" pitchFamily="34" charset="-122"/>
                <a:cs typeface="+mn-ea"/>
                <a:sym typeface="+mn-lt"/>
              </a:rPr>
              <a:t>掩码：</a:t>
            </a:r>
            <a:r>
              <a:rPr lang="en-US" altLang="zh-CN" sz="1400" dirty="0">
                <a:latin typeface="微软雅黑 Light" panose="020B0502040204020203" pitchFamily="34" charset="-122"/>
                <a:ea typeface="微软雅黑 Light" panose="020B0502040204020203" pitchFamily="34" charset="-122"/>
                <a:cs typeface="+mn-ea"/>
                <a:sym typeface="+mn-lt"/>
              </a:rPr>
              <a:t>255.255.255.128</a:t>
            </a:r>
            <a:endParaRPr lang="en-US" altLang="zh-CN" sz="1400" dirty="0">
              <a:latin typeface="微软雅黑 Light" panose="020B0502040204020203" pitchFamily="34" charset="-122"/>
              <a:ea typeface="微软雅黑 Light" panose="020B0502040204020203" pitchFamily="34" charset="-122"/>
              <a:cs typeface="+mn-ea"/>
              <a:sym typeface="+mn-lt"/>
            </a:endParaRPr>
          </a:p>
        </p:txBody>
      </p:sp>
      <p:sp>
        <p:nvSpPr>
          <p:cNvPr id="22" name="Text Box 29"/>
          <p:cNvSpPr txBox="1">
            <a:spLocks noChangeArrowheads="1"/>
          </p:cNvSpPr>
          <p:nvPr/>
        </p:nvSpPr>
        <p:spPr bwMode="auto">
          <a:xfrm>
            <a:off x="8350437" y="4919013"/>
            <a:ext cx="2064989" cy="5870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nSpc>
                <a:spcPct val="120000"/>
              </a:lnSpc>
            </a:pPr>
            <a:r>
              <a:rPr lang="en-US" altLang="zh-CN" sz="1400" dirty="0">
                <a:latin typeface="微软雅黑 Light" panose="020B0502040204020203" pitchFamily="34" charset="-122"/>
                <a:ea typeface="微软雅黑 Light" panose="020B0502040204020203" pitchFamily="34" charset="-122"/>
                <a:cs typeface="+mn-ea"/>
                <a:sym typeface="+mn-lt"/>
              </a:rPr>
              <a:t>IP</a:t>
            </a:r>
            <a:r>
              <a:rPr lang="zh-CN" altLang="en-US" sz="1400" dirty="0">
                <a:latin typeface="微软雅黑 Light" panose="020B0502040204020203" pitchFamily="34" charset="-122"/>
                <a:ea typeface="微软雅黑 Light" panose="020B0502040204020203" pitchFamily="34" charset="-122"/>
                <a:cs typeface="+mn-ea"/>
                <a:sym typeface="+mn-lt"/>
              </a:rPr>
              <a:t>：    </a:t>
            </a:r>
            <a:r>
              <a:rPr lang="en-US" altLang="zh-CN" sz="1400" dirty="0">
                <a:latin typeface="微软雅黑 Light" panose="020B0502040204020203" pitchFamily="34" charset="-122"/>
                <a:ea typeface="微软雅黑 Light" panose="020B0502040204020203" pitchFamily="34" charset="-122"/>
                <a:cs typeface="+mn-ea"/>
                <a:sym typeface="+mn-lt"/>
              </a:rPr>
              <a:t>202.198.50.yy</a:t>
            </a:r>
            <a:endParaRPr lang="en-US" altLang="zh-CN" sz="1400" dirty="0">
              <a:latin typeface="微软雅黑 Light" panose="020B0502040204020203" pitchFamily="34" charset="-122"/>
              <a:ea typeface="微软雅黑 Light" panose="020B0502040204020203" pitchFamily="34" charset="-122"/>
              <a:cs typeface="+mn-ea"/>
              <a:sym typeface="+mn-lt"/>
            </a:endParaRPr>
          </a:p>
          <a:p>
            <a:pPr>
              <a:lnSpc>
                <a:spcPct val="120000"/>
              </a:lnSpc>
            </a:pPr>
            <a:r>
              <a:rPr lang="zh-CN" altLang="en-US" sz="1400" dirty="0">
                <a:latin typeface="微软雅黑 Light" panose="020B0502040204020203" pitchFamily="34" charset="-122"/>
                <a:ea typeface="微软雅黑 Light" panose="020B0502040204020203" pitchFamily="34" charset="-122"/>
                <a:cs typeface="+mn-ea"/>
                <a:sym typeface="+mn-lt"/>
              </a:rPr>
              <a:t>掩码：</a:t>
            </a:r>
            <a:r>
              <a:rPr lang="en-US" altLang="zh-CN" sz="1400" dirty="0">
                <a:latin typeface="微软雅黑 Light" panose="020B0502040204020203" pitchFamily="34" charset="-122"/>
                <a:ea typeface="微软雅黑 Light" panose="020B0502040204020203" pitchFamily="34" charset="-122"/>
                <a:cs typeface="+mn-ea"/>
                <a:sym typeface="+mn-lt"/>
              </a:rPr>
              <a:t>255.255.255.128</a:t>
            </a:r>
            <a:endParaRPr lang="en-US" altLang="zh-CN" sz="1400" dirty="0">
              <a:latin typeface="微软雅黑 Light" panose="020B0502040204020203" pitchFamily="34" charset="-122"/>
              <a:ea typeface="微软雅黑 Light" panose="020B0502040204020203" pitchFamily="34" charset="-122"/>
              <a:cs typeface="+mn-ea"/>
              <a:sym typeface="+mn-lt"/>
            </a:endParaRPr>
          </a:p>
        </p:txBody>
      </p:sp>
      <p:sp>
        <p:nvSpPr>
          <p:cNvPr id="23" name="AutoShape 33"/>
          <p:cNvSpPr>
            <a:spLocks noChangeArrowheads="1"/>
          </p:cNvSpPr>
          <p:nvPr/>
        </p:nvSpPr>
        <p:spPr bwMode="auto">
          <a:xfrm>
            <a:off x="5323000" y="3846214"/>
            <a:ext cx="2232025" cy="719137"/>
          </a:xfrm>
          <a:prstGeom prst="wedgeRoundRectCallout">
            <a:avLst>
              <a:gd name="adj1" fmla="val 995"/>
              <a:gd name="adj2" fmla="val -103421"/>
              <a:gd name="adj3" fmla="val 16667"/>
            </a:avLst>
          </a:prstGeom>
          <a:solidFill>
            <a:schemeClr val="accent1">
              <a:lumMod val="90000"/>
            </a:schemeClr>
          </a:solidFill>
          <a:ln w="9525" algn="ctr">
            <a:solidFill>
              <a:schemeClr val="accent2"/>
            </a:solidFill>
            <a:miter lim="800000"/>
          </a:ln>
          <a:effectLst/>
        </p:spPr>
        <p:txBody>
          <a:bodyPr anchor="ctr"/>
          <a:lstStyle/>
          <a:p>
            <a:pPr>
              <a:lnSpc>
                <a:spcPct val="120000"/>
              </a:lnSpc>
            </a:pPr>
            <a:r>
              <a:rPr lang="en-US" altLang="zh-CN" sz="1400" dirty="0">
                <a:latin typeface="微软雅黑 Light" panose="020B0502040204020203" pitchFamily="34" charset="-122"/>
                <a:ea typeface="微软雅黑 Light" panose="020B0502040204020203" pitchFamily="34" charset="-122"/>
                <a:cs typeface="+mn-ea"/>
                <a:sym typeface="+mn-lt"/>
              </a:rPr>
              <a:t>IP</a:t>
            </a:r>
            <a:r>
              <a:rPr lang="zh-CN" altLang="en-US" sz="1400" dirty="0">
                <a:latin typeface="微软雅黑 Light" panose="020B0502040204020203" pitchFamily="34" charset="-122"/>
                <a:ea typeface="微软雅黑 Light" panose="020B0502040204020203" pitchFamily="34" charset="-122"/>
                <a:cs typeface="+mn-ea"/>
                <a:sym typeface="+mn-lt"/>
              </a:rPr>
              <a:t>：    </a:t>
            </a:r>
            <a:r>
              <a:rPr lang="en-US" altLang="zh-CN" sz="1400" dirty="0">
                <a:latin typeface="微软雅黑 Light" panose="020B0502040204020203" pitchFamily="34" charset="-122"/>
                <a:ea typeface="微软雅黑 Light" panose="020B0502040204020203" pitchFamily="34" charset="-122"/>
                <a:cs typeface="+mn-ea"/>
                <a:sym typeface="+mn-lt"/>
              </a:rPr>
              <a:t>202.198.50.129</a:t>
            </a:r>
            <a:endParaRPr lang="en-US" altLang="zh-CN" sz="1400" dirty="0">
              <a:latin typeface="微软雅黑 Light" panose="020B0502040204020203" pitchFamily="34" charset="-122"/>
              <a:ea typeface="微软雅黑 Light" panose="020B0502040204020203" pitchFamily="34" charset="-122"/>
              <a:cs typeface="+mn-ea"/>
              <a:sym typeface="+mn-lt"/>
            </a:endParaRPr>
          </a:p>
          <a:p>
            <a:pPr>
              <a:lnSpc>
                <a:spcPct val="120000"/>
              </a:lnSpc>
            </a:pPr>
            <a:r>
              <a:rPr lang="zh-CN" altLang="en-US" sz="1400" dirty="0">
                <a:latin typeface="微软雅黑 Light" panose="020B0502040204020203" pitchFamily="34" charset="-122"/>
                <a:ea typeface="微软雅黑 Light" panose="020B0502040204020203" pitchFamily="34" charset="-122"/>
                <a:cs typeface="+mn-ea"/>
                <a:sym typeface="+mn-lt"/>
              </a:rPr>
              <a:t>掩码：</a:t>
            </a:r>
            <a:r>
              <a:rPr lang="en-US" altLang="zh-CN" sz="1400" dirty="0">
                <a:latin typeface="微软雅黑 Light" panose="020B0502040204020203" pitchFamily="34" charset="-122"/>
                <a:ea typeface="微软雅黑 Light" panose="020B0502040204020203" pitchFamily="34" charset="-122"/>
                <a:cs typeface="+mn-ea"/>
                <a:sym typeface="+mn-lt"/>
              </a:rPr>
              <a:t>255.255.255.128</a:t>
            </a:r>
            <a:endParaRPr lang="en-US" altLang="zh-CN" sz="1400" dirty="0">
              <a:latin typeface="微软雅黑 Light" panose="020B0502040204020203" pitchFamily="34" charset="-122"/>
              <a:ea typeface="微软雅黑 Light" panose="020B0502040204020203" pitchFamily="34" charset="-122"/>
              <a:cs typeface="+mn-ea"/>
              <a:sym typeface="+mn-lt"/>
            </a:endParaRPr>
          </a:p>
        </p:txBody>
      </p:sp>
      <p:sp>
        <p:nvSpPr>
          <p:cNvPr id="24" name="AutoShape 34"/>
          <p:cNvSpPr>
            <a:spLocks noChangeArrowheads="1"/>
          </p:cNvSpPr>
          <p:nvPr/>
        </p:nvSpPr>
        <p:spPr bwMode="auto">
          <a:xfrm>
            <a:off x="4675274" y="2064517"/>
            <a:ext cx="2232025" cy="719137"/>
          </a:xfrm>
          <a:prstGeom prst="wedgeRoundRectCallout">
            <a:avLst>
              <a:gd name="adj1" fmla="val -3199"/>
              <a:gd name="adj2" fmla="val 131014"/>
              <a:gd name="adj3" fmla="val 16667"/>
            </a:avLst>
          </a:prstGeom>
          <a:solidFill>
            <a:schemeClr val="accent1">
              <a:lumMod val="90000"/>
            </a:schemeClr>
          </a:solidFill>
          <a:ln w="9525" algn="ctr">
            <a:solidFill>
              <a:schemeClr val="accent2"/>
            </a:solidFill>
            <a:miter lim="800000"/>
          </a:ln>
          <a:effectLst/>
        </p:spPr>
        <p:txBody>
          <a:bodyPr anchor="ctr"/>
          <a:lstStyle/>
          <a:p>
            <a:pPr>
              <a:lnSpc>
                <a:spcPct val="120000"/>
              </a:lnSpc>
            </a:pPr>
            <a:r>
              <a:rPr lang="en-US" altLang="zh-CN" sz="1400" dirty="0">
                <a:latin typeface="微软雅黑 Light" panose="020B0502040204020203" pitchFamily="34" charset="-122"/>
                <a:ea typeface="微软雅黑 Light" panose="020B0502040204020203" pitchFamily="34" charset="-122"/>
                <a:cs typeface="+mn-ea"/>
                <a:sym typeface="+mn-lt"/>
              </a:rPr>
              <a:t>IP</a:t>
            </a:r>
            <a:r>
              <a:rPr lang="zh-CN" altLang="en-US" sz="1400" dirty="0">
                <a:latin typeface="微软雅黑 Light" panose="020B0502040204020203" pitchFamily="34" charset="-122"/>
                <a:ea typeface="微软雅黑 Light" panose="020B0502040204020203" pitchFamily="34" charset="-122"/>
                <a:cs typeface="+mn-ea"/>
                <a:sym typeface="+mn-lt"/>
              </a:rPr>
              <a:t>：    </a:t>
            </a:r>
            <a:r>
              <a:rPr lang="en-US" altLang="zh-CN" sz="1400" dirty="0">
                <a:latin typeface="微软雅黑 Light" panose="020B0502040204020203" pitchFamily="34" charset="-122"/>
                <a:ea typeface="微软雅黑 Light" panose="020B0502040204020203" pitchFamily="34" charset="-122"/>
                <a:cs typeface="+mn-ea"/>
                <a:sym typeface="+mn-lt"/>
              </a:rPr>
              <a:t>202.198.50.1</a:t>
            </a:r>
            <a:endParaRPr lang="en-US" altLang="zh-CN" sz="1400" dirty="0">
              <a:latin typeface="微软雅黑 Light" panose="020B0502040204020203" pitchFamily="34" charset="-122"/>
              <a:ea typeface="微软雅黑 Light" panose="020B0502040204020203" pitchFamily="34" charset="-122"/>
              <a:cs typeface="+mn-ea"/>
              <a:sym typeface="+mn-lt"/>
            </a:endParaRPr>
          </a:p>
          <a:p>
            <a:pPr>
              <a:lnSpc>
                <a:spcPct val="120000"/>
              </a:lnSpc>
            </a:pPr>
            <a:r>
              <a:rPr lang="zh-CN" altLang="en-US" sz="1400" dirty="0">
                <a:latin typeface="微软雅黑 Light" panose="020B0502040204020203" pitchFamily="34" charset="-122"/>
                <a:ea typeface="微软雅黑 Light" panose="020B0502040204020203" pitchFamily="34" charset="-122"/>
                <a:cs typeface="+mn-ea"/>
                <a:sym typeface="+mn-lt"/>
              </a:rPr>
              <a:t>掩码：</a:t>
            </a:r>
            <a:r>
              <a:rPr lang="en-US" altLang="zh-CN" sz="1400" dirty="0">
                <a:latin typeface="微软雅黑 Light" panose="020B0502040204020203" pitchFamily="34" charset="-122"/>
                <a:ea typeface="微软雅黑 Light" panose="020B0502040204020203" pitchFamily="34" charset="-122"/>
                <a:cs typeface="+mn-ea"/>
                <a:sym typeface="+mn-lt"/>
              </a:rPr>
              <a:t>255.255.255.128</a:t>
            </a:r>
            <a:endParaRPr lang="en-US" altLang="zh-CN" sz="1400" dirty="0">
              <a:latin typeface="微软雅黑 Light" panose="020B0502040204020203" pitchFamily="34" charset="-122"/>
              <a:ea typeface="微软雅黑 Light" panose="020B0502040204020203" pitchFamily="34" charset="-122"/>
              <a:cs typeface="+mn-ea"/>
              <a:sym typeface="+mn-lt"/>
            </a:endParaRPr>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网络中</a:t>
            </a:r>
            <a:r>
              <a:rPr lang="en-US" altLang="zh-CN" dirty="0"/>
              <a:t>IP</a:t>
            </a:r>
            <a:r>
              <a:rPr lang="zh-CN" altLang="en-US" dirty="0"/>
              <a:t>地址使用示例</a:t>
            </a:r>
            <a:endParaRPr lang="zh-CN" altLang="en-US" dirty="0"/>
          </a:p>
        </p:txBody>
      </p:sp>
      <p:sp>
        <p:nvSpPr>
          <p:cNvPr id="5" name="内容占位符 4"/>
          <p:cNvSpPr>
            <a:spLocks noGrp="1"/>
          </p:cNvSpPr>
          <p:nvPr>
            <p:ph sz="half" idx="1"/>
          </p:nvPr>
        </p:nvSpPr>
        <p:spPr>
          <a:xfrm>
            <a:off x="334435" y="1052514"/>
            <a:ext cx="3085235" cy="5437187"/>
          </a:xfrm>
        </p:spPr>
        <p:txBody>
          <a:bodyPr>
            <a:normAutofit/>
          </a:bodyPr>
          <a:lstStyle/>
          <a:p>
            <a:r>
              <a:rPr lang="zh-CN" altLang="en-US" dirty="0"/>
              <a:t>路由器通常有</a:t>
            </a:r>
            <a:r>
              <a:rPr lang="en-US" altLang="zh-CN" dirty="0"/>
              <a:t>2</a:t>
            </a:r>
            <a:r>
              <a:rPr lang="zh-CN" altLang="en-US" dirty="0"/>
              <a:t>个以上的接口</a:t>
            </a:r>
            <a:endParaRPr lang="en-US" altLang="zh-CN" dirty="0"/>
          </a:p>
          <a:p>
            <a:pPr lvl="1"/>
            <a:r>
              <a:rPr lang="zh-CN" altLang="en-US" dirty="0"/>
              <a:t>分别连接到不同的网络</a:t>
            </a:r>
            <a:endParaRPr lang="en-US" altLang="zh-CN" dirty="0"/>
          </a:p>
          <a:p>
            <a:pPr lvl="1"/>
            <a:r>
              <a:rPr lang="zh-CN" altLang="en-US" dirty="0"/>
              <a:t>每个接口有不同网段的</a:t>
            </a:r>
            <a:r>
              <a:rPr lang="en-US" altLang="zh-CN" dirty="0"/>
              <a:t>IP</a:t>
            </a:r>
            <a:r>
              <a:rPr lang="zh-CN" altLang="en-US" dirty="0"/>
              <a:t>地址</a:t>
            </a:r>
            <a:endParaRPr lang="zh-CN" altLang="en-US" dirty="0"/>
          </a:p>
          <a:p>
            <a:r>
              <a:rPr lang="zh-CN" altLang="en-US" dirty="0"/>
              <a:t>两台路由器连接的端口，通常使用</a:t>
            </a:r>
            <a:r>
              <a:rPr lang="en-US" altLang="zh-CN" dirty="0"/>
              <a:t>30</a:t>
            </a:r>
            <a:r>
              <a:rPr lang="zh-CN" altLang="en-US" dirty="0"/>
              <a:t>位掩码的网络地址，减少网络地址的浪费</a:t>
            </a:r>
            <a:endParaRPr lang="zh-CN" altLang="en-US" dirty="0"/>
          </a:p>
          <a:p>
            <a:endParaRPr lang="zh-CN" altLang="en-US" dirty="0"/>
          </a:p>
        </p:txBody>
      </p:sp>
      <p:sp>
        <p:nvSpPr>
          <p:cNvPr id="6" name="内容占位符 5"/>
          <p:cNvSpPr>
            <a:spLocks noGrp="1"/>
          </p:cNvSpPr>
          <p:nvPr>
            <p:ph sz="half" idx="2"/>
          </p:nvPr>
        </p:nvSpPr>
        <p:spPr>
          <a:xfrm>
            <a:off x="9035982" y="1052514"/>
            <a:ext cx="2821586" cy="5437187"/>
          </a:xfrm>
        </p:spPr>
        <p:txBody>
          <a:bodyPr>
            <a:normAutofit/>
          </a:bodyPr>
          <a:lstStyle/>
          <a:p>
            <a:r>
              <a:rPr lang="zh-CN" altLang="en-US" dirty="0"/>
              <a:t>一个局域网内的所有主机、路由器接口的</a:t>
            </a:r>
            <a:r>
              <a:rPr lang="en-US" altLang="zh-CN" dirty="0"/>
              <a:t>IP</a:t>
            </a:r>
            <a:r>
              <a:rPr lang="zh-CN" altLang="en-US" dirty="0"/>
              <a:t>地址必须是同一个网段</a:t>
            </a:r>
            <a:r>
              <a:rPr lang="en-US" altLang="zh-CN" dirty="0"/>
              <a:t>IP</a:t>
            </a:r>
            <a:r>
              <a:rPr lang="zh-CN" altLang="en-US" dirty="0"/>
              <a:t>地址</a:t>
            </a:r>
            <a:endParaRPr lang="zh-CN" altLang="en-US" dirty="0"/>
          </a:p>
          <a:p>
            <a:r>
              <a:rPr lang="zh-CN" altLang="en-US" dirty="0"/>
              <a:t>网络号通常由管理机构分配，网络内部主机号的分配由使用者自行分配</a:t>
            </a:r>
            <a:endParaRPr lang="zh-CN" altLang="en-US" dirty="0"/>
          </a:p>
          <a:p>
            <a:endParaRPr lang="zh-CN" altLang="en-US" dirty="0"/>
          </a:p>
        </p:txBody>
      </p:sp>
      <p:sp>
        <p:nvSpPr>
          <p:cNvPr id="4" name="灯片编号占位符 3"/>
          <p:cNvSpPr>
            <a:spLocks noGrp="1"/>
          </p:cNvSpPr>
          <p:nvPr>
            <p:ph type="sldNum" sz="quarter" idx="12"/>
          </p:nvPr>
        </p:nvSpPr>
        <p:spPr/>
        <p:txBody>
          <a:bodyPr/>
          <a:lstStyle/>
          <a:p>
            <a:pPr>
              <a:defRPr/>
            </a:pPr>
            <a:fld id="{816960B2-2B11-492C-B588-5290E1274F96}" type="slidenum">
              <a:rPr lang="en-US" altLang="zh-CN" smtClean="0"/>
            </a:fld>
            <a:endParaRPr lang="en-US" altLang="zh-CN" dirty="0"/>
          </a:p>
        </p:txBody>
      </p:sp>
      <p:pic>
        <p:nvPicPr>
          <p:cNvPr id="7" name="图形 6"/>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5843863" y="3806024"/>
            <a:ext cx="396153" cy="396153"/>
          </a:xfrm>
          <a:prstGeom prst="rect">
            <a:avLst/>
          </a:prstGeom>
        </p:spPr>
      </p:pic>
      <p:pic>
        <p:nvPicPr>
          <p:cNvPr id="8" name="图形 7"/>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860188" y="1371085"/>
            <a:ext cx="462179" cy="349936"/>
          </a:xfrm>
          <a:prstGeom prst="rect">
            <a:avLst/>
          </a:prstGeom>
        </p:spPr>
      </p:pic>
      <p:pic>
        <p:nvPicPr>
          <p:cNvPr id="9" name="图形 8"/>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646654" y="1371085"/>
            <a:ext cx="462179" cy="349936"/>
          </a:xfrm>
          <a:prstGeom prst="rect">
            <a:avLst/>
          </a:prstGeom>
        </p:spPr>
      </p:pic>
      <p:pic>
        <p:nvPicPr>
          <p:cNvPr id="10" name="图形 9"/>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860188" y="5429506"/>
            <a:ext cx="462179" cy="349936"/>
          </a:xfrm>
          <a:prstGeom prst="rect">
            <a:avLst/>
          </a:prstGeom>
        </p:spPr>
      </p:pic>
      <p:pic>
        <p:nvPicPr>
          <p:cNvPr id="11" name="图形 10"/>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646654" y="5429506"/>
            <a:ext cx="462179" cy="349936"/>
          </a:xfrm>
          <a:prstGeom prst="rect">
            <a:avLst/>
          </a:prstGeom>
        </p:spPr>
      </p:pic>
      <p:cxnSp>
        <p:nvCxnSpPr>
          <p:cNvPr id="12" name="直接连接符 11"/>
          <p:cNvCxnSpPr/>
          <p:nvPr/>
        </p:nvCxnSpPr>
        <p:spPr>
          <a:xfrm>
            <a:off x="4860188" y="5167039"/>
            <a:ext cx="2248645" cy="0"/>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a:stCxn id="25" idx="0"/>
            <a:endCxn id="7" idx="2"/>
          </p:cNvCxnSpPr>
          <p:nvPr/>
        </p:nvCxnSpPr>
        <p:spPr>
          <a:xfrm flipV="1">
            <a:off x="6041940" y="4202177"/>
            <a:ext cx="0" cy="221528"/>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a:stCxn id="25" idx="2"/>
          </p:cNvCxnSpPr>
          <p:nvPr/>
        </p:nvCxnSpPr>
        <p:spPr>
          <a:xfrm>
            <a:off x="6041940" y="4819858"/>
            <a:ext cx="0" cy="347181"/>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a:stCxn id="24" idx="2"/>
            <a:endCxn id="7" idx="0"/>
          </p:cNvCxnSpPr>
          <p:nvPr/>
        </p:nvCxnSpPr>
        <p:spPr>
          <a:xfrm>
            <a:off x="6041940" y="3231888"/>
            <a:ext cx="0" cy="574136"/>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a:stCxn id="23" idx="2"/>
            <a:endCxn id="24" idx="0"/>
          </p:cNvCxnSpPr>
          <p:nvPr/>
        </p:nvCxnSpPr>
        <p:spPr>
          <a:xfrm>
            <a:off x="6041940" y="2614507"/>
            <a:ext cx="0" cy="221228"/>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a:endCxn id="11" idx="0"/>
          </p:cNvCxnSpPr>
          <p:nvPr/>
        </p:nvCxnSpPr>
        <p:spPr>
          <a:xfrm>
            <a:off x="6877743" y="5167039"/>
            <a:ext cx="1" cy="262467"/>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18" name="直接连接符 17"/>
          <p:cNvCxnSpPr>
            <a:endCxn id="10" idx="0"/>
          </p:cNvCxnSpPr>
          <p:nvPr/>
        </p:nvCxnSpPr>
        <p:spPr>
          <a:xfrm>
            <a:off x="5091277" y="5167039"/>
            <a:ext cx="1" cy="262467"/>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sp>
        <p:nvSpPr>
          <p:cNvPr id="19" name="文本框 18"/>
          <p:cNvSpPr txBox="1"/>
          <p:nvPr/>
        </p:nvSpPr>
        <p:spPr>
          <a:xfrm>
            <a:off x="3594875" y="1390610"/>
            <a:ext cx="1321196" cy="330411"/>
          </a:xfrm>
          <a:prstGeom prst="rect">
            <a:avLst/>
          </a:prstGeom>
          <a:noFill/>
        </p:spPr>
        <p:txBody>
          <a:bodyPr wrap="none" rtlCol="0">
            <a:spAutoFit/>
          </a:bodyPr>
          <a:lstStyle/>
          <a:p>
            <a:pPr>
              <a:lnSpc>
                <a:spcPct val="120000"/>
              </a:lnSpc>
            </a:pPr>
            <a:r>
              <a:rPr lang="en-US" altLang="zh-CN" sz="1400" u="dbl" dirty="0">
                <a:solidFill>
                  <a:srgbClr val="002060"/>
                </a:solidFill>
                <a:latin typeface="微软雅黑 Light" panose="020B0502040204020203" pitchFamily="34" charset="-122"/>
                <a:ea typeface="微软雅黑 Light" panose="020B0502040204020203" pitchFamily="34" charset="-122"/>
                <a:cs typeface="+mn-ea"/>
                <a:sym typeface="+mn-lt"/>
              </a:rPr>
              <a:t>202.198.1</a:t>
            </a:r>
            <a:r>
              <a:rPr lang="en-US" altLang="zh-CN" sz="1400" dirty="0">
                <a:solidFill>
                  <a:srgbClr val="002060"/>
                </a:solidFill>
                <a:latin typeface="微软雅黑 Light" panose="020B0502040204020203" pitchFamily="34" charset="-122"/>
                <a:ea typeface="微软雅黑 Light" panose="020B0502040204020203" pitchFamily="34" charset="-122"/>
                <a:cs typeface="+mn-ea"/>
                <a:sym typeface="+mn-lt"/>
              </a:rPr>
              <a:t>.</a:t>
            </a:r>
            <a:r>
              <a:rPr lang="en-US" altLang="zh-CN" sz="1400" dirty="0">
                <a:latin typeface="微软雅黑 Light" panose="020B0502040204020203" pitchFamily="34" charset="-122"/>
                <a:ea typeface="微软雅黑 Light" panose="020B0502040204020203" pitchFamily="34" charset="-122"/>
                <a:cs typeface="+mn-ea"/>
                <a:sym typeface="+mn-lt"/>
              </a:rPr>
              <a:t>2</a:t>
            </a:r>
            <a:r>
              <a:rPr lang="en-US" altLang="zh-CN" sz="1400" dirty="0">
                <a:solidFill>
                  <a:srgbClr val="002060"/>
                </a:solidFill>
                <a:latin typeface="微软雅黑 Light" panose="020B0502040204020203" pitchFamily="34" charset="-122"/>
                <a:ea typeface="微软雅黑 Light" panose="020B0502040204020203" pitchFamily="34" charset="-122"/>
                <a:cs typeface="+mn-ea"/>
                <a:sym typeface="+mn-lt"/>
              </a:rPr>
              <a:t>/24</a:t>
            </a:r>
            <a:endParaRPr lang="zh-CN" altLang="en-US" sz="1400" dirty="0">
              <a:solidFill>
                <a:srgbClr val="002060"/>
              </a:solidFill>
              <a:latin typeface="微软雅黑 Light" panose="020B0502040204020203" pitchFamily="34" charset="-122"/>
              <a:ea typeface="微软雅黑 Light" panose="020B0502040204020203" pitchFamily="34" charset="-122"/>
              <a:cs typeface="+mn-ea"/>
              <a:sym typeface="+mn-lt"/>
            </a:endParaRPr>
          </a:p>
        </p:txBody>
      </p:sp>
      <p:sp>
        <p:nvSpPr>
          <p:cNvPr id="20" name="文本框 19"/>
          <p:cNvSpPr txBox="1"/>
          <p:nvPr/>
        </p:nvSpPr>
        <p:spPr>
          <a:xfrm>
            <a:off x="3621397" y="5253366"/>
            <a:ext cx="1351652" cy="330411"/>
          </a:xfrm>
          <a:prstGeom prst="rect">
            <a:avLst/>
          </a:prstGeom>
          <a:noFill/>
        </p:spPr>
        <p:txBody>
          <a:bodyPr wrap="none" rtlCol="0">
            <a:spAutoFit/>
          </a:bodyPr>
          <a:lstStyle>
            <a:defPPr>
              <a:defRPr lang="zh-CN"/>
            </a:defPPr>
            <a:lvl1pPr>
              <a:lnSpc>
                <a:spcPct val="120000"/>
              </a:lnSpc>
              <a:defRPr sz="1400">
                <a:latin typeface="微软雅黑 Light" panose="020B0502040204020203" pitchFamily="34" charset="-122"/>
                <a:ea typeface="微软雅黑 Light" panose="020B0502040204020203" pitchFamily="34" charset="-122"/>
                <a:cs typeface="+mn-ea"/>
              </a:defRPr>
            </a:lvl1pPr>
          </a:lstStyle>
          <a:p>
            <a:r>
              <a:rPr lang="en-US" altLang="zh-CN" dirty="0">
                <a:sym typeface="+mn-lt"/>
              </a:rPr>
              <a:t>202.198.2.2/24</a:t>
            </a:r>
            <a:endParaRPr lang="zh-CN" altLang="en-US" dirty="0">
              <a:sym typeface="+mn-lt"/>
            </a:endParaRPr>
          </a:p>
        </p:txBody>
      </p:sp>
      <p:sp>
        <p:nvSpPr>
          <p:cNvPr id="21" name="文本框 20"/>
          <p:cNvSpPr txBox="1"/>
          <p:nvPr/>
        </p:nvSpPr>
        <p:spPr>
          <a:xfrm>
            <a:off x="7064462" y="1502079"/>
            <a:ext cx="1321196" cy="330411"/>
          </a:xfrm>
          <a:prstGeom prst="rect">
            <a:avLst/>
          </a:prstGeom>
          <a:noFill/>
        </p:spPr>
        <p:txBody>
          <a:bodyPr wrap="none" rtlCol="0">
            <a:spAutoFit/>
          </a:bodyPr>
          <a:lstStyle/>
          <a:p>
            <a:pPr>
              <a:lnSpc>
                <a:spcPct val="120000"/>
              </a:lnSpc>
            </a:pPr>
            <a:r>
              <a:rPr lang="en-US" altLang="zh-CN" sz="1400" u="dbl" dirty="0">
                <a:solidFill>
                  <a:srgbClr val="002060"/>
                </a:solidFill>
                <a:latin typeface="微软雅黑 Light" panose="020B0502040204020203" pitchFamily="34" charset="-122"/>
                <a:ea typeface="微软雅黑 Light" panose="020B0502040204020203" pitchFamily="34" charset="-122"/>
                <a:cs typeface="+mn-ea"/>
                <a:sym typeface="+mn-lt"/>
              </a:rPr>
              <a:t>202.198.1</a:t>
            </a:r>
            <a:r>
              <a:rPr lang="en-US" altLang="zh-CN" sz="1400" dirty="0">
                <a:solidFill>
                  <a:srgbClr val="002060"/>
                </a:solidFill>
                <a:latin typeface="微软雅黑 Light" panose="020B0502040204020203" pitchFamily="34" charset="-122"/>
                <a:ea typeface="微软雅黑 Light" panose="020B0502040204020203" pitchFamily="34" charset="-122"/>
                <a:cs typeface="+mn-ea"/>
                <a:sym typeface="+mn-lt"/>
              </a:rPr>
              <a:t>.</a:t>
            </a:r>
            <a:r>
              <a:rPr lang="en-US" altLang="zh-CN" sz="1400" dirty="0">
                <a:latin typeface="微软雅黑 Light" panose="020B0502040204020203" pitchFamily="34" charset="-122"/>
                <a:ea typeface="微软雅黑 Light" panose="020B0502040204020203" pitchFamily="34" charset="-122"/>
                <a:cs typeface="+mn-ea"/>
                <a:sym typeface="+mn-lt"/>
              </a:rPr>
              <a:t>3</a:t>
            </a:r>
            <a:r>
              <a:rPr lang="en-US" altLang="zh-CN" sz="1400" dirty="0">
                <a:solidFill>
                  <a:srgbClr val="002060"/>
                </a:solidFill>
                <a:latin typeface="微软雅黑 Light" panose="020B0502040204020203" pitchFamily="34" charset="-122"/>
                <a:ea typeface="微软雅黑 Light" panose="020B0502040204020203" pitchFamily="34" charset="-122"/>
                <a:cs typeface="+mn-ea"/>
                <a:sym typeface="+mn-lt"/>
              </a:rPr>
              <a:t>/24</a:t>
            </a:r>
            <a:endParaRPr lang="zh-CN" altLang="en-US" sz="1400" dirty="0">
              <a:solidFill>
                <a:srgbClr val="002060"/>
              </a:solidFill>
              <a:latin typeface="微软雅黑 Light" panose="020B0502040204020203" pitchFamily="34" charset="-122"/>
              <a:ea typeface="微软雅黑 Light" panose="020B0502040204020203" pitchFamily="34" charset="-122"/>
              <a:cs typeface="+mn-ea"/>
              <a:sym typeface="+mn-lt"/>
            </a:endParaRPr>
          </a:p>
        </p:txBody>
      </p:sp>
      <p:sp>
        <p:nvSpPr>
          <p:cNvPr id="22" name="文本框 21"/>
          <p:cNvSpPr txBox="1"/>
          <p:nvPr/>
        </p:nvSpPr>
        <p:spPr>
          <a:xfrm>
            <a:off x="7093189" y="5369069"/>
            <a:ext cx="1351652" cy="330411"/>
          </a:xfrm>
          <a:prstGeom prst="rect">
            <a:avLst/>
          </a:prstGeom>
          <a:noFill/>
        </p:spPr>
        <p:txBody>
          <a:bodyPr wrap="none" rtlCol="0">
            <a:spAutoFit/>
          </a:bodyPr>
          <a:lstStyle/>
          <a:p>
            <a:pPr>
              <a:lnSpc>
                <a:spcPct val="120000"/>
              </a:lnSpc>
            </a:pPr>
            <a:r>
              <a:rPr lang="en-US" altLang="zh-CN" sz="1400" dirty="0">
                <a:latin typeface="微软雅黑 Light" panose="020B0502040204020203" pitchFamily="34" charset="-122"/>
                <a:ea typeface="微软雅黑 Light" panose="020B0502040204020203" pitchFamily="34" charset="-122"/>
                <a:cs typeface="+mn-ea"/>
                <a:sym typeface="+mn-lt"/>
              </a:rPr>
              <a:t>202.198.2.3/24</a:t>
            </a:r>
            <a:endParaRPr lang="zh-CN" altLang="en-US" sz="1400" dirty="0">
              <a:latin typeface="微软雅黑 Light" panose="020B0502040204020203" pitchFamily="34" charset="-122"/>
              <a:ea typeface="微软雅黑 Light" panose="020B0502040204020203" pitchFamily="34" charset="-122"/>
              <a:cs typeface="+mn-ea"/>
              <a:sym typeface="+mn-lt"/>
            </a:endParaRPr>
          </a:p>
        </p:txBody>
      </p:sp>
      <p:pic>
        <p:nvPicPr>
          <p:cNvPr id="23" name="图形 22"/>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843863" y="2218354"/>
            <a:ext cx="396153" cy="396153"/>
          </a:xfrm>
          <a:prstGeom prst="rect">
            <a:avLst/>
          </a:prstGeom>
        </p:spPr>
      </p:pic>
      <p:pic>
        <p:nvPicPr>
          <p:cNvPr id="24" name="图形 23"/>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5843863" y="2835735"/>
            <a:ext cx="396153" cy="396153"/>
          </a:xfrm>
          <a:prstGeom prst="rect">
            <a:avLst/>
          </a:prstGeom>
        </p:spPr>
      </p:pic>
      <p:pic>
        <p:nvPicPr>
          <p:cNvPr id="25" name="图形 24"/>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843863" y="4423705"/>
            <a:ext cx="396153" cy="396153"/>
          </a:xfrm>
          <a:prstGeom prst="rect">
            <a:avLst/>
          </a:prstGeom>
        </p:spPr>
      </p:pic>
      <p:cxnSp>
        <p:nvCxnSpPr>
          <p:cNvPr id="26" name="直接连接符 25"/>
          <p:cNvCxnSpPr/>
          <p:nvPr/>
        </p:nvCxnSpPr>
        <p:spPr>
          <a:xfrm flipV="1">
            <a:off x="4860188" y="1913415"/>
            <a:ext cx="2248645" cy="0"/>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27" name="直接连接符 26"/>
          <p:cNvCxnSpPr>
            <a:stCxn id="23" idx="0"/>
          </p:cNvCxnSpPr>
          <p:nvPr/>
        </p:nvCxnSpPr>
        <p:spPr>
          <a:xfrm flipV="1">
            <a:off x="6041940" y="1913415"/>
            <a:ext cx="0" cy="304939"/>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28" name="直接连接符 27"/>
          <p:cNvCxnSpPr>
            <a:endCxn id="9" idx="2"/>
          </p:cNvCxnSpPr>
          <p:nvPr/>
        </p:nvCxnSpPr>
        <p:spPr>
          <a:xfrm flipV="1">
            <a:off x="6877743" y="1721021"/>
            <a:ext cx="1" cy="192394"/>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29" name="直接连接符 28"/>
          <p:cNvCxnSpPr>
            <a:endCxn id="8" idx="2"/>
          </p:cNvCxnSpPr>
          <p:nvPr/>
        </p:nvCxnSpPr>
        <p:spPr>
          <a:xfrm flipV="1">
            <a:off x="5091277" y="1721021"/>
            <a:ext cx="1" cy="192394"/>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sp>
        <p:nvSpPr>
          <p:cNvPr id="33" name="文本框 32"/>
          <p:cNvSpPr txBox="1"/>
          <p:nvPr/>
        </p:nvSpPr>
        <p:spPr>
          <a:xfrm>
            <a:off x="4680712" y="3163662"/>
            <a:ext cx="1287532" cy="330411"/>
          </a:xfrm>
          <a:prstGeom prst="rect">
            <a:avLst/>
          </a:prstGeom>
          <a:noFill/>
        </p:spPr>
        <p:txBody>
          <a:bodyPr wrap="none" rtlCol="0">
            <a:spAutoFit/>
          </a:bodyPr>
          <a:lstStyle/>
          <a:p>
            <a:pPr>
              <a:lnSpc>
                <a:spcPct val="120000"/>
              </a:lnSpc>
            </a:pPr>
            <a:r>
              <a:rPr lang="en-US" altLang="zh-CN" sz="1400" dirty="0">
                <a:latin typeface="微软雅黑 Light" panose="020B0502040204020203" pitchFamily="34" charset="-122"/>
                <a:ea typeface="微软雅黑 Light" panose="020B0502040204020203" pitchFamily="34" charset="-122"/>
                <a:cs typeface="+mn-ea"/>
                <a:sym typeface="+mn-lt"/>
              </a:rPr>
              <a:t>192.168.2.1/30</a:t>
            </a:r>
            <a:endParaRPr lang="zh-CN" altLang="en-US" sz="1400" dirty="0">
              <a:latin typeface="微软雅黑 Light" panose="020B0502040204020203" pitchFamily="34" charset="-122"/>
              <a:ea typeface="微软雅黑 Light" panose="020B0502040204020203" pitchFamily="34" charset="-122"/>
              <a:cs typeface="+mn-ea"/>
              <a:sym typeface="+mn-lt"/>
            </a:endParaRPr>
          </a:p>
        </p:txBody>
      </p:sp>
      <p:sp>
        <p:nvSpPr>
          <p:cNvPr id="34" name="文本框 33"/>
          <p:cNvSpPr txBox="1"/>
          <p:nvPr/>
        </p:nvSpPr>
        <p:spPr>
          <a:xfrm>
            <a:off x="4680712" y="3563143"/>
            <a:ext cx="1317990" cy="330411"/>
          </a:xfrm>
          <a:prstGeom prst="rect">
            <a:avLst/>
          </a:prstGeom>
          <a:noFill/>
        </p:spPr>
        <p:txBody>
          <a:bodyPr wrap="none" rtlCol="0">
            <a:spAutoFit/>
          </a:bodyPr>
          <a:lstStyle/>
          <a:p>
            <a:pPr>
              <a:lnSpc>
                <a:spcPct val="120000"/>
              </a:lnSpc>
            </a:pPr>
            <a:r>
              <a:rPr lang="en-US" altLang="zh-CN" sz="1400" dirty="0">
                <a:latin typeface="微软雅黑 Light" panose="020B0502040204020203" pitchFamily="34" charset="-122"/>
                <a:ea typeface="微软雅黑 Light" panose="020B0502040204020203" pitchFamily="34" charset="-122"/>
                <a:cs typeface="+mn-ea"/>
                <a:sym typeface="+mn-lt"/>
              </a:rPr>
              <a:t>192.168.2.2/30</a:t>
            </a:r>
            <a:endParaRPr lang="zh-CN" altLang="en-US" sz="1400" dirty="0">
              <a:latin typeface="微软雅黑 Light" panose="020B0502040204020203" pitchFamily="34" charset="-122"/>
              <a:ea typeface="微软雅黑 Light" panose="020B0502040204020203" pitchFamily="34" charset="-122"/>
              <a:cs typeface="+mn-ea"/>
              <a:sym typeface="+mn-lt"/>
            </a:endParaRPr>
          </a:p>
        </p:txBody>
      </p:sp>
      <p:sp>
        <p:nvSpPr>
          <p:cNvPr id="35" name="文本框 34"/>
          <p:cNvSpPr txBox="1"/>
          <p:nvPr/>
        </p:nvSpPr>
        <p:spPr>
          <a:xfrm>
            <a:off x="5971167" y="4163799"/>
            <a:ext cx="1553630" cy="330411"/>
          </a:xfrm>
          <a:prstGeom prst="rect">
            <a:avLst/>
          </a:prstGeom>
          <a:noFill/>
        </p:spPr>
        <p:txBody>
          <a:bodyPr wrap="none" rtlCol="0">
            <a:spAutoFit/>
          </a:bodyPr>
          <a:lstStyle/>
          <a:p>
            <a:pPr>
              <a:lnSpc>
                <a:spcPct val="120000"/>
              </a:lnSpc>
            </a:pPr>
            <a:r>
              <a:rPr lang="en-US" altLang="zh-CN" sz="1400" u="sng" dirty="0">
                <a:solidFill>
                  <a:srgbClr val="C00000"/>
                </a:solidFill>
                <a:latin typeface="微软雅黑 Light" panose="020B0502040204020203" pitchFamily="34" charset="-122"/>
                <a:ea typeface="微软雅黑 Light" panose="020B0502040204020203" pitchFamily="34" charset="-122"/>
                <a:cs typeface="+mn-ea"/>
                <a:sym typeface="+mn-lt"/>
              </a:rPr>
              <a:t>202.198.2</a:t>
            </a:r>
            <a:r>
              <a:rPr lang="en-US" altLang="zh-CN" sz="1400" dirty="0">
                <a:solidFill>
                  <a:srgbClr val="002060"/>
                </a:solidFill>
                <a:latin typeface="微软雅黑 Light" panose="020B0502040204020203" pitchFamily="34" charset="-122"/>
                <a:ea typeface="微软雅黑 Light" panose="020B0502040204020203" pitchFamily="34" charset="-122"/>
                <a:cs typeface="+mn-ea"/>
                <a:sym typeface="+mn-lt"/>
              </a:rPr>
              <a:t>.254/24</a:t>
            </a:r>
            <a:endParaRPr lang="zh-CN" altLang="en-US" sz="1400" dirty="0">
              <a:solidFill>
                <a:srgbClr val="002060"/>
              </a:solidFill>
              <a:latin typeface="微软雅黑 Light" panose="020B0502040204020203" pitchFamily="34" charset="-122"/>
              <a:ea typeface="微软雅黑 Light" panose="020B0502040204020203" pitchFamily="34" charset="-122"/>
              <a:cs typeface="+mn-ea"/>
              <a:sym typeface="+mn-lt"/>
            </a:endParaRPr>
          </a:p>
        </p:txBody>
      </p:sp>
      <p:sp>
        <p:nvSpPr>
          <p:cNvPr id="36" name="文本框 35"/>
          <p:cNvSpPr txBox="1"/>
          <p:nvPr/>
        </p:nvSpPr>
        <p:spPr>
          <a:xfrm>
            <a:off x="5984510" y="2563006"/>
            <a:ext cx="1290738" cy="330411"/>
          </a:xfrm>
          <a:prstGeom prst="rect">
            <a:avLst/>
          </a:prstGeom>
          <a:noFill/>
        </p:spPr>
        <p:txBody>
          <a:bodyPr wrap="none" rtlCol="0">
            <a:spAutoFit/>
          </a:bodyPr>
          <a:lstStyle/>
          <a:p>
            <a:pPr>
              <a:lnSpc>
                <a:spcPct val="120000"/>
              </a:lnSpc>
            </a:pPr>
            <a:r>
              <a:rPr lang="en-US" altLang="zh-CN" sz="1400" u="sng" dirty="0">
                <a:solidFill>
                  <a:srgbClr val="C00000"/>
                </a:solidFill>
                <a:latin typeface="微软雅黑 Light" panose="020B0502040204020203" pitchFamily="34" charset="-122"/>
                <a:ea typeface="微软雅黑 Light" panose="020B0502040204020203" pitchFamily="34" charset="-122"/>
                <a:cs typeface="+mn-ea"/>
                <a:sym typeface="+mn-lt"/>
              </a:rPr>
              <a:t>202.198.1</a:t>
            </a:r>
            <a:r>
              <a:rPr lang="en-US" altLang="zh-CN" sz="1400" dirty="0">
                <a:solidFill>
                  <a:srgbClr val="002060"/>
                </a:solidFill>
                <a:latin typeface="微软雅黑 Light" panose="020B0502040204020203" pitchFamily="34" charset="-122"/>
                <a:ea typeface="微软雅黑 Light" panose="020B0502040204020203" pitchFamily="34" charset="-122"/>
                <a:cs typeface="+mn-ea"/>
                <a:sym typeface="+mn-lt"/>
              </a:rPr>
              <a:t>.1/24</a:t>
            </a:r>
            <a:endParaRPr lang="zh-CN" altLang="en-US" sz="1400" dirty="0">
              <a:solidFill>
                <a:srgbClr val="002060"/>
              </a:solidFill>
              <a:latin typeface="微软雅黑 Light" panose="020B0502040204020203" pitchFamily="34" charset="-122"/>
              <a:ea typeface="微软雅黑 Light" panose="020B0502040204020203" pitchFamily="34" charset="-122"/>
              <a:cs typeface="+mn-ea"/>
              <a:sym typeface="+mn-lt"/>
            </a:endParaRPr>
          </a:p>
        </p:txBody>
      </p:sp>
      <p:cxnSp>
        <p:nvCxnSpPr>
          <p:cNvPr id="37" name="直接连接符 36"/>
          <p:cNvCxnSpPr>
            <a:stCxn id="35" idx="0"/>
          </p:cNvCxnSpPr>
          <p:nvPr/>
        </p:nvCxnSpPr>
        <p:spPr>
          <a:xfrm flipV="1">
            <a:off x="6747982" y="3541917"/>
            <a:ext cx="506667" cy="621882"/>
          </a:xfrm>
          <a:prstGeom prst="line">
            <a:avLst/>
          </a:prstGeom>
          <a:ln w="12700">
            <a:solidFill>
              <a:schemeClr val="accent2"/>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8" name="直接连接符 37"/>
          <p:cNvCxnSpPr/>
          <p:nvPr/>
        </p:nvCxnSpPr>
        <p:spPr>
          <a:xfrm>
            <a:off x="6656605" y="2838859"/>
            <a:ext cx="598044" cy="477225"/>
          </a:xfrm>
          <a:prstGeom prst="line">
            <a:avLst/>
          </a:prstGeom>
          <a:ln w="12700">
            <a:solidFill>
              <a:schemeClr val="accent2"/>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46" name="文本框 45"/>
          <p:cNvSpPr txBox="1"/>
          <p:nvPr/>
        </p:nvSpPr>
        <p:spPr>
          <a:xfrm>
            <a:off x="7234509" y="3249728"/>
            <a:ext cx="954107" cy="400110"/>
          </a:xfrm>
          <a:prstGeom prst="rect">
            <a:avLst/>
          </a:prstGeom>
          <a:noFill/>
        </p:spPr>
        <p:txBody>
          <a:bodyPr wrap="none" rtlCol="0">
            <a:spAutoFit/>
          </a:bodyPr>
          <a:lstStyle/>
          <a:p>
            <a:pPr algn="l"/>
            <a:r>
              <a:rPr lang="zh-CN" altLang="en-US" dirty="0">
                <a:latin typeface="微软雅黑 Light" panose="020B0502040204020203" pitchFamily="34" charset="-122"/>
                <a:ea typeface="微软雅黑 Light" panose="020B0502040204020203" pitchFamily="34" charset="-122"/>
              </a:rPr>
              <a:t>网络号</a:t>
            </a:r>
            <a:endParaRPr lang="zh-CN" altLang="en-US" dirty="0">
              <a:latin typeface="微软雅黑 Light" panose="020B0502040204020203" pitchFamily="34" charset="-122"/>
              <a:ea typeface="微软雅黑 Light" panose="020B0502040204020203" pitchFamily="34" charset="-122"/>
            </a:endParaRPr>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p:txBody>
          <a:bodyPr/>
          <a:lstStyle/>
          <a:p>
            <a:fld id="{3CBDA31E-D050-4E43-8AE5-706BEA5F0267}" type="slidenum">
              <a:rPr lang="en-US" altLang="zh-CN"/>
            </a:fld>
            <a:endParaRPr lang="en-US" altLang="zh-CN"/>
          </a:p>
        </p:txBody>
      </p:sp>
      <p:sp>
        <p:nvSpPr>
          <p:cNvPr id="697346" name="Rectangle 2"/>
          <p:cNvSpPr>
            <a:spLocks noGrp="1" noChangeArrowheads="1"/>
          </p:cNvSpPr>
          <p:nvPr>
            <p:ph type="title"/>
          </p:nvPr>
        </p:nvSpPr>
        <p:spPr/>
        <p:txBody>
          <a:bodyPr/>
          <a:lstStyle/>
          <a:p>
            <a:r>
              <a:rPr lang="zh-CN" altLang="en-US"/>
              <a:t>无分类编址</a:t>
            </a:r>
            <a:r>
              <a:rPr lang="en-US" altLang="zh-CN"/>
              <a:t>CIDR</a:t>
            </a:r>
            <a:endParaRPr lang="en-US" altLang="zh-CN"/>
          </a:p>
        </p:txBody>
      </p:sp>
      <p:sp>
        <p:nvSpPr>
          <p:cNvPr id="697347" name="Rectangle 3"/>
          <p:cNvSpPr>
            <a:spLocks noGrp="1" noChangeArrowheads="1"/>
          </p:cNvSpPr>
          <p:nvPr>
            <p:ph type="body" idx="1"/>
          </p:nvPr>
        </p:nvSpPr>
        <p:spPr/>
        <p:txBody>
          <a:bodyPr>
            <a:normAutofit/>
          </a:bodyPr>
          <a:lstStyle/>
          <a:p>
            <a:r>
              <a:rPr lang="zh-CN" altLang="en-US" dirty="0"/>
              <a:t>划分子网在一定程度上缓解了因特网在发展中遇到的困难。但仍然面临问题</a:t>
            </a:r>
            <a:endParaRPr lang="en-US" altLang="zh-CN" dirty="0"/>
          </a:p>
          <a:p>
            <a:pPr lvl="1"/>
            <a:r>
              <a:rPr lang="en-US" altLang="zh-CN" dirty="0"/>
              <a:t>IP</a:t>
            </a:r>
            <a:r>
              <a:rPr lang="zh-CN" altLang="en-US" dirty="0"/>
              <a:t>地址资源部分浪费</a:t>
            </a:r>
            <a:endParaRPr lang="zh-CN" altLang="en-US" dirty="0"/>
          </a:p>
          <a:p>
            <a:pPr lvl="1"/>
            <a:r>
              <a:rPr lang="zh-CN" altLang="en-US" dirty="0"/>
              <a:t>路由表爆炸的严重问题</a:t>
            </a:r>
            <a:endParaRPr lang="zh-CN" altLang="en-US" dirty="0"/>
          </a:p>
          <a:p>
            <a:r>
              <a:rPr lang="zh-CN" altLang="en-US" dirty="0"/>
              <a:t>减小路由表大小的一个方法就是无类别域间路由（</a:t>
            </a:r>
            <a:r>
              <a:rPr lang="en-US" altLang="zh-CN" dirty="0"/>
              <a:t>Classless Inter-Domain Routing</a:t>
            </a:r>
            <a:r>
              <a:rPr lang="zh-CN" altLang="en-US" dirty="0"/>
              <a:t>，</a:t>
            </a:r>
            <a:r>
              <a:rPr lang="en-US" altLang="zh-CN" dirty="0"/>
              <a:t>CIDR)</a:t>
            </a:r>
            <a:endParaRPr lang="en-US" altLang="zh-CN" dirty="0"/>
          </a:p>
          <a:p>
            <a:r>
              <a:rPr lang="en-US" altLang="zh-CN" dirty="0"/>
              <a:t>CIDR</a:t>
            </a:r>
            <a:r>
              <a:rPr lang="zh-CN" altLang="en-US" dirty="0"/>
              <a:t>通过把多个地址块组合到一个路由表项，组成一个</a:t>
            </a:r>
            <a:r>
              <a:rPr lang="en-US" altLang="zh-CN" dirty="0"/>
              <a:t>CDIR</a:t>
            </a:r>
            <a:r>
              <a:rPr lang="zh-CN" altLang="en-US" dirty="0"/>
              <a:t>地址块，来减少路由表的表项数量，从而减少由核心路由器承载的路由选择信息的数量。同时，</a:t>
            </a:r>
            <a:r>
              <a:rPr lang="en-US" altLang="zh-CN" dirty="0"/>
              <a:t>CIDR</a:t>
            </a:r>
            <a:r>
              <a:rPr lang="zh-CN" altLang="en-US" dirty="0"/>
              <a:t>方法也延缓了</a:t>
            </a:r>
            <a:r>
              <a:rPr lang="en-US" altLang="zh-CN" dirty="0"/>
              <a:t>IP</a:t>
            </a:r>
            <a:r>
              <a:rPr lang="zh-CN" altLang="en-US" dirty="0"/>
              <a:t>地址资源枯竭的时间</a:t>
            </a:r>
            <a:endParaRPr lang="zh-CN" altLang="en-US" dirty="0"/>
          </a:p>
          <a:p>
            <a:endParaRPr lang="en-US" altLang="zh-CN" dirty="0"/>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5"/>
          <p:cNvSpPr>
            <a:spLocks noGrp="1"/>
          </p:cNvSpPr>
          <p:nvPr>
            <p:ph type="sldNum" sz="quarter" idx="12"/>
          </p:nvPr>
        </p:nvSpPr>
        <p:spPr/>
        <p:txBody>
          <a:bodyPr/>
          <a:lstStyle/>
          <a:p>
            <a:fld id="{8170E22D-EB4F-40D0-A8ED-E774AC48B939}" type="slidenum">
              <a:rPr lang="en-US" altLang="zh-CN"/>
            </a:fld>
            <a:endParaRPr lang="en-US" altLang="zh-CN"/>
          </a:p>
        </p:txBody>
      </p:sp>
      <p:sp>
        <p:nvSpPr>
          <p:cNvPr id="698370" name="Rectangle 2"/>
          <p:cNvSpPr>
            <a:spLocks noGrp="1" noChangeArrowheads="1"/>
          </p:cNvSpPr>
          <p:nvPr>
            <p:ph type="title"/>
          </p:nvPr>
        </p:nvSpPr>
        <p:spPr/>
        <p:txBody>
          <a:bodyPr/>
          <a:lstStyle/>
          <a:p>
            <a:r>
              <a:rPr lang="en-US" altLang="zh-CN"/>
              <a:t>IP</a:t>
            </a:r>
            <a:r>
              <a:rPr lang="zh-CN" altLang="en-US"/>
              <a:t>编址问题的演进</a:t>
            </a:r>
            <a:endParaRPr lang="zh-CN" altLang="en-US"/>
          </a:p>
        </p:txBody>
      </p:sp>
      <p:sp>
        <p:nvSpPr>
          <p:cNvPr id="6" name="箭头: 右 5"/>
          <p:cNvSpPr/>
          <p:nvPr/>
        </p:nvSpPr>
        <p:spPr>
          <a:xfrm>
            <a:off x="1464265" y="3645024"/>
            <a:ext cx="9263470" cy="542365"/>
          </a:xfrm>
          <a:prstGeom prst="rightArrow">
            <a:avLst/>
          </a:prstGeom>
          <a:solidFill>
            <a:schemeClr val="accent5">
              <a:lumMod val="75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lnSpc>
                <a:spcPct val="120000"/>
              </a:lnSpc>
            </a:pPr>
            <a:endParaRPr lang="zh-CN" altLang="en-US">
              <a:latin typeface="微软雅黑 Light" panose="020B0502040204020203" pitchFamily="34" charset="-122"/>
              <a:ea typeface="微软雅黑 Light" panose="020B0502040204020203" pitchFamily="34" charset="-122"/>
              <a:cs typeface="+mn-ea"/>
              <a:sym typeface="+mn-lt"/>
            </a:endParaRPr>
          </a:p>
        </p:txBody>
      </p:sp>
      <p:sp>
        <p:nvSpPr>
          <p:cNvPr id="8" name="文本框 7"/>
          <p:cNvSpPr txBox="1"/>
          <p:nvPr/>
        </p:nvSpPr>
        <p:spPr>
          <a:xfrm>
            <a:off x="1324254" y="1885222"/>
            <a:ext cx="2433918" cy="1171026"/>
          </a:xfrm>
          <a:prstGeom prst="rect">
            <a:avLst/>
          </a:prstGeom>
          <a:noFill/>
        </p:spPr>
        <p:txBody>
          <a:bodyPr wrap="square">
            <a:spAutoFit/>
          </a:bodyPr>
          <a:lstStyle/>
          <a:p>
            <a:pPr>
              <a:lnSpc>
                <a:spcPct val="120000"/>
              </a:lnSpc>
            </a:pPr>
            <a:r>
              <a:rPr lang="en-US" altLang="zh-CN" dirty="0">
                <a:latin typeface="微软雅黑 Light" panose="020B0502040204020203" pitchFamily="34" charset="-122"/>
                <a:ea typeface="微软雅黑 Light" panose="020B0502040204020203" pitchFamily="34" charset="-122"/>
                <a:cs typeface="+mn-ea"/>
                <a:sym typeface="+mn-lt"/>
              </a:rPr>
              <a:t>1987 </a:t>
            </a:r>
            <a:r>
              <a:rPr lang="zh-CN" altLang="en-US" dirty="0">
                <a:latin typeface="微软雅黑 Light" panose="020B0502040204020203" pitchFamily="34" charset="-122"/>
                <a:ea typeface="微软雅黑 Light" panose="020B0502040204020203" pitchFamily="34" charset="-122"/>
                <a:cs typeface="+mn-ea"/>
                <a:sym typeface="+mn-lt"/>
              </a:rPr>
              <a:t>年，</a:t>
            </a:r>
            <a:r>
              <a:rPr lang="en-US" altLang="zh-CN" dirty="0">
                <a:latin typeface="微软雅黑 Light" panose="020B0502040204020203" pitchFamily="34" charset="-122"/>
                <a:ea typeface="微软雅黑 Light" panose="020B0502040204020203" pitchFamily="34" charset="-122"/>
                <a:cs typeface="+mn-ea"/>
                <a:sym typeface="+mn-lt"/>
              </a:rPr>
              <a:t>RFC 1009 </a:t>
            </a:r>
            <a:r>
              <a:rPr lang="zh-CN" altLang="en-US" dirty="0">
                <a:latin typeface="微软雅黑 Light" panose="020B0502040204020203" pitchFamily="34" charset="-122"/>
                <a:ea typeface="微软雅黑 Light" panose="020B0502040204020203" pitchFamily="34" charset="-122"/>
                <a:cs typeface="+mn-ea"/>
                <a:sym typeface="+mn-lt"/>
              </a:rPr>
              <a:t>制定了划分子网的方案</a:t>
            </a:r>
            <a:endParaRPr lang="zh-CN" altLang="en-US" dirty="0">
              <a:latin typeface="微软雅黑 Light" panose="020B0502040204020203" pitchFamily="34" charset="-122"/>
              <a:ea typeface="微软雅黑 Light" panose="020B0502040204020203" pitchFamily="34" charset="-122"/>
              <a:cs typeface="+mn-ea"/>
              <a:sym typeface="+mn-lt"/>
            </a:endParaRPr>
          </a:p>
        </p:txBody>
      </p:sp>
      <p:sp>
        <p:nvSpPr>
          <p:cNvPr id="9" name="文本框 8"/>
          <p:cNvSpPr txBox="1"/>
          <p:nvPr/>
        </p:nvSpPr>
        <p:spPr>
          <a:xfrm>
            <a:off x="4337454" y="1885222"/>
            <a:ext cx="2982682" cy="1540358"/>
          </a:xfrm>
          <a:prstGeom prst="rect">
            <a:avLst/>
          </a:prstGeom>
          <a:noFill/>
        </p:spPr>
        <p:txBody>
          <a:bodyPr wrap="square">
            <a:spAutoFit/>
          </a:bodyPr>
          <a:lstStyle/>
          <a:p>
            <a:pPr>
              <a:lnSpc>
                <a:spcPct val="120000"/>
              </a:lnSpc>
            </a:pPr>
            <a:r>
              <a:rPr lang="zh-CN" altLang="en-US" dirty="0">
                <a:latin typeface="微软雅黑 Light" panose="020B0502040204020203" pitchFamily="34" charset="-122"/>
                <a:ea typeface="微软雅黑 Light" panose="020B0502040204020203" pitchFamily="34" charset="-122"/>
                <a:cs typeface="+mn-ea"/>
                <a:sym typeface="+mn-lt"/>
              </a:rPr>
              <a:t>使用变长子网掩码 </a:t>
            </a:r>
            <a:r>
              <a:rPr lang="en-US" altLang="zh-CN" dirty="0">
                <a:latin typeface="微软雅黑 Light" panose="020B0502040204020203" pitchFamily="34" charset="-122"/>
                <a:ea typeface="微软雅黑 Light" panose="020B0502040204020203" pitchFamily="34" charset="-122"/>
                <a:cs typeface="+mn-ea"/>
                <a:sym typeface="+mn-lt"/>
              </a:rPr>
              <a:t>VLSM (Variable Length Subnet Mask)</a:t>
            </a:r>
            <a:r>
              <a:rPr lang="zh-CN" altLang="en-US" dirty="0">
                <a:latin typeface="微软雅黑 Light" panose="020B0502040204020203" pitchFamily="34" charset="-122"/>
                <a:ea typeface="微软雅黑 Light" panose="020B0502040204020203" pitchFamily="34" charset="-122"/>
                <a:cs typeface="+mn-ea"/>
                <a:sym typeface="+mn-lt"/>
              </a:rPr>
              <a:t>进一步提高 </a:t>
            </a:r>
            <a:r>
              <a:rPr lang="en-US" altLang="zh-CN" dirty="0">
                <a:latin typeface="微软雅黑 Light" panose="020B0502040204020203" pitchFamily="34" charset="-122"/>
                <a:ea typeface="微软雅黑 Light" panose="020B0502040204020203" pitchFamily="34" charset="-122"/>
                <a:cs typeface="+mn-ea"/>
                <a:sym typeface="+mn-lt"/>
              </a:rPr>
              <a:t>IP </a:t>
            </a:r>
            <a:r>
              <a:rPr lang="zh-CN" altLang="en-US" dirty="0">
                <a:latin typeface="微软雅黑 Light" panose="020B0502040204020203" pitchFamily="34" charset="-122"/>
                <a:ea typeface="微软雅黑 Light" panose="020B0502040204020203" pitchFamily="34" charset="-122"/>
                <a:cs typeface="+mn-ea"/>
                <a:sym typeface="+mn-lt"/>
              </a:rPr>
              <a:t>地址资源的利用率</a:t>
            </a:r>
            <a:endParaRPr lang="zh-CN" altLang="en-US" dirty="0">
              <a:latin typeface="微软雅黑 Light" panose="020B0502040204020203" pitchFamily="34" charset="-122"/>
              <a:ea typeface="微软雅黑 Light" panose="020B0502040204020203" pitchFamily="34" charset="-122"/>
              <a:cs typeface="+mn-ea"/>
              <a:sym typeface="+mn-lt"/>
            </a:endParaRPr>
          </a:p>
        </p:txBody>
      </p:sp>
      <p:sp>
        <p:nvSpPr>
          <p:cNvPr id="10" name="文本框 9"/>
          <p:cNvSpPr txBox="1"/>
          <p:nvPr/>
        </p:nvSpPr>
        <p:spPr>
          <a:xfrm>
            <a:off x="7704761" y="1885222"/>
            <a:ext cx="3022974" cy="1540358"/>
          </a:xfrm>
          <a:prstGeom prst="rect">
            <a:avLst/>
          </a:prstGeom>
          <a:noFill/>
        </p:spPr>
        <p:txBody>
          <a:bodyPr wrap="square">
            <a:spAutoFit/>
          </a:bodyPr>
          <a:lstStyle/>
          <a:p>
            <a:pPr>
              <a:lnSpc>
                <a:spcPct val="120000"/>
              </a:lnSpc>
            </a:pPr>
            <a:r>
              <a:rPr lang="zh-CN" altLang="en-US" dirty="0">
                <a:latin typeface="微软雅黑 Light" panose="020B0502040204020203" pitchFamily="34" charset="-122"/>
                <a:ea typeface="微软雅黑 Light" panose="020B0502040204020203" pitchFamily="34" charset="-122"/>
                <a:cs typeface="+mn-ea"/>
                <a:sym typeface="+mn-lt"/>
              </a:rPr>
              <a:t>无分类编址方法 </a:t>
            </a:r>
            <a:r>
              <a:rPr lang="en-US" altLang="zh-CN" dirty="0">
                <a:latin typeface="微软雅黑 Light" panose="020B0502040204020203" pitchFamily="34" charset="-122"/>
                <a:ea typeface="微软雅黑 Light" panose="020B0502040204020203" pitchFamily="34" charset="-122"/>
                <a:cs typeface="+mn-ea"/>
                <a:sym typeface="+mn-lt"/>
              </a:rPr>
              <a:t>–</a:t>
            </a:r>
            <a:r>
              <a:rPr lang="zh-CN" altLang="en-US" dirty="0">
                <a:latin typeface="微软雅黑 Light" panose="020B0502040204020203" pitchFamily="34" charset="-122"/>
                <a:ea typeface="微软雅黑 Light" panose="020B0502040204020203" pitchFamily="34" charset="-122"/>
                <a:cs typeface="+mn-ea"/>
                <a:sym typeface="+mn-lt"/>
              </a:rPr>
              <a:t>无分类域间路由选择 </a:t>
            </a:r>
            <a:r>
              <a:rPr lang="en-US" altLang="zh-CN" dirty="0">
                <a:latin typeface="微软雅黑 Light" panose="020B0502040204020203" pitchFamily="34" charset="-122"/>
                <a:ea typeface="微软雅黑 Light" panose="020B0502040204020203" pitchFamily="34" charset="-122"/>
                <a:cs typeface="+mn-ea"/>
                <a:sym typeface="+mn-lt"/>
              </a:rPr>
              <a:t>CIDR (Classless Inter-Domain Routing)</a:t>
            </a:r>
            <a:r>
              <a:rPr lang="zh-CN" altLang="en-US" dirty="0">
                <a:latin typeface="微软雅黑 Light" panose="020B0502040204020203" pitchFamily="34" charset="-122"/>
                <a:ea typeface="微软雅黑 Light" panose="020B0502040204020203" pitchFamily="34" charset="-122"/>
                <a:cs typeface="+mn-ea"/>
                <a:sym typeface="+mn-lt"/>
              </a:rPr>
              <a:t> </a:t>
            </a:r>
            <a:endParaRPr lang="zh-CN" altLang="en-US" dirty="0">
              <a:latin typeface="微软雅黑 Light" panose="020B0502040204020203" pitchFamily="34" charset="-122"/>
              <a:ea typeface="微软雅黑 Light" panose="020B0502040204020203" pitchFamily="34" charset="-122"/>
              <a:cs typeface="+mn-ea"/>
              <a:sym typeface="+mn-lt"/>
            </a:endParaRPr>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无分类的两级编址</a:t>
            </a:r>
            <a:endParaRPr lang="zh-CN" altLang="en-US" dirty="0"/>
          </a:p>
        </p:txBody>
      </p:sp>
      <p:sp>
        <p:nvSpPr>
          <p:cNvPr id="3" name="内容占位符 2"/>
          <p:cNvSpPr>
            <a:spLocks noGrp="1"/>
          </p:cNvSpPr>
          <p:nvPr>
            <p:ph idx="1"/>
          </p:nvPr>
        </p:nvSpPr>
        <p:spPr/>
        <p:txBody>
          <a:bodyPr>
            <a:normAutofit/>
          </a:bodyPr>
          <a:lstStyle/>
          <a:p>
            <a:r>
              <a:rPr lang="zh-CN" altLang="en-US" dirty="0"/>
              <a:t>无分类的两级编址的记法： </a:t>
            </a:r>
            <a:endParaRPr lang="zh-CN" altLang="en-US" dirty="0"/>
          </a:p>
          <a:p>
            <a:endParaRPr lang="en-US" altLang="zh-CN" dirty="0"/>
          </a:p>
          <a:p>
            <a:endParaRPr lang="en-US" altLang="zh-CN" dirty="0"/>
          </a:p>
          <a:p>
            <a:endParaRPr lang="en-US" altLang="zh-CN" dirty="0"/>
          </a:p>
          <a:p>
            <a:r>
              <a:rPr lang="en-US" altLang="zh-CN" dirty="0"/>
              <a:t>CIDR</a:t>
            </a:r>
            <a:r>
              <a:rPr lang="zh-CN" altLang="en-US" dirty="0"/>
              <a:t>引入了一种类似于子网掩码的掩码，称之为 </a:t>
            </a:r>
            <a:r>
              <a:rPr lang="en-US" altLang="zh-CN" dirty="0"/>
              <a:t>CIDR </a:t>
            </a:r>
            <a:r>
              <a:rPr lang="zh-CN" altLang="en-US" dirty="0"/>
              <a:t>掩码 或者 掩码</a:t>
            </a:r>
            <a:endParaRPr lang="zh-CN" altLang="en-US" dirty="0"/>
          </a:p>
          <a:p>
            <a:r>
              <a:rPr lang="en-US" altLang="zh-CN" dirty="0"/>
              <a:t>CIDR </a:t>
            </a:r>
            <a:r>
              <a:rPr lang="zh-CN" altLang="en-US" dirty="0"/>
              <a:t>使用“斜线记法”</a:t>
            </a:r>
            <a:r>
              <a:rPr lang="en-US" altLang="zh-CN" dirty="0"/>
              <a:t>(slash notation)</a:t>
            </a:r>
            <a:r>
              <a:rPr lang="zh-CN" altLang="en-US" dirty="0"/>
              <a:t>，又称为</a:t>
            </a:r>
            <a:r>
              <a:rPr lang="en-US" altLang="zh-CN" dirty="0"/>
              <a:t>CIDR</a:t>
            </a:r>
            <a:r>
              <a:rPr lang="zh-CN" altLang="en-US" dirty="0"/>
              <a:t>记法</a:t>
            </a:r>
            <a:endParaRPr lang="en-US" altLang="zh-CN" dirty="0"/>
          </a:p>
          <a:p>
            <a:pPr lvl="1"/>
            <a:r>
              <a:rPr lang="zh-CN" altLang="en-US" dirty="0"/>
              <a:t>在 </a:t>
            </a:r>
            <a:r>
              <a:rPr lang="en-US" altLang="zh-CN" dirty="0"/>
              <a:t>IP </a:t>
            </a:r>
            <a:r>
              <a:rPr lang="zh-CN" altLang="en-US" dirty="0"/>
              <a:t>地址后加上一个斜线“</a:t>
            </a:r>
            <a:r>
              <a:rPr lang="en-US" altLang="zh-CN" dirty="0"/>
              <a:t>/”</a:t>
            </a:r>
            <a:r>
              <a:rPr lang="zh-CN" altLang="en-US" dirty="0"/>
              <a:t>，然后写上网络前缀所占的位数</a:t>
            </a:r>
            <a:endParaRPr lang="zh-CN" altLang="en-US" dirty="0"/>
          </a:p>
          <a:p>
            <a:pPr lvl="1"/>
            <a:r>
              <a:rPr lang="en-US" altLang="zh-CN" dirty="0"/>
              <a:t>IP</a:t>
            </a:r>
            <a:r>
              <a:rPr lang="zh-CN" altLang="en-US" dirty="0"/>
              <a:t>地址</a:t>
            </a:r>
            <a:r>
              <a:rPr lang="en-US" altLang="zh-CN" dirty="0"/>
              <a:t>/</a:t>
            </a:r>
            <a:r>
              <a:rPr lang="zh-CN" altLang="en-US" dirty="0"/>
              <a:t>掩码长度</a:t>
            </a:r>
            <a:endParaRPr lang="en-US" altLang="zh-CN" dirty="0"/>
          </a:p>
          <a:p>
            <a:pPr lvl="1"/>
            <a:r>
              <a:rPr lang="zh-CN" altLang="en-US" dirty="0"/>
              <a:t>斜线记法中的数字就是掩码中</a:t>
            </a:r>
            <a:r>
              <a:rPr lang="en-US" altLang="zh-CN" dirty="0"/>
              <a:t>1</a:t>
            </a:r>
            <a:r>
              <a:rPr lang="zh-CN" altLang="en-US" dirty="0"/>
              <a:t>的个数</a:t>
            </a:r>
            <a:endParaRPr lang="zh-CN" altLang="en-US" dirty="0"/>
          </a:p>
          <a:p>
            <a:pPr lvl="2"/>
            <a:r>
              <a:rPr lang="zh-CN" altLang="en-US" dirty="0"/>
              <a:t>例如，</a:t>
            </a:r>
            <a:r>
              <a:rPr lang="en-US" altLang="zh-CN" dirty="0"/>
              <a:t>88.166.0.1/19</a:t>
            </a:r>
            <a:r>
              <a:rPr lang="zh-CN" altLang="en-US" dirty="0"/>
              <a:t>，它的掩码是 </a:t>
            </a:r>
            <a:r>
              <a:rPr lang="en-US" altLang="zh-CN" dirty="0"/>
              <a:t>19 </a:t>
            </a:r>
            <a:r>
              <a:rPr lang="zh-CN" altLang="en-US" dirty="0"/>
              <a:t>个连续的 </a:t>
            </a:r>
            <a:r>
              <a:rPr lang="en-US" altLang="zh-CN" dirty="0"/>
              <a:t>1</a:t>
            </a:r>
            <a:endParaRPr lang="en-US" altLang="zh-CN" dirty="0"/>
          </a:p>
          <a:p>
            <a:r>
              <a:rPr lang="en-US" altLang="zh-CN" dirty="0"/>
              <a:t>CIDR </a:t>
            </a:r>
            <a:r>
              <a:rPr lang="zh-CN" altLang="en-US" dirty="0"/>
              <a:t>把网络前缀都相同的连续的 </a:t>
            </a:r>
            <a:r>
              <a:rPr lang="en-US" altLang="zh-CN" dirty="0"/>
              <a:t>IP </a:t>
            </a:r>
            <a:r>
              <a:rPr lang="zh-CN" altLang="en-US" dirty="0"/>
              <a:t>地址组成“</a:t>
            </a:r>
            <a:r>
              <a:rPr lang="en-US" altLang="zh-CN" dirty="0"/>
              <a:t>CIDR </a:t>
            </a:r>
            <a:r>
              <a:rPr lang="zh-CN" altLang="en-US" dirty="0"/>
              <a:t>地址块”</a:t>
            </a:r>
            <a:endParaRPr lang="zh-CN" altLang="en-US" dirty="0"/>
          </a:p>
          <a:p>
            <a:endParaRPr lang="zh-CN" altLang="en-US" dirty="0"/>
          </a:p>
        </p:txBody>
      </p:sp>
      <p:sp>
        <p:nvSpPr>
          <p:cNvPr id="4" name="灯片编号占位符 3"/>
          <p:cNvSpPr>
            <a:spLocks noGrp="1"/>
          </p:cNvSpPr>
          <p:nvPr>
            <p:ph type="sldNum" sz="quarter" idx="12"/>
          </p:nvPr>
        </p:nvSpPr>
        <p:spPr/>
        <p:txBody>
          <a:bodyPr/>
          <a:lstStyle/>
          <a:p>
            <a:pPr>
              <a:defRPr/>
            </a:pPr>
            <a:fld id="{816960B2-2B11-492C-B588-5290E1274F96}" type="slidenum">
              <a:rPr lang="en-US" altLang="zh-CN" smtClean="0"/>
            </a:fld>
            <a:endParaRPr lang="en-US" altLang="zh-CN" dirty="0"/>
          </a:p>
        </p:txBody>
      </p:sp>
      <p:graphicFrame>
        <p:nvGraphicFramePr>
          <p:cNvPr id="5" name="表格 9"/>
          <p:cNvGraphicFramePr>
            <a:graphicFrameLocks noGrp="1"/>
          </p:cNvGraphicFramePr>
          <p:nvPr/>
        </p:nvGraphicFramePr>
        <p:xfrm>
          <a:off x="3503712" y="1772816"/>
          <a:ext cx="4736354" cy="394526"/>
        </p:xfrm>
        <a:graphic>
          <a:graphicData uri="http://schemas.openxmlformats.org/drawingml/2006/table">
            <a:tbl>
              <a:tblPr firstRow="1" bandRow="1">
                <a:tableStyleId>{5C22544A-7EE6-4342-B048-85BDC9FD1C3A}</a:tableStyleId>
              </a:tblPr>
              <a:tblGrid>
                <a:gridCol w="3042023"/>
                <a:gridCol w="1694331"/>
              </a:tblGrid>
              <a:tr h="370840">
                <a:tc>
                  <a:txBody>
                    <a:bodyPr/>
                    <a:lstStyle/>
                    <a:p>
                      <a:pPr algn="ctr">
                        <a:lnSpc>
                          <a:spcPct val="120000"/>
                        </a:lnSpc>
                        <a:spcBef>
                          <a:spcPts val="0"/>
                        </a:spcBef>
                        <a:spcAft>
                          <a:spcPts val="0"/>
                        </a:spcAft>
                      </a:pPr>
                      <a:r>
                        <a:rPr lang="zh-CN" altLang="en-US" b="0" dirty="0">
                          <a:solidFill>
                            <a:schemeClr val="tx1"/>
                          </a:solidFill>
                          <a:latin typeface="微软雅黑 Light" panose="020B0502040204020203" pitchFamily="34" charset="-122"/>
                          <a:ea typeface="微软雅黑 Light" panose="020B0502040204020203" pitchFamily="34" charset="-122"/>
                          <a:cs typeface="+mn-ea"/>
                          <a:sym typeface="+mn-lt"/>
                        </a:rPr>
                        <a:t>网络前缀</a:t>
                      </a:r>
                      <a:endParaRPr lang="zh-CN" altLang="en-US" b="0" dirty="0">
                        <a:solidFill>
                          <a:schemeClr val="tx1"/>
                        </a:solidFill>
                        <a:latin typeface="微软雅黑 Light" panose="020B0502040204020203" pitchFamily="34" charset="-122"/>
                        <a:ea typeface="微软雅黑 Light" panose="020B0502040204020203" pitchFamily="34" charset="-122"/>
                        <a:cs typeface="+mn-ea"/>
                        <a:sym typeface="+mn-lt"/>
                      </a:endParaRPr>
                    </a:p>
                  </a:txBody>
                  <a:tcPr>
                    <a:solidFill>
                      <a:schemeClr val="accent5">
                        <a:lumMod val="75000"/>
                      </a:schemeClr>
                    </a:solidFill>
                  </a:tcPr>
                </a:tc>
                <a:tc>
                  <a:txBody>
                    <a:bodyPr/>
                    <a:lstStyle/>
                    <a:p>
                      <a:pPr algn="ctr">
                        <a:lnSpc>
                          <a:spcPct val="120000"/>
                        </a:lnSpc>
                        <a:spcBef>
                          <a:spcPts val="0"/>
                        </a:spcBef>
                        <a:spcAft>
                          <a:spcPts val="0"/>
                        </a:spcAft>
                      </a:pPr>
                      <a:r>
                        <a:rPr lang="zh-CN" altLang="en-US" b="0" dirty="0">
                          <a:solidFill>
                            <a:schemeClr val="tx1"/>
                          </a:solidFill>
                          <a:latin typeface="微软雅黑 Light" panose="020B0502040204020203" pitchFamily="34" charset="-122"/>
                          <a:ea typeface="微软雅黑 Light" panose="020B0502040204020203" pitchFamily="34" charset="-122"/>
                          <a:cs typeface="+mn-ea"/>
                          <a:sym typeface="+mn-lt"/>
                        </a:rPr>
                        <a:t>主机号</a:t>
                      </a:r>
                      <a:endParaRPr lang="zh-CN" altLang="en-US" b="0" dirty="0">
                        <a:solidFill>
                          <a:schemeClr val="tx1"/>
                        </a:solidFill>
                        <a:latin typeface="微软雅黑 Light" panose="020B0502040204020203" pitchFamily="34" charset="-122"/>
                        <a:ea typeface="微软雅黑 Light" panose="020B0502040204020203" pitchFamily="34" charset="-122"/>
                        <a:cs typeface="+mn-ea"/>
                        <a:sym typeface="+mn-lt"/>
                      </a:endParaRPr>
                    </a:p>
                  </a:txBody>
                  <a:tcPr>
                    <a:solidFill>
                      <a:schemeClr val="accent6">
                        <a:lumMod val="20000"/>
                        <a:lumOff val="80000"/>
                      </a:schemeClr>
                    </a:solidFill>
                  </a:tcPr>
                </a:tc>
              </a:tr>
            </a:tbl>
          </a:graphicData>
        </a:graphic>
      </p:graphicFrame>
      <p:cxnSp>
        <p:nvCxnSpPr>
          <p:cNvPr id="6" name="直接连接符 5"/>
          <p:cNvCxnSpPr/>
          <p:nvPr/>
        </p:nvCxnSpPr>
        <p:spPr>
          <a:xfrm>
            <a:off x="3505206" y="2282516"/>
            <a:ext cx="0" cy="282388"/>
          </a:xfrm>
          <a:prstGeom prst="line">
            <a:avLst/>
          </a:prstGeom>
        </p:spPr>
        <p:style>
          <a:lnRef idx="3">
            <a:schemeClr val="dk1"/>
          </a:lnRef>
          <a:fillRef idx="0">
            <a:schemeClr val="dk1"/>
          </a:fillRef>
          <a:effectRef idx="2">
            <a:schemeClr val="dk1"/>
          </a:effectRef>
          <a:fontRef idx="minor">
            <a:schemeClr val="tx1"/>
          </a:fontRef>
        </p:style>
      </p:cxnSp>
      <p:cxnSp>
        <p:nvCxnSpPr>
          <p:cNvPr id="7" name="直接连接符 6"/>
          <p:cNvCxnSpPr/>
          <p:nvPr/>
        </p:nvCxnSpPr>
        <p:spPr>
          <a:xfrm>
            <a:off x="8240066" y="2282516"/>
            <a:ext cx="0" cy="282388"/>
          </a:xfrm>
          <a:prstGeom prst="line">
            <a:avLst/>
          </a:prstGeom>
        </p:spPr>
        <p:style>
          <a:lnRef idx="3">
            <a:schemeClr val="dk1"/>
          </a:lnRef>
          <a:fillRef idx="0">
            <a:schemeClr val="dk1"/>
          </a:fillRef>
          <a:effectRef idx="2">
            <a:schemeClr val="dk1"/>
          </a:effectRef>
          <a:fontRef idx="minor">
            <a:schemeClr val="tx1"/>
          </a:fontRef>
        </p:style>
      </p:cxnSp>
      <p:cxnSp>
        <p:nvCxnSpPr>
          <p:cNvPr id="8" name="直接连接符 7"/>
          <p:cNvCxnSpPr/>
          <p:nvPr/>
        </p:nvCxnSpPr>
        <p:spPr>
          <a:xfrm>
            <a:off x="3503712" y="2420888"/>
            <a:ext cx="4736354" cy="0"/>
          </a:xfrm>
          <a:prstGeom prst="line">
            <a:avLst/>
          </a:prstGeom>
          <a:ln>
            <a:headEnd type="triangle" w="med" len="med"/>
            <a:tailEnd type="triangle" w="med" len="med"/>
          </a:ln>
        </p:spPr>
        <p:style>
          <a:lnRef idx="3">
            <a:schemeClr val="dk1"/>
          </a:lnRef>
          <a:fillRef idx="0">
            <a:schemeClr val="dk1"/>
          </a:fillRef>
          <a:effectRef idx="2">
            <a:schemeClr val="dk1"/>
          </a:effectRef>
          <a:fontRef idx="minor">
            <a:schemeClr val="tx1"/>
          </a:fontRef>
        </p:style>
      </p:cxnSp>
      <p:sp>
        <p:nvSpPr>
          <p:cNvPr id="9" name="文本框 8"/>
          <p:cNvSpPr txBox="1"/>
          <p:nvPr/>
        </p:nvSpPr>
        <p:spPr>
          <a:xfrm>
            <a:off x="5478935" y="2204550"/>
            <a:ext cx="726481" cy="432362"/>
          </a:xfrm>
          <a:prstGeom prst="rect">
            <a:avLst/>
          </a:prstGeom>
          <a:solidFill>
            <a:schemeClr val="bg1"/>
          </a:solidFill>
        </p:spPr>
        <p:txBody>
          <a:bodyPr wrap="none" rtlCol="0">
            <a:spAutoFit/>
          </a:bodyPr>
          <a:lstStyle/>
          <a:p>
            <a:pPr>
              <a:lnSpc>
                <a:spcPct val="120000"/>
              </a:lnSpc>
            </a:pPr>
            <a:r>
              <a:rPr lang="en-US" altLang="zh-CN" dirty="0">
                <a:latin typeface="微软雅黑 Light" panose="020B0502040204020203" pitchFamily="34" charset="-122"/>
                <a:ea typeface="微软雅黑 Light" panose="020B0502040204020203" pitchFamily="34" charset="-122"/>
                <a:cs typeface="+mn-ea"/>
                <a:sym typeface="+mn-lt"/>
              </a:rPr>
              <a:t>32</a:t>
            </a:r>
            <a:r>
              <a:rPr lang="zh-CN" altLang="en-US" dirty="0">
                <a:latin typeface="微软雅黑 Light" panose="020B0502040204020203" pitchFamily="34" charset="-122"/>
                <a:ea typeface="微软雅黑 Light" panose="020B0502040204020203" pitchFamily="34" charset="-122"/>
                <a:cs typeface="+mn-ea"/>
                <a:sym typeface="+mn-lt"/>
              </a:rPr>
              <a:t>位</a:t>
            </a:r>
            <a:endParaRPr lang="zh-CN" altLang="en-US" dirty="0">
              <a:latin typeface="微软雅黑 Light" panose="020B0502040204020203" pitchFamily="34" charset="-122"/>
              <a:ea typeface="微软雅黑 Light" panose="020B0502040204020203" pitchFamily="34" charset="-122"/>
              <a:cs typeface="+mn-ea"/>
              <a:sym typeface="+mn-lt"/>
            </a:endParaRPr>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CIDR</a:t>
            </a:r>
            <a:r>
              <a:rPr lang="zh-CN" altLang="en-US" dirty="0"/>
              <a:t>地址表示示例</a:t>
            </a:r>
            <a:endParaRPr lang="zh-CN" altLang="en-US" dirty="0"/>
          </a:p>
        </p:txBody>
      </p:sp>
      <p:sp>
        <p:nvSpPr>
          <p:cNvPr id="4" name="灯片编号占位符 3"/>
          <p:cNvSpPr>
            <a:spLocks noGrp="1"/>
          </p:cNvSpPr>
          <p:nvPr>
            <p:ph type="sldNum" sz="quarter" idx="12"/>
          </p:nvPr>
        </p:nvSpPr>
        <p:spPr/>
        <p:txBody>
          <a:bodyPr/>
          <a:lstStyle/>
          <a:p>
            <a:pPr>
              <a:defRPr/>
            </a:pPr>
            <a:fld id="{816960B2-2B11-492C-B588-5290E1274F96}" type="slidenum">
              <a:rPr lang="en-US" altLang="zh-CN" smtClean="0"/>
            </a:fld>
            <a:endParaRPr lang="en-US" altLang="zh-CN" dirty="0"/>
          </a:p>
        </p:txBody>
      </p:sp>
      <p:graphicFrame>
        <p:nvGraphicFramePr>
          <p:cNvPr id="5" name="表格 4"/>
          <p:cNvGraphicFramePr>
            <a:graphicFrameLocks noGrp="1"/>
          </p:cNvGraphicFramePr>
          <p:nvPr/>
        </p:nvGraphicFramePr>
        <p:xfrm>
          <a:off x="4836194" y="1840361"/>
          <a:ext cx="6040968" cy="394526"/>
        </p:xfrm>
        <a:graphic>
          <a:graphicData uri="http://schemas.openxmlformats.org/drawingml/2006/table">
            <a:tbl>
              <a:tblPr firstRow="1" bandRow="1">
                <a:tableStyleId>{5940675A-B579-460E-94D1-54222C63F5DA}</a:tableStyleId>
              </a:tblPr>
              <a:tblGrid>
                <a:gridCol w="1510242"/>
                <a:gridCol w="1510242"/>
                <a:gridCol w="1510242"/>
                <a:gridCol w="1510242"/>
              </a:tblGrid>
              <a:tr h="370840">
                <a:tc>
                  <a:txBody>
                    <a:bodyPr/>
                    <a:lstStyle/>
                    <a:p>
                      <a:pPr algn="ctr">
                        <a:lnSpc>
                          <a:spcPct val="120000"/>
                        </a:lnSpc>
                        <a:spcBef>
                          <a:spcPts val="0"/>
                        </a:spcBef>
                        <a:spcAft>
                          <a:spcPts val="0"/>
                        </a:spcAft>
                      </a:pPr>
                      <a:r>
                        <a:rPr lang="en-US" altLang="zh-CN" dirty="0">
                          <a:latin typeface="微软雅黑 Light" panose="020B0502040204020203" pitchFamily="34" charset="-122"/>
                          <a:ea typeface="微软雅黑 Light" panose="020B0502040204020203" pitchFamily="34" charset="-122"/>
                          <a:sym typeface="+mn-lt"/>
                        </a:rPr>
                        <a:t>10 00 00 00</a:t>
                      </a:r>
                      <a:endParaRPr lang="zh-CN" altLang="en-US" dirty="0">
                        <a:latin typeface="微软雅黑 Light" panose="020B0502040204020203" pitchFamily="34" charset="-122"/>
                        <a:ea typeface="微软雅黑 Light" panose="020B0502040204020203" pitchFamily="34" charset="-122"/>
                        <a:cs typeface="+mn-ea"/>
                        <a:sym typeface="+mn-lt"/>
                      </a:endParaRPr>
                    </a:p>
                  </a:txBody>
                  <a:tcPr/>
                </a:tc>
                <a:tc>
                  <a:txBody>
                    <a:bodyPr/>
                    <a:lstStyle/>
                    <a:p>
                      <a:pPr algn="ctr">
                        <a:lnSpc>
                          <a:spcPct val="120000"/>
                        </a:lnSpc>
                        <a:spcBef>
                          <a:spcPts val="0"/>
                        </a:spcBef>
                        <a:spcAft>
                          <a:spcPts val="0"/>
                        </a:spcAft>
                      </a:pPr>
                      <a:r>
                        <a:rPr lang="en-US" altLang="zh-CN" dirty="0">
                          <a:latin typeface="微软雅黑 Light" panose="020B0502040204020203" pitchFamily="34" charset="-122"/>
                          <a:ea typeface="微软雅黑 Light" panose="020B0502040204020203" pitchFamily="34" charset="-122"/>
                          <a:sym typeface="+mn-lt"/>
                        </a:rPr>
                        <a:t>01 11 10 11</a:t>
                      </a:r>
                      <a:endParaRPr lang="zh-CN" altLang="en-US" dirty="0">
                        <a:latin typeface="微软雅黑 Light" panose="020B0502040204020203" pitchFamily="34" charset="-122"/>
                        <a:ea typeface="微软雅黑 Light" panose="020B0502040204020203" pitchFamily="34" charset="-122"/>
                        <a:cs typeface="+mn-ea"/>
                        <a:sym typeface="+mn-lt"/>
                      </a:endParaRPr>
                    </a:p>
                  </a:txBody>
                  <a:tcPr/>
                </a:tc>
                <a:tc>
                  <a:txBody>
                    <a:bodyPr/>
                    <a:lstStyle/>
                    <a:p>
                      <a:pPr algn="ctr">
                        <a:lnSpc>
                          <a:spcPct val="120000"/>
                        </a:lnSpc>
                        <a:spcBef>
                          <a:spcPts val="0"/>
                        </a:spcBef>
                        <a:spcAft>
                          <a:spcPts val="0"/>
                        </a:spcAft>
                      </a:pPr>
                      <a:r>
                        <a:rPr lang="en-US" altLang="zh-CN" dirty="0">
                          <a:latin typeface="微软雅黑 Light" panose="020B0502040204020203" pitchFamily="34" charset="-122"/>
                          <a:ea typeface="微软雅黑 Light" panose="020B0502040204020203" pitchFamily="34" charset="-122"/>
                          <a:sym typeface="+mn-lt"/>
                        </a:rPr>
                        <a:t>00 00 00 01</a:t>
                      </a:r>
                      <a:endParaRPr lang="zh-CN" altLang="en-US" dirty="0">
                        <a:latin typeface="微软雅黑 Light" panose="020B0502040204020203" pitchFamily="34" charset="-122"/>
                        <a:ea typeface="微软雅黑 Light" panose="020B0502040204020203" pitchFamily="34" charset="-122"/>
                        <a:cs typeface="+mn-ea"/>
                        <a:sym typeface="+mn-lt"/>
                      </a:endParaRPr>
                    </a:p>
                  </a:txBody>
                  <a:tcPr/>
                </a:tc>
                <a:tc>
                  <a:txBody>
                    <a:bodyPr/>
                    <a:lstStyle/>
                    <a:p>
                      <a:pPr algn="ctr">
                        <a:lnSpc>
                          <a:spcPct val="120000"/>
                        </a:lnSpc>
                        <a:spcBef>
                          <a:spcPts val="0"/>
                        </a:spcBef>
                        <a:spcAft>
                          <a:spcPts val="0"/>
                        </a:spcAft>
                      </a:pPr>
                      <a:r>
                        <a:rPr lang="en-US" altLang="zh-CN" dirty="0">
                          <a:latin typeface="微软雅黑 Light" panose="020B0502040204020203" pitchFamily="34" charset="-122"/>
                          <a:ea typeface="微软雅黑 Light" panose="020B0502040204020203" pitchFamily="34" charset="-122"/>
                          <a:sym typeface="+mn-lt"/>
                        </a:rPr>
                        <a:t>00 00 10 00</a:t>
                      </a:r>
                      <a:endParaRPr lang="zh-CN" altLang="en-US" dirty="0">
                        <a:latin typeface="微软雅黑 Light" panose="020B0502040204020203" pitchFamily="34" charset="-122"/>
                        <a:ea typeface="微软雅黑 Light" panose="020B0502040204020203" pitchFamily="34" charset="-122"/>
                        <a:cs typeface="+mn-ea"/>
                        <a:sym typeface="+mn-lt"/>
                      </a:endParaRPr>
                    </a:p>
                  </a:txBody>
                  <a:tcPr/>
                </a:tc>
              </a:tr>
            </a:tbl>
          </a:graphicData>
        </a:graphic>
      </p:graphicFrame>
      <p:sp>
        <p:nvSpPr>
          <p:cNvPr id="6" name="矩形 5"/>
          <p:cNvSpPr/>
          <p:nvPr/>
        </p:nvSpPr>
        <p:spPr>
          <a:xfrm>
            <a:off x="2783632" y="1841869"/>
            <a:ext cx="1765227" cy="432362"/>
          </a:xfrm>
          <a:prstGeom prst="rect">
            <a:avLst/>
          </a:prstGeom>
        </p:spPr>
        <p:txBody>
          <a:bodyPr wrap="none">
            <a:spAutoFit/>
          </a:bodyPr>
          <a:lstStyle/>
          <a:p>
            <a:pPr>
              <a:lnSpc>
                <a:spcPct val="120000"/>
              </a:lnSpc>
            </a:pPr>
            <a:r>
              <a:rPr lang="en-US" altLang="zh-CN" dirty="0">
                <a:solidFill>
                  <a:srgbClr val="1E6BB8"/>
                </a:solidFill>
                <a:latin typeface="微软雅黑 Light" panose="020B0502040204020203" pitchFamily="34" charset="-122"/>
                <a:ea typeface="微软雅黑 Light" panose="020B0502040204020203" pitchFamily="34" charset="-122"/>
                <a:cs typeface="+mn-ea"/>
                <a:sym typeface="+mn-lt"/>
              </a:rPr>
              <a:t>128.123.1.8/28</a:t>
            </a:r>
            <a:endParaRPr lang="zh-CN" altLang="en-US" dirty="0">
              <a:latin typeface="微软雅黑 Light" panose="020B0502040204020203" pitchFamily="34" charset="-122"/>
              <a:ea typeface="微软雅黑 Light" panose="020B0502040204020203" pitchFamily="34" charset="-122"/>
              <a:cs typeface="+mn-ea"/>
              <a:sym typeface="+mn-lt"/>
            </a:endParaRPr>
          </a:p>
        </p:txBody>
      </p:sp>
      <p:sp>
        <p:nvSpPr>
          <p:cNvPr id="7" name="文本框 6"/>
          <p:cNvSpPr txBox="1"/>
          <p:nvPr/>
        </p:nvSpPr>
        <p:spPr>
          <a:xfrm>
            <a:off x="1080559" y="1841869"/>
            <a:ext cx="1183337" cy="432362"/>
          </a:xfrm>
          <a:prstGeom prst="rect">
            <a:avLst/>
          </a:prstGeom>
          <a:noFill/>
        </p:spPr>
        <p:txBody>
          <a:bodyPr wrap="none" rtlCol="0">
            <a:spAutoFit/>
          </a:bodyPr>
          <a:lstStyle/>
          <a:p>
            <a:pPr>
              <a:lnSpc>
                <a:spcPct val="120000"/>
              </a:lnSpc>
            </a:pPr>
            <a:r>
              <a:rPr lang="en-US" altLang="zh-CN" dirty="0">
                <a:latin typeface="微软雅黑 Light" panose="020B0502040204020203" pitchFamily="34" charset="-122"/>
                <a:ea typeface="微软雅黑 Light" panose="020B0502040204020203" pitchFamily="34" charset="-122"/>
                <a:cs typeface="+mn-ea"/>
                <a:sym typeface="+mn-lt"/>
              </a:rPr>
              <a:t>IPv4</a:t>
            </a:r>
            <a:r>
              <a:rPr lang="zh-CN" altLang="en-US" dirty="0">
                <a:latin typeface="微软雅黑 Light" panose="020B0502040204020203" pitchFamily="34" charset="-122"/>
                <a:ea typeface="微软雅黑 Light" panose="020B0502040204020203" pitchFamily="34" charset="-122"/>
                <a:cs typeface="+mn-ea"/>
                <a:sym typeface="+mn-lt"/>
              </a:rPr>
              <a:t>地址</a:t>
            </a:r>
            <a:endParaRPr lang="zh-CN" altLang="en-US" dirty="0">
              <a:latin typeface="微软雅黑 Light" panose="020B0502040204020203" pitchFamily="34" charset="-122"/>
              <a:ea typeface="微软雅黑 Light" panose="020B0502040204020203" pitchFamily="34" charset="-122"/>
              <a:cs typeface="+mn-ea"/>
              <a:sym typeface="+mn-lt"/>
            </a:endParaRPr>
          </a:p>
        </p:txBody>
      </p:sp>
      <p:graphicFrame>
        <p:nvGraphicFramePr>
          <p:cNvPr id="8" name="表格 7"/>
          <p:cNvGraphicFramePr>
            <a:graphicFrameLocks noGrp="1"/>
          </p:cNvGraphicFramePr>
          <p:nvPr/>
        </p:nvGraphicFramePr>
        <p:xfrm>
          <a:off x="4836194" y="2465210"/>
          <a:ext cx="6040968" cy="394526"/>
        </p:xfrm>
        <a:graphic>
          <a:graphicData uri="http://schemas.openxmlformats.org/drawingml/2006/table">
            <a:tbl>
              <a:tblPr firstRow="1" bandRow="1">
                <a:tableStyleId>{5940675A-B579-460E-94D1-54222C63F5DA}</a:tableStyleId>
              </a:tblPr>
              <a:tblGrid>
                <a:gridCol w="1510242"/>
                <a:gridCol w="1510242"/>
                <a:gridCol w="1510242"/>
                <a:gridCol w="1510242"/>
              </a:tblGrid>
              <a:tr h="370840">
                <a:tc>
                  <a:txBody>
                    <a:bodyPr/>
                    <a:lstStyle/>
                    <a:p>
                      <a:pPr algn="ctr">
                        <a:lnSpc>
                          <a:spcPct val="120000"/>
                        </a:lnSpc>
                        <a:spcBef>
                          <a:spcPts val="0"/>
                        </a:spcBef>
                        <a:spcAft>
                          <a:spcPts val="0"/>
                        </a:spcAft>
                      </a:pPr>
                      <a:r>
                        <a:rPr lang="en-US" altLang="zh-CN" dirty="0">
                          <a:latin typeface="微软雅黑 Light" panose="020B0502040204020203" pitchFamily="34" charset="-122"/>
                          <a:ea typeface="微软雅黑 Light" panose="020B0502040204020203" pitchFamily="34" charset="-122"/>
                          <a:sym typeface="+mn-lt"/>
                        </a:rPr>
                        <a:t>11 11 11 11</a:t>
                      </a:r>
                      <a:endParaRPr lang="zh-CN" altLang="en-US" dirty="0">
                        <a:latin typeface="微软雅黑 Light" panose="020B0502040204020203" pitchFamily="34" charset="-122"/>
                        <a:ea typeface="微软雅黑 Light" panose="020B0502040204020203" pitchFamily="34" charset="-122"/>
                        <a:cs typeface="+mn-ea"/>
                        <a:sym typeface="+mn-lt"/>
                      </a:endParaRPr>
                    </a:p>
                  </a:txBody>
                  <a:tcPr/>
                </a:tc>
                <a:tc>
                  <a:txBody>
                    <a:bodyPr/>
                    <a:lstStyle/>
                    <a:p>
                      <a:pPr algn="ctr">
                        <a:lnSpc>
                          <a:spcPct val="120000"/>
                        </a:lnSpc>
                        <a:spcBef>
                          <a:spcPts val="0"/>
                        </a:spcBef>
                        <a:spcAft>
                          <a:spcPts val="0"/>
                        </a:spcAft>
                      </a:pPr>
                      <a:r>
                        <a:rPr lang="en-US" altLang="zh-CN" dirty="0">
                          <a:latin typeface="微软雅黑 Light" panose="020B0502040204020203" pitchFamily="34" charset="-122"/>
                          <a:ea typeface="微软雅黑 Light" panose="020B0502040204020203" pitchFamily="34" charset="-122"/>
                          <a:sym typeface="+mn-lt"/>
                        </a:rPr>
                        <a:t>11 11 11 11</a:t>
                      </a:r>
                      <a:endParaRPr lang="zh-CN" altLang="en-US" dirty="0">
                        <a:latin typeface="微软雅黑 Light" panose="020B0502040204020203" pitchFamily="34" charset="-122"/>
                        <a:ea typeface="微软雅黑 Light" panose="020B0502040204020203" pitchFamily="34" charset="-122"/>
                        <a:cs typeface="+mn-ea"/>
                        <a:sym typeface="+mn-lt"/>
                      </a:endParaRPr>
                    </a:p>
                  </a:txBody>
                  <a:tcPr/>
                </a:tc>
                <a:tc>
                  <a:txBody>
                    <a:bodyPr/>
                    <a:lstStyle/>
                    <a:p>
                      <a:pPr algn="ctr">
                        <a:lnSpc>
                          <a:spcPct val="120000"/>
                        </a:lnSpc>
                        <a:spcBef>
                          <a:spcPts val="0"/>
                        </a:spcBef>
                        <a:spcAft>
                          <a:spcPts val="0"/>
                        </a:spcAft>
                      </a:pPr>
                      <a:r>
                        <a:rPr lang="en-US" altLang="zh-CN" dirty="0">
                          <a:latin typeface="微软雅黑 Light" panose="020B0502040204020203" pitchFamily="34" charset="-122"/>
                          <a:ea typeface="微软雅黑 Light" panose="020B0502040204020203" pitchFamily="34" charset="-122"/>
                          <a:sym typeface="+mn-lt"/>
                        </a:rPr>
                        <a:t>11 11 11 11</a:t>
                      </a:r>
                      <a:endParaRPr lang="zh-CN" altLang="en-US" dirty="0">
                        <a:latin typeface="微软雅黑 Light" panose="020B0502040204020203" pitchFamily="34" charset="-122"/>
                        <a:ea typeface="微软雅黑 Light" panose="020B0502040204020203" pitchFamily="34" charset="-122"/>
                        <a:cs typeface="+mn-ea"/>
                        <a:sym typeface="+mn-lt"/>
                      </a:endParaRPr>
                    </a:p>
                  </a:txBody>
                  <a:tcPr/>
                </a:tc>
                <a:tc>
                  <a:txBody>
                    <a:bodyPr/>
                    <a:lstStyle/>
                    <a:p>
                      <a:pPr algn="ctr">
                        <a:lnSpc>
                          <a:spcPct val="120000"/>
                        </a:lnSpc>
                        <a:spcBef>
                          <a:spcPts val="0"/>
                        </a:spcBef>
                        <a:spcAft>
                          <a:spcPts val="0"/>
                        </a:spcAft>
                      </a:pPr>
                      <a:r>
                        <a:rPr lang="en-US" altLang="zh-CN" dirty="0">
                          <a:latin typeface="微软雅黑 Light" panose="020B0502040204020203" pitchFamily="34" charset="-122"/>
                          <a:ea typeface="微软雅黑 Light" panose="020B0502040204020203" pitchFamily="34" charset="-122"/>
                          <a:sym typeface="+mn-lt"/>
                        </a:rPr>
                        <a:t>11 11  00 00</a:t>
                      </a:r>
                      <a:endParaRPr lang="zh-CN" altLang="en-US" dirty="0">
                        <a:latin typeface="微软雅黑 Light" panose="020B0502040204020203" pitchFamily="34" charset="-122"/>
                        <a:ea typeface="微软雅黑 Light" panose="020B0502040204020203" pitchFamily="34" charset="-122"/>
                        <a:cs typeface="+mn-ea"/>
                        <a:sym typeface="+mn-lt"/>
                      </a:endParaRPr>
                    </a:p>
                  </a:txBody>
                  <a:tcPr/>
                </a:tc>
              </a:tr>
            </a:tbl>
          </a:graphicData>
        </a:graphic>
      </p:graphicFrame>
      <p:sp>
        <p:nvSpPr>
          <p:cNvPr id="9" name="矩形 8"/>
          <p:cNvSpPr/>
          <p:nvPr/>
        </p:nvSpPr>
        <p:spPr>
          <a:xfrm>
            <a:off x="2783632" y="2466718"/>
            <a:ext cx="2084225" cy="432362"/>
          </a:xfrm>
          <a:prstGeom prst="rect">
            <a:avLst/>
          </a:prstGeom>
        </p:spPr>
        <p:txBody>
          <a:bodyPr wrap="none">
            <a:spAutoFit/>
          </a:bodyPr>
          <a:lstStyle/>
          <a:p>
            <a:pPr>
              <a:lnSpc>
                <a:spcPct val="120000"/>
              </a:lnSpc>
            </a:pPr>
            <a:r>
              <a:rPr lang="en-US" altLang="zh-CN" dirty="0">
                <a:solidFill>
                  <a:srgbClr val="1E6BB8"/>
                </a:solidFill>
                <a:latin typeface="微软雅黑 Light" panose="020B0502040204020203" pitchFamily="34" charset="-122"/>
                <a:ea typeface="微软雅黑 Light" panose="020B0502040204020203" pitchFamily="34" charset="-122"/>
                <a:cs typeface="+mn-ea"/>
                <a:sym typeface="+mn-lt"/>
              </a:rPr>
              <a:t>255.255.255.240</a:t>
            </a:r>
            <a:endParaRPr lang="zh-CN" altLang="en-US" dirty="0">
              <a:latin typeface="微软雅黑 Light" panose="020B0502040204020203" pitchFamily="34" charset="-122"/>
              <a:ea typeface="微软雅黑 Light" panose="020B0502040204020203" pitchFamily="34" charset="-122"/>
              <a:cs typeface="+mn-ea"/>
              <a:sym typeface="+mn-lt"/>
            </a:endParaRPr>
          </a:p>
        </p:txBody>
      </p:sp>
      <p:sp>
        <p:nvSpPr>
          <p:cNvPr id="10" name="文本框 9"/>
          <p:cNvSpPr txBox="1"/>
          <p:nvPr/>
        </p:nvSpPr>
        <p:spPr>
          <a:xfrm>
            <a:off x="1080559" y="2466718"/>
            <a:ext cx="1271502" cy="432362"/>
          </a:xfrm>
          <a:prstGeom prst="rect">
            <a:avLst/>
          </a:prstGeom>
          <a:noFill/>
        </p:spPr>
        <p:txBody>
          <a:bodyPr wrap="none" rtlCol="0">
            <a:spAutoFit/>
          </a:bodyPr>
          <a:lstStyle/>
          <a:p>
            <a:pPr>
              <a:lnSpc>
                <a:spcPct val="120000"/>
              </a:lnSpc>
            </a:pPr>
            <a:r>
              <a:rPr lang="en-US" altLang="zh-CN" dirty="0">
                <a:latin typeface="微软雅黑 Light" panose="020B0502040204020203" pitchFamily="34" charset="-122"/>
                <a:ea typeface="微软雅黑 Light" panose="020B0502040204020203" pitchFamily="34" charset="-122"/>
                <a:cs typeface="+mn-ea"/>
                <a:sym typeface="+mn-lt"/>
              </a:rPr>
              <a:t>CIDR</a:t>
            </a:r>
            <a:r>
              <a:rPr lang="zh-CN" altLang="en-US" dirty="0">
                <a:latin typeface="微软雅黑 Light" panose="020B0502040204020203" pitchFamily="34" charset="-122"/>
                <a:ea typeface="微软雅黑 Light" panose="020B0502040204020203" pitchFamily="34" charset="-122"/>
                <a:cs typeface="+mn-ea"/>
                <a:sym typeface="+mn-lt"/>
              </a:rPr>
              <a:t>掩码</a:t>
            </a:r>
            <a:endParaRPr lang="zh-CN" altLang="en-US" dirty="0">
              <a:latin typeface="微软雅黑 Light" panose="020B0502040204020203" pitchFamily="34" charset="-122"/>
              <a:ea typeface="微软雅黑 Light" panose="020B0502040204020203" pitchFamily="34" charset="-122"/>
              <a:cs typeface="+mn-ea"/>
              <a:sym typeface="+mn-lt"/>
            </a:endParaRPr>
          </a:p>
        </p:txBody>
      </p:sp>
      <p:graphicFrame>
        <p:nvGraphicFramePr>
          <p:cNvPr id="11" name="表格 10"/>
          <p:cNvGraphicFramePr>
            <a:graphicFrameLocks noGrp="1"/>
          </p:cNvGraphicFramePr>
          <p:nvPr/>
        </p:nvGraphicFramePr>
        <p:xfrm>
          <a:off x="4836194" y="3088551"/>
          <a:ext cx="6040968" cy="394526"/>
        </p:xfrm>
        <a:graphic>
          <a:graphicData uri="http://schemas.openxmlformats.org/drawingml/2006/table">
            <a:tbl>
              <a:tblPr firstRow="1" bandRow="1">
                <a:tableStyleId>{5940675A-B579-460E-94D1-54222C63F5DA}</a:tableStyleId>
              </a:tblPr>
              <a:tblGrid>
                <a:gridCol w="1510242"/>
                <a:gridCol w="1510242"/>
                <a:gridCol w="1510242"/>
                <a:gridCol w="1510242"/>
              </a:tblGrid>
              <a:tr h="370840">
                <a:tc>
                  <a:txBody>
                    <a:bodyPr/>
                    <a:lstStyle/>
                    <a:p>
                      <a:pPr algn="ctr">
                        <a:lnSpc>
                          <a:spcPct val="120000"/>
                        </a:lnSpc>
                        <a:spcBef>
                          <a:spcPts val="0"/>
                        </a:spcBef>
                        <a:spcAft>
                          <a:spcPts val="0"/>
                        </a:spcAft>
                      </a:pPr>
                      <a:r>
                        <a:rPr lang="en-US" altLang="zh-CN" dirty="0">
                          <a:latin typeface="微软雅黑 Light" panose="020B0502040204020203" pitchFamily="34" charset="-122"/>
                          <a:ea typeface="微软雅黑 Light" panose="020B0502040204020203" pitchFamily="34" charset="-122"/>
                          <a:sym typeface="+mn-lt"/>
                        </a:rPr>
                        <a:t>10 00 00 00</a:t>
                      </a:r>
                      <a:endParaRPr lang="zh-CN" altLang="en-US" dirty="0">
                        <a:latin typeface="微软雅黑 Light" panose="020B0502040204020203" pitchFamily="34" charset="-122"/>
                        <a:ea typeface="微软雅黑 Light" panose="020B0502040204020203" pitchFamily="34" charset="-122"/>
                        <a:cs typeface="+mn-ea"/>
                        <a:sym typeface="+mn-lt"/>
                      </a:endParaRPr>
                    </a:p>
                  </a:txBody>
                  <a:tcPr/>
                </a:tc>
                <a:tc>
                  <a:txBody>
                    <a:bodyPr/>
                    <a:lstStyle/>
                    <a:p>
                      <a:pPr algn="ctr">
                        <a:lnSpc>
                          <a:spcPct val="120000"/>
                        </a:lnSpc>
                        <a:spcBef>
                          <a:spcPts val="0"/>
                        </a:spcBef>
                        <a:spcAft>
                          <a:spcPts val="0"/>
                        </a:spcAft>
                      </a:pPr>
                      <a:r>
                        <a:rPr lang="en-US" altLang="zh-CN" dirty="0">
                          <a:latin typeface="微软雅黑 Light" panose="020B0502040204020203" pitchFamily="34" charset="-122"/>
                          <a:ea typeface="微软雅黑 Light" panose="020B0502040204020203" pitchFamily="34" charset="-122"/>
                          <a:sym typeface="+mn-lt"/>
                        </a:rPr>
                        <a:t>01 11 10 11</a:t>
                      </a:r>
                      <a:endParaRPr lang="zh-CN" altLang="en-US" dirty="0">
                        <a:latin typeface="微软雅黑 Light" panose="020B0502040204020203" pitchFamily="34" charset="-122"/>
                        <a:ea typeface="微软雅黑 Light" panose="020B0502040204020203" pitchFamily="34" charset="-122"/>
                        <a:cs typeface="+mn-ea"/>
                        <a:sym typeface="+mn-lt"/>
                      </a:endParaRPr>
                    </a:p>
                  </a:txBody>
                  <a:tcPr/>
                </a:tc>
                <a:tc>
                  <a:txBody>
                    <a:bodyPr/>
                    <a:lstStyle/>
                    <a:p>
                      <a:pPr algn="ctr">
                        <a:lnSpc>
                          <a:spcPct val="120000"/>
                        </a:lnSpc>
                        <a:spcBef>
                          <a:spcPts val="0"/>
                        </a:spcBef>
                        <a:spcAft>
                          <a:spcPts val="0"/>
                        </a:spcAft>
                      </a:pPr>
                      <a:r>
                        <a:rPr lang="en-US" altLang="zh-CN" dirty="0">
                          <a:latin typeface="微软雅黑 Light" panose="020B0502040204020203" pitchFamily="34" charset="-122"/>
                          <a:ea typeface="微软雅黑 Light" panose="020B0502040204020203" pitchFamily="34" charset="-122"/>
                          <a:sym typeface="+mn-lt"/>
                        </a:rPr>
                        <a:t>00 00 00 01</a:t>
                      </a:r>
                      <a:endParaRPr lang="zh-CN" altLang="en-US" dirty="0">
                        <a:latin typeface="微软雅黑 Light" panose="020B0502040204020203" pitchFamily="34" charset="-122"/>
                        <a:ea typeface="微软雅黑 Light" panose="020B0502040204020203" pitchFamily="34" charset="-122"/>
                        <a:cs typeface="+mn-ea"/>
                        <a:sym typeface="+mn-lt"/>
                      </a:endParaRPr>
                    </a:p>
                  </a:txBody>
                  <a:tcPr/>
                </a:tc>
                <a:tc>
                  <a:txBody>
                    <a:bodyPr/>
                    <a:lstStyle/>
                    <a:p>
                      <a:pPr algn="ctr">
                        <a:lnSpc>
                          <a:spcPct val="120000"/>
                        </a:lnSpc>
                        <a:spcBef>
                          <a:spcPts val="0"/>
                        </a:spcBef>
                        <a:spcAft>
                          <a:spcPts val="0"/>
                        </a:spcAft>
                      </a:pPr>
                      <a:r>
                        <a:rPr lang="en-US" altLang="zh-CN" dirty="0">
                          <a:latin typeface="微软雅黑 Light" panose="020B0502040204020203" pitchFamily="34" charset="-122"/>
                          <a:ea typeface="微软雅黑 Light" panose="020B0502040204020203" pitchFamily="34" charset="-122"/>
                          <a:sym typeface="+mn-lt"/>
                        </a:rPr>
                        <a:t>00 00 00 00</a:t>
                      </a:r>
                      <a:endParaRPr lang="zh-CN" altLang="en-US" dirty="0">
                        <a:latin typeface="微软雅黑 Light" panose="020B0502040204020203" pitchFamily="34" charset="-122"/>
                        <a:ea typeface="微软雅黑 Light" panose="020B0502040204020203" pitchFamily="34" charset="-122"/>
                        <a:cs typeface="+mn-ea"/>
                        <a:sym typeface="+mn-lt"/>
                      </a:endParaRPr>
                    </a:p>
                  </a:txBody>
                  <a:tcPr/>
                </a:tc>
              </a:tr>
            </a:tbl>
          </a:graphicData>
        </a:graphic>
      </p:graphicFrame>
      <p:sp>
        <p:nvSpPr>
          <p:cNvPr id="12" name="矩形 11"/>
          <p:cNvSpPr/>
          <p:nvPr/>
        </p:nvSpPr>
        <p:spPr>
          <a:xfrm>
            <a:off x="2783632" y="3090059"/>
            <a:ext cx="1765227" cy="432362"/>
          </a:xfrm>
          <a:prstGeom prst="rect">
            <a:avLst/>
          </a:prstGeom>
        </p:spPr>
        <p:txBody>
          <a:bodyPr wrap="none">
            <a:spAutoFit/>
          </a:bodyPr>
          <a:lstStyle/>
          <a:p>
            <a:pPr>
              <a:lnSpc>
                <a:spcPct val="120000"/>
              </a:lnSpc>
            </a:pPr>
            <a:r>
              <a:rPr lang="en-US" altLang="zh-CN" dirty="0">
                <a:solidFill>
                  <a:srgbClr val="1E6BB8"/>
                </a:solidFill>
                <a:latin typeface="微软雅黑 Light" panose="020B0502040204020203" pitchFamily="34" charset="-122"/>
                <a:ea typeface="微软雅黑 Light" panose="020B0502040204020203" pitchFamily="34" charset="-122"/>
                <a:cs typeface="+mn-ea"/>
                <a:sym typeface="+mn-lt"/>
              </a:rPr>
              <a:t>128.123.1.0/28</a:t>
            </a:r>
            <a:endParaRPr lang="zh-CN" altLang="en-US" dirty="0">
              <a:latin typeface="微软雅黑 Light" panose="020B0502040204020203" pitchFamily="34" charset="-122"/>
              <a:ea typeface="微软雅黑 Light" panose="020B0502040204020203" pitchFamily="34" charset="-122"/>
              <a:cs typeface="+mn-ea"/>
              <a:sym typeface="+mn-lt"/>
            </a:endParaRPr>
          </a:p>
        </p:txBody>
      </p:sp>
      <p:sp>
        <p:nvSpPr>
          <p:cNvPr id="13" name="文本框 12"/>
          <p:cNvSpPr txBox="1"/>
          <p:nvPr/>
        </p:nvSpPr>
        <p:spPr>
          <a:xfrm>
            <a:off x="1080559" y="3090059"/>
            <a:ext cx="697627" cy="432362"/>
          </a:xfrm>
          <a:prstGeom prst="rect">
            <a:avLst/>
          </a:prstGeom>
          <a:noFill/>
        </p:spPr>
        <p:txBody>
          <a:bodyPr wrap="none" rtlCol="0">
            <a:spAutoFit/>
          </a:bodyPr>
          <a:lstStyle/>
          <a:p>
            <a:pPr>
              <a:lnSpc>
                <a:spcPct val="120000"/>
              </a:lnSpc>
            </a:pPr>
            <a:r>
              <a:rPr lang="zh-CN" altLang="en-US" dirty="0">
                <a:latin typeface="微软雅黑 Light" panose="020B0502040204020203" pitchFamily="34" charset="-122"/>
                <a:ea typeface="微软雅黑 Light" panose="020B0502040204020203" pitchFamily="34" charset="-122"/>
                <a:cs typeface="+mn-ea"/>
                <a:sym typeface="+mn-lt"/>
              </a:rPr>
              <a:t>前缀</a:t>
            </a:r>
            <a:endParaRPr lang="zh-CN" altLang="en-US" dirty="0">
              <a:latin typeface="微软雅黑 Light" panose="020B0502040204020203" pitchFamily="34" charset="-122"/>
              <a:ea typeface="微软雅黑 Light" panose="020B0502040204020203" pitchFamily="34" charset="-122"/>
              <a:cs typeface="+mn-ea"/>
              <a:sym typeface="+mn-lt"/>
            </a:endParaRPr>
          </a:p>
        </p:txBody>
      </p:sp>
      <p:cxnSp>
        <p:nvCxnSpPr>
          <p:cNvPr id="14" name="直接连接符 13"/>
          <p:cNvCxnSpPr/>
          <p:nvPr/>
        </p:nvCxnSpPr>
        <p:spPr>
          <a:xfrm flipV="1">
            <a:off x="4836194" y="1543665"/>
            <a:ext cx="0" cy="296696"/>
          </a:xfrm>
          <a:prstGeom prst="line">
            <a:avLst/>
          </a:prstGeom>
          <a:ln w="15875">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flipV="1">
            <a:off x="10866053" y="1543665"/>
            <a:ext cx="0" cy="296696"/>
          </a:xfrm>
          <a:prstGeom prst="line">
            <a:avLst/>
          </a:prstGeom>
          <a:ln w="15875">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nvCxnSpPr>
        <p:spPr>
          <a:xfrm>
            <a:off x="4836194" y="1692013"/>
            <a:ext cx="6029859" cy="0"/>
          </a:xfrm>
          <a:prstGeom prst="line">
            <a:avLst/>
          </a:prstGeom>
          <a:ln w="15875">
            <a:solidFill>
              <a:schemeClr val="tx2"/>
            </a:solidFill>
          </a:ln>
        </p:spPr>
        <p:style>
          <a:lnRef idx="1">
            <a:schemeClr val="accent1"/>
          </a:lnRef>
          <a:fillRef idx="0">
            <a:schemeClr val="accent1"/>
          </a:fillRef>
          <a:effectRef idx="0">
            <a:schemeClr val="accent1"/>
          </a:effectRef>
          <a:fontRef idx="minor">
            <a:schemeClr val="tx1"/>
          </a:fontRef>
        </p:style>
      </p:cxnSp>
      <p:sp>
        <p:nvSpPr>
          <p:cNvPr id="17" name="文本框 16"/>
          <p:cNvSpPr txBox="1"/>
          <p:nvPr/>
        </p:nvSpPr>
        <p:spPr>
          <a:xfrm>
            <a:off x="7461250" y="1343270"/>
            <a:ext cx="726481" cy="432362"/>
          </a:xfrm>
          <a:prstGeom prst="rect">
            <a:avLst/>
          </a:prstGeom>
          <a:noFill/>
        </p:spPr>
        <p:txBody>
          <a:bodyPr wrap="none" rtlCol="0">
            <a:spAutoFit/>
          </a:bodyPr>
          <a:lstStyle/>
          <a:p>
            <a:pPr>
              <a:lnSpc>
                <a:spcPct val="120000"/>
              </a:lnSpc>
            </a:pPr>
            <a:r>
              <a:rPr lang="en-US" altLang="zh-CN" dirty="0">
                <a:latin typeface="微软雅黑 Light" panose="020B0502040204020203" pitchFamily="34" charset="-122"/>
                <a:ea typeface="微软雅黑 Light" panose="020B0502040204020203" pitchFamily="34" charset="-122"/>
                <a:cs typeface="+mn-ea"/>
                <a:sym typeface="+mn-lt"/>
              </a:rPr>
              <a:t>32</a:t>
            </a:r>
            <a:r>
              <a:rPr lang="zh-CN" altLang="en-US" dirty="0">
                <a:latin typeface="微软雅黑 Light" panose="020B0502040204020203" pitchFamily="34" charset="-122"/>
                <a:ea typeface="微软雅黑 Light" panose="020B0502040204020203" pitchFamily="34" charset="-122"/>
                <a:cs typeface="+mn-ea"/>
                <a:sym typeface="+mn-lt"/>
              </a:rPr>
              <a:t>位</a:t>
            </a:r>
            <a:endParaRPr lang="zh-CN" altLang="en-US" dirty="0">
              <a:latin typeface="微软雅黑 Light" panose="020B0502040204020203" pitchFamily="34" charset="-122"/>
              <a:ea typeface="微软雅黑 Light" panose="020B0502040204020203" pitchFamily="34" charset="-122"/>
              <a:cs typeface="+mn-ea"/>
              <a:sym typeface="+mn-lt"/>
            </a:endParaRPr>
          </a:p>
        </p:txBody>
      </p:sp>
      <p:sp>
        <p:nvSpPr>
          <p:cNvPr id="18" name="矩形 17"/>
          <p:cNvSpPr/>
          <p:nvPr/>
        </p:nvSpPr>
        <p:spPr>
          <a:xfrm>
            <a:off x="4836194" y="1775633"/>
            <a:ext cx="5251701" cy="1180182"/>
          </a:xfrm>
          <a:prstGeom prst="rect">
            <a:avLst/>
          </a:prstGeom>
          <a:noFill/>
          <a:ln w="25400">
            <a:solidFill>
              <a:srgbClr val="C00000"/>
            </a:solidFill>
          </a:ln>
        </p:spPr>
        <p:style>
          <a:lnRef idx="2">
            <a:schemeClr val="dk1"/>
          </a:lnRef>
          <a:fillRef idx="1">
            <a:schemeClr val="lt1"/>
          </a:fillRef>
          <a:effectRef idx="0">
            <a:schemeClr val="dk1"/>
          </a:effectRef>
          <a:fontRef idx="minor">
            <a:schemeClr val="dk1"/>
          </a:fontRef>
        </p:style>
        <p:txBody>
          <a:bodyPr rtlCol="0" anchor="ctr"/>
          <a:lstStyle/>
          <a:p>
            <a:pPr algn="ctr">
              <a:lnSpc>
                <a:spcPct val="120000"/>
              </a:lnSpc>
            </a:pPr>
            <a:endParaRPr lang="zh-CN" altLang="en-US">
              <a:latin typeface="微软雅黑 Light" panose="020B0502040204020203" pitchFamily="34" charset="-122"/>
              <a:ea typeface="微软雅黑 Light" panose="020B0502040204020203" pitchFamily="34" charset="-122"/>
              <a:cs typeface="+mn-ea"/>
              <a:sym typeface="+mn-lt"/>
            </a:endParaRPr>
          </a:p>
        </p:txBody>
      </p:sp>
      <p:cxnSp>
        <p:nvCxnSpPr>
          <p:cNvPr id="19" name="直接连接符 18"/>
          <p:cNvCxnSpPr/>
          <p:nvPr/>
        </p:nvCxnSpPr>
        <p:spPr>
          <a:xfrm flipV="1">
            <a:off x="4836194" y="3459391"/>
            <a:ext cx="0" cy="296696"/>
          </a:xfrm>
          <a:prstGeom prst="line">
            <a:avLst/>
          </a:prstGeom>
          <a:ln w="15875">
            <a:solidFill>
              <a:schemeClr val="tx2"/>
            </a:solidFill>
          </a:ln>
        </p:spPr>
        <p:style>
          <a:lnRef idx="1">
            <a:schemeClr val="accent1"/>
          </a:lnRef>
          <a:fillRef idx="0">
            <a:schemeClr val="accent1"/>
          </a:fillRef>
          <a:effectRef idx="0">
            <a:schemeClr val="accent1"/>
          </a:effectRef>
          <a:fontRef idx="minor">
            <a:schemeClr val="tx1"/>
          </a:fontRef>
        </p:style>
      </p:cxnSp>
      <p:cxnSp>
        <p:nvCxnSpPr>
          <p:cNvPr id="20" name="直接连接符 19"/>
          <p:cNvCxnSpPr/>
          <p:nvPr/>
        </p:nvCxnSpPr>
        <p:spPr>
          <a:xfrm flipV="1">
            <a:off x="10128448" y="3459391"/>
            <a:ext cx="0" cy="296696"/>
          </a:xfrm>
          <a:prstGeom prst="line">
            <a:avLst/>
          </a:prstGeom>
          <a:ln w="15875">
            <a:solidFill>
              <a:schemeClr val="tx2"/>
            </a:solidFill>
          </a:ln>
        </p:spPr>
        <p:style>
          <a:lnRef idx="1">
            <a:schemeClr val="accent1"/>
          </a:lnRef>
          <a:fillRef idx="0">
            <a:schemeClr val="accent1"/>
          </a:fillRef>
          <a:effectRef idx="0">
            <a:schemeClr val="accent1"/>
          </a:effectRef>
          <a:fontRef idx="minor">
            <a:schemeClr val="tx1"/>
          </a:fontRef>
        </p:style>
      </p:cxnSp>
      <p:cxnSp>
        <p:nvCxnSpPr>
          <p:cNvPr id="21" name="直接连接符 20"/>
          <p:cNvCxnSpPr/>
          <p:nvPr/>
        </p:nvCxnSpPr>
        <p:spPr>
          <a:xfrm>
            <a:off x="4836194" y="3615813"/>
            <a:ext cx="5292254" cy="0"/>
          </a:xfrm>
          <a:prstGeom prst="line">
            <a:avLst/>
          </a:prstGeom>
          <a:ln w="19050">
            <a:solidFill>
              <a:srgbClr val="C00000"/>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22" name="文本框 21"/>
          <p:cNvSpPr txBox="1"/>
          <p:nvPr/>
        </p:nvSpPr>
        <p:spPr>
          <a:xfrm>
            <a:off x="6789271" y="3571421"/>
            <a:ext cx="1752403" cy="432362"/>
          </a:xfrm>
          <a:prstGeom prst="rect">
            <a:avLst/>
          </a:prstGeom>
          <a:noFill/>
        </p:spPr>
        <p:txBody>
          <a:bodyPr wrap="none" rtlCol="0">
            <a:spAutoFit/>
          </a:bodyPr>
          <a:lstStyle/>
          <a:p>
            <a:pPr>
              <a:lnSpc>
                <a:spcPct val="120000"/>
              </a:lnSpc>
            </a:pPr>
            <a:r>
              <a:rPr lang="zh-CN" altLang="en-US" dirty="0">
                <a:latin typeface="微软雅黑 Light" panose="020B0502040204020203" pitchFamily="34" charset="-122"/>
                <a:ea typeface="微软雅黑 Light" panose="020B0502040204020203" pitchFamily="34" charset="-122"/>
                <a:cs typeface="+mn-ea"/>
                <a:sym typeface="+mn-lt"/>
              </a:rPr>
              <a:t>网络前缀</a:t>
            </a:r>
            <a:r>
              <a:rPr lang="en-US" altLang="zh-CN" dirty="0">
                <a:latin typeface="微软雅黑 Light" panose="020B0502040204020203" pitchFamily="34" charset="-122"/>
                <a:ea typeface="微软雅黑 Light" panose="020B0502040204020203" pitchFamily="34" charset="-122"/>
                <a:cs typeface="+mn-ea"/>
                <a:sym typeface="+mn-lt"/>
              </a:rPr>
              <a:t>28</a:t>
            </a:r>
            <a:r>
              <a:rPr lang="zh-CN" altLang="en-US" dirty="0">
                <a:latin typeface="微软雅黑 Light" panose="020B0502040204020203" pitchFamily="34" charset="-122"/>
                <a:ea typeface="微软雅黑 Light" panose="020B0502040204020203" pitchFamily="34" charset="-122"/>
                <a:cs typeface="+mn-ea"/>
                <a:sym typeface="+mn-lt"/>
              </a:rPr>
              <a:t>位</a:t>
            </a:r>
            <a:endParaRPr lang="zh-CN" altLang="en-US" dirty="0">
              <a:latin typeface="微软雅黑 Light" panose="020B0502040204020203" pitchFamily="34" charset="-122"/>
              <a:ea typeface="微软雅黑 Light" panose="020B0502040204020203" pitchFamily="34" charset="-122"/>
              <a:cs typeface="+mn-ea"/>
              <a:sym typeface="+mn-lt"/>
            </a:endParaRPr>
          </a:p>
        </p:txBody>
      </p:sp>
      <p:graphicFrame>
        <p:nvGraphicFramePr>
          <p:cNvPr id="23" name="表格 22"/>
          <p:cNvGraphicFramePr>
            <a:graphicFrameLocks noGrp="1"/>
          </p:cNvGraphicFramePr>
          <p:nvPr/>
        </p:nvGraphicFramePr>
        <p:xfrm>
          <a:off x="1184207" y="4525555"/>
          <a:ext cx="10187209" cy="1183578"/>
        </p:xfrm>
        <a:graphic>
          <a:graphicData uri="http://schemas.openxmlformats.org/drawingml/2006/table">
            <a:tbl>
              <a:tblPr firstRow="1" bandRow="1">
                <a:tableStyleId>{00A15C55-8517-42AA-B614-E9B94910E393}</a:tableStyleId>
              </a:tblPr>
              <a:tblGrid>
                <a:gridCol w="2279082"/>
                <a:gridCol w="4565159"/>
                <a:gridCol w="3342968"/>
              </a:tblGrid>
              <a:tr h="370840">
                <a:tc>
                  <a:txBody>
                    <a:bodyPr/>
                    <a:lstStyle/>
                    <a:p>
                      <a:pPr algn="ctr">
                        <a:lnSpc>
                          <a:spcPct val="120000"/>
                        </a:lnSpc>
                        <a:spcBef>
                          <a:spcPts val="0"/>
                        </a:spcBef>
                        <a:spcAft>
                          <a:spcPts val="0"/>
                        </a:spcAft>
                      </a:pPr>
                      <a:r>
                        <a:rPr lang="zh-CN" altLang="en-US" dirty="0">
                          <a:solidFill>
                            <a:schemeClr val="tx1"/>
                          </a:solidFill>
                          <a:latin typeface="微软雅黑 Light" panose="020B0502040204020203" pitchFamily="34" charset="-122"/>
                          <a:ea typeface="微软雅黑 Light" panose="020B0502040204020203" pitchFamily="34" charset="-122"/>
                          <a:cs typeface="+mn-ea"/>
                          <a:sym typeface="+mn-lt"/>
                        </a:rPr>
                        <a:t>前缀（</a:t>
                      </a:r>
                      <a:r>
                        <a:rPr lang="en-US" altLang="zh-CN" dirty="0">
                          <a:solidFill>
                            <a:schemeClr val="tx1"/>
                          </a:solidFill>
                          <a:latin typeface="微软雅黑 Light" panose="020B0502040204020203" pitchFamily="34" charset="-122"/>
                          <a:ea typeface="微软雅黑 Light" panose="020B0502040204020203" pitchFamily="34" charset="-122"/>
                          <a:cs typeface="+mn-ea"/>
                          <a:sym typeface="+mn-lt"/>
                        </a:rPr>
                        <a:t>CIDR</a:t>
                      </a:r>
                      <a:r>
                        <a:rPr lang="zh-CN" altLang="en-US" dirty="0">
                          <a:solidFill>
                            <a:schemeClr val="tx1"/>
                          </a:solidFill>
                          <a:latin typeface="微软雅黑 Light" panose="020B0502040204020203" pitchFamily="34" charset="-122"/>
                          <a:ea typeface="微软雅黑 Light" panose="020B0502040204020203" pitchFamily="34" charset="-122"/>
                          <a:cs typeface="+mn-ea"/>
                          <a:sym typeface="+mn-lt"/>
                        </a:rPr>
                        <a:t>表示法）</a:t>
                      </a:r>
                      <a:endParaRPr lang="zh-CN" altLang="en-US" dirty="0">
                        <a:solidFill>
                          <a:schemeClr val="tx1"/>
                        </a:solidFill>
                        <a:latin typeface="微软雅黑 Light" panose="020B0502040204020203" pitchFamily="34" charset="-122"/>
                        <a:ea typeface="微软雅黑 Light" panose="020B0502040204020203" pitchFamily="34" charset="-122"/>
                        <a:cs typeface="+mn-ea"/>
                        <a:sym typeface="+mn-lt"/>
                      </a:endParaRPr>
                    </a:p>
                  </a:txBody>
                  <a:tcPr>
                    <a:solidFill>
                      <a:schemeClr val="accent5">
                        <a:lumMod val="75000"/>
                      </a:schemeClr>
                    </a:solidFill>
                  </a:tcPr>
                </a:tc>
                <a:tc>
                  <a:txBody>
                    <a:bodyPr/>
                    <a:lstStyle/>
                    <a:p>
                      <a:pPr algn="ctr">
                        <a:lnSpc>
                          <a:spcPct val="120000"/>
                        </a:lnSpc>
                        <a:spcBef>
                          <a:spcPts val="0"/>
                        </a:spcBef>
                        <a:spcAft>
                          <a:spcPts val="0"/>
                        </a:spcAft>
                      </a:pPr>
                      <a:r>
                        <a:rPr lang="zh-CN" altLang="en-US" dirty="0">
                          <a:solidFill>
                            <a:schemeClr val="tx1"/>
                          </a:solidFill>
                          <a:latin typeface="微软雅黑 Light" panose="020B0502040204020203" pitchFamily="34" charset="-122"/>
                          <a:ea typeface="微软雅黑 Light" panose="020B0502040204020203" pitchFamily="34" charset="-122"/>
                          <a:cs typeface="+mn-ea"/>
                          <a:sym typeface="+mn-lt"/>
                        </a:rPr>
                        <a:t>前缀（二进制表示法）</a:t>
                      </a:r>
                      <a:endParaRPr lang="zh-CN" altLang="en-US" dirty="0">
                        <a:solidFill>
                          <a:schemeClr val="tx1"/>
                        </a:solidFill>
                        <a:latin typeface="微软雅黑 Light" panose="020B0502040204020203" pitchFamily="34" charset="-122"/>
                        <a:ea typeface="微软雅黑 Light" panose="020B0502040204020203" pitchFamily="34" charset="-122"/>
                        <a:cs typeface="+mn-ea"/>
                        <a:sym typeface="+mn-lt"/>
                      </a:endParaRPr>
                    </a:p>
                  </a:txBody>
                  <a:tcPr>
                    <a:solidFill>
                      <a:schemeClr val="accent5">
                        <a:lumMod val="75000"/>
                      </a:schemeClr>
                    </a:solidFill>
                  </a:tcPr>
                </a:tc>
                <a:tc>
                  <a:txBody>
                    <a:bodyPr/>
                    <a:lstStyle/>
                    <a:p>
                      <a:pPr algn="ctr">
                        <a:lnSpc>
                          <a:spcPct val="120000"/>
                        </a:lnSpc>
                        <a:spcBef>
                          <a:spcPts val="0"/>
                        </a:spcBef>
                        <a:spcAft>
                          <a:spcPts val="0"/>
                        </a:spcAft>
                      </a:pPr>
                      <a:r>
                        <a:rPr lang="zh-CN" altLang="en-US" dirty="0">
                          <a:solidFill>
                            <a:schemeClr val="tx1"/>
                          </a:solidFill>
                          <a:latin typeface="微软雅黑 Light" panose="020B0502040204020203" pitchFamily="34" charset="-122"/>
                          <a:ea typeface="微软雅黑 Light" panose="020B0502040204020203" pitchFamily="34" charset="-122"/>
                          <a:cs typeface="+mn-ea"/>
                          <a:sym typeface="+mn-lt"/>
                        </a:rPr>
                        <a:t>地址范围</a:t>
                      </a:r>
                      <a:endParaRPr lang="zh-CN" altLang="en-US" dirty="0">
                        <a:solidFill>
                          <a:schemeClr val="tx1"/>
                        </a:solidFill>
                        <a:latin typeface="微软雅黑 Light" panose="020B0502040204020203" pitchFamily="34" charset="-122"/>
                        <a:ea typeface="微软雅黑 Light" panose="020B0502040204020203" pitchFamily="34" charset="-122"/>
                        <a:cs typeface="+mn-ea"/>
                        <a:sym typeface="+mn-lt"/>
                      </a:endParaRPr>
                    </a:p>
                  </a:txBody>
                  <a:tcPr>
                    <a:solidFill>
                      <a:schemeClr val="accent5">
                        <a:lumMod val="75000"/>
                      </a:schemeClr>
                    </a:solidFill>
                  </a:tcPr>
                </a:tc>
              </a:tr>
              <a:tr h="370840">
                <a:tc>
                  <a:txBody>
                    <a:bodyPr/>
                    <a:lstStyle/>
                    <a:p>
                      <a:pPr>
                        <a:lnSpc>
                          <a:spcPct val="120000"/>
                        </a:lnSpc>
                        <a:spcBef>
                          <a:spcPts val="0"/>
                        </a:spcBef>
                        <a:spcAft>
                          <a:spcPts val="0"/>
                        </a:spcAft>
                      </a:pPr>
                      <a:r>
                        <a:rPr lang="en-US" altLang="zh-CN" dirty="0">
                          <a:latin typeface="微软雅黑 Light" panose="020B0502040204020203" pitchFamily="34" charset="-122"/>
                          <a:ea typeface="微软雅黑 Light" panose="020B0502040204020203" pitchFamily="34" charset="-122"/>
                          <a:cs typeface="+mn-ea"/>
                          <a:sym typeface="+mn-lt"/>
                        </a:rPr>
                        <a:t>128.0.0.0/1</a:t>
                      </a:r>
                      <a:endParaRPr lang="zh-CN" altLang="en-US" dirty="0">
                        <a:latin typeface="微软雅黑 Light" panose="020B0502040204020203" pitchFamily="34" charset="-122"/>
                        <a:ea typeface="微软雅黑 Light" panose="020B0502040204020203" pitchFamily="34" charset="-122"/>
                        <a:cs typeface="+mn-ea"/>
                        <a:sym typeface="+mn-lt"/>
                      </a:endParaRPr>
                    </a:p>
                  </a:txBody>
                  <a:tcPr>
                    <a:solidFill>
                      <a:schemeClr val="accent6">
                        <a:lumMod val="20000"/>
                        <a:lumOff val="80000"/>
                      </a:schemeClr>
                    </a:solidFill>
                  </a:tcPr>
                </a:tc>
                <a:tc>
                  <a:txBody>
                    <a:bodyPr/>
                    <a:lstStyle/>
                    <a:p>
                      <a:pPr>
                        <a:lnSpc>
                          <a:spcPct val="120000"/>
                        </a:lnSpc>
                        <a:spcBef>
                          <a:spcPts val="0"/>
                        </a:spcBef>
                        <a:spcAft>
                          <a:spcPts val="0"/>
                        </a:spcAft>
                      </a:pPr>
                      <a:r>
                        <a:rPr lang="en-US" altLang="zh-CN" b="1" dirty="0">
                          <a:latin typeface="微软雅黑 Light" panose="020B0502040204020203" pitchFamily="34" charset="-122"/>
                          <a:ea typeface="微软雅黑 Light" panose="020B0502040204020203" pitchFamily="34" charset="-122"/>
                          <a:cs typeface="+mn-ea"/>
                          <a:sym typeface="+mn-lt"/>
                        </a:rPr>
                        <a:t>1</a:t>
                      </a:r>
                      <a:r>
                        <a:rPr lang="en-US" altLang="zh-CN" dirty="0">
                          <a:latin typeface="微软雅黑 Light" panose="020B0502040204020203" pitchFamily="34" charset="-122"/>
                          <a:ea typeface="微软雅黑 Light" panose="020B0502040204020203" pitchFamily="34" charset="-122"/>
                          <a:cs typeface="+mn-ea"/>
                          <a:sym typeface="+mn-lt"/>
                        </a:rPr>
                        <a:t>0000000 00000000 00000000 00000000</a:t>
                      </a:r>
                      <a:endParaRPr lang="zh-CN" altLang="en-US" dirty="0">
                        <a:latin typeface="微软雅黑 Light" panose="020B0502040204020203" pitchFamily="34" charset="-122"/>
                        <a:ea typeface="微软雅黑 Light" panose="020B0502040204020203" pitchFamily="34" charset="-122"/>
                        <a:cs typeface="+mn-ea"/>
                        <a:sym typeface="+mn-lt"/>
                      </a:endParaRPr>
                    </a:p>
                  </a:txBody>
                  <a:tcPr>
                    <a:solidFill>
                      <a:schemeClr val="accent6">
                        <a:lumMod val="20000"/>
                        <a:lumOff val="80000"/>
                      </a:schemeClr>
                    </a:solidFill>
                  </a:tcPr>
                </a:tc>
                <a:tc>
                  <a:txBody>
                    <a:bodyPr/>
                    <a:lstStyle/>
                    <a:p>
                      <a:pPr>
                        <a:lnSpc>
                          <a:spcPct val="120000"/>
                        </a:lnSpc>
                        <a:spcBef>
                          <a:spcPts val="0"/>
                        </a:spcBef>
                        <a:spcAft>
                          <a:spcPts val="0"/>
                        </a:spcAft>
                      </a:pPr>
                      <a:r>
                        <a:rPr lang="en-US" altLang="zh-CN" dirty="0">
                          <a:latin typeface="微软雅黑 Light" panose="020B0502040204020203" pitchFamily="34" charset="-122"/>
                          <a:ea typeface="微软雅黑 Light" panose="020B0502040204020203" pitchFamily="34" charset="-122"/>
                          <a:cs typeface="+mn-ea"/>
                          <a:sym typeface="+mn-lt"/>
                        </a:rPr>
                        <a:t>128.0.0.0 ~255.255.255.255</a:t>
                      </a:r>
                      <a:endParaRPr lang="zh-CN" altLang="en-US" dirty="0">
                        <a:latin typeface="微软雅黑 Light" panose="020B0502040204020203" pitchFamily="34" charset="-122"/>
                        <a:ea typeface="微软雅黑 Light" panose="020B0502040204020203" pitchFamily="34" charset="-122"/>
                        <a:cs typeface="+mn-ea"/>
                        <a:sym typeface="+mn-lt"/>
                      </a:endParaRPr>
                    </a:p>
                  </a:txBody>
                  <a:tcPr>
                    <a:solidFill>
                      <a:schemeClr val="accent6">
                        <a:lumMod val="20000"/>
                        <a:lumOff val="80000"/>
                      </a:schemeClr>
                    </a:solidFill>
                  </a:tcPr>
                </a:tc>
              </a:tr>
              <a:tr h="370840">
                <a:tc>
                  <a:txBody>
                    <a:bodyPr/>
                    <a:lstStyle/>
                    <a:p>
                      <a:pPr>
                        <a:lnSpc>
                          <a:spcPct val="120000"/>
                        </a:lnSpc>
                        <a:spcBef>
                          <a:spcPts val="0"/>
                        </a:spcBef>
                        <a:spcAft>
                          <a:spcPts val="0"/>
                        </a:spcAft>
                      </a:pPr>
                      <a:r>
                        <a:rPr lang="en-US" altLang="zh-CN" dirty="0">
                          <a:latin typeface="微软雅黑 Light" panose="020B0502040204020203" pitchFamily="34" charset="-122"/>
                          <a:ea typeface="微软雅黑 Light" panose="020B0502040204020203" pitchFamily="34" charset="-122"/>
                          <a:cs typeface="+mn-ea"/>
                          <a:sym typeface="+mn-lt"/>
                        </a:rPr>
                        <a:t>128.123.1.0/28</a:t>
                      </a:r>
                      <a:endParaRPr lang="zh-CN" altLang="en-US" dirty="0">
                        <a:latin typeface="微软雅黑 Light" panose="020B0502040204020203" pitchFamily="34" charset="-122"/>
                        <a:ea typeface="微软雅黑 Light" panose="020B0502040204020203" pitchFamily="34" charset="-122"/>
                        <a:cs typeface="+mn-ea"/>
                        <a:sym typeface="+mn-lt"/>
                      </a:endParaRPr>
                    </a:p>
                  </a:txBody>
                  <a:tcPr/>
                </a:tc>
                <a:tc>
                  <a:txBody>
                    <a:bodyPr/>
                    <a:lstStyle/>
                    <a:p>
                      <a:pPr>
                        <a:lnSpc>
                          <a:spcPct val="120000"/>
                        </a:lnSpc>
                        <a:spcBef>
                          <a:spcPts val="0"/>
                        </a:spcBef>
                        <a:spcAft>
                          <a:spcPts val="0"/>
                        </a:spcAft>
                      </a:pPr>
                      <a:r>
                        <a:rPr lang="en-US" altLang="zh-CN" b="1" dirty="0">
                          <a:latin typeface="微软雅黑 Light" panose="020B0502040204020203" pitchFamily="34" charset="-122"/>
                          <a:ea typeface="微软雅黑 Light" panose="020B0502040204020203" pitchFamily="34" charset="-122"/>
                          <a:cs typeface="+mn-ea"/>
                          <a:sym typeface="+mn-lt"/>
                        </a:rPr>
                        <a:t>10000000 01111011 00000001 0000</a:t>
                      </a:r>
                      <a:r>
                        <a:rPr lang="en-US" altLang="zh-CN" dirty="0">
                          <a:latin typeface="微软雅黑 Light" panose="020B0502040204020203" pitchFamily="34" charset="-122"/>
                          <a:ea typeface="微软雅黑 Light" panose="020B0502040204020203" pitchFamily="34" charset="-122"/>
                          <a:cs typeface="+mn-ea"/>
                          <a:sym typeface="+mn-lt"/>
                        </a:rPr>
                        <a:t>0000</a:t>
                      </a:r>
                      <a:endParaRPr lang="zh-CN" altLang="en-US" dirty="0">
                        <a:latin typeface="微软雅黑 Light" panose="020B0502040204020203" pitchFamily="34" charset="-122"/>
                        <a:ea typeface="微软雅黑 Light" panose="020B0502040204020203" pitchFamily="34" charset="-122"/>
                        <a:cs typeface="+mn-ea"/>
                        <a:sym typeface="+mn-lt"/>
                      </a:endParaRPr>
                    </a:p>
                  </a:txBody>
                  <a:tcPr/>
                </a:tc>
                <a:tc>
                  <a:txBody>
                    <a:bodyPr/>
                    <a:lstStyle/>
                    <a:p>
                      <a:pPr>
                        <a:lnSpc>
                          <a:spcPct val="120000"/>
                        </a:lnSpc>
                        <a:spcBef>
                          <a:spcPts val="0"/>
                        </a:spcBef>
                        <a:spcAft>
                          <a:spcPts val="0"/>
                        </a:spcAft>
                      </a:pPr>
                      <a:r>
                        <a:rPr lang="en-US" altLang="zh-CN" dirty="0">
                          <a:latin typeface="微软雅黑 Light" panose="020B0502040204020203" pitchFamily="34" charset="-122"/>
                          <a:ea typeface="微软雅黑 Light" panose="020B0502040204020203" pitchFamily="34" charset="-122"/>
                          <a:cs typeface="+mn-ea"/>
                          <a:sym typeface="+mn-lt"/>
                        </a:rPr>
                        <a:t>128.123.1.0 ~ 128.123.1.15</a:t>
                      </a:r>
                      <a:endParaRPr lang="zh-CN" altLang="en-US" dirty="0">
                        <a:latin typeface="微软雅黑 Light" panose="020B0502040204020203" pitchFamily="34" charset="-122"/>
                        <a:ea typeface="微软雅黑 Light" panose="020B0502040204020203" pitchFamily="34" charset="-122"/>
                        <a:cs typeface="+mn-ea"/>
                        <a:sym typeface="+mn-lt"/>
                      </a:endParaRPr>
                    </a:p>
                  </a:txBody>
                  <a:tcPr/>
                </a:tc>
              </a:tr>
            </a:tbl>
          </a:graphicData>
        </a:graphic>
      </p:graphicFrame>
      <p:sp>
        <p:nvSpPr>
          <p:cNvPr id="25" name="矩形 24"/>
          <p:cNvSpPr/>
          <p:nvPr/>
        </p:nvSpPr>
        <p:spPr>
          <a:xfrm>
            <a:off x="4846918" y="4027663"/>
            <a:ext cx="1784463" cy="432362"/>
          </a:xfrm>
          <a:prstGeom prst="rect">
            <a:avLst/>
          </a:prstGeom>
        </p:spPr>
        <p:txBody>
          <a:bodyPr wrap="none">
            <a:spAutoFit/>
          </a:bodyPr>
          <a:lstStyle/>
          <a:p>
            <a:pPr>
              <a:lnSpc>
                <a:spcPct val="120000"/>
              </a:lnSpc>
            </a:pPr>
            <a:r>
              <a:rPr lang="en-US" altLang="zh-CN" dirty="0">
                <a:latin typeface="微软雅黑 Light" panose="020B0502040204020203" pitchFamily="34" charset="-122"/>
                <a:ea typeface="微软雅黑 Light" panose="020B0502040204020203" pitchFamily="34" charset="-122"/>
                <a:cs typeface="+mn-ea"/>
                <a:sym typeface="+mn-lt"/>
              </a:rPr>
              <a:t>CIDR</a:t>
            </a:r>
            <a:r>
              <a:rPr lang="zh-CN" altLang="en-US" dirty="0">
                <a:latin typeface="微软雅黑 Light" panose="020B0502040204020203" pitchFamily="34" charset="-122"/>
                <a:ea typeface="微软雅黑 Light" panose="020B0502040204020203" pitchFamily="34" charset="-122"/>
                <a:cs typeface="+mn-ea"/>
                <a:sym typeface="+mn-lt"/>
              </a:rPr>
              <a:t>前缀例子</a:t>
            </a:r>
            <a:endParaRPr lang="zh-CN" altLang="en-US" dirty="0">
              <a:latin typeface="微软雅黑 Light" panose="020B0502040204020203" pitchFamily="34" charset="-122"/>
              <a:ea typeface="微软雅黑 Light" panose="020B0502040204020203" pitchFamily="34" charset="-122"/>
              <a:cs typeface="+mn-ea"/>
              <a:sym typeface="+mn-lt"/>
            </a:endParaRPr>
          </a:p>
        </p:txBody>
      </p:sp>
      <p:sp>
        <p:nvSpPr>
          <p:cNvPr id="26" name="矩形 25"/>
          <p:cNvSpPr/>
          <p:nvPr/>
        </p:nvSpPr>
        <p:spPr>
          <a:xfrm>
            <a:off x="3478108" y="5794097"/>
            <a:ext cx="4544834" cy="432362"/>
          </a:xfrm>
          <a:prstGeom prst="rect">
            <a:avLst/>
          </a:prstGeom>
        </p:spPr>
        <p:txBody>
          <a:bodyPr wrap="none">
            <a:spAutoFit/>
          </a:bodyPr>
          <a:lstStyle/>
          <a:p>
            <a:pPr>
              <a:lnSpc>
                <a:spcPct val="120000"/>
              </a:lnSpc>
            </a:pPr>
            <a:r>
              <a:rPr lang="zh-CN" altLang="en-US" dirty="0">
                <a:latin typeface="微软雅黑 Light" panose="020B0502040204020203" pitchFamily="34" charset="-122"/>
                <a:ea typeface="微软雅黑 Light" panose="020B0502040204020203" pitchFamily="34" charset="-122"/>
                <a:cs typeface="+mn-ea"/>
                <a:sym typeface="+mn-lt"/>
              </a:rPr>
              <a:t>二进制表示中，加粗的部分为网络前缀</a:t>
            </a:r>
            <a:endParaRPr lang="zh-CN" altLang="en-US" dirty="0">
              <a:latin typeface="微软雅黑 Light" panose="020B0502040204020203" pitchFamily="34" charset="-122"/>
              <a:ea typeface="微软雅黑 Light" panose="020B0502040204020203" pitchFamily="34" charset="-122"/>
              <a:cs typeface="+mn-ea"/>
              <a:sym typeface="+mn-lt"/>
            </a:endParaRPr>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灯片编号占位符 5"/>
          <p:cNvSpPr>
            <a:spLocks noGrp="1"/>
          </p:cNvSpPr>
          <p:nvPr>
            <p:ph type="sldNum" sz="quarter" idx="12"/>
          </p:nvPr>
        </p:nvSpPr>
        <p:spPr/>
        <p:txBody>
          <a:bodyPr/>
          <a:lstStyle/>
          <a:p>
            <a:fld id="{C507C281-8889-4D60-AB67-1755DB1C033A}" type="slidenum">
              <a:rPr lang="en-US" altLang="zh-CN"/>
            </a:fld>
            <a:endParaRPr lang="en-US" altLang="zh-CN"/>
          </a:p>
        </p:txBody>
      </p:sp>
      <p:sp>
        <p:nvSpPr>
          <p:cNvPr id="706562" name="Rectangle 2"/>
          <p:cNvSpPr>
            <a:spLocks noGrp="1" noChangeArrowheads="1"/>
          </p:cNvSpPr>
          <p:nvPr>
            <p:ph type="title"/>
          </p:nvPr>
        </p:nvSpPr>
        <p:spPr/>
        <p:txBody>
          <a:bodyPr/>
          <a:lstStyle/>
          <a:p>
            <a:r>
              <a:rPr lang="en-US" altLang="zh-CN"/>
              <a:t>CIDR</a:t>
            </a:r>
            <a:r>
              <a:rPr lang="zh-CN" altLang="en-US"/>
              <a:t>记法的其他形式</a:t>
            </a:r>
            <a:endParaRPr lang="zh-CN" altLang="en-US"/>
          </a:p>
        </p:txBody>
      </p:sp>
      <p:sp>
        <p:nvSpPr>
          <p:cNvPr id="706565" name="AutoShape 5"/>
          <p:cNvSpPr/>
          <p:nvPr/>
        </p:nvSpPr>
        <p:spPr bwMode="auto">
          <a:xfrm rot="16200000">
            <a:off x="3463999" y="2115545"/>
            <a:ext cx="202408" cy="1129507"/>
          </a:xfrm>
          <a:prstGeom prst="leftBrace">
            <a:avLst>
              <a:gd name="adj1" fmla="val 58395"/>
              <a:gd name="adj2" fmla="val 50000"/>
            </a:avLst>
          </a:prstGeom>
          <a:noFill/>
          <a:ln w="28575">
            <a:solidFill>
              <a:schemeClr val="tx2"/>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微软雅黑" panose="020B0503020204020204" pitchFamily="34" charset="-122"/>
            </a:endParaRPr>
          </a:p>
        </p:txBody>
      </p:sp>
      <p:sp>
        <p:nvSpPr>
          <p:cNvPr id="706566" name="AutoShape 6"/>
          <p:cNvSpPr/>
          <p:nvPr/>
        </p:nvSpPr>
        <p:spPr bwMode="auto">
          <a:xfrm rot="16200000">
            <a:off x="4893780" y="1997831"/>
            <a:ext cx="202408" cy="1337942"/>
          </a:xfrm>
          <a:prstGeom prst="leftBrace">
            <a:avLst>
              <a:gd name="adj1" fmla="val 58395"/>
              <a:gd name="adj2" fmla="val 50000"/>
            </a:avLst>
          </a:prstGeom>
          <a:noFill/>
          <a:ln w="28575">
            <a:solidFill>
              <a:schemeClr val="tx2"/>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微软雅黑" panose="020B0503020204020204" pitchFamily="34" charset="-122"/>
            </a:endParaRPr>
          </a:p>
        </p:txBody>
      </p:sp>
      <p:sp>
        <p:nvSpPr>
          <p:cNvPr id="706567" name="AutoShape 7"/>
          <p:cNvSpPr/>
          <p:nvPr/>
        </p:nvSpPr>
        <p:spPr bwMode="auto">
          <a:xfrm rot="16200000">
            <a:off x="6436714" y="1903613"/>
            <a:ext cx="215900" cy="1512887"/>
          </a:xfrm>
          <a:prstGeom prst="leftBrace">
            <a:avLst>
              <a:gd name="adj1" fmla="val 58395"/>
              <a:gd name="adj2" fmla="val 50000"/>
            </a:avLst>
          </a:prstGeom>
          <a:noFill/>
          <a:ln w="28575">
            <a:solidFill>
              <a:schemeClr val="tx2"/>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微软雅黑" panose="020B0503020204020204" pitchFamily="34" charset="-122"/>
            </a:endParaRPr>
          </a:p>
        </p:txBody>
      </p:sp>
      <p:sp>
        <p:nvSpPr>
          <p:cNvPr id="706568" name="AutoShape 8"/>
          <p:cNvSpPr/>
          <p:nvPr/>
        </p:nvSpPr>
        <p:spPr bwMode="auto">
          <a:xfrm rot="16200000">
            <a:off x="8186811" y="1911389"/>
            <a:ext cx="215900" cy="1512887"/>
          </a:xfrm>
          <a:prstGeom prst="leftBrace">
            <a:avLst>
              <a:gd name="adj1" fmla="val 58395"/>
              <a:gd name="adj2" fmla="val 50000"/>
            </a:avLst>
          </a:prstGeom>
          <a:noFill/>
          <a:ln w="28575">
            <a:solidFill>
              <a:schemeClr val="tx2"/>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微软雅黑" panose="020B0503020204020204" pitchFamily="34" charset="-122"/>
            </a:endParaRPr>
          </a:p>
        </p:txBody>
      </p:sp>
      <p:sp>
        <p:nvSpPr>
          <p:cNvPr id="706569" name="Text Box 9"/>
          <p:cNvSpPr txBox="1">
            <a:spLocks noChangeArrowheads="1"/>
          </p:cNvSpPr>
          <p:nvPr/>
        </p:nvSpPr>
        <p:spPr bwMode="auto">
          <a:xfrm>
            <a:off x="3075867" y="2749532"/>
            <a:ext cx="785793"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800" dirty="0">
                <a:solidFill>
                  <a:srgbClr val="333399"/>
                </a:solidFill>
                <a:latin typeface="微软雅黑 Light" panose="020B0502040204020203" pitchFamily="34" charset="-122"/>
                <a:ea typeface="微软雅黑 Light" panose="020B0502040204020203" pitchFamily="34" charset="-122"/>
              </a:rPr>
              <a:t>255</a:t>
            </a:r>
            <a:endParaRPr lang="en-US" altLang="zh-CN" sz="2800" dirty="0">
              <a:solidFill>
                <a:srgbClr val="333399"/>
              </a:solidFill>
              <a:latin typeface="微软雅黑 Light" panose="020B0502040204020203" pitchFamily="34" charset="-122"/>
              <a:ea typeface="微软雅黑 Light" panose="020B0502040204020203" pitchFamily="34" charset="-122"/>
            </a:endParaRPr>
          </a:p>
        </p:txBody>
      </p:sp>
      <p:sp>
        <p:nvSpPr>
          <p:cNvPr id="706570" name="Text Box 10"/>
          <p:cNvSpPr txBox="1">
            <a:spLocks noChangeArrowheads="1"/>
          </p:cNvSpPr>
          <p:nvPr/>
        </p:nvSpPr>
        <p:spPr bwMode="auto">
          <a:xfrm>
            <a:off x="4649060" y="2781172"/>
            <a:ext cx="723900" cy="523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800" dirty="0">
                <a:solidFill>
                  <a:srgbClr val="333399"/>
                </a:solidFill>
                <a:latin typeface="微软雅黑 Light" panose="020B0502040204020203" pitchFamily="34" charset="-122"/>
                <a:ea typeface="微软雅黑 Light" panose="020B0502040204020203" pitchFamily="34" charset="-122"/>
              </a:rPr>
              <a:t>192</a:t>
            </a:r>
            <a:endParaRPr lang="en-US" altLang="zh-CN" sz="2800" dirty="0">
              <a:solidFill>
                <a:srgbClr val="333399"/>
              </a:solidFill>
              <a:latin typeface="微软雅黑 Light" panose="020B0502040204020203" pitchFamily="34" charset="-122"/>
              <a:ea typeface="微软雅黑 Light" panose="020B0502040204020203" pitchFamily="34" charset="-122"/>
            </a:endParaRPr>
          </a:p>
        </p:txBody>
      </p:sp>
      <p:sp>
        <p:nvSpPr>
          <p:cNvPr id="706571" name="Text Box 11"/>
          <p:cNvSpPr txBox="1">
            <a:spLocks noChangeArrowheads="1"/>
          </p:cNvSpPr>
          <p:nvPr/>
        </p:nvSpPr>
        <p:spPr bwMode="auto">
          <a:xfrm>
            <a:off x="6960467" y="2781500"/>
            <a:ext cx="385042"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800" dirty="0">
                <a:solidFill>
                  <a:srgbClr val="333399"/>
                </a:solidFill>
                <a:latin typeface="微软雅黑 Light" panose="020B0502040204020203" pitchFamily="34" charset="-122"/>
                <a:ea typeface="微软雅黑 Light" panose="020B0502040204020203" pitchFamily="34" charset="-122"/>
              </a:rPr>
              <a:t>0</a:t>
            </a:r>
            <a:endParaRPr lang="en-US" altLang="zh-CN" sz="2800" dirty="0">
              <a:solidFill>
                <a:srgbClr val="333399"/>
              </a:solidFill>
              <a:latin typeface="微软雅黑 Light" panose="020B0502040204020203" pitchFamily="34" charset="-122"/>
              <a:ea typeface="微软雅黑 Light" panose="020B0502040204020203" pitchFamily="34" charset="-122"/>
            </a:endParaRPr>
          </a:p>
        </p:txBody>
      </p:sp>
      <p:sp>
        <p:nvSpPr>
          <p:cNvPr id="706572" name="Text Box 12"/>
          <p:cNvSpPr txBox="1">
            <a:spLocks noChangeArrowheads="1"/>
          </p:cNvSpPr>
          <p:nvPr/>
        </p:nvSpPr>
        <p:spPr bwMode="auto">
          <a:xfrm>
            <a:off x="8687667" y="2781500"/>
            <a:ext cx="385042"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800" dirty="0">
                <a:solidFill>
                  <a:srgbClr val="333399"/>
                </a:solidFill>
                <a:latin typeface="微软雅黑 Light" panose="020B0502040204020203" pitchFamily="34" charset="-122"/>
                <a:ea typeface="微软雅黑 Light" panose="020B0502040204020203" pitchFamily="34" charset="-122"/>
              </a:rPr>
              <a:t>0</a:t>
            </a:r>
            <a:endParaRPr lang="en-US" altLang="zh-CN" sz="2800" dirty="0">
              <a:solidFill>
                <a:srgbClr val="333399"/>
              </a:solidFill>
              <a:latin typeface="微软雅黑 Light" panose="020B0502040204020203" pitchFamily="34" charset="-122"/>
              <a:ea typeface="微软雅黑 Light" panose="020B0502040204020203" pitchFamily="34" charset="-122"/>
            </a:endParaRPr>
          </a:p>
        </p:txBody>
      </p:sp>
      <p:sp>
        <p:nvSpPr>
          <p:cNvPr id="706574" name="Rectangle 14"/>
          <p:cNvSpPr>
            <a:spLocks noChangeArrowheads="1"/>
          </p:cNvSpPr>
          <p:nvPr/>
        </p:nvSpPr>
        <p:spPr bwMode="auto">
          <a:xfrm>
            <a:off x="3000449" y="2082443"/>
            <a:ext cx="1550344" cy="323205"/>
          </a:xfrm>
          <a:prstGeom prst="rect">
            <a:avLst/>
          </a:prstGeom>
          <a:noFill/>
          <a:ln w="25400">
            <a:solidFill>
              <a:srgbClr val="FF330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dirty="0">
              <a:solidFill>
                <a:srgbClr val="FF0000"/>
              </a:solidFill>
              <a:latin typeface="Times New Roman" panose="02020603050405020304" pitchFamily="18" charset="0"/>
              <a:ea typeface="微软雅黑" panose="020B0503020204020204" pitchFamily="34" charset="-122"/>
            </a:endParaRPr>
          </a:p>
        </p:txBody>
      </p:sp>
      <p:sp>
        <p:nvSpPr>
          <p:cNvPr id="706577" name="Rectangle 17"/>
          <p:cNvSpPr>
            <a:spLocks noChangeArrowheads="1"/>
          </p:cNvSpPr>
          <p:nvPr/>
        </p:nvSpPr>
        <p:spPr bwMode="auto">
          <a:xfrm>
            <a:off x="431800" y="3623902"/>
            <a:ext cx="11328400" cy="21605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rgbClr val="C80000"/>
              </a:buClr>
              <a:buSzPct val="80000"/>
              <a:buFont typeface="Wingdings" panose="05000000000000000000" pitchFamily="2" charset="2"/>
              <a:buChar char="n"/>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C800"/>
              </a:buClr>
              <a:buSzPct val="80000"/>
              <a:buFont typeface="Wingdings" panose="05000000000000000000" pitchFamily="2" charset="2"/>
              <a:buChar char="n"/>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0000C8"/>
              </a:buClr>
              <a:buSzPct val="80000"/>
              <a:buFont typeface="Wingdings" panose="05000000000000000000" pitchFamily="2" charset="2"/>
              <a:buChar char="n"/>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rgbClr val="FF7F00"/>
              </a:buClr>
              <a:buSzPct val="80000"/>
              <a:buFont typeface="Wingdings" panose="05000000000000000000" pitchFamily="2" charset="2"/>
              <a:buChar char="u"/>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SzPct val="80000"/>
              <a:buFont typeface="Wingdings" panose="05000000000000000000" pitchFamily="2" charset="2"/>
              <a:buChar char="Ø"/>
              <a:defRPr sz="2000">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SzPct val="80000"/>
              <a:buFont typeface="Wingdings" panose="05000000000000000000" pitchFamily="2" charset="2"/>
              <a:buChar char="Ø"/>
              <a:defRPr sz="2000">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SzPct val="80000"/>
              <a:buFont typeface="Wingdings" panose="05000000000000000000" pitchFamily="2" charset="2"/>
              <a:buChar char="Ø"/>
              <a:defRPr sz="2000">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SzPct val="80000"/>
              <a:buFont typeface="Wingdings" panose="05000000000000000000" pitchFamily="2" charset="2"/>
              <a:buChar char="Ø"/>
              <a:defRPr sz="2000">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SzPct val="80000"/>
              <a:buFont typeface="Wingdings" panose="05000000000000000000" pitchFamily="2" charset="2"/>
              <a:buChar char="Ø"/>
              <a:defRPr sz="2000">
                <a:solidFill>
                  <a:schemeClr val="tx1"/>
                </a:solidFill>
                <a:latin typeface="Arial" panose="020B0604020202020204" pitchFamily="34" charset="0"/>
                <a:ea typeface="宋体" panose="02010600030101010101" pitchFamily="2" charset="-122"/>
              </a:defRPr>
            </a:lvl9pPr>
          </a:lstStyle>
          <a:p>
            <a:r>
              <a:rPr lang="zh-CN" altLang="en-US" sz="2800" dirty="0">
                <a:latin typeface="微软雅黑 Light" panose="020B0502040204020203" pitchFamily="34" charset="-122"/>
                <a:ea typeface="微软雅黑 Light" panose="020B0502040204020203" pitchFamily="34" charset="-122"/>
              </a:rPr>
              <a:t>网络前缀的后面加一个星号 * 的表示方法：    如 </a:t>
            </a:r>
            <a:r>
              <a:rPr lang="en-US" altLang="zh-CN" sz="2800" dirty="0">
                <a:latin typeface="微软雅黑 Light" panose="020B0502040204020203" pitchFamily="34" charset="-122"/>
                <a:ea typeface="微软雅黑 Light" panose="020B0502040204020203" pitchFamily="34" charset="-122"/>
              </a:rPr>
              <a:t>00001010 00*</a:t>
            </a:r>
            <a:r>
              <a:rPr lang="zh-CN" altLang="en-US" sz="2800" dirty="0">
                <a:latin typeface="微软雅黑 Light" panose="020B0502040204020203" pitchFamily="34" charset="-122"/>
                <a:ea typeface="微软雅黑 Light" panose="020B0502040204020203" pitchFamily="34" charset="-122"/>
              </a:rPr>
              <a:t>，在星号 * 之前是网络前缀，而星号 * 表示 </a:t>
            </a:r>
            <a:r>
              <a:rPr lang="en-US" altLang="zh-CN" sz="2800" dirty="0">
                <a:latin typeface="微软雅黑 Light" panose="020B0502040204020203" pitchFamily="34" charset="-122"/>
                <a:ea typeface="微软雅黑 Light" panose="020B0502040204020203" pitchFamily="34" charset="-122"/>
              </a:rPr>
              <a:t>IP </a:t>
            </a:r>
            <a:r>
              <a:rPr lang="zh-CN" altLang="en-US" sz="2800" dirty="0">
                <a:latin typeface="微软雅黑 Light" panose="020B0502040204020203" pitchFamily="34" charset="-122"/>
                <a:ea typeface="微软雅黑 Light" panose="020B0502040204020203" pitchFamily="34" charset="-122"/>
              </a:rPr>
              <a:t>地址中的主机号，可以是任意值</a:t>
            </a:r>
            <a:endParaRPr lang="zh-CN" altLang="en-US" sz="2800" dirty="0">
              <a:latin typeface="微软雅黑 Light" panose="020B0502040204020203" pitchFamily="34" charset="-122"/>
              <a:ea typeface="微软雅黑 Light" panose="020B0502040204020203" pitchFamily="34" charset="-122"/>
            </a:endParaRPr>
          </a:p>
        </p:txBody>
      </p:sp>
      <p:sp>
        <p:nvSpPr>
          <p:cNvPr id="3" name="内容占位符 2"/>
          <p:cNvSpPr>
            <a:spLocks noGrp="1"/>
          </p:cNvSpPr>
          <p:nvPr>
            <p:ph idx="1"/>
          </p:nvPr>
        </p:nvSpPr>
        <p:spPr>
          <a:xfrm>
            <a:off x="334434" y="1052515"/>
            <a:ext cx="11523133" cy="1800421"/>
          </a:xfrm>
        </p:spPr>
        <p:txBody>
          <a:bodyPr/>
          <a:lstStyle/>
          <a:p>
            <a:r>
              <a:rPr lang="en-US" altLang="zh-CN" dirty="0"/>
              <a:t>10.0.0.0/10 </a:t>
            </a:r>
            <a:r>
              <a:rPr lang="zh-CN" altLang="en-US" dirty="0"/>
              <a:t>可简写为 </a:t>
            </a:r>
            <a:r>
              <a:rPr lang="en-US" altLang="zh-CN" dirty="0"/>
              <a:t>10/10</a:t>
            </a:r>
            <a:r>
              <a:rPr lang="zh-CN" altLang="en-US" dirty="0"/>
              <a:t>，也就是把点分十进制中低位连续的 </a:t>
            </a:r>
            <a:r>
              <a:rPr lang="en-US" altLang="zh-CN" dirty="0"/>
              <a:t>0 </a:t>
            </a:r>
            <a:r>
              <a:rPr lang="zh-CN" altLang="en-US" dirty="0"/>
              <a:t>省略</a:t>
            </a:r>
            <a:endParaRPr lang="zh-CN" altLang="en-US" dirty="0"/>
          </a:p>
          <a:p>
            <a:pPr lvl="1"/>
            <a:r>
              <a:rPr lang="en-US" altLang="zh-CN" dirty="0"/>
              <a:t>10.0.0.0/10 </a:t>
            </a:r>
            <a:r>
              <a:rPr lang="zh-CN" altLang="en-US" dirty="0"/>
              <a:t>隐含地指出 </a:t>
            </a:r>
            <a:r>
              <a:rPr lang="en-US" altLang="zh-CN" dirty="0"/>
              <a:t>IP </a:t>
            </a:r>
            <a:r>
              <a:rPr lang="zh-CN" altLang="en-US" dirty="0"/>
              <a:t>地址 </a:t>
            </a:r>
            <a:r>
              <a:rPr lang="en-US" altLang="zh-CN" dirty="0"/>
              <a:t>10.0.0.0 </a:t>
            </a:r>
            <a:r>
              <a:rPr lang="zh-CN" altLang="en-US" dirty="0"/>
              <a:t>的掩码是 </a:t>
            </a:r>
            <a:r>
              <a:rPr lang="en-US" altLang="zh-CN" dirty="0"/>
              <a:t>255.192.0.0</a:t>
            </a:r>
            <a:r>
              <a:rPr lang="zh-CN" altLang="en-US" dirty="0"/>
              <a:t>。此掩码可表示为</a:t>
            </a:r>
            <a:endParaRPr lang="zh-CN" altLang="en-US" dirty="0"/>
          </a:p>
          <a:p>
            <a:pPr algn="ctr">
              <a:buNone/>
            </a:pPr>
            <a:r>
              <a:rPr lang="en-US" altLang="zh-CN" dirty="0"/>
              <a:t>11111111 11000000 00000000 00000000</a:t>
            </a:r>
            <a:endParaRPr lang="en-US" altLang="zh-CN" dirty="0"/>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5"/>
          <p:cNvSpPr>
            <a:spLocks noGrp="1"/>
          </p:cNvSpPr>
          <p:nvPr>
            <p:ph type="sldNum" sz="quarter" idx="12"/>
          </p:nvPr>
        </p:nvSpPr>
        <p:spPr/>
        <p:txBody>
          <a:bodyPr/>
          <a:lstStyle/>
          <a:p>
            <a:fld id="{7C1475BF-3926-4268-9152-BFFDC476A681}" type="slidenum">
              <a:rPr lang="en-US" altLang="zh-CN"/>
            </a:fld>
            <a:endParaRPr lang="en-US" altLang="zh-CN"/>
          </a:p>
        </p:txBody>
      </p:sp>
      <p:sp>
        <p:nvSpPr>
          <p:cNvPr id="699394" name="Rectangle 2"/>
          <p:cNvSpPr>
            <a:spLocks noGrp="1" noChangeArrowheads="1"/>
          </p:cNvSpPr>
          <p:nvPr>
            <p:ph type="title"/>
          </p:nvPr>
        </p:nvSpPr>
        <p:spPr/>
        <p:txBody>
          <a:bodyPr/>
          <a:lstStyle/>
          <a:p>
            <a:r>
              <a:rPr lang="en-US" altLang="zh-CN"/>
              <a:t>CIDR</a:t>
            </a:r>
            <a:r>
              <a:rPr lang="zh-CN" altLang="en-US"/>
              <a:t>主要特点</a:t>
            </a:r>
            <a:endParaRPr lang="zh-CN" altLang="en-US"/>
          </a:p>
        </p:txBody>
      </p:sp>
      <p:sp>
        <p:nvSpPr>
          <p:cNvPr id="699395" name="Rectangle 3"/>
          <p:cNvSpPr>
            <a:spLocks noGrp="1" noChangeArrowheads="1"/>
          </p:cNvSpPr>
          <p:nvPr>
            <p:ph type="body" idx="1"/>
          </p:nvPr>
        </p:nvSpPr>
        <p:spPr/>
        <p:txBody>
          <a:bodyPr/>
          <a:lstStyle/>
          <a:p>
            <a:r>
              <a:rPr lang="en-US" altLang="zh-CN" dirty="0"/>
              <a:t>CIDR </a:t>
            </a:r>
            <a:r>
              <a:rPr lang="zh-CN" altLang="en-US" dirty="0"/>
              <a:t>消除了传统的 </a:t>
            </a:r>
            <a:r>
              <a:rPr lang="en-US" altLang="zh-CN" dirty="0"/>
              <a:t>A </a:t>
            </a:r>
            <a:r>
              <a:rPr lang="zh-CN" altLang="en-US" dirty="0"/>
              <a:t>类、</a:t>
            </a:r>
            <a:r>
              <a:rPr lang="en-US" altLang="zh-CN" dirty="0"/>
              <a:t>B </a:t>
            </a:r>
            <a:r>
              <a:rPr lang="zh-CN" altLang="en-US" dirty="0"/>
              <a:t>类和 </a:t>
            </a:r>
            <a:r>
              <a:rPr lang="en-US" altLang="zh-CN" dirty="0"/>
              <a:t>C </a:t>
            </a:r>
            <a:r>
              <a:rPr lang="zh-CN" altLang="en-US" dirty="0"/>
              <a:t>类地址以及划分子网的概念，因而可以更加有效地分配 </a:t>
            </a:r>
            <a:r>
              <a:rPr lang="en-US" altLang="zh-CN" dirty="0"/>
              <a:t>IPv4 </a:t>
            </a:r>
            <a:r>
              <a:rPr lang="zh-CN" altLang="en-US" dirty="0"/>
              <a:t>的地址空间</a:t>
            </a:r>
            <a:endParaRPr lang="zh-CN" altLang="en-US" dirty="0"/>
          </a:p>
          <a:p>
            <a:r>
              <a:rPr lang="en-US" altLang="zh-CN" dirty="0"/>
              <a:t>CIDR</a:t>
            </a:r>
            <a:r>
              <a:rPr lang="zh-CN" altLang="en-US" dirty="0"/>
              <a:t>使用各种长度的“网络前缀”</a:t>
            </a:r>
            <a:r>
              <a:rPr lang="en-US" altLang="zh-CN" dirty="0"/>
              <a:t>(network-prefix)</a:t>
            </a:r>
            <a:r>
              <a:rPr lang="zh-CN" altLang="en-US" dirty="0"/>
              <a:t>来代替分类地址中的网络号和子网号</a:t>
            </a:r>
            <a:endParaRPr lang="zh-CN" altLang="en-US" dirty="0"/>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5"/>
          <p:cNvSpPr>
            <a:spLocks noGrp="1"/>
          </p:cNvSpPr>
          <p:nvPr>
            <p:ph type="sldNum" sz="quarter" idx="12"/>
          </p:nvPr>
        </p:nvSpPr>
        <p:spPr/>
        <p:txBody>
          <a:bodyPr/>
          <a:lstStyle/>
          <a:p>
            <a:fld id="{20B3E194-8146-4566-AF63-1820C45CFA6B}" type="slidenum">
              <a:rPr lang="en-US" altLang="zh-CN"/>
            </a:fld>
            <a:endParaRPr lang="en-US" altLang="zh-CN"/>
          </a:p>
        </p:txBody>
      </p:sp>
      <p:sp>
        <p:nvSpPr>
          <p:cNvPr id="701442" name="Rectangle 2"/>
          <p:cNvSpPr>
            <a:spLocks noGrp="1" noChangeArrowheads="1"/>
          </p:cNvSpPr>
          <p:nvPr>
            <p:ph type="title"/>
          </p:nvPr>
        </p:nvSpPr>
        <p:spPr/>
        <p:txBody>
          <a:bodyPr/>
          <a:lstStyle/>
          <a:p>
            <a:r>
              <a:rPr lang="en-US" altLang="zh-CN"/>
              <a:t>CIDR</a:t>
            </a:r>
            <a:r>
              <a:rPr lang="zh-CN" altLang="en-US"/>
              <a:t>地址块</a:t>
            </a:r>
            <a:endParaRPr lang="zh-CN" altLang="en-US"/>
          </a:p>
        </p:txBody>
      </p:sp>
      <p:sp>
        <p:nvSpPr>
          <p:cNvPr id="701443" name="Rectangle 3"/>
          <p:cNvSpPr>
            <a:spLocks noGrp="1" noChangeArrowheads="1"/>
          </p:cNvSpPr>
          <p:nvPr>
            <p:ph type="body" idx="1"/>
          </p:nvPr>
        </p:nvSpPr>
        <p:spPr/>
        <p:txBody>
          <a:bodyPr/>
          <a:lstStyle/>
          <a:p>
            <a:r>
              <a:rPr lang="en-US" altLang="zh-CN" dirty="0"/>
              <a:t>128.14.32.0/20 </a:t>
            </a:r>
            <a:r>
              <a:rPr lang="zh-CN" altLang="en-US" dirty="0"/>
              <a:t>表示的地址块共有 </a:t>
            </a:r>
            <a:r>
              <a:rPr lang="en-US" altLang="zh-CN" dirty="0"/>
              <a:t>212 </a:t>
            </a:r>
            <a:r>
              <a:rPr lang="zh-CN" altLang="en-US" dirty="0"/>
              <a:t>个地址（斜线后面的 </a:t>
            </a:r>
            <a:r>
              <a:rPr lang="en-US" altLang="zh-CN" dirty="0"/>
              <a:t>20 </a:t>
            </a:r>
            <a:r>
              <a:rPr lang="zh-CN" altLang="en-US" dirty="0"/>
              <a:t>是网络前缀的位数，所以这个地址的主机号是 </a:t>
            </a:r>
            <a:r>
              <a:rPr lang="en-US" altLang="zh-CN" dirty="0"/>
              <a:t>12 </a:t>
            </a:r>
            <a:r>
              <a:rPr lang="zh-CN" altLang="en-US" dirty="0"/>
              <a:t>位）</a:t>
            </a:r>
            <a:endParaRPr lang="zh-CN" altLang="en-US" dirty="0"/>
          </a:p>
          <a:p>
            <a:pPr lvl="1"/>
            <a:r>
              <a:rPr lang="zh-CN" altLang="en-US" dirty="0"/>
              <a:t>这个地址块的起始地址是 </a:t>
            </a:r>
            <a:r>
              <a:rPr lang="en-US" altLang="zh-CN" dirty="0"/>
              <a:t>128.14.32.0</a:t>
            </a:r>
            <a:endParaRPr lang="en-US" altLang="zh-CN" dirty="0"/>
          </a:p>
          <a:p>
            <a:pPr lvl="1"/>
            <a:r>
              <a:rPr lang="en-US" altLang="zh-CN" dirty="0"/>
              <a:t>128.14.32.0/20 </a:t>
            </a:r>
            <a:r>
              <a:rPr lang="zh-CN" altLang="en-US" dirty="0"/>
              <a:t>地址块的最小地址：</a:t>
            </a:r>
            <a:r>
              <a:rPr lang="en-US" altLang="zh-CN" dirty="0"/>
              <a:t>128.14.32.0</a:t>
            </a:r>
            <a:endParaRPr lang="en-US" altLang="zh-CN" dirty="0"/>
          </a:p>
          <a:p>
            <a:pPr lvl="1"/>
            <a:r>
              <a:rPr lang="en-US" altLang="zh-CN" dirty="0"/>
              <a:t>128.14.32.0/20 </a:t>
            </a:r>
            <a:r>
              <a:rPr lang="zh-CN" altLang="en-US" dirty="0"/>
              <a:t>地址块的最大地址：</a:t>
            </a:r>
            <a:r>
              <a:rPr lang="en-US" altLang="zh-CN" dirty="0"/>
              <a:t>128.14.47.255</a:t>
            </a:r>
            <a:endParaRPr lang="en-US" altLang="zh-CN" dirty="0"/>
          </a:p>
          <a:p>
            <a:pPr lvl="1"/>
            <a:r>
              <a:rPr lang="zh-CN" altLang="en-US" dirty="0"/>
              <a:t>全 </a:t>
            </a:r>
            <a:r>
              <a:rPr lang="en-US" altLang="zh-CN" dirty="0"/>
              <a:t>0 </a:t>
            </a:r>
            <a:r>
              <a:rPr lang="zh-CN" altLang="en-US" dirty="0"/>
              <a:t>和全 </a:t>
            </a:r>
            <a:r>
              <a:rPr lang="en-US" altLang="zh-CN" dirty="0"/>
              <a:t>1 </a:t>
            </a:r>
            <a:r>
              <a:rPr lang="zh-CN" altLang="en-US" dirty="0"/>
              <a:t>的主机号地址一般不使用</a:t>
            </a:r>
            <a:endParaRPr lang="zh-CN" altLang="en-US" dirty="0"/>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CIDR </a:t>
            </a:r>
            <a:r>
              <a:rPr lang="zh-CN" altLang="en-US" dirty="0"/>
              <a:t>地址块划分举例 </a:t>
            </a:r>
            <a:endParaRPr lang="zh-CN" altLang="en-US" dirty="0"/>
          </a:p>
        </p:txBody>
      </p:sp>
      <p:sp>
        <p:nvSpPr>
          <p:cNvPr id="3" name="灯片编号占位符 2"/>
          <p:cNvSpPr>
            <a:spLocks noGrp="1"/>
          </p:cNvSpPr>
          <p:nvPr>
            <p:ph type="sldNum" sz="quarter" idx="12"/>
          </p:nvPr>
        </p:nvSpPr>
        <p:spPr/>
        <p:txBody>
          <a:bodyPr/>
          <a:lstStyle/>
          <a:p>
            <a:pPr>
              <a:defRPr/>
            </a:pPr>
            <a:fld id="{A48A0D3F-54C8-4397-8424-A82B96940146}" type="slidenum">
              <a:rPr lang="en-US" altLang="zh-CN" smtClean="0"/>
            </a:fld>
            <a:endParaRPr lang="en-US" altLang="zh-CN"/>
          </a:p>
        </p:txBody>
      </p:sp>
      <p:pic>
        <p:nvPicPr>
          <p:cNvPr id="4" name="图形 3"/>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3654405" y="3079637"/>
            <a:ext cx="698726" cy="698726"/>
          </a:xfrm>
          <a:prstGeom prst="rect">
            <a:avLst/>
          </a:prstGeom>
        </p:spPr>
      </p:pic>
      <p:sp>
        <p:nvSpPr>
          <p:cNvPr id="5" name="云形 4"/>
          <p:cNvSpPr/>
          <p:nvPr/>
        </p:nvSpPr>
        <p:spPr>
          <a:xfrm>
            <a:off x="884545" y="2955329"/>
            <a:ext cx="1654396" cy="963057"/>
          </a:xfrm>
          <a:prstGeom prst="cloud">
            <a:avLst/>
          </a:prstGeom>
          <a:solidFill>
            <a:schemeClr val="accent1">
              <a:lumMod val="75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lnSpc>
                <a:spcPct val="120000"/>
              </a:lnSpc>
            </a:pPr>
            <a:r>
              <a:rPr lang="en-US" altLang="zh-CN" dirty="0">
                <a:solidFill>
                  <a:schemeClr val="tx1"/>
                </a:solidFill>
                <a:latin typeface="微软雅黑 Light" panose="020B0502040204020203" pitchFamily="34" charset="-122"/>
                <a:ea typeface="微软雅黑 Light" panose="020B0502040204020203" pitchFamily="34" charset="-122"/>
                <a:cs typeface="+mn-ea"/>
                <a:sym typeface="+mn-lt"/>
              </a:rPr>
              <a:t>Internet</a:t>
            </a:r>
            <a:endParaRPr lang="zh-CN" altLang="en-US" dirty="0">
              <a:solidFill>
                <a:schemeClr val="tx1"/>
              </a:solidFill>
              <a:latin typeface="微软雅黑 Light" panose="020B0502040204020203" pitchFamily="34" charset="-122"/>
              <a:ea typeface="微软雅黑 Light" panose="020B0502040204020203" pitchFamily="34" charset="-122"/>
              <a:cs typeface="+mn-ea"/>
              <a:sym typeface="+mn-lt"/>
            </a:endParaRPr>
          </a:p>
        </p:txBody>
      </p:sp>
      <p:pic>
        <p:nvPicPr>
          <p:cNvPr id="6" name="图形 5"/>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5746637" y="4254511"/>
            <a:ext cx="698726" cy="698726"/>
          </a:xfrm>
          <a:prstGeom prst="rect">
            <a:avLst/>
          </a:prstGeom>
        </p:spPr>
      </p:pic>
      <p:pic>
        <p:nvPicPr>
          <p:cNvPr id="7" name="图形 6"/>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5746637" y="3079637"/>
            <a:ext cx="698726" cy="698726"/>
          </a:xfrm>
          <a:prstGeom prst="rect">
            <a:avLst/>
          </a:prstGeom>
        </p:spPr>
      </p:pic>
      <p:pic>
        <p:nvPicPr>
          <p:cNvPr id="8" name="图形 7"/>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5746637" y="1875170"/>
            <a:ext cx="698726" cy="698726"/>
          </a:xfrm>
          <a:prstGeom prst="rect">
            <a:avLst/>
          </a:prstGeom>
        </p:spPr>
      </p:pic>
      <p:cxnSp>
        <p:nvCxnSpPr>
          <p:cNvPr id="9" name="直接连接符 8"/>
          <p:cNvCxnSpPr>
            <a:stCxn id="5" idx="0"/>
            <a:endCxn id="4" idx="1"/>
          </p:cNvCxnSpPr>
          <p:nvPr/>
        </p:nvCxnSpPr>
        <p:spPr>
          <a:xfrm flipV="1">
            <a:off x="2537562" y="3429000"/>
            <a:ext cx="1116843" cy="7858"/>
          </a:xfrm>
          <a:prstGeom prst="line">
            <a:avLst/>
          </a:prstGeom>
          <a:ln w="254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a:stCxn id="4" idx="3"/>
            <a:endCxn id="6" idx="1"/>
          </p:cNvCxnSpPr>
          <p:nvPr/>
        </p:nvCxnSpPr>
        <p:spPr>
          <a:xfrm>
            <a:off x="4353131" y="3429000"/>
            <a:ext cx="1393506" cy="1174874"/>
          </a:xfrm>
          <a:prstGeom prst="line">
            <a:avLst/>
          </a:prstGeom>
          <a:ln w="254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a:stCxn id="4" idx="3"/>
            <a:endCxn id="7" idx="1"/>
          </p:cNvCxnSpPr>
          <p:nvPr/>
        </p:nvCxnSpPr>
        <p:spPr>
          <a:xfrm>
            <a:off x="4353131" y="3429000"/>
            <a:ext cx="1393506" cy="0"/>
          </a:xfrm>
          <a:prstGeom prst="line">
            <a:avLst/>
          </a:prstGeom>
          <a:ln w="254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a:stCxn id="4" idx="3"/>
            <a:endCxn id="8" idx="1"/>
          </p:cNvCxnSpPr>
          <p:nvPr/>
        </p:nvCxnSpPr>
        <p:spPr>
          <a:xfrm flipV="1">
            <a:off x="4353131" y="2224533"/>
            <a:ext cx="1393506" cy="1204467"/>
          </a:xfrm>
          <a:prstGeom prst="line">
            <a:avLst/>
          </a:prstGeom>
          <a:ln w="25400">
            <a:solidFill>
              <a:schemeClr val="tx2"/>
            </a:solidFill>
          </a:ln>
        </p:spPr>
        <p:style>
          <a:lnRef idx="1">
            <a:schemeClr val="accent1"/>
          </a:lnRef>
          <a:fillRef idx="0">
            <a:schemeClr val="accent1"/>
          </a:fillRef>
          <a:effectRef idx="0">
            <a:schemeClr val="accent1"/>
          </a:effectRef>
          <a:fontRef idx="minor">
            <a:schemeClr val="tx1"/>
          </a:fontRef>
        </p:style>
      </p:cxnSp>
      <p:sp>
        <p:nvSpPr>
          <p:cNvPr id="13" name="文本框 12"/>
          <p:cNvSpPr txBox="1"/>
          <p:nvPr/>
        </p:nvSpPr>
        <p:spPr>
          <a:xfrm>
            <a:off x="2604324" y="2608434"/>
            <a:ext cx="1181734" cy="432362"/>
          </a:xfrm>
          <a:prstGeom prst="rect">
            <a:avLst/>
          </a:prstGeom>
          <a:noFill/>
        </p:spPr>
        <p:txBody>
          <a:bodyPr wrap="none" rtlCol="0">
            <a:spAutoFit/>
          </a:bodyPr>
          <a:lstStyle/>
          <a:p>
            <a:pPr>
              <a:lnSpc>
                <a:spcPct val="120000"/>
              </a:lnSpc>
            </a:pPr>
            <a:r>
              <a:rPr lang="en-US" altLang="zh-CN" dirty="0">
                <a:latin typeface="微软雅黑 Light" panose="020B0502040204020203" pitchFamily="34" charset="-122"/>
                <a:ea typeface="微软雅黑 Light" panose="020B0502040204020203" pitchFamily="34" charset="-122"/>
                <a:cs typeface="+mn-ea"/>
                <a:sym typeface="+mn-lt"/>
              </a:rPr>
              <a:t>0.0.0.0/0</a:t>
            </a:r>
            <a:endParaRPr lang="zh-CN" altLang="en-US" dirty="0">
              <a:latin typeface="微软雅黑 Light" panose="020B0502040204020203" pitchFamily="34" charset="-122"/>
              <a:ea typeface="微软雅黑 Light" panose="020B0502040204020203" pitchFamily="34" charset="-122"/>
              <a:cs typeface="+mn-ea"/>
              <a:sym typeface="+mn-lt"/>
            </a:endParaRPr>
          </a:p>
        </p:txBody>
      </p:sp>
      <p:cxnSp>
        <p:nvCxnSpPr>
          <p:cNvPr id="14" name="直接箭头连接符 13"/>
          <p:cNvCxnSpPr/>
          <p:nvPr/>
        </p:nvCxnSpPr>
        <p:spPr>
          <a:xfrm flipH="1">
            <a:off x="2452943" y="2977766"/>
            <a:ext cx="1201462"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15" name="文本框 14"/>
          <p:cNvSpPr txBox="1"/>
          <p:nvPr/>
        </p:nvSpPr>
        <p:spPr>
          <a:xfrm>
            <a:off x="3083903" y="3868456"/>
            <a:ext cx="1951175" cy="432362"/>
          </a:xfrm>
          <a:prstGeom prst="rect">
            <a:avLst/>
          </a:prstGeom>
          <a:noFill/>
        </p:spPr>
        <p:txBody>
          <a:bodyPr wrap="none" rtlCol="0">
            <a:spAutoFit/>
          </a:bodyPr>
          <a:lstStyle>
            <a:defPPr>
              <a:defRPr lang="zh-CN"/>
            </a:defPPr>
            <a:lvl1pPr>
              <a:lnSpc>
                <a:spcPct val="120000"/>
              </a:lnSpc>
              <a:defRPr>
                <a:latin typeface="Arial" panose="020B0604020202020204" pitchFamily="34" charset="0"/>
                <a:ea typeface="黑体" panose="02010609060101010101" pitchFamily="49" charset="-122"/>
                <a:cs typeface="+mn-ea"/>
              </a:defRPr>
            </a:lvl1pPr>
            <a:lvl2pPr>
              <a:defRPr>
                <a:latin typeface="Arial" panose="020B0604020202020204" pitchFamily="34" charset="0"/>
                <a:ea typeface="黑体" panose="02010609060101010101" pitchFamily="49" charset="-122"/>
              </a:defRPr>
            </a:lvl2pPr>
            <a:lvl3pPr>
              <a:defRPr>
                <a:latin typeface="Arial" panose="020B0604020202020204" pitchFamily="34" charset="0"/>
                <a:ea typeface="黑体" panose="02010609060101010101" pitchFamily="49" charset="-122"/>
              </a:defRPr>
            </a:lvl3pPr>
            <a:lvl4pPr>
              <a:defRPr>
                <a:latin typeface="Arial" panose="020B0604020202020204" pitchFamily="34" charset="0"/>
                <a:ea typeface="黑体" panose="02010609060101010101" pitchFamily="49" charset="-122"/>
              </a:defRPr>
            </a:lvl4pPr>
            <a:lvl5pPr>
              <a:defRPr>
                <a:latin typeface="Arial" panose="020B0604020202020204" pitchFamily="34" charset="0"/>
                <a:ea typeface="黑体" panose="02010609060101010101" pitchFamily="49" charset="-122"/>
              </a:defRPr>
            </a:lvl5pPr>
            <a:lvl6pPr>
              <a:defRPr>
                <a:latin typeface="Arial" panose="020B0604020202020204" pitchFamily="34" charset="0"/>
                <a:ea typeface="黑体" panose="02010609060101010101" pitchFamily="49" charset="-122"/>
              </a:defRPr>
            </a:lvl6pPr>
            <a:lvl7pPr>
              <a:defRPr>
                <a:latin typeface="Arial" panose="020B0604020202020204" pitchFamily="34" charset="0"/>
                <a:ea typeface="黑体" panose="02010609060101010101" pitchFamily="49" charset="-122"/>
              </a:defRPr>
            </a:lvl7pPr>
            <a:lvl8pPr>
              <a:defRPr>
                <a:latin typeface="Arial" panose="020B0604020202020204" pitchFamily="34" charset="0"/>
                <a:ea typeface="黑体" panose="02010609060101010101" pitchFamily="49" charset="-122"/>
              </a:defRPr>
            </a:lvl8pPr>
            <a:lvl9pPr>
              <a:defRPr>
                <a:latin typeface="Arial" panose="020B0604020202020204" pitchFamily="34" charset="0"/>
                <a:ea typeface="黑体" panose="02010609060101010101" pitchFamily="49" charset="-122"/>
              </a:defRPr>
            </a:lvl9pPr>
          </a:lstStyle>
          <a:p>
            <a:r>
              <a:rPr lang="en-US" altLang="zh-CN" dirty="0">
                <a:latin typeface="微软雅黑 Light" panose="020B0502040204020203" pitchFamily="34" charset="-122"/>
                <a:ea typeface="微软雅黑 Light" panose="020B0502040204020203" pitchFamily="34" charset="-122"/>
                <a:sym typeface="+mn-lt"/>
              </a:rPr>
              <a:t>188.66.100.0/22</a:t>
            </a:r>
            <a:endParaRPr lang="zh-CN" altLang="en-US" dirty="0">
              <a:latin typeface="微软雅黑 Light" panose="020B0502040204020203" pitchFamily="34" charset="-122"/>
              <a:ea typeface="微软雅黑 Light" panose="020B0502040204020203" pitchFamily="34" charset="-122"/>
              <a:sym typeface="+mn-lt"/>
            </a:endParaRPr>
          </a:p>
        </p:txBody>
      </p:sp>
      <p:sp>
        <p:nvSpPr>
          <p:cNvPr id="16" name="文本框 15"/>
          <p:cNvSpPr txBox="1"/>
          <p:nvPr/>
        </p:nvSpPr>
        <p:spPr>
          <a:xfrm>
            <a:off x="5170105" y="2522967"/>
            <a:ext cx="1951175" cy="432362"/>
          </a:xfrm>
          <a:prstGeom prst="rect">
            <a:avLst/>
          </a:prstGeom>
          <a:noFill/>
        </p:spPr>
        <p:txBody>
          <a:bodyPr wrap="none" rtlCol="0">
            <a:spAutoFit/>
          </a:bodyPr>
          <a:lstStyle/>
          <a:p>
            <a:pPr>
              <a:lnSpc>
                <a:spcPct val="120000"/>
              </a:lnSpc>
            </a:pPr>
            <a:r>
              <a:rPr lang="en-US" altLang="zh-CN" dirty="0">
                <a:latin typeface="微软雅黑 Light" panose="020B0502040204020203" pitchFamily="34" charset="-122"/>
                <a:ea typeface="微软雅黑 Light" panose="020B0502040204020203" pitchFamily="34" charset="-122"/>
                <a:cs typeface="+mn-ea"/>
                <a:sym typeface="+mn-lt"/>
              </a:rPr>
              <a:t>188.66.100.0/23</a:t>
            </a:r>
            <a:endParaRPr lang="zh-CN" altLang="en-US" dirty="0">
              <a:latin typeface="微软雅黑 Light" panose="020B0502040204020203" pitchFamily="34" charset="-122"/>
              <a:ea typeface="微软雅黑 Light" panose="020B0502040204020203" pitchFamily="34" charset="-122"/>
              <a:cs typeface="+mn-ea"/>
              <a:sym typeface="+mn-lt"/>
            </a:endParaRPr>
          </a:p>
        </p:txBody>
      </p:sp>
      <p:sp>
        <p:nvSpPr>
          <p:cNvPr id="17" name="文本框 16"/>
          <p:cNvSpPr txBox="1"/>
          <p:nvPr/>
        </p:nvSpPr>
        <p:spPr>
          <a:xfrm>
            <a:off x="5170105" y="3781747"/>
            <a:ext cx="1955985" cy="432362"/>
          </a:xfrm>
          <a:prstGeom prst="rect">
            <a:avLst/>
          </a:prstGeom>
          <a:noFill/>
        </p:spPr>
        <p:txBody>
          <a:bodyPr wrap="none" rtlCol="0">
            <a:spAutoFit/>
          </a:bodyPr>
          <a:lstStyle/>
          <a:p>
            <a:pPr>
              <a:lnSpc>
                <a:spcPct val="120000"/>
              </a:lnSpc>
            </a:pPr>
            <a:r>
              <a:rPr lang="en-US" altLang="zh-CN" dirty="0">
                <a:latin typeface="微软雅黑 Light" panose="020B0502040204020203" pitchFamily="34" charset="-122"/>
                <a:ea typeface="微软雅黑 Light" panose="020B0502040204020203" pitchFamily="34" charset="-122"/>
                <a:cs typeface="+mn-ea"/>
                <a:sym typeface="+mn-lt"/>
              </a:rPr>
              <a:t>188.66.102.0/24</a:t>
            </a:r>
            <a:endParaRPr lang="zh-CN" altLang="en-US" dirty="0">
              <a:latin typeface="微软雅黑 Light" panose="020B0502040204020203" pitchFamily="34" charset="-122"/>
              <a:ea typeface="微软雅黑 Light" panose="020B0502040204020203" pitchFamily="34" charset="-122"/>
              <a:cs typeface="+mn-ea"/>
              <a:sym typeface="+mn-lt"/>
            </a:endParaRPr>
          </a:p>
        </p:txBody>
      </p:sp>
      <p:sp>
        <p:nvSpPr>
          <p:cNvPr id="18" name="文本框 17"/>
          <p:cNvSpPr txBox="1"/>
          <p:nvPr/>
        </p:nvSpPr>
        <p:spPr>
          <a:xfrm>
            <a:off x="5170105" y="4938421"/>
            <a:ext cx="1955985" cy="432362"/>
          </a:xfrm>
          <a:prstGeom prst="rect">
            <a:avLst/>
          </a:prstGeom>
          <a:noFill/>
        </p:spPr>
        <p:txBody>
          <a:bodyPr wrap="none" rtlCol="0">
            <a:spAutoFit/>
          </a:bodyPr>
          <a:lstStyle/>
          <a:p>
            <a:pPr>
              <a:lnSpc>
                <a:spcPct val="120000"/>
              </a:lnSpc>
            </a:pPr>
            <a:r>
              <a:rPr lang="en-US" altLang="zh-CN" dirty="0">
                <a:latin typeface="微软雅黑 Light" panose="020B0502040204020203" pitchFamily="34" charset="-122"/>
                <a:ea typeface="微软雅黑 Light" panose="020B0502040204020203" pitchFamily="34" charset="-122"/>
                <a:cs typeface="+mn-ea"/>
                <a:sym typeface="+mn-lt"/>
              </a:rPr>
              <a:t>188.66.103.0/24</a:t>
            </a:r>
            <a:endParaRPr lang="zh-CN" altLang="en-US" dirty="0">
              <a:latin typeface="微软雅黑 Light" panose="020B0502040204020203" pitchFamily="34" charset="-122"/>
              <a:ea typeface="微软雅黑 Light" panose="020B0502040204020203" pitchFamily="34" charset="-122"/>
              <a:cs typeface="+mn-ea"/>
              <a:sym typeface="+mn-lt"/>
            </a:endParaRPr>
          </a:p>
        </p:txBody>
      </p:sp>
      <p:sp>
        <p:nvSpPr>
          <p:cNvPr id="19" name="云形 18"/>
          <p:cNvSpPr/>
          <p:nvPr/>
        </p:nvSpPr>
        <p:spPr>
          <a:xfrm>
            <a:off x="7618587" y="1120132"/>
            <a:ext cx="2991123" cy="703433"/>
          </a:xfrm>
          <a:prstGeom prst="cloud">
            <a:avLst/>
          </a:prstGeom>
          <a:ln w="12700"/>
        </p:spPr>
        <p:style>
          <a:lnRef idx="2">
            <a:schemeClr val="accent4"/>
          </a:lnRef>
          <a:fillRef idx="1">
            <a:schemeClr val="lt1"/>
          </a:fillRef>
          <a:effectRef idx="0">
            <a:schemeClr val="accent4"/>
          </a:effectRef>
          <a:fontRef idx="minor">
            <a:schemeClr val="dk1"/>
          </a:fontRef>
        </p:style>
        <p:txBody>
          <a:bodyPr lIns="0" tIns="0" rIns="0" bIns="0" rtlCol="0" anchor="ctr"/>
          <a:lstStyle/>
          <a:p>
            <a:pPr algn="ctr">
              <a:lnSpc>
                <a:spcPct val="120000"/>
              </a:lnSpc>
            </a:pPr>
            <a:r>
              <a:rPr lang="en-US" altLang="zh-CN" dirty="0">
                <a:latin typeface="微软雅黑 Light" panose="020B0502040204020203" pitchFamily="34" charset="-122"/>
                <a:ea typeface="微软雅黑 Light" panose="020B0502040204020203" pitchFamily="34" charset="-122"/>
                <a:cs typeface="+mn-ea"/>
                <a:sym typeface="+mn-lt"/>
              </a:rPr>
              <a:t>188.66.100.0/24</a:t>
            </a:r>
            <a:endParaRPr lang="zh-CN" altLang="en-US" dirty="0">
              <a:latin typeface="微软雅黑 Light" panose="020B0502040204020203" pitchFamily="34" charset="-122"/>
              <a:ea typeface="微软雅黑 Light" panose="020B0502040204020203" pitchFamily="34" charset="-122"/>
              <a:cs typeface="+mn-ea"/>
              <a:sym typeface="+mn-lt"/>
            </a:endParaRPr>
          </a:p>
        </p:txBody>
      </p:sp>
      <p:sp>
        <p:nvSpPr>
          <p:cNvPr id="20" name="云形 19"/>
          <p:cNvSpPr/>
          <p:nvPr/>
        </p:nvSpPr>
        <p:spPr>
          <a:xfrm>
            <a:off x="7576875" y="1985866"/>
            <a:ext cx="2991123" cy="601741"/>
          </a:xfrm>
          <a:prstGeom prst="cloud">
            <a:avLst/>
          </a:prstGeom>
          <a:ln w="12700"/>
        </p:spPr>
        <p:style>
          <a:lnRef idx="2">
            <a:schemeClr val="accent4"/>
          </a:lnRef>
          <a:fillRef idx="1">
            <a:schemeClr val="lt1"/>
          </a:fillRef>
          <a:effectRef idx="0">
            <a:schemeClr val="accent4"/>
          </a:effectRef>
          <a:fontRef idx="minor">
            <a:schemeClr val="dk1"/>
          </a:fontRef>
        </p:style>
        <p:txBody>
          <a:bodyPr lIns="0" tIns="0" rIns="0" bIns="0" rtlCol="0" anchor="ctr"/>
          <a:lstStyle/>
          <a:p>
            <a:pPr algn="ctr">
              <a:lnSpc>
                <a:spcPct val="120000"/>
              </a:lnSpc>
            </a:pPr>
            <a:r>
              <a:rPr lang="en-US" altLang="zh-CN" dirty="0">
                <a:latin typeface="微软雅黑 Light" panose="020B0502040204020203" pitchFamily="34" charset="-122"/>
                <a:ea typeface="微软雅黑 Light" panose="020B0502040204020203" pitchFamily="34" charset="-122"/>
                <a:cs typeface="+mn-ea"/>
                <a:sym typeface="+mn-lt"/>
              </a:rPr>
              <a:t>188.66.101.0/24</a:t>
            </a:r>
            <a:endParaRPr lang="zh-CN" altLang="en-US" dirty="0">
              <a:latin typeface="微软雅黑 Light" panose="020B0502040204020203" pitchFamily="34" charset="-122"/>
              <a:ea typeface="微软雅黑 Light" panose="020B0502040204020203" pitchFamily="34" charset="-122"/>
              <a:cs typeface="+mn-ea"/>
              <a:sym typeface="+mn-lt"/>
            </a:endParaRPr>
          </a:p>
        </p:txBody>
      </p:sp>
      <p:cxnSp>
        <p:nvCxnSpPr>
          <p:cNvPr id="21" name="直接连接符 20"/>
          <p:cNvCxnSpPr>
            <a:stCxn id="8" idx="3"/>
            <a:endCxn id="19" idx="2"/>
          </p:cNvCxnSpPr>
          <p:nvPr/>
        </p:nvCxnSpPr>
        <p:spPr>
          <a:xfrm flipV="1">
            <a:off x="6445363" y="1471849"/>
            <a:ext cx="1182502" cy="752684"/>
          </a:xfrm>
          <a:prstGeom prst="line">
            <a:avLst/>
          </a:prstGeom>
          <a:ln w="254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22" name="直接连接符 21"/>
          <p:cNvCxnSpPr>
            <a:stCxn id="8" idx="3"/>
            <a:endCxn id="20" idx="2"/>
          </p:cNvCxnSpPr>
          <p:nvPr/>
        </p:nvCxnSpPr>
        <p:spPr>
          <a:xfrm>
            <a:off x="6445363" y="2224533"/>
            <a:ext cx="1140790" cy="62204"/>
          </a:xfrm>
          <a:prstGeom prst="line">
            <a:avLst/>
          </a:prstGeom>
          <a:ln w="25400">
            <a:solidFill>
              <a:schemeClr val="tx2"/>
            </a:solidFill>
          </a:ln>
        </p:spPr>
        <p:style>
          <a:lnRef idx="1">
            <a:schemeClr val="accent1"/>
          </a:lnRef>
          <a:fillRef idx="0">
            <a:schemeClr val="accent1"/>
          </a:fillRef>
          <a:effectRef idx="0">
            <a:schemeClr val="accent1"/>
          </a:effectRef>
          <a:fontRef idx="minor">
            <a:schemeClr val="tx1"/>
          </a:fontRef>
        </p:style>
      </p:cxnSp>
      <p:sp>
        <p:nvSpPr>
          <p:cNvPr id="23" name="云形 22"/>
          <p:cNvSpPr/>
          <p:nvPr/>
        </p:nvSpPr>
        <p:spPr>
          <a:xfrm>
            <a:off x="7598425" y="2677665"/>
            <a:ext cx="3250103" cy="671518"/>
          </a:xfrm>
          <a:prstGeom prst="cloud">
            <a:avLst/>
          </a:prstGeom>
          <a:ln w="12700"/>
        </p:spPr>
        <p:style>
          <a:lnRef idx="2">
            <a:schemeClr val="accent4"/>
          </a:lnRef>
          <a:fillRef idx="1">
            <a:schemeClr val="lt1"/>
          </a:fillRef>
          <a:effectRef idx="0">
            <a:schemeClr val="accent4"/>
          </a:effectRef>
          <a:fontRef idx="minor">
            <a:schemeClr val="dk1"/>
          </a:fontRef>
        </p:style>
        <p:txBody>
          <a:bodyPr lIns="0" tIns="0" rIns="0" bIns="0" rtlCol="0" anchor="ctr"/>
          <a:lstStyle/>
          <a:p>
            <a:pPr algn="ctr">
              <a:lnSpc>
                <a:spcPct val="120000"/>
              </a:lnSpc>
            </a:pPr>
            <a:r>
              <a:rPr lang="en-US" altLang="zh-CN" dirty="0">
                <a:latin typeface="微软雅黑 Light" panose="020B0502040204020203" pitchFamily="34" charset="-122"/>
                <a:ea typeface="微软雅黑 Light" panose="020B0502040204020203" pitchFamily="34" charset="-122"/>
                <a:cs typeface="+mn-ea"/>
                <a:sym typeface="+mn-lt"/>
              </a:rPr>
              <a:t>188.66.102.0/25</a:t>
            </a:r>
            <a:endParaRPr lang="zh-CN" altLang="en-US" dirty="0">
              <a:latin typeface="微软雅黑 Light" panose="020B0502040204020203" pitchFamily="34" charset="-122"/>
              <a:ea typeface="微软雅黑 Light" panose="020B0502040204020203" pitchFamily="34" charset="-122"/>
              <a:cs typeface="+mn-ea"/>
              <a:sym typeface="+mn-lt"/>
            </a:endParaRPr>
          </a:p>
        </p:txBody>
      </p:sp>
      <p:sp>
        <p:nvSpPr>
          <p:cNvPr id="24" name="云形 23"/>
          <p:cNvSpPr/>
          <p:nvPr/>
        </p:nvSpPr>
        <p:spPr>
          <a:xfrm>
            <a:off x="7598425" y="3379444"/>
            <a:ext cx="3250103" cy="642936"/>
          </a:xfrm>
          <a:prstGeom prst="cloud">
            <a:avLst/>
          </a:prstGeom>
          <a:ln w="12700"/>
        </p:spPr>
        <p:style>
          <a:lnRef idx="2">
            <a:schemeClr val="accent4"/>
          </a:lnRef>
          <a:fillRef idx="1">
            <a:schemeClr val="lt1"/>
          </a:fillRef>
          <a:effectRef idx="0">
            <a:schemeClr val="accent4"/>
          </a:effectRef>
          <a:fontRef idx="minor">
            <a:schemeClr val="dk1"/>
          </a:fontRef>
        </p:style>
        <p:txBody>
          <a:bodyPr lIns="0" tIns="0" rIns="0" bIns="0" rtlCol="0" anchor="ctr"/>
          <a:lstStyle/>
          <a:p>
            <a:pPr algn="ctr">
              <a:lnSpc>
                <a:spcPct val="120000"/>
              </a:lnSpc>
            </a:pPr>
            <a:r>
              <a:rPr lang="en-US" altLang="zh-CN" dirty="0">
                <a:latin typeface="微软雅黑 Light" panose="020B0502040204020203" pitchFamily="34" charset="-122"/>
                <a:ea typeface="微软雅黑 Light" panose="020B0502040204020203" pitchFamily="34" charset="-122"/>
                <a:cs typeface="+mn-ea"/>
                <a:sym typeface="+mn-lt"/>
              </a:rPr>
              <a:t>188.66.102.128/25</a:t>
            </a:r>
            <a:endParaRPr lang="zh-CN" altLang="en-US" dirty="0">
              <a:latin typeface="微软雅黑 Light" panose="020B0502040204020203" pitchFamily="34" charset="-122"/>
              <a:ea typeface="微软雅黑 Light" panose="020B0502040204020203" pitchFamily="34" charset="-122"/>
              <a:cs typeface="+mn-ea"/>
              <a:sym typeface="+mn-lt"/>
            </a:endParaRPr>
          </a:p>
        </p:txBody>
      </p:sp>
      <p:sp>
        <p:nvSpPr>
          <p:cNvPr id="25" name="云形 24"/>
          <p:cNvSpPr/>
          <p:nvPr/>
        </p:nvSpPr>
        <p:spPr>
          <a:xfrm>
            <a:off x="7608506" y="4102197"/>
            <a:ext cx="3250103" cy="698726"/>
          </a:xfrm>
          <a:prstGeom prst="cloud">
            <a:avLst/>
          </a:prstGeom>
          <a:ln w="12700"/>
        </p:spPr>
        <p:style>
          <a:lnRef idx="2">
            <a:schemeClr val="accent4"/>
          </a:lnRef>
          <a:fillRef idx="1">
            <a:schemeClr val="lt1"/>
          </a:fillRef>
          <a:effectRef idx="0">
            <a:schemeClr val="accent4"/>
          </a:effectRef>
          <a:fontRef idx="minor">
            <a:schemeClr val="dk1"/>
          </a:fontRef>
        </p:style>
        <p:txBody>
          <a:bodyPr lIns="0" tIns="0" rIns="0" bIns="0" rtlCol="0" anchor="ctr"/>
          <a:lstStyle/>
          <a:p>
            <a:pPr algn="ctr">
              <a:lnSpc>
                <a:spcPct val="120000"/>
              </a:lnSpc>
            </a:pPr>
            <a:r>
              <a:rPr lang="en-US" altLang="zh-CN" dirty="0">
                <a:latin typeface="微软雅黑 Light" panose="020B0502040204020203" pitchFamily="34" charset="-122"/>
                <a:ea typeface="微软雅黑 Light" panose="020B0502040204020203" pitchFamily="34" charset="-122"/>
                <a:cs typeface="+mn-ea"/>
                <a:sym typeface="+mn-lt"/>
              </a:rPr>
              <a:t>188.66.103.0/25</a:t>
            </a:r>
            <a:endParaRPr lang="zh-CN" altLang="en-US" dirty="0">
              <a:latin typeface="微软雅黑 Light" panose="020B0502040204020203" pitchFamily="34" charset="-122"/>
              <a:ea typeface="微软雅黑 Light" panose="020B0502040204020203" pitchFamily="34" charset="-122"/>
              <a:cs typeface="+mn-ea"/>
              <a:sym typeface="+mn-lt"/>
            </a:endParaRPr>
          </a:p>
        </p:txBody>
      </p:sp>
      <p:sp>
        <p:nvSpPr>
          <p:cNvPr id="26" name="云形 25"/>
          <p:cNvSpPr/>
          <p:nvPr/>
        </p:nvSpPr>
        <p:spPr>
          <a:xfrm>
            <a:off x="7702622" y="4985985"/>
            <a:ext cx="3250103" cy="738447"/>
          </a:xfrm>
          <a:prstGeom prst="cloud">
            <a:avLst/>
          </a:prstGeom>
          <a:ln w="12700"/>
        </p:spPr>
        <p:style>
          <a:lnRef idx="2">
            <a:schemeClr val="accent4"/>
          </a:lnRef>
          <a:fillRef idx="1">
            <a:schemeClr val="lt1"/>
          </a:fillRef>
          <a:effectRef idx="0">
            <a:schemeClr val="accent4"/>
          </a:effectRef>
          <a:fontRef idx="minor">
            <a:schemeClr val="dk1"/>
          </a:fontRef>
        </p:style>
        <p:txBody>
          <a:bodyPr lIns="0" tIns="0" rIns="0" bIns="0" rtlCol="0" anchor="ctr"/>
          <a:lstStyle/>
          <a:p>
            <a:pPr algn="ctr">
              <a:lnSpc>
                <a:spcPct val="120000"/>
              </a:lnSpc>
            </a:pPr>
            <a:r>
              <a:rPr lang="en-US" altLang="zh-CN" dirty="0">
                <a:latin typeface="微软雅黑 Light" panose="020B0502040204020203" pitchFamily="34" charset="-122"/>
                <a:ea typeface="微软雅黑 Light" panose="020B0502040204020203" pitchFamily="34" charset="-122"/>
                <a:cs typeface="+mn-ea"/>
                <a:sym typeface="+mn-lt"/>
              </a:rPr>
              <a:t>188.66.103.128/25</a:t>
            </a:r>
            <a:endParaRPr lang="zh-CN" altLang="en-US" dirty="0">
              <a:latin typeface="微软雅黑 Light" panose="020B0502040204020203" pitchFamily="34" charset="-122"/>
              <a:ea typeface="微软雅黑 Light" panose="020B0502040204020203" pitchFamily="34" charset="-122"/>
              <a:cs typeface="+mn-ea"/>
              <a:sym typeface="+mn-lt"/>
            </a:endParaRPr>
          </a:p>
        </p:txBody>
      </p:sp>
      <p:cxnSp>
        <p:nvCxnSpPr>
          <p:cNvPr id="27" name="直接连接符 26"/>
          <p:cNvCxnSpPr>
            <a:stCxn id="7" idx="3"/>
            <a:endCxn id="23" idx="2"/>
          </p:cNvCxnSpPr>
          <p:nvPr/>
        </p:nvCxnSpPr>
        <p:spPr>
          <a:xfrm flipV="1">
            <a:off x="6445363" y="3013424"/>
            <a:ext cx="1163143" cy="415576"/>
          </a:xfrm>
          <a:prstGeom prst="line">
            <a:avLst/>
          </a:prstGeom>
          <a:ln w="254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28" name="直接连接符 27"/>
          <p:cNvCxnSpPr>
            <a:stCxn id="7" idx="3"/>
            <a:endCxn id="24" idx="2"/>
          </p:cNvCxnSpPr>
          <p:nvPr/>
        </p:nvCxnSpPr>
        <p:spPr>
          <a:xfrm>
            <a:off x="6445363" y="3429000"/>
            <a:ext cx="1163143" cy="271912"/>
          </a:xfrm>
          <a:prstGeom prst="line">
            <a:avLst/>
          </a:prstGeom>
          <a:ln w="254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29" name="直接连接符 28"/>
          <p:cNvCxnSpPr>
            <a:stCxn id="6" idx="3"/>
            <a:endCxn id="25" idx="2"/>
          </p:cNvCxnSpPr>
          <p:nvPr/>
        </p:nvCxnSpPr>
        <p:spPr>
          <a:xfrm flipV="1">
            <a:off x="6445363" y="4451560"/>
            <a:ext cx="1173224" cy="152314"/>
          </a:xfrm>
          <a:prstGeom prst="line">
            <a:avLst/>
          </a:prstGeom>
          <a:ln w="254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30" name="直接连接符 29"/>
          <p:cNvCxnSpPr>
            <a:stCxn id="6" idx="3"/>
            <a:endCxn id="26" idx="2"/>
          </p:cNvCxnSpPr>
          <p:nvPr/>
        </p:nvCxnSpPr>
        <p:spPr>
          <a:xfrm>
            <a:off x="6445363" y="4603874"/>
            <a:ext cx="1267340" cy="751335"/>
          </a:xfrm>
          <a:prstGeom prst="line">
            <a:avLst/>
          </a:prstGeom>
          <a:ln w="25400">
            <a:solidFill>
              <a:schemeClr val="tx2"/>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5"/>
          <p:cNvSpPr>
            <a:spLocks noGrp="1"/>
          </p:cNvSpPr>
          <p:nvPr>
            <p:ph type="sldNum" sz="quarter" idx="12"/>
          </p:nvPr>
        </p:nvSpPr>
        <p:spPr/>
        <p:txBody>
          <a:bodyPr/>
          <a:lstStyle/>
          <a:p>
            <a:fld id="{0E57A653-E964-4010-BB3E-A0466BA92BE4}" type="slidenum">
              <a:rPr lang="en-US" altLang="zh-CN"/>
            </a:fld>
            <a:endParaRPr lang="en-US" altLang="zh-CN"/>
          </a:p>
        </p:txBody>
      </p:sp>
      <p:sp>
        <p:nvSpPr>
          <p:cNvPr id="702466" name="Rectangle 2"/>
          <p:cNvSpPr>
            <a:spLocks noGrp="1" noChangeArrowheads="1"/>
          </p:cNvSpPr>
          <p:nvPr>
            <p:ph type="title"/>
          </p:nvPr>
        </p:nvSpPr>
        <p:spPr/>
        <p:txBody>
          <a:bodyPr/>
          <a:lstStyle/>
          <a:p>
            <a:r>
              <a:rPr lang="zh-CN" altLang="en-US"/>
              <a:t>路由聚合</a:t>
            </a:r>
            <a:r>
              <a:rPr lang="en-US" altLang="zh-CN"/>
              <a:t>(route aggregation)</a:t>
            </a:r>
            <a:endParaRPr lang="en-US" altLang="zh-CN"/>
          </a:p>
        </p:txBody>
      </p:sp>
      <p:sp>
        <p:nvSpPr>
          <p:cNvPr id="702467" name="Rectangle 3"/>
          <p:cNvSpPr>
            <a:spLocks noGrp="1" noChangeArrowheads="1"/>
          </p:cNvSpPr>
          <p:nvPr>
            <p:ph type="body" idx="1"/>
          </p:nvPr>
        </p:nvSpPr>
        <p:spPr>
          <a:xfrm>
            <a:off x="334435" y="1052514"/>
            <a:ext cx="4886521" cy="5437187"/>
          </a:xfrm>
        </p:spPr>
        <p:txBody>
          <a:bodyPr>
            <a:normAutofit fontScale="92500" lnSpcReduction="10000"/>
          </a:bodyPr>
          <a:lstStyle/>
          <a:p>
            <a:r>
              <a:rPr lang="zh-CN" altLang="en-US" dirty="0"/>
              <a:t>一个 </a:t>
            </a:r>
            <a:r>
              <a:rPr lang="en-US" altLang="zh-CN" dirty="0"/>
              <a:t>CIDR </a:t>
            </a:r>
            <a:r>
              <a:rPr lang="zh-CN" altLang="en-US" dirty="0"/>
              <a:t>地址块可以表示很多地址，这种地址的聚合常称为路由聚合，它使得路由表中的一个项目可以表示很多个（例如上千个）原来传统分类地址的路由</a:t>
            </a:r>
            <a:endParaRPr lang="zh-CN" altLang="en-US" dirty="0"/>
          </a:p>
          <a:p>
            <a:r>
              <a:rPr lang="zh-CN" altLang="en-US" dirty="0"/>
              <a:t>路由聚合也称为构成超网</a:t>
            </a:r>
            <a:r>
              <a:rPr lang="en-US" altLang="zh-CN" dirty="0"/>
              <a:t>(super-netting)</a:t>
            </a:r>
            <a:endParaRPr lang="zh-CN" altLang="en-US" dirty="0"/>
          </a:p>
          <a:p>
            <a:r>
              <a:rPr lang="zh-CN" altLang="en-US" dirty="0"/>
              <a:t>为了减小路由表的规模，对于某些属于一个更大网段的子网所对应的路由，可以使用聚合的方法，不发布那些具体的子网路由，代之以发布那个更大网段的路由</a:t>
            </a:r>
            <a:endParaRPr lang="zh-CN" altLang="en-US" dirty="0"/>
          </a:p>
        </p:txBody>
      </p:sp>
      <p:pic>
        <p:nvPicPr>
          <p:cNvPr id="10" name="图片 9"/>
          <p:cNvPicPr>
            <a:picLocks noChangeAspect="1"/>
          </p:cNvPicPr>
          <p:nvPr/>
        </p:nvPicPr>
        <p:blipFill>
          <a:blip r:embed="rId1"/>
          <a:stretch>
            <a:fillRect/>
          </a:stretch>
        </p:blipFill>
        <p:spPr>
          <a:xfrm>
            <a:off x="9030032" y="2485289"/>
            <a:ext cx="594360" cy="556692"/>
          </a:xfrm>
          <a:prstGeom prst="rect">
            <a:avLst/>
          </a:prstGeom>
        </p:spPr>
      </p:pic>
      <p:pic>
        <p:nvPicPr>
          <p:cNvPr id="11" name="图片 10"/>
          <p:cNvPicPr>
            <a:picLocks noChangeAspect="1"/>
          </p:cNvPicPr>
          <p:nvPr/>
        </p:nvPicPr>
        <p:blipFill>
          <a:blip r:embed="rId1"/>
          <a:stretch>
            <a:fillRect/>
          </a:stretch>
        </p:blipFill>
        <p:spPr>
          <a:xfrm>
            <a:off x="6850493" y="2485289"/>
            <a:ext cx="594360" cy="556692"/>
          </a:xfrm>
          <a:prstGeom prst="rect">
            <a:avLst/>
          </a:prstGeom>
        </p:spPr>
      </p:pic>
      <p:cxnSp>
        <p:nvCxnSpPr>
          <p:cNvPr id="12" name="直接连接符 11"/>
          <p:cNvCxnSpPr>
            <a:stCxn id="11" idx="3"/>
            <a:endCxn id="10" idx="1"/>
          </p:cNvCxnSpPr>
          <p:nvPr/>
        </p:nvCxnSpPr>
        <p:spPr>
          <a:xfrm>
            <a:off x="7444853" y="2763635"/>
            <a:ext cx="1585179"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文本框 12"/>
          <p:cNvSpPr txBox="1"/>
          <p:nvPr/>
        </p:nvSpPr>
        <p:spPr>
          <a:xfrm>
            <a:off x="7387211" y="2208514"/>
            <a:ext cx="1359668" cy="523220"/>
          </a:xfrm>
          <a:prstGeom prst="rect">
            <a:avLst/>
          </a:prstGeom>
          <a:noFill/>
        </p:spPr>
        <p:txBody>
          <a:bodyPr wrap="none" rtlCol="0">
            <a:spAutoFit/>
          </a:bodyPr>
          <a:lstStyle/>
          <a:p>
            <a:r>
              <a:rPr lang="en-US" altLang="zh-CN" sz="1400" dirty="0">
                <a:latin typeface="微软雅黑 Light" panose="020B0502040204020203" pitchFamily="34" charset="-122"/>
                <a:ea typeface="微软雅黑 Light" panose="020B0502040204020203" pitchFamily="34" charset="-122"/>
              </a:rPr>
              <a:t>GE0/0/1</a:t>
            </a:r>
            <a:endParaRPr lang="en-US" altLang="zh-CN" sz="1400" dirty="0">
              <a:latin typeface="微软雅黑 Light" panose="020B0502040204020203" pitchFamily="34" charset="-122"/>
              <a:ea typeface="微软雅黑 Light" panose="020B0502040204020203" pitchFamily="34" charset="-122"/>
            </a:endParaRPr>
          </a:p>
          <a:p>
            <a:r>
              <a:rPr lang="en-US" altLang="zh-CN" sz="1400" dirty="0">
                <a:latin typeface="微软雅黑 Light" panose="020B0502040204020203" pitchFamily="34" charset="-122"/>
                <a:ea typeface="微软雅黑 Light" panose="020B0502040204020203" pitchFamily="34" charset="-122"/>
              </a:rPr>
              <a:t>192.168.12.1/24</a:t>
            </a:r>
            <a:endParaRPr lang="zh-CN" altLang="en-US" sz="1400" dirty="0">
              <a:latin typeface="微软雅黑 Light" panose="020B0502040204020203" pitchFamily="34" charset="-122"/>
              <a:ea typeface="微软雅黑 Light" panose="020B0502040204020203" pitchFamily="34" charset="-122"/>
            </a:endParaRPr>
          </a:p>
        </p:txBody>
      </p:sp>
      <p:sp>
        <p:nvSpPr>
          <p:cNvPr id="14" name="文本框 13"/>
          <p:cNvSpPr txBox="1"/>
          <p:nvPr/>
        </p:nvSpPr>
        <p:spPr>
          <a:xfrm>
            <a:off x="7174555" y="3033575"/>
            <a:ext cx="410690" cy="369332"/>
          </a:xfrm>
          <a:prstGeom prst="rect">
            <a:avLst/>
          </a:prstGeom>
          <a:noFill/>
        </p:spPr>
        <p:txBody>
          <a:bodyPr wrap="none" rtlCol="0">
            <a:spAutoFit/>
          </a:bodyPr>
          <a:lstStyle/>
          <a:p>
            <a:r>
              <a:rPr lang="en-US" altLang="zh-CN" dirty="0">
                <a:latin typeface="微软雅黑 Light" panose="020B0502040204020203" pitchFamily="34" charset="-122"/>
                <a:ea typeface="微软雅黑 Light" panose="020B0502040204020203" pitchFamily="34" charset="-122"/>
              </a:rPr>
              <a:t>R1</a:t>
            </a:r>
            <a:endParaRPr lang="zh-CN" altLang="en-US" dirty="0">
              <a:latin typeface="微软雅黑 Light" panose="020B0502040204020203" pitchFamily="34" charset="-122"/>
              <a:ea typeface="微软雅黑 Light" panose="020B0502040204020203" pitchFamily="34" charset="-122"/>
            </a:endParaRPr>
          </a:p>
        </p:txBody>
      </p:sp>
      <p:sp>
        <p:nvSpPr>
          <p:cNvPr id="15" name="文本框 14"/>
          <p:cNvSpPr txBox="1"/>
          <p:nvPr/>
        </p:nvSpPr>
        <p:spPr>
          <a:xfrm>
            <a:off x="9107440" y="3088821"/>
            <a:ext cx="450764" cy="369332"/>
          </a:xfrm>
          <a:prstGeom prst="rect">
            <a:avLst/>
          </a:prstGeom>
          <a:noFill/>
        </p:spPr>
        <p:txBody>
          <a:bodyPr wrap="none" rtlCol="0">
            <a:spAutoFit/>
          </a:bodyPr>
          <a:lstStyle/>
          <a:p>
            <a:r>
              <a:rPr lang="en-US" altLang="zh-CN" dirty="0">
                <a:latin typeface="微软雅黑 Light" panose="020B0502040204020203" pitchFamily="34" charset="-122"/>
                <a:ea typeface="微软雅黑 Light" panose="020B0502040204020203" pitchFamily="34" charset="-122"/>
              </a:rPr>
              <a:t>R2</a:t>
            </a:r>
            <a:endParaRPr lang="zh-CN" altLang="en-US" dirty="0">
              <a:latin typeface="微软雅黑 Light" panose="020B0502040204020203" pitchFamily="34" charset="-122"/>
              <a:ea typeface="微软雅黑 Light" panose="020B0502040204020203" pitchFamily="34" charset="-122"/>
            </a:endParaRPr>
          </a:p>
        </p:txBody>
      </p:sp>
      <p:cxnSp>
        <p:nvCxnSpPr>
          <p:cNvPr id="16" name="直接连接符 15"/>
          <p:cNvCxnSpPr>
            <a:stCxn id="10" idx="3"/>
          </p:cNvCxnSpPr>
          <p:nvPr/>
        </p:nvCxnSpPr>
        <p:spPr>
          <a:xfrm flipV="1">
            <a:off x="9624392" y="1772816"/>
            <a:ext cx="990819" cy="990819"/>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a:stCxn id="10" idx="3"/>
          </p:cNvCxnSpPr>
          <p:nvPr/>
        </p:nvCxnSpPr>
        <p:spPr>
          <a:xfrm>
            <a:off x="9624392" y="2763635"/>
            <a:ext cx="990819"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直接连接符 17"/>
          <p:cNvCxnSpPr>
            <a:stCxn id="10" idx="3"/>
          </p:cNvCxnSpPr>
          <p:nvPr/>
        </p:nvCxnSpPr>
        <p:spPr>
          <a:xfrm>
            <a:off x="9624392" y="2763635"/>
            <a:ext cx="990819" cy="990819"/>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直接连接符 18"/>
          <p:cNvCxnSpPr/>
          <p:nvPr/>
        </p:nvCxnSpPr>
        <p:spPr>
          <a:xfrm>
            <a:off x="10615211" y="1521665"/>
            <a:ext cx="0" cy="678143"/>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直接连接符 19"/>
          <p:cNvCxnSpPr/>
          <p:nvPr/>
        </p:nvCxnSpPr>
        <p:spPr>
          <a:xfrm>
            <a:off x="10615211" y="2457942"/>
            <a:ext cx="0" cy="569629"/>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直接连接符 20"/>
          <p:cNvCxnSpPr/>
          <p:nvPr/>
        </p:nvCxnSpPr>
        <p:spPr>
          <a:xfrm>
            <a:off x="10615211" y="3330739"/>
            <a:ext cx="0" cy="702245"/>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22" name="文本框 21"/>
          <p:cNvSpPr txBox="1"/>
          <p:nvPr/>
        </p:nvSpPr>
        <p:spPr>
          <a:xfrm>
            <a:off x="10585889" y="1502274"/>
            <a:ext cx="1521570" cy="369332"/>
          </a:xfrm>
          <a:prstGeom prst="rect">
            <a:avLst/>
          </a:prstGeom>
          <a:noFill/>
        </p:spPr>
        <p:txBody>
          <a:bodyPr wrap="none" rtlCol="0">
            <a:spAutoFit/>
          </a:bodyPr>
          <a:lstStyle/>
          <a:p>
            <a:r>
              <a:rPr lang="en-US" altLang="zh-CN" dirty="0">
                <a:latin typeface="微软雅黑 Light" panose="020B0502040204020203" pitchFamily="34" charset="-122"/>
                <a:ea typeface="微软雅黑 Light" panose="020B0502040204020203" pitchFamily="34" charset="-122"/>
              </a:rPr>
              <a:t>172.16.1.0/24</a:t>
            </a:r>
            <a:endParaRPr lang="zh-CN" altLang="en-US" dirty="0">
              <a:latin typeface="微软雅黑 Light" panose="020B0502040204020203" pitchFamily="34" charset="-122"/>
              <a:ea typeface="微软雅黑 Light" panose="020B0502040204020203" pitchFamily="34" charset="-122"/>
            </a:endParaRPr>
          </a:p>
        </p:txBody>
      </p:sp>
      <p:sp>
        <p:nvSpPr>
          <p:cNvPr id="23" name="文本框 22"/>
          <p:cNvSpPr txBox="1"/>
          <p:nvPr/>
        </p:nvSpPr>
        <p:spPr>
          <a:xfrm>
            <a:off x="10624779" y="2578969"/>
            <a:ext cx="1521570" cy="369332"/>
          </a:xfrm>
          <a:prstGeom prst="rect">
            <a:avLst/>
          </a:prstGeom>
          <a:noFill/>
        </p:spPr>
        <p:txBody>
          <a:bodyPr wrap="none" rtlCol="0">
            <a:spAutoFit/>
          </a:bodyPr>
          <a:lstStyle/>
          <a:p>
            <a:r>
              <a:rPr lang="en-US" altLang="zh-CN" dirty="0">
                <a:latin typeface="微软雅黑 Light" panose="020B0502040204020203" pitchFamily="34" charset="-122"/>
                <a:ea typeface="微软雅黑 Light" panose="020B0502040204020203" pitchFamily="34" charset="-122"/>
              </a:rPr>
              <a:t>172.16.2.0/24</a:t>
            </a:r>
            <a:endParaRPr lang="zh-CN" altLang="en-US" dirty="0">
              <a:latin typeface="微软雅黑 Light" panose="020B0502040204020203" pitchFamily="34" charset="-122"/>
              <a:ea typeface="微软雅黑 Light" panose="020B0502040204020203" pitchFamily="34" charset="-122"/>
            </a:endParaRPr>
          </a:p>
        </p:txBody>
      </p:sp>
      <p:sp>
        <p:nvSpPr>
          <p:cNvPr id="24" name="文本框 23"/>
          <p:cNvSpPr txBox="1"/>
          <p:nvPr/>
        </p:nvSpPr>
        <p:spPr>
          <a:xfrm>
            <a:off x="10624779" y="3497195"/>
            <a:ext cx="1521570" cy="369332"/>
          </a:xfrm>
          <a:prstGeom prst="rect">
            <a:avLst/>
          </a:prstGeom>
          <a:noFill/>
        </p:spPr>
        <p:txBody>
          <a:bodyPr wrap="none" rtlCol="0">
            <a:spAutoFit/>
          </a:bodyPr>
          <a:lstStyle/>
          <a:p>
            <a:r>
              <a:rPr lang="en-US" altLang="zh-CN" dirty="0">
                <a:latin typeface="微软雅黑 Light" panose="020B0502040204020203" pitchFamily="34" charset="-122"/>
                <a:ea typeface="微软雅黑 Light" panose="020B0502040204020203" pitchFamily="34" charset="-122"/>
              </a:rPr>
              <a:t>172.16.3.0/24</a:t>
            </a:r>
            <a:endParaRPr lang="zh-CN" altLang="en-US" dirty="0">
              <a:latin typeface="微软雅黑 Light" panose="020B0502040204020203" pitchFamily="34" charset="-122"/>
              <a:ea typeface="微软雅黑 Light" panose="020B0502040204020203" pitchFamily="34" charset="-122"/>
            </a:endParaRPr>
          </a:p>
        </p:txBody>
      </p:sp>
      <p:cxnSp>
        <p:nvCxnSpPr>
          <p:cNvPr id="25" name="直接箭头连接符 24"/>
          <p:cNvCxnSpPr>
            <a:stCxn id="11" idx="2"/>
          </p:cNvCxnSpPr>
          <p:nvPr/>
        </p:nvCxnSpPr>
        <p:spPr>
          <a:xfrm>
            <a:off x="7147673" y="3041981"/>
            <a:ext cx="0" cy="824546"/>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6" name="文本框 25"/>
          <p:cNvSpPr txBox="1"/>
          <p:nvPr/>
        </p:nvSpPr>
        <p:spPr>
          <a:xfrm>
            <a:off x="6186181" y="3871210"/>
            <a:ext cx="4285147" cy="923330"/>
          </a:xfrm>
          <a:prstGeom prst="rect">
            <a:avLst/>
          </a:prstGeom>
          <a:solidFill>
            <a:schemeClr val="accent5">
              <a:lumMod val="60000"/>
              <a:lumOff val="40000"/>
            </a:schemeClr>
          </a:solidFill>
        </p:spPr>
        <p:txBody>
          <a:bodyPr wrap="none" rtlCol="0">
            <a:spAutoFit/>
          </a:bodyPr>
          <a:lstStyle/>
          <a:p>
            <a:r>
              <a:rPr lang="en-US" altLang="zh-CN" dirty="0">
                <a:latin typeface="微软雅黑 Light" panose="020B0502040204020203" pitchFamily="34" charset="-122"/>
                <a:ea typeface="微软雅黑 Light" panose="020B0502040204020203" pitchFamily="34" charset="-122"/>
              </a:rPr>
              <a:t>Ip route-static 172.16.1.0 24 192.168.12.2</a:t>
            </a:r>
            <a:endParaRPr lang="en-US" altLang="zh-CN" dirty="0">
              <a:latin typeface="微软雅黑 Light" panose="020B0502040204020203" pitchFamily="34" charset="-122"/>
              <a:ea typeface="微软雅黑 Light" panose="020B0502040204020203" pitchFamily="34" charset="-122"/>
            </a:endParaRPr>
          </a:p>
          <a:p>
            <a:r>
              <a:rPr lang="en-US" altLang="zh-CN" dirty="0">
                <a:latin typeface="微软雅黑 Light" panose="020B0502040204020203" pitchFamily="34" charset="-122"/>
                <a:ea typeface="微软雅黑 Light" panose="020B0502040204020203" pitchFamily="34" charset="-122"/>
              </a:rPr>
              <a:t>Ip route-static 172.16.2.0 24 192.168.12.2</a:t>
            </a:r>
            <a:endParaRPr lang="zh-CN" altLang="en-US" dirty="0">
              <a:latin typeface="微软雅黑 Light" panose="020B0502040204020203" pitchFamily="34" charset="-122"/>
              <a:ea typeface="微软雅黑 Light" panose="020B0502040204020203" pitchFamily="34" charset="-122"/>
            </a:endParaRPr>
          </a:p>
          <a:p>
            <a:r>
              <a:rPr lang="en-US" altLang="zh-CN" dirty="0">
                <a:latin typeface="微软雅黑 Light" panose="020B0502040204020203" pitchFamily="34" charset="-122"/>
                <a:ea typeface="微软雅黑 Light" panose="020B0502040204020203" pitchFamily="34" charset="-122"/>
              </a:rPr>
              <a:t>Ip route-static 172.16.3.0 24 192.168.12.2</a:t>
            </a:r>
            <a:endParaRPr lang="zh-CN" altLang="en-US" dirty="0">
              <a:latin typeface="微软雅黑 Light" panose="020B0502040204020203" pitchFamily="34" charset="-122"/>
              <a:ea typeface="微软雅黑 Light" panose="020B0502040204020203" pitchFamily="34" charset="-122"/>
            </a:endParaRPr>
          </a:p>
        </p:txBody>
      </p:sp>
      <p:sp>
        <p:nvSpPr>
          <p:cNvPr id="27" name="文本框 26"/>
          <p:cNvSpPr txBox="1"/>
          <p:nvPr/>
        </p:nvSpPr>
        <p:spPr>
          <a:xfrm>
            <a:off x="6186181" y="5299288"/>
            <a:ext cx="4285147" cy="369332"/>
          </a:xfrm>
          <a:prstGeom prst="rect">
            <a:avLst/>
          </a:prstGeom>
          <a:solidFill>
            <a:schemeClr val="accent1">
              <a:lumMod val="20000"/>
              <a:lumOff val="80000"/>
            </a:schemeClr>
          </a:solidFill>
        </p:spPr>
        <p:txBody>
          <a:bodyPr wrap="none" rtlCol="0">
            <a:spAutoFit/>
          </a:bodyPr>
          <a:lstStyle/>
          <a:p>
            <a:r>
              <a:rPr lang="en-US" altLang="zh-CN" dirty="0">
                <a:latin typeface="微软雅黑 Light" panose="020B0502040204020203" pitchFamily="34" charset="-122"/>
                <a:ea typeface="微软雅黑 Light" panose="020B0502040204020203" pitchFamily="34" charset="-122"/>
              </a:rPr>
              <a:t>Ip route-static 172.16.1.0 16 192.168.12.2</a:t>
            </a:r>
            <a:endParaRPr lang="en-US" altLang="zh-CN" dirty="0">
              <a:latin typeface="微软雅黑 Light" panose="020B0502040204020203" pitchFamily="34" charset="-122"/>
              <a:ea typeface="微软雅黑 Light" panose="020B0502040204020203" pitchFamily="34" charset="-122"/>
            </a:endParaRPr>
          </a:p>
        </p:txBody>
      </p:sp>
      <p:cxnSp>
        <p:nvCxnSpPr>
          <p:cNvPr id="28" name="直接箭头连接符 27"/>
          <p:cNvCxnSpPr/>
          <p:nvPr/>
        </p:nvCxnSpPr>
        <p:spPr>
          <a:xfrm>
            <a:off x="7174555" y="4794540"/>
            <a:ext cx="0" cy="504748"/>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9" name="文本框 28"/>
          <p:cNvSpPr txBox="1"/>
          <p:nvPr/>
        </p:nvSpPr>
        <p:spPr>
          <a:xfrm>
            <a:off x="5078185" y="4114045"/>
            <a:ext cx="1107996" cy="369332"/>
          </a:xfrm>
          <a:prstGeom prst="rect">
            <a:avLst/>
          </a:prstGeom>
          <a:noFill/>
        </p:spPr>
        <p:txBody>
          <a:bodyPr wrap="none" rtlCol="0">
            <a:spAutoFit/>
          </a:bodyPr>
          <a:lstStyle/>
          <a:p>
            <a:r>
              <a:rPr lang="zh-CN" altLang="en-US" dirty="0">
                <a:latin typeface="微软雅黑 Light" panose="020B0502040204020203" pitchFamily="34" charset="-122"/>
                <a:ea typeface="微软雅黑 Light" panose="020B0502040204020203" pitchFamily="34" charset="-122"/>
              </a:rPr>
              <a:t>明细路由</a:t>
            </a:r>
            <a:endParaRPr lang="zh-CN" altLang="en-US" dirty="0">
              <a:latin typeface="微软雅黑 Light" panose="020B0502040204020203" pitchFamily="34" charset="-122"/>
              <a:ea typeface="微软雅黑 Light" panose="020B0502040204020203" pitchFamily="34" charset="-122"/>
            </a:endParaRPr>
          </a:p>
        </p:txBody>
      </p:sp>
      <p:sp>
        <p:nvSpPr>
          <p:cNvPr id="30" name="文本框 29"/>
          <p:cNvSpPr txBox="1"/>
          <p:nvPr/>
        </p:nvSpPr>
        <p:spPr>
          <a:xfrm>
            <a:off x="5078185" y="5304458"/>
            <a:ext cx="1107996" cy="369332"/>
          </a:xfrm>
          <a:prstGeom prst="rect">
            <a:avLst/>
          </a:prstGeom>
          <a:noFill/>
        </p:spPr>
        <p:txBody>
          <a:bodyPr wrap="none" rtlCol="0">
            <a:spAutoFit/>
          </a:bodyPr>
          <a:lstStyle/>
          <a:p>
            <a:r>
              <a:rPr lang="zh-CN" altLang="en-US" dirty="0">
                <a:latin typeface="微软雅黑 Light" panose="020B0502040204020203" pitchFamily="34" charset="-122"/>
                <a:ea typeface="微软雅黑 Light" panose="020B0502040204020203" pitchFamily="34" charset="-122"/>
              </a:rPr>
              <a:t>汇聚路由</a:t>
            </a:r>
            <a:endParaRPr lang="zh-CN" altLang="en-US" dirty="0">
              <a:latin typeface="微软雅黑 Light" panose="020B0502040204020203" pitchFamily="34" charset="-122"/>
              <a:ea typeface="微软雅黑 Light" panose="020B0502040204020203" pitchFamily="34" charset="-122"/>
            </a:endParaRPr>
          </a:p>
        </p:txBody>
      </p:sp>
      <p:sp>
        <p:nvSpPr>
          <p:cNvPr id="31" name="文本框 30"/>
          <p:cNvSpPr txBox="1"/>
          <p:nvPr/>
        </p:nvSpPr>
        <p:spPr>
          <a:xfrm>
            <a:off x="7684222" y="2763635"/>
            <a:ext cx="1390124" cy="523220"/>
          </a:xfrm>
          <a:prstGeom prst="rect">
            <a:avLst/>
          </a:prstGeom>
          <a:noFill/>
        </p:spPr>
        <p:txBody>
          <a:bodyPr wrap="none" rtlCol="0">
            <a:spAutoFit/>
          </a:bodyPr>
          <a:lstStyle/>
          <a:p>
            <a:pPr algn="r"/>
            <a:r>
              <a:rPr lang="en-US" altLang="zh-CN" sz="1400" dirty="0">
                <a:latin typeface="微软雅黑 Light" panose="020B0502040204020203" pitchFamily="34" charset="-122"/>
                <a:ea typeface="微软雅黑 Light" panose="020B0502040204020203" pitchFamily="34" charset="-122"/>
              </a:rPr>
              <a:t>GE0/0/1</a:t>
            </a:r>
            <a:endParaRPr lang="en-US" altLang="zh-CN" sz="1400" dirty="0">
              <a:latin typeface="微软雅黑 Light" panose="020B0502040204020203" pitchFamily="34" charset="-122"/>
              <a:ea typeface="微软雅黑 Light" panose="020B0502040204020203" pitchFamily="34" charset="-122"/>
            </a:endParaRPr>
          </a:p>
          <a:p>
            <a:pPr algn="r"/>
            <a:r>
              <a:rPr lang="en-US" altLang="zh-CN" sz="1400" dirty="0">
                <a:latin typeface="微软雅黑 Light" panose="020B0502040204020203" pitchFamily="34" charset="-122"/>
                <a:ea typeface="微软雅黑 Light" panose="020B0502040204020203" pitchFamily="34" charset="-122"/>
              </a:rPr>
              <a:t>192.168.12.2/24</a:t>
            </a:r>
            <a:endParaRPr lang="zh-CN" altLang="en-US" sz="1400" dirty="0">
              <a:latin typeface="微软雅黑 Light" panose="020B0502040204020203" pitchFamily="34" charset="-122"/>
              <a:ea typeface="微软雅黑 Light" panose="020B0502040204020203" pitchFamily="34" charset="-122"/>
            </a:endParaRPr>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5"/>
          <p:cNvSpPr>
            <a:spLocks noGrp="1"/>
          </p:cNvSpPr>
          <p:nvPr>
            <p:ph type="sldNum" sz="quarter" idx="12"/>
          </p:nvPr>
        </p:nvSpPr>
        <p:spPr/>
        <p:txBody>
          <a:bodyPr/>
          <a:lstStyle/>
          <a:p>
            <a:fld id="{6DD19E0E-E36A-474E-8BAD-39C0D7E3FBDE}" type="slidenum">
              <a:rPr lang="en-US" altLang="zh-CN"/>
            </a:fld>
            <a:endParaRPr lang="en-US" altLang="zh-CN"/>
          </a:p>
        </p:txBody>
      </p:sp>
      <p:sp>
        <p:nvSpPr>
          <p:cNvPr id="703490" name="Rectangle 2"/>
          <p:cNvSpPr>
            <a:spLocks noGrp="1" noChangeArrowheads="1"/>
          </p:cNvSpPr>
          <p:nvPr>
            <p:ph type="title"/>
          </p:nvPr>
        </p:nvSpPr>
        <p:spPr/>
        <p:txBody>
          <a:bodyPr/>
          <a:lstStyle/>
          <a:p>
            <a:r>
              <a:rPr lang="zh-CN" altLang="en-US"/>
              <a:t>构成超网</a:t>
            </a:r>
            <a:endParaRPr lang="zh-CN" altLang="en-US"/>
          </a:p>
        </p:txBody>
      </p:sp>
      <p:sp>
        <p:nvSpPr>
          <p:cNvPr id="703491" name="Rectangle 3"/>
          <p:cNvSpPr>
            <a:spLocks noGrp="1" noChangeArrowheads="1"/>
          </p:cNvSpPr>
          <p:nvPr>
            <p:ph type="body" idx="1"/>
          </p:nvPr>
        </p:nvSpPr>
        <p:spPr/>
        <p:txBody>
          <a:bodyPr/>
          <a:lstStyle/>
          <a:p>
            <a:r>
              <a:rPr lang="zh-CN" altLang="en-US" dirty="0"/>
              <a:t>前缀长度不超过 </a:t>
            </a:r>
            <a:r>
              <a:rPr lang="en-US" altLang="zh-CN" dirty="0"/>
              <a:t>23 </a:t>
            </a:r>
            <a:r>
              <a:rPr lang="zh-CN" altLang="en-US" dirty="0"/>
              <a:t>位的 </a:t>
            </a:r>
            <a:r>
              <a:rPr lang="en-US" altLang="zh-CN" dirty="0"/>
              <a:t>CIDR </a:t>
            </a:r>
            <a:r>
              <a:rPr lang="zh-CN" altLang="en-US" dirty="0"/>
              <a:t>地址块都包含了多个 </a:t>
            </a:r>
            <a:r>
              <a:rPr lang="en-US" altLang="zh-CN" dirty="0"/>
              <a:t>C </a:t>
            </a:r>
            <a:r>
              <a:rPr lang="zh-CN" altLang="en-US" dirty="0"/>
              <a:t>类地址</a:t>
            </a:r>
            <a:endParaRPr lang="zh-CN" altLang="en-US" dirty="0"/>
          </a:p>
          <a:p>
            <a:r>
              <a:rPr lang="zh-CN" altLang="en-US" dirty="0"/>
              <a:t>这些 </a:t>
            </a:r>
            <a:r>
              <a:rPr lang="en-US" altLang="zh-CN" dirty="0"/>
              <a:t>C </a:t>
            </a:r>
            <a:r>
              <a:rPr lang="zh-CN" altLang="en-US" dirty="0"/>
              <a:t>类地址合起来就构成了超网</a:t>
            </a:r>
            <a:endParaRPr lang="zh-CN" altLang="en-US" dirty="0"/>
          </a:p>
          <a:p>
            <a:r>
              <a:rPr lang="en-US" altLang="zh-CN" dirty="0"/>
              <a:t>CIDR </a:t>
            </a:r>
            <a:r>
              <a:rPr lang="zh-CN" altLang="en-US" dirty="0"/>
              <a:t>地址块中的地址数一定是 </a:t>
            </a:r>
            <a:r>
              <a:rPr lang="en-US" altLang="zh-CN" dirty="0"/>
              <a:t>2 </a:t>
            </a:r>
            <a:r>
              <a:rPr lang="zh-CN" altLang="en-US" dirty="0"/>
              <a:t>的整数次幂</a:t>
            </a:r>
            <a:endParaRPr lang="zh-CN" altLang="en-US" dirty="0"/>
          </a:p>
          <a:p>
            <a:r>
              <a:rPr lang="zh-CN" altLang="en-US" dirty="0"/>
              <a:t>网络前缀越短，其地址块所包含的地址数就越多。而在三级结构的</a:t>
            </a:r>
            <a:r>
              <a:rPr lang="en-US" altLang="zh-CN" dirty="0"/>
              <a:t>IP</a:t>
            </a:r>
            <a:r>
              <a:rPr lang="zh-CN" altLang="en-US" dirty="0"/>
              <a:t>地址中，划分子网是使网络前缀变长 </a:t>
            </a:r>
            <a:endParaRPr lang="zh-CN" altLang="en-US" dirty="0"/>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如何给主机配置</a:t>
            </a:r>
            <a:r>
              <a:rPr lang="en-US" altLang="zh-CN" dirty="0"/>
              <a:t>IP</a:t>
            </a:r>
            <a:r>
              <a:rPr lang="zh-CN" altLang="en-US" dirty="0"/>
              <a:t>地址</a:t>
            </a:r>
            <a:endParaRPr lang="zh-CN" altLang="en-US" dirty="0"/>
          </a:p>
        </p:txBody>
      </p:sp>
      <p:sp>
        <p:nvSpPr>
          <p:cNvPr id="3" name="内容占位符 2"/>
          <p:cNvSpPr>
            <a:spLocks noGrp="1"/>
          </p:cNvSpPr>
          <p:nvPr>
            <p:ph idx="1"/>
          </p:nvPr>
        </p:nvSpPr>
        <p:spPr>
          <a:xfrm>
            <a:off x="334434" y="1052515"/>
            <a:ext cx="11523133" cy="2592510"/>
          </a:xfrm>
        </p:spPr>
        <p:txBody>
          <a:bodyPr>
            <a:normAutofit fontScale="85000" lnSpcReduction="10000"/>
          </a:bodyPr>
          <a:lstStyle/>
          <a:p>
            <a:r>
              <a:rPr lang="zh-CN" altLang="en-US" dirty="0"/>
              <a:t>每台连接到计算机网络的主机均需要配置</a:t>
            </a:r>
            <a:r>
              <a:rPr lang="en-US" altLang="zh-CN" dirty="0"/>
              <a:t>IP</a:t>
            </a:r>
            <a:r>
              <a:rPr lang="zh-CN" altLang="en-US" dirty="0"/>
              <a:t>地址等数据，以便与其他主机进行通信：</a:t>
            </a:r>
            <a:endParaRPr lang="zh-CN" altLang="en-US" dirty="0"/>
          </a:p>
          <a:p>
            <a:pPr lvl="1"/>
            <a:r>
              <a:rPr lang="en-US" altLang="zh-CN" dirty="0"/>
              <a:t>IP</a:t>
            </a:r>
            <a:r>
              <a:rPr lang="zh-CN" altLang="en-US" dirty="0"/>
              <a:t>地址</a:t>
            </a:r>
            <a:endParaRPr lang="zh-CN" altLang="en-US" dirty="0"/>
          </a:p>
          <a:p>
            <a:pPr lvl="1"/>
            <a:r>
              <a:rPr lang="zh-CN" altLang="en-US" dirty="0"/>
              <a:t>网络掩码</a:t>
            </a:r>
            <a:endParaRPr lang="zh-CN" altLang="en-US" dirty="0"/>
          </a:p>
          <a:p>
            <a:pPr lvl="1"/>
            <a:r>
              <a:rPr lang="zh-CN" altLang="en-US" dirty="0"/>
              <a:t>默认网关地址</a:t>
            </a:r>
            <a:endParaRPr lang="zh-CN" altLang="en-US" dirty="0"/>
          </a:p>
          <a:p>
            <a:pPr lvl="1"/>
            <a:r>
              <a:rPr lang="zh-CN" altLang="en-US" dirty="0"/>
              <a:t>域名服务器（</a:t>
            </a:r>
            <a:r>
              <a:rPr lang="en-US" altLang="zh-CN" dirty="0"/>
              <a:t>DNS</a:t>
            </a:r>
            <a:r>
              <a:rPr lang="zh-CN" altLang="en-US" dirty="0"/>
              <a:t>）地址</a:t>
            </a:r>
            <a:endParaRPr lang="zh-CN" altLang="en-US" dirty="0"/>
          </a:p>
          <a:p>
            <a:pPr lvl="1"/>
            <a:r>
              <a:rPr lang="zh-CN" altLang="en-US" dirty="0"/>
              <a:t>其他相关配置参数</a:t>
            </a:r>
            <a:endParaRPr lang="en-US" altLang="zh-CN" dirty="0"/>
          </a:p>
          <a:p>
            <a:r>
              <a:rPr lang="zh-CN" altLang="en-US" dirty="0"/>
              <a:t>两种方式配置主机的</a:t>
            </a:r>
            <a:r>
              <a:rPr lang="en-US" altLang="zh-CN" dirty="0"/>
              <a:t>IP</a:t>
            </a:r>
            <a:r>
              <a:rPr lang="zh-CN" altLang="en-US" dirty="0"/>
              <a:t>地址</a:t>
            </a:r>
            <a:endParaRPr lang="zh-CN" altLang="en-US" dirty="0"/>
          </a:p>
        </p:txBody>
      </p:sp>
      <p:sp>
        <p:nvSpPr>
          <p:cNvPr id="4" name="灯片编号占位符 3"/>
          <p:cNvSpPr>
            <a:spLocks noGrp="1"/>
          </p:cNvSpPr>
          <p:nvPr>
            <p:ph type="sldNum" sz="quarter" idx="12"/>
          </p:nvPr>
        </p:nvSpPr>
        <p:spPr/>
        <p:txBody>
          <a:bodyPr/>
          <a:lstStyle/>
          <a:p>
            <a:pPr>
              <a:defRPr/>
            </a:pPr>
            <a:fld id="{816960B2-2B11-492C-B588-5290E1274F96}" type="slidenum">
              <a:rPr lang="en-US" altLang="zh-CN" smtClean="0"/>
            </a:fld>
            <a:endParaRPr lang="en-US" altLang="zh-CN" dirty="0"/>
          </a:p>
        </p:txBody>
      </p:sp>
      <p:graphicFrame>
        <p:nvGraphicFramePr>
          <p:cNvPr id="5" name="表格 8"/>
          <p:cNvGraphicFramePr>
            <a:graphicFrameLocks noGrp="1"/>
          </p:cNvGraphicFramePr>
          <p:nvPr/>
        </p:nvGraphicFramePr>
        <p:xfrm>
          <a:off x="911424" y="3698713"/>
          <a:ext cx="10503231" cy="2694054"/>
        </p:xfrm>
        <a:graphic>
          <a:graphicData uri="http://schemas.openxmlformats.org/drawingml/2006/table">
            <a:tbl>
              <a:tblPr firstRow="1" bandRow="1">
                <a:tableStyleId>{8A107856-5554-42FB-B03E-39F5DBC370BA}</a:tableStyleId>
              </a:tblPr>
              <a:tblGrid>
                <a:gridCol w="1971480"/>
                <a:gridCol w="4149200"/>
                <a:gridCol w="4382551"/>
              </a:tblGrid>
              <a:tr h="370840">
                <a:tc>
                  <a:txBody>
                    <a:bodyPr/>
                    <a:lstStyle/>
                    <a:p>
                      <a:pPr algn="ctr">
                        <a:lnSpc>
                          <a:spcPct val="120000"/>
                        </a:lnSpc>
                        <a:spcBef>
                          <a:spcPts val="0"/>
                        </a:spcBef>
                        <a:spcAft>
                          <a:spcPts val="0"/>
                        </a:spcAft>
                      </a:pPr>
                      <a:endParaRPr lang="zh-CN" altLang="en-US" dirty="0">
                        <a:latin typeface="微软雅黑 Light" panose="020B0502040204020203" pitchFamily="34" charset="-122"/>
                        <a:ea typeface="微软雅黑 Light" panose="020B0502040204020203" pitchFamily="34" charset="-122"/>
                        <a:cs typeface="+mn-ea"/>
                        <a:sym typeface="+mn-lt"/>
                      </a:endParaRPr>
                    </a:p>
                  </a:txBody>
                  <a:tcPr/>
                </a:tc>
                <a:tc>
                  <a:txBody>
                    <a:bodyPr/>
                    <a:lstStyle/>
                    <a:p>
                      <a:pPr algn="ctr">
                        <a:lnSpc>
                          <a:spcPct val="120000"/>
                        </a:lnSpc>
                        <a:spcBef>
                          <a:spcPts val="0"/>
                        </a:spcBef>
                        <a:spcAft>
                          <a:spcPts val="0"/>
                        </a:spcAft>
                      </a:pPr>
                      <a:r>
                        <a:rPr lang="zh-CN" altLang="en-US" dirty="0">
                          <a:solidFill>
                            <a:schemeClr val="tx1"/>
                          </a:solidFill>
                          <a:sym typeface="+mn-lt"/>
                        </a:rPr>
                        <a:t>静态配置</a:t>
                      </a:r>
                      <a:endParaRPr lang="zh-CN" altLang="en-US" dirty="0">
                        <a:solidFill>
                          <a:schemeClr val="tx1"/>
                        </a:solidFill>
                        <a:latin typeface="微软雅黑 Light" panose="020B0502040204020203" pitchFamily="34" charset="-122"/>
                        <a:ea typeface="微软雅黑 Light" panose="020B0502040204020203" pitchFamily="34" charset="-122"/>
                        <a:cs typeface="+mn-ea"/>
                        <a:sym typeface="+mn-lt"/>
                      </a:endParaRPr>
                    </a:p>
                  </a:txBody>
                  <a:tcPr/>
                </a:tc>
                <a:tc>
                  <a:txBody>
                    <a:bodyPr/>
                    <a:lstStyle/>
                    <a:p>
                      <a:pPr marL="0" algn="ctr" defTabSz="914400" rtl="0" eaLnBrk="1" latinLnBrk="0" hangingPunct="1">
                        <a:lnSpc>
                          <a:spcPct val="120000"/>
                        </a:lnSpc>
                        <a:spcBef>
                          <a:spcPts val="0"/>
                        </a:spcBef>
                        <a:spcAft>
                          <a:spcPts val="0"/>
                        </a:spcAft>
                      </a:pPr>
                      <a:r>
                        <a:rPr lang="zh-CN" altLang="en-US" sz="1800" b="1" kern="1200" dirty="0">
                          <a:solidFill>
                            <a:schemeClr val="tx1"/>
                          </a:solidFill>
                          <a:sym typeface="+mn-lt"/>
                        </a:rPr>
                        <a:t>动态配置</a:t>
                      </a:r>
                      <a:endParaRPr lang="zh-CN" altLang="en-US" sz="1800" b="1" kern="1200" dirty="0">
                        <a:solidFill>
                          <a:schemeClr val="tx1"/>
                        </a:solidFill>
                        <a:latin typeface="+mn-lt"/>
                        <a:ea typeface="+mn-ea"/>
                        <a:cs typeface="+mn-cs"/>
                        <a:sym typeface="+mn-lt"/>
                      </a:endParaRPr>
                    </a:p>
                  </a:txBody>
                  <a:tcPr/>
                </a:tc>
              </a:tr>
              <a:tr h="370840">
                <a:tc>
                  <a:txBody>
                    <a:bodyPr/>
                    <a:lstStyle/>
                    <a:p>
                      <a:pPr>
                        <a:lnSpc>
                          <a:spcPct val="120000"/>
                        </a:lnSpc>
                        <a:spcBef>
                          <a:spcPts val="0"/>
                        </a:spcBef>
                        <a:spcAft>
                          <a:spcPts val="0"/>
                        </a:spcAft>
                      </a:pPr>
                      <a:r>
                        <a:rPr lang="en-US" altLang="zh-CN" dirty="0">
                          <a:sym typeface="+mn-lt"/>
                        </a:rPr>
                        <a:t>IP</a:t>
                      </a:r>
                      <a:r>
                        <a:rPr lang="zh-CN" altLang="en-US" dirty="0">
                          <a:sym typeface="+mn-lt"/>
                        </a:rPr>
                        <a:t>地址规划分配</a:t>
                      </a:r>
                      <a:endParaRPr lang="zh-CN" altLang="en-US" dirty="0">
                        <a:latin typeface="微软雅黑 Light" panose="020B0502040204020203" pitchFamily="34" charset="-122"/>
                        <a:ea typeface="微软雅黑 Light" panose="020B0502040204020203" pitchFamily="34" charset="-122"/>
                        <a:cs typeface="+mn-ea"/>
                        <a:sym typeface="+mn-lt"/>
                      </a:endParaRPr>
                    </a:p>
                  </a:txBody>
                  <a:tcPr>
                    <a:solidFill>
                      <a:schemeClr val="bg1">
                        <a:lumMod val="85000"/>
                      </a:schemeClr>
                    </a:solidFill>
                  </a:tcPr>
                </a:tc>
                <a:tc>
                  <a:txBody>
                    <a:bodyPr/>
                    <a:lstStyle/>
                    <a:p>
                      <a:pPr>
                        <a:lnSpc>
                          <a:spcPct val="120000"/>
                        </a:lnSpc>
                        <a:spcBef>
                          <a:spcPts val="0"/>
                        </a:spcBef>
                        <a:spcAft>
                          <a:spcPts val="0"/>
                        </a:spcAft>
                      </a:pPr>
                      <a:r>
                        <a:rPr lang="zh-CN" altLang="en-US" dirty="0">
                          <a:sym typeface="+mn-lt"/>
                        </a:rPr>
                        <a:t>由网络管理人员统一规划、分配</a:t>
                      </a:r>
                      <a:r>
                        <a:rPr lang="en-US" altLang="zh-CN" dirty="0">
                          <a:sym typeface="+mn-lt"/>
                        </a:rPr>
                        <a:t>IP</a:t>
                      </a:r>
                      <a:r>
                        <a:rPr lang="zh-CN" altLang="en-US" dirty="0">
                          <a:sym typeface="+mn-lt"/>
                        </a:rPr>
                        <a:t>地址</a:t>
                      </a:r>
                      <a:endParaRPr lang="zh-CN" altLang="en-US" dirty="0">
                        <a:latin typeface="微软雅黑 Light" panose="020B0502040204020203" pitchFamily="34" charset="-122"/>
                        <a:ea typeface="微软雅黑 Light" panose="020B0502040204020203" pitchFamily="34" charset="-122"/>
                        <a:cs typeface="+mn-ea"/>
                        <a:sym typeface="+mn-lt"/>
                      </a:endParaRPr>
                    </a:p>
                  </a:txBody>
                  <a:tcPr>
                    <a:solidFill>
                      <a:schemeClr val="accent5">
                        <a:lumMod val="75000"/>
                      </a:schemeClr>
                    </a:solidFill>
                  </a:tcPr>
                </a:tc>
                <a:tc>
                  <a:txBody>
                    <a:bodyPr/>
                    <a:lstStyle/>
                    <a:p>
                      <a:pPr>
                        <a:lnSpc>
                          <a:spcPct val="120000"/>
                        </a:lnSpc>
                        <a:spcBef>
                          <a:spcPts val="0"/>
                        </a:spcBef>
                        <a:spcAft>
                          <a:spcPts val="0"/>
                        </a:spcAft>
                      </a:pPr>
                      <a:r>
                        <a:rPr lang="zh-CN" altLang="en-US" dirty="0">
                          <a:sym typeface="+mn-lt"/>
                        </a:rPr>
                        <a:t>由协议自动分配</a:t>
                      </a:r>
                      <a:r>
                        <a:rPr lang="en-US" altLang="zh-CN" dirty="0">
                          <a:sym typeface="+mn-lt"/>
                        </a:rPr>
                        <a:t>IP</a:t>
                      </a:r>
                      <a:r>
                        <a:rPr lang="zh-CN" altLang="en-US" dirty="0">
                          <a:sym typeface="+mn-lt"/>
                        </a:rPr>
                        <a:t>地址</a:t>
                      </a:r>
                      <a:endParaRPr lang="zh-CN" altLang="en-US" dirty="0">
                        <a:latin typeface="微软雅黑 Light" panose="020B0502040204020203" pitchFamily="34" charset="-122"/>
                        <a:ea typeface="微软雅黑 Light" panose="020B0502040204020203" pitchFamily="34" charset="-122"/>
                        <a:cs typeface="+mn-ea"/>
                        <a:sym typeface="+mn-lt"/>
                      </a:endParaRPr>
                    </a:p>
                  </a:txBody>
                  <a:tcPr>
                    <a:solidFill>
                      <a:schemeClr val="accent6">
                        <a:lumMod val="20000"/>
                        <a:lumOff val="80000"/>
                      </a:schemeClr>
                    </a:solidFill>
                  </a:tcPr>
                </a:tc>
              </a:tr>
              <a:tr h="370840">
                <a:tc>
                  <a:txBody>
                    <a:bodyPr/>
                    <a:lstStyle/>
                    <a:p>
                      <a:pPr>
                        <a:lnSpc>
                          <a:spcPct val="120000"/>
                        </a:lnSpc>
                        <a:spcBef>
                          <a:spcPts val="0"/>
                        </a:spcBef>
                        <a:spcAft>
                          <a:spcPts val="0"/>
                        </a:spcAft>
                      </a:pPr>
                      <a:r>
                        <a:rPr lang="zh-CN" altLang="en-US" dirty="0">
                          <a:sym typeface="+mn-lt"/>
                        </a:rPr>
                        <a:t>设置方式</a:t>
                      </a:r>
                      <a:endParaRPr lang="zh-CN" altLang="en-US" dirty="0">
                        <a:latin typeface="微软雅黑 Light" panose="020B0502040204020203" pitchFamily="34" charset="-122"/>
                        <a:ea typeface="微软雅黑 Light" panose="020B0502040204020203" pitchFamily="34" charset="-122"/>
                        <a:cs typeface="+mn-ea"/>
                        <a:sym typeface="+mn-lt"/>
                      </a:endParaRPr>
                    </a:p>
                  </a:txBody>
                  <a:tcPr>
                    <a:solidFill>
                      <a:schemeClr val="bg1">
                        <a:lumMod val="85000"/>
                      </a:schemeClr>
                    </a:solidFill>
                  </a:tcPr>
                </a:tc>
                <a:tc>
                  <a:txBody>
                    <a:bodyPr/>
                    <a:lstStyle/>
                    <a:p>
                      <a:pPr>
                        <a:lnSpc>
                          <a:spcPct val="120000"/>
                        </a:lnSpc>
                        <a:spcBef>
                          <a:spcPts val="0"/>
                        </a:spcBef>
                        <a:spcAft>
                          <a:spcPts val="0"/>
                        </a:spcAft>
                      </a:pPr>
                      <a:r>
                        <a:rPr lang="zh-CN" altLang="en-US" dirty="0">
                          <a:sym typeface="+mn-lt"/>
                        </a:rPr>
                        <a:t>手工设置到每一台主机</a:t>
                      </a:r>
                      <a:endParaRPr lang="zh-CN" altLang="en-US" dirty="0">
                        <a:latin typeface="微软雅黑 Light" panose="020B0502040204020203" pitchFamily="34" charset="-122"/>
                        <a:ea typeface="微软雅黑 Light" panose="020B0502040204020203" pitchFamily="34" charset="-122"/>
                        <a:cs typeface="+mn-ea"/>
                        <a:sym typeface="+mn-lt"/>
                      </a:endParaRPr>
                    </a:p>
                  </a:txBody>
                  <a:tcPr>
                    <a:solidFill>
                      <a:schemeClr val="accent5">
                        <a:lumMod val="75000"/>
                      </a:schemeClr>
                    </a:solidFill>
                  </a:tcPr>
                </a:tc>
                <a:tc>
                  <a:txBody>
                    <a:bodyPr/>
                    <a:lstStyle/>
                    <a:p>
                      <a:pPr>
                        <a:lnSpc>
                          <a:spcPct val="120000"/>
                        </a:lnSpc>
                        <a:spcBef>
                          <a:spcPts val="0"/>
                        </a:spcBef>
                        <a:spcAft>
                          <a:spcPts val="0"/>
                        </a:spcAft>
                      </a:pPr>
                      <a:r>
                        <a:rPr lang="zh-CN" altLang="en-US" dirty="0">
                          <a:sym typeface="+mn-lt"/>
                        </a:rPr>
                        <a:t>由协议自动配置到主机</a:t>
                      </a:r>
                      <a:endParaRPr lang="zh-CN" altLang="en-US" dirty="0">
                        <a:latin typeface="微软雅黑 Light" panose="020B0502040204020203" pitchFamily="34" charset="-122"/>
                        <a:ea typeface="微软雅黑 Light" panose="020B0502040204020203" pitchFamily="34" charset="-122"/>
                        <a:cs typeface="+mn-ea"/>
                        <a:sym typeface="+mn-lt"/>
                      </a:endParaRPr>
                    </a:p>
                  </a:txBody>
                  <a:tcPr>
                    <a:solidFill>
                      <a:schemeClr val="accent6">
                        <a:lumMod val="20000"/>
                        <a:lumOff val="80000"/>
                      </a:schemeClr>
                    </a:solidFill>
                  </a:tcPr>
                </a:tc>
              </a:tr>
              <a:tr h="370840">
                <a:tc>
                  <a:txBody>
                    <a:bodyPr/>
                    <a:lstStyle/>
                    <a:p>
                      <a:pPr>
                        <a:lnSpc>
                          <a:spcPct val="120000"/>
                        </a:lnSpc>
                        <a:spcBef>
                          <a:spcPts val="0"/>
                        </a:spcBef>
                        <a:spcAft>
                          <a:spcPts val="0"/>
                        </a:spcAft>
                      </a:pPr>
                      <a:r>
                        <a:rPr lang="en-US" altLang="zh-CN" dirty="0">
                          <a:sym typeface="+mn-lt"/>
                        </a:rPr>
                        <a:t>IP</a:t>
                      </a:r>
                      <a:r>
                        <a:rPr lang="zh-CN" altLang="en-US" dirty="0">
                          <a:sym typeface="+mn-lt"/>
                        </a:rPr>
                        <a:t>地址复用</a:t>
                      </a:r>
                      <a:endParaRPr lang="zh-CN" altLang="en-US" dirty="0">
                        <a:latin typeface="微软雅黑 Light" panose="020B0502040204020203" pitchFamily="34" charset="-122"/>
                        <a:ea typeface="微软雅黑 Light" panose="020B0502040204020203" pitchFamily="34" charset="-122"/>
                        <a:cs typeface="+mn-ea"/>
                        <a:sym typeface="+mn-lt"/>
                      </a:endParaRPr>
                    </a:p>
                  </a:txBody>
                  <a:tcPr>
                    <a:solidFill>
                      <a:schemeClr val="bg1">
                        <a:lumMod val="85000"/>
                      </a:schemeClr>
                    </a:solidFill>
                  </a:tcPr>
                </a:tc>
                <a:tc>
                  <a:txBody>
                    <a:bodyPr/>
                    <a:lstStyle/>
                    <a:p>
                      <a:pPr>
                        <a:lnSpc>
                          <a:spcPct val="120000"/>
                        </a:lnSpc>
                        <a:spcBef>
                          <a:spcPts val="0"/>
                        </a:spcBef>
                        <a:spcAft>
                          <a:spcPts val="0"/>
                        </a:spcAft>
                      </a:pPr>
                      <a:r>
                        <a:rPr lang="zh-CN" altLang="en-US" dirty="0">
                          <a:sym typeface="+mn-lt"/>
                        </a:rPr>
                        <a:t>每台主机一个固定</a:t>
                      </a:r>
                      <a:r>
                        <a:rPr lang="en-US" altLang="zh-CN" dirty="0">
                          <a:sym typeface="+mn-lt"/>
                        </a:rPr>
                        <a:t>IP</a:t>
                      </a:r>
                      <a:r>
                        <a:rPr lang="zh-CN" altLang="en-US" dirty="0">
                          <a:sym typeface="+mn-lt"/>
                        </a:rPr>
                        <a:t>地址，无法复用</a:t>
                      </a:r>
                      <a:endParaRPr lang="zh-CN" altLang="en-US" dirty="0">
                        <a:latin typeface="微软雅黑 Light" panose="020B0502040204020203" pitchFamily="34" charset="-122"/>
                        <a:ea typeface="微软雅黑 Light" panose="020B0502040204020203" pitchFamily="34" charset="-122"/>
                        <a:cs typeface="+mn-ea"/>
                        <a:sym typeface="+mn-lt"/>
                      </a:endParaRPr>
                    </a:p>
                  </a:txBody>
                  <a:tcPr>
                    <a:solidFill>
                      <a:schemeClr val="accent5">
                        <a:lumMod val="75000"/>
                      </a:schemeClr>
                    </a:solidFill>
                  </a:tcPr>
                </a:tc>
                <a:tc>
                  <a:txBody>
                    <a:bodyPr/>
                    <a:lstStyle/>
                    <a:p>
                      <a:pPr>
                        <a:lnSpc>
                          <a:spcPct val="120000"/>
                        </a:lnSpc>
                        <a:spcBef>
                          <a:spcPts val="0"/>
                        </a:spcBef>
                        <a:spcAft>
                          <a:spcPts val="0"/>
                        </a:spcAft>
                      </a:pPr>
                      <a:r>
                        <a:rPr lang="en-US" altLang="zh-CN" dirty="0">
                          <a:sym typeface="+mn-lt"/>
                        </a:rPr>
                        <a:t>IP</a:t>
                      </a:r>
                      <a:r>
                        <a:rPr lang="zh-CN" altLang="en-US" dirty="0">
                          <a:sym typeface="+mn-lt"/>
                        </a:rPr>
                        <a:t>地址复用性</a:t>
                      </a:r>
                      <a:r>
                        <a:rPr lang="en-US" altLang="zh-CN" dirty="0">
                          <a:sym typeface="+mn-lt"/>
                        </a:rPr>
                        <a:t>(</a:t>
                      </a:r>
                      <a:r>
                        <a:rPr lang="zh-CN" altLang="en-US" dirty="0">
                          <a:sym typeface="+mn-lt"/>
                        </a:rPr>
                        <a:t>一定时间不再使用的</a:t>
                      </a:r>
                      <a:r>
                        <a:rPr lang="en-US" altLang="zh-CN" dirty="0">
                          <a:sym typeface="+mn-lt"/>
                        </a:rPr>
                        <a:t>IP</a:t>
                      </a:r>
                      <a:r>
                        <a:rPr lang="zh-CN" altLang="en-US" dirty="0">
                          <a:sym typeface="+mn-lt"/>
                        </a:rPr>
                        <a:t>地址可分配给其他使用者</a:t>
                      </a:r>
                      <a:r>
                        <a:rPr lang="en-US" altLang="zh-CN" dirty="0">
                          <a:sym typeface="+mn-lt"/>
                        </a:rPr>
                        <a:t>)</a:t>
                      </a:r>
                      <a:endParaRPr lang="zh-CN" altLang="en-US" dirty="0">
                        <a:latin typeface="微软雅黑 Light" panose="020B0502040204020203" pitchFamily="34" charset="-122"/>
                        <a:ea typeface="微软雅黑 Light" panose="020B0502040204020203" pitchFamily="34" charset="-122"/>
                        <a:cs typeface="+mn-ea"/>
                        <a:sym typeface="+mn-lt"/>
                      </a:endParaRPr>
                    </a:p>
                  </a:txBody>
                  <a:tcPr>
                    <a:solidFill>
                      <a:schemeClr val="accent6">
                        <a:lumMod val="20000"/>
                        <a:lumOff val="80000"/>
                      </a:schemeClr>
                    </a:solidFill>
                  </a:tcPr>
                </a:tc>
              </a:tr>
              <a:tr h="370840">
                <a:tc>
                  <a:txBody>
                    <a:bodyPr/>
                    <a:lstStyle/>
                    <a:p>
                      <a:pPr>
                        <a:lnSpc>
                          <a:spcPct val="120000"/>
                        </a:lnSpc>
                        <a:spcBef>
                          <a:spcPts val="0"/>
                        </a:spcBef>
                        <a:spcAft>
                          <a:spcPts val="0"/>
                        </a:spcAft>
                      </a:pPr>
                      <a:r>
                        <a:rPr lang="en-US" altLang="zh-CN" dirty="0">
                          <a:sym typeface="+mn-lt"/>
                        </a:rPr>
                        <a:t>IP</a:t>
                      </a:r>
                      <a:r>
                        <a:rPr lang="zh-CN" altLang="en-US" dirty="0">
                          <a:sym typeface="+mn-lt"/>
                        </a:rPr>
                        <a:t>地址冲突</a:t>
                      </a:r>
                      <a:endParaRPr lang="zh-CN" altLang="en-US" dirty="0">
                        <a:latin typeface="微软雅黑 Light" panose="020B0502040204020203" pitchFamily="34" charset="-122"/>
                        <a:ea typeface="微软雅黑 Light" panose="020B0502040204020203" pitchFamily="34" charset="-122"/>
                        <a:cs typeface="+mn-ea"/>
                        <a:sym typeface="+mn-lt"/>
                      </a:endParaRPr>
                    </a:p>
                  </a:txBody>
                  <a:tcPr>
                    <a:solidFill>
                      <a:schemeClr val="bg1">
                        <a:lumMod val="85000"/>
                      </a:schemeClr>
                    </a:solidFill>
                  </a:tcPr>
                </a:tc>
                <a:tc>
                  <a:txBody>
                    <a:bodyPr/>
                    <a:lstStyle/>
                    <a:p>
                      <a:pPr>
                        <a:lnSpc>
                          <a:spcPct val="120000"/>
                        </a:lnSpc>
                        <a:spcBef>
                          <a:spcPts val="0"/>
                        </a:spcBef>
                        <a:spcAft>
                          <a:spcPts val="0"/>
                        </a:spcAft>
                      </a:pPr>
                      <a:r>
                        <a:rPr lang="en-US" altLang="zh-CN" dirty="0">
                          <a:sym typeface="+mn-lt"/>
                        </a:rPr>
                        <a:t>IP</a:t>
                      </a:r>
                      <a:r>
                        <a:rPr lang="zh-CN" altLang="en-US" dirty="0">
                          <a:sym typeface="+mn-lt"/>
                        </a:rPr>
                        <a:t>地址容易冲突</a:t>
                      </a:r>
                      <a:endParaRPr lang="zh-CN" altLang="en-US" dirty="0">
                        <a:latin typeface="微软雅黑 Light" panose="020B0502040204020203" pitchFamily="34" charset="-122"/>
                        <a:ea typeface="微软雅黑 Light" panose="020B0502040204020203" pitchFamily="34" charset="-122"/>
                        <a:cs typeface="+mn-ea"/>
                        <a:sym typeface="+mn-lt"/>
                      </a:endParaRPr>
                    </a:p>
                  </a:txBody>
                  <a:tcPr>
                    <a:solidFill>
                      <a:schemeClr val="accent5">
                        <a:lumMod val="75000"/>
                      </a:schemeClr>
                    </a:solidFill>
                  </a:tcPr>
                </a:tc>
                <a:tc>
                  <a:txBody>
                    <a:bodyPr/>
                    <a:lstStyle/>
                    <a:p>
                      <a:pPr>
                        <a:lnSpc>
                          <a:spcPct val="120000"/>
                        </a:lnSpc>
                        <a:spcBef>
                          <a:spcPts val="0"/>
                        </a:spcBef>
                        <a:spcAft>
                          <a:spcPts val="0"/>
                        </a:spcAft>
                      </a:pPr>
                      <a:r>
                        <a:rPr lang="zh-CN" altLang="en-US" dirty="0">
                          <a:sym typeface="+mn-lt"/>
                        </a:rPr>
                        <a:t>避免了</a:t>
                      </a:r>
                      <a:r>
                        <a:rPr lang="en-US" altLang="zh-CN" dirty="0">
                          <a:sym typeface="+mn-lt"/>
                        </a:rPr>
                        <a:t>IP</a:t>
                      </a:r>
                      <a:r>
                        <a:rPr lang="zh-CN" altLang="en-US" dirty="0">
                          <a:sym typeface="+mn-lt"/>
                        </a:rPr>
                        <a:t>地址冲突</a:t>
                      </a:r>
                      <a:endParaRPr lang="zh-CN" altLang="en-US" dirty="0">
                        <a:latin typeface="微软雅黑 Light" panose="020B0502040204020203" pitchFamily="34" charset="-122"/>
                        <a:ea typeface="微软雅黑 Light" panose="020B0502040204020203" pitchFamily="34" charset="-122"/>
                        <a:cs typeface="+mn-ea"/>
                        <a:sym typeface="+mn-lt"/>
                      </a:endParaRPr>
                    </a:p>
                  </a:txBody>
                  <a:tcPr>
                    <a:solidFill>
                      <a:schemeClr val="accent6">
                        <a:lumMod val="20000"/>
                        <a:lumOff val="80000"/>
                      </a:schemeClr>
                    </a:solidFill>
                  </a:tcPr>
                </a:tc>
              </a:tr>
              <a:tr h="370840">
                <a:tc>
                  <a:txBody>
                    <a:bodyPr/>
                    <a:lstStyle/>
                    <a:p>
                      <a:pPr>
                        <a:lnSpc>
                          <a:spcPct val="120000"/>
                        </a:lnSpc>
                        <a:spcBef>
                          <a:spcPts val="0"/>
                        </a:spcBef>
                        <a:spcAft>
                          <a:spcPts val="0"/>
                        </a:spcAft>
                      </a:pPr>
                      <a:r>
                        <a:rPr lang="zh-CN" altLang="en-US" dirty="0">
                          <a:sym typeface="+mn-lt"/>
                        </a:rPr>
                        <a:t>配置工作量</a:t>
                      </a:r>
                      <a:endParaRPr lang="zh-CN" altLang="en-US" dirty="0">
                        <a:latin typeface="微软雅黑 Light" panose="020B0502040204020203" pitchFamily="34" charset="-122"/>
                        <a:ea typeface="微软雅黑 Light" panose="020B0502040204020203" pitchFamily="34" charset="-122"/>
                        <a:cs typeface="+mn-ea"/>
                        <a:sym typeface="+mn-lt"/>
                      </a:endParaRPr>
                    </a:p>
                  </a:txBody>
                  <a:tcPr>
                    <a:solidFill>
                      <a:schemeClr val="bg1">
                        <a:lumMod val="85000"/>
                      </a:schemeClr>
                    </a:solidFill>
                  </a:tcPr>
                </a:tc>
                <a:tc>
                  <a:txBody>
                    <a:bodyPr/>
                    <a:lstStyle/>
                    <a:p>
                      <a:pPr>
                        <a:lnSpc>
                          <a:spcPct val="120000"/>
                        </a:lnSpc>
                        <a:spcBef>
                          <a:spcPts val="0"/>
                        </a:spcBef>
                        <a:spcAft>
                          <a:spcPts val="0"/>
                        </a:spcAft>
                      </a:pPr>
                      <a:r>
                        <a:rPr lang="zh-CN" altLang="en-US" dirty="0">
                          <a:sym typeface="+mn-lt"/>
                        </a:rPr>
                        <a:t>大</a:t>
                      </a:r>
                      <a:endParaRPr lang="zh-CN" altLang="en-US" dirty="0">
                        <a:latin typeface="微软雅黑 Light" panose="020B0502040204020203" pitchFamily="34" charset="-122"/>
                        <a:ea typeface="微软雅黑 Light" panose="020B0502040204020203" pitchFamily="34" charset="-122"/>
                        <a:cs typeface="+mn-ea"/>
                        <a:sym typeface="+mn-lt"/>
                      </a:endParaRPr>
                    </a:p>
                  </a:txBody>
                  <a:tcPr>
                    <a:solidFill>
                      <a:schemeClr val="accent5">
                        <a:lumMod val="75000"/>
                      </a:schemeClr>
                    </a:solidFill>
                  </a:tcPr>
                </a:tc>
                <a:tc>
                  <a:txBody>
                    <a:bodyPr/>
                    <a:lstStyle/>
                    <a:p>
                      <a:pPr>
                        <a:lnSpc>
                          <a:spcPct val="120000"/>
                        </a:lnSpc>
                        <a:spcBef>
                          <a:spcPts val="0"/>
                        </a:spcBef>
                        <a:spcAft>
                          <a:spcPts val="0"/>
                        </a:spcAft>
                      </a:pPr>
                      <a:r>
                        <a:rPr lang="zh-CN" altLang="en-US" dirty="0">
                          <a:sym typeface="+mn-lt"/>
                        </a:rPr>
                        <a:t>小，只需要配置协议服务器</a:t>
                      </a:r>
                      <a:endParaRPr lang="zh-CN" altLang="en-US" dirty="0">
                        <a:latin typeface="微软雅黑 Light" panose="020B0502040204020203" pitchFamily="34" charset="-122"/>
                        <a:ea typeface="微软雅黑 Light" panose="020B0502040204020203" pitchFamily="34" charset="-122"/>
                        <a:cs typeface="+mn-ea"/>
                        <a:sym typeface="+mn-lt"/>
                      </a:endParaRPr>
                    </a:p>
                  </a:txBody>
                  <a:tcPr>
                    <a:solidFill>
                      <a:schemeClr val="accent6">
                        <a:lumMod val="20000"/>
                        <a:lumOff val="80000"/>
                      </a:schemeClr>
                    </a:solidFill>
                  </a:tcPr>
                </a:tc>
              </a:tr>
            </a:tbl>
          </a:graphicData>
        </a:graphic>
      </p:graphicFrame>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静态配置主机</a:t>
            </a:r>
            <a:r>
              <a:rPr lang="en-US" altLang="zh-CN" dirty="0"/>
              <a:t>IP</a:t>
            </a:r>
            <a:r>
              <a:rPr lang="zh-CN" altLang="en-US" dirty="0"/>
              <a:t>地址</a:t>
            </a:r>
            <a:endParaRPr lang="zh-CN" altLang="en-US" dirty="0"/>
          </a:p>
        </p:txBody>
      </p:sp>
      <p:sp>
        <p:nvSpPr>
          <p:cNvPr id="3" name="内容占位符 2"/>
          <p:cNvSpPr>
            <a:spLocks noGrp="1"/>
          </p:cNvSpPr>
          <p:nvPr>
            <p:ph sz="half" idx="1"/>
          </p:nvPr>
        </p:nvSpPr>
        <p:spPr/>
        <p:txBody>
          <a:bodyPr/>
          <a:lstStyle/>
          <a:p>
            <a:r>
              <a:rPr lang="en-US" altLang="zh-CN" dirty="0"/>
              <a:t>Windows</a:t>
            </a:r>
            <a:endParaRPr lang="zh-CN" altLang="en-US" dirty="0"/>
          </a:p>
        </p:txBody>
      </p:sp>
      <p:sp>
        <p:nvSpPr>
          <p:cNvPr id="5" name="内容占位符 4"/>
          <p:cNvSpPr>
            <a:spLocks noGrp="1"/>
          </p:cNvSpPr>
          <p:nvPr>
            <p:ph sz="half" idx="2"/>
          </p:nvPr>
        </p:nvSpPr>
        <p:spPr/>
        <p:txBody>
          <a:bodyPr/>
          <a:lstStyle/>
          <a:p>
            <a:r>
              <a:rPr lang="en-US" altLang="zh-CN" dirty="0"/>
              <a:t>Linux</a:t>
            </a:r>
            <a:endParaRPr lang="en-US" altLang="zh-CN" dirty="0"/>
          </a:p>
          <a:p>
            <a:pPr lvl="1"/>
            <a:r>
              <a:rPr lang="zh-CN" altLang="en-US" dirty="0"/>
              <a:t>命令：</a:t>
            </a:r>
            <a:endParaRPr lang="en-US" altLang="zh-CN" dirty="0"/>
          </a:p>
          <a:p>
            <a:pPr marL="457200" lvl="1" indent="0">
              <a:buNone/>
            </a:pPr>
            <a:r>
              <a:rPr lang="en-US" altLang="zh-CN" sz="1800" dirty="0" err="1"/>
              <a:t>ip</a:t>
            </a:r>
            <a:r>
              <a:rPr lang="en-US" altLang="zh-CN" sz="1800" dirty="0"/>
              <a:t> [ OPTIONS ] OBJECT { COMMAND | help }</a:t>
            </a:r>
            <a:endParaRPr lang="en-US" altLang="zh-CN" sz="1800" dirty="0"/>
          </a:p>
          <a:p>
            <a:pPr marL="457200" lvl="1" indent="0">
              <a:buNone/>
            </a:pPr>
            <a:r>
              <a:rPr lang="zh-CN" altLang="en-US" sz="1800" dirty="0"/>
              <a:t>或</a:t>
            </a:r>
            <a:endParaRPr lang="en-US" altLang="zh-CN" sz="1800" dirty="0"/>
          </a:p>
          <a:p>
            <a:pPr marL="457200" lvl="1" indent="0">
              <a:buNone/>
            </a:pPr>
            <a:r>
              <a:rPr lang="en-US" altLang="zh-CN" sz="1800" dirty="0"/>
              <a:t>ifconfig [-v] [-a] [-s] [interface]</a:t>
            </a:r>
            <a:endParaRPr lang="en-US" altLang="zh-CN" sz="1800" dirty="0"/>
          </a:p>
          <a:p>
            <a:pPr lvl="1"/>
            <a:r>
              <a:rPr lang="zh-CN" altLang="en-US" dirty="0"/>
              <a:t>编辑配置文件</a:t>
            </a:r>
            <a:endParaRPr lang="zh-CN" altLang="en-US" dirty="0"/>
          </a:p>
        </p:txBody>
      </p:sp>
      <p:sp>
        <p:nvSpPr>
          <p:cNvPr id="4" name="灯片编号占位符 3"/>
          <p:cNvSpPr>
            <a:spLocks noGrp="1"/>
          </p:cNvSpPr>
          <p:nvPr>
            <p:ph type="sldNum" sz="quarter" idx="12"/>
          </p:nvPr>
        </p:nvSpPr>
        <p:spPr/>
        <p:txBody>
          <a:bodyPr/>
          <a:lstStyle/>
          <a:p>
            <a:pPr>
              <a:defRPr/>
            </a:pPr>
            <a:fld id="{816960B2-2B11-492C-B588-5290E1274F96}" type="slidenum">
              <a:rPr lang="en-US" altLang="zh-CN" smtClean="0"/>
            </a:fld>
            <a:endParaRPr lang="en-US" altLang="zh-CN" dirty="0"/>
          </a:p>
        </p:txBody>
      </p:sp>
      <p:pic>
        <p:nvPicPr>
          <p:cNvPr id="7" name="图片 6"/>
          <p:cNvPicPr>
            <a:picLocks noChangeAspect="1"/>
          </p:cNvPicPr>
          <p:nvPr/>
        </p:nvPicPr>
        <p:blipFill>
          <a:blip r:embed="rId1"/>
          <a:stretch>
            <a:fillRect/>
          </a:stretch>
        </p:blipFill>
        <p:spPr>
          <a:xfrm>
            <a:off x="1055440" y="1689632"/>
            <a:ext cx="3816424" cy="4768888"/>
          </a:xfrm>
          <a:prstGeom prst="rect">
            <a:avLst/>
          </a:prstGeom>
        </p:spPr>
      </p:pic>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p:txBody>
          <a:bodyPr/>
          <a:lstStyle/>
          <a:p>
            <a:fld id="{6C10D1F1-CD2F-46C2-BCC4-3296E77847C4}" type="slidenum">
              <a:rPr lang="en-US" altLang="zh-CN"/>
            </a:fld>
            <a:endParaRPr lang="en-US" altLang="zh-CN"/>
          </a:p>
        </p:txBody>
      </p:sp>
      <p:sp>
        <p:nvSpPr>
          <p:cNvPr id="712706" name="Rectangle 2"/>
          <p:cNvSpPr>
            <a:spLocks noGrp="1" noChangeArrowheads="1"/>
          </p:cNvSpPr>
          <p:nvPr>
            <p:ph type="title"/>
          </p:nvPr>
        </p:nvSpPr>
        <p:spPr/>
        <p:txBody>
          <a:bodyPr/>
          <a:lstStyle/>
          <a:p>
            <a:r>
              <a:rPr lang="zh-CN" altLang="en-US" dirty="0"/>
              <a:t>动态主机自动配置</a:t>
            </a:r>
            <a:endParaRPr lang="zh-CN" altLang="en-US" dirty="0"/>
          </a:p>
        </p:txBody>
      </p:sp>
      <p:sp>
        <p:nvSpPr>
          <p:cNvPr id="712707" name="Rectangle 3"/>
          <p:cNvSpPr>
            <a:spLocks noGrp="1" noChangeArrowheads="1"/>
          </p:cNvSpPr>
          <p:nvPr>
            <p:ph type="body" idx="1"/>
          </p:nvPr>
        </p:nvSpPr>
        <p:spPr/>
        <p:txBody>
          <a:bodyPr/>
          <a:lstStyle/>
          <a:p>
            <a:r>
              <a:rPr lang="zh-CN" altLang="en-US" dirty="0"/>
              <a:t>为了通用性和便于移植，协议软件的编写者把协议软件参数化。这就使得在很多台计算机上使用同一个经过编译的二进制代码成为可能</a:t>
            </a:r>
            <a:endParaRPr lang="zh-CN" altLang="en-US" dirty="0"/>
          </a:p>
          <a:p>
            <a:r>
              <a:rPr lang="zh-CN" altLang="en-US" dirty="0"/>
              <a:t>一台计算机和另一台计算机的区别，都可通过一些不同的参数来体现。但在协议软件运行之前，必须给每一个参数赋值 </a:t>
            </a:r>
            <a:endParaRPr lang="zh-CN" altLang="en-US" dirty="0"/>
          </a:p>
          <a:p>
            <a:r>
              <a:rPr lang="zh-CN" altLang="en-US" dirty="0"/>
              <a:t>在协议软件中给这些参数赋值的动作叫做协议配置</a:t>
            </a:r>
            <a:endParaRPr lang="zh-CN" altLang="en-US" dirty="0"/>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5"/>
          <p:cNvSpPr>
            <a:spLocks noGrp="1"/>
          </p:cNvSpPr>
          <p:nvPr>
            <p:ph type="sldNum" sz="quarter" idx="12"/>
          </p:nvPr>
        </p:nvSpPr>
        <p:spPr/>
        <p:txBody>
          <a:bodyPr/>
          <a:lstStyle/>
          <a:p>
            <a:fld id="{8DF671E7-13D3-489E-A883-07D29514412C}" type="slidenum">
              <a:rPr lang="en-US" altLang="zh-CN"/>
            </a:fld>
            <a:endParaRPr lang="en-US" altLang="zh-CN"/>
          </a:p>
        </p:txBody>
      </p:sp>
      <p:sp>
        <p:nvSpPr>
          <p:cNvPr id="713730" name="Rectangle 2"/>
          <p:cNvSpPr>
            <a:spLocks noGrp="1" noChangeArrowheads="1"/>
          </p:cNvSpPr>
          <p:nvPr>
            <p:ph type="title"/>
          </p:nvPr>
        </p:nvSpPr>
        <p:spPr/>
        <p:txBody>
          <a:bodyPr/>
          <a:lstStyle/>
          <a:p>
            <a:r>
              <a:rPr lang="zh-CN" altLang="en-US" dirty="0"/>
              <a:t>协议配置</a:t>
            </a:r>
            <a:endParaRPr lang="zh-CN" altLang="en-US" dirty="0"/>
          </a:p>
        </p:txBody>
      </p:sp>
      <p:sp>
        <p:nvSpPr>
          <p:cNvPr id="713731" name="Rectangle 3"/>
          <p:cNvSpPr>
            <a:spLocks noGrp="1" noChangeArrowheads="1"/>
          </p:cNvSpPr>
          <p:nvPr>
            <p:ph type="body" idx="1"/>
          </p:nvPr>
        </p:nvSpPr>
        <p:spPr/>
        <p:txBody>
          <a:bodyPr/>
          <a:lstStyle/>
          <a:p>
            <a:r>
              <a:rPr lang="zh-CN" altLang="en-US" dirty="0"/>
              <a:t>一个软件协议在使用之前必须是已正确配置的。具体的配置信息有哪些则取决于协议栈</a:t>
            </a:r>
            <a:endParaRPr lang="zh-CN" altLang="en-US" dirty="0"/>
          </a:p>
          <a:p>
            <a:r>
              <a:rPr lang="zh-CN" altLang="en-US" dirty="0"/>
              <a:t>对于使用</a:t>
            </a:r>
            <a:r>
              <a:rPr lang="en-US" altLang="zh-CN" dirty="0"/>
              <a:t>TCP/IP</a:t>
            </a:r>
            <a:r>
              <a:rPr lang="zh-CN" altLang="en-US" dirty="0"/>
              <a:t>的主机需要配置的项目</a:t>
            </a:r>
            <a:endParaRPr lang="zh-CN" altLang="en-US" dirty="0"/>
          </a:p>
          <a:p>
            <a:pPr lvl="1"/>
            <a:r>
              <a:rPr lang="en-US" altLang="zh-CN" dirty="0"/>
              <a:t>IP </a:t>
            </a:r>
            <a:r>
              <a:rPr lang="zh-CN" altLang="en-US" dirty="0"/>
              <a:t>地址</a:t>
            </a:r>
            <a:endParaRPr lang="zh-CN" altLang="en-US" dirty="0"/>
          </a:p>
          <a:p>
            <a:pPr lvl="1"/>
            <a:r>
              <a:rPr lang="zh-CN" altLang="en-US" dirty="0"/>
              <a:t>子网掩码</a:t>
            </a:r>
            <a:endParaRPr lang="zh-CN" altLang="en-US" dirty="0"/>
          </a:p>
          <a:p>
            <a:pPr lvl="1"/>
            <a:r>
              <a:rPr lang="zh-CN" altLang="en-US" dirty="0"/>
              <a:t>默认路由器的 </a:t>
            </a:r>
            <a:r>
              <a:rPr lang="en-US" altLang="zh-CN" dirty="0"/>
              <a:t>IP </a:t>
            </a:r>
            <a:r>
              <a:rPr lang="zh-CN" altLang="en-US" dirty="0"/>
              <a:t>地址</a:t>
            </a:r>
            <a:endParaRPr lang="zh-CN" altLang="en-US" dirty="0"/>
          </a:p>
          <a:p>
            <a:pPr lvl="1"/>
            <a:r>
              <a:rPr lang="zh-CN" altLang="en-US" dirty="0"/>
              <a:t>域名服务器的 </a:t>
            </a:r>
            <a:r>
              <a:rPr lang="en-US" altLang="zh-CN" dirty="0"/>
              <a:t>IP </a:t>
            </a:r>
            <a:r>
              <a:rPr lang="zh-CN" altLang="en-US" dirty="0"/>
              <a:t>地址</a:t>
            </a:r>
            <a:endParaRPr lang="zh-CN" altLang="en-US" dirty="0"/>
          </a:p>
          <a:p>
            <a:r>
              <a:rPr lang="en-US" altLang="zh-CN" dirty="0"/>
              <a:t>RARP </a:t>
            </a:r>
            <a:r>
              <a:rPr lang="en-US" altLang="zh-CN" dirty="0">
                <a:sym typeface="Symbol" panose="05050102010706020507" pitchFamily="18" charset="2"/>
              </a:rPr>
              <a:t></a:t>
            </a:r>
            <a:r>
              <a:rPr lang="en-US" altLang="zh-CN" dirty="0">
                <a:sym typeface="Wingdings" panose="05000000000000000000" pitchFamily="2" charset="2"/>
              </a:rPr>
              <a:t> BOOTP </a:t>
            </a:r>
            <a:r>
              <a:rPr lang="en-US" altLang="zh-CN" dirty="0">
                <a:sym typeface="Symbol" panose="05050102010706020507" pitchFamily="18" charset="2"/>
              </a:rPr>
              <a:t></a:t>
            </a:r>
            <a:r>
              <a:rPr lang="en-US" altLang="zh-CN" dirty="0">
                <a:sym typeface="Wingdings" panose="05000000000000000000" pitchFamily="2" charset="2"/>
              </a:rPr>
              <a:t> DHCP</a:t>
            </a:r>
            <a:endParaRPr lang="en-US" altLang="zh-CN" dirty="0">
              <a:sym typeface="Wingdings" panose="05000000000000000000" pitchFamily="2" charset="2"/>
            </a:endParaRPr>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动态主机配置协议</a:t>
            </a:r>
            <a:r>
              <a:rPr lang="en-US" altLang="zh-CN" dirty="0"/>
              <a:t>--DHCP</a:t>
            </a:r>
            <a:endParaRPr lang="zh-CN" altLang="en-US" dirty="0"/>
          </a:p>
        </p:txBody>
      </p:sp>
      <p:sp>
        <p:nvSpPr>
          <p:cNvPr id="3" name="内容占位符 2"/>
          <p:cNvSpPr>
            <a:spLocks noGrp="1"/>
          </p:cNvSpPr>
          <p:nvPr>
            <p:ph idx="1"/>
          </p:nvPr>
        </p:nvSpPr>
        <p:spPr/>
        <p:txBody>
          <a:bodyPr>
            <a:normAutofit/>
          </a:bodyPr>
          <a:lstStyle/>
          <a:p>
            <a:r>
              <a:rPr lang="zh-CN" altLang="en-US" dirty="0"/>
              <a:t>动态主机配置协议</a:t>
            </a:r>
            <a:r>
              <a:rPr lang="en-US" altLang="zh-CN" dirty="0"/>
              <a:t>DHCP</a:t>
            </a:r>
            <a:r>
              <a:rPr lang="zh-CN" altLang="en-US" dirty="0"/>
              <a:t>（</a:t>
            </a:r>
            <a:r>
              <a:rPr lang="en-US" altLang="zh-CN" dirty="0"/>
              <a:t>Dynamic Host Configuration Protocol</a:t>
            </a:r>
            <a:r>
              <a:rPr lang="zh-CN" altLang="en-US" dirty="0"/>
              <a:t>， </a:t>
            </a:r>
            <a:r>
              <a:rPr lang="en-US" altLang="zh-CN" dirty="0"/>
              <a:t>RFC 2131</a:t>
            </a:r>
            <a:r>
              <a:rPr lang="zh-CN" altLang="en-US" dirty="0"/>
              <a:t>）是一种网络管理协议，用于集中对用户</a:t>
            </a:r>
            <a:r>
              <a:rPr lang="en-US" altLang="zh-CN" dirty="0"/>
              <a:t>IP</a:t>
            </a:r>
            <a:r>
              <a:rPr lang="zh-CN" altLang="en-US" dirty="0"/>
              <a:t>地址进行动态管理和配置</a:t>
            </a:r>
            <a:endParaRPr lang="zh-CN" altLang="en-US" dirty="0"/>
          </a:p>
          <a:p>
            <a:r>
              <a:rPr lang="en-US" altLang="zh-CN" dirty="0"/>
              <a:t>DHCP</a:t>
            </a:r>
            <a:r>
              <a:rPr lang="zh-CN" altLang="en-US" dirty="0"/>
              <a:t>协议的优点：</a:t>
            </a:r>
            <a:endParaRPr lang="zh-CN" altLang="en-US" dirty="0"/>
          </a:p>
          <a:p>
            <a:pPr lvl="1"/>
            <a:r>
              <a:rPr lang="zh-CN" altLang="en-US" dirty="0"/>
              <a:t>使网络管理员能从中心结点监控和分配</a:t>
            </a:r>
            <a:r>
              <a:rPr lang="en-US" altLang="zh-CN" dirty="0"/>
              <a:t>IP</a:t>
            </a:r>
            <a:r>
              <a:rPr lang="zh-CN" altLang="en-US" dirty="0"/>
              <a:t>地址</a:t>
            </a:r>
            <a:endParaRPr lang="zh-CN" altLang="en-US" dirty="0"/>
          </a:p>
          <a:p>
            <a:pPr lvl="1"/>
            <a:r>
              <a:rPr lang="zh-CN" altLang="en-US" dirty="0"/>
              <a:t>当某台计算机移到网络中的其它位置时，能自动收到新的</a:t>
            </a:r>
            <a:r>
              <a:rPr lang="en-US" altLang="zh-CN" dirty="0"/>
              <a:t>IP</a:t>
            </a:r>
            <a:r>
              <a:rPr lang="zh-CN" altLang="en-US" dirty="0"/>
              <a:t>地址</a:t>
            </a:r>
            <a:endParaRPr lang="zh-CN" altLang="en-US" dirty="0"/>
          </a:p>
          <a:p>
            <a:pPr lvl="1"/>
            <a:r>
              <a:rPr lang="zh-CN" altLang="en-US" dirty="0"/>
              <a:t>实现的自动化分配</a:t>
            </a:r>
            <a:r>
              <a:rPr lang="en-US" altLang="zh-CN" dirty="0"/>
              <a:t>IP</a:t>
            </a:r>
            <a:r>
              <a:rPr lang="zh-CN" altLang="en-US" dirty="0"/>
              <a:t>地址不仅降低了配置和部署设备的时间，同时也降低了发生配置错误的可能性</a:t>
            </a:r>
            <a:endParaRPr lang="zh-CN" altLang="en-US" dirty="0"/>
          </a:p>
          <a:p>
            <a:pPr lvl="1"/>
            <a:r>
              <a:rPr lang="en-US" altLang="zh-CN" dirty="0"/>
              <a:t>DHCP</a:t>
            </a:r>
            <a:r>
              <a:rPr lang="zh-CN" altLang="en-US" dirty="0"/>
              <a:t>服务器可以管理多个网段的配置信息，当某个网段的配置发生变化时，管理员只需要更新</a:t>
            </a:r>
            <a:r>
              <a:rPr lang="en-US" altLang="zh-CN" dirty="0"/>
              <a:t>DHCP</a:t>
            </a:r>
            <a:r>
              <a:rPr lang="zh-CN" altLang="en-US" dirty="0"/>
              <a:t>服务器上的相关配置即可，实现了集中化管理</a:t>
            </a:r>
            <a:endParaRPr lang="zh-CN" altLang="en-US" dirty="0"/>
          </a:p>
        </p:txBody>
      </p:sp>
      <p:sp>
        <p:nvSpPr>
          <p:cNvPr id="4" name="灯片编号占位符 3"/>
          <p:cNvSpPr>
            <a:spLocks noGrp="1"/>
          </p:cNvSpPr>
          <p:nvPr>
            <p:ph type="sldNum" sz="quarter" idx="12"/>
          </p:nvPr>
        </p:nvSpPr>
        <p:spPr/>
        <p:txBody>
          <a:bodyPr/>
          <a:lstStyle/>
          <a:p>
            <a:pPr>
              <a:defRPr/>
            </a:pPr>
            <a:fld id="{816960B2-2B11-492C-B588-5290E1274F96}" type="slidenum">
              <a:rPr lang="en-US" altLang="zh-CN" smtClean="0"/>
            </a:fld>
            <a:endParaRPr lang="en-US" altLang="zh-CN" dirty="0"/>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DHCP</a:t>
            </a:r>
            <a:r>
              <a:rPr lang="zh-CN" altLang="en-US" dirty="0"/>
              <a:t>工作原理</a:t>
            </a:r>
            <a:r>
              <a:rPr lang="en-US" altLang="zh-CN" dirty="0"/>
              <a:t>—</a:t>
            </a:r>
            <a:r>
              <a:rPr lang="zh-CN" altLang="en-US" dirty="0"/>
              <a:t>局域网</a:t>
            </a:r>
            <a:endParaRPr lang="zh-CN" altLang="en-US" dirty="0"/>
          </a:p>
        </p:txBody>
      </p:sp>
      <p:sp>
        <p:nvSpPr>
          <p:cNvPr id="3" name="内容占位符 2"/>
          <p:cNvSpPr>
            <a:spLocks noGrp="1"/>
          </p:cNvSpPr>
          <p:nvPr>
            <p:ph idx="1"/>
          </p:nvPr>
        </p:nvSpPr>
        <p:spPr>
          <a:xfrm>
            <a:off x="334435" y="1052514"/>
            <a:ext cx="6481646" cy="5437187"/>
          </a:xfrm>
        </p:spPr>
        <p:txBody>
          <a:bodyPr>
            <a:normAutofit fontScale="92500" lnSpcReduction="10000"/>
          </a:bodyPr>
          <a:lstStyle/>
          <a:p>
            <a:r>
              <a:rPr lang="en-US" altLang="zh-CN" dirty="0"/>
              <a:t>DHCP</a:t>
            </a:r>
            <a:r>
              <a:rPr lang="zh-CN" altLang="en-US" dirty="0"/>
              <a:t>协议采用客户端</a:t>
            </a:r>
            <a:r>
              <a:rPr lang="en-US" altLang="zh-CN" dirty="0"/>
              <a:t>/</a:t>
            </a:r>
            <a:r>
              <a:rPr lang="zh-CN" altLang="en-US" dirty="0"/>
              <a:t>服务器通信模式：</a:t>
            </a:r>
            <a:endParaRPr lang="zh-CN" altLang="en-US" dirty="0"/>
          </a:p>
          <a:p>
            <a:pPr lvl="1"/>
            <a:r>
              <a:rPr lang="zh-CN" altLang="en-US" dirty="0"/>
              <a:t>客户端（</a:t>
            </a:r>
            <a:r>
              <a:rPr lang="en-US" altLang="zh-CN" dirty="0"/>
              <a:t>DHCP Client</a:t>
            </a:r>
            <a:r>
              <a:rPr lang="zh-CN" altLang="en-US" dirty="0"/>
              <a:t>）向服务器（</a:t>
            </a:r>
            <a:r>
              <a:rPr lang="en-US" altLang="zh-CN" dirty="0"/>
              <a:t>DHCP Server</a:t>
            </a:r>
            <a:r>
              <a:rPr lang="zh-CN" altLang="en-US" dirty="0"/>
              <a:t>）发送配置请求</a:t>
            </a:r>
            <a:endParaRPr lang="zh-CN" altLang="en-US" dirty="0"/>
          </a:p>
          <a:p>
            <a:pPr lvl="1"/>
            <a:r>
              <a:rPr lang="en-US" altLang="zh-CN" dirty="0"/>
              <a:t>DHCP</a:t>
            </a:r>
            <a:r>
              <a:rPr lang="zh-CN" altLang="en-US" dirty="0"/>
              <a:t>服务器为网络上的每个设备动态分配相关配置参数，以便客户端可以与其他主机通信</a:t>
            </a:r>
            <a:endParaRPr lang="zh-CN" altLang="en-US" dirty="0"/>
          </a:p>
          <a:p>
            <a:r>
              <a:rPr lang="en-US" altLang="zh-CN" dirty="0"/>
              <a:t>DHCP</a:t>
            </a:r>
            <a:r>
              <a:rPr lang="zh-CN" altLang="en-US" dirty="0"/>
              <a:t>协议采用</a:t>
            </a:r>
            <a:r>
              <a:rPr lang="en-US" altLang="zh-CN" dirty="0"/>
              <a:t>UDP</a:t>
            </a:r>
            <a:r>
              <a:rPr lang="zh-CN" altLang="en-US" dirty="0"/>
              <a:t>作为传输协议</a:t>
            </a:r>
            <a:endParaRPr lang="zh-CN" altLang="en-US" dirty="0"/>
          </a:p>
          <a:p>
            <a:pPr lvl="1"/>
            <a:r>
              <a:rPr lang="en-US" altLang="zh-CN" dirty="0"/>
              <a:t>DHCP</a:t>
            </a:r>
            <a:r>
              <a:rPr lang="zh-CN" altLang="en-US" dirty="0"/>
              <a:t>客户端发送请求消息到</a:t>
            </a:r>
            <a:r>
              <a:rPr lang="en-US" altLang="zh-CN" dirty="0"/>
              <a:t>DHCP</a:t>
            </a:r>
            <a:r>
              <a:rPr lang="zh-CN" altLang="en-US" dirty="0"/>
              <a:t>服务器的</a:t>
            </a:r>
            <a:r>
              <a:rPr lang="en-US" altLang="zh-CN" dirty="0"/>
              <a:t>67</a:t>
            </a:r>
            <a:r>
              <a:rPr lang="zh-CN" altLang="en-US" dirty="0"/>
              <a:t>号端口</a:t>
            </a:r>
            <a:endParaRPr lang="zh-CN" altLang="en-US" dirty="0"/>
          </a:p>
          <a:p>
            <a:pPr lvl="1"/>
            <a:r>
              <a:rPr lang="en-US" altLang="zh-CN" dirty="0"/>
              <a:t>DHCP</a:t>
            </a:r>
            <a:r>
              <a:rPr lang="zh-CN" altLang="en-US" dirty="0"/>
              <a:t>服务器回应应答消息给</a:t>
            </a:r>
            <a:r>
              <a:rPr lang="en-US" altLang="zh-CN" dirty="0"/>
              <a:t>DHCP</a:t>
            </a:r>
            <a:r>
              <a:rPr lang="zh-CN" altLang="en-US" dirty="0"/>
              <a:t>客户端的</a:t>
            </a:r>
            <a:r>
              <a:rPr lang="en-US" altLang="zh-CN" dirty="0"/>
              <a:t>68</a:t>
            </a:r>
            <a:r>
              <a:rPr lang="zh-CN" altLang="en-US" dirty="0"/>
              <a:t>号端口</a:t>
            </a:r>
            <a:endParaRPr lang="zh-CN" altLang="en-US" dirty="0"/>
          </a:p>
          <a:p>
            <a:r>
              <a:rPr lang="zh-CN" altLang="en-US" dirty="0"/>
              <a:t>只有跟</a:t>
            </a:r>
            <a:r>
              <a:rPr lang="en-US" altLang="zh-CN" dirty="0"/>
              <a:t>DHCP</a:t>
            </a:r>
            <a:r>
              <a:rPr lang="zh-CN" altLang="en-US" dirty="0"/>
              <a:t>客户端在同一个网段的</a:t>
            </a:r>
            <a:r>
              <a:rPr lang="en-US" altLang="zh-CN" dirty="0"/>
              <a:t>DHCP</a:t>
            </a:r>
            <a:r>
              <a:rPr lang="zh-CN" altLang="en-US" dirty="0"/>
              <a:t>服务器才能收到</a:t>
            </a:r>
            <a:r>
              <a:rPr lang="en-US" altLang="zh-CN" dirty="0"/>
              <a:t>DHCP</a:t>
            </a:r>
            <a:r>
              <a:rPr lang="zh-CN" altLang="en-US" dirty="0"/>
              <a:t>客户端广播的</a:t>
            </a:r>
            <a:r>
              <a:rPr lang="en-US" altLang="zh-CN" dirty="0"/>
              <a:t>DHCP DISCOVER</a:t>
            </a:r>
            <a:r>
              <a:rPr lang="zh-CN" altLang="en-US" dirty="0"/>
              <a:t>报文</a:t>
            </a:r>
            <a:endParaRPr lang="zh-CN" altLang="en-US" dirty="0"/>
          </a:p>
          <a:p>
            <a:endParaRPr lang="zh-CN" altLang="en-US" dirty="0"/>
          </a:p>
        </p:txBody>
      </p:sp>
      <p:sp>
        <p:nvSpPr>
          <p:cNvPr id="4" name="灯片编号占位符 3"/>
          <p:cNvSpPr>
            <a:spLocks noGrp="1"/>
          </p:cNvSpPr>
          <p:nvPr>
            <p:ph type="sldNum" sz="quarter" idx="12"/>
          </p:nvPr>
        </p:nvSpPr>
        <p:spPr/>
        <p:txBody>
          <a:bodyPr/>
          <a:lstStyle/>
          <a:p>
            <a:pPr>
              <a:defRPr/>
            </a:pPr>
            <a:fld id="{816960B2-2B11-492C-B588-5290E1274F96}" type="slidenum">
              <a:rPr lang="en-US" altLang="zh-CN" smtClean="0"/>
            </a:fld>
            <a:endParaRPr lang="en-US" altLang="zh-CN" dirty="0"/>
          </a:p>
        </p:txBody>
      </p:sp>
      <p:pic>
        <p:nvPicPr>
          <p:cNvPr id="6" name="图形 5"/>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9112484" y="3069029"/>
            <a:ext cx="586557" cy="719944"/>
          </a:xfrm>
          <a:prstGeom prst="rect">
            <a:avLst/>
          </a:prstGeom>
        </p:spPr>
      </p:pic>
      <p:pic>
        <p:nvPicPr>
          <p:cNvPr id="7" name="图形 6"/>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566713" y="2537019"/>
            <a:ext cx="684317" cy="635951"/>
          </a:xfrm>
          <a:prstGeom prst="rect">
            <a:avLst/>
          </a:prstGeom>
        </p:spPr>
      </p:pic>
      <p:pic>
        <p:nvPicPr>
          <p:cNvPr id="8" name="图形 7"/>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0560496" y="3111024"/>
            <a:ext cx="591446" cy="635952"/>
          </a:xfrm>
          <a:prstGeom prst="rect">
            <a:avLst/>
          </a:prstGeom>
        </p:spPr>
      </p:pic>
      <p:pic>
        <p:nvPicPr>
          <p:cNvPr id="9" name="图形 8"/>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566713" y="3692593"/>
            <a:ext cx="684317" cy="635951"/>
          </a:xfrm>
          <a:prstGeom prst="rect">
            <a:avLst/>
          </a:prstGeom>
        </p:spPr>
      </p:pic>
      <p:cxnSp>
        <p:nvCxnSpPr>
          <p:cNvPr id="10" name="直接连接符 9"/>
          <p:cNvCxnSpPr/>
          <p:nvPr/>
        </p:nvCxnSpPr>
        <p:spPr>
          <a:xfrm>
            <a:off x="8614394" y="2537019"/>
            <a:ext cx="0" cy="1791525"/>
          </a:xfrm>
          <a:prstGeom prst="line">
            <a:avLst/>
          </a:prstGeom>
        </p:spPr>
        <p:style>
          <a:lnRef idx="3">
            <a:schemeClr val="dk1"/>
          </a:lnRef>
          <a:fillRef idx="0">
            <a:schemeClr val="dk1"/>
          </a:fillRef>
          <a:effectRef idx="2">
            <a:schemeClr val="dk1"/>
          </a:effectRef>
          <a:fontRef idx="minor">
            <a:schemeClr val="tx1"/>
          </a:fontRef>
        </p:style>
      </p:cxnSp>
      <p:cxnSp>
        <p:nvCxnSpPr>
          <p:cNvPr id="11" name="直接连接符 10"/>
          <p:cNvCxnSpPr>
            <a:stCxn id="6" idx="1"/>
          </p:cNvCxnSpPr>
          <p:nvPr/>
        </p:nvCxnSpPr>
        <p:spPr>
          <a:xfrm flipH="1" flipV="1">
            <a:off x="8614394" y="3428999"/>
            <a:ext cx="498090" cy="3"/>
          </a:xfrm>
          <a:prstGeom prst="line">
            <a:avLst/>
          </a:prstGeom>
        </p:spPr>
        <p:style>
          <a:lnRef idx="3">
            <a:schemeClr val="dk1"/>
          </a:lnRef>
          <a:fillRef idx="0">
            <a:schemeClr val="dk1"/>
          </a:fillRef>
          <a:effectRef idx="2">
            <a:schemeClr val="dk1"/>
          </a:effectRef>
          <a:fontRef idx="minor">
            <a:schemeClr val="tx1"/>
          </a:fontRef>
        </p:style>
      </p:cxnSp>
      <p:cxnSp>
        <p:nvCxnSpPr>
          <p:cNvPr id="12" name="直接连接符 11"/>
          <p:cNvCxnSpPr>
            <a:stCxn id="7" idx="3"/>
          </p:cNvCxnSpPr>
          <p:nvPr/>
        </p:nvCxnSpPr>
        <p:spPr>
          <a:xfrm>
            <a:off x="8251029" y="2854994"/>
            <a:ext cx="363365" cy="0"/>
          </a:xfrm>
          <a:prstGeom prst="line">
            <a:avLst/>
          </a:prstGeom>
        </p:spPr>
        <p:style>
          <a:lnRef idx="3">
            <a:schemeClr val="dk1"/>
          </a:lnRef>
          <a:fillRef idx="0">
            <a:schemeClr val="dk1"/>
          </a:fillRef>
          <a:effectRef idx="2">
            <a:schemeClr val="dk1"/>
          </a:effectRef>
          <a:fontRef idx="minor">
            <a:schemeClr val="tx1"/>
          </a:fontRef>
        </p:style>
      </p:cxnSp>
      <p:cxnSp>
        <p:nvCxnSpPr>
          <p:cNvPr id="13" name="直接连接符 12"/>
          <p:cNvCxnSpPr>
            <a:stCxn id="9" idx="3"/>
          </p:cNvCxnSpPr>
          <p:nvPr/>
        </p:nvCxnSpPr>
        <p:spPr>
          <a:xfrm>
            <a:off x="8251029" y="4010568"/>
            <a:ext cx="363365" cy="0"/>
          </a:xfrm>
          <a:prstGeom prst="line">
            <a:avLst/>
          </a:prstGeom>
        </p:spPr>
        <p:style>
          <a:lnRef idx="3">
            <a:schemeClr val="dk1"/>
          </a:lnRef>
          <a:fillRef idx="0">
            <a:schemeClr val="dk1"/>
          </a:fillRef>
          <a:effectRef idx="2">
            <a:schemeClr val="dk1"/>
          </a:effectRef>
          <a:fontRef idx="minor">
            <a:schemeClr val="tx1"/>
          </a:fontRef>
        </p:style>
      </p:cxnSp>
      <p:cxnSp>
        <p:nvCxnSpPr>
          <p:cNvPr id="14" name="直接连接符 13"/>
          <p:cNvCxnSpPr>
            <a:stCxn id="6" idx="3"/>
            <a:endCxn id="8" idx="1"/>
          </p:cNvCxnSpPr>
          <p:nvPr/>
        </p:nvCxnSpPr>
        <p:spPr>
          <a:xfrm flipV="1">
            <a:off x="9699041" y="3429001"/>
            <a:ext cx="861455" cy="1"/>
          </a:xfrm>
          <a:prstGeom prst="line">
            <a:avLst/>
          </a:prstGeom>
        </p:spPr>
        <p:style>
          <a:lnRef idx="3">
            <a:schemeClr val="dk1"/>
          </a:lnRef>
          <a:fillRef idx="0">
            <a:schemeClr val="dk1"/>
          </a:fillRef>
          <a:effectRef idx="2">
            <a:schemeClr val="dk1"/>
          </a:effectRef>
          <a:fontRef idx="minor">
            <a:schemeClr val="tx1"/>
          </a:fontRef>
        </p:style>
      </p:cxnSp>
      <p:sp>
        <p:nvSpPr>
          <p:cNvPr id="15" name="文本框 14"/>
          <p:cNvSpPr txBox="1"/>
          <p:nvPr/>
        </p:nvSpPr>
        <p:spPr>
          <a:xfrm>
            <a:off x="10238457" y="4392641"/>
            <a:ext cx="1210588" cy="330411"/>
          </a:xfrm>
          <a:prstGeom prst="rect">
            <a:avLst/>
          </a:prstGeom>
          <a:noFill/>
        </p:spPr>
        <p:txBody>
          <a:bodyPr wrap="none" rtlCol="0">
            <a:spAutoFit/>
          </a:bodyPr>
          <a:lstStyle/>
          <a:p>
            <a:pPr>
              <a:lnSpc>
                <a:spcPct val="120000"/>
              </a:lnSpc>
            </a:pPr>
            <a:r>
              <a:rPr lang="en-US" altLang="zh-CN" sz="1400" dirty="0">
                <a:latin typeface="微软雅黑 Light" panose="020B0502040204020203" pitchFamily="34" charset="-122"/>
                <a:ea typeface="微软雅黑 Light" panose="020B0502040204020203" pitchFamily="34" charset="-122"/>
                <a:cs typeface="+mn-ea"/>
                <a:sym typeface="+mn-lt"/>
              </a:rPr>
              <a:t>DHCP</a:t>
            </a:r>
            <a:r>
              <a:rPr lang="zh-CN" altLang="en-US" sz="1400" dirty="0">
                <a:latin typeface="微软雅黑 Light" panose="020B0502040204020203" pitchFamily="34" charset="-122"/>
                <a:ea typeface="微软雅黑 Light" panose="020B0502040204020203" pitchFamily="34" charset="-122"/>
                <a:cs typeface="+mn-ea"/>
                <a:sym typeface="+mn-lt"/>
              </a:rPr>
              <a:t>服务器</a:t>
            </a:r>
            <a:endParaRPr lang="zh-CN" altLang="en-US" sz="1400" dirty="0">
              <a:latin typeface="微软雅黑 Light" panose="020B0502040204020203" pitchFamily="34" charset="-122"/>
              <a:ea typeface="微软雅黑 Light" panose="020B0502040204020203" pitchFamily="34" charset="-122"/>
              <a:cs typeface="+mn-ea"/>
              <a:sym typeface="+mn-lt"/>
            </a:endParaRPr>
          </a:p>
        </p:txBody>
      </p:sp>
      <p:sp>
        <p:nvSpPr>
          <p:cNvPr id="16" name="文本框 15"/>
          <p:cNvSpPr txBox="1"/>
          <p:nvPr/>
        </p:nvSpPr>
        <p:spPr>
          <a:xfrm>
            <a:off x="7268800" y="4392641"/>
            <a:ext cx="1210588" cy="330411"/>
          </a:xfrm>
          <a:prstGeom prst="rect">
            <a:avLst/>
          </a:prstGeom>
          <a:noFill/>
        </p:spPr>
        <p:txBody>
          <a:bodyPr wrap="none" rtlCol="0">
            <a:spAutoFit/>
          </a:bodyPr>
          <a:lstStyle/>
          <a:p>
            <a:pPr>
              <a:lnSpc>
                <a:spcPct val="120000"/>
              </a:lnSpc>
            </a:pPr>
            <a:r>
              <a:rPr lang="en-US" altLang="zh-CN" sz="1400" dirty="0">
                <a:latin typeface="微软雅黑 Light" panose="020B0502040204020203" pitchFamily="34" charset="-122"/>
                <a:ea typeface="微软雅黑 Light" panose="020B0502040204020203" pitchFamily="34" charset="-122"/>
                <a:cs typeface="+mn-ea"/>
                <a:sym typeface="+mn-lt"/>
              </a:rPr>
              <a:t>DHCP</a:t>
            </a:r>
            <a:r>
              <a:rPr lang="zh-CN" altLang="en-US" sz="1400" dirty="0">
                <a:latin typeface="微软雅黑 Light" panose="020B0502040204020203" pitchFamily="34" charset="-122"/>
                <a:ea typeface="微软雅黑 Light" panose="020B0502040204020203" pitchFamily="34" charset="-122"/>
                <a:cs typeface="+mn-ea"/>
                <a:sym typeface="+mn-lt"/>
              </a:rPr>
              <a:t>客户端</a:t>
            </a:r>
            <a:endParaRPr lang="zh-CN" altLang="en-US" sz="1400" dirty="0">
              <a:latin typeface="微软雅黑 Light" panose="020B0502040204020203" pitchFamily="34" charset="-122"/>
              <a:ea typeface="微软雅黑 Light" panose="020B0502040204020203" pitchFamily="34" charset="-122"/>
              <a:cs typeface="+mn-ea"/>
              <a:sym typeface="+mn-lt"/>
            </a:endParaRPr>
          </a:p>
        </p:txBody>
      </p:sp>
      <p:sp>
        <p:nvSpPr>
          <p:cNvPr id="17" name="文本框 16"/>
          <p:cNvSpPr txBox="1"/>
          <p:nvPr/>
        </p:nvSpPr>
        <p:spPr>
          <a:xfrm>
            <a:off x="9011110" y="3787693"/>
            <a:ext cx="723275" cy="330411"/>
          </a:xfrm>
          <a:prstGeom prst="rect">
            <a:avLst/>
          </a:prstGeom>
          <a:noFill/>
        </p:spPr>
        <p:txBody>
          <a:bodyPr wrap="none" rtlCol="0">
            <a:spAutoFit/>
          </a:bodyPr>
          <a:lstStyle/>
          <a:p>
            <a:pPr>
              <a:lnSpc>
                <a:spcPct val="120000"/>
              </a:lnSpc>
            </a:pPr>
            <a:r>
              <a:rPr lang="zh-CN" altLang="en-US" sz="1400" dirty="0">
                <a:latin typeface="微软雅黑 Light" panose="020B0502040204020203" pitchFamily="34" charset="-122"/>
                <a:ea typeface="微软雅黑 Light" panose="020B0502040204020203" pitchFamily="34" charset="-122"/>
                <a:cs typeface="+mn-ea"/>
                <a:sym typeface="+mn-lt"/>
              </a:rPr>
              <a:t>交换机</a:t>
            </a:r>
            <a:endParaRPr lang="zh-CN" altLang="en-US" sz="1400" dirty="0">
              <a:latin typeface="微软雅黑 Light" panose="020B0502040204020203" pitchFamily="34" charset="-122"/>
              <a:ea typeface="微软雅黑 Light" panose="020B0502040204020203" pitchFamily="34" charset="-122"/>
              <a:cs typeface="+mn-ea"/>
              <a:sym typeface="+mn-lt"/>
            </a:endParaRPr>
          </a:p>
        </p:txBody>
      </p:sp>
      <p:sp>
        <p:nvSpPr>
          <p:cNvPr id="18" name="文本框 17"/>
          <p:cNvSpPr txBox="1"/>
          <p:nvPr/>
        </p:nvSpPr>
        <p:spPr>
          <a:xfrm>
            <a:off x="9918215" y="3642293"/>
            <a:ext cx="793807" cy="330411"/>
          </a:xfrm>
          <a:prstGeom prst="rect">
            <a:avLst/>
          </a:prstGeom>
          <a:noFill/>
        </p:spPr>
        <p:txBody>
          <a:bodyPr wrap="none" rtlCol="0">
            <a:spAutoFit/>
          </a:bodyPr>
          <a:lstStyle/>
          <a:p>
            <a:pPr>
              <a:lnSpc>
                <a:spcPct val="120000"/>
              </a:lnSpc>
            </a:pPr>
            <a:r>
              <a:rPr lang="en-US" altLang="zh-CN" sz="1400" dirty="0">
                <a:solidFill>
                  <a:srgbClr val="C00000"/>
                </a:solidFill>
                <a:latin typeface="微软雅黑 Light" panose="020B0502040204020203" pitchFamily="34" charset="-122"/>
                <a:ea typeface="微软雅黑 Light" panose="020B0502040204020203" pitchFamily="34" charset="-122"/>
                <a:cs typeface="+mn-ea"/>
                <a:sym typeface="+mn-lt"/>
              </a:rPr>
              <a:t>UDP 67</a:t>
            </a:r>
            <a:endParaRPr lang="zh-CN" altLang="en-US" sz="1400" dirty="0">
              <a:solidFill>
                <a:srgbClr val="C00000"/>
              </a:solidFill>
              <a:latin typeface="微软雅黑 Light" panose="020B0502040204020203" pitchFamily="34" charset="-122"/>
              <a:ea typeface="微软雅黑 Light" panose="020B0502040204020203" pitchFamily="34" charset="-122"/>
              <a:cs typeface="+mn-ea"/>
              <a:sym typeface="+mn-lt"/>
            </a:endParaRPr>
          </a:p>
        </p:txBody>
      </p:sp>
      <p:sp>
        <p:nvSpPr>
          <p:cNvPr id="19" name="文本框 18"/>
          <p:cNvSpPr txBox="1"/>
          <p:nvPr/>
        </p:nvSpPr>
        <p:spPr>
          <a:xfrm>
            <a:off x="9932218" y="2949497"/>
            <a:ext cx="797013" cy="330411"/>
          </a:xfrm>
          <a:prstGeom prst="rect">
            <a:avLst/>
          </a:prstGeom>
          <a:noFill/>
        </p:spPr>
        <p:txBody>
          <a:bodyPr wrap="none" rtlCol="0">
            <a:spAutoFit/>
          </a:bodyPr>
          <a:lstStyle/>
          <a:p>
            <a:pPr>
              <a:lnSpc>
                <a:spcPct val="120000"/>
              </a:lnSpc>
            </a:pPr>
            <a:r>
              <a:rPr lang="en-US" altLang="zh-CN" sz="1400" dirty="0">
                <a:solidFill>
                  <a:srgbClr val="C00000"/>
                </a:solidFill>
                <a:latin typeface="微软雅黑 Light" panose="020B0502040204020203" pitchFamily="34" charset="-122"/>
                <a:ea typeface="微软雅黑 Light" panose="020B0502040204020203" pitchFamily="34" charset="-122"/>
                <a:cs typeface="+mn-ea"/>
                <a:sym typeface="+mn-lt"/>
              </a:rPr>
              <a:t>UDP 68</a:t>
            </a:r>
            <a:endParaRPr lang="zh-CN" altLang="en-US" sz="1400" dirty="0">
              <a:solidFill>
                <a:srgbClr val="C00000"/>
              </a:solidFill>
              <a:latin typeface="微软雅黑 Light" panose="020B0502040204020203" pitchFamily="34" charset="-122"/>
              <a:ea typeface="微软雅黑 Light" panose="020B0502040204020203" pitchFamily="34" charset="-122"/>
              <a:cs typeface="+mn-ea"/>
              <a:sym typeface="+mn-lt"/>
            </a:endParaRPr>
          </a:p>
        </p:txBody>
      </p:sp>
      <p:sp>
        <p:nvSpPr>
          <p:cNvPr id="20" name="任意多边形: 形状 19"/>
          <p:cNvSpPr/>
          <p:nvPr/>
        </p:nvSpPr>
        <p:spPr>
          <a:xfrm>
            <a:off x="8232257" y="2953157"/>
            <a:ext cx="2298617" cy="572529"/>
          </a:xfrm>
          <a:custGeom>
            <a:avLst/>
            <a:gdLst>
              <a:gd name="connsiteX0" fmla="*/ 0 w 1844703"/>
              <a:gd name="connsiteY0" fmla="*/ 0 h 453225"/>
              <a:gd name="connsiteX1" fmla="*/ 870668 w 1844703"/>
              <a:gd name="connsiteY1" fmla="*/ 369736 h 453225"/>
              <a:gd name="connsiteX2" fmla="*/ 1844703 w 1844703"/>
              <a:gd name="connsiteY2" fmla="*/ 453225 h 453225"/>
            </a:gdLst>
            <a:ahLst/>
            <a:cxnLst>
              <a:cxn ang="0">
                <a:pos x="connsiteX0" y="connsiteY0"/>
              </a:cxn>
              <a:cxn ang="0">
                <a:pos x="connsiteX1" y="connsiteY1"/>
              </a:cxn>
              <a:cxn ang="0">
                <a:pos x="connsiteX2" y="connsiteY2"/>
              </a:cxn>
            </a:cxnLst>
            <a:rect l="l" t="t" r="r" b="b"/>
            <a:pathLst>
              <a:path w="1844703" h="453225">
                <a:moveTo>
                  <a:pt x="0" y="0"/>
                </a:moveTo>
                <a:cubicBezTo>
                  <a:pt x="281609" y="147099"/>
                  <a:pt x="563218" y="294199"/>
                  <a:pt x="870668" y="369736"/>
                </a:cubicBezTo>
                <a:cubicBezTo>
                  <a:pt x="1178119" y="445274"/>
                  <a:pt x="1511411" y="449249"/>
                  <a:pt x="1844703" y="453225"/>
                </a:cubicBezTo>
              </a:path>
            </a:pathLst>
          </a:custGeom>
          <a:ln w="25400">
            <a:solidFill>
              <a:srgbClr val="C00000"/>
            </a:solidFill>
            <a:headEnd type="triangle" w="med" len="med"/>
            <a:tailEnd type="triangle" w="med" len="med"/>
          </a:ln>
        </p:spPr>
        <p:style>
          <a:lnRef idx="3">
            <a:schemeClr val="accent4"/>
          </a:lnRef>
          <a:fillRef idx="0">
            <a:schemeClr val="accent4"/>
          </a:fillRef>
          <a:effectRef idx="2">
            <a:schemeClr val="accent4"/>
          </a:effectRef>
          <a:fontRef idx="minor">
            <a:schemeClr val="tx1"/>
          </a:fontRef>
        </p:style>
        <p:txBody>
          <a:bodyPr rtlCol="0" anchor="ctr"/>
          <a:lstStyle/>
          <a:p>
            <a:pPr algn="ctr">
              <a:lnSpc>
                <a:spcPct val="120000"/>
              </a:lnSpc>
            </a:pPr>
            <a:endParaRPr lang="zh-CN" altLang="en-US">
              <a:latin typeface="微软雅黑 Light" panose="020B0502040204020203" pitchFamily="34" charset="-122"/>
              <a:ea typeface="微软雅黑 Light" panose="020B0502040204020203" pitchFamily="34" charset="-122"/>
              <a:cs typeface="+mn-ea"/>
              <a:sym typeface="+mn-lt"/>
            </a:endParaRPr>
          </a:p>
        </p:txBody>
      </p:sp>
      <p:sp>
        <p:nvSpPr>
          <p:cNvPr id="21" name="文本框 20"/>
          <p:cNvSpPr txBox="1"/>
          <p:nvPr/>
        </p:nvSpPr>
        <p:spPr>
          <a:xfrm>
            <a:off x="9065560" y="2133554"/>
            <a:ext cx="1563248" cy="364395"/>
          </a:xfrm>
          <a:prstGeom prst="rect">
            <a:avLst/>
          </a:prstGeom>
          <a:noFill/>
        </p:spPr>
        <p:txBody>
          <a:bodyPr wrap="none" rtlCol="0">
            <a:spAutoFit/>
          </a:bodyPr>
          <a:lstStyle/>
          <a:p>
            <a:pPr>
              <a:lnSpc>
                <a:spcPct val="120000"/>
              </a:lnSpc>
            </a:pPr>
            <a:r>
              <a:rPr lang="en-US" altLang="zh-CN" sz="1600" dirty="0">
                <a:latin typeface="微软雅黑 Light" panose="020B0502040204020203" pitchFamily="34" charset="-122"/>
                <a:ea typeface="微软雅黑 Light" panose="020B0502040204020203" pitchFamily="34" charset="-122"/>
                <a:cs typeface="+mn-ea"/>
                <a:sym typeface="+mn-lt"/>
              </a:rPr>
              <a:t>DHCP</a:t>
            </a:r>
            <a:r>
              <a:rPr lang="zh-CN" altLang="en-US" sz="1600" dirty="0">
                <a:latin typeface="微软雅黑 Light" panose="020B0502040204020203" pitchFamily="34" charset="-122"/>
                <a:ea typeface="微软雅黑 Light" panose="020B0502040204020203" pitchFamily="34" charset="-122"/>
                <a:cs typeface="+mn-ea"/>
                <a:sym typeface="+mn-lt"/>
              </a:rPr>
              <a:t>协议报文</a:t>
            </a:r>
            <a:endParaRPr lang="zh-CN" altLang="en-US" sz="1600" dirty="0">
              <a:latin typeface="微软雅黑 Light" panose="020B0502040204020203" pitchFamily="34" charset="-122"/>
              <a:ea typeface="微软雅黑 Light" panose="020B0502040204020203" pitchFamily="34" charset="-122"/>
              <a:cs typeface="+mn-ea"/>
              <a:sym typeface="+mn-lt"/>
            </a:endParaRPr>
          </a:p>
        </p:txBody>
      </p:sp>
      <p:sp>
        <p:nvSpPr>
          <p:cNvPr id="22" name="任意多边形: 形状 21"/>
          <p:cNvSpPr/>
          <p:nvPr/>
        </p:nvSpPr>
        <p:spPr>
          <a:xfrm>
            <a:off x="8306269" y="2783351"/>
            <a:ext cx="2224606" cy="543931"/>
          </a:xfrm>
          <a:custGeom>
            <a:avLst/>
            <a:gdLst>
              <a:gd name="connsiteX0" fmla="*/ 0 w 1844703"/>
              <a:gd name="connsiteY0" fmla="*/ 0 h 453225"/>
              <a:gd name="connsiteX1" fmla="*/ 870668 w 1844703"/>
              <a:gd name="connsiteY1" fmla="*/ 369736 h 453225"/>
              <a:gd name="connsiteX2" fmla="*/ 1844703 w 1844703"/>
              <a:gd name="connsiteY2" fmla="*/ 453225 h 453225"/>
            </a:gdLst>
            <a:ahLst/>
            <a:cxnLst>
              <a:cxn ang="0">
                <a:pos x="connsiteX0" y="connsiteY0"/>
              </a:cxn>
              <a:cxn ang="0">
                <a:pos x="connsiteX1" y="connsiteY1"/>
              </a:cxn>
              <a:cxn ang="0">
                <a:pos x="connsiteX2" y="connsiteY2"/>
              </a:cxn>
            </a:cxnLst>
            <a:rect l="l" t="t" r="r" b="b"/>
            <a:pathLst>
              <a:path w="1844703" h="453225">
                <a:moveTo>
                  <a:pt x="0" y="0"/>
                </a:moveTo>
                <a:cubicBezTo>
                  <a:pt x="281609" y="147099"/>
                  <a:pt x="563218" y="294199"/>
                  <a:pt x="870668" y="369736"/>
                </a:cubicBezTo>
                <a:cubicBezTo>
                  <a:pt x="1178119" y="445274"/>
                  <a:pt x="1511411" y="449249"/>
                  <a:pt x="1844703" y="453225"/>
                </a:cubicBezTo>
              </a:path>
            </a:pathLst>
          </a:custGeom>
          <a:ln w="25400">
            <a:solidFill>
              <a:srgbClr val="C00000"/>
            </a:solidFill>
            <a:headEnd type="triangle" w="med" len="med"/>
            <a:tailEnd type="triangle" w="med" len="med"/>
          </a:ln>
        </p:spPr>
        <p:style>
          <a:lnRef idx="3">
            <a:schemeClr val="accent4"/>
          </a:lnRef>
          <a:fillRef idx="0">
            <a:schemeClr val="accent4"/>
          </a:fillRef>
          <a:effectRef idx="2">
            <a:schemeClr val="accent4"/>
          </a:effectRef>
          <a:fontRef idx="minor">
            <a:schemeClr val="tx1"/>
          </a:fontRef>
        </p:style>
        <p:txBody>
          <a:bodyPr rtlCol="0" anchor="ctr"/>
          <a:lstStyle/>
          <a:p>
            <a:pPr algn="ctr">
              <a:lnSpc>
                <a:spcPct val="120000"/>
              </a:lnSpc>
            </a:pPr>
            <a:endParaRPr lang="zh-CN" altLang="en-US">
              <a:latin typeface="微软雅黑 Light" panose="020B0502040204020203" pitchFamily="34" charset="-122"/>
              <a:ea typeface="微软雅黑 Light" panose="020B0502040204020203" pitchFamily="34" charset="-122"/>
              <a:cs typeface="+mn-ea"/>
              <a:sym typeface="+mn-lt"/>
            </a:endParaRPr>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DHCP</a:t>
            </a:r>
            <a:r>
              <a:rPr lang="zh-CN" altLang="en-US" dirty="0"/>
              <a:t>工作原理</a:t>
            </a:r>
            <a:r>
              <a:rPr lang="en-US" altLang="zh-CN" dirty="0"/>
              <a:t>—</a:t>
            </a:r>
            <a:r>
              <a:rPr lang="zh-CN" altLang="en-US" dirty="0"/>
              <a:t>跨网段</a:t>
            </a:r>
            <a:endParaRPr lang="zh-CN" altLang="en-US" dirty="0"/>
          </a:p>
        </p:txBody>
      </p:sp>
      <p:sp>
        <p:nvSpPr>
          <p:cNvPr id="3" name="内容占位符 2"/>
          <p:cNvSpPr>
            <a:spLocks noGrp="1"/>
          </p:cNvSpPr>
          <p:nvPr>
            <p:ph idx="1"/>
          </p:nvPr>
        </p:nvSpPr>
        <p:spPr>
          <a:xfrm>
            <a:off x="334434" y="1052515"/>
            <a:ext cx="11594207" cy="3347882"/>
          </a:xfrm>
        </p:spPr>
        <p:txBody>
          <a:bodyPr>
            <a:normAutofit fontScale="85000" lnSpcReduction="10000"/>
          </a:bodyPr>
          <a:lstStyle/>
          <a:p>
            <a:pPr>
              <a:lnSpc>
                <a:spcPct val="120000"/>
              </a:lnSpc>
            </a:pPr>
            <a:r>
              <a:rPr lang="zh-CN" altLang="en-US" dirty="0"/>
              <a:t>一个组织可以只部署一台</a:t>
            </a:r>
            <a:r>
              <a:rPr lang="en-US" altLang="zh-CN" dirty="0"/>
              <a:t>DHCP</a:t>
            </a:r>
            <a:r>
              <a:rPr lang="zh-CN" altLang="en-US" dirty="0"/>
              <a:t>服务器来管理多网段的配置，同时设置 </a:t>
            </a:r>
            <a:r>
              <a:rPr lang="en-US" altLang="zh-CN" dirty="0"/>
              <a:t>DHCP </a:t>
            </a:r>
            <a:r>
              <a:rPr lang="zh-CN" altLang="en-US" dirty="0"/>
              <a:t>中继</a:t>
            </a:r>
            <a:endParaRPr lang="zh-CN" altLang="en-US" dirty="0"/>
          </a:p>
          <a:p>
            <a:pPr>
              <a:lnSpc>
                <a:spcPct val="120000"/>
              </a:lnSpc>
            </a:pPr>
            <a:r>
              <a:rPr lang="zh-CN" altLang="en-US" dirty="0"/>
              <a:t>当</a:t>
            </a:r>
            <a:r>
              <a:rPr lang="en-US" altLang="zh-CN" dirty="0"/>
              <a:t>DHCP</a:t>
            </a:r>
            <a:r>
              <a:rPr lang="zh-CN" altLang="en-US" dirty="0"/>
              <a:t>客户端与</a:t>
            </a:r>
            <a:r>
              <a:rPr lang="en-US" altLang="zh-CN" dirty="0"/>
              <a:t>DHCP</a:t>
            </a:r>
            <a:r>
              <a:rPr lang="zh-CN" altLang="en-US" dirty="0"/>
              <a:t>服务器不在同一个网段时，必须部署</a:t>
            </a:r>
            <a:r>
              <a:rPr lang="en-US" altLang="zh-CN" dirty="0"/>
              <a:t>DHCP</a:t>
            </a:r>
            <a:r>
              <a:rPr lang="zh-CN" altLang="en-US" dirty="0"/>
              <a:t>中继来转发</a:t>
            </a:r>
            <a:r>
              <a:rPr lang="en-US" altLang="zh-CN" dirty="0"/>
              <a:t>DHCP</a:t>
            </a:r>
            <a:r>
              <a:rPr lang="zh-CN" altLang="en-US" dirty="0"/>
              <a:t>客户端和</a:t>
            </a:r>
            <a:r>
              <a:rPr lang="en-US" altLang="zh-CN" dirty="0"/>
              <a:t>DHCP</a:t>
            </a:r>
            <a:r>
              <a:rPr lang="zh-CN" altLang="en-US" dirty="0"/>
              <a:t>服务器之间的</a:t>
            </a:r>
            <a:r>
              <a:rPr lang="en-US" altLang="zh-CN" dirty="0"/>
              <a:t>DHCP</a:t>
            </a:r>
            <a:r>
              <a:rPr lang="zh-CN" altLang="en-US" dirty="0"/>
              <a:t>报文：</a:t>
            </a:r>
            <a:endParaRPr lang="zh-CN" altLang="en-US" dirty="0"/>
          </a:p>
          <a:p>
            <a:pPr>
              <a:lnSpc>
                <a:spcPct val="120000"/>
              </a:lnSpc>
            </a:pPr>
            <a:r>
              <a:rPr lang="zh-CN" altLang="en-US" dirty="0"/>
              <a:t>在</a:t>
            </a:r>
            <a:r>
              <a:rPr lang="en-US" altLang="zh-CN" dirty="0"/>
              <a:t>DHCP</a:t>
            </a:r>
            <a:r>
              <a:rPr lang="zh-CN" altLang="en-US" dirty="0"/>
              <a:t>客户端看来，</a:t>
            </a:r>
            <a:r>
              <a:rPr lang="en-US" altLang="zh-CN" dirty="0"/>
              <a:t>DHCP</a:t>
            </a:r>
            <a:r>
              <a:rPr lang="zh-CN" altLang="en-US" dirty="0"/>
              <a:t>中继就像</a:t>
            </a:r>
            <a:r>
              <a:rPr lang="en-US" altLang="zh-CN" dirty="0"/>
              <a:t>DHCP</a:t>
            </a:r>
            <a:r>
              <a:rPr lang="zh-CN" altLang="en-US" dirty="0"/>
              <a:t>服务器，</a:t>
            </a:r>
            <a:r>
              <a:rPr lang="en-US" altLang="zh-CN" dirty="0"/>
              <a:t>DHCP </a:t>
            </a:r>
            <a:r>
              <a:rPr lang="zh-CN" altLang="en-US" dirty="0"/>
              <a:t>中继收到主机发送的发现报文后，以单播方式向 </a:t>
            </a:r>
            <a:r>
              <a:rPr lang="en-US" altLang="zh-CN" dirty="0"/>
              <a:t>DHCP </a:t>
            </a:r>
            <a:r>
              <a:rPr lang="zh-CN" altLang="en-US" dirty="0"/>
              <a:t>服务器转发此报文</a:t>
            </a:r>
            <a:endParaRPr lang="zh-CN" altLang="en-US" dirty="0"/>
          </a:p>
          <a:p>
            <a:pPr>
              <a:lnSpc>
                <a:spcPct val="120000"/>
              </a:lnSpc>
            </a:pPr>
            <a:r>
              <a:rPr lang="zh-CN" altLang="en-US" dirty="0"/>
              <a:t>在</a:t>
            </a:r>
            <a:r>
              <a:rPr lang="en-US" altLang="zh-CN" dirty="0"/>
              <a:t>DHCP</a:t>
            </a:r>
            <a:r>
              <a:rPr lang="zh-CN" altLang="en-US" dirty="0"/>
              <a:t>服务器看来，</a:t>
            </a:r>
            <a:r>
              <a:rPr lang="en-US" altLang="zh-CN" dirty="0"/>
              <a:t>DHCP</a:t>
            </a:r>
            <a:r>
              <a:rPr lang="zh-CN" altLang="en-US" dirty="0"/>
              <a:t>中继就像</a:t>
            </a:r>
            <a:r>
              <a:rPr lang="en-US" altLang="zh-CN" dirty="0"/>
              <a:t>DHCP</a:t>
            </a:r>
            <a:r>
              <a:rPr lang="zh-CN" altLang="en-US" dirty="0"/>
              <a:t>客户端，</a:t>
            </a:r>
            <a:r>
              <a:rPr lang="en-US" altLang="zh-CN" dirty="0"/>
              <a:t>DHCP </a:t>
            </a:r>
            <a:r>
              <a:rPr lang="zh-CN" altLang="en-US" dirty="0"/>
              <a:t>中继收到服务器回复的报文后，将此报文发回给主机</a:t>
            </a:r>
            <a:endParaRPr lang="zh-CN" altLang="en-US" dirty="0"/>
          </a:p>
        </p:txBody>
      </p:sp>
      <p:sp>
        <p:nvSpPr>
          <p:cNvPr id="4" name="灯片编号占位符 3"/>
          <p:cNvSpPr>
            <a:spLocks noGrp="1"/>
          </p:cNvSpPr>
          <p:nvPr>
            <p:ph type="sldNum" sz="quarter" idx="12"/>
          </p:nvPr>
        </p:nvSpPr>
        <p:spPr/>
        <p:txBody>
          <a:bodyPr/>
          <a:lstStyle/>
          <a:p>
            <a:pPr>
              <a:defRPr/>
            </a:pPr>
            <a:fld id="{816960B2-2B11-492C-B588-5290E1274F96}" type="slidenum">
              <a:rPr lang="en-US" altLang="zh-CN" smtClean="0"/>
            </a:fld>
            <a:endParaRPr lang="en-US" altLang="zh-CN" dirty="0"/>
          </a:p>
        </p:txBody>
      </p:sp>
      <p:grpSp>
        <p:nvGrpSpPr>
          <p:cNvPr id="5" name="组合 4"/>
          <p:cNvGrpSpPr/>
          <p:nvPr/>
        </p:nvGrpSpPr>
        <p:grpSpPr>
          <a:xfrm>
            <a:off x="2413301" y="4148959"/>
            <a:ext cx="7365398" cy="2418224"/>
            <a:chOff x="2321880" y="3615696"/>
            <a:chExt cx="7365398" cy="2418224"/>
          </a:xfrm>
        </p:grpSpPr>
        <p:pic>
          <p:nvPicPr>
            <p:cNvPr id="6" name="图形 5"/>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5895805" y="5059109"/>
              <a:ext cx="537489" cy="537489"/>
            </a:xfrm>
            <a:prstGeom prst="rect">
              <a:avLst/>
            </a:prstGeom>
          </p:spPr>
        </p:pic>
        <p:pic>
          <p:nvPicPr>
            <p:cNvPr id="7" name="图形 6"/>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594871" y="4320017"/>
              <a:ext cx="627071" cy="474782"/>
            </a:xfrm>
            <a:prstGeom prst="rect">
              <a:avLst/>
            </a:prstGeom>
          </p:spPr>
        </p:pic>
        <p:pic>
          <p:nvPicPr>
            <p:cNvPr id="8" name="图形 7"/>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749347" y="4308424"/>
              <a:ext cx="541969" cy="474783"/>
            </a:xfrm>
            <a:prstGeom prst="rect">
              <a:avLst/>
            </a:prstGeom>
          </p:spPr>
        </p:pic>
        <p:pic>
          <p:nvPicPr>
            <p:cNvPr id="9" name="图形 8"/>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594871" y="5182734"/>
              <a:ext cx="627071" cy="474782"/>
            </a:xfrm>
            <a:prstGeom prst="rect">
              <a:avLst/>
            </a:prstGeom>
          </p:spPr>
        </p:pic>
        <p:cxnSp>
          <p:nvCxnSpPr>
            <p:cNvPr id="10" name="直接连接符 9"/>
            <p:cNvCxnSpPr/>
            <p:nvPr/>
          </p:nvCxnSpPr>
          <p:spPr>
            <a:xfrm>
              <a:off x="3554910" y="4320017"/>
              <a:ext cx="0" cy="1337499"/>
            </a:xfrm>
            <a:prstGeom prst="line">
              <a:avLst/>
            </a:prstGeom>
          </p:spPr>
          <p:style>
            <a:lnRef idx="3">
              <a:schemeClr val="dk1"/>
            </a:lnRef>
            <a:fillRef idx="0">
              <a:schemeClr val="dk1"/>
            </a:fillRef>
            <a:effectRef idx="2">
              <a:schemeClr val="dk1"/>
            </a:effectRef>
            <a:fontRef idx="minor">
              <a:schemeClr val="tx1"/>
            </a:fontRef>
          </p:style>
        </p:cxnSp>
        <p:cxnSp>
          <p:nvCxnSpPr>
            <p:cNvPr id="11" name="直接连接符 10"/>
            <p:cNvCxnSpPr>
              <a:stCxn id="6" idx="1"/>
            </p:cNvCxnSpPr>
            <p:nvPr/>
          </p:nvCxnSpPr>
          <p:spPr>
            <a:xfrm flipH="1">
              <a:off x="3554910" y="5327854"/>
              <a:ext cx="2340895" cy="0"/>
            </a:xfrm>
            <a:prstGeom prst="line">
              <a:avLst/>
            </a:prstGeom>
          </p:spPr>
          <p:style>
            <a:lnRef idx="3">
              <a:schemeClr val="dk1"/>
            </a:lnRef>
            <a:fillRef idx="0">
              <a:schemeClr val="dk1"/>
            </a:fillRef>
            <a:effectRef idx="2">
              <a:schemeClr val="dk1"/>
            </a:effectRef>
            <a:fontRef idx="minor">
              <a:schemeClr val="tx1"/>
            </a:fontRef>
          </p:style>
        </p:cxnSp>
        <p:cxnSp>
          <p:nvCxnSpPr>
            <p:cNvPr id="12" name="直接连接符 11"/>
            <p:cNvCxnSpPr>
              <a:stCxn id="7" idx="3"/>
            </p:cNvCxnSpPr>
            <p:nvPr/>
          </p:nvCxnSpPr>
          <p:spPr>
            <a:xfrm>
              <a:off x="3221942" y="4557408"/>
              <a:ext cx="332968" cy="0"/>
            </a:xfrm>
            <a:prstGeom prst="line">
              <a:avLst/>
            </a:prstGeom>
          </p:spPr>
          <p:style>
            <a:lnRef idx="3">
              <a:schemeClr val="dk1"/>
            </a:lnRef>
            <a:fillRef idx="0">
              <a:schemeClr val="dk1"/>
            </a:fillRef>
            <a:effectRef idx="2">
              <a:schemeClr val="dk1"/>
            </a:effectRef>
            <a:fontRef idx="minor">
              <a:schemeClr val="tx1"/>
            </a:fontRef>
          </p:style>
        </p:cxnSp>
        <p:cxnSp>
          <p:nvCxnSpPr>
            <p:cNvPr id="13" name="直接连接符 12"/>
            <p:cNvCxnSpPr>
              <a:stCxn id="9" idx="3"/>
            </p:cNvCxnSpPr>
            <p:nvPr/>
          </p:nvCxnSpPr>
          <p:spPr>
            <a:xfrm>
              <a:off x="3221942" y="5420125"/>
              <a:ext cx="332968" cy="0"/>
            </a:xfrm>
            <a:prstGeom prst="line">
              <a:avLst/>
            </a:prstGeom>
          </p:spPr>
          <p:style>
            <a:lnRef idx="3">
              <a:schemeClr val="dk1"/>
            </a:lnRef>
            <a:fillRef idx="0">
              <a:schemeClr val="dk1"/>
            </a:fillRef>
            <a:effectRef idx="2">
              <a:schemeClr val="dk1"/>
            </a:effectRef>
            <a:fontRef idx="minor">
              <a:schemeClr val="tx1"/>
            </a:fontRef>
          </p:style>
        </p:cxnSp>
        <p:cxnSp>
          <p:nvCxnSpPr>
            <p:cNvPr id="14" name="直接连接符 13"/>
            <p:cNvCxnSpPr>
              <a:stCxn id="17" idx="3"/>
              <a:endCxn id="8" idx="1"/>
            </p:cNvCxnSpPr>
            <p:nvPr/>
          </p:nvCxnSpPr>
          <p:spPr>
            <a:xfrm>
              <a:off x="6433293" y="4545816"/>
              <a:ext cx="2316054" cy="0"/>
            </a:xfrm>
            <a:prstGeom prst="line">
              <a:avLst/>
            </a:prstGeom>
          </p:spPr>
          <p:style>
            <a:lnRef idx="3">
              <a:schemeClr val="dk1"/>
            </a:lnRef>
            <a:fillRef idx="0">
              <a:schemeClr val="dk1"/>
            </a:fillRef>
            <a:effectRef idx="2">
              <a:schemeClr val="dk1"/>
            </a:effectRef>
            <a:fontRef idx="minor">
              <a:schemeClr val="tx1"/>
            </a:fontRef>
          </p:style>
        </p:cxnSp>
        <p:sp>
          <p:nvSpPr>
            <p:cNvPr id="15" name="文本框 14"/>
            <p:cNvSpPr txBox="1"/>
            <p:nvPr/>
          </p:nvSpPr>
          <p:spPr>
            <a:xfrm>
              <a:off x="8454248" y="5705369"/>
              <a:ext cx="1233030" cy="328551"/>
            </a:xfrm>
            <a:prstGeom prst="rect">
              <a:avLst/>
            </a:prstGeom>
            <a:noFill/>
          </p:spPr>
          <p:txBody>
            <a:bodyPr wrap="none" rtlCol="0">
              <a:spAutoFit/>
            </a:bodyPr>
            <a:lstStyle/>
            <a:p>
              <a:pPr>
                <a:lnSpc>
                  <a:spcPct val="120000"/>
                </a:lnSpc>
              </a:pPr>
              <a:r>
                <a:rPr lang="en-US" altLang="zh-CN" sz="1400" dirty="0">
                  <a:latin typeface="微软雅黑 Light" panose="020B0502040204020203" pitchFamily="34" charset="-122"/>
                  <a:ea typeface="微软雅黑 Light" panose="020B0502040204020203" pitchFamily="34" charset="-122"/>
                  <a:cs typeface="+mn-ea"/>
                  <a:sym typeface="+mn-lt"/>
                </a:rPr>
                <a:t>DHCP</a:t>
              </a:r>
              <a:r>
                <a:rPr lang="zh-CN" altLang="en-US" sz="1400" dirty="0">
                  <a:latin typeface="微软雅黑 Light" panose="020B0502040204020203" pitchFamily="34" charset="-122"/>
                  <a:ea typeface="微软雅黑 Light" panose="020B0502040204020203" pitchFamily="34" charset="-122"/>
                  <a:cs typeface="+mn-ea"/>
                  <a:sym typeface="+mn-lt"/>
                </a:rPr>
                <a:t>服务器</a:t>
              </a:r>
              <a:endParaRPr lang="zh-CN" altLang="en-US" sz="1400" dirty="0">
                <a:latin typeface="微软雅黑 Light" panose="020B0502040204020203" pitchFamily="34" charset="-122"/>
                <a:ea typeface="微软雅黑 Light" panose="020B0502040204020203" pitchFamily="34" charset="-122"/>
                <a:cs typeface="+mn-ea"/>
                <a:sym typeface="+mn-lt"/>
              </a:endParaRPr>
            </a:p>
          </p:txBody>
        </p:sp>
        <p:sp>
          <p:nvSpPr>
            <p:cNvPr id="16" name="文本框 15"/>
            <p:cNvSpPr txBox="1"/>
            <p:nvPr/>
          </p:nvSpPr>
          <p:spPr>
            <a:xfrm>
              <a:off x="2321880" y="5705369"/>
              <a:ext cx="1233030" cy="328551"/>
            </a:xfrm>
            <a:prstGeom prst="rect">
              <a:avLst/>
            </a:prstGeom>
            <a:noFill/>
          </p:spPr>
          <p:txBody>
            <a:bodyPr wrap="none" rtlCol="0">
              <a:spAutoFit/>
            </a:bodyPr>
            <a:lstStyle/>
            <a:p>
              <a:pPr>
                <a:lnSpc>
                  <a:spcPct val="120000"/>
                </a:lnSpc>
              </a:pPr>
              <a:r>
                <a:rPr lang="en-US" altLang="zh-CN" sz="1400" dirty="0">
                  <a:latin typeface="微软雅黑 Light" panose="020B0502040204020203" pitchFamily="34" charset="-122"/>
                  <a:ea typeface="微软雅黑 Light" panose="020B0502040204020203" pitchFamily="34" charset="-122"/>
                  <a:cs typeface="+mn-ea"/>
                  <a:sym typeface="+mn-lt"/>
                </a:rPr>
                <a:t>DHCP</a:t>
              </a:r>
              <a:r>
                <a:rPr lang="zh-CN" altLang="en-US" sz="1400" dirty="0">
                  <a:latin typeface="微软雅黑 Light" panose="020B0502040204020203" pitchFamily="34" charset="-122"/>
                  <a:ea typeface="微软雅黑 Light" panose="020B0502040204020203" pitchFamily="34" charset="-122"/>
                  <a:cs typeface="+mn-ea"/>
                  <a:sym typeface="+mn-lt"/>
                </a:rPr>
                <a:t>客户端</a:t>
              </a:r>
              <a:endParaRPr lang="zh-CN" altLang="en-US" sz="1400" dirty="0">
                <a:latin typeface="微软雅黑 Light" panose="020B0502040204020203" pitchFamily="34" charset="-122"/>
                <a:ea typeface="微软雅黑 Light" panose="020B0502040204020203" pitchFamily="34" charset="-122"/>
                <a:cs typeface="+mn-ea"/>
                <a:sym typeface="+mn-lt"/>
              </a:endParaRPr>
            </a:p>
          </p:txBody>
        </p:sp>
        <p:pic>
          <p:nvPicPr>
            <p:cNvPr id="17" name="图形 16"/>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5895805" y="4277072"/>
              <a:ext cx="537488" cy="537488"/>
            </a:xfrm>
            <a:prstGeom prst="rect">
              <a:avLst/>
            </a:prstGeom>
          </p:spPr>
        </p:pic>
        <p:cxnSp>
          <p:nvCxnSpPr>
            <p:cNvPr id="18" name="直接连接符 17"/>
            <p:cNvCxnSpPr>
              <a:stCxn id="17" idx="2"/>
              <a:endCxn id="6" idx="0"/>
            </p:cNvCxnSpPr>
            <p:nvPr/>
          </p:nvCxnSpPr>
          <p:spPr>
            <a:xfrm>
              <a:off x="6164549" y="4814560"/>
              <a:ext cx="1" cy="244549"/>
            </a:xfrm>
            <a:prstGeom prst="line">
              <a:avLst/>
            </a:prstGeom>
          </p:spPr>
          <p:style>
            <a:lnRef idx="3">
              <a:schemeClr val="dk1"/>
            </a:lnRef>
            <a:fillRef idx="0">
              <a:schemeClr val="dk1"/>
            </a:fillRef>
            <a:effectRef idx="2">
              <a:schemeClr val="dk1"/>
            </a:effectRef>
            <a:fontRef idx="minor">
              <a:schemeClr val="tx1"/>
            </a:fontRef>
          </p:style>
        </p:cxnSp>
        <p:sp>
          <p:nvSpPr>
            <p:cNvPr id="19" name="文本框 18"/>
            <p:cNvSpPr txBox="1"/>
            <p:nvPr/>
          </p:nvSpPr>
          <p:spPr>
            <a:xfrm>
              <a:off x="5169363" y="4772901"/>
              <a:ext cx="1053494" cy="328551"/>
            </a:xfrm>
            <a:prstGeom prst="rect">
              <a:avLst/>
            </a:prstGeom>
            <a:noFill/>
          </p:spPr>
          <p:txBody>
            <a:bodyPr wrap="none" rtlCol="0">
              <a:spAutoFit/>
            </a:bodyPr>
            <a:lstStyle/>
            <a:p>
              <a:pPr>
                <a:lnSpc>
                  <a:spcPct val="120000"/>
                </a:lnSpc>
              </a:pPr>
              <a:r>
                <a:rPr lang="en-US" altLang="zh-CN" sz="1400" b="1" dirty="0">
                  <a:latin typeface="微软雅黑 Light" panose="020B0502040204020203" pitchFamily="34" charset="-122"/>
                  <a:ea typeface="微软雅黑 Light" panose="020B0502040204020203" pitchFamily="34" charset="-122"/>
                  <a:cs typeface="+mn-ea"/>
                  <a:sym typeface="+mn-lt"/>
                </a:rPr>
                <a:t>DHCP</a:t>
              </a:r>
              <a:r>
                <a:rPr lang="zh-CN" altLang="en-US" sz="1400" b="1" dirty="0">
                  <a:latin typeface="微软雅黑 Light" panose="020B0502040204020203" pitchFamily="34" charset="-122"/>
                  <a:ea typeface="微软雅黑 Light" panose="020B0502040204020203" pitchFamily="34" charset="-122"/>
                  <a:cs typeface="+mn-ea"/>
                  <a:sym typeface="+mn-lt"/>
                </a:rPr>
                <a:t>中继</a:t>
              </a:r>
              <a:endParaRPr lang="zh-CN" altLang="en-US" sz="1400" b="1" dirty="0">
                <a:latin typeface="微软雅黑 Light" panose="020B0502040204020203" pitchFamily="34" charset="-122"/>
                <a:ea typeface="微软雅黑 Light" panose="020B0502040204020203" pitchFamily="34" charset="-122"/>
                <a:cs typeface="+mn-ea"/>
                <a:sym typeface="+mn-lt"/>
              </a:endParaRPr>
            </a:p>
          </p:txBody>
        </p:sp>
        <p:sp>
          <p:nvSpPr>
            <p:cNvPr id="20" name="文本框 19"/>
            <p:cNvSpPr txBox="1"/>
            <p:nvPr/>
          </p:nvSpPr>
          <p:spPr>
            <a:xfrm>
              <a:off x="5821846" y="5575029"/>
              <a:ext cx="723275" cy="328551"/>
            </a:xfrm>
            <a:prstGeom prst="rect">
              <a:avLst/>
            </a:prstGeom>
            <a:noFill/>
          </p:spPr>
          <p:txBody>
            <a:bodyPr wrap="none" rtlCol="0">
              <a:spAutoFit/>
            </a:bodyPr>
            <a:lstStyle/>
            <a:p>
              <a:pPr>
                <a:lnSpc>
                  <a:spcPct val="120000"/>
                </a:lnSpc>
              </a:pPr>
              <a:r>
                <a:rPr lang="zh-CN" altLang="en-US" sz="1400" dirty="0">
                  <a:latin typeface="微软雅黑 Light" panose="020B0502040204020203" pitchFamily="34" charset="-122"/>
                  <a:ea typeface="微软雅黑 Light" panose="020B0502040204020203" pitchFamily="34" charset="-122"/>
                  <a:cs typeface="+mn-ea"/>
                  <a:sym typeface="+mn-lt"/>
                </a:rPr>
                <a:t>交换机</a:t>
              </a:r>
              <a:endParaRPr lang="zh-CN" altLang="en-US" sz="1400" dirty="0">
                <a:latin typeface="微软雅黑 Light" panose="020B0502040204020203" pitchFamily="34" charset="-122"/>
                <a:ea typeface="微软雅黑 Light" panose="020B0502040204020203" pitchFamily="34" charset="-122"/>
                <a:cs typeface="+mn-ea"/>
                <a:sym typeface="+mn-lt"/>
              </a:endParaRPr>
            </a:p>
          </p:txBody>
        </p:sp>
        <p:sp>
          <p:nvSpPr>
            <p:cNvPr id="21" name="文本框 20"/>
            <p:cNvSpPr txBox="1"/>
            <p:nvPr/>
          </p:nvSpPr>
          <p:spPr>
            <a:xfrm>
              <a:off x="6342640" y="4514010"/>
              <a:ext cx="723275" cy="328551"/>
            </a:xfrm>
            <a:prstGeom prst="rect">
              <a:avLst/>
            </a:prstGeom>
            <a:noFill/>
          </p:spPr>
          <p:txBody>
            <a:bodyPr wrap="none" rtlCol="0">
              <a:spAutoFit/>
            </a:bodyPr>
            <a:lstStyle/>
            <a:p>
              <a:pPr>
                <a:lnSpc>
                  <a:spcPct val="120000"/>
                </a:lnSpc>
              </a:pPr>
              <a:r>
                <a:rPr lang="zh-CN" altLang="en-US" sz="1400" dirty="0">
                  <a:latin typeface="微软雅黑 Light" panose="020B0502040204020203" pitchFamily="34" charset="-122"/>
                  <a:ea typeface="微软雅黑 Light" panose="020B0502040204020203" pitchFamily="34" charset="-122"/>
                  <a:cs typeface="+mn-ea"/>
                  <a:sym typeface="+mn-lt"/>
                </a:rPr>
                <a:t>路由器</a:t>
              </a:r>
              <a:endParaRPr lang="zh-CN" altLang="en-US" sz="1400" dirty="0">
                <a:latin typeface="微软雅黑 Light" panose="020B0502040204020203" pitchFamily="34" charset="-122"/>
                <a:ea typeface="微软雅黑 Light" panose="020B0502040204020203" pitchFamily="34" charset="-122"/>
                <a:cs typeface="+mn-ea"/>
                <a:sym typeface="+mn-lt"/>
              </a:endParaRPr>
            </a:p>
          </p:txBody>
        </p:sp>
        <p:cxnSp>
          <p:nvCxnSpPr>
            <p:cNvPr id="22" name="直接连接符 21"/>
            <p:cNvCxnSpPr/>
            <p:nvPr/>
          </p:nvCxnSpPr>
          <p:spPr>
            <a:xfrm>
              <a:off x="3643179" y="4320017"/>
              <a:ext cx="2178667" cy="0"/>
            </a:xfrm>
            <a:prstGeom prst="line">
              <a:avLst/>
            </a:prstGeom>
            <a:ln>
              <a:headEnd type="triangle" w="med" len="med"/>
              <a:tailEnd type="triangle" w="med" len="med"/>
            </a:ln>
          </p:spPr>
          <p:style>
            <a:lnRef idx="3">
              <a:schemeClr val="accent4"/>
            </a:lnRef>
            <a:fillRef idx="0">
              <a:schemeClr val="accent4"/>
            </a:fillRef>
            <a:effectRef idx="2">
              <a:schemeClr val="accent4"/>
            </a:effectRef>
            <a:fontRef idx="minor">
              <a:schemeClr val="tx1"/>
            </a:fontRef>
          </p:style>
        </p:cxnSp>
        <p:cxnSp>
          <p:nvCxnSpPr>
            <p:cNvPr id="23" name="直接连接符 22"/>
            <p:cNvCxnSpPr/>
            <p:nvPr/>
          </p:nvCxnSpPr>
          <p:spPr>
            <a:xfrm>
              <a:off x="6545121" y="4320017"/>
              <a:ext cx="2101922" cy="0"/>
            </a:xfrm>
            <a:prstGeom prst="line">
              <a:avLst/>
            </a:prstGeom>
            <a:ln>
              <a:headEnd type="triangle" w="med" len="med"/>
              <a:tailEnd type="triangle" w="med" len="med"/>
            </a:ln>
          </p:spPr>
          <p:style>
            <a:lnRef idx="3">
              <a:schemeClr val="accent4"/>
            </a:lnRef>
            <a:fillRef idx="0">
              <a:schemeClr val="accent4"/>
            </a:fillRef>
            <a:effectRef idx="2">
              <a:schemeClr val="accent4"/>
            </a:effectRef>
            <a:fontRef idx="minor">
              <a:schemeClr val="tx1"/>
            </a:fontRef>
          </p:style>
        </p:cxnSp>
        <p:sp>
          <p:nvSpPr>
            <p:cNvPr id="24" name="矩形 23"/>
            <p:cNvSpPr/>
            <p:nvPr/>
          </p:nvSpPr>
          <p:spPr>
            <a:xfrm>
              <a:off x="4061012" y="3923473"/>
              <a:ext cx="1622932" cy="274320"/>
            </a:xfrm>
            <a:prstGeom prst="rect">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lnSpc>
                  <a:spcPct val="120000"/>
                </a:lnSpc>
              </a:pPr>
              <a:r>
                <a:rPr lang="en-US" altLang="zh-CN" sz="1400" dirty="0">
                  <a:solidFill>
                    <a:schemeClr val="tx1"/>
                  </a:solidFill>
                  <a:latin typeface="微软雅黑 Light" panose="020B0502040204020203" pitchFamily="34" charset="-122"/>
                  <a:ea typeface="微软雅黑 Light" panose="020B0502040204020203" pitchFamily="34" charset="-122"/>
                  <a:cs typeface="+mn-ea"/>
                  <a:sym typeface="+mn-lt"/>
                </a:rPr>
                <a:t>DHCPDISCOVER</a:t>
              </a:r>
              <a:endParaRPr lang="zh-CN" altLang="en-US" sz="1400" dirty="0">
                <a:solidFill>
                  <a:schemeClr val="tx1"/>
                </a:solidFill>
                <a:latin typeface="微软雅黑 Light" panose="020B0502040204020203" pitchFamily="34" charset="-122"/>
                <a:ea typeface="微软雅黑 Light" panose="020B0502040204020203" pitchFamily="34" charset="-122"/>
                <a:cs typeface="+mn-ea"/>
                <a:sym typeface="+mn-lt"/>
              </a:endParaRPr>
            </a:p>
          </p:txBody>
        </p:sp>
        <p:sp>
          <p:nvSpPr>
            <p:cNvPr id="25" name="矩形 24"/>
            <p:cNvSpPr/>
            <p:nvPr/>
          </p:nvSpPr>
          <p:spPr>
            <a:xfrm>
              <a:off x="6649784" y="3923473"/>
              <a:ext cx="1622932" cy="274320"/>
            </a:xfrm>
            <a:prstGeom prst="rect">
              <a:avLst/>
            </a:prstGeom>
            <a:solidFill>
              <a:schemeClr val="accent6">
                <a:lumMod val="40000"/>
                <a:lumOff val="6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lnSpc>
                  <a:spcPct val="120000"/>
                </a:lnSpc>
              </a:pPr>
              <a:r>
                <a:rPr lang="en-US" altLang="zh-CN" sz="1400" dirty="0">
                  <a:solidFill>
                    <a:schemeClr val="tx1"/>
                  </a:solidFill>
                  <a:latin typeface="微软雅黑 Light" panose="020B0502040204020203" pitchFamily="34" charset="-122"/>
                  <a:ea typeface="微软雅黑 Light" panose="020B0502040204020203" pitchFamily="34" charset="-122"/>
                  <a:cs typeface="+mn-ea"/>
                  <a:sym typeface="+mn-lt"/>
                </a:rPr>
                <a:t>DHCPDISCOVER</a:t>
              </a:r>
              <a:endParaRPr lang="zh-CN" altLang="en-US" sz="1400" dirty="0">
                <a:solidFill>
                  <a:schemeClr val="tx1"/>
                </a:solidFill>
                <a:latin typeface="微软雅黑 Light" panose="020B0502040204020203" pitchFamily="34" charset="-122"/>
                <a:ea typeface="微软雅黑 Light" panose="020B0502040204020203" pitchFamily="34" charset="-122"/>
                <a:cs typeface="+mn-ea"/>
                <a:sym typeface="+mn-lt"/>
              </a:endParaRPr>
            </a:p>
          </p:txBody>
        </p:sp>
        <p:sp>
          <p:nvSpPr>
            <p:cNvPr id="26" name="文本框 25"/>
            <p:cNvSpPr txBox="1"/>
            <p:nvPr/>
          </p:nvSpPr>
          <p:spPr>
            <a:xfrm>
              <a:off x="4600608" y="3615696"/>
              <a:ext cx="543739" cy="328551"/>
            </a:xfrm>
            <a:prstGeom prst="rect">
              <a:avLst/>
            </a:prstGeom>
            <a:noFill/>
          </p:spPr>
          <p:txBody>
            <a:bodyPr wrap="none" rtlCol="0">
              <a:spAutoFit/>
            </a:bodyPr>
            <a:lstStyle/>
            <a:p>
              <a:pPr>
                <a:lnSpc>
                  <a:spcPct val="120000"/>
                </a:lnSpc>
              </a:pPr>
              <a:r>
                <a:rPr lang="zh-CN" altLang="en-US" sz="1400" dirty="0">
                  <a:latin typeface="微软雅黑 Light" panose="020B0502040204020203" pitchFamily="34" charset="-122"/>
                  <a:ea typeface="微软雅黑 Light" panose="020B0502040204020203" pitchFamily="34" charset="-122"/>
                  <a:cs typeface="+mn-ea"/>
                  <a:sym typeface="+mn-lt"/>
                </a:rPr>
                <a:t>广播</a:t>
              </a:r>
              <a:endParaRPr lang="zh-CN" altLang="en-US" sz="1400" dirty="0">
                <a:latin typeface="微软雅黑 Light" panose="020B0502040204020203" pitchFamily="34" charset="-122"/>
                <a:ea typeface="微软雅黑 Light" panose="020B0502040204020203" pitchFamily="34" charset="-122"/>
                <a:cs typeface="+mn-ea"/>
                <a:sym typeface="+mn-lt"/>
              </a:endParaRPr>
            </a:p>
          </p:txBody>
        </p:sp>
        <p:sp>
          <p:nvSpPr>
            <p:cNvPr id="27" name="文本框 26"/>
            <p:cNvSpPr txBox="1"/>
            <p:nvPr/>
          </p:nvSpPr>
          <p:spPr>
            <a:xfrm>
              <a:off x="7189380" y="3615696"/>
              <a:ext cx="543739" cy="328551"/>
            </a:xfrm>
            <a:prstGeom prst="rect">
              <a:avLst/>
            </a:prstGeom>
            <a:noFill/>
          </p:spPr>
          <p:txBody>
            <a:bodyPr wrap="none" rtlCol="0">
              <a:spAutoFit/>
            </a:bodyPr>
            <a:lstStyle/>
            <a:p>
              <a:pPr>
                <a:lnSpc>
                  <a:spcPct val="120000"/>
                </a:lnSpc>
              </a:pPr>
              <a:r>
                <a:rPr lang="zh-CN" altLang="en-US" sz="1400" dirty="0">
                  <a:latin typeface="微软雅黑 Light" panose="020B0502040204020203" pitchFamily="34" charset="-122"/>
                  <a:ea typeface="微软雅黑 Light" panose="020B0502040204020203" pitchFamily="34" charset="-122"/>
                  <a:cs typeface="+mn-ea"/>
                  <a:sym typeface="+mn-lt"/>
                </a:rPr>
                <a:t>单播</a:t>
              </a:r>
              <a:endParaRPr lang="zh-CN" altLang="en-US" sz="1400" dirty="0">
                <a:latin typeface="微软雅黑 Light" panose="020B0502040204020203" pitchFamily="34" charset="-122"/>
                <a:ea typeface="微软雅黑 Light" panose="020B0502040204020203" pitchFamily="34" charset="-122"/>
                <a:cs typeface="+mn-ea"/>
                <a:sym typeface="+mn-lt"/>
              </a:endParaRPr>
            </a:p>
          </p:txBody>
        </p:sp>
      </p:gr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DHCP</a:t>
            </a:r>
            <a:r>
              <a:rPr lang="zh-CN" altLang="en-US" dirty="0"/>
              <a:t>的地址分配机制</a:t>
            </a:r>
            <a:endParaRPr lang="zh-CN" altLang="en-US" dirty="0"/>
          </a:p>
        </p:txBody>
      </p:sp>
      <p:sp>
        <p:nvSpPr>
          <p:cNvPr id="3" name="内容占位符 2"/>
          <p:cNvSpPr>
            <a:spLocks noGrp="1"/>
          </p:cNvSpPr>
          <p:nvPr>
            <p:ph idx="1"/>
          </p:nvPr>
        </p:nvSpPr>
        <p:spPr/>
        <p:txBody>
          <a:bodyPr/>
          <a:lstStyle/>
          <a:p>
            <a:r>
              <a:rPr lang="en-US" altLang="zh-CN" dirty="0"/>
              <a:t>DHCP</a:t>
            </a:r>
            <a:r>
              <a:rPr lang="zh-CN" altLang="en-US" dirty="0"/>
              <a:t>支持</a:t>
            </a:r>
            <a:r>
              <a:rPr lang="en-US" altLang="zh-CN" dirty="0"/>
              <a:t>3</a:t>
            </a:r>
            <a:r>
              <a:rPr lang="zh-CN" altLang="en-US" dirty="0"/>
              <a:t>种</a:t>
            </a:r>
            <a:r>
              <a:rPr lang="en-US" altLang="zh-CN" dirty="0"/>
              <a:t>IP</a:t>
            </a:r>
            <a:r>
              <a:rPr lang="zh-CN" altLang="en-US" dirty="0"/>
              <a:t>地址分配机制：</a:t>
            </a:r>
            <a:endParaRPr lang="zh-CN" altLang="en-US" dirty="0"/>
          </a:p>
          <a:p>
            <a:r>
              <a:rPr lang="zh-CN" altLang="en-US" dirty="0"/>
              <a:t>自动分配</a:t>
            </a:r>
            <a:r>
              <a:rPr lang="en-US" altLang="zh-CN" dirty="0"/>
              <a:t>—DHCP</a:t>
            </a:r>
            <a:r>
              <a:rPr lang="zh-CN" altLang="en-US" dirty="0"/>
              <a:t>服务器为</a:t>
            </a:r>
            <a:r>
              <a:rPr lang="en-US" altLang="zh-CN" dirty="0"/>
              <a:t>DHCP</a:t>
            </a:r>
            <a:r>
              <a:rPr lang="zh-CN" altLang="en-US" dirty="0"/>
              <a:t>客户分配一个永久</a:t>
            </a:r>
            <a:r>
              <a:rPr lang="en-US" altLang="zh-CN" dirty="0"/>
              <a:t>IP</a:t>
            </a:r>
            <a:r>
              <a:rPr lang="zh-CN" altLang="en-US" dirty="0"/>
              <a:t>地址</a:t>
            </a:r>
            <a:endParaRPr lang="zh-CN" altLang="en-US" dirty="0"/>
          </a:p>
          <a:p>
            <a:pPr lvl="1"/>
            <a:r>
              <a:rPr lang="zh-CN" altLang="en-US" dirty="0"/>
              <a:t>在</a:t>
            </a:r>
            <a:r>
              <a:rPr lang="en-US" altLang="zh-CN" dirty="0"/>
              <a:t>C/S</a:t>
            </a:r>
            <a:r>
              <a:rPr lang="zh-CN" altLang="en-US" dirty="0"/>
              <a:t>架构的软件中，服务端软件通常需要一个固定的</a:t>
            </a:r>
            <a:r>
              <a:rPr lang="en-US" altLang="zh-CN" dirty="0"/>
              <a:t>IP</a:t>
            </a:r>
            <a:r>
              <a:rPr lang="zh-CN" altLang="en-US" dirty="0"/>
              <a:t>地址</a:t>
            </a:r>
            <a:endParaRPr lang="zh-CN" altLang="en-US" dirty="0"/>
          </a:p>
          <a:p>
            <a:r>
              <a:rPr lang="zh-CN" altLang="en-US" dirty="0"/>
              <a:t>动态分配</a:t>
            </a:r>
            <a:r>
              <a:rPr lang="en-US" altLang="zh-CN" dirty="0"/>
              <a:t>—DHCP</a:t>
            </a:r>
            <a:r>
              <a:rPr lang="zh-CN" altLang="en-US" dirty="0"/>
              <a:t>服务器为</a:t>
            </a:r>
            <a:r>
              <a:rPr lang="en-US" altLang="zh-CN" dirty="0"/>
              <a:t>DHCP</a:t>
            </a:r>
            <a:r>
              <a:rPr lang="zh-CN" altLang="en-US" dirty="0"/>
              <a:t>客户分配一个有租赁期的临时</a:t>
            </a:r>
            <a:r>
              <a:rPr lang="en-US" altLang="zh-CN" dirty="0"/>
              <a:t>IP</a:t>
            </a:r>
            <a:r>
              <a:rPr lang="zh-CN" altLang="en-US" dirty="0"/>
              <a:t>地址</a:t>
            </a:r>
            <a:endParaRPr lang="zh-CN" altLang="en-US" dirty="0"/>
          </a:p>
          <a:p>
            <a:pPr lvl="1"/>
            <a:r>
              <a:rPr lang="zh-CN" altLang="en-US" dirty="0"/>
              <a:t>在</a:t>
            </a:r>
            <a:r>
              <a:rPr lang="en-US" altLang="zh-CN" dirty="0"/>
              <a:t>C/S</a:t>
            </a:r>
            <a:r>
              <a:rPr lang="zh-CN" altLang="en-US" dirty="0"/>
              <a:t>架构的软件中，客户端软件通常分配一个临时的</a:t>
            </a:r>
            <a:r>
              <a:rPr lang="en-US" altLang="zh-CN" dirty="0"/>
              <a:t>IP</a:t>
            </a:r>
            <a:r>
              <a:rPr lang="zh-CN" altLang="en-US" dirty="0"/>
              <a:t>地址</a:t>
            </a:r>
            <a:endParaRPr lang="en-US" altLang="zh-CN" dirty="0"/>
          </a:p>
          <a:p>
            <a:pPr lvl="1"/>
            <a:r>
              <a:rPr lang="zh-CN" altLang="en-US" dirty="0"/>
              <a:t>这种地址，计算机重启后可能会发生变化</a:t>
            </a:r>
            <a:endParaRPr lang="zh-CN" altLang="en-US" dirty="0"/>
          </a:p>
          <a:p>
            <a:r>
              <a:rPr lang="zh-CN" altLang="en-US" dirty="0"/>
              <a:t>人工分配</a:t>
            </a:r>
            <a:r>
              <a:rPr lang="en-US" altLang="zh-CN" dirty="0"/>
              <a:t>—DHCP</a:t>
            </a:r>
            <a:r>
              <a:rPr lang="zh-CN" altLang="en-US" dirty="0"/>
              <a:t>客户的</a:t>
            </a:r>
            <a:r>
              <a:rPr lang="en-US" altLang="zh-CN" dirty="0"/>
              <a:t>IP</a:t>
            </a:r>
            <a:r>
              <a:rPr lang="zh-CN" altLang="en-US" dirty="0"/>
              <a:t>地址由管理员分配好，</a:t>
            </a:r>
            <a:r>
              <a:rPr lang="en-US" altLang="zh-CN" dirty="0"/>
              <a:t>DHCP</a:t>
            </a:r>
            <a:r>
              <a:rPr lang="zh-CN" altLang="en-US" dirty="0"/>
              <a:t>只负责传达</a:t>
            </a:r>
            <a:endParaRPr lang="zh-CN" altLang="en-US" dirty="0"/>
          </a:p>
          <a:p>
            <a:endParaRPr lang="zh-CN" altLang="en-US" dirty="0"/>
          </a:p>
        </p:txBody>
      </p:sp>
      <p:sp>
        <p:nvSpPr>
          <p:cNvPr id="4" name="灯片编号占位符 3"/>
          <p:cNvSpPr>
            <a:spLocks noGrp="1"/>
          </p:cNvSpPr>
          <p:nvPr>
            <p:ph type="sldNum" sz="quarter" idx="12"/>
          </p:nvPr>
        </p:nvSpPr>
        <p:spPr/>
        <p:txBody>
          <a:bodyPr/>
          <a:lstStyle/>
          <a:p>
            <a:pPr>
              <a:defRPr/>
            </a:pPr>
            <a:fld id="{816960B2-2B11-492C-B588-5290E1274F96}" type="slidenum">
              <a:rPr lang="en-US" altLang="zh-CN" smtClean="0"/>
            </a:fld>
            <a:endParaRPr lang="en-US" altLang="zh-CN" dirty="0"/>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DHCP</a:t>
            </a:r>
            <a:r>
              <a:rPr lang="zh-CN" altLang="en-US" dirty="0"/>
              <a:t>报文格式</a:t>
            </a:r>
            <a:endParaRPr lang="zh-CN" altLang="en-US" dirty="0"/>
          </a:p>
        </p:txBody>
      </p:sp>
      <p:sp>
        <p:nvSpPr>
          <p:cNvPr id="3" name="内容占位符 2"/>
          <p:cNvSpPr>
            <a:spLocks noGrp="1"/>
          </p:cNvSpPr>
          <p:nvPr>
            <p:ph idx="1"/>
          </p:nvPr>
        </p:nvSpPr>
        <p:spPr>
          <a:xfrm>
            <a:off x="7536160" y="1052514"/>
            <a:ext cx="4321407" cy="5437187"/>
          </a:xfrm>
        </p:spPr>
        <p:txBody>
          <a:bodyPr>
            <a:normAutofit fontScale="77500" lnSpcReduction="20000"/>
          </a:bodyPr>
          <a:lstStyle/>
          <a:p>
            <a:r>
              <a:rPr lang="zh-CN" altLang="en-US" dirty="0"/>
              <a:t>操作码：若是</a:t>
            </a:r>
            <a:r>
              <a:rPr lang="en-US" altLang="zh-CN" dirty="0"/>
              <a:t>client</a:t>
            </a:r>
            <a:r>
              <a:rPr lang="zh-CN" altLang="en-US" dirty="0"/>
              <a:t>送给</a:t>
            </a:r>
            <a:r>
              <a:rPr lang="en-US" altLang="zh-CN" dirty="0"/>
              <a:t>server</a:t>
            </a:r>
            <a:r>
              <a:rPr lang="zh-CN" altLang="en-US" dirty="0"/>
              <a:t>的封包，设为</a:t>
            </a:r>
            <a:r>
              <a:rPr lang="en-US" altLang="zh-CN" dirty="0"/>
              <a:t>1</a:t>
            </a:r>
            <a:r>
              <a:rPr lang="zh-CN" altLang="en-US" dirty="0"/>
              <a:t>，反向为</a:t>
            </a:r>
            <a:r>
              <a:rPr lang="en-US" altLang="zh-CN" dirty="0"/>
              <a:t>2</a:t>
            </a:r>
            <a:endParaRPr lang="zh-CN" altLang="en-US" dirty="0"/>
          </a:p>
          <a:p>
            <a:r>
              <a:rPr lang="zh-CN" altLang="en-US" dirty="0"/>
              <a:t>硬件类型：硬件类别，</a:t>
            </a:r>
            <a:r>
              <a:rPr lang="en-US" altLang="zh-CN" dirty="0"/>
              <a:t>ethernet</a:t>
            </a:r>
            <a:r>
              <a:rPr lang="zh-CN" altLang="en-US" dirty="0"/>
              <a:t>为</a:t>
            </a:r>
            <a:r>
              <a:rPr lang="en-US" altLang="zh-CN" dirty="0"/>
              <a:t>1</a:t>
            </a:r>
            <a:endParaRPr lang="zh-CN" altLang="en-US" dirty="0"/>
          </a:p>
          <a:p>
            <a:r>
              <a:rPr lang="zh-CN" altLang="en-US" dirty="0"/>
              <a:t>硬件地址长度：</a:t>
            </a:r>
            <a:r>
              <a:rPr lang="en-US" altLang="zh-CN" dirty="0"/>
              <a:t>ethernet</a:t>
            </a:r>
            <a:r>
              <a:rPr lang="zh-CN" altLang="en-US" dirty="0"/>
              <a:t>为</a:t>
            </a:r>
            <a:r>
              <a:rPr lang="en-US" altLang="zh-CN" dirty="0"/>
              <a:t>6</a:t>
            </a:r>
            <a:endParaRPr lang="zh-CN" altLang="en-US" dirty="0"/>
          </a:p>
          <a:p>
            <a:r>
              <a:rPr lang="zh-CN" altLang="en-US" dirty="0"/>
              <a:t>跳数：若数据包需经过</a:t>
            </a:r>
            <a:r>
              <a:rPr lang="en-US" altLang="zh-CN" dirty="0"/>
              <a:t>router</a:t>
            </a:r>
            <a:r>
              <a:rPr lang="zh-CN" altLang="en-US" dirty="0"/>
              <a:t>传送，每站加</a:t>
            </a:r>
            <a:r>
              <a:rPr lang="en-US" altLang="zh-CN" dirty="0"/>
              <a:t>1</a:t>
            </a:r>
            <a:r>
              <a:rPr lang="zh-CN" altLang="en-US" dirty="0"/>
              <a:t>，若在同一网内，为</a:t>
            </a:r>
            <a:r>
              <a:rPr lang="en-US" altLang="zh-CN" dirty="0"/>
              <a:t>0</a:t>
            </a:r>
            <a:endParaRPr lang="zh-CN" altLang="en-US" dirty="0"/>
          </a:p>
          <a:p>
            <a:r>
              <a:rPr lang="zh-CN" altLang="en-US" dirty="0"/>
              <a:t>事务标识：随机数，用于客户和服务器之间匹配请求和相应消息</a:t>
            </a:r>
            <a:endParaRPr lang="zh-CN" altLang="en-US" dirty="0"/>
          </a:p>
          <a:p>
            <a:r>
              <a:rPr lang="zh-CN" altLang="en-US" dirty="0"/>
              <a:t>秒数：由用户指定的时间，指开始地址获取和更新进行后的时间</a:t>
            </a:r>
            <a:endParaRPr lang="zh-CN" altLang="en-US" dirty="0"/>
          </a:p>
          <a:p>
            <a:r>
              <a:rPr lang="zh-CN" altLang="en-US" dirty="0"/>
              <a:t>标志：从</a:t>
            </a:r>
            <a:r>
              <a:rPr lang="en-US" altLang="zh-CN" dirty="0"/>
              <a:t>0-15bits</a:t>
            </a:r>
            <a:r>
              <a:rPr lang="zh-CN" altLang="en-US" dirty="0"/>
              <a:t>，最左</a:t>
            </a:r>
            <a:r>
              <a:rPr lang="en-US" altLang="zh-CN" dirty="0"/>
              <a:t>1</a:t>
            </a:r>
            <a:r>
              <a:rPr lang="zh-CN" altLang="en-US" dirty="0"/>
              <a:t>位为</a:t>
            </a:r>
            <a:r>
              <a:rPr lang="en-US" altLang="zh-CN" dirty="0"/>
              <a:t>1</a:t>
            </a:r>
            <a:r>
              <a:rPr lang="zh-CN" altLang="en-US" dirty="0"/>
              <a:t>时表示</a:t>
            </a:r>
            <a:r>
              <a:rPr lang="en-US" altLang="zh-CN" dirty="0"/>
              <a:t>server</a:t>
            </a:r>
            <a:r>
              <a:rPr lang="zh-CN" altLang="en-US" dirty="0"/>
              <a:t>将以广播方式传送封包给 </a:t>
            </a:r>
            <a:r>
              <a:rPr lang="en-US" altLang="zh-CN" dirty="0"/>
              <a:t>client</a:t>
            </a:r>
            <a:r>
              <a:rPr lang="zh-CN" altLang="en-US" dirty="0"/>
              <a:t>，其余尚未使用</a:t>
            </a:r>
            <a:endParaRPr lang="zh-CN" altLang="en-US" dirty="0"/>
          </a:p>
        </p:txBody>
      </p:sp>
      <p:sp>
        <p:nvSpPr>
          <p:cNvPr id="4" name="灯片编号占位符 3"/>
          <p:cNvSpPr>
            <a:spLocks noGrp="1"/>
          </p:cNvSpPr>
          <p:nvPr>
            <p:ph type="sldNum" sz="quarter" idx="12"/>
          </p:nvPr>
        </p:nvSpPr>
        <p:spPr/>
        <p:txBody>
          <a:bodyPr/>
          <a:lstStyle/>
          <a:p>
            <a:pPr>
              <a:defRPr/>
            </a:pPr>
            <a:fld id="{816960B2-2B11-492C-B588-5290E1274F96}" type="slidenum">
              <a:rPr lang="en-US" altLang="zh-CN" smtClean="0"/>
            </a:fld>
            <a:endParaRPr lang="en-US" altLang="zh-CN" dirty="0"/>
          </a:p>
        </p:txBody>
      </p:sp>
      <p:sp>
        <p:nvSpPr>
          <p:cNvPr id="5" name="Freeform 259"/>
          <p:cNvSpPr/>
          <p:nvPr/>
        </p:nvSpPr>
        <p:spPr bwMode="auto">
          <a:xfrm>
            <a:off x="623391" y="1177057"/>
            <a:ext cx="6696743" cy="739775"/>
          </a:xfrm>
          <a:custGeom>
            <a:avLst/>
            <a:gdLst>
              <a:gd name="T0" fmla="*/ 5080 w 5080"/>
              <a:gd name="T1" fmla="*/ 464 h 466"/>
              <a:gd name="T2" fmla="*/ 4158 w 5080"/>
              <a:gd name="T3" fmla="*/ 246 h 466"/>
              <a:gd name="T4" fmla="*/ 4159 w 5080"/>
              <a:gd name="T5" fmla="*/ 0 h 466"/>
              <a:gd name="T6" fmla="*/ 2003 w 5080"/>
              <a:gd name="T7" fmla="*/ 1 h 466"/>
              <a:gd name="T8" fmla="*/ 2003 w 5080"/>
              <a:gd name="T9" fmla="*/ 247 h 466"/>
              <a:gd name="T10" fmla="*/ 0 w 5080"/>
              <a:gd name="T11" fmla="*/ 466 h 466"/>
            </a:gdLst>
            <a:ahLst/>
            <a:cxnLst>
              <a:cxn ang="0">
                <a:pos x="T0" y="T1"/>
              </a:cxn>
              <a:cxn ang="0">
                <a:pos x="T2" y="T3"/>
              </a:cxn>
              <a:cxn ang="0">
                <a:pos x="T4" y="T5"/>
              </a:cxn>
              <a:cxn ang="0">
                <a:pos x="T6" y="T7"/>
              </a:cxn>
              <a:cxn ang="0">
                <a:pos x="T8" y="T9"/>
              </a:cxn>
              <a:cxn ang="0">
                <a:pos x="T10" y="T11"/>
              </a:cxn>
            </a:cxnLst>
            <a:rect l="0" t="0" r="r" b="b"/>
            <a:pathLst>
              <a:path w="5080" h="466">
                <a:moveTo>
                  <a:pt x="5080" y="464"/>
                </a:moveTo>
                <a:lnTo>
                  <a:pt x="4158" y="246"/>
                </a:lnTo>
                <a:lnTo>
                  <a:pt x="4159" y="0"/>
                </a:lnTo>
                <a:lnTo>
                  <a:pt x="2003" y="1"/>
                </a:lnTo>
                <a:lnTo>
                  <a:pt x="2003" y="247"/>
                </a:lnTo>
                <a:lnTo>
                  <a:pt x="0" y="466"/>
                </a:lnTo>
              </a:path>
            </a:pathLst>
          </a:custGeom>
          <a:solidFill>
            <a:srgbClr val="E7F2FC"/>
          </a:solidFill>
          <a:ln w="9525" cap="flat" cmpd="sng">
            <a:solidFill>
              <a:schemeClr val="bg2"/>
            </a:solidFill>
            <a:prstDash val="solid"/>
            <a:round/>
            <a:headEnd type="none" w="med" len="med"/>
            <a:tailEnd type="none" w="med" len="med"/>
          </a:ln>
          <a:effectLst/>
        </p:spPr>
        <p:txBody>
          <a:bodyPr anchor="ctr"/>
          <a:lstStyle/>
          <a:p>
            <a:pPr>
              <a:lnSpc>
                <a:spcPct val="120000"/>
              </a:lnSpc>
            </a:pPr>
            <a:endParaRPr lang="zh-CN" altLang="en-US">
              <a:cs typeface="+mn-ea"/>
              <a:sym typeface="+mn-lt"/>
            </a:endParaRPr>
          </a:p>
        </p:txBody>
      </p:sp>
      <p:graphicFrame>
        <p:nvGraphicFramePr>
          <p:cNvPr id="6" name="Group 291"/>
          <p:cNvGraphicFramePr/>
          <p:nvPr/>
        </p:nvGraphicFramePr>
        <p:xfrm>
          <a:off x="623393" y="1916832"/>
          <a:ext cx="6696743" cy="4373441"/>
        </p:xfrm>
        <a:graphic>
          <a:graphicData uri="http://schemas.openxmlformats.org/drawingml/2006/table">
            <a:tbl>
              <a:tblPr>
                <a:tableStyleId>{5940675A-B579-460E-94D1-54222C63F5DA}</a:tableStyleId>
              </a:tblPr>
              <a:tblGrid>
                <a:gridCol w="1673856"/>
                <a:gridCol w="1675175"/>
                <a:gridCol w="1673856"/>
                <a:gridCol w="1673856"/>
              </a:tblGrid>
              <a:tr h="399741">
                <a:tc>
                  <a:txBody>
                    <a:bodyPr/>
                    <a:lstStyle>
                      <a:lvl1pPr>
                        <a:spcBef>
                          <a:spcPct val="20000"/>
                        </a:spcBef>
                        <a:buClr>
                          <a:srgbClr val="C80000"/>
                        </a:buClr>
                        <a:buSzPct val="80000"/>
                        <a:buFont typeface="Wingdings" panose="05000000000000000000" pitchFamily="2" charset="2"/>
                        <a:defRPr sz="2800">
                          <a:solidFill>
                            <a:schemeClr val="tx1"/>
                          </a:solidFill>
                          <a:latin typeface="Times New Roman" panose="02020603050405020304" pitchFamily="18" charset="0"/>
                          <a:ea typeface="宋体" panose="02010600030101010101" pitchFamily="2" charset="-122"/>
                        </a:defRPr>
                      </a:lvl1pPr>
                      <a:lvl2pPr>
                        <a:spcBef>
                          <a:spcPct val="20000"/>
                        </a:spcBef>
                        <a:buClr>
                          <a:srgbClr val="00C800"/>
                        </a:buClr>
                        <a:buSzPct val="8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2pPr>
                      <a:lvl3pPr>
                        <a:spcBef>
                          <a:spcPct val="20000"/>
                        </a:spcBef>
                        <a:buClr>
                          <a:srgbClr val="0000C8"/>
                        </a:buClr>
                        <a:buSzPct val="80000"/>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3pPr>
                      <a:lvl4pPr>
                        <a:spcBef>
                          <a:spcPct val="20000"/>
                        </a:spcBef>
                        <a:buClr>
                          <a:srgbClr val="FF7F00"/>
                        </a:buClr>
                        <a:buSzPct val="8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4pPr>
                      <a:lvl5pPr>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20000"/>
                        </a:lnSpc>
                        <a:spcBef>
                          <a:spcPct val="0"/>
                        </a:spcBef>
                        <a:spcAft>
                          <a:spcPct val="0"/>
                        </a:spcAft>
                        <a:buClr>
                          <a:srgbClr val="C80000"/>
                        </a:buClr>
                        <a:buSzPct val="80000"/>
                        <a:buFont typeface="Wingdings" panose="05000000000000000000" pitchFamily="2" charset="2"/>
                        <a:buNone/>
                      </a:pPr>
                      <a:r>
                        <a:rPr kumimoji="0" lang="zh-CN" altLang="en-US" sz="1800" b="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sym typeface="+mn-lt"/>
                        </a:rPr>
                        <a:t>操作码</a:t>
                      </a:r>
                      <a:endParaRPr kumimoji="0" lang="zh-CN" altLang="en-US" sz="18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cs typeface="+mn-ea"/>
                        <a:sym typeface="+mn-lt"/>
                      </a:endParaRPr>
                    </a:p>
                  </a:txBody>
                  <a:tcPr horzOverflow="overflow"/>
                </a:tc>
                <a:tc>
                  <a:txBody>
                    <a:bodyPr/>
                    <a:lstStyle>
                      <a:lvl1pPr>
                        <a:spcBef>
                          <a:spcPct val="20000"/>
                        </a:spcBef>
                        <a:buClr>
                          <a:srgbClr val="C80000"/>
                        </a:buClr>
                        <a:buSzPct val="80000"/>
                        <a:buFont typeface="Wingdings" panose="05000000000000000000" pitchFamily="2" charset="2"/>
                        <a:defRPr sz="2800">
                          <a:solidFill>
                            <a:schemeClr val="tx1"/>
                          </a:solidFill>
                          <a:latin typeface="Times New Roman" panose="02020603050405020304" pitchFamily="18" charset="0"/>
                          <a:ea typeface="宋体" panose="02010600030101010101" pitchFamily="2" charset="-122"/>
                        </a:defRPr>
                      </a:lvl1pPr>
                      <a:lvl2pPr>
                        <a:spcBef>
                          <a:spcPct val="20000"/>
                        </a:spcBef>
                        <a:buClr>
                          <a:srgbClr val="00C800"/>
                        </a:buClr>
                        <a:buSzPct val="8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2pPr>
                      <a:lvl3pPr>
                        <a:spcBef>
                          <a:spcPct val="20000"/>
                        </a:spcBef>
                        <a:buClr>
                          <a:srgbClr val="0000C8"/>
                        </a:buClr>
                        <a:buSzPct val="80000"/>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3pPr>
                      <a:lvl4pPr>
                        <a:spcBef>
                          <a:spcPct val="20000"/>
                        </a:spcBef>
                        <a:buClr>
                          <a:srgbClr val="FF7F00"/>
                        </a:buClr>
                        <a:buSzPct val="8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4pPr>
                      <a:lvl5pPr>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20000"/>
                        </a:lnSpc>
                        <a:spcBef>
                          <a:spcPct val="0"/>
                        </a:spcBef>
                        <a:spcAft>
                          <a:spcPct val="0"/>
                        </a:spcAft>
                        <a:buClr>
                          <a:srgbClr val="C80000"/>
                        </a:buClr>
                        <a:buSzPct val="80000"/>
                        <a:buFont typeface="Wingdings" panose="05000000000000000000" pitchFamily="2" charset="2"/>
                        <a:buNone/>
                      </a:pPr>
                      <a:r>
                        <a:rPr kumimoji="0" lang="zh-CN" altLang="en-US" sz="1800" b="0" u="none" strike="noStrike" cap="none" normalizeH="0" baseline="0">
                          <a:ln>
                            <a:noFill/>
                          </a:ln>
                          <a:solidFill>
                            <a:schemeClr val="tx1"/>
                          </a:solidFill>
                          <a:effectLst/>
                          <a:latin typeface="微软雅黑 Light" panose="020B0502040204020203" pitchFamily="34" charset="-122"/>
                          <a:ea typeface="微软雅黑 Light" panose="020B0502040204020203" pitchFamily="34" charset="-122"/>
                          <a:sym typeface="+mn-lt"/>
                        </a:rPr>
                        <a:t>硬件类型</a:t>
                      </a:r>
                      <a:endParaRPr kumimoji="0" lang="zh-CN" altLang="en-US" sz="1800" b="0" i="0" u="none" strike="noStrike" cap="none" normalizeH="0" baseline="0">
                        <a:ln>
                          <a:noFill/>
                        </a:ln>
                        <a:solidFill>
                          <a:schemeClr val="tx1"/>
                        </a:solidFill>
                        <a:effectLst/>
                        <a:latin typeface="微软雅黑 Light" panose="020B0502040204020203" pitchFamily="34" charset="-122"/>
                        <a:ea typeface="微软雅黑 Light" panose="020B0502040204020203" pitchFamily="34" charset="-122"/>
                        <a:cs typeface="+mn-ea"/>
                        <a:sym typeface="+mn-lt"/>
                      </a:endParaRPr>
                    </a:p>
                  </a:txBody>
                  <a:tcPr horzOverflow="overflow"/>
                </a:tc>
                <a:tc>
                  <a:txBody>
                    <a:bodyPr/>
                    <a:lstStyle>
                      <a:lvl1pPr>
                        <a:spcBef>
                          <a:spcPct val="20000"/>
                        </a:spcBef>
                        <a:buClr>
                          <a:srgbClr val="C80000"/>
                        </a:buClr>
                        <a:buSzPct val="80000"/>
                        <a:buFont typeface="Wingdings" panose="05000000000000000000" pitchFamily="2" charset="2"/>
                        <a:defRPr sz="2800">
                          <a:solidFill>
                            <a:schemeClr val="tx1"/>
                          </a:solidFill>
                          <a:latin typeface="Times New Roman" panose="02020603050405020304" pitchFamily="18" charset="0"/>
                          <a:ea typeface="宋体" panose="02010600030101010101" pitchFamily="2" charset="-122"/>
                        </a:defRPr>
                      </a:lvl1pPr>
                      <a:lvl2pPr>
                        <a:spcBef>
                          <a:spcPct val="20000"/>
                        </a:spcBef>
                        <a:buClr>
                          <a:srgbClr val="00C800"/>
                        </a:buClr>
                        <a:buSzPct val="8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2pPr>
                      <a:lvl3pPr>
                        <a:spcBef>
                          <a:spcPct val="20000"/>
                        </a:spcBef>
                        <a:buClr>
                          <a:srgbClr val="0000C8"/>
                        </a:buClr>
                        <a:buSzPct val="80000"/>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3pPr>
                      <a:lvl4pPr>
                        <a:spcBef>
                          <a:spcPct val="20000"/>
                        </a:spcBef>
                        <a:buClr>
                          <a:srgbClr val="FF7F00"/>
                        </a:buClr>
                        <a:buSzPct val="8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4pPr>
                      <a:lvl5pPr>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20000"/>
                        </a:lnSpc>
                        <a:spcBef>
                          <a:spcPct val="0"/>
                        </a:spcBef>
                        <a:spcAft>
                          <a:spcPct val="0"/>
                        </a:spcAft>
                        <a:buClr>
                          <a:srgbClr val="C80000"/>
                        </a:buClr>
                        <a:buSzPct val="80000"/>
                        <a:buFont typeface="Wingdings" panose="05000000000000000000" pitchFamily="2" charset="2"/>
                        <a:buNone/>
                      </a:pPr>
                      <a:r>
                        <a:rPr kumimoji="0" lang="zh-CN" altLang="en-US" sz="1800" b="0" u="none" strike="noStrike" cap="none" normalizeH="0" baseline="0">
                          <a:ln>
                            <a:noFill/>
                          </a:ln>
                          <a:solidFill>
                            <a:schemeClr val="tx1"/>
                          </a:solidFill>
                          <a:effectLst/>
                          <a:latin typeface="微软雅黑 Light" panose="020B0502040204020203" pitchFamily="34" charset="-122"/>
                          <a:ea typeface="微软雅黑 Light" panose="020B0502040204020203" pitchFamily="34" charset="-122"/>
                          <a:sym typeface="+mn-lt"/>
                        </a:rPr>
                        <a:t>硬件地址长度</a:t>
                      </a:r>
                      <a:endParaRPr kumimoji="0" lang="zh-CN" altLang="en-US" sz="1800" b="0" i="0" u="none" strike="noStrike" cap="none" normalizeH="0" baseline="0">
                        <a:ln>
                          <a:noFill/>
                        </a:ln>
                        <a:solidFill>
                          <a:schemeClr val="tx1"/>
                        </a:solidFill>
                        <a:effectLst/>
                        <a:latin typeface="微软雅黑 Light" panose="020B0502040204020203" pitchFamily="34" charset="-122"/>
                        <a:ea typeface="微软雅黑 Light" panose="020B0502040204020203" pitchFamily="34" charset="-122"/>
                        <a:cs typeface="+mn-ea"/>
                        <a:sym typeface="+mn-lt"/>
                      </a:endParaRPr>
                    </a:p>
                  </a:txBody>
                  <a:tcPr horzOverflow="overflow"/>
                </a:tc>
                <a:tc>
                  <a:txBody>
                    <a:bodyPr/>
                    <a:lstStyle>
                      <a:lvl1pPr>
                        <a:spcBef>
                          <a:spcPct val="20000"/>
                        </a:spcBef>
                        <a:buClr>
                          <a:srgbClr val="C80000"/>
                        </a:buClr>
                        <a:buSzPct val="80000"/>
                        <a:buFont typeface="Wingdings" panose="05000000000000000000" pitchFamily="2" charset="2"/>
                        <a:defRPr sz="2800">
                          <a:solidFill>
                            <a:schemeClr val="tx1"/>
                          </a:solidFill>
                          <a:latin typeface="Times New Roman" panose="02020603050405020304" pitchFamily="18" charset="0"/>
                          <a:ea typeface="宋体" panose="02010600030101010101" pitchFamily="2" charset="-122"/>
                        </a:defRPr>
                      </a:lvl1pPr>
                      <a:lvl2pPr>
                        <a:spcBef>
                          <a:spcPct val="20000"/>
                        </a:spcBef>
                        <a:buClr>
                          <a:srgbClr val="00C800"/>
                        </a:buClr>
                        <a:buSzPct val="8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2pPr>
                      <a:lvl3pPr>
                        <a:spcBef>
                          <a:spcPct val="20000"/>
                        </a:spcBef>
                        <a:buClr>
                          <a:srgbClr val="0000C8"/>
                        </a:buClr>
                        <a:buSzPct val="80000"/>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3pPr>
                      <a:lvl4pPr>
                        <a:spcBef>
                          <a:spcPct val="20000"/>
                        </a:spcBef>
                        <a:buClr>
                          <a:srgbClr val="FF7F00"/>
                        </a:buClr>
                        <a:buSzPct val="8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4pPr>
                      <a:lvl5pPr>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20000"/>
                        </a:lnSpc>
                        <a:spcBef>
                          <a:spcPct val="0"/>
                        </a:spcBef>
                        <a:spcAft>
                          <a:spcPct val="0"/>
                        </a:spcAft>
                        <a:buClr>
                          <a:srgbClr val="C80000"/>
                        </a:buClr>
                        <a:buSzPct val="80000"/>
                        <a:buFont typeface="Wingdings" panose="05000000000000000000" pitchFamily="2" charset="2"/>
                        <a:buNone/>
                      </a:pPr>
                      <a:r>
                        <a:rPr kumimoji="0" lang="zh-CN" altLang="en-US" sz="2000" b="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sym typeface="+mn-lt"/>
                        </a:rPr>
                        <a:t>跳数</a:t>
                      </a:r>
                      <a:endParaRPr kumimoji="0" lang="zh-CN" altLang="en-US" sz="20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cs typeface="+mn-ea"/>
                        <a:sym typeface="+mn-lt"/>
                      </a:endParaRPr>
                    </a:p>
                  </a:txBody>
                  <a:tcPr horzOverflow="overflow"/>
                </a:tc>
              </a:tr>
              <a:tr h="368377">
                <a:tc gridSpan="4">
                  <a:txBody>
                    <a:bodyPr/>
                    <a:lstStyle>
                      <a:lvl1pPr>
                        <a:spcBef>
                          <a:spcPct val="20000"/>
                        </a:spcBef>
                        <a:buClr>
                          <a:srgbClr val="C80000"/>
                        </a:buClr>
                        <a:buSzPct val="80000"/>
                        <a:buFont typeface="Wingdings" panose="05000000000000000000" pitchFamily="2" charset="2"/>
                        <a:defRPr sz="2800">
                          <a:solidFill>
                            <a:schemeClr val="tx1"/>
                          </a:solidFill>
                          <a:latin typeface="Times New Roman" panose="02020603050405020304" pitchFamily="18" charset="0"/>
                          <a:ea typeface="宋体" panose="02010600030101010101" pitchFamily="2" charset="-122"/>
                        </a:defRPr>
                      </a:lvl1pPr>
                      <a:lvl2pPr>
                        <a:spcBef>
                          <a:spcPct val="20000"/>
                        </a:spcBef>
                        <a:buClr>
                          <a:srgbClr val="00C800"/>
                        </a:buClr>
                        <a:buSzPct val="8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2pPr>
                      <a:lvl3pPr>
                        <a:spcBef>
                          <a:spcPct val="20000"/>
                        </a:spcBef>
                        <a:buClr>
                          <a:srgbClr val="0000C8"/>
                        </a:buClr>
                        <a:buSzPct val="80000"/>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3pPr>
                      <a:lvl4pPr>
                        <a:spcBef>
                          <a:spcPct val="20000"/>
                        </a:spcBef>
                        <a:buClr>
                          <a:srgbClr val="FF7F00"/>
                        </a:buClr>
                        <a:buSzPct val="8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4pPr>
                      <a:lvl5pPr>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20000"/>
                        </a:lnSpc>
                        <a:spcBef>
                          <a:spcPct val="0"/>
                        </a:spcBef>
                        <a:spcAft>
                          <a:spcPct val="0"/>
                        </a:spcAft>
                        <a:buClr>
                          <a:srgbClr val="C80000"/>
                        </a:buClr>
                        <a:buSzPct val="80000"/>
                        <a:buFont typeface="Wingdings" panose="05000000000000000000" pitchFamily="2" charset="2"/>
                        <a:buNone/>
                      </a:pPr>
                      <a:r>
                        <a:rPr kumimoji="0" lang="zh-CN" altLang="en-US" sz="1800" b="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sym typeface="+mn-lt"/>
                        </a:rPr>
                        <a:t>事务标识</a:t>
                      </a:r>
                      <a:endParaRPr kumimoji="0" lang="zh-CN" altLang="en-US" sz="18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cs typeface="+mn-ea"/>
                        <a:sym typeface="+mn-lt"/>
                      </a:endParaRPr>
                    </a:p>
                  </a:txBody>
                  <a:tcPr horzOverflow="overflow"/>
                </a:tc>
                <a:tc hMerge="1">
                  <a:tcPr/>
                </a:tc>
                <a:tc hMerge="1">
                  <a:tcPr/>
                </a:tc>
                <a:tc hMerge="1">
                  <a:tcPr/>
                </a:tc>
              </a:tr>
              <a:tr h="368377">
                <a:tc gridSpan="2">
                  <a:txBody>
                    <a:bodyPr/>
                    <a:lstStyle>
                      <a:lvl1pPr>
                        <a:spcBef>
                          <a:spcPct val="20000"/>
                        </a:spcBef>
                        <a:buClr>
                          <a:srgbClr val="C80000"/>
                        </a:buClr>
                        <a:buSzPct val="80000"/>
                        <a:buFont typeface="Wingdings" panose="05000000000000000000" pitchFamily="2" charset="2"/>
                        <a:defRPr sz="2800">
                          <a:solidFill>
                            <a:schemeClr val="tx1"/>
                          </a:solidFill>
                          <a:latin typeface="Times New Roman" panose="02020603050405020304" pitchFamily="18" charset="0"/>
                          <a:ea typeface="宋体" panose="02010600030101010101" pitchFamily="2" charset="-122"/>
                        </a:defRPr>
                      </a:lvl1pPr>
                      <a:lvl2pPr>
                        <a:spcBef>
                          <a:spcPct val="20000"/>
                        </a:spcBef>
                        <a:buClr>
                          <a:srgbClr val="00C800"/>
                        </a:buClr>
                        <a:buSzPct val="8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2pPr>
                      <a:lvl3pPr>
                        <a:spcBef>
                          <a:spcPct val="20000"/>
                        </a:spcBef>
                        <a:buClr>
                          <a:srgbClr val="0000C8"/>
                        </a:buClr>
                        <a:buSzPct val="80000"/>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3pPr>
                      <a:lvl4pPr>
                        <a:spcBef>
                          <a:spcPct val="20000"/>
                        </a:spcBef>
                        <a:buClr>
                          <a:srgbClr val="FF7F00"/>
                        </a:buClr>
                        <a:buSzPct val="8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4pPr>
                      <a:lvl5pPr>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20000"/>
                        </a:lnSpc>
                        <a:spcBef>
                          <a:spcPct val="0"/>
                        </a:spcBef>
                        <a:spcAft>
                          <a:spcPct val="0"/>
                        </a:spcAft>
                        <a:buClr>
                          <a:srgbClr val="C80000"/>
                        </a:buClr>
                        <a:buSzPct val="80000"/>
                        <a:buFont typeface="Wingdings" panose="05000000000000000000" pitchFamily="2" charset="2"/>
                        <a:buNone/>
                      </a:pPr>
                      <a:r>
                        <a:rPr kumimoji="0" lang="zh-CN" altLang="en-US" sz="1800" b="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sym typeface="+mn-lt"/>
                        </a:rPr>
                        <a:t>秒数</a:t>
                      </a:r>
                      <a:endParaRPr kumimoji="0" lang="zh-CN" altLang="en-US" sz="18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cs typeface="+mn-ea"/>
                        <a:sym typeface="+mn-lt"/>
                      </a:endParaRPr>
                    </a:p>
                  </a:txBody>
                  <a:tcPr horzOverflow="overflow"/>
                </a:tc>
                <a:tc hMerge="1">
                  <a:tcPr/>
                </a:tc>
                <a:tc gridSpan="2">
                  <a:txBody>
                    <a:bodyPr/>
                    <a:lstStyle>
                      <a:lvl1pPr>
                        <a:spcBef>
                          <a:spcPct val="20000"/>
                        </a:spcBef>
                        <a:buClr>
                          <a:srgbClr val="C80000"/>
                        </a:buClr>
                        <a:buSzPct val="80000"/>
                        <a:buFont typeface="Wingdings" panose="05000000000000000000" pitchFamily="2" charset="2"/>
                        <a:defRPr sz="2800">
                          <a:solidFill>
                            <a:schemeClr val="tx1"/>
                          </a:solidFill>
                          <a:latin typeface="Times New Roman" panose="02020603050405020304" pitchFamily="18" charset="0"/>
                          <a:ea typeface="宋体" panose="02010600030101010101" pitchFamily="2" charset="-122"/>
                        </a:defRPr>
                      </a:lvl1pPr>
                      <a:lvl2pPr>
                        <a:spcBef>
                          <a:spcPct val="20000"/>
                        </a:spcBef>
                        <a:buClr>
                          <a:srgbClr val="00C800"/>
                        </a:buClr>
                        <a:buSzPct val="8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2pPr>
                      <a:lvl3pPr>
                        <a:spcBef>
                          <a:spcPct val="20000"/>
                        </a:spcBef>
                        <a:buClr>
                          <a:srgbClr val="0000C8"/>
                        </a:buClr>
                        <a:buSzPct val="80000"/>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3pPr>
                      <a:lvl4pPr>
                        <a:spcBef>
                          <a:spcPct val="20000"/>
                        </a:spcBef>
                        <a:buClr>
                          <a:srgbClr val="FF7F00"/>
                        </a:buClr>
                        <a:buSzPct val="8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4pPr>
                      <a:lvl5pPr>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20000"/>
                        </a:lnSpc>
                        <a:spcBef>
                          <a:spcPct val="0"/>
                        </a:spcBef>
                        <a:spcAft>
                          <a:spcPct val="0"/>
                        </a:spcAft>
                        <a:buClr>
                          <a:srgbClr val="C80000"/>
                        </a:buClr>
                        <a:buSzPct val="80000"/>
                        <a:buFont typeface="Wingdings" panose="05000000000000000000" pitchFamily="2" charset="2"/>
                        <a:buNone/>
                      </a:pPr>
                      <a:r>
                        <a:rPr kumimoji="0" lang="zh-CN" altLang="en-US" sz="1800" b="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sym typeface="+mn-lt"/>
                        </a:rPr>
                        <a:t>标志</a:t>
                      </a:r>
                      <a:endParaRPr kumimoji="0" lang="zh-CN" altLang="en-US" sz="18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cs typeface="+mn-ea"/>
                        <a:sym typeface="+mn-lt"/>
                      </a:endParaRPr>
                    </a:p>
                  </a:txBody>
                  <a:tcPr horzOverflow="overflow"/>
                </a:tc>
                <a:tc hMerge="1">
                  <a:tcPr/>
                </a:tc>
              </a:tr>
              <a:tr h="368377">
                <a:tc gridSpan="4">
                  <a:txBody>
                    <a:bodyPr/>
                    <a:lstStyle>
                      <a:lvl1pPr>
                        <a:spcBef>
                          <a:spcPct val="20000"/>
                        </a:spcBef>
                        <a:buClr>
                          <a:srgbClr val="C80000"/>
                        </a:buClr>
                        <a:buSzPct val="80000"/>
                        <a:buFont typeface="Wingdings" panose="05000000000000000000" pitchFamily="2" charset="2"/>
                        <a:defRPr sz="2800">
                          <a:solidFill>
                            <a:schemeClr val="tx1"/>
                          </a:solidFill>
                          <a:latin typeface="Times New Roman" panose="02020603050405020304" pitchFamily="18" charset="0"/>
                          <a:ea typeface="宋体" panose="02010600030101010101" pitchFamily="2" charset="-122"/>
                        </a:defRPr>
                      </a:lvl1pPr>
                      <a:lvl2pPr>
                        <a:spcBef>
                          <a:spcPct val="20000"/>
                        </a:spcBef>
                        <a:buClr>
                          <a:srgbClr val="00C800"/>
                        </a:buClr>
                        <a:buSzPct val="8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2pPr>
                      <a:lvl3pPr>
                        <a:spcBef>
                          <a:spcPct val="20000"/>
                        </a:spcBef>
                        <a:buClr>
                          <a:srgbClr val="0000C8"/>
                        </a:buClr>
                        <a:buSzPct val="80000"/>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3pPr>
                      <a:lvl4pPr>
                        <a:spcBef>
                          <a:spcPct val="20000"/>
                        </a:spcBef>
                        <a:buClr>
                          <a:srgbClr val="FF7F00"/>
                        </a:buClr>
                        <a:buSzPct val="8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4pPr>
                      <a:lvl5pPr>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20000"/>
                        </a:lnSpc>
                        <a:spcBef>
                          <a:spcPct val="0"/>
                        </a:spcBef>
                        <a:spcAft>
                          <a:spcPct val="0"/>
                        </a:spcAft>
                        <a:buClr>
                          <a:srgbClr val="C80000"/>
                        </a:buClr>
                        <a:buSzPct val="80000"/>
                        <a:buFont typeface="Wingdings" panose="05000000000000000000" pitchFamily="2" charset="2"/>
                        <a:buNone/>
                      </a:pPr>
                      <a:r>
                        <a:rPr kumimoji="0" lang="zh-CN" altLang="en-US" sz="1800" b="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sym typeface="+mn-lt"/>
                        </a:rPr>
                        <a:t>客户</a:t>
                      </a:r>
                      <a:r>
                        <a:rPr kumimoji="0" lang="en-US" altLang="zh-CN" sz="1800" b="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sym typeface="+mn-lt"/>
                        </a:rPr>
                        <a:t>IP</a:t>
                      </a:r>
                      <a:r>
                        <a:rPr kumimoji="0" lang="zh-CN" altLang="en-US" sz="1800" b="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sym typeface="+mn-lt"/>
                        </a:rPr>
                        <a:t>地址</a:t>
                      </a:r>
                      <a:endParaRPr kumimoji="0" lang="zh-CN" altLang="en-US" sz="18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cs typeface="+mn-ea"/>
                        <a:sym typeface="+mn-lt"/>
                      </a:endParaRPr>
                    </a:p>
                  </a:txBody>
                  <a:tcPr horzOverflow="overflow"/>
                </a:tc>
                <a:tc hMerge="1">
                  <a:tcPr/>
                </a:tc>
                <a:tc hMerge="1">
                  <a:tcPr/>
                </a:tc>
                <a:tc hMerge="1">
                  <a:tcPr/>
                </a:tc>
              </a:tr>
              <a:tr h="368377">
                <a:tc gridSpan="4">
                  <a:txBody>
                    <a:bodyPr/>
                    <a:lstStyle>
                      <a:lvl1pPr>
                        <a:spcBef>
                          <a:spcPct val="20000"/>
                        </a:spcBef>
                        <a:buClr>
                          <a:srgbClr val="C80000"/>
                        </a:buClr>
                        <a:buSzPct val="80000"/>
                        <a:buFont typeface="Wingdings" panose="05000000000000000000" pitchFamily="2" charset="2"/>
                        <a:defRPr sz="2800">
                          <a:solidFill>
                            <a:schemeClr val="tx1"/>
                          </a:solidFill>
                          <a:latin typeface="Times New Roman" panose="02020603050405020304" pitchFamily="18" charset="0"/>
                          <a:ea typeface="宋体" panose="02010600030101010101" pitchFamily="2" charset="-122"/>
                        </a:defRPr>
                      </a:lvl1pPr>
                      <a:lvl2pPr>
                        <a:spcBef>
                          <a:spcPct val="20000"/>
                        </a:spcBef>
                        <a:buClr>
                          <a:srgbClr val="00C800"/>
                        </a:buClr>
                        <a:buSzPct val="8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2pPr>
                      <a:lvl3pPr>
                        <a:spcBef>
                          <a:spcPct val="20000"/>
                        </a:spcBef>
                        <a:buClr>
                          <a:srgbClr val="0000C8"/>
                        </a:buClr>
                        <a:buSzPct val="80000"/>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3pPr>
                      <a:lvl4pPr>
                        <a:spcBef>
                          <a:spcPct val="20000"/>
                        </a:spcBef>
                        <a:buClr>
                          <a:srgbClr val="FF7F00"/>
                        </a:buClr>
                        <a:buSzPct val="8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4pPr>
                      <a:lvl5pPr>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20000"/>
                        </a:lnSpc>
                        <a:spcBef>
                          <a:spcPct val="0"/>
                        </a:spcBef>
                        <a:spcAft>
                          <a:spcPct val="0"/>
                        </a:spcAft>
                        <a:buClr>
                          <a:srgbClr val="C80000"/>
                        </a:buClr>
                        <a:buSzPct val="80000"/>
                        <a:buFont typeface="Wingdings" panose="05000000000000000000" pitchFamily="2" charset="2"/>
                        <a:buNone/>
                      </a:pPr>
                      <a:r>
                        <a:rPr kumimoji="0" lang="zh-CN" altLang="en-US" sz="1800" b="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sym typeface="+mn-lt"/>
                        </a:rPr>
                        <a:t>您的</a:t>
                      </a:r>
                      <a:r>
                        <a:rPr kumimoji="0" lang="en-US" altLang="zh-CN" sz="1800" b="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sym typeface="+mn-lt"/>
                        </a:rPr>
                        <a:t>IP</a:t>
                      </a:r>
                      <a:r>
                        <a:rPr kumimoji="0" lang="zh-CN" altLang="en-US" sz="1800" b="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sym typeface="+mn-lt"/>
                        </a:rPr>
                        <a:t>地址</a:t>
                      </a:r>
                      <a:endParaRPr kumimoji="0" lang="zh-CN" altLang="en-US" sz="18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cs typeface="+mn-ea"/>
                        <a:sym typeface="+mn-lt"/>
                      </a:endParaRPr>
                    </a:p>
                  </a:txBody>
                  <a:tcPr horzOverflow="overflow"/>
                </a:tc>
                <a:tc hMerge="1">
                  <a:tcPr/>
                </a:tc>
                <a:tc hMerge="1">
                  <a:tcPr/>
                </a:tc>
                <a:tc hMerge="1">
                  <a:tcPr/>
                </a:tc>
              </a:tr>
              <a:tr h="368377">
                <a:tc gridSpan="4">
                  <a:txBody>
                    <a:bodyPr/>
                    <a:lstStyle>
                      <a:lvl1pPr>
                        <a:spcBef>
                          <a:spcPct val="20000"/>
                        </a:spcBef>
                        <a:buClr>
                          <a:srgbClr val="C80000"/>
                        </a:buClr>
                        <a:buSzPct val="80000"/>
                        <a:buFont typeface="Wingdings" panose="05000000000000000000" pitchFamily="2" charset="2"/>
                        <a:defRPr sz="2800">
                          <a:solidFill>
                            <a:schemeClr val="tx1"/>
                          </a:solidFill>
                          <a:latin typeface="Times New Roman" panose="02020603050405020304" pitchFamily="18" charset="0"/>
                          <a:ea typeface="宋体" panose="02010600030101010101" pitchFamily="2" charset="-122"/>
                        </a:defRPr>
                      </a:lvl1pPr>
                      <a:lvl2pPr>
                        <a:spcBef>
                          <a:spcPct val="20000"/>
                        </a:spcBef>
                        <a:buClr>
                          <a:srgbClr val="00C800"/>
                        </a:buClr>
                        <a:buSzPct val="8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2pPr>
                      <a:lvl3pPr>
                        <a:spcBef>
                          <a:spcPct val="20000"/>
                        </a:spcBef>
                        <a:buClr>
                          <a:srgbClr val="0000C8"/>
                        </a:buClr>
                        <a:buSzPct val="80000"/>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3pPr>
                      <a:lvl4pPr>
                        <a:spcBef>
                          <a:spcPct val="20000"/>
                        </a:spcBef>
                        <a:buClr>
                          <a:srgbClr val="FF7F00"/>
                        </a:buClr>
                        <a:buSzPct val="8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4pPr>
                      <a:lvl5pPr>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20000"/>
                        </a:lnSpc>
                        <a:spcBef>
                          <a:spcPct val="0"/>
                        </a:spcBef>
                        <a:spcAft>
                          <a:spcPct val="0"/>
                        </a:spcAft>
                        <a:buClr>
                          <a:srgbClr val="C80000"/>
                        </a:buClr>
                        <a:buSzPct val="80000"/>
                        <a:buFont typeface="Wingdings" panose="05000000000000000000" pitchFamily="2" charset="2"/>
                        <a:buNone/>
                      </a:pPr>
                      <a:r>
                        <a:rPr kumimoji="0" lang="zh-CN" altLang="en-US" sz="1800" b="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sym typeface="+mn-lt"/>
                        </a:rPr>
                        <a:t>服务器</a:t>
                      </a:r>
                      <a:r>
                        <a:rPr kumimoji="0" lang="en-US" altLang="zh-CN" sz="1800" b="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sym typeface="+mn-lt"/>
                        </a:rPr>
                        <a:t>IP</a:t>
                      </a:r>
                      <a:r>
                        <a:rPr kumimoji="0" lang="zh-CN" altLang="en-US" sz="1800" b="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sym typeface="+mn-lt"/>
                        </a:rPr>
                        <a:t>地址</a:t>
                      </a:r>
                      <a:endParaRPr kumimoji="0" lang="zh-CN" altLang="en-US" sz="18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cs typeface="+mn-ea"/>
                        <a:sym typeface="+mn-lt"/>
                      </a:endParaRPr>
                    </a:p>
                  </a:txBody>
                  <a:tcPr horzOverflow="overflow"/>
                </a:tc>
                <a:tc hMerge="1">
                  <a:tcPr/>
                </a:tc>
                <a:tc hMerge="1">
                  <a:tcPr/>
                </a:tc>
                <a:tc hMerge="1">
                  <a:tcPr/>
                </a:tc>
              </a:tr>
              <a:tr h="368377">
                <a:tc gridSpan="4">
                  <a:txBody>
                    <a:bodyPr/>
                    <a:lstStyle>
                      <a:lvl1pPr>
                        <a:spcBef>
                          <a:spcPct val="20000"/>
                        </a:spcBef>
                        <a:buClr>
                          <a:srgbClr val="C80000"/>
                        </a:buClr>
                        <a:buSzPct val="80000"/>
                        <a:buFont typeface="Wingdings" panose="05000000000000000000" pitchFamily="2" charset="2"/>
                        <a:defRPr sz="2800">
                          <a:solidFill>
                            <a:schemeClr val="tx1"/>
                          </a:solidFill>
                          <a:latin typeface="Times New Roman" panose="02020603050405020304" pitchFamily="18" charset="0"/>
                          <a:ea typeface="宋体" panose="02010600030101010101" pitchFamily="2" charset="-122"/>
                        </a:defRPr>
                      </a:lvl1pPr>
                      <a:lvl2pPr>
                        <a:spcBef>
                          <a:spcPct val="20000"/>
                        </a:spcBef>
                        <a:buClr>
                          <a:srgbClr val="00C800"/>
                        </a:buClr>
                        <a:buSzPct val="8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2pPr>
                      <a:lvl3pPr>
                        <a:spcBef>
                          <a:spcPct val="20000"/>
                        </a:spcBef>
                        <a:buClr>
                          <a:srgbClr val="0000C8"/>
                        </a:buClr>
                        <a:buSzPct val="80000"/>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3pPr>
                      <a:lvl4pPr>
                        <a:spcBef>
                          <a:spcPct val="20000"/>
                        </a:spcBef>
                        <a:buClr>
                          <a:srgbClr val="FF7F00"/>
                        </a:buClr>
                        <a:buSzPct val="8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4pPr>
                      <a:lvl5pPr>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20000"/>
                        </a:lnSpc>
                        <a:spcBef>
                          <a:spcPct val="0"/>
                        </a:spcBef>
                        <a:spcAft>
                          <a:spcPct val="0"/>
                        </a:spcAft>
                        <a:buClr>
                          <a:srgbClr val="C80000"/>
                        </a:buClr>
                        <a:buSzPct val="80000"/>
                        <a:buFont typeface="Wingdings" panose="05000000000000000000" pitchFamily="2" charset="2"/>
                        <a:buNone/>
                      </a:pPr>
                      <a:r>
                        <a:rPr kumimoji="0" lang="zh-CN" altLang="en-US" sz="1800" b="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sym typeface="+mn-lt"/>
                        </a:rPr>
                        <a:t>网关</a:t>
                      </a:r>
                      <a:r>
                        <a:rPr kumimoji="0" lang="en-US" altLang="zh-CN" sz="1800" b="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sym typeface="+mn-lt"/>
                        </a:rPr>
                        <a:t>IP</a:t>
                      </a:r>
                      <a:r>
                        <a:rPr kumimoji="0" lang="zh-CN" altLang="en-US" sz="1800" b="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sym typeface="+mn-lt"/>
                        </a:rPr>
                        <a:t>地址</a:t>
                      </a:r>
                      <a:endParaRPr kumimoji="0" lang="zh-CN" altLang="en-US" sz="18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cs typeface="+mn-ea"/>
                        <a:sym typeface="+mn-lt"/>
                      </a:endParaRPr>
                    </a:p>
                  </a:txBody>
                  <a:tcPr horzOverflow="overflow"/>
                </a:tc>
                <a:tc hMerge="1">
                  <a:tcPr/>
                </a:tc>
                <a:tc hMerge="1">
                  <a:tcPr/>
                </a:tc>
                <a:tc hMerge="1">
                  <a:tcPr/>
                </a:tc>
              </a:tr>
              <a:tr h="368377">
                <a:tc gridSpan="4">
                  <a:txBody>
                    <a:bodyPr/>
                    <a:lstStyle>
                      <a:lvl1pPr>
                        <a:spcBef>
                          <a:spcPct val="20000"/>
                        </a:spcBef>
                        <a:buClr>
                          <a:srgbClr val="C80000"/>
                        </a:buClr>
                        <a:buSzPct val="80000"/>
                        <a:buFont typeface="Wingdings" panose="05000000000000000000" pitchFamily="2" charset="2"/>
                        <a:defRPr sz="2800">
                          <a:solidFill>
                            <a:schemeClr val="tx1"/>
                          </a:solidFill>
                          <a:latin typeface="Times New Roman" panose="02020603050405020304" pitchFamily="18" charset="0"/>
                          <a:ea typeface="宋体" panose="02010600030101010101" pitchFamily="2" charset="-122"/>
                        </a:defRPr>
                      </a:lvl1pPr>
                      <a:lvl2pPr>
                        <a:spcBef>
                          <a:spcPct val="20000"/>
                        </a:spcBef>
                        <a:buClr>
                          <a:srgbClr val="00C800"/>
                        </a:buClr>
                        <a:buSzPct val="8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2pPr>
                      <a:lvl3pPr>
                        <a:spcBef>
                          <a:spcPct val="20000"/>
                        </a:spcBef>
                        <a:buClr>
                          <a:srgbClr val="0000C8"/>
                        </a:buClr>
                        <a:buSzPct val="80000"/>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3pPr>
                      <a:lvl4pPr>
                        <a:spcBef>
                          <a:spcPct val="20000"/>
                        </a:spcBef>
                        <a:buClr>
                          <a:srgbClr val="FF7F00"/>
                        </a:buClr>
                        <a:buSzPct val="8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4pPr>
                      <a:lvl5pPr>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20000"/>
                        </a:lnSpc>
                        <a:spcBef>
                          <a:spcPct val="0"/>
                        </a:spcBef>
                        <a:spcAft>
                          <a:spcPct val="0"/>
                        </a:spcAft>
                        <a:buClr>
                          <a:srgbClr val="C80000"/>
                        </a:buClr>
                        <a:buSzPct val="80000"/>
                        <a:buFont typeface="Wingdings" panose="05000000000000000000" pitchFamily="2" charset="2"/>
                        <a:buNone/>
                      </a:pPr>
                      <a:r>
                        <a:rPr kumimoji="0" lang="zh-CN" altLang="en-US" sz="1800" b="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sym typeface="+mn-lt"/>
                        </a:rPr>
                        <a:t>客户硬件地址</a:t>
                      </a:r>
                      <a:r>
                        <a:rPr kumimoji="0" lang="en-US" altLang="zh-CN" sz="1800" b="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sym typeface="+mn-lt"/>
                        </a:rPr>
                        <a:t>(16B)</a:t>
                      </a:r>
                      <a:endParaRPr kumimoji="0" lang="en-US" altLang="zh-CN" sz="18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cs typeface="+mn-ea"/>
                        <a:sym typeface="+mn-lt"/>
                      </a:endParaRPr>
                    </a:p>
                  </a:txBody>
                  <a:tcPr horzOverflow="overflow"/>
                </a:tc>
                <a:tc hMerge="1">
                  <a:tcPr/>
                </a:tc>
                <a:tc hMerge="1">
                  <a:tcPr/>
                </a:tc>
                <a:tc hMerge="1">
                  <a:tcPr/>
                </a:tc>
              </a:tr>
              <a:tr h="368377">
                <a:tc gridSpan="4">
                  <a:txBody>
                    <a:bodyPr/>
                    <a:lstStyle>
                      <a:lvl1pPr>
                        <a:spcBef>
                          <a:spcPct val="20000"/>
                        </a:spcBef>
                        <a:buClr>
                          <a:srgbClr val="C80000"/>
                        </a:buClr>
                        <a:buSzPct val="80000"/>
                        <a:buFont typeface="Wingdings" panose="05000000000000000000" pitchFamily="2" charset="2"/>
                        <a:defRPr sz="2800">
                          <a:solidFill>
                            <a:schemeClr val="tx1"/>
                          </a:solidFill>
                          <a:latin typeface="Times New Roman" panose="02020603050405020304" pitchFamily="18" charset="0"/>
                          <a:ea typeface="宋体" panose="02010600030101010101" pitchFamily="2" charset="-122"/>
                        </a:defRPr>
                      </a:lvl1pPr>
                      <a:lvl2pPr>
                        <a:spcBef>
                          <a:spcPct val="20000"/>
                        </a:spcBef>
                        <a:buClr>
                          <a:srgbClr val="00C800"/>
                        </a:buClr>
                        <a:buSzPct val="8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2pPr>
                      <a:lvl3pPr>
                        <a:spcBef>
                          <a:spcPct val="20000"/>
                        </a:spcBef>
                        <a:buClr>
                          <a:srgbClr val="0000C8"/>
                        </a:buClr>
                        <a:buSzPct val="80000"/>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3pPr>
                      <a:lvl4pPr>
                        <a:spcBef>
                          <a:spcPct val="20000"/>
                        </a:spcBef>
                        <a:buClr>
                          <a:srgbClr val="FF7F00"/>
                        </a:buClr>
                        <a:buSzPct val="8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4pPr>
                      <a:lvl5pPr>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20000"/>
                        </a:lnSpc>
                        <a:spcBef>
                          <a:spcPct val="0"/>
                        </a:spcBef>
                        <a:spcAft>
                          <a:spcPct val="0"/>
                        </a:spcAft>
                        <a:buClr>
                          <a:srgbClr val="C80000"/>
                        </a:buClr>
                        <a:buSzPct val="80000"/>
                        <a:buFont typeface="Wingdings" panose="05000000000000000000" pitchFamily="2" charset="2"/>
                        <a:buNone/>
                      </a:pPr>
                      <a:r>
                        <a:rPr kumimoji="0" lang="zh-CN" altLang="en-US" sz="1800" b="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sym typeface="+mn-lt"/>
                        </a:rPr>
                        <a:t>服务器名字</a:t>
                      </a:r>
                      <a:r>
                        <a:rPr kumimoji="0" lang="en-US" altLang="zh-CN" sz="1800" b="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sym typeface="+mn-lt"/>
                        </a:rPr>
                        <a:t>(64B)</a:t>
                      </a:r>
                      <a:endParaRPr kumimoji="0" lang="en-US" altLang="zh-CN" sz="18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cs typeface="+mn-ea"/>
                        <a:sym typeface="+mn-lt"/>
                      </a:endParaRPr>
                    </a:p>
                  </a:txBody>
                  <a:tcPr horzOverflow="overflow"/>
                </a:tc>
                <a:tc hMerge="1">
                  <a:tcPr/>
                </a:tc>
                <a:tc hMerge="1">
                  <a:tcPr/>
                </a:tc>
                <a:tc hMerge="1">
                  <a:tcPr/>
                </a:tc>
              </a:tr>
              <a:tr h="368377">
                <a:tc gridSpan="4">
                  <a:txBody>
                    <a:bodyPr/>
                    <a:lstStyle>
                      <a:lvl1pPr>
                        <a:spcBef>
                          <a:spcPct val="20000"/>
                        </a:spcBef>
                        <a:buClr>
                          <a:srgbClr val="C80000"/>
                        </a:buClr>
                        <a:buSzPct val="80000"/>
                        <a:buFont typeface="Wingdings" panose="05000000000000000000" pitchFamily="2" charset="2"/>
                        <a:defRPr sz="2800">
                          <a:solidFill>
                            <a:schemeClr val="tx1"/>
                          </a:solidFill>
                          <a:latin typeface="Times New Roman" panose="02020603050405020304" pitchFamily="18" charset="0"/>
                          <a:ea typeface="宋体" panose="02010600030101010101" pitchFamily="2" charset="-122"/>
                        </a:defRPr>
                      </a:lvl1pPr>
                      <a:lvl2pPr>
                        <a:spcBef>
                          <a:spcPct val="20000"/>
                        </a:spcBef>
                        <a:buClr>
                          <a:srgbClr val="00C800"/>
                        </a:buClr>
                        <a:buSzPct val="8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2pPr>
                      <a:lvl3pPr>
                        <a:spcBef>
                          <a:spcPct val="20000"/>
                        </a:spcBef>
                        <a:buClr>
                          <a:srgbClr val="0000C8"/>
                        </a:buClr>
                        <a:buSzPct val="80000"/>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3pPr>
                      <a:lvl4pPr>
                        <a:spcBef>
                          <a:spcPct val="20000"/>
                        </a:spcBef>
                        <a:buClr>
                          <a:srgbClr val="FF7F00"/>
                        </a:buClr>
                        <a:buSzPct val="8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4pPr>
                      <a:lvl5pPr>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20000"/>
                        </a:lnSpc>
                        <a:spcBef>
                          <a:spcPct val="0"/>
                        </a:spcBef>
                        <a:spcAft>
                          <a:spcPct val="0"/>
                        </a:spcAft>
                        <a:buClr>
                          <a:srgbClr val="C80000"/>
                        </a:buClr>
                        <a:buSzPct val="80000"/>
                        <a:buFont typeface="Wingdings" panose="05000000000000000000" pitchFamily="2" charset="2"/>
                        <a:buNone/>
                      </a:pPr>
                      <a:r>
                        <a:rPr kumimoji="0" lang="zh-CN" altLang="en-US" sz="1800" b="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sym typeface="+mn-lt"/>
                        </a:rPr>
                        <a:t>引导文件名</a:t>
                      </a:r>
                      <a:r>
                        <a:rPr kumimoji="0" lang="en-US" altLang="zh-CN" sz="1800" b="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sym typeface="+mn-lt"/>
                        </a:rPr>
                        <a:t>(128B)</a:t>
                      </a:r>
                      <a:endParaRPr kumimoji="0" lang="en-US" altLang="zh-CN" sz="18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cs typeface="+mn-ea"/>
                        <a:sym typeface="+mn-lt"/>
                      </a:endParaRPr>
                    </a:p>
                  </a:txBody>
                  <a:tcPr horzOverflow="overflow"/>
                </a:tc>
                <a:tc hMerge="1">
                  <a:tcPr/>
                </a:tc>
                <a:tc hMerge="1">
                  <a:tcPr/>
                </a:tc>
                <a:tc hMerge="1">
                  <a:tcPr/>
                </a:tc>
              </a:tr>
              <a:tr h="368377">
                <a:tc gridSpan="4">
                  <a:txBody>
                    <a:bodyPr/>
                    <a:lstStyle>
                      <a:lvl1pPr>
                        <a:spcBef>
                          <a:spcPct val="20000"/>
                        </a:spcBef>
                        <a:buClr>
                          <a:srgbClr val="C80000"/>
                        </a:buClr>
                        <a:buSzPct val="80000"/>
                        <a:buFont typeface="Wingdings" panose="05000000000000000000" pitchFamily="2" charset="2"/>
                        <a:defRPr sz="2800">
                          <a:solidFill>
                            <a:schemeClr val="tx1"/>
                          </a:solidFill>
                          <a:latin typeface="Times New Roman" panose="02020603050405020304" pitchFamily="18" charset="0"/>
                          <a:ea typeface="宋体" panose="02010600030101010101" pitchFamily="2" charset="-122"/>
                        </a:defRPr>
                      </a:lvl1pPr>
                      <a:lvl2pPr>
                        <a:spcBef>
                          <a:spcPct val="20000"/>
                        </a:spcBef>
                        <a:buClr>
                          <a:srgbClr val="00C800"/>
                        </a:buClr>
                        <a:buSzPct val="8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2pPr>
                      <a:lvl3pPr>
                        <a:spcBef>
                          <a:spcPct val="20000"/>
                        </a:spcBef>
                        <a:buClr>
                          <a:srgbClr val="0000C8"/>
                        </a:buClr>
                        <a:buSzPct val="80000"/>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3pPr>
                      <a:lvl4pPr>
                        <a:spcBef>
                          <a:spcPct val="20000"/>
                        </a:spcBef>
                        <a:buClr>
                          <a:srgbClr val="FF7F00"/>
                        </a:buClr>
                        <a:buSzPct val="8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4pPr>
                      <a:lvl5pPr>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20000"/>
                        </a:lnSpc>
                        <a:spcBef>
                          <a:spcPct val="0"/>
                        </a:spcBef>
                        <a:spcAft>
                          <a:spcPct val="0"/>
                        </a:spcAft>
                        <a:buClr>
                          <a:srgbClr val="C80000"/>
                        </a:buClr>
                        <a:buSzPct val="80000"/>
                        <a:buFont typeface="Wingdings" panose="05000000000000000000" pitchFamily="2" charset="2"/>
                        <a:buNone/>
                      </a:pPr>
                      <a:r>
                        <a:rPr kumimoji="0" lang="zh-CN" altLang="en-US" sz="1800" b="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sym typeface="+mn-lt"/>
                        </a:rPr>
                        <a:t>选项</a:t>
                      </a:r>
                      <a:r>
                        <a:rPr kumimoji="0" lang="en-US" altLang="zh-CN" sz="1800" b="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sym typeface="+mn-lt"/>
                        </a:rPr>
                        <a:t>(</a:t>
                      </a:r>
                      <a:r>
                        <a:rPr kumimoji="0" lang="zh-CN" altLang="en-US" sz="1800" b="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sym typeface="+mn-lt"/>
                        </a:rPr>
                        <a:t>最大</a:t>
                      </a:r>
                      <a:r>
                        <a:rPr kumimoji="0" lang="en-US" altLang="zh-CN" sz="1800" b="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sym typeface="+mn-lt"/>
                        </a:rPr>
                        <a:t>321B)</a:t>
                      </a:r>
                      <a:endParaRPr kumimoji="0" lang="en-US" altLang="zh-CN" sz="18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cs typeface="+mn-ea"/>
                        <a:sym typeface="+mn-lt"/>
                      </a:endParaRPr>
                    </a:p>
                  </a:txBody>
                  <a:tcPr horzOverflow="overflow"/>
                </a:tc>
                <a:tc hMerge="1">
                  <a:tcPr/>
                </a:tc>
                <a:tc hMerge="1">
                  <a:tcPr/>
                </a:tc>
                <a:tc hMerge="1">
                  <a:tcPr/>
                </a:tc>
              </a:tr>
            </a:tbl>
          </a:graphicData>
        </a:graphic>
      </p:graphicFrame>
      <p:graphicFrame>
        <p:nvGraphicFramePr>
          <p:cNvPr id="7" name="Group 302"/>
          <p:cNvGraphicFramePr>
            <a:graphicFrameLocks noGrp="1"/>
          </p:cNvGraphicFramePr>
          <p:nvPr/>
        </p:nvGraphicFramePr>
        <p:xfrm>
          <a:off x="1703512" y="1163711"/>
          <a:ext cx="4392488" cy="428181"/>
        </p:xfrm>
        <a:graphic>
          <a:graphicData uri="http://schemas.openxmlformats.org/drawingml/2006/table">
            <a:tbl>
              <a:tblPr/>
              <a:tblGrid>
                <a:gridCol w="1584176"/>
                <a:gridCol w="2808312"/>
              </a:tblGrid>
              <a:tr h="360363">
                <a:tc>
                  <a:txBody>
                    <a:bodyPr/>
                    <a:lstStyle>
                      <a:lvl1pPr>
                        <a:spcBef>
                          <a:spcPct val="20000"/>
                        </a:spcBef>
                        <a:buClr>
                          <a:srgbClr val="C80000"/>
                        </a:buClr>
                        <a:buSzPct val="80000"/>
                        <a:buFont typeface="Wingdings" panose="05000000000000000000" pitchFamily="2" charset="2"/>
                        <a:defRPr sz="2800">
                          <a:solidFill>
                            <a:schemeClr val="tx1"/>
                          </a:solidFill>
                          <a:latin typeface="Times New Roman" panose="02020603050405020304" pitchFamily="18" charset="0"/>
                          <a:ea typeface="宋体" panose="02010600030101010101" pitchFamily="2" charset="-122"/>
                        </a:defRPr>
                      </a:lvl1pPr>
                      <a:lvl2pPr>
                        <a:spcBef>
                          <a:spcPct val="20000"/>
                        </a:spcBef>
                        <a:buClr>
                          <a:srgbClr val="00C800"/>
                        </a:buClr>
                        <a:buSzPct val="8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2pPr>
                      <a:lvl3pPr>
                        <a:spcBef>
                          <a:spcPct val="20000"/>
                        </a:spcBef>
                        <a:buClr>
                          <a:srgbClr val="0000C8"/>
                        </a:buClr>
                        <a:buSzPct val="80000"/>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3pPr>
                      <a:lvl4pPr>
                        <a:spcBef>
                          <a:spcPct val="20000"/>
                        </a:spcBef>
                        <a:buClr>
                          <a:srgbClr val="FF7F00"/>
                        </a:buClr>
                        <a:buSzPct val="8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4pPr>
                      <a:lvl5pPr>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20000"/>
                        </a:lnSpc>
                        <a:spcBef>
                          <a:spcPct val="0"/>
                        </a:spcBef>
                        <a:spcAft>
                          <a:spcPct val="0"/>
                        </a:spcAft>
                        <a:buClr>
                          <a:srgbClr val="C80000"/>
                        </a:buClr>
                        <a:buSzPct val="80000"/>
                        <a:buFont typeface="Wingdings" panose="05000000000000000000" pitchFamily="2" charset="2"/>
                        <a:buNone/>
                      </a:pPr>
                      <a:r>
                        <a:rPr kumimoji="0" lang="en-US" altLang="zh-CN" sz="20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cs typeface="+mn-ea"/>
                          <a:sym typeface="+mn-lt"/>
                        </a:rPr>
                        <a:t>UDP</a:t>
                      </a:r>
                      <a:r>
                        <a:rPr kumimoji="0" lang="zh-CN" altLang="en-US" sz="20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cs typeface="+mn-ea"/>
                          <a:sym typeface="+mn-lt"/>
                        </a:rPr>
                        <a:t>首部</a:t>
                      </a:r>
                      <a:endParaRPr kumimoji="0" lang="zh-CN" altLang="en-US" sz="12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cs typeface="+mn-ea"/>
                        <a:sym typeface="+mn-lt"/>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C80000"/>
                        </a:buClr>
                        <a:buSzPct val="80000"/>
                        <a:buFont typeface="Wingdings" panose="05000000000000000000" pitchFamily="2" charset="2"/>
                        <a:defRPr sz="2800">
                          <a:solidFill>
                            <a:schemeClr val="tx1"/>
                          </a:solidFill>
                          <a:latin typeface="Times New Roman" panose="02020603050405020304" pitchFamily="18" charset="0"/>
                          <a:ea typeface="宋体" panose="02010600030101010101" pitchFamily="2" charset="-122"/>
                        </a:defRPr>
                      </a:lvl1pPr>
                      <a:lvl2pPr>
                        <a:spcBef>
                          <a:spcPct val="20000"/>
                        </a:spcBef>
                        <a:buClr>
                          <a:srgbClr val="00C800"/>
                        </a:buClr>
                        <a:buSzPct val="8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2pPr>
                      <a:lvl3pPr>
                        <a:spcBef>
                          <a:spcPct val="20000"/>
                        </a:spcBef>
                        <a:buClr>
                          <a:srgbClr val="0000C8"/>
                        </a:buClr>
                        <a:buSzPct val="80000"/>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3pPr>
                      <a:lvl4pPr>
                        <a:spcBef>
                          <a:spcPct val="20000"/>
                        </a:spcBef>
                        <a:buClr>
                          <a:srgbClr val="FF7F00"/>
                        </a:buClr>
                        <a:buSzPct val="8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4pPr>
                      <a:lvl5pPr>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20000"/>
                        </a:lnSpc>
                        <a:spcBef>
                          <a:spcPct val="0"/>
                        </a:spcBef>
                        <a:spcAft>
                          <a:spcPct val="0"/>
                        </a:spcAft>
                        <a:buClr>
                          <a:srgbClr val="C80000"/>
                        </a:buClr>
                        <a:buSzPct val="80000"/>
                        <a:buFont typeface="Wingdings" panose="05000000000000000000" pitchFamily="2" charset="2"/>
                        <a:buNone/>
                      </a:pPr>
                      <a:r>
                        <a:rPr kumimoji="0" lang="en-US" altLang="zh-CN" sz="20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cs typeface="+mn-ea"/>
                          <a:sym typeface="+mn-lt"/>
                        </a:rPr>
                        <a:t>UDP</a:t>
                      </a:r>
                      <a:r>
                        <a:rPr kumimoji="0" lang="zh-CN" altLang="en-US" sz="20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cs typeface="+mn-ea"/>
                          <a:sym typeface="+mn-lt"/>
                        </a:rPr>
                        <a:t>数据</a:t>
                      </a:r>
                      <a:endParaRPr kumimoji="0" lang="zh-CN" altLang="en-US" sz="20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cs typeface="+mn-ea"/>
                        <a:sym typeface="+mn-lt"/>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bl>
          </a:graphicData>
        </a:graphic>
      </p:graphicFrame>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DHCP</a:t>
            </a:r>
            <a:r>
              <a:rPr lang="zh-CN" altLang="en-US" dirty="0"/>
              <a:t>工作过程</a:t>
            </a:r>
            <a:endParaRPr lang="zh-CN" altLang="en-US" dirty="0"/>
          </a:p>
        </p:txBody>
      </p:sp>
      <p:sp>
        <p:nvSpPr>
          <p:cNvPr id="3" name="内容占位符 2"/>
          <p:cNvSpPr>
            <a:spLocks noGrp="1"/>
          </p:cNvSpPr>
          <p:nvPr>
            <p:ph idx="1"/>
          </p:nvPr>
        </p:nvSpPr>
        <p:spPr/>
        <p:txBody>
          <a:bodyPr/>
          <a:lstStyle/>
          <a:p>
            <a:r>
              <a:rPr lang="zh-CN" altLang="en-US" dirty="0"/>
              <a:t>请求</a:t>
            </a:r>
            <a:r>
              <a:rPr lang="en-US" altLang="zh-CN" dirty="0"/>
              <a:t>IP</a:t>
            </a:r>
            <a:r>
              <a:rPr lang="zh-CN" altLang="en-US" dirty="0"/>
              <a:t>地址</a:t>
            </a:r>
            <a:endParaRPr lang="zh-CN" altLang="en-US" dirty="0"/>
          </a:p>
          <a:p>
            <a:pPr lvl="1"/>
            <a:r>
              <a:rPr lang="zh-CN" altLang="en-US" dirty="0"/>
              <a:t>发现阶段</a:t>
            </a:r>
            <a:endParaRPr lang="zh-CN" altLang="en-US" dirty="0"/>
          </a:p>
          <a:p>
            <a:pPr lvl="1"/>
            <a:r>
              <a:rPr lang="zh-CN" altLang="en-US" dirty="0"/>
              <a:t>提供阶段</a:t>
            </a:r>
            <a:endParaRPr lang="zh-CN" altLang="en-US" dirty="0"/>
          </a:p>
          <a:p>
            <a:pPr lvl="1"/>
            <a:r>
              <a:rPr lang="zh-CN" altLang="en-US" dirty="0"/>
              <a:t>选择阶段</a:t>
            </a:r>
            <a:endParaRPr lang="zh-CN" altLang="en-US" dirty="0"/>
          </a:p>
          <a:p>
            <a:pPr lvl="1"/>
            <a:r>
              <a:rPr lang="zh-CN" altLang="en-US" dirty="0"/>
              <a:t>确认阶段</a:t>
            </a:r>
            <a:endParaRPr lang="zh-CN" altLang="en-US" dirty="0"/>
          </a:p>
          <a:p>
            <a:r>
              <a:rPr lang="zh-CN" altLang="en-US" dirty="0"/>
              <a:t>续租</a:t>
            </a:r>
            <a:r>
              <a:rPr lang="en-US" altLang="zh-CN" dirty="0"/>
              <a:t>IP</a:t>
            </a:r>
            <a:r>
              <a:rPr lang="zh-CN" altLang="en-US" dirty="0"/>
              <a:t>地址</a:t>
            </a:r>
            <a:endParaRPr lang="zh-CN" altLang="en-US" dirty="0"/>
          </a:p>
          <a:p>
            <a:pPr lvl="1"/>
            <a:r>
              <a:rPr lang="en-US" altLang="zh-CN" dirty="0"/>
              <a:t>DHCP </a:t>
            </a:r>
            <a:r>
              <a:rPr lang="zh-CN" altLang="en-US" dirty="0"/>
              <a:t>服务器分配给 </a:t>
            </a:r>
            <a:r>
              <a:rPr lang="en-US" altLang="zh-CN" dirty="0"/>
              <a:t>DHCP </a:t>
            </a:r>
            <a:r>
              <a:rPr lang="zh-CN" altLang="en-US" dirty="0"/>
              <a:t>客户的 </a:t>
            </a:r>
            <a:r>
              <a:rPr lang="en-US" altLang="zh-CN" dirty="0"/>
              <a:t>IP </a:t>
            </a:r>
            <a:r>
              <a:rPr lang="zh-CN" altLang="en-US" dirty="0"/>
              <a:t>地址是临时的</a:t>
            </a:r>
            <a:endParaRPr lang="en-US" altLang="zh-CN" dirty="0"/>
          </a:p>
          <a:p>
            <a:pPr lvl="1"/>
            <a:r>
              <a:rPr lang="zh-CN" altLang="en-US" dirty="0"/>
              <a:t>租用期：</a:t>
            </a:r>
            <a:r>
              <a:rPr lang="en-US" altLang="zh-CN" dirty="0"/>
              <a:t>DHCP </a:t>
            </a:r>
            <a:r>
              <a:rPr lang="zh-CN" altLang="en-US" dirty="0"/>
              <a:t>客户只能在一段有限的时间内使用分配到的 </a:t>
            </a:r>
            <a:r>
              <a:rPr lang="en-US" altLang="zh-CN" dirty="0"/>
              <a:t>IP </a:t>
            </a:r>
            <a:r>
              <a:rPr lang="zh-CN" altLang="en-US" dirty="0"/>
              <a:t>地址 </a:t>
            </a:r>
            <a:endParaRPr lang="zh-CN" altLang="en-US" dirty="0"/>
          </a:p>
          <a:p>
            <a:r>
              <a:rPr lang="zh-CN" altLang="en-US" dirty="0"/>
              <a:t>释放</a:t>
            </a:r>
            <a:r>
              <a:rPr lang="en-US" altLang="zh-CN" dirty="0"/>
              <a:t>IP</a:t>
            </a:r>
            <a:r>
              <a:rPr lang="zh-CN" altLang="en-US" dirty="0"/>
              <a:t>地址</a:t>
            </a:r>
            <a:endParaRPr lang="zh-CN" altLang="en-US" dirty="0"/>
          </a:p>
          <a:p>
            <a:endParaRPr lang="zh-CN" altLang="en-US" dirty="0"/>
          </a:p>
        </p:txBody>
      </p:sp>
      <p:sp>
        <p:nvSpPr>
          <p:cNvPr id="4" name="灯片编号占位符 3"/>
          <p:cNvSpPr>
            <a:spLocks noGrp="1"/>
          </p:cNvSpPr>
          <p:nvPr>
            <p:ph type="sldNum" sz="quarter" idx="12"/>
          </p:nvPr>
        </p:nvSpPr>
        <p:spPr/>
        <p:txBody>
          <a:bodyPr/>
          <a:lstStyle/>
          <a:p>
            <a:pPr>
              <a:defRPr/>
            </a:pPr>
            <a:fld id="{816960B2-2B11-492C-B588-5290E1274F96}" type="slidenum">
              <a:rPr lang="en-US" altLang="zh-CN" smtClean="0"/>
            </a:fld>
            <a:endParaRPr lang="en-US" altLang="zh-CN" dirty="0"/>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DHCP</a:t>
            </a:r>
            <a:r>
              <a:rPr lang="zh-CN" altLang="en-US" dirty="0"/>
              <a:t>工作过程</a:t>
            </a:r>
            <a:r>
              <a:rPr lang="en-US" altLang="zh-CN" dirty="0"/>
              <a:t>—</a:t>
            </a:r>
            <a:r>
              <a:rPr lang="zh-CN" altLang="en-US" dirty="0"/>
              <a:t>发现阶段</a:t>
            </a:r>
            <a:endParaRPr lang="zh-CN" altLang="en-US" dirty="0"/>
          </a:p>
        </p:txBody>
      </p:sp>
      <p:sp>
        <p:nvSpPr>
          <p:cNvPr id="3" name="内容占位符 2"/>
          <p:cNvSpPr>
            <a:spLocks noGrp="1"/>
          </p:cNvSpPr>
          <p:nvPr>
            <p:ph idx="1"/>
          </p:nvPr>
        </p:nvSpPr>
        <p:spPr>
          <a:xfrm>
            <a:off x="334435" y="1052514"/>
            <a:ext cx="4808896" cy="5437187"/>
          </a:xfrm>
        </p:spPr>
        <p:txBody>
          <a:bodyPr>
            <a:normAutofit fontScale="85000" lnSpcReduction="10000"/>
          </a:bodyPr>
          <a:lstStyle/>
          <a:p>
            <a:pPr>
              <a:lnSpc>
                <a:spcPct val="120000"/>
              </a:lnSpc>
            </a:pPr>
            <a:r>
              <a:rPr lang="zh-CN" altLang="en-US" dirty="0"/>
              <a:t>首次接入网络的</a:t>
            </a:r>
            <a:r>
              <a:rPr lang="en-US" altLang="zh-CN" dirty="0"/>
              <a:t>DHCP</a:t>
            </a:r>
            <a:r>
              <a:rPr lang="zh-CN" altLang="en-US" dirty="0"/>
              <a:t>客户端不知道</a:t>
            </a:r>
            <a:r>
              <a:rPr lang="en-US" altLang="zh-CN" dirty="0"/>
              <a:t>DHCP</a:t>
            </a:r>
            <a:r>
              <a:rPr lang="zh-CN" altLang="en-US" dirty="0"/>
              <a:t>服务器的</a:t>
            </a:r>
            <a:r>
              <a:rPr lang="en-US" altLang="zh-CN" dirty="0"/>
              <a:t>IP</a:t>
            </a:r>
            <a:r>
              <a:rPr lang="zh-CN" altLang="en-US" dirty="0"/>
              <a:t>地址</a:t>
            </a:r>
            <a:endParaRPr lang="en-US" altLang="zh-CN" dirty="0"/>
          </a:p>
          <a:p>
            <a:pPr>
              <a:lnSpc>
                <a:spcPct val="120000"/>
              </a:lnSpc>
            </a:pPr>
            <a:r>
              <a:rPr lang="zh-CN" altLang="en-US" dirty="0"/>
              <a:t>为了学习到</a:t>
            </a:r>
            <a:r>
              <a:rPr lang="en-US" altLang="zh-CN" dirty="0"/>
              <a:t>DHCP</a:t>
            </a:r>
            <a:r>
              <a:rPr lang="zh-CN" altLang="en-US" dirty="0"/>
              <a:t>服务器的</a:t>
            </a:r>
            <a:r>
              <a:rPr lang="en-US" altLang="zh-CN" dirty="0"/>
              <a:t>IP</a:t>
            </a:r>
            <a:r>
              <a:rPr lang="zh-CN" altLang="en-US" dirty="0"/>
              <a:t>地址，</a:t>
            </a:r>
            <a:r>
              <a:rPr lang="en-US" altLang="zh-CN" dirty="0"/>
              <a:t>DHCP</a:t>
            </a:r>
            <a:r>
              <a:rPr lang="zh-CN" altLang="en-US" dirty="0"/>
              <a:t>客户端以广播方式发送</a:t>
            </a:r>
            <a:r>
              <a:rPr lang="en-US" altLang="zh-CN" dirty="0"/>
              <a:t>DHCP DISCOVER</a:t>
            </a:r>
            <a:r>
              <a:rPr lang="zh-CN" altLang="en-US" dirty="0"/>
              <a:t>报文（目的</a:t>
            </a:r>
            <a:r>
              <a:rPr lang="en-US" altLang="zh-CN" dirty="0"/>
              <a:t>IP</a:t>
            </a:r>
            <a:r>
              <a:rPr lang="zh-CN" altLang="en-US" dirty="0"/>
              <a:t>地址为</a:t>
            </a:r>
            <a:r>
              <a:rPr lang="en-US" altLang="zh-CN" dirty="0"/>
              <a:t>255.255.255.255</a:t>
            </a:r>
            <a:r>
              <a:rPr lang="zh-CN" altLang="en-US" dirty="0"/>
              <a:t>）给同一网段内的所有设备（包括</a:t>
            </a:r>
            <a:r>
              <a:rPr lang="en-US" altLang="zh-CN" dirty="0"/>
              <a:t>DHCP</a:t>
            </a:r>
            <a:r>
              <a:rPr lang="zh-CN" altLang="en-US" dirty="0"/>
              <a:t>服务器或中继）</a:t>
            </a:r>
            <a:endParaRPr lang="zh-CN" altLang="en-US" dirty="0"/>
          </a:p>
          <a:p>
            <a:pPr>
              <a:lnSpc>
                <a:spcPct val="120000"/>
              </a:lnSpc>
            </a:pPr>
            <a:r>
              <a:rPr lang="en-US" altLang="zh-CN" dirty="0"/>
              <a:t>DHCP DISCOVER</a:t>
            </a:r>
            <a:r>
              <a:rPr lang="zh-CN" altLang="en-US" dirty="0"/>
              <a:t>报文中携带了</a:t>
            </a:r>
            <a:r>
              <a:rPr lang="en-US" altLang="zh-CN" dirty="0"/>
              <a:t>:</a:t>
            </a:r>
            <a:endParaRPr lang="en-US" altLang="zh-CN" dirty="0"/>
          </a:p>
          <a:p>
            <a:pPr lvl="1">
              <a:lnSpc>
                <a:spcPct val="120000"/>
              </a:lnSpc>
            </a:pPr>
            <a:r>
              <a:rPr lang="zh-CN" altLang="en-US" dirty="0"/>
              <a:t>客户端的</a:t>
            </a:r>
            <a:r>
              <a:rPr lang="en-US" altLang="zh-CN" dirty="0"/>
              <a:t>MAC</a:t>
            </a:r>
            <a:r>
              <a:rPr lang="zh-CN" altLang="en-US" dirty="0"/>
              <a:t>地址（</a:t>
            </a:r>
            <a:r>
              <a:rPr lang="en-US" altLang="zh-CN" dirty="0" err="1"/>
              <a:t>chaddr</a:t>
            </a:r>
            <a:r>
              <a:rPr lang="zh-CN" altLang="en-US" dirty="0"/>
              <a:t>字段）</a:t>
            </a:r>
            <a:endParaRPr lang="zh-CN" altLang="en-US" dirty="0"/>
          </a:p>
          <a:p>
            <a:pPr lvl="1">
              <a:lnSpc>
                <a:spcPct val="120000"/>
              </a:lnSpc>
            </a:pPr>
            <a:r>
              <a:rPr lang="zh-CN" altLang="en-US" dirty="0"/>
              <a:t>需要请求的参数列表选项</a:t>
            </a:r>
            <a:endParaRPr lang="zh-CN" altLang="en-US" dirty="0"/>
          </a:p>
          <a:p>
            <a:pPr lvl="1">
              <a:lnSpc>
                <a:spcPct val="120000"/>
              </a:lnSpc>
            </a:pPr>
            <a:r>
              <a:rPr lang="zh-CN" altLang="en-US" dirty="0"/>
              <a:t>广播标志位（</a:t>
            </a:r>
            <a:r>
              <a:rPr lang="en-US" altLang="zh-CN" dirty="0"/>
              <a:t>flags</a:t>
            </a:r>
            <a:r>
              <a:rPr lang="zh-CN" altLang="en-US" dirty="0"/>
              <a:t>字段）等信息</a:t>
            </a:r>
            <a:endParaRPr lang="zh-CN" altLang="en-US" dirty="0"/>
          </a:p>
          <a:p>
            <a:endParaRPr lang="zh-CN" altLang="en-US" dirty="0"/>
          </a:p>
        </p:txBody>
      </p:sp>
      <p:sp>
        <p:nvSpPr>
          <p:cNvPr id="4" name="灯片编号占位符 3"/>
          <p:cNvSpPr>
            <a:spLocks noGrp="1"/>
          </p:cNvSpPr>
          <p:nvPr>
            <p:ph type="sldNum" sz="quarter" idx="12"/>
          </p:nvPr>
        </p:nvSpPr>
        <p:spPr/>
        <p:txBody>
          <a:bodyPr/>
          <a:lstStyle/>
          <a:p>
            <a:pPr>
              <a:defRPr/>
            </a:pPr>
            <a:fld id="{816960B2-2B11-492C-B588-5290E1274F96}" type="slidenum">
              <a:rPr lang="en-US" altLang="zh-CN" smtClean="0"/>
            </a:fld>
            <a:endParaRPr lang="en-US" altLang="zh-CN" dirty="0"/>
          </a:p>
        </p:txBody>
      </p:sp>
      <p:grpSp>
        <p:nvGrpSpPr>
          <p:cNvPr id="5" name="组合 4"/>
          <p:cNvGrpSpPr/>
          <p:nvPr/>
        </p:nvGrpSpPr>
        <p:grpSpPr>
          <a:xfrm>
            <a:off x="5263982" y="1908263"/>
            <a:ext cx="6507957" cy="3725687"/>
            <a:chOff x="2768693" y="2157358"/>
            <a:chExt cx="6507957" cy="3725687"/>
          </a:xfrm>
        </p:grpSpPr>
        <p:pic>
          <p:nvPicPr>
            <p:cNvPr id="6" name="图形 5"/>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2768693" y="2157358"/>
              <a:ext cx="815181" cy="617209"/>
            </a:xfrm>
            <a:prstGeom prst="rect">
              <a:avLst/>
            </a:prstGeom>
          </p:spPr>
        </p:pic>
        <p:pic>
          <p:nvPicPr>
            <p:cNvPr id="7" name="图形 6"/>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572101" y="2157358"/>
              <a:ext cx="704549" cy="617209"/>
            </a:xfrm>
            <a:prstGeom prst="rect">
              <a:avLst/>
            </a:prstGeom>
          </p:spPr>
        </p:pic>
        <p:cxnSp>
          <p:nvCxnSpPr>
            <p:cNvPr id="8" name="直接连接符 7"/>
            <p:cNvCxnSpPr>
              <a:stCxn id="6" idx="2"/>
            </p:cNvCxnSpPr>
            <p:nvPr/>
          </p:nvCxnSpPr>
          <p:spPr>
            <a:xfrm flipH="1">
              <a:off x="3159719" y="2774567"/>
              <a:ext cx="16565" cy="3108478"/>
            </a:xfrm>
            <a:prstGeom prst="line">
              <a:avLst/>
            </a:prstGeom>
          </p:spPr>
          <p:style>
            <a:lnRef idx="3">
              <a:schemeClr val="accent4"/>
            </a:lnRef>
            <a:fillRef idx="0">
              <a:schemeClr val="accent4"/>
            </a:fillRef>
            <a:effectRef idx="2">
              <a:schemeClr val="accent4"/>
            </a:effectRef>
            <a:fontRef idx="minor">
              <a:schemeClr val="tx1"/>
            </a:fontRef>
          </p:style>
        </p:cxnSp>
        <p:cxnSp>
          <p:nvCxnSpPr>
            <p:cNvPr id="9" name="直接连接符 8"/>
            <p:cNvCxnSpPr>
              <a:stCxn id="7" idx="2"/>
            </p:cNvCxnSpPr>
            <p:nvPr/>
          </p:nvCxnSpPr>
          <p:spPr>
            <a:xfrm>
              <a:off x="8924376" y="2774567"/>
              <a:ext cx="0" cy="3108478"/>
            </a:xfrm>
            <a:prstGeom prst="line">
              <a:avLst/>
            </a:prstGeom>
          </p:spPr>
          <p:style>
            <a:lnRef idx="3">
              <a:schemeClr val="accent4"/>
            </a:lnRef>
            <a:fillRef idx="0">
              <a:schemeClr val="accent4"/>
            </a:fillRef>
            <a:effectRef idx="2">
              <a:schemeClr val="accent4"/>
            </a:effectRef>
            <a:fontRef idx="minor">
              <a:schemeClr val="tx1"/>
            </a:fontRef>
          </p:style>
        </p:cxnSp>
        <p:sp>
          <p:nvSpPr>
            <p:cNvPr id="10" name="文本框 9"/>
            <p:cNvSpPr txBox="1"/>
            <p:nvPr/>
          </p:nvSpPr>
          <p:spPr>
            <a:xfrm>
              <a:off x="3215045" y="3086373"/>
              <a:ext cx="5663958" cy="398379"/>
            </a:xfrm>
            <a:prstGeom prst="rect">
              <a:avLst/>
            </a:prstGeom>
            <a:solidFill>
              <a:schemeClr val="accent1"/>
            </a:solidFill>
          </p:spPr>
          <p:txBody>
            <a:bodyPr wrap="square" rtlCol="0">
              <a:spAutoFit/>
            </a:bodyPr>
            <a:lstStyle/>
            <a:p>
              <a:pPr>
                <a:lnSpc>
                  <a:spcPct val="120000"/>
                </a:lnSpc>
              </a:pPr>
              <a:r>
                <a:rPr lang="en-US" altLang="zh-CN" sz="1800" dirty="0">
                  <a:latin typeface="微软雅黑 Light" panose="020B0502040204020203" pitchFamily="34" charset="-122"/>
                  <a:ea typeface="微软雅黑 Light" panose="020B0502040204020203" pitchFamily="34" charset="-122"/>
                  <a:cs typeface="+mn-ea"/>
                  <a:sym typeface="+mn-lt"/>
                </a:rPr>
                <a:t>1. </a:t>
              </a:r>
              <a:r>
                <a:rPr lang="zh-CN" altLang="en-US" sz="1800" dirty="0">
                  <a:latin typeface="微软雅黑 Light" panose="020B0502040204020203" pitchFamily="34" charset="-122"/>
                  <a:ea typeface="微软雅黑 Light" panose="020B0502040204020203" pitchFamily="34" charset="-122"/>
                  <a:cs typeface="+mn-ea"/>
                  <a:sym typeface="+mn-lt"/>
                </a:rPr>
                <a:t>发现阶段：客户端广播发送</a:t>
              </a:r>
              <a:r>
                <a:rPr lang="en-US" altLang="zh-CN" sz="1800" dirty="0">
                  <a:latin typeface="微软雅黑 Light" panose="020B0502040204020203" pitchFamily="34" charset="-122"/>
                  <a:ea typeface="微软雅黑 Light" panose="020B0502040204020203" pitchFamily="34" charset="-122"/>
                  <a:cs typeface="+mn-ea"/>
                  <a:sym typeface="+mn-lt"/>
                </a:rPr>
                <a:t>DHCP DISCOVER</a:t>
              </a:r>
              <a:r>
                <a:rPr lang="zh-CN" altLang="en-US" sz="1800" dirty="0">
                  <a:latin typeface="微软雅黑 Light" panose="020B0502040204020203" pitchFamily="34" charset="-122"/>
                  <a:ea typeface="微软雅黑 Light" panose="020B0502040204020203" pitchFamily="34" charset="-122"/>
                  <a:cs typeface="+mn-ea"/>
                  <a:sym typeface="+mn-lt"/>
                </a:rPr>
                <a:t>报文</a:t>
              </a:r>
              <a:endParaRPr lang="zh-CN" altLang="en-US" sz="1800" dirty="0">
                <a:latin typeface="微软雅黑 Light" panose="020B0502040204020203" pitchFamily="34" charset="-122"/>
                <a:ea typeface="微软雅黑 Light" panose="020B0502040204020203" pitchFamily="34" charset="-122"/>
                <a:cs typeface="+mn-ea"/>
                <a:sym typeface="+mn-lt"/>
              </a:endParaRPr>
            </a:p>
          </p:txBody>
        </p:sp>
        <p:sp>
          <p:nvSpPr>
            <p:cNvPr id="11" name="文本框 10"/>
            <p:cNvSpPr txBox="1"/>
            <p:nvPr/>
          </p:nvSpPr>
          <p:spPr>
            <a:xfrm>
              <a:off x="3248173" y="3703582"/>
              <a:ext cx="5630830" cy="398379"/>
            </a:xfrm>
            <a:prstGeom prst="rect">
              <a:avLst/>
            </a:prstGeom>
            <a:noFill/>
          </p:spPr>
          <p:txBody>
            <a:bodyPr wrap="square" rtlCol="0">
              <a:spAutoFit/>
            </a:bodyPr>
            <a:lstStyle/>
            <a:p>
              <a:pPr>
                <a:lnSpc>
                  <a:spcPct val="120000"/>
                </a:lnSpc>
              </a:pPr>
              <a:r>
                <a:rPr lang="en-US" altLang="zh-CN" sz="1800" dirty="0">
                  <a:latin typeface="微软雅黑 Light" panose="020B0502040204020203" pitchFamily="34" charset="-122"/>
                  <a:ea typeface="微软雅黑 Light" panose="020B0502040204020203" pitchFamily="34" charset="-122"/>
                  <a:cs typeface="+mn-ea"/>
                  <a:sym typeface="+mn-lt"/>
                </a:rPr>
                <a:t>2. </a:t>
              </a:r>
              <a:r>
                <a:rPr lang="zh-CN" altLang="en-US" sz="1800" dirty="0">
                  <a:latin typeface="微软雅黑 Light" panose="020B0502040204020203" pitchFamily="34" charset="-122"/>
                  <a:ea typeface="微软雅黑 Light" panose="020B0502040204020203" pitchFamily="34" charset="-122"/>
                  <a:cs typeface="+mn-ea"/>
                  <a:sym typeface="+mn-lt"/>
                </a:rPr>
                <a:t>提供阶段：服务器回应</a:t>
              </a:r>
              <a:r>
                <a:rPr lang="en-US" altLang="zh-CN" sz="1800" dirty="0">
                  <a:latin typeface="微软雅黑 Light" panose="020B0502040204020203" pitchFamily="34" charset="-122"/>
                  <a:ea typeface="微软雅黑 Light" panose="020B0502040204020203" pitchFamily="34" charset="-122"/>
                  <a:cs typeface="+mn-ea"/>
                  <a:sym typeface="+mn-lt"/>
                </a:rPr>
                <a:t>DHCP OFFER</a:t>
              </a:r>
              <a:r>
                <a:rPr lang="zh-CN" altLang="en-US" sz="1800" dirty="0">
                  <a:latin typeface="微软雅黑 Light" panose="020B0502040204020203" pitchFamily="34" charset="-122"/>
                  <a:ea typeface="微软雅黑 Light" panose="020B0502040204020203" pitchFamily="34" charset="-122"/>
                  <a:cs typeface="+mn-ea"/>
                  <a:sym typeface="+mn-lt"/>
                </a:rPr>
                <a:t>报文</a:t>
              </a:r>
              <a:endParaRPr lang="zh-CN" altLang="en-US" sz="1800" dirty="0">
                <a:latin typeface="微软雅黑 Light" panose="020B0502040204020203" pitchFamily="34" charset="-122"/>
                <a:ea typeface="微软雅黑 Light" panose="020B0502040204020203" pitchFamily="34" charset="-122"/>
                <a:cs typeface="+mn-ea"/>
                <a:sym typeface="+mn-lt"/>
              </a:endParaRPr>
            </a:p>
          </p:txBody>
        </p:sp>
        <p:sp>
          <p:nvSpPr>
            <p:cNvPr id="12" name="文本框 11"/>
            <p:cNvSpPr txBox="1"/>
            <p:nvPr/>
          </p:nvSpPr>
          <p:spPr>
            <a:xfrm>
              <a:off x="3215045" y="4428152"/>
              <a:ext cx="5663958" cy="398379"/>
            </a:xfrm>
            <a:prstGeom prst="rect">
              <a:avLst/>
            </a:prstGeom>
            <a:noFill/>
          </p:spPr>
          <p:txBody>
            <a:bodyPr wrap="square" rtlCol="0">
              <a:spAutoFit/>
            </a:bodyPr>
            <a:lstStyle/>
            <a:p>
              <a:pPr>
                <a:lnSpc>
                  <a:spcPct val="120000"/>
                </a:lnSpc>
              </a:pPr>
              <a:r>
                <a:rPr lang="en-US" altLang="zh-CN" sz="1800" dirty="0">
                  <a:latin typeface="微软雅黑 Light" panose="020B0502040204020203" pitchFamily="34" charset="-122"/>
                  <a:ea typeface="微软雅黑 Light" panose="020B0502040204020203" pitchFamily="34" charset="-122"/>
                  <a:cs typeface="+mn-ea"/>
                  <a:sym typeface="+mn-lt"/>
                </a:rPr>
                <a:t>3. </a:t>
              </a:r>
              <a:r>
                <a:rPr lang="zh-CN" altLang="en-US" sz="1800" dirty="0">
                  <a:latin typeface="微软雅黑 Light" panose="020B0502040204020203" pitchFamily="34" charset="-122"/>
                  <a:ea typeface="微软雅黑 Light" panose="020B0502040204020203" pitchFamily="34" charset="-122"/>
                  <a:cs typeface="+mn-ea"/>
                  <a:sym typeface="+mn-lt"/>
                </a:rPr>
                <a:t>选择阶段：客户端发送</a:t>
              </a:r>
              <a:r>
                <a:rPr lang="en-US" altLang="zh-CN" sz="1800" dirty="0">
                  <a:latin typeface="微软雅黑 Light" panose="020B0502040204020203" pitchFamily="34" charset="-122"/>
                  <a:ea typeface="微软雅黑 Light" panose="020B0502040204020203" pitchFamily="34" charset="-122"/>
                  <a:cs typeface="+mn-ea"/>
                  <a:sym typeface="+mn-lt"/>
                </a:rPr>
                <a:t>DHCP REQUEST</a:t>
              </a:r>
              <a:r>
                <a:rPr lang="zh-CN" altLang="en-US" sz="1800" dirty="0">
                  <a:latin typeface="微软雅黑 Light" panose="020B0502040204020203" pitchFamily="34" charset="-122"/>
                  <a:ea typeface="微软雅黑 Light" panose="020B0502040204020203" pitchFamily="34" charset="-122"/>
                  <a:cs typeface="+mn-ea"/>
                  <a:sym typeface="+mn-lt"/>
                </a:rPr>
                <a:t>报文</a:t>
              </a:r>
              <a:endParaRPr lang="zh-CN" altLang="en-US" sz="1800" dirty="0">
                <a:latin typeface="微软雅黑 Light" panose="020B0502040204020203" pitchFamily="34" charset="-122"/>
                <a:ea typeface="微软雅黑 Light" panose="020B0502040204020203" pitchFamily="34" charset="-122"/>
                <a:cs typeface="+mn-ea"/>
                <a:sym typeface="+mn-lt"/>
              </a:endParaRPr>
            </a:p>
          </p:txBody>
        </p:sp>
        <p:sp>
          <p:nvSpPr>
            <p:cNvPr id="13" name="文本框 12"/>
            <p:cNvSpPr txBox="1"/>
            <p:nvPr/>
          </p:nvSpPr>
          <p:spPr>
            <a:xfrm>
              <a:off x="3231609" y="5050283"/>
              <a:ext cx="5647394" cy="398379"/>
            </a:xfrm>
            <a:prstGeom prst="rect">
              <a:avLst/>
            </a:prstGeom>
            <a:noFill/>
          </p:spPr>
          <p:txBody>
            <a:bodyPr wrap="square" rtlCol="0">
              <a:spAutoFit/>
            </a:bodyPr>
            <a:lstStyle/>
            <a:p>
              <a:pPr>
                <a:lnSpc>
                  <a:spcPct val="120000"/>
                </a:lnSpc>
              </a:pPr>
              <a:r>
                <a:rPr lang="en-US" altLang="zh-CN" sz="1800" dirty="0">
                  <a:latin typeface="微软雅黑 Light" panose="020B0502040204020203" pitchFamily="34" charset="-122"/>
                  <a:ea typeface="微软雅黑 Light" panose="020B0502040204020203" pitchFamily="34" charset="-122"/>
                  <a:cs typeface="+mn-ea"/>
                  <a:sym typeface="+mn-lt"/>
                </a:rPr>
                <a:t>4. </a:t>
              </a:r>
              <a:r>
                <a:rPr lang="zh-CN" altLang="en-US" sz="1800" dirty="0">
                  <a:latin typeface="微软雅黑 Light" panose="020B0502040204020203" pitchFamily="34" charset="-122"/>
                  <a:ea typeface="微软雅黑 Light" panose="020B0502040204020203" pitchFamily="34" charset="-122"/>
                  <a:cs typeface="+mn-ea"/>
                  <a:sym typeface="+mn-lt"/>
                </a:rPr>
                <a:t>确认阶段：服务器回应</a:t>
              </a:r>
              <a:r>
                <a:rPr lang="en-US" altLang="zh-CN" sz="1800" dirty="0">
                  <a:latin typeface="微软雅黑 Light" panose="020B0502040204020203" pitchFamily="34" charset="-122"/>
                  <a:ea typeface="微软雅黑 Light" panose="020B0502040204020203" pitchFamily="34" charset="-122"/>
                  <a:cs typeface="+mn-ea"/>
                  <a:sym typeface="+mn-lt"/>
                </a:rPr>
                <a:t>DHCP ACK</a:t>
              </a:r>
              <a:r>
                <a:rPr lang="zh-CN" altLang="en-US" sz="1800" dirty="0">
                  <a:latin typeface="微软雅黑 Light" panose="020B0502040204020203" pitchFamily="34" charset="-122"/>
                  <a:ea typeface="微软雅黑 Light" panose="020B0502040204020203" pitchFamily="34" charset="-122"/>
                  <a:cs typeface="+mn-ea"/>
                  <a:sym typeface="+mn-lt"/>
                </a:rPr>
                <a:t>报文</a:t>
              </a:r>
              <a:endParaRPr lang="zh-CN" altLang="en-US" sz="1800" dirty="0">
                <a:latin typeface="微软雅黑 Light" panose="020B0502040204020203" pitchFamily="34" charset="-122"/>
                <a:ea typeface="微软雅黑 Light" panose="020B0502040204020203" pitchFamily="34" charset="-122"/>
                <a:cs typeface="+mn-ea"/>
                <a:sym typeface="+mn-lt"/>
              </a:endParaRPr>
            </a:p>
          </p:txBody>
        </p:sp>
        <p:sp>
          <p:nvSpPr>
            <p:cNvPr id="14" name="文本框 13"/>
            <p:cNvSpPr txBox="1"/>
            <p:nvPr/>
          </p:nvSpPr>
          <p:spPr>
            <a:xfrm>
              <a:off x="3603271" y="2182954"/>
              <a:ext cx="1649811" cy="432362"/>
            </a:xfrm>
            <a:prstGeom prst="rect">
              <a:avLst/>
            </a:prstGeom>
            <a:noFill/>
          </p:spPr>
          <p:txBody>
            <a:bodyPr wrap="none" rtlCol="0">
              <a:spAutoFit/>
            </a:bodyPr>
            <a:lstStyle/>
            <a:p>
              <a:pPr>
                <a:lnSpc>
                  <a:spcPct val="120000"/>
                </a:lnSpc>
              </a:pPr>
              <a:r>
                <a:rPr lang="en-US" altLang="zh-CN" dirty="0">
                  <a:latin typeface="微软雅黑 Light" panose="020B0502040204020203" pitchFamily="34" charset="-122"/>
                  <a:ea typeface="微软雅黑 Light" panose="020B0502040204020203" pitchFamily="34" charset="-122"/>
                  <a:cs typeface="+mn-ea"/>
                  <a:sym typeface="+mn-lt"/>
                </a:rPr>
                <a:t>DHCP</a:t>
              </a:r>
              <a:r>
                <a:rPr lang="zh-CN" altLang="en-US" dirty="0">
                  <a:latin typeface="微软雅黑 Light" panose="020B0502040204020203" pitchFamily="34" charset="-122"/>
                  <a:ea typeface="微软雅黑 Light" panose="020B0502040204020203" pitchFamily="34" charset="-122"/>
                  <a:cs typeface="+mn-ea"/>
                  <a:sym typeface="+mn-lt"/>
                </a:rPr>
                <a:t>客户端</a:t>
              </a:r>
              <a:endParaRPr lang="zh-CN" altLang="en-US" dirty="0">
                <a:latin typeface="微软雅黑 Light" panose="020B0502040204020203" pitchFamily="34" charset="-122"/>
                <a:ea typeface="微软雅黑 Light" panose="020B0502040204020203" pitchFamily="34" charset="-122"/>
                <a:cs typeface="+mn-ea"/>
                <a:sym typeface="+mn-lt"/>
              </a:endParaRPr>
            </a:p>
          </p:txBody>
        </p:sp>
        <p:sp>
          <p:nvSpPr>
            <p:cNvPr id="15" name="文本框 14"/>
            <p:cNvSpPr txBox="1"/>
            <p:nvPr/>
          </p:nvSpPr>
          <p:spPr>
            <a:xfrm>
              <a:off x="6922290" y="2209927"/>
              <a:ext cx="1649811" cy="432362"/>
            </a:xfrm>
            <a:prstGeom prst="rect">
              <a:avLst/>
            </a:prstGeom>
            <a:noFill/>
          </p:spPr>
          <p:txBody>
            <a:bodyPr wrap="none" rtlCol="0">
              <a:spAutoFit/>
            </a:bodyPr>
            <a:lstStyle/>
            <a:p>
              <a:pPr>
                <a:lnSpc>
                  <a:spcPct val="120000"/>
                </a:lnSpc>
              </a:pPr>
              <a:r>
                <a:rPr lang="en-US" altLang="zh-CN" dirty="0">
                  <a:latin typeface="微软雅黑 Light" panose="020B0502040204020203" pitchFamily="34" charset="-122"/>
                  <a:ea typeface="微软雅黑 Light" panose="020B0502040204020203" pitchFamily="34" charset="-122"/>
                  <a:cs typeface="+mn-ea"/>
                  <a:sym typeface="+mn-lt"/>
                </a:rPr>
                <a:t>DHCP</a:t>
              </a:r>
              <a:r>
                <a:rPr lang="zh-CN" altLang="en-US" dirty="0">
                  <a:latin typeface="微软雅黑 Light" panose="020B0502040204020203" pitchFamily="34" charset="-122"/>
                  <a:ea typeface="微软雅黑 Light" panose="020B0502040204020203" pitchFamily="34" charset="-122"/>
                  <a:cs typeface="+mn-ea"/>
                  <a:sym typeface="+mn-lt"/>
                </a:rPr>
                <a:t>服务器</a:t>
              </a:r>
              <a:endParaRPr lang="zh-CN" altLang="en-US" dirty="0">
                <a:latin typeface="微软雅黑 Light" panose="020B0502040204020203" pitchFamily="34" charset="-122"/>
                <a:ea typeface="微软雅黑 Light" panose="020B0502040204020203" pitchFamily="34" charset="-122"/>
                <a:cs typeface="+mn-ea"/>
                <a:sym typeface="+mn-lt"/>
              </a:endParaRPr>
            </a:p>
          </p:txBody>
        </p:sp>
        <p:cxnSp>
          <p:nvCxnSpPr>
            <p:cNvPr id="16" name="直接连接符 15"/>
            <p:cNvCxnSpPr/>
            <p:nvPr/>
          </p:nvCxnSpPr>
          <p:spPr>
            <a:xfrm>
              <a:off x="3167260" y="3506524"/>
              <a:ext cx="5757114" cy="0"/>
            </a:xfrm>
            <a:prstGeom prst="line">
              <a:avLst/>
            </a:prstGeom>
            <a:ln>
              <a:headEnd type="none" w="med" len="med"/>
              <a:tailEnd type="triangle" w="med" len="med"/>
            </a:ln>
          </p:spPr>
          <p:style>
            <a:lnRef idx="3">
              <a:schemeClr val="accent4"/>
            </a:lnRef>
            <a:fillRef idx="0">
              <a:schemeClr val="accent4"/>
            </a:fillRef>
            <a:effectRef idx="2">
              <a:schemeClr val="accent4"/>
            </a:effectRef>
            <a:fontRef idx="minor">
              <a:schemeClr val="tx1"/>
            </a:fontRef>
          </p:style>
        </p:cxnSp>
        <p:cxnSp>
          <p:nvCxnSpPr>
            <p:cNvPr id="17" name="直接连接符 16"/>
            <p:cNvCxnSpPr/>
            <p:nvPr/>
          </p:nvCxnSpPr>
          <p:spPr>
            <a:xfrm>
              <a:off x="3167260" y="4193763"/>
              <a:ext cx="5757114" cy="0"/>
            </a:xfrm>
            <a:prstGeom prst="line">
              <a:avLst/>
            </a:prstGeom>
            <a:ln>
              <a:headEnd type="triangle" w="med" len="med"/>
              <a:tailEnd type="none" w="med" len="med"/>
            </a:ln>
          </p:spPr>
          <p:style>
            <a:lnRef idx="3">
              <a:schemeClr val="accent4"/>
            </a:lnRef>
            <a:fillRef idx="0">
              <a:schemeClr val="accent4"/>
            </a:fillRef>
            <a:effectRef idx="2">
              <a:schemeClr val="accent4"/>
            </a:effectRef>
            <a:fontRef idx="minor">
              <a:schemeClr val="tx1"/>
            </a:fontRef>
          </p:style>
        </p:cxnSp>
        <p:cxnSp>
          <p:nvCxnSpPr>
            <p:cNvPr id="18" name="直接连接符 17"/>
            <p:cNvCxnSpPr/>
            <p:nvPr/>
          </p:nvCxnSpPr>
          <p:spPr>
            <a:xfrm>
              <a:off x="3167260" y="4881002"/>
              <a:ext cx="5757114" cy="0"/>
            </a:xfrm>
            <a:prstGeom prst="line">
              <a:avLst/>
            </a:prstGeom>
            <a:ln>
              <a:headEnd type="none" w="med" len="med"/>
              <a:tailEnd type="triangle" w="med" len="med"/>
            </a:ln>
          </p:spPr>
          <p:style>
            <a:lnRef idx="3">
              <a:schemeClr val="accent4"/>
            </a:lnRef>
            <a:fillRef idx="0">
              <a:schemeClr val="accent4"/>
            </a:fillRef>
            <a:effectRef idx="2">
              <a:schemeClr val="accent4"/>
            </a:effectRef>
            <a:fontRef idx="minor">
              <a:schemeClr val="tx1"/>
            </a:fontRef>
          </p:style>
        </p:cxnSp>
        <p:cxnSp>
          <p:nvCxnSpPr>
            <p:cNvPr id="19" name="直接连接符 18"/>
            <p:cNvCxnSpPr/>
            <p:nvPr/>
          </p:nvCxnSpPr>
          <p:spPr>
            <a:xfrm>
              <a:off x="3167260" y="5568241"/>
              <a:ext cx="5757114" cy="0"/>
            </a:xfrm>
            <a:prstGeom prst="line">
              <a:avLst/>
            </a:prstGeom>
            <a:ln>
              <a:headEnd type="triangle" w="med" len="med"/>
              <a:tailEnd type="none" w="med" len="med"/>
            </a:ln>
          </p:spPr>
          <p:style>
            <a:lnRef idx="3">
              <a:schemeClr val="accent4"/>
            </a:lnRef>
            <a:fillRef idx="0">
              <a:schemeClr val="accent4"/>
            </a:fillRef>
            <a:effectRef idx="2">
              <a:schemeClr val="accent4"/>
            </a:effectRef>
            <a:fontRef idx="minor">
              <a:schemeClr val="tx1"/>
            </a:fontRef>
          </p:style>
        </p:cxnSp>
      </p:gr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DHCP</a:t>
            </a:r>
            <a:r>
              <a:rPr lang="zh-CN" altLang="en-US" dirty="0"/>
              <a:t>工作过程</a:t>
            </a:r>
            <a:r>
              <a:rPr lang="en-US" altLang="zh-CN" dirty="0"/>
              <a:t>—</a:t>
            </a:r>
            <a:r>
              <a:rPr lang="zh-CN" altLang="en-US" dirty="0"/>
              <a:t>提供阶段</a:t>
            </a:r>
            <a:endParaRPr lang="zh-CN" altLang="en-US" dirty="0"/>
          </a:p>
        </p:txBody>
      </p:sp>
      <p:sp>
        <p:nvSpPr>
          <p:cNvPr id="3" name="内容占位符 2"/>
          <p:cNvSpPr>
            <a:spLocks noGrp="1"/>
          </p:cNvSpPr>
          <p:nvPr>
            <p:ph idx="1"/>
          </p:nvPr>
        </p:nvSpPr>
        <p:spPr>
          <a:xfrm>
            <a:off x="334435" y="1052514"/>
            <a:ext cx="4586699" cy="5437187"/>
          </a:xfrm>
        </p:spPr>
        <p:txBody>
          <a:bodyPr>
            <a:normAutofit/>
          </a:bodyPr>
          <a:lstStyle/>
          <a:p>
            <a:r>
              <a:rPr lang="zh-CN" altLang="en-US" dirty="0"/>
              <a:t>与</a:t>
            </a:r>
            <a:r>
              <a:rPr lang="en-US" altLang="zh-CN" dirty="0"/>
              <a:t>DHCP</a:t>
            </a:r>
            <a:r>
              <a:rPr lang="zh-CN" altLang="en-US" dirty="0"/>
              <a:t>客户端位于同一网段的所有</a:t>
            </a:r>
            <a:r>
              <a:rPr lang="en-US" altLang="zh-CN" dirty="0"/>
              <a:t>DHCP</a:t>
            </a:r>
            <a:r>
              <a:rPr lang="zh-CN" altLang="en-US" dirty="0"/>
              <a:t>服务器都会接收到</a:t>
            </a:r>
            <a:r>
              <a:rPr lang="en-US" altLang="zh-CN" dirty="0"/>
              <a:t>DHCP DISCOVER</a:t>
            </a:r>
            <a:r>
              <a:rPr lang="zh-CN" altLang="en-US" dirty="0"/>
              <a:t>报文</a:t>
            </a:r>
            <a:endParaRPr lang="en-US" altLang="zh-CN" dirty="0"/>
          </a:p>
          <a:p>
            <a:r>
              <a:rPr lang="en-US" altLang="zh-CN" dirty="0"/>
              <a:t>DHCP</a:t>
            </a:r>
            <a:r>
              <a:rPr lang="zh-CN" altLang="en-US" dirty="0"/>
              <a:t>服务器选择跟接收</a:t>
            </a:r>
            <a:r>
              <a:rPr lang="en-US" altLang="zh-CN" dirty="0"/>
              <a:t>DHCP DISCOVER</a:t>
            </a:r>
            <a:r>
              <a:rPr lang="zh-CN" altLang="en-US" dirty="0"/>
              <a:t>报文接口的</a:t>
            </a:r>
            <a:r>
              <a:rPr lang="en-US" altLang="zh-CN" dirty="0"/>
              <a:t>IP</a:t>
            </a:r>
            <a:r>
              <a:rPr lang="zh-CN" altLang="en-US" dirty="0"/>
              <a:t>地址处于同一网段的地址池，并且从中选择一个可用的</a:t>
            </a:r>
            <a:r>
              <a:rPr lang="en-US" altLang="zh-CN" dirty="0"/>
              <a:t>IP</a:t>
            </a:r>
            <a:r>
              <a:rPr lang="zh-CN" altLang="en-US" dirty="0"/>
              <a:t>地址</a:t>
            </a:r>
            <a:endParaRPr lang="en-US" altLang="zh-CN" dirty="0"/>
          </a:p>
          <a:p>
            <a:r>
              <a:rPr lang="zh-CN" altLang="en-US" dirty="0"/>
              <a:t>然后通过</a:t>
            </a:r>
            <a:r>
              <a:rPr lang="en-US" altLang="zh-CN" dirty="0"/>
              <a:t>DHCP OFFER</a:t>
            </a:r>
            <a:r>
              <a:rPr lang="zh-CN" altLang="en-US" dirty="0"/>
              <a:t>报文发送给</a:t>
            </a:r>
            <a:r>
              <a:rPr lang="en-US" altLang="zh-CN" dirty="0"/>
              <a:t>DHCP</a:t>
            </a:r>
            <a:r>
              <a:rPr lang="zh-CN" altLang="en-US" dirty="0"/>
              <a:t>客户端</a:t>
            </a:r>
            <a:endParaRPr lang="zh-CN" altLang="en-US" dirty="0"/>
          </a:p>
          <a:p>
            <a:endParaRPr lang="zh-CN" altLang="en-US" dirty="0"/>
          </a:p>
        </p:txBody>
      </p:sp>
      <p:sp>
        <p:nvSpPr>
          <p:cNvPr id="4" name="灯片编号占位符 3"/>
          <p:cNvSpPr>
            <a:spLocks noGrp="1"/>
          </p:cNvSpPr>
          <p:nvPr>
            <p:ph type="sldNum" sz="quarter" idx="12"/>
          </p:nvPr>
        </p:nvSpPr>
        <p:spPr/>
        <p:txBody>
          <a:bodyPr/>
          <a:lstStyle/>
          <a:p>
            <a:pPr>
              <a:defRPr/>
            </a:pPr>
            <a:fld id="{816960B2-2B11-492C-B588-5290E1274F96}" type="slidenum">
              <a:rPr lang="en-US" altLang="zh-CN" smtClean="0"/>
            </a:fld>
            <a:endParaRPr lang="en-US" altLang="zh-CN" dirty="0"/>
          </a:p>
        </p:txBody>
      </p:sp>
      <p:grpSp>
        <p:nvGrpSpPr>
          <p:cNvPr id="5" name="组合 4"/>
          <p:cNvGrpSpPr/>
          <p:nvPr/>
        </p:nvGrpSpPr>
        <p:grpSpPr>
          <a:xfrm>
            <a:off x="5263982" y="1908263"/>
            <a:ext cx="6507957" cy="3725687"/>
            <a:chOff x="2768693" y="2157358"/>
            <a:chExt cx="6507957" cy="3725687"/>
          </a:xfrm>
        </p:grpSpPr>
        <p:pic>
          <p:nvPicPr>
            <p:cNvPr id="6" name="图形 5"/>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2768693" y="2157358"/>
              <a:ext cx="815181" cy="617209"/>
            </a:xfrm>
            <a:prstGeom prst="rect">
              <a:avLst/>
            </a:prstGeom>
          </p:spPr>
        </p:pic>
        <p:pic>
          <p:nvPicPr>
            <p:cNvPr id="7" name="图形 6"/>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572101" y="2157358"/>
              <a:ext cx="704549" cy="617209"/>
            </a:xfrm>
            <a:prstGeom prst="rect">
              <a:avLst/>
            </a:prstGeom>
          </p:spPr>
        </p:pic>
        <p:cxnSp>
          <p:nvCxnSpPr>
            <p:cNvPr id="8" name="直接连接符 7"/>
            <p:cNvCxnSpPr>
              <a:stCxn id="6" idx="2"/>
            </p:cNvCxnSpPr>
            <p:nvPr/>
          </p:nvCxnSpPr>
          <p:spPr>
            <a:xfrm flipH="1">
              <a:off x="3159719" y="2774567"/>
              <a:ext cx="16565" cy="3108478"/>
            </a:xfrm>
            <a:prstGeom prst="line">
              <a:avLst/>
            </a:prstGeom>
          </p:spPr>
          <p:style>
            <a:lnRef idx="3">
              <a:schemeClr val="accent4"/>
            </a:lnRef>
            <a:fillRef idx="0">
              <a:schemeClr val="accent4"/>
            </a:fillRef>
            <a:effectRef idx="2">
              <a:schemeClr val="accent4"/>
            </a:effectRef>
            <a:fontRef idx="minor">
              <a:schemeClr val="tx1"/>
            </a:fontRef>
          </p:style>
        </p:cxnSp>
        <p:cxnSp>
          <p:nvCxnSpPr>
            <p:cNvPr id="9" name="直接连接符 8"/>
            <p:cNvCxnSpPr>
              <a:stCxn id="7" idx="2"/>
            </p:cNvCxnSpPr>
            <p:nvPr/>
          </p:nvCxnSpPr>
          <p:spPr>
            <a:xfrm>
              <a:off x="8924376" y="2774567"/>
              <a:ext cx="0" cy="3108478"/>
            </a:xfrm>
            <a:prstGeom prst="line">
              <a:avLst/>
            </a:prstGeom>
          </p:spPr>
          <p:style>
            <a:lnRef idx="3">
              <a:schemeClr val="accent4"/>
            </a:lnRef>
            <a:fillRef idx="0">
              <a:schemeClr val="accent4"/>
            </a:fillRef>
            <a:effectRef idx="2">
              <a:schemeClr val="accent4"/>
            </a:effectRef>
            <a:fontRef idx="minor">
              <a:schemeClr val="tx1"/>
            </a:fontRef>
          </p:style>
        </p:cxnSp>
        <p:sp>
          <p:nvSpPr>
            <p:cNvPr id="10" name="文本框 9"/>
            <p:cNvSpPr txBox="1"/>
            <p:nvPr/>
          </p:nvSpPr>
          <p:spPr>
            <a:xfrm>
              <a:off x="3215045" y="3086373"/>
              <a:ext cx="5663958" cy="398379"/>
            </a:xfrm>
            <a:prstGeom prst="rect">
              <a:avLst/>
            </a:prstGeom>
            <a:noFill/>
          </p:spPr>
          <p:txBody>
            <a:bodyPr wrap="square" rtlCol="0">
              <a:spAutoFit/>
            </a:bodyPr>
            <a:lstStyle>
              <a:defPPr>
                <a:defRPr lang="zh-CN"/>
              </a:defPPr>
              <a:lvl1pPr>
                <a:lnSpc>
                  <a:spcPct val="120000"/>
                </a:lnSpc>
                <a:defRPr sz="1800">
                  <a:latin typeface="微软雅黑 Light" panose="020B0502040204020203" pitchFamily="34" charset="-122"/>
                  <a:ea typeface="微软雅黑 Light" panose="020B0502040204020203" pitchFamily="34" charset="-122"/>
                  <a:cs typeface="+mn-ea"/>
                </a:defRPr>
              </a:lvl1pPr>
            </a:lstStyle>
            <a:p>
              <a:r>
                <a:rPr lang="en-US" altLang="zh-CN" dirty="0">
                  <a:sym typeface="+mn-lt"/>
                </a:rPr>
                <a:t>1. </a:t>
              </a:r>
              <a:r>
                <a:rPr lang="zh-CN" altLang="en-US" dirty="0">
                  <a:sym typeface="+mn-lt"/>
                </a:rPr>
                <a:t>发现阶段：客户端广播发送</a:t>
              </a:r>
              <a:r>
                <a:rPr lang="en-US" altLang="zh-CN" dirty="0">
                  <a:sym typeface="+mn-lt"/>
                </a:rPr>
                <a:t>DHCP DISCOVER</a:t>
              </a:r>
              <a:r>
                <a:rPr lang="zh-CN" altLang="en-US" dirty="0">
                  <a:sym typeface="+mn-lt"/>
                </a:rPr>
                <a:t>报文</a:t>
              </a:r>
              <a:endParaRPr lang="zh-CN" altLang="en-US" dirty="0">
                <a:sym typeface="+mn-lt"/>
              </a:endParaRPr>
            </a:p>
          </p:txBody>
        </p:sp>
        <p:sp>
          <p:nvSpPr>
            <p:cNvPr id="11" name="文本框 10"/>
            <p:cNvSpPr txBox="1"/>
            <p:nvPr/>
          </p:nvSpPr>
          <p:spPr>
            <a:xfrm>
              <a:off x="3248173" y="3703582"/>
              <a:ext cx="5630830" cy="398379"/>
            </a:xfrm>
            <a:prstGeom prst="rect">
              <a:avLst/>
            </a:prstGeom>
            <a:solidFill>
              <a:schemeClr val="accent1"/>
            </a:solidFill>
          </p:spPr>
          <p:txBody>
            <a:bodyPr wrap="square" rtlCol="0">
              <a:spAutoFit/>
            </a:bodyPr>
            <a:lstStyle>
              <a:defPPr>
                <a:defRPr lang="zh-CN"/>
              </a:defPPr>
              <a:lvl1pPr>
                <a:lnSpc>
                  <a:spcPct val="120000"/>
                </a:lnSpc>
                <a:defRPr sz="1800">
                  <a:latin typeface="微软雅黑 Light" panose="020B0502040204020203" pitchFamily="34" charset="-122"/>
                  <a:ea typeface="微软雅黑 Light" panose="020B0502040204020203" pitchFamily="34" charset="-122"/>
                  <a:cs typeface="+mn-ea"/>
                </a:defRPr>
              </a:lvl1pPr>
            </a:lstStyle>
            <a:p>
              <a:r>
                <a:rPr lang="en-US" altLang="zh-CN" dirty="0">
                  <a:sym typeface="+mn-lt"/>
                </a:rPr>
                <a:t>2. </a:t>
              </a:r>
              <a:r>
                <a:rPr lang="zh-CN" altLang="en-US" dirty="0">
                  <a:sym typeface="+mn-lt"/>
                </a:rPr>
                <a:t>提供阶段：服务器回应</a:t>
              </a:r>
              <a:r>
                <a:rPr lang="en-US" altLang="zh-CN" dirty="0">
                  <a:sym typeface="+mn-lt"/>
                </a:rPr>
                <a:t>DHCP OFFER</a:t>
              </a:r>
              <a:r>
                <a:rPr lang="zh-CN" altLang="en-US" dirty="0">
                  <a:sym typeface="+mn-lt"/>
                </a:rPr>
                <a:t>报文</a:t>
              </a:r>
              <a:endParaRPr lang="zh-CN" altLang="en-US" dirty="0">
                <a:sym typeface="+mn-lt"/>
              </a:endParaRPr>
            </a:p>
          </p:txBody>
        </p:sp>
        <p:sp>
          <p:nvSpPr>
            <p:cNvPr id="12" name="文本框 11"/>
            <p:cNvSpPr txBox="1"/>
            <p:nvPr/>
          </p:nvSpPr>
          <p:spPr>
            <a:xfrm>
              <a:off x="3215045" y="4428152"/>
              <a:ext cx="5663958" cy="398379"/>
            </a:xfrm>
            <a:prstGeom prst="rect">
              <a:avLst/>
            </a:prstGeom>
            <a:noFill/>
          </p:spPr>
          <p:txBody>
            <a:bodyPr wrap="square" rtlCol="0">
              <a:spAutoFit/>
            </a:bodyPr>
            <a:lstStyle/>
            <a:p>
              <a:pPr>
                <a:lnSpc>
                  <a:spcPct val="120000"/>
                </a:lnSpc>
              </a:pPr>
              <a:r>
                <a:rPr lang="en-US" altLang="zh-CN" sz="1800" dirty="0">
                  <a:latin typeface="微软雅黑 Light" panose="020B0502040204020203" pitchFamily="34" charset="-122"/>
                  <a:ea typeface="微软雅黑 Light" panose="020B0502040204020203" pitchFamily="34" charset="-122"/>
                  <a:cs typeface="+mn-ea"/>
                  <a:sym typeface="+mn-lt"/>
                </a:rPr>
                <a:t>3. </a:t>
              </a:r>
              <a:r>
                <a:rPr lang="zh-CN" altLang="en-US" sz="1800" dirty="0">
                  <a:latin typeface="微软雅黑 Light" panose="020B0502040204020203" pitchFamily="34" charset="-122"/>
                  <a:ea typeface="微软雅黑 Light" panose="020B0502040204020203" pitchFamily="34" charset="-122"/>
                  <a:cs typeface="+mn-ea"/>
                  <a:sym typeface="+mn-lt"/>
                </a:rPr>
                <a:t>选择阶段：客户端发送</a:t>
              </a:r>
              <a:r>
                <a:rPr lang="en-US" altLang="zh-CN" sz="1800" dirty="0">
                  <a:latin typeface="微软雅黑 Light" panose="020B0502040204020203" pitchFamily="34" charset="-122"/>
                  <a:ea typeface="微软雅黑 Light" panose="020B0502040204020203" pitchFamily="34" charset="-122"/>
                  <a:cs typeface="+mn-ea"/>
                  <a:sym typeface="+mn-lt"/>
                </a:rPr>
                <a:t>DHCP REQUEST</a:t>
              </a:r>
              <a:r>
                <a:rPr lang="zh-CN" altLang="en-US" sz="1800" dirty="0">
                  <a:latin typeface="微软雅黑 Light" panose="020B0502040204020203" pitchFamily="34" charset="-122"/>
                  <a:ea typeface="微软雅黑 Light" panose="020B0502040204020203" pitchFamily="34" charset="-122"/>
                  <a:cs typeface="+mn-ea"/>
                  <a:sym typeface="+mn-lt"/>
                </a:rPr>
                <a:t>报文</a:t>
              </a:r>
              <a:endParaRPr lang="zh-CN" altLang="en-US" sz="1800" dirty="0">
                <a:latin typeface="微软雅黑 Light" panose="020B0502040204020203" pitchFamily="34" charset="-122"/>
                <a:ea typeface="微软雅黑 Light" panose="020B0502040204020203" pitchFamily="34" charset="-122"/>
                <a:cs typeface="+mn-ea"/>
                <a:sym typeface="+mn-lt"/>
              </a:endParaRPr>
            </a:p>
          </p:txBody>
        </p:sp>
        <p:sp>
          <p:nvSpPr>
            <p:cNvPr id="13" name="文本框 12"/>
            <p:cNvSpPr txBox="1"/>
            <p:nvPr/>
          </p:nvSpPr>
          <p:spPr>
            <a:xfrm>
              <a:off x="3231609" y="5050283"/>
              <a:ext cx="5647394" cy="398379"/>
            </a:xfrm>
            <a:prstGeom prst="rect">
              <a:avLst/>
            </a:prstGeom>
            <a:noFill/>
          </p:spPr>
          <p:txBody>
            <a:bodyPr wrap="square" rtlCol="0">
              <a:spAutoFit/>
            </a:bodyPr>
            <a:lstStyle/>
            <a:p>
              <a:pPr>
                <a:lnSpc>
                  <a:spcPct val="120000"/>
                </a:lnSpc>
              </a:pPr>
              <a:r>
                <a:rPr lang="en-US" altLang="zh-CN" sz="1800" dirty="0">
                  <a:latin typeface="微软雅黑 Light" panose="020B0502040204020203" pitchFamily="34" charset="-122"/>
                  <a:ea typeface="微软雅黑 Light" panose="020B0502040204020203" pitchFamily="34" charset="-122"/>
                  <a:cs typeface="+mn-ea"/>
                  <a:sym typeface="+mn-lt"/>
                </a:rPr>
                <a:t>4. </a:t>
              </a:r>
              <a:r>
                <a:rPr lang="zh-CN" altLang="en-US" sz="1800" dirty="0">
                  <a:latin typeface="微软雅黑 Light" panose="020B0502040204020203" pitchFamily="34" charset="-122"/>
                  <a:ea typeface="微软雅黑 Light" panose="020B0502040204020203" pitchFamily="34" charset="-122"/>
                  <a:cs typeface="+mn-ea"/>
                  <a:sym typeface="+mn-lt"/>
                </a:rPr>
                <a:t>确认阶段：服务器回应</a:t>
              </a:r>
              <a:r>
                <a:rPr lang="en-US" altLang="zh-CN" sz="1800" dirty="0">
                  <a:latin typeface="微软雅黑 Light" panose="020B0502040204020203" pitchFamily="34" charset="-122"/>
                  <a:ea typeface="微软雅黑 Light" panose="020B0502040204020203" pitchFamily="34" charset="-122"/>
                  <a:cs typeface="+mn-ea"/>
                  <a:sym typeface="+mn-lt"/>
                </a:rPr>
                <a:t>DHCP ACK</a:t>
              </a:r>
              <a:r>
                <a:rPr lang="zh-CN" altLang="en-US" sz="1800" dirty="0">
                  <a:latin typeface="微软雅黑 Light" panose="020B0502040204020203" pitchFamily="34" charset="-122"/>
                  <a:ea typeface="微软雅黑 Light" panose="020B0502040204020203" pitchFamily="34" charset="-122"/>
                  <a:cs typeface="+mn-ea"/>
                  <a:sym typeface="+mn-lt"/>
                </a:rPr>
                <a:t>报文</a:t>
              </a:r>
              <a:endParaRPr lang="zh-CN" altLang="en-US" sz="1800" dirty="0">
                <a:latin typeface="微软雅黑 Light" panose="020B0502040204020203" pitchFamily="34" charset="-122"/>
                <a:ea typeface="微软雅黑 Light" panose="020B0502040204020203" pitchFamily="34" charset="-122"/>
                <a:cs typeface="+mn-ea"/>
                <a:sym typeface="+mn-lt"/>
              </a:endParaRPr>
            </a:p>
          </p:txBody>
        </p:sp>
        <p:sp>
          <p:nvSpPr>
            <p:cNvPr id="14" name="文本框 13"/>
            <p:cNvSpPr txBox="1"/>
            <p:nvPr/>
          </p:nvSpPr>
          <p:spPr>
            <a:xfrm>
              <a:off x="3603271" y="2182954"/>
              <a:ext cx="1649811" cy="432362"/>
            </a:xfrm>
            <a:prstGeom prst="rect">
              <a:avLst/>
            </a:prstGeom>
            <a:noFill/>
          </p:spPr>
          <p:txBody>
            <a:bodyPr wrap="none" rtlCol="0">
              <a:spAutoFit/>
            </a:bodyPr>
            <a:lstStyle/>
            <a:p>
              <a:pPr>
                <a:lnSpc>
                  <a:spcPct val="120000"/>
                </a:lnSpc>
              </a:pPr>
              <a:r>
                <a:rPr lang="en-US" altLang="zh-CN" dirty="0">
                  <a:latin typeface="微软雅黑 Light" panose="020B0502040204020203" pitchFamily="34" charset="-122"/>
                  <a:ea typeface="微软雅黑 Light" panose="020B0502040204020203" pitchFamily="34" charset="-122"/>
                  <a:cs typeface="+mn-ea"/>
                  <a:sym typeface="+mn-lt"/>
                </a:rPr>
                <a:t>DHCP</a:t>
              </a:r>
              <a:r>
                <a:rPr lang="zh-CN" altLang="en-US" dirty="0">
                  <a:latin typeface="微软雅黑 Light" panose="020B0502040204020203" pitchFamily="34" charset="-122"/>
                  <a:ea typeface="微软雅黑 Light" panose="020B0502040204020203" pitchFamily="34" charset="-122"/>
                  <a:cs typeface="+mn-ea"/>
                  <a:sym typeface="+mn-lt"/>
                </a:rPr>
                <a:t>客户端</a:t>
              </a:r>
              <a:endParaRPr lang="zh-CN" altLang="en-US" dirty="0">
                <a:latin typeface="微软雅黑 Light" panose="020B0502040204020203" pitchFamily="34" charset="-122"/>
                <a:ea typeface="微软雅黑 Light" panose="020B0502040204020203" pitchFamily="34" charset="-122"/>
                <a:cs typeface="+mn-ea"/>
                <a:sym typeface="+mn-lt"/>
              </a:endParaRPr>
            </a:p>
          </p:txBody>
        </p:sp>
        <p:sp>
          <p:nvSpPr>
            <p:cNvPr id="15" name="文本框 14"/>
            <p:cNvSpPr txBox="1"/>
            <p:nvPr/>
          </p:nvSpPr>
          <p:spPr>
            <a:xfrm>
              <a:off x="6922290" y="2209927"/>
              <a:ext cx="1649811" cy="432362"/>
            </a:xfrm>
            <a:prstGeom prst="rect">
              <a:avLst/>
            </a:prstGeom>
            <a:noFill/>
          </p:spPr>
          <p:txBody>
            <a:bodyPr wrap="none" rtlCol="0">
              <a:spAutoFit/>
            </a:bodyPr>
            <a:lstStyle/>
            <a:p>
              <a:pPr>
                <a:lnSpc>
                  <a:spcPct val="120000"/>
                </a:lnSpc>
              </a:pPr>
              <a:r>
                <a:rPr lang="en-US" altLang="zh-CN" dirty="0">
                  <a:latin typeface="微软雅黑 Light" panose="020B0502040204020203" pitchFamily="34" charset="-122"/>
                  <a:ea typeface="微软雅黑 Light" panose="020B0502040204020203" pitchFamily="34" charset="-122"/>
                  <a:cs typeface="+mn-ea"/>
                  <a:sym typeface="+mn-lt"/>
                </a:rPr>
                <a:t>DHCP</a:t>
              </a:r>
              <a:r>
                <a:rPr lang="zh-CN" altLang="en-US" dirty="0">
                  <a:latin typeface="微软雅黑 Light" panose="020B0502040204020203" pitchFamily="34" charset="-122"/>
                  <a:ea typeface="微软雅黑 Light" panose="020B0502040204020203" pitchFamily="34" charset="-122"/>
                  <a:cs typeface="+mn-ea"/>
                  <a:sym typeface="+mn-lt"/>
                </a:rPr>
                <a:t>服务器</a:t>
              </a:r>
              <a:endParaRPr lang="zh-CN" altLang="en-US" dirty="0">
                <a:latin typeface="微软雅黑 Light" panose="020B0502040204020203" pitchFamily="34" charset="-122"/>
                <a:ea typeface="微软雅黑 Light" panose="020B0502040204020203" pitchFamily="34" charset="-122"/>
                <a:cs typeface="+mn-ea"/>
                <a:sym typeface="+mn-lt"/>
              </a:endParaRPr>
            </a:p>
          </p:txBody>
        </p:sp>
        <p:cxnSp>
          <p:nvCxnSpPr>
            <p:cNvPr id="16" name="直接连接符 15"/>
            <p:cNvCxnSpPr/>
            <p:nvPr/>
          </p:nvCxnSpPr>
          <p:spPr>
            <a:xfrm>
              <a:off x="3167260" y="3506524"/>
              <a:ext cx="5757114" cy="0"/>
            </a:xfrm>
            <a:prstGeom prst="line">
              <a:avLst/>
            </a:prstGeom>
            <a:ln>
              <a:headEnd type="none" w="med" len="med"/>
              <a:tailEnd type="triangle" w="med" len="med"/>
            </a:ln>
          </p:spPr>
          <p:style>
            <a:lnRef idx="3">
              <a:schemeClr val="accent4"/>
            </a:lnRef>
            <a:fillRef idx="0">
              <a:schemeClr val="accent4"/>
            </a:fillRef>
            <a:effectRef idx="2">
              <a:schemeClr val="accent4"/>
            </a:effectRef>
            <a:fontRef idx="minor">
              <a:schemeClr val="tx1"/>
            </a:fontRef>
          </p:style>
        </p:cxnSp>
        <p:cxnSp>
          <p:nvCxnSpPr>
            <p:cNvPr id="17" name="直接连接符 16"/>
            <p:cNvCxnSpPr/>
            <p:nvPr/>
          </p:nvCxnSpPr>
          <p:spPr>
            <a:xfrm>
              <a:off x="3167260" y="4193763"/>
              <a:ext cx="5757114" cy="0"/>
            </a:xfrm>
            <a:prstGeom prst="line">
              <a:avLst/>
            </a:prstGeom>
            <a:ln>
              <a:headEnd type="triangle" w="med" len="med"/>
              <a:tailEnd type="none" w="med" len="med"/>
            </a:ln>
          </p:spPr>
          <p:style>
            <a:lnRef idx="3">
              <a:schemeClr val="accent4"/>
            </a:lnRef>
            <a:fillRef idx="0">
              <a:schemeClr val="accent4"/>
            </a:fillRef>
            <a:effectRef idx="2">
              <a:schemeClr val="accent4"/>
            </a:effectRef>
            <a:fontRef idx="minor">
              <a:schemeClr val="tx1"/>
            </a:fontRef>
          </p:style>
        </p:cxnSp>
        <p:cxnSp>
          <p:nvCxnSpPr>
            <p:cNvPr id="18" name="直接连接符 17"/>
            <p:cNvCxnSpPr/>
            <p:nvPr/>
          </p:nvCxnSpPr>
          <p:spPr>
            <a:xfrm>
              <a:off x="3167260" y="4881002"/>
              <a:ext cx="5757114" cy="0"/>
            </a:xfrm>
            <a:prstGeom prst="line">
              <a:avLst/>
            </a:prstGeom>
            <a:ln>
              <a:headEnd type="none" w="med" len="med"/>
              <a:tailEnd type="triangle" w="med" len="med"/>
            </a:ln>
          </p:spPr>
          <p:style>
            <a:lnRef idx="3">
              <a:schemeClr val="accent4"/>
            </a:lnRef>
            <a:fillRef idx="0">
              <a:schemeClr val="accent4"/>
            </a:fillRef>
            <a:effectRef idx="2">
              <a:schemeClr val="accent4"/>
            </a:effectRef>
            <a:fontRef idx="minor">
              <a:schemeClr val="tx1"/>
            </a:fontRef>
          </p:style>
        </p:cxnSp>
        <p:cxnSp>
          <p:nvCxnSpPr>
            <p:cNvPr id="19" name="直接连接符 18"/>
            <p:cNvCxnSpPr/>
            <p:nvPr/>
          </p:nvCxnSpPr>
          <p:spPr>
            <a:xfrm>
              <a:off x="3167260" y="5568241"/>
              <a:ext cx="5757114" cy="0"/>
            </a:xfrm>
            <a:prstGeom prst="line">
              <a:avLst/>
            </a:prstGeom>
            <a:ln>
              <a:headEnd type="triangle" w="med" len="med"/>
              <a:tailEnd type="none" w="med" len="med"/>
            </a:ln>
          </p:spPr>
          <p:style>
            <a:lnRef idx="3">
              <a:schemeClr val="accent4"/>
            </a:lnRef>
            <a:fillRef idx="0">
              <a:schemeClr val="accent4"/>
            </a:fillRef>
            <a:effectRef idx="2">
              <a:schemeClr val="accent4"/>
            </a:effectRef>
            <a:fontRef idx="minor">
              <a:schemeClr val="tx1"/>
            </a:fontRef>
          </p:style>
        </p:cxnSp>
      </p:gr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DHCP</a:t>
            </a:r>
            <a:r>
              <a:rPr lang="zh-CN" altLang="en-US" dirty="0"/>
              <a:t>工作过程</a:t>
            </a:r>
            <a:r>
              <a:rPr lang="en-US" altLang="zh-CN" dirty="0"/>
              <a:t>—</a:t>
            </a:r>
            <a:r>
              <a:rPr lang="zh-CN" altLang="en-US" dirty="0"/>
              <a:t>选择阶段</a:t>
            </a:r>
            <a:endParaRPr lang="zh-CN" altLang="en-US" dirty="0"/>
          </a:p>
        </p:txBody>
      </p:sp>
      <p:sp>
        <p:nvSpPr>
          <p:cNvPr id="3" name="内容占位符 2"/>
          <p:cNvSpPr>
            <a:spLocks noGrp="1"/>
          </p:cNvSpPr>
          <p:nvPr>
            <p:ph idx="1"/>
          </p:nvPr>
        </p:nvSpPr>
        <p:spPr>
          <a:xfrm>
            <a:off x="334435" y="1052514"/>
            <a:ext cx="4586699" cy="5437187"/>
          </a:xfrm>
        </p:spPr>
        <p:txBody>
          <a:bodyPr>
            <a:normAutofit fontScale="92500"/>
          </a:bodyPr>
          <a:lstStyle/>
          <a:p>
            <a:pPr>
              <a:lnSpc>
                <a:spcPct val="120000"/>
              </a:lnSpc>
            </a:pPr>
            <a:r>
              <a:rPr lang="zh-CN" altLang="en-US" sz="2400" dirty="0"/>
              <a:t>如果有多个</a:t>
            </a:r>
            <a:r>
              <a:rPr lang="en-US" altLang="zh-CN" sz="2400" dirty="0"/>
              <a:t>DHCP</a:t>
            </a:r>
            <a:r>
              <a:rPr lang="zh-CN" altLang="en-US" sz="2400" dirty="0"/>
              <a:t>服务器向</a:t>
            </a:r>
            <a:r>
              <a:rPr lang="en-US" altLang="zh-CN" sz="2400" dirty="0"/>
              <a:t>DHCP</a:t>
            </a:r>
            <a:r>
              <a:rPr lang="zh-CN" altLang="en-US" sz="2400" dirty="0"/>
              <a:t>客户端回应</a:t>
            </a:r>
            <a:r>
              <a:rPr lang="en-US" altLang="zh-CN" sz="2400" dirty="0"/>
              <a:t>DHCP OFFER</a:t>
            </a:r>
            <a:r>
              <a:rPr lang="zh-CN" altLang="en-US" sz="2400" dirty="0"/>
              <a:t>报文，则</a:t>
            </a:r>
            <a:r>
              <a:rPr lang="en-US" altLang="zh-CN" sz="2400" dirty="0"/>
              <a:t>DHCP</a:t>
            </a:r>
            <a:r>
              <a:rPr lang="zh-CN" altLang="en-US" sz="2400" dirty="0"/>
              <a:t>客户端一般只接收第一个收到的</a:t>
            </a:r>
            <a:r>
              <a:rPr lang="en-US" altLang="zh-CN" sz="2400" dirty="0"/>
              <a:t>DHCP OFFER</a:t>
            </a:r>
            <a:r>
              <a:rPr lang="zh-CN" altLang="en-US" sz="2400" dirty="0"/>
              <a:t>报文，然后以广播方式发送</a:t>
            </a:r>
            <a:r>
              <a:rPr lang="en-US" altLang="zh-CN" sz="2400" dirty="0"/>
              <a:t>DHCP REQUEST</a:t>
            </a:r>
            <a:r>
              <a:rPr lang="zh-CN" altLang="en-US" sz="2400" dirty="0"/>
              <a:t>报文，该报文中包含客户端想选择的</a:t>
            </a:r>
            <a:r>
              <a:rPr lang="en-US" altLang="zh-CN" sz="2400" dirty="0"/>
              <a:t>DHCP</a:t>
            </a:r>
            <a:r>
              <a:rPr lang="zh-CN" altLang="en-US" sz="2400" dirty="0"/>
              <a:t>服务器标识符和客户端</a:t>
            </a:r>
            <a:r>
              <a:rPr lang="en-US" altLang="zh-CN" sz="2400" dirty="0"/>
              <a:t>IP</a:t>
            </a:r>
            <a:r>
              <a:rPr lang="zh-CN" altLang="en-US" sz="2400" dirty="0"/>
              <a:t>地址</a:t>
            </a:r>
            <a:endParaRPr lang="zh-CN" altLang="en-US" sz="2400" dirty="0"/>
          </a:p>
          <a:p>
            <a:pPr>
              <a:lnSpc>
                <a:spcPct val="120000"/>
              </a:lnSpc>
            </a:pPr>
            <a:r>
              <a:rPr lang="en-US" altLang="zh-CN" sz="2400" dirty="0"/>
              <a:t>DHCP</a:t>
            </a:r>
            <a:r>
              <a:rPr lang="zh-CN" altLang="en-US" sz="2400" dirty="0"/>
              <a:t>客户端通知所有的</a:t>
            </a:r>
            <a:r>
              <a:rPr lang="en-US" altLang="zh-CN" sz="2400" dirty="0"/>
              <a:t>DHCP</a:t>
            </a:r>
            <a:r>
              <a:rPr lang="zh-CN" altLang="en-US" sz="2400" dirty="0"/>
              <a:t>服务器，它将选择某个</a:t>
            </a:r>
            <a:r>
              <a:rPr lang="en-US" altLang="zh-CN" sz="2400" dirty="0"/>
              <a:t>DHCP</a:t>
            </a:r>
            <a:r>
              <a:rPr lang="zh-CN" altLang="en-US" sz="2400" dirty="0"/>
              <a:t>服务器提供的</a:t>
            </a:r>
            <a:r>
              <a:rPr lang="en-US" altLang="zh-CN" sz="2400" dirty="0"/>
              <a:t>IP</a:t>
            </a:r>
            <a:r>
              <a:rPr lang="zh-CN" altLang="en-US" sz="2400" dirty="0"/>
              <a:t>地址，其他</a:t>
            </a:r>
            <a:r>
              <a:rPr lang="en-US" altLang="zh-CN" sz="2400" dirty="0"/>
              <a:t>DHCP</a:t>
            </a:r>
            <a:r>
              <a:rPr lang="zh-CN" altLang="en-US" sz="2400" dirty="0"/>
              <a:t>服务器可以重新将曾经分配给客户端的</a:t>
            </a:r>
            <a:r>
              <a:rPr lang="en-US" altLang="zh-CN" sz="2400" dirty="0"/>
              <a:t>IP</a:t>
            </a:r>
            <a:r>
              <a:rPr lang="zh-CN" altLang="en-US" sz="2400" dirty="0"/>
              <a:t>地址分配给其他客户端</a:t>
            </a:r>
            <a:endParaRPr lang="zh-CN" altLang="en-US" sz="2400" dirty="0"/>
          </a:p>
        </p:txBody>
      </p:sp>
      <p:sp>
        <p:nvSpPr>
          <p:cNvPr id="4" name="灯片编号占位符 3"/>
          <p:cNvSpPr>
            <a:spLocks noGrp="1"/>
          </p:cNvSpPr>
          <p:nvPr>
            <p:ph type="sldNum" sz="quarter" idx="12"/>
          </p:nvPr>
        </p:nvSpPr>
        <p:spPr/>
        <p:txBody>
          <a:bodyPr/>
          <a:lstStyle/>
          <a:p>
            <a:pPr>
              <a:defRPr/>
            </a:pPr>
            <a:fld id="{816960B2-2B11-492C-B588-5290E1274F96}" type="slidenum">
              <a:rPr lang="en-US" altLang="zh-CN" smtClean="0"/>
            </a:fld>
            <a:endParaRPr lang="en-US" altLang="zh-CN" dirty="0"/>
          </a:p>
        </p:txBody>
      </p:sp>
      <p:grpSp>
        <p:nvGrpSpPr>
          <p:cNvPr id="5" name="组合 4"/>
          <p:cNvGrpSpPr/>
          <p:nvPr/>
        </p:nvGrpSpPr>
        <p:grpSpPr>
          <a:xfrm>
            <a:off x="5263982" y="1908263"/>
            <a:ext cx="6507957" cy="3725687"/>
            <a:chOff x="2768693" y="2157358"/>
            <a:chExt cx="6507957" cy="3725687"/>
          </a:xfrm>
        </p:grpSpPr>
        <p:pic>
          <p:nvPicPr>
            <p:cNvPr id="6" name="图形 5"/>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2768693" y="2157358"/>
              <a:ext cx="815181" cy="617209"/>
            </a:xfrm>
            <a:prstGeom prst="rect">
              <a:avLst/>
            </a:prstGeom>
          </p:spPr>
        </p:pic>
        <p:pic>
          <p:nvPicPr>
            <p:cNvPr id="7" name="图形 6"/>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572101" y="2157358"/>
              <a:ext cx="704549" cy="617209"/>
            </a:xfrm>
            <a:prstGeom prst="rect">
              <a:avLst/>
            </a:prstGeom>
          </p:spPr>
        </p:pic>
        <p:cxnSp>
          <p:nvCxnSpPr>
            <p:cNvPr id="8" name="直接连接符 7"/>
            <p:cNvCxnSpPr>
              <a:stCxn id="6" idx="2"/>
            </p:cNvCxnSpPr>
            <p:nvPr/>
          </p:nvCxnSpPr>
          <p:spPr>
            <a:xfrm flipH="1">
              <a:off x="3159719" y="2774567"/>
              <a:ext cx="16565" cy="3108478"/>
            </a:xfrm>
            <a:prstGeom prst="line">
              <a:avLst/>
            </a:prstGeom>
          </p:spPr>
          <p:style>
            <a:lnRef idx="3">
              <a:schemeClr val="accent4"/>
            </a:lnRef>
            <a:fillRef idx="0">
              <a:schemeClr val="accent4"/>
            </a:fillRef>
            <a:effectRef idx="2">
              <a:schemeClr val="accent4"/>
            </a:effectRef>
            <a:fontRef idx="minor">
              <a:schemeClr val="tx1"/>
            </a:fontRef>
          </p:style>
        </p:cxnSp>
        <p:cxnSp>
          <p:nvCxnSpPr>
            <p:cNvPr id="9" name="直接连接符 8"/>
            <p:cNvCxnSpPr>
              <a:stCxn id="7" idx="2"/>
            </p:cNvCxnSpPr>
            <p:nvPr/>
          </p:nvCxnSpPr>
          <p:spPr>
            <a:xfrm>
              <a:off x="8924376" y="2774567"/>
              <a:ext cx="0" cy="3108478"/>
            </a:xfrm>
            <a:prstGeom prst="line">
              <a:avLst/>
            </a:prstGeom>
          </p:spPr>
          <p:style>
            <a:lnRef idx="3">
              <a:schemeClr val="accent4"/>
            </a:lnRef>
            <a:fillRef idx="0">
              <a:schemeClr val="accent4"/>
            </a:fillRef>
            <a:effectRef idx="2">
              <a:schemeClr val="accent4"/>
            </a:effectRef>
            <a:fontRef idx="minor">
              <a:schemeClr val="tx1"/>
            </a:fontRef>
          </p:style>
        </p:cxnSp>
        <p:sp>
          <p:nvSpPr>
            <p:cNvPr id="10" name="文本框 9"/>
            <p:cNvSpPr txBox="1"/>
            <p:nvPr/>
          </p:nvSpPr>
          <p:spPr>
            <a:xfrm>
              <a:off x="3215045" y="3086373"/>
              <a:ext cx="5663958" cy="398379"/>
            </a:xfrm>
            <a:prstGeom prst="rect">
              <a:avLst/>
            </a:prstGeom>
            <a:noFill/>
          </p:spPr>
          <p:txBody>
            <a:bodyPr wrap="square" rtlCol="0">
              <a:spAutoFit/>
            </a:bodyPr>
            <a:lstStyle>
              <a:defPPr>
                <a:defRPr lang="zh-CN"/>
              </a:defPPr>
              <a:lvl1pPr>
                <a:lnSpc>
                  <a:spcPct val="120000"/>
                </a:lnSpc>
                <a:defRPr sz="1800">
                  <a:latin typeface="微软雅黑 Light" panose="020B0502040204020203" pitchFamily="34" charset="-122"/>
                  <a:ea typeface="微软雅黑 Light" panose="020B0502040204020203" pitchFamily="34" charset="-122"/>
                  <a:cs typeface="+mn-ea"/>
                </a:defRPr>
              </a:lvl1pPr>
            </a:lstStyle>
            <a:p>
              <a:r>
                <a:rPr lang="en-US" altLang="zh-CN" dirty="0">
                  <a:sym typeface="+mn-lt"/>
                </a:rPr>
                <a:t>1. </a:t>
              </a:r>
              <a:r>
                <a:rPr lang="zh-CN" altLang="en-US" dirty="0">
                  <a:sym typeface="+mn-lt"/>
                </a:rPr>
                <a:t>发现阶段：客户端广播发送</a:t>
              </a:r>
              <a:r>
                <a:rPr lang="en-US" altLang="zh-CN" dirty="0">
                  <a:sym typeface="+mn-lt"/>
                </a:rPr>
                <a:t>DHCP DISCOVER</a:t>
              </a:r>
              <a:r>
                <a:rPr lang="zh-CN" altLang="en-US" dirty="0">
                  <a:sym typeface="+mn-lt"/>
                </a:rPr>
                <a:t>报文</a:t>
              </a:r>
              <a:endParaRPr lang="zh-CN" altLang="en-US" dirty="0">
                <a:sym typeface="+mn-lt"/>
              </a:endParaRPr>
            </a:p>
          </p:txBody>
        </p:sp>
        <p:sp>
          <p:nvSpPr>
            <p:cNvPr id="11" name="文本框 10"/>
            <p:cNvSpPr txBox="1"/>
            <p:nvPr/>
          </p:nvSpPr>
          <p:spPr>
            <a:xfrm>
              <a:off x="3248173" y="3703582"/>
              <a:ext cx="5630830" cy="398379"/>
            </a:xfrm>
            <a:prstGeom prst="rect">
              <a:avLst/>
            </a:prstGeom>
            <a:noFill/>
          </p:spPr>
          <p:txBody>
            <a:bodyPr wrap="square" rtlCol="0">
              <a:spAutoFit/>
            </a:bodyPr>
            <a:lstStyle>
              <a:defPPr>
                <a:defRPr lang="zh-CN"/>
              </a:defPPr>
              <a:lvl1pPr>
                <a:lnSpc>
                  <a:spcPct val="120000"/>
                </a:lnSpc>
                <a:defRPr sz="1800">
                  <a:latin typeface="微软雅黑 Light" panose="020B0502040204020203" pitchFamily="34" charset="-122"/>
                  <a:ea typeface="微软雅黑 Light" panose="020B0502040204020203" pitchFamily="34" charset="-122"/>
                  <a:cs typeface="+mn-ea"/>
                </a:defRPr>
              </a:lvl1pPr>
            </a:lstStyle>
            <a:p>
              <a:r>
                <a:rPr lang="en-US" altLang="zh-CN" dirty="0">
                  <a:sym typeface="+mn-lt"/>
                </a:rPr>
                <a:t>2. </a:t>
              </a:r>
              <a:r>
                <a:rPr lang="zh-CN" altLang="en-US" dirty="0">
                  <a:sym typeface="+mn-lt"/>
                </a:rPr>
                <a:t>提供阶段：服务器回应</a:t>
              </a:r>
              <a:r>
                <a:rPr lang="en-US" altLang="zh-CN" dirty="0">
                  <a:sym typeface="+mn-lt"/>
                </a:rPr>
                <a:t>DHCP OFFER</a:t>
              </a:r>
              <a:r>
                <a:rPr lang="zh-CN" altLang="en-US" dirty="0">
                  <a:sym typeface="+mn-lt"/>
                </a:rPr>
                <a:t>报文</a:t>
              </a:r>
              <a:endParaRPr lang="zh-CN" altLang="en-US" dirty="0">
                <a:sym typeface="+mn-lt"/>
              </a:endParaRPr>
            </a:p>
          </p:txBody>
        </p:sp>
        <p:sp>
          <p:nvSpPr>
            <p:cNvPr id="12" name="文本框 11"/>
            <p:cNvSpPr txBox="1"/>
            <p:nvPr/>
          </p:nvSpPr>
          <p:spPr>
            <a:xfrm>
              <a:off x="3215045" y="4428152"/>
              <a:ext cx="5663958" cy="398379"/>
            </a:xfrm>
            <a:prstGeom prst="rect">
              <a:avLst/>
            </a:prstGeom>
            <a:solidFill>
              <a:schemeClr val="accent1"/>
            </a:solidFill>
          </p:spPr>
          <p:txBody>
            <a:bodyPr wrap="square" rtlCol="0">
              <a:spAutoFit/>
            </a:bodyPr>
            <a:lstStyle>
              <a:defPPr>
                <a:defRPr lang="zh-CN"/>
              </a:defPPr>
              <a:lvl1pPr>
                <a:lnSpc>
                  <a:spcPct val="120000"/>
                </a:lnSpc>
                <a:defRPr sz="1800">
                  <a:latin typeface="微软雅黑 Light" panose="020B0502040204020203" pitchFamily="34" charset="-122"/>
                  <a:ea typeface="微软雅黑 Light" panose="020B0502040204020203" pitchFamily="34" charset="-122"/>
                  <a:cs typeface="+mn-ea"/>
                </a:defRPr>
              </a:lvl1pPr>
            </a:lstStyle>
            <a:p>
              <a:r>
                <a:rPr lang="en-US" altLang="zh-CN" dirty="0">
                  <a:sym typeface="+mn-lt"/>
                </a:rPr>
                <a:t>3. </a:t>
              </a:r>
              <a:r>
                <a:rPr lang="zh-CN" altLang="en-US" dirty="0">
                  <a:sym typeface="+mn-lt"/>
                </a:rPr>
                <a:t>选择阶段：客户端发送</a:t>
              </a:r>
              <a:r>
                <a:rPr lang="en-US" altLang="zh-CN" dirty="0">
                  <a:sym typeface="+mn-lt"/>
                </a:rPr>
                <a:t>DHCP REQUEST</a:t>
              </a:r>
              <a:r>
                <a:rPr lang="zh-CN" altLang="en-US" dirty="0">
                  <a:sym typeface="+mn-lt"/>
                </a:rPr>
                <a:t>报文</a:t>
              </a:r>
              <a:endParaRPr lang="zh-CN" altLang="en-US" dirty="0">
                <a:sym typeface="+mn-lt"/>
              </a:endParaRPr>
            </a:p>
          </p:txBody>
        </p:sp>
        <p:sp>
          <p:nvSpPr>
            <p:cNvPr id="13" name="文本框 12"/>
            <p:cNvSpPr txBox="1"/>
            <p:nvPr/>
          </p:nvSpPr>
          <p:spPr>
            <a:xfrm>
              <a:off x="3231609" y="5050283"/>
              <a:ext cx="5647394" cy="398379"/>
            </a:xfrm>
            <a:prstGeom prst="rect">
              <a:avLst/>
            </a:prstGeom>
            <a:noFill/>
          </p:spPr>
          <p:txBody>
            <a:bodyPr wrap="square" rtlCol="0">
              <a:spAutoFit/>
            </a:bodyPr>
            <a:lstStyle/>
            <a:p>
              <a:pPr>
                <a:lnSpc>
                  <a:spcPct val="120000"/>
                </a:lnSpc>
              </a:pPr>
              <a:r>
                <a:rPr lang="en-US" altLang="zh-CN" sz="1800" dirty="0">
                  <a:latin typeface="微软雅黑 Light" panose="020B0502040204020203" pitchFamily="34" charset="-122"/>
                  <a:ea typeface="微软雅黑 Light" panose="020B0502040204020203" pitchFamily="34" charset="-122"/>
                  <a:cs typeface="+mn-ea"/>
                  <a:sym typeface="+mn-lt"/>
                </a:rPr>
                <a:t>4. </a:t>
              </a:r>
              <a:r>
                <a:rPr lang="zh-CN" altLang="en-US" sz="1800" dirty="0">
                  <a:latin typeface="微软雅黑 Light" panose="020B0502040204020203" pitchFamily="34" charset="-122"/>
                  <a:ea typeface="微软雅黑 Light" panose="020B0502040204020203" pitchFamily="34" charset="-122"/>
                  <a:cs typeface="+mn-ea"/>
                  <a:sym typeface="+mn-lt"/>
                </a:rPr>
                <a:t>确认阶段：服务器回应</a:t>
              </a:r>
              <a:r>
                <a:rPr lang="en-US" altLang="zh-CN" sz="1800" dirty="0">
                  <a:latin typeface="微软雅黑 Light" panose="020B0502040204020203" pitchFamily="34" charset="-122"/>
                  <a:ea typeface="微软雅黑 Light" panose="020B0502040204020203" pitchFamily="34" charset="-122"/>
                  <a:cs typeface="+mn-ea"/>
                  <a:sym typeface="+mn-lt"/>
                </a:rPr>
                <a:t>DHCP ACK</a:t>
              </a:r>
              <a:r>
                <a:rPr lang="zh-CN" altLang="en-US" sz="1800" dirty="0">
                  <a:latin typeface="微软雅黑 Light" panose="020B0502040204020203" pitchFamily="34" charset="-122"/>
                  <a:ea typeface="微软雅黑 Light" panose="020B0502040204020203" pitchFamily="34" charset="-122"/>
                  <a:cs typeface="+mn-ea"/>
                  <a:sym typeface="+mn-lt"/>
                </a:rPr>
                <a:t>报文</a:t>
              </a:r>
              <a:endParaRPr lang="zh-CN" altLang="en-US" sz="1800" dirty="0">
                <a:latin typeface="微软雅黑 Light" panose="020B0502040204020203" pitchFamily="34" charset="-122"/>
                <a:ea typeface="微软雅黑 Light" panose="020B0502040204020203" pitchFamily="34" charset="-122"/>
                <a:cs typeface="+mn-ea"/>
                <a:sym typeface="+mn-lt"/>
              </a:endParaRPr>
            </a:p>
          </p:txBody>
        </p:sp>
        <p:sp>
          <p:nvSpPr>
            <p:cNvPr id="14" name="文本框 13"/>
            <p:cNvSpPr txBox="1"/>
            <p:nvPr/>
          </p:nvSpPr>
          <p:spPr>
            <a:xfrm>
              <a:off x="3603271" y="2182954"/>
              <a:ext cx="1649811" cy="432362"/>
            </a:xfrm>
            <a:prstGeom prst="rect">
              <a:avLst/>
            </a:prstGeom>
            <a:noFill/>
          </p:spPr>
          <p:txBody>
            <a:bodyPr wrap="none" rtlCol="0">
              <a:spAutoFit/>
            </a:bodyPr>
            <a:lstStyle/>
            <a:p>
              <a:pPr>
                <a:lnSpc>
                  <a:spcPct val="120000"/>
                </a:lnSpc>
              </a:pPr>
              <a:r>
                <a:rPr lang="en-US" altLang="zh-CN" dirty="0">
                  <a:latin typeface="微软雅黑 Light" panose="020B0502040204020203" pitchFamily="34" charset="-122"/>
                  <a:ea typeface="微软雅黑 Light" panose="020B0502040204020203" pitchFamily="34" charset="-122"/>
                  <a:cs typeface="+mn-ea"/>
                  <a:sym typeface="+mn-lt"/>
                </a:rPr>
                <a:t>DHCP</a:t>
              </a:r>
              <a:r>
                <a:rPr lang="zh-CN" altLang="en-US" dirty="0">
                  <a:latin typeface="微软雅黑 Light" panose="020B0502040204020203" pitchFamily="34" charset="-122"/>
                  <a:ea typeface="微软雅黑 Light" panose="020B0502040204020203" pitchFamily="34" charset="-122"/>
                  <a:cs typeface="+mn-ea"/>
                  <a:sym typeface="+mn-lt"/>
                </a:rPr>
                <a:t>客户端</a:t>
              </a:r>
              <a:endParaRPr lang="zh-CN" altLang="en-US" dirty="0">
                <a:latin typeface="微软雅黑 Light" panose="020B0502040204020203" pitchFamily="34" charset="-122"/>
                <a:ea typeface="微软雅黑 Light" panose="020B0502040204020203" pitchFamily="34" charset="-122"/>
                <a:cs typeface="+mn-ea"/>
                <a:sym typeface="+mn-lt"/>
              </a:endParaRPr>
            </a:p>
          </p:txBody>
        </p:sp>
        <p:sp>
          <p:nvSpPr>
            <p:cNvPr id="15" name="文本框 14"/>
            <p:cNvSpPr txBox="1"/>
            <p:nvPr/>
          </p:nvSpPr>
          <p:spPr>
            <a:xfrm>
              <a:off x="6922290" y="2209927"/>
              <a:ext cx="1649811" cy="432362"/>
            </a:xfrm>
            <a:prstGeom prst="rect">
              <a:avLst/>
            </a:prstGeom>
            <a:noFill/>
          </p:spPr>
          <p:txBody>
            <a:bodyPr wrap="none" rtlCol="0">
              <a:spAutoFit/>
            </a:bodyPr>
            <a:lstStyle/>
            <a:p>
              <a:pPr>
                <a:lnSpc>
                  <a:spcPct val="120000"/>
                </a:lnSpc>
              </a:pPr>
              <a:r>
                <a:rPr lang="en-US" altLang="zh-CN" dirty="0">
                  <a:latin typeface="微软雅黑 Light" panose="020B0502040204020203" pitchFamily="34" charset="-122"/>
                  <a:ea typeface="微软雅黑 Light" panose="020B0502040204020203" pitchFamily="34" charset="-122"/>
                  <a:cs typeface="+mn-ea"/>
                  <a:sym typeface="+mn-lt"/>
                </a:rPr>
                <a:t>DHCP</a:t>
              </a:r>
              <a:r>
                <a:rPr lang="zh-CN" altLang="en-US" dirty="0">
                  <a:latin typeface="微软雅黑 Light" panose="020B0502040204020203" pitchFamily="34" charset="-122"/>
                  <a:ea typeface="微软雅黑 Light" panose="020B0502040204020203" pitchFamily="34" charset="-122"/>
                  <a:cs typeface="+mn-ea"/>
                  <a:sym typeface="+mn-lt"/>
                </a:rPr>
                <a:t>服务器</a:t>
              </a:r>
              <a:endParaRPr lang="zh-CN" altLang="en-US" dirty="0">
                <a:latin typeface="微软雅黑 Light" panose="020B0502040204020203" pitchFamily="34" charset="-122"/>
                <a:ea typeface="微软雅黑 Light" panose="020B0502040204020203" pitchFamily="34" charset="-122"/>
                <a:cs typeface="+mn-ea"/>
                <a:sym typeface="+mn-lt"/>
              </a:endParaRPr>
            </a:p>
          </p:txBody>
        </p:sp>
        <p:cxnSp>
          <p:nvCxnSpPr>
            <p:cNvPr id="16" name="直接连接符 15"/>
            <p:cNvCxnSpPr/>
            <p:nvPr/>
          </p:nvCxnSpPr>
          <p:spPr>
            <a:xfrm>
              <a:off x="3167260" y="3506524"/>
              <a:ext cx="5757114" cy="0"/>
            </a:xfrm>
            <a:prstGeom prst="line">
              <a:avLst/>
            </a:prstGeom>
            <a:ln>
              <a:headEnd type="none" w="med" len="med"/>
              <a:tailEnd type="triangle" w="med" len="med"/>
            </a:ln>
          </p:spPr>
          <p:style>
            <a:lnRef idx="3">
              <a:schemeClr val="accent4"/>
            </a:lnRef>
            <a:fillRef idx="0">
              <a:schemeClr val="accent4"/>
            </a:fillRef>
            <a:effectRef idx="2">
              <a:schemeClr val="accent4"/>
            </a:effectRef>
            <a:fontRef idx="minor">
              <a:schemeClr val="tx1"/>
            </a:fontRef>
          </p:style>
        </p:cxnSp>
        <p:cxnSp>
          <p:nvCxnSpPr>
            <p:cNvPr id="17" name="直接连接符 16"/>
            <p:cNvCxnSpPr/>
            <p:nvPr/>
          </p:nvCxnSpPr>
          <p:spPr>
            <a:xfrm>
              <a:off x="3167260" y="4193763"/>
              <a:ext cx="5757114" cy="0"/>
            </a:xfrm>
            <a:prstGeom prst="line">
              <a:avLst/>
            </a:prstGeom>
            <a:ln>
              <a:headEnd type="triangle" w="med" len="med"/>
              <a:tailEnd type="none" w="med" len="med"/>
            </a:ln>
          </p:spPr>
          <p:style>
            <a:lnRef idx="3">
              <a:schemeClr val="accent4"/>
            </a:lnRef>
            <a:fillRef idx="0">
              <a:schemeClr val="accent4"/>
            </a:fillRef>
            <a:effectRef idx="2">
              <a:schemeClr val="accent4"/>
            </a:effectRef>
            <a:fontRef idx="minor">
              <a:schemeClr val="tx1"/>
            </a:fontRef>
          </p:style>
        </p:cxnSp>
        <p:cxnSp>
          <p:nvCxnSpPr>
            <p:cNvPr id="18" name="直接连接符 17"/>
            <p:cNvCxnSpPr/>
            <p:nvPr/>
          </p:nvCxnSpPr>
          <p:spPr>
            <a:xfrm>
              <a:off x="3167260" y="4881002"/>
              <a:ext cx="5757114" cy="0"/>
            </a:xfrm>
            <a:prstGeom prst="line">
              <a:avLst/>
            </a:prstGeom>
            <a:ln>
              <a:headEnd type="none" w="med" len="med"/>
              <a:tailEnd type="triangle" w="med" len="med"/>
            </a:ln>
          </p:spPr>
          <p:style>
            <a:lnRef idx="3">
              <a:schemeClr val="accent4"/>
            </a:lnRef>
            <a:fillRef idx="0">
              <a:schemeClr val="accent4"/>
            </a:fillRef>
            <a:effectRef idx="2">
              <a:schemeClr val="accent4"/>
            </a:effectRef>
            <a:fontRef idx="minor">
              <a:schemeClr val="tx1"/>
            </a:fontRef>
          </p:style>
        </p:cxnSp>
        <p:cxnSp>
          <p:nvCxnSpPr>
            <p:cNvPr id="19" name="直接连接符 18"/>
            <p:cNvCxnSpPr/>
            <p:nvPr/>
          </p:nvCxnSpPr>
          <p:spPr>
            <a:xfrm>
              <a:off x="3167260" y="5568241"/>
              <a:ext cx="5757114" cy="0"/>
            </a:xfrm>
            <a:prstGeom prst="line">
              <a:avLst/>
            </a:prstGeom>
            <a:ln>
              <a:headEnd type="triangle" w="med" len="med"/>
              <a:tailEnd type="none" w="med" len="med"/>
            </a:ln>
          </p:spPr>
          <p:style>
            <a:lnRef idx="3">
              <a:schemeClr val="accent4"/>
            </a:lnRef>
            <a:fillRef idx="0">
              <a:schemeClr val="accent4"/>
            </a:fillRef>
            <a:effectRef idx="2">
              <a:schemeClr val="accent4"/>
            </a:effectRef>
            <a:fontRef idx="minor">
              <a:schemeClr val="tx1"/>
            </a:fontRef>
          </p:style>
        </p:cxnSp>
      </p:gr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DHCP</a:t>
            </a:r>
            <a:r>
              <a:rPr lang="zh-CN" altLang="en-US" dirty="0"/>
              <a:t>工作过程</a:t>
            </a:r>
            <a:r>
              <a:rPr lang="en-US" altLang="zh-CN" dirty="0"/>
              <a:t>—</a:t>
            </a:r>
            <a:r>
              <a:rPr lang="zh-CN" altLang="en-US" dirty="0"/>
              <a:t>确认阶段</a:t>
            </a:r>
            <a:endParaRPr lang="zh-CN" altLang="en-US" dirty="0"/>
          </a:p>
        </p:txBody>
      </p:sp>
      <p:sp>
        <p:nvSpPr>
          <p:cNvPr id="3" name="内容占位符 2"/>
          <p:cNvSpPr>
            <a:spLocks noGrp="1"/>
          </p:cNvSpPr>
          <p:nvPr>
            <p:ph idx="1"/>
          </p:nvPr>
        </p:nvSpPr>
        <p:spPr>
          <a:xfrm>
            <a:off x="334435" y="1052514"/>
            <a:ext cx="4586699" cy="5437187"/>
          </a:xfrm>
        </p:spPr>
        <p:txBody>
          <a:bodyPr>
            <a:normAutofit/>
          </a:bodyPr>
          <a:lstStyle/>
          <a:p>
            <a:r>
              <a:rPr lang="en-US" altLang="zh-CN" dirty="0"/>
              <a:t>DHCP</a:t>
            </a:r>
            <a:r>
              <a:rPr lang="zh-CN" altLang="en-US" dirty="0"/>
              <a:t>服务器收到客户端发送的</a:t>
            </a:r>
            <a:r>
              <a:rPr lang="en-US" altLang="zh-CN" dirty="0"/>
              <a:t>DHCP REQUEST</a:t>
            </a:r>
            <a:r>
              <a:rPr lang="zh-CN" altLang="en-US" dirty="0"/>
              <a:t>报文后，</a:t>
            </a:r>
            <a:r>
              <a:rPr lang="en-US" altLang="zh-CN" dirty="0"/>
              <a:t>DHCP</a:t>
            </a:r>
            <a:r>
              <a:rPr lang="zh-CN" altLang="en-US" dirty="0"/>
              <a:t>服务器回应</a:t>
            </a:r>
            <a:r>
              <a:rPr lang="en-US" altLang="zh-CN" dirty="0"/>
              <a:t>DHCP ACK</a:t>
            </a:r>
            <a:r>
              <a:rPr lang="zh-CN" altLang="en-US" dirty="0"/>
              <a:t>报文，表示</a:t>
            </a:r>
            <a:r>
              <a:rPr lang="en-US" altLang="zh-CN" dirty="0"/>
              <a:t>DHCP REQUEST</a:t>
            </a:r>
            <a:r>
              <a:rPr lang="zh-CN" altLang="en-US" dirty="0"/>
              <a:t>报文中请求的</a:t>
            </a:r>
            <a:r>
              <a:rPr lang="en-US" altLang="zh-CN" dirty="0"/>
              <a:t>IP</a:t>
            </a:r>
            <a:r>
              <a:rPr lang="zh-CN" altLang="en-US" dirty="0"/>
              <a:t>地址分配给客户端使用</a:t>
            </a:r>
            <a:endParaRPr lang="zh-CN" altLang="en-US" dirty="0"/>
          </a:p>
          <a:p>
            <a:r>
              <a:rPr lang="en-US" altLang="zh-CN" dirty="0"/>
              <a:t>DHCP</a:t>
            </a:r>
            <a:r>
              <a:rPr lang="zh-CN" altLang="en-US" dirty="0"/>
              <a:t>客户端收到</a:t>
            </a:r>
            <a:r>
              <a:rPr lang="en-US" altLang="zh-CN" dirty="0"/>
              <a:t>DHCP ACK</a:t>
            </a:r>
            <a:r>
              <a:rPr lang="zh-CN" altLang="en-US" dirty="0"/>
              <a:t>报文，使用此地址，过程结束</a:t>
            </a:r>
            <a:endParaRPr lang="zh-CN" altLang="en-US" dirty="0"/>
          </a:p>
        </p:txBody>
      </p:sp>
      <p:sp>
        <p:nvSpPr>
          <p:cNvPr id="4" name="灯片编号占位符 3"/>
          <p:cNvSpPr>
            <a:spLocks noGrp="1"/>
          </p:cNvSpPr>
          <p:nvPr>
            <p:ph type="sldNum" sz="quarter" idx="12"/>
          </p:nvPr>
        </p:nvSpPr>
        <p:spPr/>
        <p:txBody>
          <a:bodyPr/>
          <a:lstStyle/>
          <a:p>
            <a:pPr>
              <a:defRPr/>
            </a:pPr>
            <a:fld id="{816960B2-2B11-492C-B588-5290E1274F96}" type="slidenum">
              <a:rPr lang="en-US" altLang="zh-CN" smtClean="0"/>
            </a:fld>
            <a:endParaRPr lang="en-US" altLang="zh-CN" dirty="0"/>
          </a:p>
        </p:txBody>
      </p:sp>
      <p:grpSp>
        <p:nvGrpSpPr>
          <p:cNvPr id="5" name="组合 4"/>
          <p:cNvGrpSpPr/>
          <p:nvPr/>
        </p:nvGrpSpPr>
        <p:grpSpPr>
          <a:xfrm>
            <a:off x="5263982" y="1908263"/>
            <a:ext cx="6507957" cy="3725687"/>
            <a:chOff x="2768693" y="2157358"/>
            <a:chExt cx="6507957" cy="3725687"/>
          </a:xfrm>
        </p:grpSpPr>
        <p:pic>
          <p:nvPicPr>
            <p:cNvPr id="6" name="图形 5"/>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2768693" y="2157358"/>
              <a:ext cx="815181" cy="617209"/>
            </a:xfrm>
            <a:prstGeom prst="rect">
              <a:avLst/>
            </a:prstGeom>
          </p:spPr>
        </p:pic>
        <p:pic>
          <p:nvPicPr>
            <p:cNvPr id="7" name="图形 6"/>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572101" y="2157358"/>
              <a:ext cx="704549" cy="617209"/>
            </a:xfrm>
            <a:prstGeom prst="rect">
              <a:avLst/>
            </a:prstGeom>
          </p:spPr>
        </p:pic>
        <p:cxnSp>
          <p:nvCxnSpPr>
            <p:cNvPr id="8" name="直接连接符 7"/>
            <p:cNvCxnSpPr>
              <a:stCxn id="6" idx="2"/>
            </p:cNvCxnSpPr>
            <p:nvPr/>
          </p:nvCxnSpPr>
          <p:spPr>
            <a:xfrm flipH="1">
              <a:off x="3159719" y="2774567"/>
              <a:ext cx="16565" cy="3108478"/>
            </a:xfrm>
            <a:prstGeom prst="line">
              <a:avLst/>
            </a:prstGeom>
          </p:spPr>
          <p:style>
            <a:lnRef idx="3">
              <a:schemeClr val="accent4"/>
            </a:lnRef>
            <a:fillRef idx="0">
              <a:schemeClr val="accent4"/>
            </a:fillRef>
            <a:effectRef idx="2">
              <a:schemeClr val="accent4"/>
            </a:effectRef>
            <a:fontRef idx="minor">
              <a:schemeClr val="tx1"/>
            </a:fontRef>
          </p:style>
        </p:cxnSp>
        <p:cxnSp>
          <p:nvCxnSpPr>
            <p:cNvPr id="9" name="直接连接符 8"/>
            <p:cNvCxnSpPr>
              <a:stCxn id="7" idx="2"/>
            </p:cNvCxnSpPr>
            <p:nvPr/>
          </p:nvCxnSpPr>
          <p:spPr>
            <a:xfrm>
              <a:off x="8924376" y="2774567"/>
              <a:ext cx="0" cy="3108478"/>
            </a:xfrm>
            <a:prstGeom prst="line">
              <a:avLst/>
            </a:prstGeom>
          </p:spPr>
          <p:style>
            <a:lnRef idx="3">
              <a:schemeClr val="accent4"/>
            </a:lnRef>
            <a:fillRef idx="0">
              <a:schemeClr val="accent4"/>
            </a:fillRef>
            <a:effectRef idx="2">
              <a:schemeClr val="accent4"/>
            </a:effectRef>
            <a:fontRef idx="minor">
              <a:schemeClr val="tx1"/>
            </a:fontRef>
          </p:style>
        </p:cxnSp>
        <p:sp>
          <p:nvSpPr>
            <p:cNvPr id="10" name="文本框 9"/>
            <p:cNvSpPr txBox="1"/>
            <p:nvPr/>
          </p:nvSpPr>
          <p:spPr>
            <a:xfrm>
              <a:off x="3215045" y="3086373"/>
              <a:ext cx="5663958" cy="398379"/>
            </a:xfrm>
            <a:prstGeom prst="rect">
              <a:avLst/>
            </a:prstGeom>
            <a:noFill/>
          </p:spPr>
          <p:txBody>
            <a:bodyPr wrap="square" rtlCol="0">
              <a:spAutoFit/>
            </a:bodyPr>
            <a:lstStyle>
              <a:defPPr>
                <a:defRPr lang="zh-CN"/>
              </a:defPPr>
              <a:lvl1pPr>
                <a:lnSpc>
                  <a:spcPct val="120000"/>
                </a:lnSpc>
                <a:defRPr sz="1800">
                  <a:latin typeface="微软雅黑 Light" panose="020B0502040204020203" pitchFamily="34" charset="-122"/>
                  <a:ea typeface="微软雅黑 Light" panose="020B0502040204020203" pitchFamily="34" charset="-122"/>
                  <a:cs typeface="+mn-ea"/>
                </a:defRPr>
              </a:lvl1pPr>
            </a:lstStyle>
            <a:p>
              <a:r>
                <a:rPr lang="en-US" altLang="zh-CN" dirty="0">
                  <a:sym typeface="+mn-lt"/>
                </a:rPr>
                <a:t>1. </a:t>
              </a:r>
              <a:r>
                <a:rPr lang="zh-CN" altLang="en-US" dirty="0">
                  <a:sym typeface="+mn-lt"/>
                </a:rPr>
                <a:t>发现阶段：客户端广播发送</a:t>
              </a:r>
              <a:r>
                <a:rPr lang="en-US" altLang="zh-CN" dirty="0">
                  <a:sym typeface="+mn-lt"/>
                </a:rPr>
                <a:t>DHCP DISCOVER</a:t>
              </a:r>
              <a:r>
                <a:rPr lang="zh-CN" altLang="en-US" dirty="0">
                  <a:sym typeface="+mn-lt"/>
                </a:rPr>
                <a:t>报文</a:t>
              </a:r>
              <a:endParaRPr lang="zh-CN" altLang="en-US" dirty="0">
                <a:sym typeface="+mn-lt"/>
              </a:endParaRPr>
            </a:p>
          </p:txBody>
        </p:sp>
        <p:sp>
          <p:nvSpPr>
            <p:cNvPr id="11" name="文本框 10"/>
            <p:cNvSpPr txBox="1"/>
            <p:nvPr/>
          </p:nvSpPr>
          <p:spPr>
            <a:xfrm>
              <a:off x="3248173" y="3703582"/>
              <a:ext cx="5630830" cy="398379"/>
            </a:xfrm>
            <a:prstGeom prst="rect">
              <a:avLst/>
            </a:prstGeom>
            <a:noFill/>
          </p:spPr>
          <p:txBody>
            <a:bodyPr wrap="square" rtlCol="0">
              <a:spAutoFit/>
            </a:bodyPr>
            <a:lstStyle>
              <a:defPPr>
                <a:defRPr lang="zh-CN"/>
              </a:defPPr>
              <a:lvl1pPr>
                <a:lnSpc>
                  <a:spcPct val="120000"/>
                </a:lnSpc>
                <a:defRPr sz="1800">
                  <a:latin typeface="微软雅黑 Light" panose="020B0502040204020203" pitchFamily="34" charset="-122"/>
                  <a:ea typeface="微软雅黑 Light" panose="020B0502040204020203" pitchFamily="34" charset="-122"/>
                  <a:cs typeface="+mn-ea"/>
                </a:defRPr>
              </a:lvl1pPr>
            </a:lstStyle>
            <a:p>
              <a:r>
                <a:rPr lang="en-US" altLang="zh-CN" dirty="0">
                  <a:sym typeface="+mn-lt"/>
                </a:rPr>
                <a:t>2. </a:t>
              </a:r>
              <a:r>
                <a:rPr lang="zh-CN" altLang="en-US" dirty="0">
                  <a:sym typeface="+mn-lt"/>
                </a:rPr>
                <a:t>提供阶段：服务器回应</a:t>
              </a:r>
              <a:r>
                <a:rPr lang="en-US" altLang="zh-CN" dirty="0">
                  <a:sym typeface="+mn-lt"/>
                </a:rPr>
                <a:t>DHCP OFFER</a:t>
              </a:r>
              <a:r>
                <a:rPr lang="zh-CN" altLang="en-US" dirty="0">
                  <a:sym typeface="+mn-lt"/>
                </a:rPr>
                <a:t>报文</a:t>
              </a:r>
              <a:endParaRPr lang="zh-CN" altLang="en-US" dirty="0">
                <a:sym typeface="+mn-lt"/>
              </a:endParaRPr>
            </a:p>
          </p:txBody>
        </p:sp>
        <p:sp>
          <p:nvSpPr>
            <p:cNvPr id="12" name="文本框 11"/>
            <p:cNvSpPr txBox="1"/>
            <p:nvPr/>
          </p:nvSpPr>
          <p:spPr>
            <a:xfrm>
              <a:off x="3215045" y="4428152"/>
              <a:ext cx="5663958" cy="398379"/>
            </a:xfrm>
            <a:prstGeom prst="rect">
              <a:avLst/>
            </a:prstGeom>
            <a:noFill/>
          </p:spPr>
          <p:txBody>
            <a:bodyPr wrap="square" rtlCol="0">
              <a:spAutoFit/>
            </a:bodyPr>
            <a:lstStyle>
              <a:defPPr>
                <a:defRPr lang="zh-CN"/>
              </a:defPPr>
              <a:lvl1pPr>
                <a:lnSpc>
                  <a:spcPct val="120000"/>
                </a:lnSpc>
                <a:defRPr sz="1800">
                  <a:latin typeface="微软雅黑 Light" panose="020B0502040204020203" pitchFamily="34" charset="-122"/>
                  <a:ea typeface="微软雅黑 Light" panose="020B0502040204020203" pitchFamily="34" charset="-122"/>
                  <a:cs typeface="+mn-ea"/>
                </a:defRPr>
              </a:lvl1pPr>
            </a:lstStyle>
            <a:p>
              <a:r>
                <a:rPr lang="en-US" altLang="zh-CN" dirty="0">
                  <a:sym typeface="+mn-lt"/>
                </a:rPr>
                <a:t>3. </a:t>
              </a:r>
              <a:r>
                <a:rPr lang="zh-CN" altLang="en-US" dirty="0">
                  <a:sym typeface="+mn-lt"/>
                </a:rPr>
                <a:t>选择阶段：客户端发送</a:t>
              </a:r>
              <a:r>
                <a:rPr lang="en-US" altLang="zh-CN" dirty="0">
                  <a:sym typeface="+mn-lt"/>
                </a:rPr>
                <a:t>DHCP REQUEST</a:t>
              </a:r>
              <a:r>
                <a:rPr lang="zh-CN" altLang="en-US" dirty="0">
                  <a:sym typeface="+mn-lt"/>
                </a:rPr>
                <a:t>报文</a:t>
              </a:r>
              <a:endParaRPr lang="zh-CN" altLang="en-US" dirty="0">
                <a:sym typeface="+mn-lt"/>
              </a:endParaRPr>
            </a:p>
          </p:txBody>
        </p:sp>
        <p:sp>
          <p:nvSpPr>
            <p:cNvPr id="13" name="文本框 12"/>
            <p:cNvSpPr txBox="1"/>
            <p:nvPr/>
          </p:nvSpPr>
          <p:spPr>
            <a:xfrm>
              <a:off x="3231609" y="5050283"/>
              <a:ext cx="5647394" cy="398379"/>
            </a:xfrm>
            <a:prstGeom prst="rect">
              <a:avLst/>
            </a:prstGeom>
            <a:solidFill>
              <a:schemeClr val="accent1"/>
            </a:solidFill>
          </p:spPr>
          <p:txBody>
            <a:bodyPr wrap="square" rtlCol="0">
              <a:spAutoFit/>
            </a:bodyPr>
            <a:lstStyle>
              <a:defPPr>
                <a:defRPr lang="zh-CN"/>
              </a:defPPr>
              <a:lvl1pPr>
                <a:lnSpc>
                  <a:spcPct val="120000"/>
                </a:lnSpc>
                <a:defRPr sz="1800">
                  <a:latin typeface="微软雅黑 Light" panose="020B0502040204020203" pitchFamily="34" charset="-122"/>
                  <a:ea typeface="微软雅黑 Light" panose="020B0502040204020203" pitchFamily="34" charset="-122"/>
                  <a:cs typeface="+mn-ea"/>
                </a:defRPr>
              </a:lvl1pPr>
            </a:lstStyle>
            <a:p>
              <a:r>
                <a:rPr lang="en-US" altLang="zh-CN" dirty="0">
                  <a:sym typeface="+mn-lt"/>
                </a:rPr>
                <a:t>4. </a:t>
              </a:r>
              <a:r>
                <a:rPr lang="zh-CN" altLang="en-US" dirty="0">
                  <a:sym typeface="+mn-lt"/>
                </a:rPr>
                <a:t>确认阶段：服务器回应</a:t>
              </a:r>
              <a:r>
                <a:rPr lang="en-US" altLang="zh-CN" dirty="0">
                  <a:sym typeface="+mn-lt"/>
                </a:rPr>
                <a:t>DHCP ACK</a:t>
              </a:r>
              <a:r>
                <a:rPr lang="zh-CN" altLang="en-US" dirty="0">
                  <a:sym typeface="+mn-lt"/>
                </a:rPr>
                <a:t>报文</a:t>
              </a:r>
              <a:endParaRPr lang="zh-CN" altLang="en-US" dirty="0">
                <a:sym typeface="+mn-lt"/>
              </a:endParaRPr>
            </a:p>
          </p:txBody>
        </p:sp>
        <p:sp>
          <p:nvSpPr>
            <p:cNvPr id="14" name="文本框 13"/>
            <p:cNvSpPr txBox="1"/>
            <p:nvPr/>
          </p:nvSpPr>
          <p:spPr>
            <a:xfrm>
              <a:off x="3603271" y="2182954"/>
              <a:ext cx="1649811" cy="432362"/>
            </a:xfrm>
            <a:prstGeom prst="rect">
              <a:avLst/>
            </a:prstGeom>
            <a:noFill/>
          </p:spPr>
          <p:txBody>
            <a:bodyPr wrap="none" rtlCol="0">
              <a:spAutoFit/>
            </a:bodyPr>
            <a:lstStyle/>
            <a:p>
              <a:pPr>
                <a:lnSpc>
                  <a:spcPct val="120000"/>
                </a:lnSpc>
              </a:pPr>
              <a:r>
                <a:rPr lang="en-US" altLang="zh-CN" dirty="0">
                  <a:latin typeface="微软雅黑 Light" panose="020B0502040204020203" pitchFamily="34" charset="-122"/>
                  <a:ea typeface="微软雅黑 Light" panose="020B0502040204020203" pitchFamily="34" charset="-122"/>
                  <a:cs typeface="+mn-ea"/>
                  <a:sym typeface="+mn-lt"/>
                </a:rPr>
                <a:t>DHCP</a:t>
              </a:r>
              <a:r>
                <a:rPr lang="zh-CN" altLang="en-US" dirty="0">
                  <a:latin typeface="微软雅黑 Light" panose="020B0502040204020203" pitchFamily="34" charset="-122"/>
                  <a:ea typeface="微软雅黑 Light" panose="020B0502040204020203" pitchFamily="34" charset="-122"/>
                  <a:cs typeface="+mn-ea"/>
                  <a:sym typeface="+mn-lt"/>
                </a:rPr>
                <a:t>客户端</a:t>
              </a:r>
              <a:endParaRPr lang="zh-CN" altLang="en-US" dirty="0">
                <a:latin typeface="微软雅黑 Light" panose="020B0502040204020203" pitchFamily="34" charset="-122"/>
                <a:ea typeface="微软雅黑 Light" panose="020B0502040204020203" pitchFamily="34" charset="-122"/>
                <a:cs typeface="+mn-ea"/>
                <a:sym typeface="+mn-lt"/>
              </a:endParaRPr>
            </a:p>
          </p:txBody>
        </p:sp>
        <p:sp>
          <p:nvSpPr>
            <p:cNvPr id="15" name="文本框 14"/>
            <p:cNvSpPr txBox="1"/>
            <p:nvPr/>
          </p:nvSpPr>
          <p:spPr>
            <a:xfrm>
              <a:off x="6922290" y="2209927"/>
              <a:ext cx="1649811" cy="432362"/>
            </a:xfrm>
            <a:prstGeom prst="rect">
              <a:avLst/>
            </a:prstGeom>
            <a:noFill/>
          </p:spPr>
          <p:txBody>
            <a:bodyPr wrap="none" rtlCol="0">
              <a:spAutoFit/>
            </a:bodyPr>
            <a:lstStyle/>
            <a:p>
              <a:pPr>
                <a:lnSpc>
                  <a:spcPct val="120000"/>
                </a:lnSpc>
              </a:pPr>
              <a:r>
                <a:rPr lang="en-US" altLang="zh-CN" dirty="0">
                  <a:latin typeface="微软雅黑 Light" panose="020B0502040204020203" pitchFamily="34" charset="-122"/>
                  <a:ea typeface="微软雅黑 Light" panose="020B0502040204020203" pitchFamily="34" charset="-122"/>
                  <a:cs typeface="+mn-ea"/>
                  <a:sym typeface="+mn-lt"/>
                </a:rPr>
                <a:t>DHCP</a:t>
              </a:r>
              <a:r>
                <a:rPr lang="zh-CN" altLang="en-US" dirty="0">
                  <a:latin typeface="微软雅黑 Light" panose="020B0502040204020203" pitchFamily="34" charset="-122"/>
                  <a:ea typeface="微软雅黑 Light" panose="020B0502040204020203" pitchFamily="34" charset="-122"/>
                  <a:cs typeface="+mn-ea"/>
                  <a:sym typeface="+mn-lt"/>
                </a:rPr>
                <a:t>服务器</a:t>
              </a:r>
              <a:endParaRPr lang="zh-CN" altLang="en-US" dirty="0">
                <a:latin typeface="微软雅黑 Light" panose="020B0502040204020203" pitchFamily="34" charset="-122"/>
                <a:ea typeface="微软雅黑 Light" panose="020B0502040204020203" pitchFamily="34" charset="-122"/>
                <a:cs typeface="+mn-ea"/>
                <a:sym typeface="+mn-lt"/>
              </a:endParaRPr>
            </a:p>
          </p:txBody>
        </p:sp>
        <p:cxnSp>
          <p:nvCxnSpPr>
            <p:cNvPr id="16" name="直接连接符 15"/>
            <p:cNvCxnSpPr/>
            <p:nvPr/>
          </p:nvCxnSpPr>
          <p:spPr>
            <a:xfrm>
              <a:off x="3167260" y="3506524"/>
              <a:ext cx="5757114" cy="0"/>
            </a:xfrm>
            <a:prstGeom prst="line">
              <a:avLst/>
            </a:prstGeom>
            <a:ln>
              <a:headEnd type="none" w="med" len="med"/>
              <a:tailEnd type="triangle" w="med" len="med"/>
            </a:ln>
          </p:spPr>
          <p:style>
            <a:lnRef idx="3">
              <a:schemeClr val="accent4"/>
            </a:lnRef>
            <a:fillRef idx="0">
              <a:schemeClr val="accent4"/>
            </a:fillRef>
            <a:effectRef idx="2">
              <a:schemeClr val="accent4"/>
            </a:effectRef>
            <a:fontRef idx="minor">
              <a:schemeClr val="tx1"/>
            </a:fontRef>
          </p:style>
        </p:cxnSp>
        <p:cxnSp>
          <p:nvCxnSpPr>
            <p:cNvPr id="17" name="直接连接符 16"/>
            <p:cNvCxnSpPr/>
            <p:nvPr/>
          </p:nvCxnSpPr>
          <p:spPr>
            <a:xfrm>
              <a:off x="3167260" y="4193763"/>
              <a:ext cx="5757114" cy="0"/>
            </a:xfrm>
            <a:prstGeom prst="line">
              <a:avLst/>
            </a:prstGeom>
            <a:ln>
              <a:headEnd type="triangle" w="med" len="med"/>
              <a:tailEnd type="none" w="med" len="med"/>
            </a:ln>
          </p:spPr>
          <p:style>
            <a:lnRef idx="3">
              <a:schemeClr val="accent4"/>
            </a:lnRef>
            <a:fillRef idx="0">
              <a:schemeClr val="accent4"/>
            </a:fillRef>
            <a:effectRef idx="2">
              <a:schemeClr val="accent4"/>
            </a:effectRef>
            <a:fontRef idx="minor">
              <a:schemeClr val="tx1"/>
            </a:fontRef>
          </p:style>
        </p:cxnSp>
        <p:cxnSp>
          <p:nvCxnSpPr>
            <p:cNvPr id="18" name="直接连接符 17"/>
            <p:cNvCxnSpPr/>
            <p:nvPr/>
          </p:nvCxnSpPr>
          <p:spPr>
            <a:xfrm>
              <a:off x="3167260" y="4881002"/>
              <a:ext cx="5757114" cy="0"/>
            </a:xfrm>
            <a:prstGeom prst="line">
              <a:avLst/>
            </a:prstGeom>
            <a:ln>
              <a:headEnd type="none" w="med" len="med"/>
              <a:tailEnd type="triangle" w="med" len="med"/>
            </a:ln>
          </p:spPr>
          <p:style>
            <a:lnRef idx="3">
              <a:schemeClr val="accent4"/>
            </a:lnRef>
            <a:fillRef idx="0">
              <a:schemeClr val="accent4"/>
            </a:fillRef>
            <a:effectRef idx="2">
              <a:schemeClr val="accent4"/>
            </a:effectRef>
            <a:fontRef idx="minor">
              <a:schemeClr val="tx1"/>
            </a:fontRef>
          </p:style>
        </p:cxnSp>
        <p:cxnSp>
          <p:nvCxnSpPr>
            <p:cNvPr id="19" name="直接连接符 18"/>
            <p:cNvCxnSpPr/>
            <p:nvPr/>
          </p:nvCxnSpPr>
          <p:spPr>
            <a:xfrm>
              <a:off x="3167260" y="5568241"/>
              <a:ext cx="5757114" cy="0"/>
            </a:xfrm>
            <a:prstGeom prst="line">
              <a:avLst/>
            </a:prstGeom>
            <a:ln>
              <a:headEnd type="triangle" w="med" len="med"/>
              <a:tailEnd type="none" w="med" len="med"/>
            </a:ln>
          </p:spPr>
          <p:style>
            <a:lnRef idx="3">
              <a:schemeClr val="accent4"/>
            </a:lnRef>
            <a:fillRef idx="0">
              <a:schemeClr val="accent4"/>
            </a:fillRef>
            <a:effectRef idx="2">
              <a:schemeClr val="accent4"/>
            </a:effectRef>
            <a:fontRef idx="minor">
              <a:schemeClr val="tx1"/>
            </a:fontRef>
          </p:style>
        </p:cxnSp>
      </p:gr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DHCP</a:t>
            </a:r>
            <a:r>
              <a:rPr lang="zh-CN" altLang="en-US" dirty="0"/>
              <a:t>工作过程</a:t>
            </a:r>
            <a:r>
              <a:rPr lang="en-US" altLang="zh-CN" dirty="0"/>
              <a:t>—</a:t>
            </a:r>
            <a:r>
              <a:rPr lang="zh-CN" altLang="en-US" dirty="0"/>
              <a:t>更新租期</a:t>
            </a:r>
            <a:endParaRPr lang="zh-CN" altLang="en-US" dirty="0"/>
          </a:p>
        </p:txBody>
      </p:sp>
      <p:sp>
        <p:nvSpPr>
          <p:cNvPr id="3" name="内容占位符 2"/>
          <p:cNvSpPr>
            <a:spLocks noGrp="1"/>
          </p:cNvSpPr>
          <p:nvPr>
            <p:ph idx="1"/>
          </p:nvPr>
        </p:nvSpPr>
        <p:spPr>
          <a:xfrm>
            <a:off x="334435" y="1052514"/>
            <a:ext cx="4586699" cy="5437187"/>
          </a:xfrm>
        </p:spPr>
        <p:txBody>
          <a:bodyPr>
            <a:normAutofit/>
          </a:bodyPr>
          <a:lstStyle/>
          <a:p>
            <a:pPr marL="0" indent="0">
              <a:buNone/>
            </a:pPr>
            <a:r>
              <a:rPr lang="zh-CN" altLang="en-US" dirty="0"/>
              <a:t>当租期达到</a:t>
            </a:r>
            <a:r>
              <a:rPr lang="en-US" altLang="zh-CN" dirty="0"/>
              <a:t>50%</a:t>
            </a:r>
            <a:r>
              <a:rPr lang="zh-CN" altLang="en-US" dirty="0"/>
              <a:t>（</a:t>
            </a:r>
            <a:r>
              <a:rPr lang="en-US" altLang="zh-CN" dirty="0"/>
              <a:t>T1</a:t>
            </a:r>
            <a:r>
              <a:rPr lang="zh-CN" altLang="en-US" dirty="0"/>
              <a:t>）时</a:t>
            </a:r>
            <a:endParaRPr lang="en-US" altLang="zh-CN" dirty="0"/>
          </a:p>
          <a:p>
            <a:r>
              <a:rPr lang="en-US" altLang="zh-CN" dirty="0"/>
              <a:t>DHCP</a:t>
            </a:r>
            <a:r>
              <a:rPr lang="zh-CN" altLang="en-US" dirty="0"/>
              <a:t>客户端会自动以单播的方式向</a:t>
            </a:r>
            <a:r>
              <a:rPr lang="en-US" altLang="zh-CN" dirty="0"/>
              <a:t>DHCP</a:t>
            </a:r>
            <a:r>
              <a:rPr lang="zh-CN" altLang="en-US" dirty="0"/>
              <a:t>服务器发送</a:t>
            </a:r>
            <a:r>
              <a:rPr lang="en-US" altLang="zh-CN" dirty="0"/>
              <a:t>DHCP REQUEST</a:t>
            </a:r>
            <a:r>
              <a:rPr lang="zh-CN" altLang="en-US" dirty="0"/>
              <a:t>报文，请求更新</a:t>
            </a:r>
            <a:r>
              <a:rPr lang="en-US" altLang="zh-CN" dirty="0"/>
              <a:t>IP</a:t>
            </a:r>
            <a:r>
              <a:rPr lang="zh-CN" altLang="en-US" dirty="0"/>
              <a:t>地址租期</a:t>
            </a:r>
            <a:endParaRPr lang="zh-CN" altLang="en-US" dirty="0"/>
          </a:p>
          <a:p>
            <a:pPr lvl="1"/>
            <a:r>
              <a:rPr lang="zh-CN" altLang="en-US" dirty="0"/>
              <a:t>如果收到</a:t>
            </a:r>
            <a:r>
              <a:rPr lang="en-US" altLang="zh-CN" dirty="0"/>
              <a:t>DHCP</a:t>
            </a:r>
            <a:r>
              <a:rPr lang="zh-CN" altLang="en-US" dirty="0"/>
              <a:t>服务器回应的</a:t>
            </a:r>
            <a:r>
              <a:rPr lang="en-US" altLang="zh-CN" dirty="0"/>
              <a:t>DHCP ACK</a:t>
            </a:r>
            <a:r>
              <a:rPr lang="zh-CN" altLang="en-US" dirty="0"/>
              <a:t>报文，则租期更新成功（即租期从</a:t>
            </a:r>
            <a:r>
              <a:rPr lang="en-US" altLang="zh-CN" dirty="0"/>
              <a:t>0</a:t>
            </a:r>
            <a:r>
              <a:rPr lang="zh-CN" altLang="en-US" dirty="0"/>
              <a:t>开始计算）；</a:t>
            </a:r>
            <a:endParaRPr lang="zh-CN" altLang="en-US" dirty="0"/>
          </a:p>
          <a:p>
            <a:pPr lvl="1"/>
            <a:r>
              <a:rPr lang="zh-CN" altLang="en-US" dirty="0"/>
              <a:t>如果收到</a:t>
            </a:r>
            <a:r>
              <a:rPr lang="en-US" altLang="zh-CN" dirty="0"/>
              <a:t>DHCP NACK</a:t>
            </a:r>
            <a:r>
              <a:rPr lang="zh-CN" altLang="en-US" dirty="0"/>
              <a:t>报文，则重新发送</a:t>
            </a:r>
            <a:r>
              <a:rPr lang="en-US" altLang="zh-CN" dirty="0"/>
              <a:t>DHCP DISCOVER</a:t>
            </a:r>
            <a:r>
              <a:rPr lang="zh-CN" altLang="en-US" dirty="0"/>
              <a:t>报文请求新的</a:t>
            </a:r>
            <a:r>
              <a:rPr lang="en-US" altLang="zh-CN" dirty="0"/>
              <a:t>IP</a:t>
            </a:r>
            <a:r>
              <a:rPr lang="zh-CN" altLang="en-US" dirty="0"/>
              <a:t>地址</a:t>
            </a:r>
            <a:endParaRPr lang="zh-CN" altLang="en-US" dirty="0"/>
          </a:p>
        </p:txBody>
      </p:sp>
      <p:sp>
        <p:nvSpPr>
          <p:cNvPr id="4" name="灯片编号占位符 3"/>
          <p:cNvSpPr>
            <a:spLocks noGrp="1"/>
          </p:cNvSpPr>
          <p:nvPr>
            <p:ph type="sldNum" sz="quarter" idx="12"/>
          </p:nvPr>
        </p:nvSpPr>
        <p:spPr/>
        <p:txBody>
          <a:bodyPr/>
          <a:lstStyle/>
          <a:p>
            <a:pPr>
              <a:defRPr/>
            </a:pPr>
            <a:fld id="{816960B2-2B11-492C-B588-5290E1274F96}" type="slidenum">
              <a:rPr lang="en-US" altLang="zh-CN" smtClean="0"/>
            </a:fld>
            <a:endParaRPr lang="en-US" altLang="zh-CN" dirty="0"/>
          </a:p>
        </p:txBody>
      </p:sp>
      <p:grpSp>
        <p:nvGrpSpPr>
          <p:cNvPr id="5" name="组合 4"/>
          <p:cNvGrpSpPr/>
          <p:nvPr/>
        </p:nvGrpSpPr>
        <p:grpSpPr>
          <a:xfrm>
            <a:off x="5263982" y="1908263"/>
            <a:ext cx="6507957" cy="3725687"/>
            <a:chOff x="2768693" y="2157358"/>
            <a:chExt cx="6507957" cy="3725687"/>
          </a:xfrm>
        </p:grpSpPr>
        <p:pic>
          <p:nvPicPr>
            <p:cNvPr id="6" name="图形 5"/>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2768693" y="2157358"/>
              <a:ext cx="815181" cy="617209"/>
            </a:xfrm>
            <a:prstGeom prst="rect">
              <a:avLst/>
            </a:prstGeom>
          </p:spPr>
        </p:pic>
        <p:pic>
          <p:nvPicPr>
            <p:cNvPr id="7" name="图形 6"/>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572101" y="2157358"/>
              <a:ext cx="704549" cy="617209"/>
            </a:xfrm>
            <a:prstGeom prst="rect">
              <a:avLst/>
            </a:prstGeom>
          </p:spPr>
        </p:pic>
        <p:cxnSp>
          <p:nvCxnSpPr>
            <p:cNvPr id="8" name="直接连接符 7"/>
            <p:cNvCxnSpPr>
              <a:stCxn id="6" idx="2"/>
            </p:cNvCxnSpPr>
            <p:nvPr/>
          </p:nvCxnSpPr>
          <p:spPr>
            <a:xfrm flipH="1">
              <a:off x="3159719" y="2774567"/>
              <a:ext cx="16565" cy="3108478"/>
            </a:xfrm>
            <a:prstGeom prst="line">
              <a:avLst/>
            </a:prstGeom>
          </p:spPr>
          <p:style>
            <a:lnRef idx="3">
              <a:schemeClr val="accent4"/>
            </a:lnRef>
            <a:fillRef idx="0">
              <a:schemeClr val="accent4"/>
            </a:fillRef>
            <a:effectRef idx="2">
              <a:schemeClr val="accent4"/>
            </a:effectRef>
            <a:fontRef idx="minor">
              <a:schemeClr val="tx1"/>
            </a:fontRef>
          </p:style>
        </p:cxnSp>
        <p:cxnSp>
          <p:nvCxnSpPr>
            <p:cNvPr id="9" name="直接连接符 8"/>
            <p:cNvCxnSpPr>
              <a:stCxn id="7" idx="2"/>
            </p:cNvCxnSpPr>
            <p:nvPr/>
          </p:nvCxnSpPr>
          <p:spPr>
            <a:xfrm>
              <a:off x="8924376" y="2774567"/>
              <a:ext cx="0" cy="3108478"/>
            </a:xfrm>
            <a:prstGeom prst="line">
              <a:avLst/>
            </a:prstGeom>
          </p:spPr>
          <p:style>
            <a:lnRef idx="3">
              <a:schemeClr val="accent4"/>
            </a:lnRef>
            <a:fillRef idx="0">
              <a:schemeClr val="accent4"/>
            </a:fillRef>
            <a:effectRef idx="2">
              <a:schemeClr val="accent4"/>
            </a:effectRef>
            <a:fontRef idx="minor">
              <a:schemeClr val="tx1"/>
            </a:fontRef>
          </p:style>
        </p:cxnSp>
        <p:sp>
          <p:nvSpPr>
            <p:cNvPr id="10" name="文本框 9"/>
            <p:cNvSpPr txBox="1"/>
            <p:nvPr/>
          </p:nvSpPr>
          <p:spPr>
            <a:xfrm>
              <a:off x="3215045" y="3086373"/>
              <a:ext cx="5663958" cy="398379"/>
            </a:xfrm>
            <a:prstGeom prst="rect">
              <a:avLst/>
            </a:prstGeom>
            <a:noFill/>
          </p:spPr>
          <p:txBody>
            <a:bodyPr wrap="square" rtlCol="0">
              <a:spAutoFit/>
            </a:bodyPr>
            <a:lstStyle>
              <a:defPPr>
                <a:defRPr lang="zh-CN"/>
              </a:defPPr>
              <a:lvl1pPr>
                <a:lnSpc>
                  <a:spcPct val="120000"/>
                </a:lnSpc>
                <a:defRPr sz="1800">
                  <a:latin typeface="微软雅黑 Light" panose="020B0502040204020203" pitchFamily="34" charset="-122"/>
                  <a:ea typeface="微软雅黑 Light" panose="020B0502040204020203" pitchFamily="34" charset="-122"/>
                  <a:cs typeface="+mn-ea"/>
                </a:defRPr>
              </a:lvl1pPr>
            </a:lstStyle>
            <a:p>
              <a:r>
                <a:rPr lang="en-US" altLang="zh-CN" dirty="0">
                  <a:sym typeface="+mn-lt"/>
                </a:rPr>
                <a:t>T1</a:t>
              </a:r>
              <a:r>
                <a:rPr lang="zh-CN" altLang="en-US" dirty="0">
                  <a:sym typeface="+mn-lt"/>
                </a:rPr>
                <a:t>：客户端单播发送</a:t>
              </a:r>
              <a:r>
                <a:rPr lang="en-US" altLang="zh-CN" dirty="0">
                  <a:sym typeface="+mn-lt"/>
                </a:rPr>
                <a:t>DHCP REQUEST</a:t>
              </a:r>
              <a:r>
                <a:rPr lang="zh-CN" altLang="en-US" dirty="0">
                  <a:sym typeface="+mn-lt"/>
                </a:rPr>
                <a:t>报文</a:t>
              </a:r>
              <a:endParaRPr lang="zh-CN" altLang="en-US" dirty="0">
                <a:sym typeface="+mn-lt"/>
              </a:endParaRPr>
            </a:p>
          </p:txBody>
        </p:sp>
        <p:sp>
          <p:nvSpPr>
            <p:cNvPr id="11" name="文本框 10"/>
            <p:cNvSpPr txBox="1"/>
            <p:nvPr/>
          </p:nvSpPr>
          <p:spPr>
            <a:xfrm>
              <a:off x="3248173" y="3703582"/>
              <a:ext cx="5630830" cy="398379"/>
            </a:xfrm>
            <a:prstGeom prst="rect">
              <a:avLst/>
            </a:prstGeom>
            <a:noFill/>
          </p:spPr>
          <p:txBody>
            <a:bodyPr wrap="square" rtlCol="0">
              <a:spAutoFit/>
            </a:bodyPr>
            <a:lstStyle>
              <a:defPPr>
                <a:defRPr lang="zh-CN"/>
              </a:defPPr>
              <a:lvl1pPr>
                <a:lnSpc>
                  <a:spcPct val="120000"/>
                </a:lnSpc>
                <a:defRPr sz="1800">
                  <a:latin typeface="微软雅黑 Light" panose="020B0502040204020203" pitchFamily="34" charset="-122"/>
                  <a:ea typeface="微软雅黑 Light" panose="020B0502040204020203" pitchFamily="34" charset="-122"/>
                  <a:cs typeface="+mn-ea"/>
                </a:defRPr>
              </a:lvl1pPr>
            </a:lstStyle>
            <a:p>
              <a:r>
                <a:rPr lang="en-US" altLang="zh-CN" dirty="0">
                  <a:sym typeface="+mn-lt"/>
                </a:rPr>
                <a:t>T1</a:t>
              </a:r>
              <a:r>
                <a:rPr lang="zh-CN" altLang="en-US" dirty="0">
                  <a:sym typeface="+mn-lt"/>
                </a:rPr>
                <a:t>：服务器回应</a:t>
              </a:r>
              <a:r>
                <a:rPr lang="en-US" altLang="zh-CN" dirty="0">
                  <a:sym typeface="+mn-lt"/>
                </a:rPr>
                <a:t>DHCP ACK</a:t>
              </a:r>
              <a:r>
                <a:rPr lang="zh-CN" altLang="en-US" dirty="0">
                  <a:sym typeface="+mn-lt"/>
                </a:rPr>
                <a:t>报文</a:t>
              </a:r>
              <a:endParaRPr lang="zh-CN" altLang="en-US" dirty="0">
                <a:sym typeface="+mn-lt"/>
              </a:endParaRPr>
            </a:p>
          </p:txBody>
        </p:sp>
        <p:sp>
          <p:nvSpPr>
            <p:cNvPr id="12" name="文本框 11"/>
            <p:cNvSpPr txBox="1"/>
            <p:nvPr/>
          </p:nvSpPr>
          <p:spPr>
            <a:xfrm>
              <a:off x="3215045" y="4428152"/>
              <a:ext cx="5663958" cy="398379"/>
            </a:xfrm>
            <a:prstGeom prst="rect">
              <a:avLst/>
            </a:prstGeom>
            <a:noFill/>
          </p:spPr>
          <p:txBody>
            <a:bodyPr wrap="square" rtlCol="0">
              <a:spAutoFit/>
            </a:bodyPr>
            <a:lstStyle>
              <a:defPPr>
                <a:defRPr lang="zh-CN"/>
              </a:defPPr>
              <a:lvl1pPr>
                <a:lnSpc>
                  <a:spcPct val="120000"/>
                </a:lnSpc>
                <a:defRPr sz="1800">
                  <a:latin typeface="微软雅黑 Light" panose="020B0502040204020203" pitchFamily="34" charset="-122"/>
                  <a:ea typeface="微软雅黑 Light" panose="020B0502040204020203" pitchFamily="34" charset="-122"/>
                  <a:cs typeface="+mn-ea"/>
                </a:defRPr>
              </a:lvl1pPr>
            </a:lstStyle>
            <a:p>
              <a:r>
                <a:rPr lang="en-US" altLang="zh-CN" dirty="0">
                  <a:sym typeface="+mn-lt"/>
                </a:rPr>
                <a:t>T1</a:t>
              </a:r>
              <a:r>
                <a:rPr lang="zh-CN" altLang="en-US" dirty="0">
                  <a:sym typeface="+mn-lt"/>
                </a:rPr>
                <a:t>：服务器回应</a:t>
              </a:r>
              <a:r>
                <a:rPr lang="en-US" altLang="zh-CN" dirty="0">
                  <a:sym typeface="+mn-lt"/>
                </a:rPr>
                <a:t>DHCP NACK</a:t>
              </a:r>
              <a:r>
                <a:rPr lang="zh-CN" altLang="en-US" dirty="0">
                  <a:sym typeface="+mn-lt"/>
                </a:rPr>
                <a:t>报文</a:t>
              </a:r>
              <a:endParaRPr lang="zh-CN" altLang="en-US" dirty="0">
                <a:sym typeface="+mn-lt"/>
              </a:endParaRPr>
            </a:p>
          </p:txBody>
        </p:sp>
        <p:sp>
          <p:nvSpPr>
            <p:cNvPr id="14" name="文本框 13"/>
            <p:cNvSpPr txBox="1"/>
            <p:nvPr/>
          </p:nvSpPr>
          <p:spPr>
            <a:xfrm>
              <a:off x="3603271" y="2182954"/>
              <a:ext cx="1649811" cy="432362"/>
            </a:xfrm>
            <a:prstGeom prst="rect">
              <a:avLst/>
            </a:prstGeom>
            <a:noFill/>
          </p:spPr>
          <p:txBody>
            <a:bodyPr wrap="none" rtlCol="0">
              <a:spAutoFit/>
            </a:bodyPr>
            <a:lstStyle/>
            <a:p>
              <a:pPr>
                <a:lnSpc>
                  <a:spcPct val="120000"/>
                </a:lnSpc>
              </a:pPr>
              <a:r>
                <a:rPr lang="en-US" altLang="zh-CN" dirty="0">
                  <a:latin typeface="微软雅黑 Light" panose="020B0502040204020203" pitchFamily="34" charset="-122"/>
                  <a:ea typeface="微软雅黑 Light" panose="020B0502040204020203" pitchFamily="34" charset="-122"/>
                  <a:cs typeface="+mn-ea"/>
                  <a:sym typeface="+mn-lt"/>
                </a:rPr>
                <a:t>DHCP</a:t>
              </a:r>
              <a:r>
                <a:rPr lang="zh-CN" altLang="en-US" dirty="0">
                  <a:latin typeface="微软雅黑 Light" panose="020B0502040204020203" pitchFamily="34" charset="-122"/>
                  <a:ea typeface="微软雅黑 Light" panose="020B0502040204020203" pitchFamily="34" charset="-122"/>
                  <a:cs typeface="+mn-ea"/>
                  <a:sym typeface="+mn-lt"/>
                </a:rPr>
                <a:t>客户端</a:t>
              </a:r>
              <a:endParaRPr lang="zh-CN" altLang="en-US" dirty="0">
                <a:latin typeface="微软雅黑 Light" panose="020B0502040204020203" pitchFamily="34" charset="-122"/>
                <a:ea typeface="微软雅黑 Light" panose="020B0502040204020203" pitchFamily="34" charset="-122"/>
                <a:cs typeface="+mn-ea"/>
                <a:sym typeface="+mn-lt"/>
              </a:endParaRPr>
            </a:p>
          </p:txBody>
        </p:sp>
        <p:sp>
          <p:nvSpPr>
            <p:cNvPr id="15" name="文本框 14"/>
            <p:cNvSpPr txBox="1"/>
            <p:nvPr/>
          </p:nvSpPr>
          <p:spPr>
            <a:xfrm>
              <a:off x="6922290" y="2209927"/>
              <a:ext cx="1649811" cy="432362"/>
            </a:xfrm>
            <a:prstGeom prst="rect">
              <a:avLst/>
            </a:prstGeom>
            <a:noFill/>
          </p:spPr>
          <p:txBody>
            <a:bodyPr wrap="none" rtlCol="0">
              <a:spAutoFit/>
            </a:bodyPr>
            <a:lstStyle/>
            <a:p>
              <a:pPr>
                <a:lnSpc>
                  <a:spcPct val="120000"/>
                </a:lnSpc>
              </a:pPr>
              <a:r>
                <a:rPr lang="en-US" altLang="zh-CN" dirty="0">
                  <a:latin typeface="微软雅黑 Light" panose="020B0502040204020203" pitchFamily="34" charset="-122"/>
                  <a:ea typeface="微软雅黑 Light" panose="020B0502040204020203" pitchFamily="34" charset="-122"/>
                  <a:cs typeface="+mn-ea"/>
                  <a:sym typeface="+mn-lt"/>
                </a:rPr>
                <a:t>DHCP</a:t>
              </a:r>
              <a:r>
                <a:rPr lang="zh-CN" altLang="en-US" dirty="0">
                  <a:latin typeface="微软雅黑 Light" panose="020B0502040204020203" pitchFamily="34" charset="-122"/>
                  <a:ea typeface="微软雅黑 Light" panose="020B0502040204020203" pitchFamily="34" charset="-122"/>
                  <a:cs typeface="+mn-ea"/>
                  <a:sym typeface="+mn-lt"/>
                </a:rPr>
                <a:t>服务器</a:t>
              </a:r>
              <a:endParaRPr lang="zh-CN" altLang="en-US" dirty="0">
                <a:latin typeface="微软雅黑 Light" panose="020B0502040204020203" pitchFamily="34" charset="-122"/>
                <a:ea typeface="微软雅黑 Light" panose="020B0502040204020203" pitchFamily="34" charset="-122"/>
                <a:cs typeface="+mn-ea"/>
                <a:sym typeface="+mn-lt"/>
              </a:endParaRPr>
            </a:p>
          </p:txBody>
        </p:sp>
        <p:cxnSp>
          <p:nvCxnSpPr>
            <p:cNvPr id="16" name="直接连接符 15"/>
            <p:cNvCxnSpPr/>
            <p:nvPr/>
          </p:nvCxnSpPr>
          <p:spPr>
            <a:xfrm>
              <a:off x="3167260" y="3506524"/>
              <a:ext cx="5757114" cy="0"/>
            </a:xfrm>
            <a:prstGeom prst="line">
              <a:avLst/>
            </a:prstGeom>
            <a:ln>
              <a:headEnd type="none" w="med" len="med"/>
              <a:tailEnd type="triangle" w="med" len="med"/>
            </a:ln>
          </p:spPr>
          <p:style>
            <a:lnRef idx="3">
              <a:schemeClr val="accent4"/>
            </a:lnRef>
            <a:fillRef idx="0">
              <a:schemeClr val="accent4"/>
            </a:fillRef>
            <a:effectRef idx="2">
              <a:schemeClr val="accent4"/>
            </a:effectRef>
            <a:fontRef idx="minor">
              <a:schemeClr val="tx1"/>
            </a:fontRef>
          </p:style>
        </p:cxnSp>
        <p:cxnSp>
          <p:nvCxnSpPr>
            <p:cNvPr id="17" name="直接连接符 16"/>
            <p:cNvCxnSpPr/>
            <p:nvPr/>
          </p:nvCxnSpPr>
          <p:spPr>
            <a:xfrm>
              <a:off x="3167260" y="4193763"/>
              <a:ext cx="5757114" cy="0"/>
            </a:xfrm>
            <a:prstGeom prst="line">
              <a:avLst/>
            </a:prstGeom>
            <a:ln>
              <a:headEnd type="triangle" w="med" len="med"/>
              <a:tailEnd type="none" w="med" len="med"/>
            </a:ln>
          </p:spPr>
          <p:style>
            <a:lnRef idx="3">
              <a:schemeClr val="accent4"/>
            </a:lnRef>
            <a:fillRef idx="0">
              <a:schemeClr val="accent4"/>
            </a:fillRef>
            <a:effectRef idx="2">
              <a:schemeClr val="accent4"/>
            </a:effectRef>
            <a:fontRef idx="minor">
              <a:schemeClr val="tx1"/>
            </a:fontRef>
          </p:style>
        </p:cxnSp>
        <p:cxnSp>
          <p:nvCxnSpPr>
            <p:cNvPr id="18" name="直接连接符 17"/>
            <p:cNvCxnSpPr/>
            <p:nvPr/>
          </p:nvCxnSpPr>
          <p:spPr>
            <a:xfrm>
              <a:off x="3167260" y="4881002"/>
              <a:ext cx="5757114" cy="0"/>
            </a:xfrm>
            <a:prstGeom prst="line">
              <a:avLst/>
            </a:prstGeom>
            <a:ln>
              <a:prstDash val="sysDash"/>
              <a:headEnd type="triangle" w="med" len="med"/>
              <a:tailEnd type="none" w="med" len="med"/>
            </a:ln>
          </p:spPr>
          <p:style>
            <a:lnRef idx="3">
              <a:schemeClr val="accent4"/>
            </a:lnRef>
            <a:fillRef idx="0">
              <a:schemeClr val="accent4"/>
            </a:fillRef>
            <a:effectRef idx="2">
              <a:schemeClr val="accent4"/>
            </a:effectRef>
            <a:fontRef idx="minor">
              <a:schemeClr val="tx1"/>
            </a:fontRef>
          </p:style>
        </p:cxnSp>
      </p:gr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DHCP</a:t>
            </a:r>
            <a:r>
              <a:rPr lang="zh-CN" altLang="en-US" dirty="0"/>
              <a:t>工作过程</a:t>
            </a:r>
            <a:r>
              <a:rPr lang="en-US" altLang="zh-CN" dirty="0"/>
              <a:t>—</a:t>
            </a:r>
            <a:r>
              <a:rPr lang="zh-CN" altLang="en-US" dirty="0"/>
              <a:t>更新租期</a:t>
            </a:r>
            <a:endParaRPr lang="zh-CN" altLang="en-US" dirty="0"/>
          </a:p>
        </p:txBody>
      </p:sp>
      <p:sp>
        <p:nvSpPr>
          <p:cNvPr id="3" name="内容占位符 2"/>
          <p:cNvSpPr>
            <a:spLocks noGrp="1"/>
          </p:cNvSpPr>
          <p:nvPr>
            <p:ph idx="1"/>
          </p:nvPr>
        </p:nvSpPr>
        <p:spPr>
          <a:xfrm>
            <a:off x="334435" y="1052514"/>
            <a:ext cx="4753450" cy="5437187"/>
          </a:xfrm>
        </p:spPr>
        <p:txBody>
          <a:bodyPr>
            <a:normAutofit/>
          </a:bodyPr>
          <a:lstStyle/>
          <a:p>
            <a:r>
              <a:rPr lang="zh-CN" altLang="en-US" dirty="0">
                <a:sym typeface="+mn-lt"/>
              </a:rPr>
              <a:t>当租期达到</a:t>
            </a:r>
            <a:r>
              <a:rPr lang="en-US" altLang="zh-CN" dirty="0">
                <a:sym typeface="+mn-lt"/>
              </a:rPr>
              <a:t>87.5%</a:t>
            </a:r>
            <a:r>
              <a:rPr lang="zh-CN" altLang="en-US" dirty="0">
                <a:sym typeface="+mn-lt"/>
              </a:rPr>
              <a:t>（</a:t>
            </a:r>
            <a:r>
              <a:rPr lang="en-US" altLang="zh-CN" dirty="0">
                <a:sym typeface="+mn-lt"/>
              </a:rPr>
              <a:t>T2</a:t>
            </a:r>
            <a:r>
              <a:rPr lang="zh-CN" altLang="en-US" dirty="0">
                <a:sym typeface="+mn-lt"/>
              </a:rPr>
              <a:t>）时</a:t>
            </a:r>
            <a:r>
              <a:rPr lang="en-US" altLang="zh-CN" dirty="0">
                <a:sym typeface="+mn-lt"/>
              </a:rPr>
              <a:t>:</a:t>
            </a:r>
            <a:endParaRPr lang="en-US" altLang="zh-CN" dirty="0">
              <a:sym typeface="+mn-lt"/>
            </a:endParaRPr>
          </a:p>
          <a:p>
            <a:pPr lvl="1"/>
            <a:r>
              <a:rPr lang="zh-CN" altLang="en-US" dirty="0">
                <a:sym typeface="+mn-lt"/>
              </a:rPr>
              <a:t>如果仍未收到</a:t>
            </a:r>
            <a:r>
              <a:rPr lang="en-US" altLang="zh-CN" dirty="0">
                <a:sym typeface="+mn-lt"/>
              </a:rPr>
              <a:t>DHCP</a:t>
            </a:r>
            <a:r>
              <a:rPr lang="zh-CN" altLang="en-US" dirty="0">
                <a:sym typeface="+mn-lt"/>
              </a:rPr>
              <a:t>服务器的应答，</a:t>
            </a:r>
            <a:r>
              <a:rPr lang="en-US" altLang="zh-CN" dirty="0">
                <a:sym typeface="+mn-lt"/>
              </a:rPr>
              <a:t>DHCP</a:t>
            </a:r>
            <a:r>
              <a:rPr lang="zh-CN" altLang="en-US" dirty="0">
                <a:sym typeface="+mn-lt"/>
              </a:rPr>
              <a:t>客户端会自动以广播的方式向</a:t>
            </a:r>
            <a:r>
              <a:rPr lang="en-US" altLang="zh-CN" dirty="0">
                <a:sym typeface="+mn-lt"/>
              </a:rPr>
              <a:t>DHCP</a:t>
            </a:r>
            <a:r>
              <a:rPr lang="zh-CN" altLang="en-US" dirty="0">
                <a:sym typeface="+mn-lt"/>
              </a:rPr>
              <a:t>服务器发送</a:t>
            </a:r>
            <a:r>
              <a:rPr lang="en-US" altLang="zh-CN" dirty="0">
                <a:sym typeface="+mn-lt"/>
              </a:rPr>
              <a:t>DHCP REQUEST</a:t>
            </a:r>
            <a:r>
              <a:rPr lang="zh-CN" altLang="en-US" dirty="0">
                <a:sym typeface="+mn-lt"/>
              </a:rPr>
              <a:t>报文，请求更新</a:t>
            </a:r>
            <a:r>
              <a:rPr lang="en-US" altLang="zh-CN" dirty="0">
                <a:sym typeface="+mn-lt"/>
              </a:rPr>
              <a:t>IP</a:t>
            </a:r>
            <a:r>
              <a:rPr lang="zh-CN" altLang="en-US" dirty="0">
                <a:sym typeface="+mn-lt"/>
              </a:rPr>
              <a:t>地址租期</a:t>
            </a:r>
            <a:endParaRPr lang="en-US" altLang="zh-CN" dirty="0">
              <a:sym typeface="+mn-lt"/>
            </a:endParaRPr>
          </a:p>
          <a:p>
            <a:pPr lvl="1"/>
            <a:r>
              <a:rPr lang="zh-CN" altLang="en-US" dirty="0">
                <a:sym typeface="+mn-lt"/>
              </a:rPr>
              <a:t>如果收到</a:t>
            </a:r>
            <a:r>
              <a:rPr lang="en-US" altLang="zh-CN" dirty="0">
                <a:sym typeface="+mn-lt"/>
              </a:rPr>
              <a:t>DHCP</a:t>
            </a:r>
            <a:r>
              <a:rPr lang="zh-CN" altLang="en-US" dirty="0">
                <a:sym typeface="+mn-lt"/>
              </a:rPr>
              <a:t>服务器回应的</a:t>
            </a:r>
            <a:r>
              <a:rPr lang="en-US" altLang="zh-CN" dirty="0">
                <a:sym typeface="+mn-lt"/>
              </a:rPr>
              <a:t>DHCP ACK</a:t>
            </a:r>
            <a:r>
              <a:rPr lang="zh-CN" altLang="en-US" dirty="0">
                <a:sym typeface="+mn-lt"/>
              </a:rPr>
              <a:t>报文，则租期更新成功（租期从</a:t>
            </a:r>
            <a:r>
              <a:rPr lang="en-US" altLang="zh-CN" dirty="0">
                <a:sym typeface="+mn-lt"/>
              </a:rPr>
              <a:t>0</a:t>
            </a:r>
            <a:r>
              <a:rPr lang="zh-CN" altLang="en-US" dirty="0">
                <a:sym typeface="+mn-lt"/>
              </a:rPr>
              <a:t>开始计算）</a:t>
            </a:r>
            <a:endParaRPr lang="en-US" altLang="zh-CN" dirty="0">
              <a:sym typeface="+mn-lt"/>
            </a:endParaRPr>
          </a:p>
          <a:p>
            <a:pPr lvl="1"/>
            <a:r>
              <a:rPr lang="zh-CN" altLang="en-US" dirty="0">
                <a:sym typeface="+mn-lt"/>
              </a:rPr>
              <a:t>如果收到</a:t>
            </a:r>
            <a:r>
              <a:rPr lang="en-US" altLang="zh-CN" dirty="0">
                <a:sym typeface="+mn-lt"/>
              </a:rPr>
              <a:t>DHCP NAK</a:t>
            </a:r>
            <a:r>
              <a:rPr lang="zh-CN" altLang="en-US" dirty="0">
                <a:sym typeface="+mn-lt"/>
              </a:rPr>
              <a:t>报文，则重新发送</a:t>
            </a:r>
            <a:r>
              <a:rPr lang="en-US" altLang="zh-CN" dirty="0">
                <a:sym typeface="+mn-lt"/>
              </a:rPr>
              <a:t>DHCP DISCOVER</a:t>
            </a:r>
            <a:r>
              <a:rPr lang="zh-CN" altLang="en-US" dirty="0">
                <a:sym typeface="+mn-lt"/>
              </a:rPr>
              <a:t>报文请求新的</a:t>
            </a:r>
            <a:r>
              <a:rPr lang="en-US" altLang="zh-CN" dirty="0">
                <a:sym typeface="+mn-lt"/>
              </a:rPr>
              <a:t>IP</a:t>
            </a:r>
            <a:r>
              <a:rPr lang="zh-CN" altLang="en-US" dirty="0">
                <a:sym typeface="+mn-lt"/>
              </a:rPr>
              <a:t>地址</a:t>
            </a:r>
            <a:endParaRPr lang="zh-CN" altLang="en-US" dirty="0">
              <a:sym typeface="+mn-lt"/>
            </a:endParaRPr>
          </a:p>
        </p:txBody>
      </p:sp>
      <p:sp>
        <p:nvSpPr>
          <p:cNvPr id="4" name="灯片编号占位符 3"/>
          <p:cNvSpPr>
            <a:spLocks noGrp="1"/>
          </p:cNvSpPr>
          <p:nvPr>
            <p:ph type="sldNum" sz="quarter" idx="12"/>
          </p:nvPr>
        </p:nvSpPr>
        <p:spPr/>
        <p:txBody>
          <a:bodyPr/>
          <a:lstStyle/>
          <a:p>
            <a:pPr>
              <a:defRPr/>
            </a:pPr>
            <a:fld id="{816960B2-2B11-492C-B588-5290E1274F96}" type="slidenum">
              <a:rPr lang="en-US" altLang="zh-CN" smtClean="0"/>
            </a:fld>
            <a:endParaRPr lang="en-US" altLang="zh-CN" dirty="0"/>
          </a:p>
        </p:txBody>
      </p:sp>
      <p:grpSp>
        <p:nvGrpSpPr>
          <p:cNvPr id="35" name="组合 34"/>
          <p:cNvGrpSpPr/>
          <p:nvPr/>
        </p:nvGrpSpPr>
        <p:grpSpPr>
          <a:xfrm>
            <a:off x="5263982" y="1908263"/>
            <a:ext cx="6507957" cy="3725687"/>
            <a:chOff x="2768693" y="2157358"/>
            <a:chExt cx="6507957" cy="3725687"/>
          </a:xfrm>
        </p:grpSpPr>
        <p:pic>
          <p:nvPicPr>
            <p:cNvPr id="36" name="图形 35"/>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2768693" y="2157358"/>
              <a:ext cx="815181" cy="617209"/>
            </a:xfrm>
            <a:prstGeom prst="rect">
              <a:avLst/>
            </a:prstGeom>
          </p:spPr>
        </p:pic>
        <p:pic>
          <p:nvPicPr>
            <p:cNvPr id="37" name="图形 36"/>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572101" y="2157358"/>
              <a:ext cx="704549" cy="617209"/>
            </a:xfrm>
            <a:prstGeom prst="rect">
              <a:avLst/>
            </a:prstGeom>
          </p:spPr>
        </p:pic>
        <p:cxnSp>
          <p:nvCxnSpPr>
            <p:cNvPr id="38" name="直接连接符 37"/>
            <p:cNvCxnSpPr>
              <a:stCxn id="36" idx="2"/>
            </p:cNvCxnSpPr>
            <p:nvPr/>
          </p:nvCxnSpPr>
          <p:spPr>
            <a:xfrm flipH="1">
              <a:off x="3159719" y="2774567"/>
              <a:ext cx="16565" cy="3108478"/>
            </a:xfrm>
            <a:prstGeom prst="line">
              <a:avLst/>
            </a:prstGeom>
          </p:spPr>
          <p:style>
            <a:lnRef idx="3">
              <a:schemeClr val="accent4"/>
            </a:lnRef>
            <a:fillRef idx="0">
              <a:schemeClr val="accent4"/>
            </a:fillRef>
            <a:effectRef idx="2">
              <a:schemeClr val="accent4"/>
            </a:effectRef>
            <a:fontRef idx="minor">
              <a:schemeClr val="tx1"/>
            </a:fontRef>
          </p:style>
        </p:cxnSp>
        <p:cxnSp>
          <p:nvCxnSpPr>
            <p:cNvPr id="39" name="直接连接符 38"/>
            <p:cNvCxnSpPr>
              <a:stCxn id="37" idx="2"/>
            </p:cNvCxnSpPr>
            <p:nvPr/>
          </p:nvCxnSpPr>
          <p:spPr>
            <a:xfrm>
              <a:off x="8924376" y="2774567"/>
              <a:ext cx="0" cy="3108478"/>
            </a:xfrm>
            <a:prstGeom prst="line">
              <a:avLst/>
            </a:prstGeom>
          </p:spPr>
          <p:style>
            <a:lnRef idx="3">
              <a:schemeClr val="accent4"/>
            </a:lnRef>
            <a:fillRef idx="0">
              <a:schemeClr val="accent4"/>
            </a:fillRef>
            <a:effectRef idx="2">
              <a:schemeClr val="accent4"/>
            </a:effectRef>
            <a:fontRef idx="minor">
              <a:schemeClr val="tx1"/>
            </a:fontRef>
          </p:style>
        </p:cxnSp>
        <p:sp>
          <p:nvSpPr>
            <p:cNvPr id="40" name="文本框 39"/>
            <p:cNvSpPr txBox="1"/>
            <p:nvPr/>
          </p:nvSpPr>
          <p:spPr>
            <a:xfrm>
              <a:off x="3215045" y="3086373"/>
              <a:ext cx="5663958" cy="398379"/>
            </a:xfrm>
            <a:prstGeom prst="rect">
              <a:avLst/>
            </a:prstGeom>
            <a:noFill/>
          </p:spPr>
          <p:txBody>
            <a:bodyPr wrap="square" rtlCol="0">
              <a:spAutoFit/>
            </a:bodyPr>
            <a:lstStyle>
              <a:defPPr>
                <a:defRPr lang="zh-CN"/>
              </a:defPPr>
              <a:lvl1pPr>
                <a:lnSpc>
                  <a:spcPct val="120000"/>
                </a:lnSpc>
                <a:defRPr sz="1800">
                  <a:latin typeface="微软雅黑 Light" panose="020B0502040204020203" pitchFamily="34" charset="-122"/>
                  <a:ea typeface="微软雅黑 Light" panose="020B0502040204020203" pitchFamily="34" charset="-122"/>
                  <a:cs typeface="+mn-ea"/>
                </a:defRPr>
              </a:lvl1pPr>
            </a:lstStyle>
            <a:p>
              <a:r>
                <a:rPr lang="en-US" altLang="zh-CN" dirty="0">
                  <a:sym typeface="+mn-lt"/>
                </a:rPr>
                <a:t>T2</a:t>
              </a:r>
              <a:r>
                <a:rPr lang="zh-CN" altLang="en-US" dirty="0">
                  <a:sym typeface="+mn-lt"/>
                </a:rPr>
                <a:t>：客户端广播发送</a:t>
              </a:r>
              <a:r>
                <a:rPr lang="en-US" altLang="zh-CN" dirty="0">
                  <a:sym typeface="+mn-lt"/>
                </a:rPr>
                <a:t>DHCP REQUEST</a:t>
              </a:r>
              <a:r>
                <a:rPr lang="zh-CN" altLang="en-US" dirty="0">
                  <a:sym typeface="+mn-lt"/>
                </a:rPr>
                <a:t>报文</a:t>
              </a:r>
              <a:endParaRPr lang="zh-CN" altLang="en-US" dirty="0">
                <a:sym typeface="+mn-lt"/>
              </a:endParaRPr>
            </a:p>
          </p:txBody>
        </p:sp>
        <p:sp>
          <p:nvSpPr>
            <p:cNvPr id="41" name="文本框 40"/>
            <p:cNvSpPr txBox="1"/>
            <p:nvPr/>
          </p:nvSpPr>
          <p:spPr>
            <a:xfrm>
              <a:off x="3248173" y="3703582"/>
              <a:ext cx="5630830" cy="398379"/>
            </a:xfrm>
            <a:prstGeom prst="rect">
              <a:avLst/>
            </a:prstGeom>
            <a:noFill/>
          </p:spPr>
          <p:txBody>
            <a:bodyPr wrap="square" rtlCol="0">
              <a:spAutoFit/>
            </a:bodyPr>
            <a:lstStyle>
              <a:defPPr>
                <a:defRPr lang="zh-CN"/>
              </a:defPPr>
              <a:lvl1pPr>
                <a:lnSpc>
                  <a:spcPct val="120000"/>
                </a:lnSpc>
                <a:defRPr sz="1800">
                  <a:latin typeface="微软雅黑 Light" panose="020B0502040204020203" pitchFamily="34" charset="-122"/>
                  <a:ea typeface="微软雅黑 Light" panose="020B0502040204020203" pitchFamily="34" charset="-122"/>
                  <a:cs typeface="+mn-ea"/>
                </a:defRPr>
              </a:lvl1pPr>
            </a:lstStyle>
            <a:p>
              <a:r>
                <a:rPr lang="en-US" altLang="zh-CN" dirty="0">
                  <a:sym typeface="+mn-lt"/>
                </a:rPr>
                <a:t>T2</a:t>
              </a:r>
              <a:r>
                <a:rPr lang="zh-CN" altLang="en-US" dirty="0">
                  <a:sym typeface="+mn-lt"/>
                </a:rPr>
                <a:t>：服务器回应</a:t>
              </a:r>
              <a:r>
                <a:rPr lang="en-US" altLang="zh-CN" dirty="0">
                  <a:sym typeface="+mn-lt"/>
                </a:rPr>
                <a:t>DHCP ACK</a:t>
              </a:r>
              <a:r>
                <a:rPr lang="zh-CN" altLang="en-US" dirty="0">
                  <a:sym typeface="+mn-lt"/>
                </a:rPr>
                <a:t>报文</a:t>
              </a:r>
              <a:endParaRPr lang="zh-CN" altLang="en-US" dirty="0">
                <a:sym typeface="+mn-lt"/>
              </a:endParaRPr>
            </a:p>
          </p:txBody>
        </p:sp>
        <p:sp>
          <p:nvSpPr>
            <p:cNvPr id="42" name="文本框 41"/>
            <p:cNvSpPr txBox="1"/>
            <p:nvPr/>
          </p:nvSpPr>
          <p:spPr>
            <a:xfrm>
              <a:off x="3215045" y="4428152"/>
              <a:ext cx="5663958" cy="398379"/>
            </a:xfrm>
            <a:prstGeom prst="rect">
              <a:avLst/>
            </a:prstGeom>
            <a:noFill/>
          </p:spPr>
          <p:txBody>
            <a:bodyPr wrap="square" rtlCol="0">
              <a:spAutoFit/>
            </a:bodyPr>
            <a:lstStyle>
              <a:defPPr>
                <a:defRPr lang="zh-CN"/>
              </a:defPPr>
              <a:lvl1pPr>
                <a:lnSpc>
                  <a:spcPct val="120000"/>
                </a:lnSpc>
                <a:defRPr sz="1800">
                  <a:latin typeface="微软雅黑 Light" panose="020B0502040204020203" pitchFamily="34" charset="-122"/>
                  <a:ea typeface="微软雅黑 Light" panose="020B0502040204020203" pitchFamily="34" charset="-122"/>
                  <a:cs typeface="+mn-ea"/>
                </a:defRPr>
              </a:lvl1pPr>
            </a:lstStyle>
            <a:p>
              <a:r>
                <a:rPr lang="en-US" altLang="zh-CN" dirty="0">
                  <a:sym typeface="+mn-lt"/>
                </a:rPr>
                <a:t>T2</a:t>
              </a:r>
              <a:r>
                <a:rPr lang="zh-CN" altLang="en-US" dirty="0">
                  <a:sym typeface="+mn-lt"/>
                </a:rPr>
                <a:t>：服务器回应</a:t>
              </a:r>
              <a:r>
                <a:rPr lang="en-US" altLang="zh-CN" dirty="0">
                  <a:sym typeface="+mn-lt"/>
                </a:rPr>
                <a:t>DHCP NACK</a:t>
              </a:r>
              <a:r>
                <a:rPr lang="zh-CN" altLang="en-US" dirty="0">
                  <a:sym typeface="+mn-lt"/>
                </a:rPr>
                <a:t>报文</a:t>
              </a:r>
              <a:endParaRPr lang="zh-CN" altLang="en-US" dirty="0">
                <a:sym typeface="+mn-lt"/>
              </a:endParaRPr>
            </a:p>
          </p:txBody>
        </p:sp>
        <p:sp>
          <p:nvSpPr>
            <p:cNvPr id="43" name="文本框 42"/>
            <p:cNvSpPr txBox="1"/>
            <p:nvPr/>
          </p:nvSpPr>
          <p:spPr>
            <a:xfrm>
              <a:off x="3603271" y="2182954"/>
              <a:ext cx="1649811" cy="432362"/>
            </a:xfrm>
            <a:prstGeom prst="rect">
              <a:avLst/>
            </a:prstGeom>
            <a:noFill/>
          </p:spPr>
          <p:txBody>
            <a:bodyPr wrap="none" rtlCol="0">
              <a:spAutoFit/>
            </a:bodyPr>
            <a:lstStyle/>
            <a:p>
              <a:pPr>
                <a:lnSpc>
                  <a:spcPct val="120000"/>
                </a:lnSpc>
              </a:pPr>
              <a:r>
                <a:rPr lang="en-US" altLang="zh-CN" dirty="0">
                  <a:latin typeface="微软雅黑 Light" panose="020B0502040204020203" pitchFamily="34" charset="-122"/>
                  <a:ea typeface="微软雅黑 Light" panose="020B0502040204020203" pitchFamily="34" charset="-122"/>
                  <a:cs typeface="+mn-ea"/>
                  <a:sym typeface="+mn-lt"/>
                </a:rPr>
                <a:t>DHCP</a:t>
              </a:r>
              <a:r>
                <a:rPr lang="zh-CN" altLang="en-US" dirty="0">
                  <a:latin typeface="微软雅黑 Light" panose="020B0502040204020203" pitchFamily="34" charset="-122"/>
                  <a:ea typeface="微软雅黑 Light" panose="020B0502040204020203" pitchFamily="34" charset="-122"/>
                  <a:cs typeface="+mn-ea"/>
                  <a:sym typeface="+mn-lt"/>
                </a:rPr>
                <a:t>客户端</a:t>
              </a:r>
              <a:endParaRPr lang="zh-CN" altLang="en-US" dirty="0">
                <a:latin typeface="微软雅黑 Light" panose="020B0502040204020203" pitchFamily="34" charset="-122"/>
                <a:ea typeface="微软雅黑 Light" panose="020B0502040204020203" pitchFamily="34" charset="-122"/>
                <a:cs typeface="+mn-ea"/>
                <a:sym typeface="+mn-lt"/>
              </a:endParaRPr>
            </a:p>
          </p:txBody>
        </p:sp>
        <p:sp>
          <p:nvSpPr>
            <p:cNvPr id="44" name="文本框 43"/>
            <p:cNvSpPr txBox="1"/>
            <p:nvPr/>
          </p:nvSpPr>
          <p:spPr>
            <a:xfrm>
              <a:off x="6922290" y="2209927"/>
              <a:ext cx="1649811" cy="432362"/>
            </a:xfrm>
            <a:prstGeom prst="rect">
              <a:avLst/>
            </a:prstGeom>
            <a:noFill/>
          </p:spPr>
          <p:txBody>
            <a:bodyPr wrap="none" rtlCol="0">
              <a:spAutoFit/>
            </a:bodyPr>
            <a:lstStyle/>
            <a:p>
              <a:pPr>
                <a:lnSpc>
                  <a:spcPct val="120000"/>
                </a:lnSpc>
              </a:pPr>
              <a:r>
                <a:rPr lang="en-US" altLang="zh-CN" dirty="0">
                  <a:latin typeface="微软雅黑 Light" panose="020B0502040204020203" pitchFamily="34" charset="-122"/>
                  <a:ea typeface="微软雅黑 Light" panose="020B0502040204020203" pitchFamily="34" charset="-122"/>
                  <a:cs typeface="+mn-ea"/>
                  <a:sym typeface="+mn-lt"/>
                </a:rPr>
                <a:t>DHCP</a:t>
              </a:r>
              <a:r>
                <a:rPr lang="zh-CN" altLang="en-US" dirty="0">
                  <a:latin typeface="微软雅黑 Light" panose="020B0502040204020203" pitchFamily="34" charset="-122"/>
                  <a:ea typeface="微软雅黑 Light" panose="020B0502040204020203" pitchFamily="34" charset="-122"/>
                  <a:cs typeface="+mn-ea"/>
                  <a:sym typeface="+mn-lt"/>
                </a:rPr>
                <a:t>服务器</a:t>
              </a:r>
              <a:endParaRPr lang="zh-CN" altLang="en-US" dirty="0">
                <a:latin typeface="微软雅黑 Light" panose="020B0502040204020203" pitchFamily="34" charset="-122"/>
                <a:ea typeface="微软雅黑 Light" panose="020B0502040204020203" pitchFamily="34" charset="-122"/>
                <a:cs typeface="+mn-ea"/>
                <a:sym typeface="+mn-lt"/>
              </a:endParaRPr>
            </a:p>
          </p:txBody>
        </p:sp>
        <p:cxnSp>
          <p:nvCxnSpPr>
            <p:cNvPr id="45" name="直接连接符 44"/>
            <p:cNvCxnSpPr/>
            <p:nvPr/>
          </p:nvCxnSpPr>
          <p:spPr>
            <a:xfrm>
              <a:off x="3167260" y="3506524"/>
              <a:ext cx="5757114" cy="0"/>
            </a:xfrm>
            <a:prstGeom prst="line">
              <a:avLst/>
            </a:prstGeom>
            <a:ln>
              <a:headEnd type="none" w="med" len="med"/>
              <a:tailEnd type="triangle" w="med" len="med"/>
            </a:ln>
          </p:spPr>
          <p:style>
            <a:lnRef idx="3">
              <a:schemeClr val="accent4"/>
            </a:lnRef>
            <a:fillRef idx="0">
              <a:schemeClr val="accent4"/>
            </a:fillRef>
            <a:effectRef idx="2">
              <a:schemeClr val="accent4"/>
            </a:effectRef>
            <a:fontRef idx="minor">
              <a:schemeClr val="tx1"/>
            </a:fontRef>
          </p:style>
        </p:cxnSp>
        <p:cxnSp>
          <p:nvCxnSpPr>
            <p:cNvPr id="46" name="直接连接符 45"/>
            <p:cNvCxnSpPr/>
            <p:nvPr/>
          </p:nvCxnSpPr>
          <p:spPr>
            <a:xfrm>
              <a:off x="3167260" y="4193763"/>
              <a:ext cx="5757114" cy="0"/>
            </a:xfrm>
            <a:prstGeom prst="line">
              <a:avLst/>
            </a:prstGeom>
            <a:ln>
              <a:headEnd type="triangle" w="med" len="med"/>
              <a:tailEnd type="none" w="med" len="med"/>
            </a:ln>
          </p:spPr>
          <p:style>
            <a:lnRef idx="3">
              <a:schemeClr val="accent4"/>
            </a:lnRef>
            <a:fillRef idx="0">
              <a:schemeClr val="accent4"/>
            </a:fillRef>
            <a:effectRef idx="2">
              <a:schemeClr val="accent4"/>
            </a:effectRef>
            <a:fontRef idx="minor">
              <a:schemeClr val="tx1"/>
            </a:fontRef>
          </p:style>
        </p:cxnSp>
        <p:cxnSp>
          <p:nvCxnSpPr>
            <p:cNvPr id="47" name="直接连接符 46"/>
            <p:cNvCxnSpPr/>
            <p:nvPr/>
          </p:nvCxnSpPr>
          <p:spPr>
            <a:xfrm>
              <a:off x="3167260" y="4881002"/>
              <a:ext cx="5757114" cy="0"/>
            </a:xfrm>
            <a:prstGeom prst="line">
              <a:avLst/>
            </a:prstGeom>
            <a:ln>
              <a:prstDash val="sysDash"/>
              <a:headEnd type="triangle" w="med" len="med"/>
              <a:tailEnd type="none" w="med" len="med"/>
            </a:ln>
          </p:spPr>
          <p:style>
            <a:lnRef idx="3">
              <a:schemeClr val="accent4"/>
            </a:lnRef>
            <a:fillRef idx="0">
              <a:schemeClr val="accent4"/>
            </a:fillRef>
            <a:effectRef idx="2">
              <a:schemeClr val="accent4"/>
            </a:effectRef>
            <a:fontRef idx="minor">
              <a:schemeClr val="tx1"/>
            </a:fontRef>
          </p:style>
        </p:cxnSp>
      </p:gr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DHCP</a:t>
            </a:r>
            <a:r>
              <a:rPr lang="zh-CN" altLang="en-US" dirty="0"/>
              <a:t>工作过程</a:t>
            </a:r>
            <a:r>
              <a:rPr lang="en-US" altLang="zh-CN" dirty="0"/>
              <a:t>—</a:t>
            </a:r>
            <a:r>
              <a:rPr lang="zh-CN" altLang="en-US" dirty="0"/>
              <a:t>释放地址</a:t>
            </a:r>
            <a:endParaRPr lang="zh-CN" altLang="en-US" dirty="0"/>
          </a:p>
        </p:txBody>
      </p:sp>
      <p:sp>
        <p:nvSpPr>
          <p:cNvPr id="3" name="内容占位符 2"/>
          <p:cNvSpPr>
            <a:spLocks noGrp="1"/>
          </p:cNvSpPr>
          <p:nvPr>
            <p:ph idx="1"/>
          </p:nvPr>
        </p:nvSpPr>
        <p:spPr>
          <a:xfrm>
            <a:off x="334435" y="1052514"/>
            <a:ext cx="4586699" cy="5437187"/>
          </a:xfrm>
        </p:spPr>
        <p:txBody>
          <a:bodyPr>
            <a:normAutofit fontScale="92500"/>
          </a:bodyPr>
          <a:lstStyle/>
          <a:p>
            <a:r>
              <a:rPr lang="zh-CN" altLang="en-US" dirty="0">
                <a:sym typeface="+mn-lt"/>
              </a:rPr>
              <a:t>客户端在租期时间到之前，如果用户不想使用分配的</a:t>
            </a:r>
            <a:r>
              <a:rPr lang="en-US" altLang="zh-CN" dirty="0">
                <a:sym typeface="+mn-lt"/>
              </a:rPr>
              <a:t>IP</a:t>
            </a:r>
            <a:r>
              <a:rPr lang="zh-CN" altLang="en-US" dirty="0">
                <a:sym typeface="+mn-lt"/>
              </a:rPr>
              <a:t>地址（例如客户端网络位置需要变更），会触发</a:t>
            </a:r>
            <a:r>
              <a:rPr lang="en-US" altLang="zh-CN" dirty="0">
                <a:sym typeface="+mn-lt"/>
              </a:rPr>
              <a:t>DHCP</a:t>
            </a:r>
            <a:r>
              <a:rPr lang="zh-CN" altLang="en-US" dirty="0">
                <a:sym typeface="+mn-lt"/>
              </a:rPr>
              <a:t>客户端向</a:t>
            </a:r>
            <a:r>
              <a:rPr lang="en-US" altLang="zh-CN" dirty="0">
                <a:sym typeface="+mn-lt"/>
              </a:rPr>
              <a:t>DHCP</a:t>
            </a:r>
            <a:r>
              <a:rPr lang="zh-CN" altLang="en-US" dirty="0">
                <a:sym typeface="+mn-lt"/>
              </a:rPr>
              <a:t>服务器发送</a:t>
            </a:r>
            <a:r>
              <a:rPr lang="en-US" altLang="zh-CN" dirty="0">
                <a:sym typeface="+mn-lt"/>
              </a:rPr>
              <a:t>DHCP RELEASE</a:t>
            </a:r>
            <a:r>
              <a:rPr lang="zh-CN" altLang="en-US" dirty="0">
                <a:sym typeface="+mn-lt"/>
              </a:rPr>
              <a:t>报文，通知</a:t>
            </a:r>
            <a:r>
              <a:rPr lang="en-US" altLang="zh-CN" dirty="0">
                <a:sym typeface="+mn-lt"/>
              </a:rPr>
              <a:t>DHCP</a:t>
            </a:r>
            <a:r>
              <a:rPr lang="zh-CN" altLang="en-US" dirty="0">
                <a:sym typeface="+mn-lt"/>
              </a:rPr>
              <a:t>服务器释放</a:t>
            </a:r>
            <a:r>
              <a:rPr lang="en-US" altLang="zh-CN" dirty="0">
                <a:sym typeface="+mn-lt"/>
              </a:rPr>
              <a:t>IP</a:t>
            </a:r>
            <a:r>
              <a:rPr lang="zh-CN" altLang="en-US" dirty="0">
                <a:sym typeface="+mn-lt"/>
              </a:rPr>
              <a:t>地址的租期</a:t>
            </a:r>
            <a:endParaRPr lang="zh-CN" altLang="en-US" dirty="0">
              <a:sym typeface="+mn-lt"/>
            </a:endParaRPr>
          </a:p>
          <a:p>
            <a:r>
              <a:rPr lang="en-US" altLang="zh-CN" dirty="0">
                <a:sym typeface="+mn-lt"/>
              </a:rPr>
              <a:t>DHCP</a:t>
            </a:r>
            <a:r>
              <a:rPr lang="zh-CN" altLang="en-US" dirty="0">
                <a:sym typeface="+mn-lt"/>
              </a:rPr>
              <a:t>服务器会保留这个</a:t>
            </a:r>
            <a:r>
              <a:rPr lang="en-US" altLang="zh-CN" dirty="0">
                <a:sym typeface="+mn-lt"/>
              </a:rPr>
              <a:t>DHCP</a:t>
            </a:r>
            <a:r>
              <a:rPr lang="zh-CN" altLang="en-US" dirty="0">
                <a:sym typeface="+mn-lt"/>
              </a:rPr>
              <a:t>客户端的配置信息，将</a:t>
            </a:r>
            <a:r>
              <a:rPr lang="en-US" altLang="zh-CN" dirty="0">
                <a:sym typeface="+mn-lt"/>
              </a:rPr>
              <a:t>IP</a:t>
            </a:r>
            <a:r>
              <a:rPr lang="zh-CN" altLang="en-US" dirty="0">
                <a:sym typeface="+mn-lt"/>
              </a:rPr>
              <a:t>地址列为曾经分配过的</a:t>
            </a:r>
            <a:r>
              <a:rPr lang="en-US" altLang="zh-CN" dirty="0">
                <a:sym typeface="+mn-lt"/>
              </a:rPr>
              <a:t>IP</a:t>
            </a:r>
            <a:r>
              <a:rPr lang="zh-CN" altLang="en-US" dirty="0">
                <a:sym typeface="+mn-lt"/>
              </a:rPr>
              <a:t>地址中，以便后续重新分配给该客户端或其他客户端</a:t>
            </a:r>
            <a:endParaRPr lang="zh-CN" altLang="en-US" dirty="0">
              <a:sym typeface="+mn-lt"/>
            </a:endParaRPr>
          </a:p>
        </p:txBody>
      </p:sp>
      <p:sp>
        <p:nvSpPr>
          <p:cNvPr id="4" name="灯片编号占位符 3"/>
          <p:cNvSpPr>
            <a:spLocks noGrp="1"/>
          </p:cNvSpPr>
          <p:nvPr>
            <p:ph type="sldNum" sz="quarter" idx="12"/>
          </p:nvPr>
        </p:nvSpPr>
        <p:spPr/>
        <p:txBody>
          <a:bodyPr/>
          <a:lstStyle/>
          <a:p>
            <a:pPr>
              <a:defRPr/>
            </a:pPr>
            <a:fld id="{816960B2-2B11-492C-B588-5290E1274F96}" type="slidenum">
              <a:rPr lang="en-US" altLang="zh-CN" smtClean="0"/>
            </a:fld>
            <a:endParaRPr lang="en-US" altLang="zh-CN" dirty="0"/>
          </a:p>
        </p:txBody>
      </p:sp>
      <p:grpSp>
        <p:nvGrpSpPr>
          <p:cNvPr id="5" name="组合 4"/>
          <p:cNvGrpSpPr/>
          <p:nvPr/>
        </p:nvGrpSpPr>
        <p:grpSpPr>
          <a:xfrm>
            <a:off x="5263982" y="1908263"/>
            <a:ext cx="6507957" cy="3725687"/>
            <a:chOff x="2768693" y="2157358"/>
            <a:chExt cx="6507957" cy="3725687"/>
          </a:xfrm>
        </p:grpSpPr>
        <p:pic>
          <p:nvPicPr>
            <p:cNvPr id="6" name="图形 5"/>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2768693" y="2157358"/>
              <a:ext cx="815181" cy="617209"/>
            </a:xfrm>
            <a:prstGeom prst="rect">
              <a:avLst/>
            </a:prstGeom>
          </p:spPr>
        </p:pic>
        <p:pic>
          <p:nvPicPr>
            <p:cNvPr id="7" name="图形 6"/>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572101" y="2157358"/>
              <a:ext cx="704549" cy="617209"/>
            </a:xfrm>
            <a:prstGeom prst="rect">
              <a:avLst/>
            </a:prstGeom>
          </p:spPr>
        </p:pic>
        <p:cxnSp>
          <p:nvCxnSpPr>
            <p:cNvPr id="8" name="直接连接符 7"/>
            <p:cNvCxnSpPr>
              <a:stCxn id="6" idx="2"/>
            </p:cNvCxnSpPr>
            <p:nvPr/>
          </p:nvCxnSpPr>
          <p:spPr>
            <a:xfrm flipH="1">
              <a:off x="3159719" y="2774567"/>
              <a:ext cx="16565" cy="3108478"/>
            </a:xfrm>
            <a:prstGeom prst="line">
              <a:avLst/>
            </a:prstGeom>
          </p:spPr>
          <p:style>
            <a:lnRef idx="3">
              <a:schemeClr val="accent4"/>
            </a:lnRef>
            <a:fillRef idx="0">
              <a:schemeClr val="accent4"/>
            </a:fillRef>
            <a:effectRef idx="2">
              <a:schemeClr val="accent4"/>
            </a:effectRef>
            <a:fontRef idx="minor">
              <a:schemeClr val="tx1"/>
            </a:fontRef>
          </p:style>
        </p:cxnSp>
        <p:cxnSp>
          <p:nvCxnSpPr>
            <p:cNvPr id="9" name="直接连接符 8"/>
            <p:cNvCxnSpPr>
              <a:stCxn id="7" idx="2"/>
            </p:cNvCxnSpPr>
            <p:nvPr/>
          </p:nvCxnSpPr>
          <p:spPr>
            <a:xfrm>
              <a:off x="8924376" y="2774567"/>
              <a:ext cx="0" cy="3108478"/>
            </a:xfrm>
            <a:prstGeom prst="line">
              <a:avLst/>
            </a:prstGeom>
          </p:spPr>
          <p:style>
            <a:lnRef idx="3">
              <a:schemeClr val="accent4"/>
            </a:lnRef>
            <a:fillRef idx="0">
              <a:schemeClr val="accent4"/>
            </a:fillRef>
            <a:effectRef idx="2">
              <a:schemeClr val="accent4"/>
            </a:effectRef>
            <a:fontRef idx="minor">
              <a:schemeClr val="tx1"/>
            </a:fontRef>
          </p:style>
        </p:cxnSp>
        <p:sp>
          <p:nvSpPr>
            <p:cNvPr id="10" name="文本框 9"/>
            <p:cNvSpPr txBox="1"/>
            <p:nvPr/>
          </p:nvSpPr>
          <p:spPr>
            <a:xfrm>
              <a:off x="3215045" y="3086373"/>
              <a:ext cx="5663958" cy="398379"/>
            </a:xfrm>
            <a:prstGeom prst="rect">
              <a:avLst/>
            </a:prstGeom>
            <a:noFill/>
          </p:spPr>
          <p:txBody>
            <a:bodyPr wrap="square" rtlCol="0">
              <a:spAutoFit/>
            </a:bodyPr>
            <a:lstStyle>
              <a:defPPr>
                <a:defRPr lang="zh-CN"/>
              </a:defPPr>
              <a:lvl1pPr>
                <a:lnSpc>
                  <a:spcPct val="120000"/>
                </a:lnSpc>
                <a:defRPr sz="1800">
                  <a:latin typeface="微软雅黑 Light" panose="020B0502040204020203" pitchFamily="34" charset="-122"/>
                  <a:ea typeface="微软雅黑 Light" panose="020B0502040204020203" pitchFamily="34" charset="-122"/>
                  <a:cs typeface="+mn-ea"/>
                </a:defRPr>
              </a:lvl1pPr>
            </a:lstStyle>
            <a:p>
              <a:r>
                <a:rPr lang="zh-CN" altLang="en-US" dirty="0">
                  <a:sym typeface="+mn-lt"/>
                </a:rPr>
                <a:t>释放</a:t>
              </a:r>
              <a:r>
                <a:rPr lang="en-US" altLang="zh-CN" dirty="0">
                  <a:sym typeface="+mn-lt"/>
                </a:rPr>
                <a:t>IP</a:t>
              </a:r>
              <a:r>
                <a:rPr lang="zh-CN" altLang="en-US" dirty="0">
                  <a:sym typeface="+mn-lt"/>
                </a:rPr>
                <a:t>地址：客户端发送</a:t>
              </a:r>
              <a:r>
                <a:rPr lang="en-US" altLang="zh-CN" dirty="0">
                  <a:sym typeface="+mn-lt"/>
                </a:rPr>
                <a:t>DHCP RELEASE</a:t>
              </a:r>
              <a:r>
                <a:rPr lang="zh-CN" altLang="en-US" dirty="0">
                  <a:sym typeface="+mn-lt"/>
                </a:rPr>
                <a:t>报文</a:t>
              </a:r>
              <a:endParaRPr lang="zh-CN" altLang="en-US" dirty="0">
                <a:sym typeface="+mn-lt"/>
              </a:endParaRPr>
            </a:p>
          </p:txBody>
        </p:sp>
        <p:sp>
          <p:nvSpPr>
            <p:cNvPr id="14" name="文本框 13"/>
            <p:cNvSpPr txBox="1"/>
            <p:nvPr/>
          </p:nvSpPr>
          <p:spPr>
            <a:xfrm>
              <a:off x="3603271" y="2182954"/>
              <a:ext cx="1649811" cy="432362"/>
            </a:xfrm>
            <a:prstGeom prst="rect">
              <a:avLst/>
            </a:prstGeom>
            <a:noFill/>
          </p:spPr>
          <p:txBody>
            <a:bodyPr wrap="none" rtlCol="0">
              <a:spAutoFit/>
            </a:bodyPr>
            <a:lstStyle/>
            <a:p>
              <a:pPr>
                <a:lnSpc>
                  <a:spcPct val="120000"/>
                </a:lnSpc>
              </a:pPr>
              <a:r>
                <a:rPr lang="en-US" altLang="zh-CN" dirty="0">
                  <a:latin typeface="微软雅黑 Light" panose="020B0502040204020203" pitchFamily="34" charset="-122"/>
                  <a:ea typeface="微软雅黑 Light" panose="020B0502040204020203" pitchFamily="34" charset="-122"/>
                  <a:cs typeface="+mn-ea"/>
                  <a:sym typeface="+mn-lt"/>
                </a:rPr>
                <a:t>DHCP</a:t>
              </a:r>
              <a:r>
                <a:rPr lang="zh-CN" altLang="en-US" dirty="0">
                  <a:latin typeface="微软雅黑 Light" panose="020B0502040204020203" pitchFamily="34" charset="-122"/>
                  <a:ea typeface="微软雅黑 Light" panose="020B0502040204020203" pitchFamily="34" charset="-122"/>
                  <a:cs typeface="+mn-ea"/>
                  <a:sym typeface="+mn-lt"/>
                </a:rPr>
                <a:t>客户端</a:t>
              </a:r>
              <a:endParaRPr lang="zh-CN" altLang="en-US" dirty="0">
                <a:latin typeface="微软雅黑 Light" panose="020B0502040204020203" pitchFamily="34" charset="-122"/>
                <a:ea typeface="微软雅黑 Light" panose="020B0502040204020203" pitchFamily="34" charset="-122"/>
                <a:cs typeface="+mn-ea"/>
                <a:sym typeface="+mn-lt"/>
              </a:endParaRPr>
            </a:p>
          </p:txBody>
        </p:sp>
        <p:sp>
          <p:nvSpPr>
            <p:cNvPr id="15" name="文本框 14"/>
            <p:cNvSpPr txBox="1"/>
            <p:nvPr/>
          </p:nvSpPr>
          <p:spPr>
            <a:xfrm>
              <a:off x="6922290" y="2209927"/>
              <a:ext cx="1649811" cy="432362"/>
            </a:xfrm>
            <a:prstGeom prst="rect">
              <a:avLst/>
            </a:prstGeom>
            <a:noFill/>
          </p:spPr>
          <p:txBody>
            <a:bodyPr wrap="none" rtlCol="0">
              <a:spAutoFit/>
            </a:bodyPr>
            <a:lstStyle/>
            <a:p>
              <a:pPr>
                <a:lnSpc>
                  <a:spcPct val="120000"/>
                </a:lnSpc>
              </a:pPr>
              <a:r>
                <a:rPr lang="en-US" altLang="zh-CN" dirty="0">
                  <a:latin typeface="微软雅黑 Light" panose="020B0502040204020203" pitchFamily="34" charset="-122"/>
                  <a:ea typeface="微软雅黑 Light" panose="020B0502040204020203" pitchFamily="34" charset="-122"/>
                  <a:cs typeface="+mn-ea"/>
                  <a:sym typeface="+mn-lt"/>
                </a:rPr>
                <a:t>DHCP</a:t>
              </a:r>
              <a:r>
                <a:rPr lang="zh-CN" altLang="en-US" dirty="0">
                  <a:latin typeface="微软雅黑 Light" panose="020B0502040204020203" pitchFamily="34" charset="-122"/>
                  <a:ea typeface="微软雅黑 Light" panose="020B0502040204020203" pitchFamily="34" charset="-122"/>
                  <a:cs typeface="+mn-ea"/>
                  <a:sym typeface="+mn-lt"/>
                </a:rPr>
                <a:t>服务器</a:t>
              </a:r>
              <a:endParaRPr lang="zh-CN" altLang="en-US" dirty="0">
                <a:latin typeface="微软雅黑 Light" panose="020B0502040204020203" pitchFamily="34" charset="-122"/>
                <a:ea typeface="微软雅黑 Light" panose="020B0502040204020203" pitchFamily="34" charset="-122"/>
                <a:cs typeface="+mn-ea"/>
                <a:sym typeface="+mn-lt"/>
              </a:endParaRPr>
            </a:p>
          </p:txBody>
        </p:sp>
        <p:cxnSp>
          <p:nvCxnSpPr>
            <p:cNvPr id="16" name="直接连接符 15"/>
            <p:cNvCxnSpPr/>
            <p:nvPr/>
          </p:nvCxnSpPr>
          <p:spPr>
            <a:xfrm>
              <a:off x="3167260" y="3506524"/>
              <a:ext cx="5757114" cy="0"/>
            </a:xfrm>
            <a:prstGeom prst="line">
              <a:avLst/>
            </a:prstGeom>
            <a:ln>
              <a:headEnd type="none" w="med" len="med"/>
              <a:tailEnd type="triangle" w="med" len="med"/>
            </a:ln>
          </p:spPr>
          <p:style>
            <a:lnRef idx="3">
              <a:schemeClr val="accent4"/>
            </a:lnRef>
            <a:fillRef idx="0">
              <a:schemeClr val="accent4"/>
            </a:fillRef>
            <a:effectRef idx="2">
              <a:schemeClr val="accent4"/>
            </a:effectRef>
            <a:fontRef idx="minor">
              <a:schemeClr val="tx1"/>
            </a:fontRef>
          </p:style>
        </p:cxnSp>
      </p:grpSp>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5"/>
          <p:cNvSpPr>
            <a:spLocks noGrp="1"/>
          </p:cNvSpPr>
          <p:nvPr>
            <p:ph type="sldNum" sz="quarter" idx="12"/>
          </p:nvPr>
        </p:nvSpPr>
        <p:spPr/>
        <p:txBody>
          <a:bodyPr/>
          <a:lstStyle/>
          <a:p>
            <a:fld id="{1146F676-CE40-4BD3-8AC2-67D599DB6382}" type="slidenum">
              <a:rPr lang="en-US" altLang="zh-CN"/>
            </a:fld>
            <a:endParaRPr lang="en-US" altLang="zh-CN"/>
          </a:p>
        </p:txBody>
      </p:sp>
      <p:sp>
        <p:nvSpPr>
          <p:cNvPr id="768002" name="Rectangle 2"/>
          <p:cNvSpPr>
            <a:spLocks noGrp="1" noChangeArrowheads="1"/>
          </p:cNvSpPr>
          <p:nvPr>
            <p:ph type="title"/>
          </p:nvPr>
        </p:nvSpPr>
        <p:spPr/>
        <p:txBody>
          <a:bodyPr/>
          <a:lstStyle/>
          <a:p>
            <a:r>
              <a:rPr lang="en-US" altLang="zh-CN"/>
              <a:t>DHCP</a:t>
            </a:r>
            <a:r>
              <a:rPr lang="zh-CN" altLang="en-US"/>
              <a:t>协议操作与优化</a:t>
            </a:r>
            <a:endParaRPr lang="zh-CN" altLang="en-US"/>
          </a:p>
        </p:txBody>
      </p:sp>
      <p:sp>
        <p:nvSpPr>
          <p:cNvPr id="768003" name="Rectangle 3"/>
          <p:cNvSpPr>
            <a:spLocks noGrp="1" noChangeArrowheads="1"/>
          </p:cNvSpPr>
          <p:nvPr>
            <p:ph type="body" idx="1"/>
          </p:nvPr>
        </p:nvSpPr>
        <p:spPr/>
        <p:txBody>
          <a:bodyPr/>
          <a:lstStyle/>
          <a:p>
            <a:r>
              <a:rPr lang="zh-CN" altLang="en-US" dirty="0"/>
              <a:t>优化与操作的措施：</a:t>
            </a:r>
            <a:endParaRPr lang="zh-CN" altLang="en-US" dirty="0"/>
          </a:p>
          <a:p>
            <a:pPr lvl="1"/>
            <a:r>
              <a:rPr lang="zh-CN" altLang="en-US" dirty="0"/>
              <a:t>数据包出现丢失或重复时的回复操作</a:t>
            </a:r>
            <a:endParaRPr lang="zh-CN" altLang="en-US" dirty="0"/>
          </a:p>
          <a:p>
            <a:pPr lvl="1"/>
            <a:r>
              <a:rPr lang="zh-CN" altLang="en-US" dirty="0"/>
              <a:t>对服务器地址进行高速缓存</a:t>
            </a:r>
            <a:endParaRPr lang="zh-CN" altLang="en-US" dirty="0"/>
          </a:p>
          <a:p>
            <a:pPr lvl="1"/>
            <a:r>
              <a:rPr lang="zh-CN" altLang="en-US" dirty="0"/>
              <a:t>避免因同时出现大量请求而发生阻塞</a:t>
            </a:r>
            <a:endParaRPr lang="zh-CN" altLang="en-US" dirty="0"/>
          </a:p>
        </p:txBody>
      </p:sp>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NAT</a:t>
            </a:r>
            <a:endParaRPr lang="zh-CN" altLang="en-US" dirty="0"/>
          </a:p>
        </p:txBody>
      </p:sp>
      <p:sp>
        <p:nvSpPr>
          <p:cNvPr id="3" name="内容占位符 2"/>
          <p:cNvSpPr>
            <a:spLocks noGrp="1"/>
          </p:cNvSpPr>
          <p:nvPr>
            <p:ph idx="1"/>
          </p:nvPr>
        </p:nvSpPr>
        <p:spPr/>
        <p:txBody>
          <a:bodyPr/>
          <a:lstStyle/>
          <a:p>
            <a:r>
              <a:rPr lang="zh-CN" altLang="en-US" dirty="0"/>
              <a:t>网络地址转换（</a:t>
            </a:r>
            <a:r>
              <a:rPr lang="en-US" altLang="zh-CN" dirty="0"/>
              <a:t>Network Address Translation – NAT</a:t>
            </a:r>
            <a:r>
              <a:rPr lang="zh-CN" altLang="en-US" dirty="0"/>
              <a:t>）是一种地址转换技术，它可以将</a:t>
            </a:r>
            <a:r>
              <a:rPr lang="en-US" altLang="zh-CN" dirty="0"/>
              <a:t>IP</a:t>
            </a:r>
            <a:r>
              <a:rPr lang="zh-CN" altLang="en-US" dirty="0"/>
              <a:t>数据报文头中的</a:t>
            </a:r>
            <a:r>
              <a:rPr lang="en-US" altLang="zh-CN" dirty="0"/>
              <a:t>IP</a:t>
            </a:r>
            <a:r>
              <a:rPr lang="zh-CN" altLang="en-US" dirty="0"/>
              <a:t>地址转换为另一个</a:t>
            </a:r>
            <a:r>
              <a:rPr lang="en-US" altLang="zh-CN" dirty="0"/>
              <a:t>IP</a:t>
            </a:r>
            <a:r>
              <a:rPr lang="zh-CN" altLang="en-US" dirty="0"/>
              <a:t>地址，并通过转换端口号达到地址重用的目的</a:t>
            </a:r>
            <a:endParaRPr lang="zh-CN" altLang="en-US" dirty="0"/>
          </a:p>
          <a:p>
            <a:r>
              <a:rPr lang="en-US" altLang="zh-CN" dirty="0"/>
              <a:t>NAT</a:t>
            </a:r>
            <a:r>
              <a:rPr lang="zh-CN" altLang="en-US" dirty="0"/>
              <a:t>主要用于实现内部网络（简称内网，使用私有</a:t>
            </a:r>
            <a:r>
              <a:rPr lang="en-US" altLang="zh-CN" dirty="0"/>
              <a:t>IP</a:t>
            </a:r>
            <a:r>
              <a:rPr lang="zh-CN" altLang="en-US" dirty="0"/>
              <a:t>地址）访问外部网络（简称外网，使用公有</a:t>
            </a:r>
            <a:r>
              <a:rPr lang="en-US" altLang="zh-CN" dirty="0"/>
              <a:t>IP</a:t>
            </a:r>
            <a:r>
              <a:rPr lang="zh-CN" altLang="en-US" dirty="0"/>
              <a:t>地址）的功能。当内网的主机要访问外网时，通过</a:t>
            </a:r>
            <a:r>
              <a:rPr lang="en-US" altLang="zh-CN" dirty="0"/>
              <a:t>NAT</a:t>
            </a:r>
            <a:r>
              <a:rPr lang="zh-CN" altLang="en-US" dirty="0"/>
              <a:t>技术可以将其私网地址转换为公网地址，可以实现多个私网用户共用一个公网地址来访问外部网络，这样既可保证网络互通，又节省了公网地址</a:t>
            </a:r>
            <a:endParaRPr lang="zh-CN" altLang="en-US" dirty="0"/>
          </a:p>
          <a:p>
            <a:r>
              <a:rPr lang="en-US" altLang="zh-CN" dirty="0"/>
              <a:t>NAT</a:t>
            </a:r>
            <a:r>
              <a:rPr lang="zh-CN" altLang="en-US" dirty="0"/>
              <a:t>作为一种缓解</a:t>
            </a:r>
            <a:r>
              <a:rPr lang="en-US" altLang="zh-CN" dirty="0"/>
              <a:t>IPv4</a:t>
            </a:r>
            <a:r>
              <a:rPr lang="zh-CN" altLang="en-US" dirty="0"/>
              <a:t>公网地址枯竭的过渡技术，由于实现简单，得到了广泛应用</a:t>
            </a:r>
            <a:endParaRPr lang="zh-CN" altLang="en-US" dirty="0"/>
          </a:p>
          <a:p>
            <a:endParaRPr lang="zh-CN" altLang="en-US" dirty="0"/>
          </a:p>
        </p:txBody>
      </p:sp>
      <p:sp>
        <p:nvSpPr>
          <p:cNvPr id="4" name="灯片编号占位符 3"/>
          <p:cNvSpPr>
            <a:spLocks noGrp="1"/>
          </p:cNvSpPr>
          <p:nvPr>
            <p:ph type="sldNum" sz="quarter" idx="12"/>
          </p:nvPr>
        </p:nvSpPr>
        <p:spPr/>
        <p:txBody>
          <a:bodyPr/>
          <a:lstStyle/>
          <a:p>
            <a:pPr>
              <a:defRPr/>
            </a:pPr>
            <a:fld id="{816960B2-2B11-492C-B588-5290E1274F96}" type="slidenum">
              <a:rPr lang="en-US" altLang="zh-CN" smtClean="0"/>
            </a:fld>
            <a:endParaRPr lang="en-US" altLang="zh-CN" dirty="0"/>
          </a:p>
        </p:txBody>
      </p:sp>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NAT</a:t>
            </a:r>
            <a:r>
              <a:rPr lang="zh-CN" altLang="en-US" dirty="0"/>
              <a:t>原理 </a:t>
            </a:r>
            <a:r>
              <a:rPr lang="en-US" altLang="zh-CN" dirty="0"/>
              <a:t>– Basic NAT</a:t>
            </a:r>
            <a:endParaRPr lang="zh-CN" altLang="en-US" dirty="0"/>
          </a:p>
        </p:txBody>
      </p:sp>
      <p:sp>
        <p:nvSpPr>
          <p:cNvPr id="3" name="内容占位符 2"/>
          <p:cNvSpPr>
            <a:spLocks noGrp="1"/>
          </p:cNvSpPr>
          <p:nvPr>
            <p:ph idx="1"/>
          </p:nvPr>
        </p:nvSpPr>
        <p:spPr>
          <a:xfrm>
            <a:off x="334435" y="1052514"/>
            <a:ext cx="5761566" cy="5437187"/>
          </a:xfrm>
        </p:spPr>
        <p:txBody>
          <a:bodyPr>
            <a:normAutofit fontScale="85000" lnSpcReduction="10000"/>
          </a:bodyPr>
          <a:lstStyle/>
          <a:p>
            <a:r>
              <a:rPr lang="en-US" altLang="zh-CN" dirty="0"/>
              <a:t>Basic NAT</a:t>
            </a:r>
            <a:r>
              <a:rPr lang="zh-CN" altLang="en-US" dirty="0"/>
              <a:t>方式属于一对一的地址转换，在这种方式下只转换</a:t>
            </a:r>
            <a:r>
              <a:rPr lang="en-US" altLang="zh-CN" dirty="0"/>
              <a:t>IP</a:t>
            </a:r>
            <a:r>
              <a:rPr lang="zh-CN" altLang="en-US" dirty="0"/>
              <a:t>地址，而不处理</a:t>
            </a:r>
            <a:r>
              <a:rPr lang="en-US" altLang="zh-CN" dirty="0"/>
              <a:t>TCP/UDP</a:t>
            </a:r>
            <a:r>
              <a:rPr lang="zh-CN" altLang="en-US" dirty="0"/>
              <a:t>协议的端口号，一个公网</a:t>
            </a:r>
            <a:r>
              <a:rPr lang="en-US" altLang="zh-CN" dirty="0"/>
              <a:t>IP</a:t>
            </a:r>
            <a:r>
              <a:rPr lang="zh-CN" altLang="en-US" dirty="0"/>
              <a:t>地址不能同时被多个私网用户使用</a:t>
            </a:r>
            <a:endParaRPr lang="zh-CN" altLang="en-US" dirty="0"/>
          </a:p>
          <a:p>
            <a:r>
              <a:rPr lang="zh-CN" altLang="en-US" dirty="0"/>
              <a:t>地址转换过程如：</a:t>
            </a:r>
            <a:endParaRPr lang="zh-CN" altLang="en-US" dirty="0"/>
          </a:p>
          <a:p>
            <a:pPr lvl="1"/>
            <a:r>
              <a:rPr lang="en-US" altLang="zh-CN" dirty="0"/>
              <a:t>Router</a:t>
            </a:r>
            <a:r>
              <a:rPr lang="zh-CN" altLang="en-US" dirty="0"/>
              <a:t>收到内网侧</a:t>
            </a:r>
            <a:r>
              <a:rPr lang="en-US" altLang="zh-CN" dirty="0"/>
              <a:t>Host</a:t>
            </a:r>
            <a:r>
              <a:rPr lang="zh-CN" altLang="en-US" dirty="0"/>
              <a:t>发送的访问公网侧</a:t>
            </a:r>
            <a:r>
              <a:rPr lang="en-US" altLang="zh-CN" dirty="0"/>
              <a:t>Server</a:t>
            </a:r>
            <a:r>
              <a:rPr lang="zh-CN" altLang="en-US" dirty="0"/>
              <a:t>的报文，其源</a:t>
            </a:r>
            <a:r>
              <a:rPr lang="en-US" altLang="zh-CN" dirty="0"/>
              <a:t>IP</a:t>
            </a:r>
            <a:r>
              <a:rPr lang="zh-CN" altLang="en-US" dirty="0"/>
              <a:t>地址为</a:t>
            </a:r>
            <a:r>
              <a:rPr lang="en-US" altLang="zh-CN" dirty="0"/>
              <a:t>10.1.1.100</a:t>
            </a:r>
            <a:endParaRPr lang="zh-CN" altLang="en-US" dirty="0"/>
          </a:p>
          <a:p>
            <a:pPr lvl="1"/>
            <a:r>
              <a:rPr lang="en-US" altLang="zh-CN" dirty="0"/>
              <a:t>Router</a:t>
            </a:r>
            <a:r>
              <a:rPr lang="zh-CN" altLang="en-US" dirty="0"/>
              <a:t>从地址池中选取一个空闲的公网</a:t>
            </a:r>
            <a:r>
              <a:rPr lang="en-US" altLang="zh-CN" dirty="0"/>
              <a:t>IP</a:t>
            </a:r>
            <a:r>
              <a:rPr lang="zh-CN" altLang="en-US" dirty="0"/>
              <a:t>地址，建立与内网侧报文源</a:t>
            </a:r>
            <a:r>
              <a:rPr lang="en-US" altLang="zh-CN" dirty="0"/>
              <a:t>IP</a:t>
            </a:r>
            <a:r>
              <a:rPr lang="zh-CN" altLang="en-US" dirty="0"/>
              <a:t>地址间的</a:t>
            </a:r>
            <a:r>
              <a:rPr lang="en-US" altLang="zh-CN" dirty="0"/>
              <a:t>NAT</a:t>
            </a:r>
            <a:r>
              <a:rPr lang="zh-CN" altLang="en-US" dirty="0"/>
              <a:t>转换表项（正反向），并依据查找正向</a:t>
            </a:r>
            <a:r>
              <a:rPr lang="en-US" altLang="zh-CN" dirty="0"/>
              <a:t>NAT</a:t>
            </a:r>
            <a:r>
              <a:rPr lang="zh-CN" altLang="en-US" dirty="0"/>
              <a:t>表项的结果将报文转换后向公网侧发送，其源</a:t>
            </a:r>
            <a:r>
              <a:rPr lang="en-US" altLang="zh-CN" dirty="0"/>
              <a:t>IP</a:t>
            </a:r>
            <a:r>
              <a:rPr lang="zh-CN" altLang="en-US" dirty="0"/>
              <a:t>地址是</a:t>
            </a:r>
            <a:r>
              <a:rPr lang="en-US" altLang="zh-CN" dirty="0"/>
              <a:t>10.1.1.100 </a:t>
            </a:r>
            <a:r>
              <a:rPr lang="zh-CN" altLang="en-US" dirty="0"/>
              <a:t>，目的</a:t>
            </a:r>
            <a:r>
              <a:rPr lang="en-US" altLang="zh-CN" dirty="0"/>
              <a:t>IP</a:t>
            </a:r>
            <a:r>
              <a:rPr lang="zh-CN" altLang="en-US" dirty="0"/>
              <a:t>地址是</a:t>
            </a:r>
            <a:r>
              <a:rPr lang="en-US" altLang="zh-CN" sz="2400" kern="1200" dirty="0">
                <a:solidFill>
                  <a:schemeClr val="dk1"/>
                </a:solidFill>
                <a:latin typeface="微软雅黑 Light" panose="020B0502040204020203" pitchFamily="34" charset="-122"/>
                <a:ea typeface="微软雅黑 Light" panose="020B0502040204020203" pitchFamily="34" charset="-122"/>
                <a:cs typeface="+mn-cs"/>
              </a:rPr>
              <a:t>162.105.178.65</a:t>
            </a:r>
            <a:endParaRPr lang="zh-CN" altLang="en-US" dirty="0"/>
          </a:p>
          <a:p>
            <a:pPr lvl="1"/>
            <a:r>
              <a:rPr lang="en-US" altLang="zh-CN" dirty="0"/>
              <a:t>Router</a:t>
            </a:r>
            <a:r>
              <a:rPr lang="zh-CN" altLang="en-US" dirty="0"/>
              <a:t>收到公网侧的回应报文后，根据其目的</a:t>
            </a:r>
            <a:r>
              <a:rPr lang="en-US" altLang="zh-CN" dirty="0"/>
              <a:t>IP</a:t>
            </a:r>
            <a:r>
              <a:rPr lang="zh-CN" altLang="en-US" dirty="0"/>
              <a:t>地址查找反向</a:t>
            </a:r>
            <a:r>
              <a:rPr lang="en-US" altLang="zh-CN" dirty="0"/>
              <a:t>NAT</a:t>
            </a:r>
            <a:r>
              <a:rPr lang="zh-CN" altLang="en-US" dirty="0"/>
              <a:t>表项，并依据查表结果将报文转换后向私网侧发送，其源</a:t>
            </a:r>
            <a:r>
              <a:rPr lang="en-US" altLang="zh-CN" dirty="0"/>
              <a:t>IP</a:t>
            </a:r>
            <a:r>
              <a:rPr lang="zh-CN" altLang="en-US" dirty="0"/>
              <a:t>地址是</a:t>
            </a:r>
            <a:r>
              <a:rPr lang="en-US" altLang="zh-CN" sz="2400" kern="1200" dirty="0">
                <a:solidFill>
                  <a:schemeClr val="dk1"/>
                </a:solidFill>
                <a:latin typeface="微软雅黑 Light" panose="020B0502040204020203" pitchFamily="34" charset="-122"/>
                <a:ea typeface="微软雅黑 Light" panose="020B0502040204020203" pitchFamily="34" charset="-122"/>
                <a:cs typeface="+mn-cs"/>
              </a:rPr>
              <a:t>162.105.178.65</a:t>
            </a:r>
            <a:r>
              <a:rPr lang="zh-CN" altLang="en-US" dirty="0"/>
              <a:t>，目的</a:t>
            </a:r>
            <a:r>
              <a:rPr lang="en-US" altLang="zh-CN" dirty="0"/>
              <a:t>IP</a:t>
            </a:r>
            <a:r>
              <a:rPr lang="zh-CN" altLang="en-US" dirty="0"/>
              <a:t>地址是</a:t>
            </a:r>
            <a:r>
              <a:rPr lang="en-US" altLang="zh-CN" dirty="0"/>
              <a:t>10.1.1.100</a:t>
            </a:r>
            <a:endParaRPr lang="zh-CN" altLang="en-US" dirty="0"/>
          </a:p>
        </p:txBody>
      </p:sp>
      <p:sp>
        <p:nvSpPr>
          <p:cNvPr id="4" name="灯片编号占位符 3"/>
          <p:cNvSpPr>
            <a:spLocks noGrp="1"/>
          </p:cNvSpPr>
          <p:nvPr>
            <p:ph type="sldNum" sz="quarter" idx="12"/>
          </p:nvPr>
        </p:nvSpPr>
        <p:spPr/>
        <p:txBody>
          <a:bodyPr/>
          <a:lstStyle/>
          <a:p>
            <a:pPr>
              <a:defRPr/>
            </a:pPr>
            <a:fld id="{816960B2-2B11-492C-B588-5290E1274F96}" type="slidenum">
              <a:rPr lang="en-US" altLang="zh-CN" smtClean="0"/>
            </a:fld>
            <a:endParaRPr lang="en-US" altLang="zh-CN" dirty="0"/>
          </a:p>
        </p:txBody>
      </p:sp>
      <p:sp>
        <p:nvSpPr>
          <p:cNvPr id="10" name="文本框 9"/>
          <p:cNvSpPr txBox="1"/>
          <p:nvPr/>
        </p:nvSpPr>
        <p:spPr>
          <a:xfrm>
            <a:off x="6384032" y="5228491"/>
            <a:ext cx="5473533" cy="1171026"/>
          </a:xfrm>
          <a:prstGeom prst="rect">
            <a:avLst/>
          </a:prstGeom>
          <a:noFill/>
        </p:spPr>
        <p:txBody>
          <a:bodyPr wrap="square">
            <a:spAutoFit/>
          </a:bodyPr>
          <a:lstStyle/>
          <a:p>
            <a:pPr>
              <a:lnSpc>
                <a:spcPct val="120000"/>
              </a:lnSpc>
            </a:pPr>
            <a:r>
              <a:rPr lang="zh-CN" altLang="en-US" dirty="0">
                <a:latin typeface="微软雅黑 Light" panose="020B0502040204020203" pitchFamily="34" charset="-122"/>
                <a:ea typeface="微软雅黑 Light" panose="020B0502040204020203" pitchFamily="34" charset="-122"/>
                <a:cs typeface="+mn-ea"/>
                <a:sym typeface="+mn-lt"/>
              </a:rPr>
              <a:t>由于</a:t>
            </a:r>
            <a:r>
              <a:rPr lang="en-US" altLang="zh-CN" dirty="0">
                <a:latin typeface="微软雅黑 Light" panose="020B0502040204020203" pitchFamily="34" charset="-122"/>
                <a:ea typeface="微软雅黑 Light" panose="020B0502040204020203" pitchFamily="34" charset="-122"/>
                <a:cs typeface="+mn-ea"/>
                <a:sym typeface="+mn-lt"/>
              </a:rPr>
              <a:t>Basic NAT</a:t>
            </a:r>
            <a:r>
              <a:rPr lang="zh-CN" altLang="en-US" dirty="0">
                <a:latin typeface="微软雅黑 Light" panose="020B0502040204020203" pitchFamily="34" charset="-122"/>
                <a:ea typeface="微软雅黑 Light" panose="020B0502040204020203" pitchFamily="34" charset="-122"/>
                <a:cs typeface="+mn-ea"/>
                <a:sym typeface="+mn-lt"/>
              </a:rPr>
              <a:t>这种一对一的转换方式并未实现公网地址的复用，不能有效解决</a:t>
            </a:r>
            <a:r>
              <a:rPr lang="en-US" altLang="zh-CN" dirty="0">
                <a:latin typeface="微软雅黑 Light" panose="020B0502040204020203" pitchFamily="34" charset="-122"/>
                <a:ea typeface="微软雅黑 Light" panose="020B0502040204020203" pitchFamily="34" charset="-122"/>
                <a:cs typeface="+mn-ea"/>
                <a:sym typeface="+mn-lt"/>
              </a:rPr>
              <a:t>IP</a:t>
            </a:r>
            <a:r>
              <a:rPr lang="zh-CN" altLang="en-US" dirty="0">
                <a:latin typeface="微软雅黑 Light" panose="020B0502040204020203" pitchFamily="34" charset="-122"/>
                <a:ea typeface="微软雅黑 Light" panose="020B0502040204020203" pitchFamily="34" charset="-122"/>
                <a:cs typeface="+mn-ea"/>
                <a:sym typeface="+mn-lt"/>
              </a:rPr>
              <a:t>地址短缺的问题，因此在实际应用中并不常用</a:t>
            </a:r>
            <a:endParaRPr lang="zh-CN" altLang="en-US" dirty="0">
              <a:latin typeface="微软雅黑 Light" panose="020B0502040204020203" pitchFamily="34" charset="-122"/>
              <a:ea typeface="微软雅黑 Light" panose="020B0502040204020203" pitchFamily="34" charset="-122"/>
              <a:cs typeface="+mn-ea"/>
              <a:sym typeface="+mn-lt"/>
            </a:endParaRPr>
          </a:p>
        </p:txBody>
      </p:sp>
      <p:pic>
        <p:nvPicPr>
          <p:cNvPr id="11" name="图片 10"/>
          <p:cNvPicPr>
            <a:picLocks noChangeAspect="1"/>
          </p:cNvPicPr>
          <p:nvPr/>
        </p:nvPicPr>
        <p:blipFill>
          <a:blip r:embed="rId1"/>
          <a:stretch>
            <a:fillRect/>
          </a:stretch>
        </p:blipFill>
        <p:spPr>
          <a:xfrm>
            <a:off x="8823001" y="2443735"/>
            <a:ext cx="440034" cy="375054"/>
          </a:xfrm>
          <a:prstGeom prst="rect">
            <a:avLst/>
          </a:prstGeom>
        </p:spPr>
      </p:pic>
      <p:pic>
        <p:nvPicPr>
          <p:cNvPr id="12" name="图片 11"/>
          <p:cNvPicPr>
            <a:picLocks noChangeAspect="1"/>
          </p:cNvPicPr>
          <p:nvPr/>
        </p:nvPicPr>
        <p:blipFill>
          <a:blip r:embed="rId2"/>
          <a:stretch>
            <a:fillRect/>
          </a:stretch>
        </p:blipFill>
        <p:spPr>
          <a:xfrm>
            <a:off x="7016702" y="2421966"/>
            <a:ext cx="448492" cy="418592"/>
          </a:xfrm>
          <a:prstGeom prst="rect">
            <a:avLst/>
          </a:prstGeom>
        </p:spPr>
      </p:pic>
      <p:pic>
        <p:nvPicPr>
          <p:cNvPr id="13" name="图片 12"/>
          <p:cNvPicPr>
            <a:picLocks noChangeAspect="1"/>
          </p:cNvPicPr>
          <p:nvPr/>
        </p:nvPicPr>
        <p:blipFill>
          <a:blip r:embed="rId3"/>
          <a:stretch>
            <a:fillRect/>
          </a:stretch>
        </p:blipFill>
        <p:spPr>
          <a:xfrm>
            <a:off x="10620842" y="2438161"/>
            <a:ext cx="448492" cy="386201"/>
          </a:xfrm>
          <a:prstGeom prst="rect">
            <a:avLst/>
          </a:prstGeom>
        </p:spPr>
      </p:pic>
      <p:cxnSp>
        <p:nvCxnSpPr>
          <p:cNvPr id="14" name="直接连接符 13"/>
          <p:cNvCxnSpPr>
            <a:stCxn id="12" idx="3"/>
            <a:endCxn id="11" idx="1"/>
          </p:cNvCxnSpPr>
          <p:nvPr/>
        </p:nvCxnSpPr>
        <p:spPr>
          <a:xfrm>
            <a:off x="7465194" y="2631262"/>
            <a:ext cx="1357807" cy="0"/>
          </a:xfrm>
          <a:prstGeom prst="line">
            <a:avLst/>
          </a:prstGeom>
          <a:ln w="127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a:endCxn id="13" idx="1"/>
          </p:cNvCxnSpPr>
          <p:nvPr/>
        </p:nvCxnSpPr>
        <p:spPr>
          <a:xfrm>
            <a:off x="9263035" y="2631262"/>
            <a:ext cx="1357807" cy="0"/>
          </a:xfrm>
          <a:prstGeom prst="line">
            <a:avLst/>
          </a:prstGeom>
          <a:ln w="127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nvCxnSpPr>
        <p:spPr>
          <a:xfrm>
            <a:off x="7657131" y="2531249"/>
            <a:ext cx="973931" cy="0"/>
          </a:xfrm>
          <a:prstGeom prst="line">
            <a:avLst/>
          </a:prstGeom>
          <a:ln>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a:off x="7657131" y="2740799"/>
            <a:ext cx="973931" cy="0"/>
          </a:xfrm>
          <a:prstGeom prst="line">
            <a:avLst/>
          </a:prstGeom>
          <a:ln>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8" name="直接连接符 17"/>
          <p:cNvCxnSpPr/>
          <p:nvPr/>
        </p:nvCxnSpPr>
        <p:spPr>
          <a:xfrm>
            <a:off x="9427909" y="2740799"/>
            <a:ext cx="973931" cy="0"/>
          </a:xfrm>
          <a:prstGeom prst="line">
            <a:avLst/>
          </a:prstGeom>
          <a:ln>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9" name="直接连接符 18"/>
          <p:cNvCxnSpPr/>
          <p:nvPr/>
        </p:nvCxnSpPr>
        <p:spPr>
          <a:xfrm>
            <a:off x="9434180" y="2531249"/>
            <a:ext cx="973931" cy="0"/>
          </a:xfrm>
          <a:prstGeom prst="line">
            <a:avLst/>
          </a:prstGeom>
          <a:ln>
            <a:headEnd type="triangle" w="med" len="med"/>
            <a:tailEnd type="none" w="med" len="med"/>
          </a:ln>
        </p:spPr>
        <p:style>
          <a:lnRef idx="1">
            <a:schemeClr val="accent1"/>
          </a:lnRef>
          <a:fillRef idx="0">
            <a:schemeClr val="accent1"/>
          </a:fillRef>
          <a:effectRef idx="0">
            <a:schemeClr val="accent1"/>
          </a:effectRef>
          <a:fontRef idx="minor">
            <a:schemeClr val="tx1"/>
          </a:fontRef>
        </p:style>
      </p:cxnSp>
      <p:graphicFrame>
        <p:nvGraphicFramePr>
          <p:cNvPr id="20" name="表格 24"/>
          <p:cNvGraphicFramePr>
            <a:graphicFrameLocks noGrp="1"/>
          </p:cNvGraphicFramePr>
          <p:nvPr/>
        </p:nvGraphicFramePr>
        <p:xfrm>
          <a:off x="8323880" y="1063569"/>
          <a:ext cx="1438276" cy="914400"/>
        </p:xfrm>
        <a:graphic>
          <a:graphicData uri="http://schemas.openxmlformats.org/drawingml/2006/table">
            <a:tbl>
              <a:tblPr firstRow="1" bandRow="1">
                <a:tableStyleId>{D7AC3CCA-C797-4891-BE02-D94E43425B78}</a:tableStyleId>
              </a:tblPr>
              <a:tblGrid>
                <a:gridCol w="1438276"/>
              </a:tblGrid>
              <a:tr h="257742">
                <a:tc>
                  <a:txBody>
                    <a:bodyPr/>
                    <a:lstStyle/>
                    <a:p>
                      <a:pPr algn="ctr"/>
                      <a:r>
                        <a:rPr lang="en-US" altLang="zh-CN" sz="1200" dirty="0">
                          <a:latin typeface="微软雅黑 Light" panose="020B0502040204020203" pitchFamily="34" charset="-122"/>
                          <a:ea typeface="微软雅黑 Light" panose="020B0502040204020203" pitchFamily="34" charset="-122"/>
                        </a:rPr>
                        <a:t>Address group:</a:t>
                      </a:r>
                      <a:endParaRPr lang="zh-CN" altLang="en-US" sz="1200" dirty="0">
                        <a:latin typeface="微软雅黑 Light" panose="020B0502040204020203" pitchFamily="34" charset="-122"/>
                        <a:ea typeface="微软雅黑 Light" panose="020B0502040204020203" pitchFamily="34" charset="-122"/>
                      </a:endParaRPr>
                    </a:p>
                  </a:txBody>
                  <a:tcPr>
                    <a:solidFill>
                      <a:schemeClr val="bg1"/>
                    </a:solidFill>
                  </a:tcPr>
                </a:tc>
              </a:tr>
              <a:tr h="601398">
                <a:tc>
                  <a:txBody>
                    <a:bodyPr/>
                    <a:lstStyle/>
                    <a:p>
                      <a:pPr algn="ctr"/>
                      <a:r>
                        <a:rPr lang="en-US" altLang="zh-CN" sz="1200" dirty="0">
                          <a:latin typeface="微软雅黑 Light" panose="020B0502040204020203" pitchFamily="34" charset="-122"/>
                          <a:ea typeface="微软雅黑 Light" panose="020B0502040204020203" pitchFamily="34" charset="-122"/>
                        </a:rPr>
                        <a:t>162.105.178.65</a:t>
                      </a:r>
                      <a:endParaRPr lang="en-US" altLang="zh-CN" sz="1200" dirty="0">
                        <a:latin typeface="微软雅黑 Light" panose="020B0502040204020203" pitchFamily="34" charset="-122"/>
                        <a:ea typeface="微软雅黑 Light" panose="020B0502040204020203" pitchFamily="34" charset="-122"/>
                      </a:endParaRPr>
                    </a:p>
                    <a:p>
                      <a:pPr algn="ctr"/>
                      <a:r>
                        <a:rPr lang="en-US" altLang="zh-CN" sz="1200" dirty="0">
                          <a:latin typeface="微软雅黑 Light" panose="020B0502040204020203" pitchFamily="34" charset="-122"/>
                          <a:ea typeface="微软雅黑 Light" panose="020B0502040204020203" pitchFamily="34" charset="-122"/>
                        </a:rPr>
                        <a:t>162.105.178.66</a:t>
                      </a:r>
                      <a:endParaRPr lang="en-US" altLang="zh-CN" sz="1200" dirty="0">
                        <a:latin typeface="微软雅黑 Light" panose="020B0502040204020203" pitchFamily="34" charset="-122"/>
                        <a:ea typeface="微软雅黑 Light" panose="020B0502040204020203" pitchFamily="34" charset="-122"/>
                      </a:endParaRPr>
                    </a:p>
                    <a:p>
                      <a:pPr algn="ctr"/>
                      <a:r>
                        <a:rPr lang="en-US" altLang="zh-CN" sz="1200" dirty="0">
                          <a:latin typeface="微软雅黑 Light" panose="020B0502040204020203" pitchFamily="34" charset="-122"/>
                          <a:ea typeface="微软雅黑 Light" panose="020B0502040204020203" pitchFamily="34" charset="-122"/>
                        </a:rPr>
                        <a:t>162.105.178.67</a:t>
                      </a:r>
                      <a:endParaRPr lang="zh-CN" altLang="en-US" sz="1200" dirty="0">
                        <a:latin typeface="微软雅黑 Light" panose="020B0502040204020203" pitchFamily="34" charset="-122"/>
                        <a:ea typeface="微软雅黑 Light" panose="020B0502040204020203" pitchFamily="34" charset="-122"/>
                      </a:endParaRPr>
                    </a:p>
                  </a:txBody>
                  <a:tcPr>
                    <a:solidFill>
                      <a:schemeClr val="bg1"/>
                    </a:solidFill>
                  </a:tcPr>
                </a:tc>
              </a:tr>
            </a:tbl>
          </a:graphicData>
        </a:graphic>
      </p:graphicFrame>
      <p:graphicFrame>
        <p:nvGraphicFramePr>
          <p:cNvPr id="21" name="表格 25"/>
          <p:cNvGraphicFramePr>
            <a:graphicFrameLocks noGrp="1"/>
          </p:cNvGraphicFramePr>
          <p:nvPr/>
        </p:nvGraphicFramePr>
        <p:xfrm>
          <a:off x="8544604" y="3745131"/>
          <a:ext cx="3528060" cy="1483360"/>
        </p:xfrm>
        <a:graphic>
          <a:graphicData uri="http://schemas.openxmlformats.org/drawingml/2006/table">
            <a:tbl>
              <a:tblPr firstRow="1" bandRow="1">
                <a:tableStyleId>{5940675A-B579-460E-94D1-54222C63F5DA}</a:tableStyleId>
              </a:tblPr>
              <a:tblGrid>
                <a:gridCol w="1176020"/>
                <a:gridCol w="1176020"/>
                <a:gridCol w="1176020"/>
              </a:tblGrid>
              <a:tr h="370840">
                <a:tc gridSpan="3">
                  <a:txBody>
                    <a:bodyPr/>
                    <a:lstStyle/>
                    <a:p>
                      <a:pPr marL="0" algn="ctr" defTabSz="914400" rtl="0" eaLnBrk="1" latinLnBrk="0" hangingPunct="1"/>
                      <a:r>
                        <a:rPr lang="en-US" altLang="zh-CN" sz="1200" kern="1200" dirty="0">
                          <a:solidFill>
                            <a:schemeClr val="dk1"/>
                          </a:solidFill>
                          <a:latin typeface="微软雅黑 Light" panose="020B0502040204020203" pitchFamily="34" charset="-122"/>
                          <a:ea typeface="微软雅黑 Light" panose="020B0502040204020203" pitchFamily="34" charset="-122"/>
                          <a:cs typeface="+mn-cs"/>
                        </a:rPr>
                        <a:t>NAT table</a:t>
                      </a:r>
                      <a:endParaRPr lang="zh-CN" altLang="en-US" sz="1200" kern="1200" dirty="0">
                        <a:solidFill>
                          <a:schemeClr val="dk1"/>
                        </a:solidFill>
                        <a:latin typeface="微软雅黑 Light" panose="020B0502040204020203" pitchFamily="34" charset="-122"/>
                        <a:ea typeface="微软雅黑 Light" panose="020B0502040204020203" pitchFamily="34" charset="-122"/>
                        <a:cs typeface="+mn-cs"/>
                      </a:endParaRPr>
                    </a:p>
                  </a:txBody>
                  <a:tcPr/>
                </a:tc>
                <a:tc hMerge="1">
                  <a:tcPr/>
                </a:tc>
                <a:tc hMerge="1">
                  <a:tcPr/>
                </a:tc>
              </a:tr>
              <a:tr h="370840">
                <a:tc>
                  <a:txBody>
                    <a:bodyPr/>
                    <a:lstStyle/>
                    <a:p>
                      <a:pPr marL="0" algn="ctr" defTabSz="914400" rtl="0" eaLnBrk="1" latinLnBrk="0" hangingPunct="1"/>
                      <a:r>
                        <a:rPr lang="en-US" altLang="zh-CN" sz="1200" kern="1200" dirty="0">
                          <a:solidFill>
                            <a:schemeClr val="dk1"/>
                          </a:solidFill>
                          <a:latin typeface="微软雅黑 Light" panose="020B0502040204020203" pitchFamily="34" charset="-122"/>
                          <a:ea typeface="微软雅黑 Light" panose="020B0502040204020203" pitchFamily="34" charset="-122"/>
                          <a:cs typeface="+mn-cs"/>
                        </a:rPr>
                        <a:t>Way</a:t>
                      </a:r>
                      <a:endParaRPr lang="zh-CN" altLang="en-US" sz="1200" kern="1200" dirty="0">
                        <a:solidFill>
                          <a:schemeClr val="dk1"/>
                        </a:solidFill>
                        <a:latin typeface="微软雅黑 Light" panose="020B0502040204020203" pitchFamily="34" charset="-122"/>
                        <a:ea typeface="微软雅黑 Light" panose="020B0502040204020203" pitchFamily="34" charset="-122"/>
                        <a:cs typeface="+mn-cs"/>
                      </a:endParaRPr>
                    </a:p>
                  </a:txBody>
                  <a:tcPr/>
                </a:tc>
                <a:tc>
                  <a:txBody>
                    <a:bodyPr/>
                    <a:lstStyle/>
                    <a:p>
                      <a:pPr marL="0" algn="ctr" defTabSz="914400" rtl="0" eaLnBrk="1" latinLnBrk="0" hangingPunct="1"/>
                      <a:r>
                        <a:rPr lang="en-US" altLang="zh-CN" sz="1200" kern="1200" dirty="0">
                          <a:solidFill>
                            <a:schemeClr val="dk1"/>
                          </a:solidFill>
                          <a:latin typeface="微软雅黑 Light" panose="020B0502040204020203" pitchFamily="34" charset="-122"/>
                          <a:ea typeface="微软雅黑 Light" panose="020B0502040204020203" pitchFamily="34" charset="-122"/>
                          <a:cs typeface="+mn-cs"/>
                        </a:rPr>
                        <a:t>Before Router</a:t>
                      </a:r>
                      <a:endParaRPr lang="zh-CN" altLang="en-US" sz="1200" kern="1200" dirty="0">
                        <a:solidFill>
                          <a:schemeClr val="dk1"/>
                        </a:solidFill>
                        <a:latin typeface="微软雅黑 Light" panose="020B0502040204020203" pitchFamily="34" charset="-122"/>
                        <a:ea typeface="微软雅黑 Light" panose="020B0502040204020203" pitchFamily="34" charset="-122"/>
                        <a:cs typeface="+mn-cs"/>
                      </a:endParaRPr>
                    </a:p>
                  </a:txBody>
                  <a:tcPr/>
                </a:tc>
                <a:tc>
                  <a:txBody>
                    <a:bodyPr/>
                    <a:lstStyle/>
                    <a:p>
                      <a:pPr marL="0" algn="ctr" defTabSz="914400" rtl="0" eaLnBrk="1" latinLnBrk="0" hangingPunct="1"/>
                      <a:r>
                        <a:rPr lang="en-US" altLang="zh-CN" sz="1200" kern="1200" dirty="0">
                          <a:solidFill>
                            <a:schemeClr val="dk1"/>
                          </a:solidFill>
                          <a:latin typeface="微软雅黑 Light" panose="020B0502040204020203" pitchFamily="34" charset="-122"/>
                          <a:ea typeface="微软雅黑 Light" panose="020B0502040204020203" pitchFamily="34" charset="-122"/>
                          <a:cs typeface="+mn-cs"/>
                        </a:rPr>
                        <a:t>After Router</a:t>
                      </a:r>
                      <a:endParaRPr lang="zh-CN" altLang="en-US" sz="1200" kern="1200" dirty="0">
                        <a:solidFill>
                          <a:schemeClr val="dk1"/>
                        </a:solidFill>
                        <a:latin typeface="微软雅黑 Light" panose="020B0502040204020203" pitchFamily="34" charset="-122"/>
                        <a:ea typeface="微软雅黑 Light" panose="020B0502040204020203" pitchFamily="34" charset="-122"/>
                        <a:cs typeface="+mn-cs"/>
                      </a:endParaRPr>
                    </a:p>
                  </a:txBody>
                  <a:tcPr/>
                </a:tc>
              </a:tr>
              <a:tr h="370840">
                <a:tc>
                  <a:txBody>
                    <a:bodyPr/>
                    <a:lstStyle/>
                    <a:p>
                      <a:pPr marL="0" algn="ctr" defTabSz="914400" rtl="0" eaLnBrk="1" latinLnBrk="0" hangingPunct="1"/>
                      <a:r>
                        <a:rPr lang="en-US" altLang="zh-CN" sz="1200" kern="1200" dirty="0">
                          <a:solidFill>
                            <a:schemeClr val="dk1"/>
                          </a:solidFill>
                          <a:latin typeface="微软雅黑 Light" panose="020B0502040204020203" pitchFamily="34" charset="-122"/>
                          <a:ea typeface="微软雅黑 Light" panose="020B0502040204020203" pitchFamily="34" charset="-122"/>
                          <a:cs typeface="+mn-cs"/>
                        </a:rPr>
                        <a:t>Outbound</a:t>
                      </a:r>
                      <a:endParaRPr lang="zh-CN" altLang="en-US" sz="1200" kern="1200" dirty="0">
                        <a:solidFill>
                          <a:schemeClr val="dk1"/>
                        </a:solidFill>
                        <a:latin typeface="微软雅黑 Light" panose="020B0502040204020203" pitchFamily="34" charset="-122"/>
                        <a:ea typeface="微软雅黑 Light" panose="020B0502040204020203" pitchFamily="34" charset="-122"/>
                        <a:cs typeface="+mn-cs"/>
                      </a:endParaRPr>
                    </a:p>
                  </a:txBody>
                  <a:tcPr/>
                </a:tc>
                <a:tc>
                  <a:txBody>
                    <a:bodyPr/>
                    <a:lstStyle/>
                    <a:p>
                      <a:pPr marL="0" algn="ctr" defTabSz="914400" rtl="0" eaLnBrk="1" latinLnBrk="0" hangingPunct="1"/>
                      <a:r>
                        <a:rPr lang="en-US" altLang="zh-CN" sz="1200" kern="1200" dirty="0">
                          <a:solidFill>
                            <a:schemeClr val="dk1"/>
                          </a:solidFill>
                          <a:latin typeface="微软雅黑 Light" panose="020B0502040204020203" pitchFamily="34" charset="-122"/>
                          <a:ea typeface="微软雅黑 Light" panose="020B0502040204020203" pitchFamily="34" charset="-122"/>
                          <a:cs typeface="+mn-cs"/>
                        </a:rPr>
                        <a:t>10.1.1.100</a:t>
                      </a:r>
                      <a:endParaRPr lang="zh-CN" altLang="en-US" sz="1200" kern="1200" dirty="0">
                        <a:solidFill>
                          <a:schemeClr val="dk1"/>
                        </a:solidFill>
                        <a:latin typeface="微软雅黑 Light" panose="020B0502040204020203" pitchFamily="34" charset="-122"/>
                        <a:ea typeface="微软雅黑 Light" panose="020B0502040204020203" pitchFamily="34" charset="-122"/>
                        <a:cs typeface="+mn-cs"/>
                      </a:endParaRPr>
                    </a:p>
                  </a:txBody>
                  <a:tcPr/>
                </a:tc>
                <a:tc>
                  <a:txBody>
                    <a:bodyPr/>
                    <a:lstStyle/>
                    <a:p>
                      <a:pPr marL="0" algn="ctr" defTabSz="914400" rtl="0" eaLnBrk="1" latinLnBrk="0" hangingPunct="1"/>
                      <a:r>
                        <a:rPr lang="en-US" altLang="zh-CN" sz="1200" kern="1200" dirty="0">
                          <a:solidFill>
                            <a:schemeClr val="dk1"/>
                          </a:solidFill>
                          <a:latin typeface="微软雅黑 Light" panose="020B0502040204020203" pitchFamily="34" charset="-122"/>
                          <a:ea typeface="微软雅黑 Light" panose="020B0502040204020203" pitchFamily="34" charset="-122"/>
                          <a:cs typeface="+mn-cs"/>
                        </a:rPr>
                        <a:t>162.105.178.65</a:t>
                      </a:r>
                      <a:endParaRPr lang="zh-CN" altLang="en-US" sz="1200" kern="1200" dirty="0">
                        <a:solidFill>
                          <a:schemeClr val="dk1"/>
                        </a:solidFill>
                        <a:latin typeface="微软雅黑 Light" panose="020B0502040204020203" pitchFamily="34" charset="-122"/>
                        <a:ea typeface="微软雅黑 Light" panose="020B0502040204020203" pitchFamily="34" charset="-122"/>
                        <a:cs typeface="+mn-cs"/>
                      </a:endParaRPr>
                    </a:p>
                  </a:txBody>
                  <a:tcPr/>
                </a:tc>
              </a:tr>
              <a:tr h="370840">
                <a:tc>
                  <a:txBody>
                    <a:bodyPr/>
                    <a:lstStyle/>
                    <a:p>
                      <a:pPr marL="0" algn="ctr" defTabSz="914400" rtl="0" eaLnBrk="1" latinLnBrk="0" hangingPunct="1"/>
                      <a:r>
                        <a:rPr lang="en-US" altLang="zh-CN" sz="1200" kern="1200" dirty="0">
                          <a:solidFill>
                            <a:schemeClr val="dk1"/>
                          </a:solidFill>
                          <a:latin typeface="微软雅黑 Light" panose="020B0502040204020203" pitchFamily="34" charset="-122"/>
                          <a:ea typeface="微软雅黑 Light" panose="020B0502040204020203" pitchFamily="34" charset="-122"/>
                          <a:cs typeface="+mn-cs"/>
                        </a:rPr>
                        <a:t>Inbound</a:t>
                      </a:r>
                      <a:endParaRPr lang="zh-CN" altLang="en-US" sz="1200" kern="1200" dirty="0">
                        <a:solidFill>
                          <a:schemeClr val="dk1"/>
                        </a:solidFill>
                        <a:latin typeface="微软雅黑 Light" panose="020B0502040204020203" pitchFamily="34" charset="-122"/>
                        <a:ea typeface="微软雅黑 Light" panose="020B0502040204020203" pitchFamily="34" charset="-122"/>
                        <a:cs typeface="+mn-cs"/>
                      </a:endParaRPr>
                    </a:p>
                  </a:txBody>
                  <a:tcPr/>
                </a:tc>
                <a:tc>
                  <a:txBody>
                    <a:bodyPr/>
                    <a:lstStyle/>
                    <a:p>
                      <a:pPr marL="0" algn="ctr" defTabSz="914400" rtl="0" eaLnBrk="1" latinLnBrk="0" hangingPunct="1"/>
                      <a:r>
                        <a:rPr lang="en-US" altLang="zh-CN" sz="1200" kern="1200" dirty="0">
                          <a:solidFill>
                            <a:schemeClr val="dk1"/>
                          </a:solidFill>
                          <a:latin typeface="微软雅黑 Light" panose="020B0502040204020203" pitchFamily="34" charset="-122"/>
                          <a:ea typeface="微软雅黑 Light" panose="020B0502040204020203" pitchFamily="34" charset="-122"/>
                          <a:cs typeface="+mn-cs"/>
                        </a:rPr>
                        <a:t>162.105.178.65</a:t>
                      </a:r>
                      <a:endParaRPr lang="zh-CN" altLang="en-US" sz="1200" kern="1200" dirty="0">
                        <a:solidFill>
                          <a:schemeClr val="dk1"/>
                        </a:solidFill>
                        <a:latin typeface="微软雅黑 Light" panose="020B0502040204020203" pitchFamily="34" charset="-122"/>
                        <a:ea typeface="微软雅黑 Light" panose="020B0502040204020203" pitchFamily="34" charset="-122"/>
                        <a:cs typeface="+mn-cs"/>
                      </a:endParaRPr>
                    </a:p>
                  </a:txBody>
                  <a:tcPr/>
                </a:tc>
                <a:tc>
                  <a:txBody>
                    <a:bodyPr/>
                    <a:lstStyle/>
                    <a:p>
                      <a:pPr marL="0" algn="ctr" defTabSz="914400" rtl="0" eaLnBrk="1" latinLnBrk="0" hangingPunct="1"/>
                      <a:r>
                        <a:rPr lang="en-US" altLang="zh-CN" sz="1200" kern="1200" dirty="0">
                          <a:solidFill>
                            <a:schemeClr val="dk1"/>
                          </a:solidFill>
                          <a:latin typeface="微软雅黑 Light" panose="020B0502040204020203" pitchFamily="34" charset="-122"/>
                          <a:ea typeface="微软雅黑 Light" panose="020B0502040204020203" pitchFamily="34" charset="-122"/>
                          <a:cs typeface="+mn-cs"/>
                        </a:rPr>
                        <a:t>10.1.1.100</a:t>
                      </a:r>
                      <a:endParaRPr lang="zh-CN" altLang="en-US" sz="1200" kern="1200" dirty="0">
                        <a:solidFill>
                          <a:schemeClr val="dk1"/>
                        </a:solidFill>
                        <a:latin typeface="微软雅黑 Light" panose="020B0502040204020203" pitchFamily="34" charset="-122"/>
                        <a:ea typeface="微软雅黑 Light" panose="020B0502040204020203" pitchFamily="34" charset="-122"/>
                        <a:cs typeface="+mn-cs"/>
                      </a:endParaRPr>
                    </a:p>
                  </a:txBody>
                  <a:tcPr/>
                </a:tc>
              </a:tr>
            </a:tbl>
          </a:graphicData>
        </a:graphic>
      </p:graphicFrame>
      <p:cxnSp>
        <p:nvCxnSpPr>
          <p:cNvPr id="22" name="直接连接符 21"/>
          <p:cNvCxnSpPr/>
          <p:nvPr/>
        </p:nvCxnSpPr>
        <p:spPr>
          <a:xfrm>
            <a:off x="6600056" y="4332505"/>
            <a:ext cx="482085" cy="0"/>
          </a:xfrm>
          <a:prstGeom prst="line">
            <a:avLst/>
          </a:prstGeom>
          <a:ln>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3" name="直接连接符 22"/>
          <p:cNvCxnSpPr/>
          <p:nvPr/>
        </p:nvCxnSpPr>
        <p:spPr>
          <a:xfrm>
            <a:off x="6600056" y="4817490"/>
            <a:ext cx="482084" cy="0"/>
          </a:xfrm>
          <a:prstGeom prst="line">
            <a:avLst/>
          </a:prstGeom>
          <a:ln>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24" name="文本框 23"/>
          <p:cNvSpPr txBox="1"/>
          <p:nvPr/>
        </p:nvSpPr>
        <p:spPr>
          <a:xfrm>
            <a:off x="7198950" y="4144948"/>
            <a:ext cx="2137410" cy="276999"/>
          </a:xfrm>
          <a:prstGeom prst="rect">
            <a:avLst/>
          </a:prstGeom>
        </p:spPr>
        <p:txBody>
          <a:bodyPr wrap="square" rtlCol="0">
            <a:spAutoFit/>
          </a:bodyPr>
          <a:lstStyle/>
          <a:p>
            <a:r>
              <a:rPr lang="zh-CN" altLang="en-US" sz="1200" dirty="0">
                <a:latin typeface="微软雅黑 Light" panose="020B0502040204020203" pitchFamily="34" charset="-122"/>
                <a:ea typeface="微软雅黑 Light" panose="020B0502040204020203" pitchFamily="34" charset="-122"/>
              </a:rPr>
              <a:t>内网主机发起访问</a:t>
            </a:r>
            <a:endParaRPr lang="zh-CN" altLang="en-US" sz="1200" dirty="0">
              <a:latin typeface="微软雅黑 Light" panose="020B0502040204020203" pitchFamily="34" charset="-122"/>
              <a:ea typeface="微软雅黑 Light" panose="020B0502040204020203" pitchFamily="34" charset="-122"/>
            </a:endParaRPr>
          </a:p>
        </p:txBody>
      </p:sp>
      <p:sp>
        <p:nvSpPr>
          <p:cNvPr id="25" name="文本框 24"/>
          <p:cNvSpPr txBox="1"/>
          <p:nvPr/>
        </p:nvSpPr>
        <p:spPr>
          <a:xfrm>
            <a:off x="7177547" y="4651743"/>
            <a:ext cx="2137410" cy="276999"/>
          </a:xfrm>
          <a:prstGeom prst="rect">
            <a:avLst/>
          </a:prstGeom>
        </p:spPr>
        <p:txBody>
          <a:bodyPr wrap="square" rtlCol="0">
            <a:spAutoFit/>
          </a:bodyPr>
          <a:lstStyle/>
          <a:p>
            <a:r>
              <a:rPr lang="zh-CN" altLang="en-US" sz="1200" dirty="0">
                <a:latin typeface="微软雅黑 Light" panose="020B0502040204020203" pitchFamily="34" charset="-122"/>
                <a:ea typeface="微软雅黑 Light" panose="020B0502040204020203" pitchFamily="34" charset="-122"/>
              </a:rPr>
              <a:t>外网主机发起访问</a:t>
            </a:r>
            <a:endParaRPr lang="zh-CN" altLang="en-US" sz="1200" dirty="0">
              <a:latin typeface="微软雅黑 Light" panose="020B0502040204020203" pitchFamily="34" charset="-122"/>
              <a:ea typeface="微软雅黑 Light" panose="020B0502040204020203" pitchFamily="34" charset="-122"/>
            </a:endParaRPr>
          </a:p>
        </p:txBody>
      </p:sp>
      <p:sp>
        <p:nvSpPr>
          <p:cNvPr id="26" name="文本框 25"/>
          <p:cNvSpPr txBox="1"/>
          <p:nvPr/>
        </p:nvSpPr>
        <p:spPr>
          <a:xfrm>
            <a:off x="7736110" y="2082617"/>
            <a:ext cx="815972" cy="461665"/>
          </a:xfrm>
          <a:prstGeom prst="rect">
            <a:avLst/>
          </a:prstGeom>
        </p:spPr>
        <p:txBody>
          <a:bodyPr wrap="square" rtlCol="0">
            <a:spAutoFit/>
          </a:bodyPr>
          <a:lstStyle/>
          <a:p>
            <a:pPr algn="ctr"/>
            <a:r>
              <a:rPr lang="zh-CN" altLang="en-US" sz="1200" dirty="0">
                <a:latin typeface="微软雅黑 Light" panose="020B0502040204020203" pitchFamily="34" charset="-122"/>
                <a:ea typeface="微软雅黑 Light" panose="020B0502040204020203" pitchFamily="34" charset="-122"/>
              </a:rPr>
              <a:t>目的地址</a:t>
            </a:r>
            <a:endParaRPr lang="en-US" altLang="zh-CN" sz="1200" dirty="0">
              <a:latin typeface="微软雅黑 Light" panose="020B0502040204020203" pitchFamily="34" charset="-122"/>
              <a:ea typeface="微软雅黑 Light" panose="020B0502040204020203" pitchFamily="34" charset="-122"/>
            </a:endParaRPr>
          </a:p>
          <a:p>
            <a:r>
              <a:rPr lang="en-US" altLang="zh-CN" sz="1200" dirty="0">
                <a:latin typeface="微软雅黑 Light" panose="020B0502040204020203" pitchFamily="34" charset="-122"/>
                <a:ea typeface="微软雅黑 Light" panose="020B0502040204020203" pitchFamily="34" charset="-122"/>
              </a:rPr>
              <a:t>10.1.1.100</a:t>
            </a:r>
            <a:endParaRPr lang="zh-CN" altLang="en-US" sz="1200" dirty="0">
              <a:latin typeface="微软雅黑 Light" panose="020B0502040204020203" pitchFamily="34" charset="-122"/>
              <a:ea typeface="微软雅黑 Light" panose="020B0502040204020203" pitchFamily="34" charset="-122"/>
            </a:endParaRPr>
          </a:p>
        </p:txBody>
      </p:sp>
      <p:sp>
        <p:nvSpPr>
          <p:cNvPr id="27" name="文本框 26"/>
          <p:cNvSpPr txBox="1"/>
          <p:nvPr/>
        </p:nvSpPr>
        <p:spPr>
          <a:xfrm>
            <a:off x="7774210" y="2818789"/>
            <a:ext cx="815972" cy="461665"/>
          </a:xfrm>
          <a:prstGeom prst="rect">
            <a:avLst/>
          </a:prstGeom>
        </p:spPr>
        <p:txBody>
          <a:bodyPr wrap="square" rtlCol="0">
            <a:spAutoFit/>
          </a:bodyPr>
          <a:lstStyle/>
          <a:p>
            <a:pPr algn="ctr"/>
            <a:r>
              <a:rPr lang="zh-CN" altLang="en-US" sz="1200" dirty="0">
                <a:latin typeface="微软雅黑 Light" panose="020B0502040204020203" pitchFamily="34" charset="-122"/>
                <a:ea typeface="微软雅黑 Light" panose="020B0502040204020203" pitchFamily="34" charset="-122"/>
              </a:rPr>
              <a:t>源地址</a:t>
            </a:r>
            <a:endParaRPr lang="en-US" altLang="zh-CN" sz="1200" dirty="0">
              <a:latin typeface="微软雅黑 Light" panose="020B0502040204020203" pitchFamily="34" charset="-122"/>
              <a:ea typeface="微软雅黑 Light" panose="020B0502040204020203" pitchFamily="34" charset="-122"/>
            </a:endParaRPr>
          </a:p>
          <a:p>
            <a:r>
              <a:rPr lang="en-US" altLang="zh-CN" sz="1200" dirty="0">
                <a:latin typeface="微软雅黑 Light" panose="020B0502040204020203" pitchFamily="34" charset="-122"/>
                <a:ea typeface="微软雅黑 Light" panose="020B0502040204020203" pitchFamily="34" charset="-122"/>
              </a:rPr>
              <a:t>10.1.1.100</a:t>
            </a:r>
            <a:endParaRPr lang="zh-CN" altLang="en-US" sz="1200" dirty="0">
              <a:latin typeface="微软雅黑 Light" panose="020B0502040204020203" pitchFamily="34" charset="-122"/>
              <a:ea typeface="微软雅黑 Light" panose="020B0502040204020203" pitchFamily="34" charset="-122"/>
            </a:endParaRPr>
          </a:p>
        </p:txBody>
      </p:sp>
      <p:sp>
        <p:nvSpPr>
          <p:cNvPr id="28" name="文本框 27"/>
          <p:cNvSpPr txBox="1"/>
          <p:nvPr/>
        </p:nvSpPr>
        <p:spPr>
          <a:xfrm>
            <a:off x="9438525" y="2089307"/>
            <a:ext cx="1198354" cy="461665"/>
          </a:xfrm>
          <a:prstGeom prst="rect">
            <a:avLst/>
          </a:prstGeom>
        </p:spPr>
        <p:txBody>
          <a:bodyPr wrap="square" rtlCol="0">
            <a:spAutoFit/>
          </a:bodyPr>
          <a:lstStyle/>
          <a:p>
            <a:pPr algn="ctr"/>
            <a:r>
              <a:rPr lang="zh-CN" altLang="en-US" sz="1200" dirty="0">
                <a:latin typeface="微软雅黑 Light" panose="020B0502040204020203" pitchFamily="34" charset="-122"/>
                <a:ea typeface="微软雅黑 Light" panose="020B0502040204020203" pitchFamily="34" charset="-122"/>
              </a:rPr>
              <a:t>目的地址</a:t>
            </a:r>
            <a:endParaRPr lang="en-US" altLang="zh-CN" sz="1200" dirty="0">
              <a:latin typeface="微软雅黑 Light" panose="020B0502040204020203" pitchFamily="34" charset="-122"/>
              <a:ea typeface="微软雅黑 Light" panose="020B0502040204020203" pitchFamily="34" charset="-122"/>
            </a:endParaRPr>
          </a:p>
          <a:p>
            <a:r>
              <a:rPr lang="en-US" altLang="zh-CN" sz="1200" dirty="0">
                <a:latin typeface="微软雅黑 Light" panose="020B0502040204020203" pitchFamily="34" charset="-122"/>
                <a:ea typeface="微软雅黑 Light" panose="020B0502040204020203" pitchFamily="34" charset="-122"/>
              </a:rPr>
              <a:t>162.105.178.65</a:t>
            </a:r>
            <a:endParaRPr lang="zh-CN" altLang="en-US" sz="1200" dirty="0">
              <a:latin typeface="微软雅黑 Light" panose="020B0502040204020203" pitchFamily="34" charset="-122"/>
              <a:ea typeface="微软雅黑 Light" panose="020B0502040204020203" pitchFamily="34" charset="-122"/>
            </a:endParaRPr>
          </a:p>
        </p:txBody>
      </p:sp>
      <p:sp>
        <p:nvSpPr>
          <p:cNvPr id="29" name="文本框 28"/>
          <p:cNvSpPr txBox="1"/>
          <p:nvPr/>
        </p:nvSpPr>
        <p:spPr>
          <a:xfrm>
            <a:off x="9421848" y="2770689"/>
            <a:ext cx="1166281" cy="461665"/>
          </a:xfrm>
          <a:prstGeom prst="rect">
            <a:avLst/>
          </a:prstGeom>
        </p:spPr>
        <p:txBody>
          <a:bodyPr wrap="square" rtlCol="0">
            <a:spAutoFit/>
          </a:bodyPr>
          <a:lstStyle/>
          <a:p>
            <a:pPr algn="ctr"/>
            <a:r>
              <a:rPr lang="zh-CN" altLang="en-US" sz="1200" dirty="0">
                <a:latin typeface="微软雅黑 Light" panose="020B0502040204020203" pitchFamily="34" charset="-122"/>
                <a:ea typeface="微软雅黑 Light" panose="020B0502040204020203" pitchFamily="34" charset="-122"/>
              </a:rPr>
              <a:t>源地址</a:t>
            </a:r>
            <a:endParaRPr lang="en-US" altLang="zh-CN" sz="1200" dirty="0">
              <a:latin typeface="微软雅黑 Light" panose="020B0502040204020203" pitchFamily="34" charset="-122"/>
              <a:ea typeface="微软雅黑 Light" panose="020B0502040204020203" pitchFamily="34" charset="-122"/>
            </a:endParaRPr>
          </a:p>
          <a:p>
            <a:r>
              <a:rPr lang="en-US" altLang="zh-CN" sz="1200" dirty="0">
                <a:latin typeface="微软雅黑 Light" panose="020B0502040204020203" pitchFamily="34" charset="-122"/>
                <a:ea typeface="微软雅黑 Light" panose="020B0502040204020203" pitchFamily="34" charset="-122"/>
              </a:rPr>
              <a:t>162.105.178.65</a:t>
            </a:r>
            <a:endParaRPr lang="zh-CN" altLang="en-US" sz="1200" dirty="0">
              <a:latin typeface="微软雅黑 Light" panose="020B0502040204020203" pitchFamily="34" charset="-122"/>
              <a:ea typeface="微软雅黑 Light" panose="020B0502040204020203" pitchFamily="34" charset="-122"/>
            </a:endParaRPr>
          </a:p>
        </p:txBody>
      </p:sp>
      <p:sp>
        <p:nvSpPr>
          <p:cNvPr id="30" name="文本框 29"/>
          <p:cNvSpPr txBox="1"/>
          <p:nvPr/>
        </p:nvSpPr>
        <p:spPr>
          <a:xfrm>
            <a:off x="7024067" y="2132668"/>
            <a:ext cx="815972" cy="276999"/>
          </a:xfrm>
          <a:prstGeom prst="rect">
            <a:avLst/>
          </a:prstGeom>
        </p:spPr>
        <p:txBody>
          <a:bodyPr wrap="square" rtlCol="0">
            <a:spAutoFit/>
          </a:bodyPr>
          <a:lstStyle/>
          <a:p>
            <a:r>
              <a:rPr lang="en-US" altLang="zh-CN" sz="1200" dirty="0">
                <a:latin typeface="微软雅黑 Light" panose="020B0502040204020203" pitchFamily="34" charset="-122"/>
                <a:ea typeface="微软雅黑 Light" panose="020B0502040204020203" pitchFamily="34" charset="-122"/>
              </a:rPr>
              <a:t>Host</a:t>
            </a:r>
            <a:endParaRPr lang="zh-CN" altLang="en-US" sz="1200" dirty="0">
              <a:latin typeface="微软雅黑 Light" panose="020B0502040204020203" pitchFamily="34" charset="-122"/>
              <a:ea typeface="微软雅黑 Light" panose="020B0502040204020203" pitchFamily="34" charset="-122"/>
            </a:endParaRPr>
          </a:p>
        </p:txBody>
      </p:sp>
      <p:sp>
        <p:nvSpPr>
          <p:cNvPr id="31" name="文本框 30"/>
          <p:cNvSpPr txBox="1"/>
          <p:nvPr/>
        </p:nvSpPr>
        <p:spPr>
          <a:xfrm>
            <a:off x="6724789" y="2877734"/>
            <a:ext cx="1107885" cy="276999"/>
          </a:xfrm>
          <a:prstGeom prst="rect">
            <a:avLst/>
          </a:prstGeom>
        </p:spPr>
        <p:txBody>
          <a:bodyPr wrap="square" rtlCol="0">
            <a:spAutoFit/>
          </a:bodyPr>
          <a:lstStyle/>
          <a:p>
            <a:r>
              <a:rPr lang="en-US" altLang="zh-CN" sz="1200" dirty="0">
                <a:latin typeface="微软雅黑 Light" panose="020B0502040204020203" pitchFamily="34" charset="-122"/>
                <a:ea typeface="微软雅黑 Light" panose="020B0502040204020203" pitchFamily="34" charset="-122"/>
              </a:rPr>
              <a:t>10.1.1.100/8</a:t>
            </a:r>
            <a:endParaRPr lang="zh-CN" altLang="en-US" sz="1200" dirty="0">
              <a:latin typeface="微软雅黑 Light" panose="020B0502040204020203" pitchFamily="34" charset="-122"/>
              <a:ea typeface="微软雅黑 Light" panose="020B0502040204020203" pitchFamily="34" charset="-122"/>
            </a:endParaRPr>
          </a:p>
        </p:txBody>
      </p:sp>
      <p:sp>
        <p:nvSpPr>
          <p:cNvPr id="32" name="文本框 31"/>
          <p:cNvSpPr txBox="1"/>
          <p:nvPr/>
        </p:nvSpPr>
        <p:spPr>
          <a:xfrm>
            <a:off x="10588129" y="2863023"/>
            <a:ext cx="1443990" cy="276999"/>
          </a:xfrm>
          <a:prstGeom prst="rect">
            <a:avLst/>
          </a:prstGeom>
        </p:spPr>
        <p:txBody>
          <a:bodyPr wrap="square" rtlCol="0">
            <a:spAutoFit/>
          </a:bodyPr>
          <a:lstStyle/>
          <a:p>
            <a:r>
              <a:rPr lang="en-US" altLang="zh-CN" sz="1200" dirty="0">
                <a:latin typeface="微软雅黑 Light" panose="020B0502040204020203" pitchFamily="34" charset="-122"/>
                <a:ea typeface="微软雅黑 Light" panose="020B0502040204020203" pitchFamily="34" charset="-122"/>
              </a:rPr>
              <a:t>211.100.7.34/24</a:t>
            </a:r>
            <a:endParaRPr lang="zh-CN" altLang="en-US" sz="1200" dirty="0">
              <a:latin typeface="微软雅黑 Light" panose="020B0502040204020203" pitchFamily="34" charset="-122"/>
              <a:ea typeface="微软雅黑 Light" panose="020B0502040204020203" pitchFamily="34" charset="-122"/>
            </a:endParaRPr>
          </a:p>
        </p:txBody>
      </p:sp>
      <p:sp>
        <p:nvSpPr>
          <p:cNvPr id="33" name="文本框 32"/>
          <p:cNvSpPr txBox="1"/>
          <p:nvPr/>
        </p:nvSpPr>
        <p:spPr>
          <a:xfrm>
            <a:off x="10535000" y="2159266"/>
            <a:ext cx="815972" cy="276999"/>
          </a:xfrm>
          <a:prstGeom prst="rect">
            <a:avLst/>
          </a:prstGeom>
        </p:spPr>
        <p:txBody>
          <a:bodyPr wrap="square" rtlCol="0">
            <a:spAutoFit/>
          </a:bodyPr>
          <a:lstStyle/>
          <a:p>
            <a:r>
              <a:rPr lang="en-US" altLang="zh-CN" sz="1200" dirty="0">
                <a:latin typeface="微软雅黑 Light" panose="020B0502040204020203" pitchFamily="34" charset="-122"/>
                <a:ea typeface="微软雅黑 Light" panose="020B0502040204020203" pitchFamily="34" charset="-122"/>
              </a:rPr>
              <a:t>Server</a:t>
            </a:r>
            <a:endParaRPr lang="zh-CN" altLang="en-US" sz="1200" dirty="0">
              <a:latin typeface="微软雅黑 Light" panose="020B0502040204020203" pitchFamily="34" charset="-122"/>
              <a:ea typeface="微软雅黑 Light" panose="020B0502040204020203" pitchFamily="34" charset="-122"/>
            </a:endParaRPr>
          </a:p>
        </p:txBody>
      </p:sp>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NAT</a:t>
            </a:r>
            <a:r>
              <a:rPr lang="zh-CN" altLang="en-US" dirty="0"/>
              <a:t>原理 </a:t>
            </a:r>
            <a:r>
              <a:rPr lang="en-US" altLang="zh-CN" dirty="0"/>
              <a:t>– NAPT</a:t>
            </a:r>
            <a:endParaRPr lang="zh-CN" altLang="en-US" dirty="0"/>
          </a:p>
        </p:txBody>
      </p:sp>
      <p:sp>
        <p:nvSpPr>
          <p:cNvPr id="3" name="内容占位符 2"/>
          <p:cNvSpPr>
            <a:spLocks noGrp="1"/>
          </p:cNvSpPr>
          <p:nvPr>
            <p:ph idx="1"/>
          </p:nvPr>
        </p:nvSpPr>
        <p:spPr>
          <a:xfrm>
            <a:off x="13380" y="1109211"/>
            <a:ext cx="5977589" cy="5437187"/>
          </a:xfrm>
        </p:spPr>
        <p:txBody>
          <a:bodyPr>
            <a:normAutofit/>
          </a:bodyPr>
          <a:lstStyle/>
          <a:p>
            <a:pPr>
              <a:lnSpc>
                <a:spcPct val="120000"/>
              </a:lnSpc>
            </a:pPr>
            <a:r>
              <a:rPr lang="zh-CN" altLang="en-US" sz="2000" dirty="0"/>
              <a:t>网络地址端口转换</a:t>
            </a:r>
            <a:r>
              <a:rPr lang="en-US" altLang="zh-CN" sz="2000" dirty="0"/>
              <a:t>NAPT</a:t>
            </a:r>
            <a:r>
              <a:rPr lang="zh-CN" altLang="en-US" sz="2000" dirty="0"/>
              <a:t>（</a:t>
            </a:r>
            <a:r>
              <a:rPr lang="en-US" altLang="zh-CN" sz="2000" dirty="0"/>
              <a:t>Network Address Port Translation</a:t>
            </a:r>
            <a:r>
              <a:rPr lang="zh-CN" altLang="en-US" sz="2000" dirty="0"/>
              <a:t>）通过使用“</a:t>
            </a:r>
            <a:r>
              <a:rPr lang="en-US" altLang="zh-CN" sz="2000" dirty="0"/>
              <a:t>IP</a:t>
            </a:r>
            <a:r>
              <a:rPr lang="zh-CN" altLang="en-US" sz="2000" dirty="0"/>
              <a:t>地址＋端口号”的形式进行转换，使多个私网用户可共用一个公网</a:t>
            </a:r>
            <a:r>
              <a:rPr lang="en-US" altLang="zh-CN" sz="2000" dirty="0"/>
              <a:t>IP</a:t>
            </a:r>
            <a:r>
              <a:rPr lang="zh-CN" altLang="en-US" sz="2000" dirty="0"/>
              <a:t>地址访问外网</a:t>
            </a:r>
            <a:endParaRPr lang="zh-CN" altLang="en-US" sz="2000" dirty="0"/>
          </a:p>
          <a:p>
            <a:pPr>
              <a:lnSpc>
                <a:spcPct val="120000"/>
              </a:lnSpc>
            </a:pPr>
            <a:r>
              <a:rPr lang="zh-CN" altLang="en-US" sz="2000" dirty="0"/>
              <a:t>地址转换过程如下：</a:t>
            </a:r>
            <a:endParaRPr lang="zh-CN" altLang="en-US" sz="2000" dirty="0"/>
          </a:p>
          <a:p>
            <a:pPr lvl="1">
              <a:lnSpc>
                <a:spcPct val="120000"/>
              </a:lnSpc>
            </a:pPr>
            <a:r>
              <a:rPr lang="en-US" altLang="zh-CN" sz="1600" dirty="0"/>
              <a:t>Router</a:t>
            </a:r>
            <a:r>
              <a:rPr lang="zh-CN" altLang="en-US" sz="1600" dirty="0"/>
              <a:t>收到内网侧</a:t>
            </a:r>
            <a:r>
              <a:rPr lang="en-US" altLang="zh-CN" sz="1600" dirty="0"/>
              <a:t>Host</a:t>
            </a:r>
            <a:r>
              <a:rPr lang="zh-CN" altLang="en-US" sz="1600" dirty="0"/>
              <a:t>发送的访问公网侧</a:t>
            </a:r>
            <a:r>
              <a:rPr lang="en-US" altLang="zh-CN" sz="1600" dirty="0"/>
              <a:t>Server</a:t>
            </a:r>
            <a:r>
              <a:rPr lang="zh-CN" altLang="en-US" sz="1600" dirty="0"/>
              <a:t>的报文。比如收到</a:t>
            </a:r>
            <a:r>
              <a:rPr lang="en-US" altLang="zh-CN" sz="1600" dirty="0"/>
              <a:t>Host A</a:t>
            </a:r>
            <a:r>
              <a:rPr lang="zh-CN" altLang="en-US" sz="1600" dirty="0"/>
              <a:t>报文的源地址是</a:t>
            </a:r>
            <a:r>
              <a:rPr lang="en-US" altLang="zh-CN" sz="1600" dirty="0"/>
              <a:t>10.1.1.100</a:t>
            </a:r>
            <a:r>
              <a:rPr lang="zh-CN" altLang="en-US" sz="1600" dirty="0"/>
              <a:t>，端口号</a:t>
            </a:r>
            <a:r>
              <a:rPr lang="en-US" altLang="zh-CN" sz="1600" dirty="0"/>
              <a:t>1025</a:t>
            </a:r>
            <a:endParaRPr lang="zh-CN" altLang="en-US" sz="1600" dirty="0"/>
          </a:p>
          <a:p>
            <a:pPr lvl="1">
              <a:lnSpc>
                <a:spcPct val="120000"/>
              </a:lnSpc>
            </a:pPr>
            <a:r>
              <a:rPr lang="en-US" altLang="zh-CN" sz="1600" dirty="0"/>
              <a:t>Router</a:t>
            </a:r>
            <a:r>
              <a:rPr lang="zh-CN" altLang="en-US" sz="1600" dirty="0"/>
              <a:t>从地址池中选取一对空闲的“公网</a:t>
            </a:r>
            <a:r>
              <a:rPr lang="en-US" altLang="zh-CN" sz="1600" dirty="0"/>
              <a:t>IP</a:t>
            </a:r>
            <a:r>
              <a:rPr lang="zh-CN" altLang="en-US" sz="1600" dirty="0"/>
              <a:t>地址＋端口号”，建立与内网侧报文“源</a:t>
            </a:r>
            <a:r>
              <a:rPr lang="en-US" altLang="zh-CN" sz="1600" dirty="0"/>
              <a:t>IP</a:t>
            </a:r>
            <a:r>
              <a:rPr lang="zh-CN" altLang="en-US" sz="1600" dirty="0"/>
              <a:t>地址＋源端口号”间的</a:t>
            </a:r>
            <a:r>
              <a:rPr lang="en-US" altLang="zh-CN" sz="1600" dirty="0"/>
              <a:t>NAPT</a:t>
            </a:r>
            <a:r>
              <a:rPr lang="zh-CN" altLang="en-US" sz="1600" dirty="0"/>
              <a:t>转换表项（正反向），并依据查找正向</a:t>
            </a:r>
            <a:r>
              <a:rPr lang="en-US" altLang="zh-CN" sz="1600" dirty="0"/>
              <a:t>NAPT</a:t>
            </a:r>
            <a:r>
              <a:rPr lang="zh-CN" altLang="en-US" sz="1600" dirty="0"/>
              <a:t>表项的结果将报文转换后向公网侧发送。比如</a:t>
            </a:r>
            <a:r>
              <a:rPr lang="en-US" altLang="zh-CN" sz="1600" dirty="0"/>
              <a:t>Host A</a:t>
            </a:r>
            <a:r>
              <a:rPr lang="zh-CN" altLang="en-US" sz="1600" dirty="0"/>
              <a:t>的报文经</a:t>
            </a:r>
            <a:r>
              <a:rPr lang="en-US" altLang="zh-CN" sz="1600" dirty="0"/>
              <a:t>Router</a:t>
            </a:r>
            <a:r>
              <a:rPr lang="zh-CN" altLang="en-US" sz="1600" dirty="0"/>
              <a:t>转换后的报文源地址为</a:t>
            </a:r>
            <a:r>
              <a:rPr lang="en-US" altLang="zh-CN" sz="1600" dirty="0">
                <a:latin typeface="微软雅黑 Light" panose="020B0502040204020203" pitchFamily="34" charset="-122"/>
                <a:ea typeface="微软雅黑 Light" panose="020B0502040204020203" pitchFamily="34" charset="-122"/>
              </a:rPr>
              <a:t>162.105.178.65</a:t>
            </a:r>
            <a:r>
              <a:rPr lang="zh-CN" altLang="en-US" sz="1600" dirty="0"/>
              <a:t>，端口号</a:t>
            </a:r>
            <a:r>
              <a:rPr lang="en-US" altLang="zh-CN" sz="1600" dirty="0"/>
              <a:t>16384</a:t>
            </a:r>
            <a:endParaRPr lang="zh-CN" altLang="en-US" sz="1600" dirty="0"/>
          </a:p>
          <a:p>
            <a:pPr lvl="1">
              <a:lnSpc>
                <a:spcPct val="120000"/>
              </a:lnSpc>
            </a:pPr>
            <a:r>
              <a:rPr lang="en-US" altLang="zh-CN" sz="1600" dirty="0"/>
              <a:t>Router</a:t>
            </a:r>
            <a:r>
              <a:rPr lang="zh-CN" altLang="en-US" sz="1600" dirty="0"/>
              <a:t>收到公网侧的回应报文后，根据其“目的</a:t>
            </a:r>
            <a:r>
              <a:rPr lang="en-US" altLang="zh-CN" sz="1600" dirty="0"/>
              <a:t>IP</a:t>
            </a:r>
            <a:r>
              <a:rPr lang="zh-CN" altLang="en-US" sz="1600" dirty="0"/>
              <a:t>地址＋目的端口号”查找反向</a:t>
            </a:r>
            <a:r>
              <a:rPr lang="en-US" altLang="zh-CN" sz="1600" dirty="0"/>
              <a:t>NAPT</a:t>
            </a:r>
            <a:r>
              <a:rPr lang="zh-CN" altLang="en-US" sz="1600" dirty="0"/>
              <a:t>表项，并依据查表结果将报文转换后向私网侧发送。比如</a:t>
            </a:r>
            <a:r>
              <a:rPr lang="en-US" altLang="zh-CN" sz="1600" dirty="0"/>
              <a:t>Server</a:t>
            </a:r>
            <a:r>
              <a:rPr lang="zh-CN" altLang="en-US" sz="1600" dirty="0"/>
              <a:t>回应</a:t>
            </a:r>
            <a:r>
              <a:rPr lang="en-US" altLang="zh-CN" sz="1600" dirty="0"/>
              <a:t>Host A</a:t>
            </a:r>
            <a:r>
              <a:rPr lang="zh-CN" altLang="en-US" sz="1600" dirty="0"/>
              <a:t>的报文经</a:t>
            </a:r>
            <a:r>
              <a:rPr lang="en-US" altLang="zh-CN" sz="1600" dirty="0"/>
              <a:t>Router</a:t>
            </a:r>
            <a:r>
              <a:rPr lang="zh-CN" altLang="en-US" sz="1600" dirty="0"/>
              <a:t>转换后，目的地址为</a:t>
            </a:r>
            <a:r>
              <a:rPr lang="en-US" altLang="zh-CN" sz="1600" dirty="0"/>
              <a:t>10.1.1.100</a:t>
            </a:r>
            <a:r>
              <a:rPr lang="zh-CN" altLang="en-US" sz="1600" dirty="0"/>
              <a:t>，端口号</a:t>
            </a:r>
            <a:r>
              <a:rPr lang="en-US" altLang="zh-CN" sz="1600" dirty="0"/>
              <a:t>1025</a:t>
            </a:r>
            <a:endParaRPr lang="zh-CN" altLang="en-US" sz="1600" dirty="0"/>
          </a:p>
        </p:txBody>
      </p:sp>
      <p:sp>
        <p:nvSpPr>
          <p:cNvPr id="4" name="灯片编号占位符 3"/>
          <p:cNvSpPr>
            <a:spLocks noGrp="1"/>
          </p:cNvSpPr>
          <p:nvPr>
            <p:ph type="sldNum" sz="quarter" idx="12"/>
          </p:nvPr>
        </p:nvSpPr>
        <p:spPr/>
        <p:txBody>
          <a:bodyPr/>
          <a:lstStyle/>
          <a:p>
            <a:pPr>
              <a:defRPr/>
            </a:pPr>
            <a:fld id="{816960B2-2B11-492C-B588-5290E1274F96}" type="slidenum">
              <a:rPr lang="en-US" altLang="zh-CN" smtClean="0"/>
            </a:fld>
            <a:endParaRPr lang="en-US" altLang="zh-CN" dirty="0"/>
          </a:p>
        </p:txBody>
      </p:sp>
      <p:pic>
        <p:nvPicPr>
          <p:cNvPr id="11" name="图片 10"/>
          <p:cNvPicPr>
            <a:picLocks noChangeAspect="1"/>
          </p:cNvPicPr>
          <p:nvPr/>
        </p:nvPicPr>
        <p:blipFill>
          <a:blip r:embed="rId1"/>
          <a:stretch>
            <a:fillRect/>
          </a:stretch>
        </p:blipFill>
        <p:spPr>
          <a:xfrm>
            <a:off x="8855372" y="2512188"/>
            <a:ext cx="440034" cy="375054"/>
          </a:xfrm>
          <a:prstGeom prst="rect">
            <a:avLst/>
          </a:prstGeom>
        </p:spPr>
      </p:pic>
      <p:pic>
        <p:nvPicPr>
          <p:cNvPr id="12" name="图片 11"/>
          <p:cNvPicPr>
            <a:picLocks noChangeAspect="1"/>
          </p:cNvPicPr>
          <p:nvPr/>
        </p:nvPicPr>
        <p:blipFill>
          <a:blip r:embed="rId2"/>
          <a:stretch>
            <a:fillRect/>
          </a:stretch>
        </p:blipFill>
        <p:spPr>
          <a:xfrm>
            <a:off x="6241623" y="1697727"/>
            <a:ext cx="448492" cy="418592"/>
          </a:xfrm>
          <a:prstGeom prst="rect">
            <a:avLst/>
          </a:prstGeom>
        </p:spPr>
      </p:pic>
      <p:pic>
        <p:nvPicPr>
          <p:cNvPr id="13" name="图片 12"/>
          <p:cNvPicPr>
            <a:picLocks noChangeAspect="1"/>
          </p:cNvPicPr>
          <p:nvPr/>
        </p:nvPicPr>
        <p:blipFill>
          <a:blip r:embed="rId3"/>
          <a:stretch>
            <a:fillRect/>
          </a:stretch>
        </p:blipFill>
        <p:spPr>
          <a:xfrm>
            <a:off x="11318248" y="2507969"/>
            <a:ext cx="448492" cy="386201"/>
          </a:xfrm>
          <a:prstGeom prst="rect">
            <a:avLst/>
          </a:prstGeom>
        </p:spPr>
      </p:pic>
      <p:cxnSp>
        <p:nvCxnSpPr>
          <p:cNvPr id="14" name="直接连接符 13"/>
          <p:cNvCxnSpPr>
            <a:stCxn id="12" idx="3"/>
          </p:cNvCxnSpPr>
          <p:nvPr/>
        </p:nvCxnSpPr>
        <p:spPr>
          <a:xfrm>
            <a:off x="6690115" y="1907023"/>
            <a:ext cx="1357807" cy="0"/>
          </a:xfrm>
          <a:prstGeom prst="line">
            <a:avLst/>
          </a:prstGeom>
          <a:ln w="127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a:stCxn id="11" idx="3"/>
            <a:endCxn id="13" idx="1"/>
          </p:cNvCxnSpPr>
          <p:nvPr/>
        </p:nvCxnSpPr>
        <p:spPr>
          <a:xfrm>
            <a:off x="9295406" y="2699715"/>
            <a:ext cx="2022842" cy="1355"/>
          </a:xfrm>
          <a:prstGeom prst="line">
            <a:avLst/>
          </a:prstGeom>
          <a:ln w="127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nvCxnSpPr>
        <p:spPr>
          <a:xfrm>
            <a:off x="6882052" y="1807010"/>
            <a:ext cx="973931" cy="0"/>
          </a:xfrm>
          <a:prstGeom prst="line">
            <a:avLst/>
          </a:prstGeom>
          <a:ln w="19050">
            <a:solidFill>
              <a:srgbClr val="C0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a:off x="6882052" y="2016560"/>
            <a:ext cx="973931" cy="0"/>
          </a:xfrm>
          <a:prstGeom prst="line">
            <a:avLst/>
          </a:prstGeom>
          <a:ln w="19050">
            <a:solidFill>
              <a:srgbClr val="FFC00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8" name="直接连接符 17"/>
          <p:cNvCxnSpPr/>
          <p:nvPr/>
        </p:nvCxnSpPr>
        <p:spPr>
          <a:xfrm>
            <a:off x="9673639" y="2042727"/>
            <a:ext cx="973931" cy="0"/>
          </a:xfrm>
          <a:prstGeom prst="line">
            <a:avLst/>
          </a:prstGeom>
          <a:ln w="19050">
            <a:solidFill>
              <a:srgbClr val="C0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9" name="直接连接符 18"/>
          <p:cNvCxnSpPr/>
          <p:nvPr/>
        </p:nvCxnSpPr>
        <p:spPr>
          <a:xfrm>
            <a:off x="9675368" y="2153495"/>
            <a:ext cx="973931" cy="0"/>
          </a:xfrm>
          <a:prstGeom prst="line">
            <a:avLst/>
          </a:prstGeom>
          <a:ln w="19050">
            <a:solidFill>
              <a:srgbClr val="FFC00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graphicFrame>
        <p:nvGraphicFramePr>
          <p:cNvPr id="20" name="表格 24"/>
          <p:cNvGraphicFramePr>
            <a:graphicFrameLocks noGrp="1"/>
          </p:cNvGraphicFramePr>
          <p:nvPr/>
        </p:nvGraphicFramePr>
        <p:xfrm>
          <a:off x="8116065" y="1052736"/>
          <a:ext cx="1438276" cy="914400"/>
        </p:xfrm>
        <a:graphic>
          <a:graphicData uri="http://schemas.openxmlformats.org/drawingml/2006/table">
            <a:tbl>
              <a:tblPr firstRow="1" bandRow="1">
                <a:tableStyleId>{D7AC3CCA-C797-4891-BE02-D94E43425B78}</a:tableStyleId>
              </a:tblPr>
              <a:tblGrid>
                <a:gridCol w="1438276"/>
              </a:tblGrid>
              <a:tr h="257742">
                <a:tc>
                  <a:txBody>
                    <a:bodyPr/>
                    <a:lstStyle/>
                    <a:p>
                      <a:pPr algn="ctr"/>
                      <a:r>
                        <a:rPr lang="en-US" altLang="zh-CN" sz="1200" dirty="0">
                          <a:latin typeface="微软雅黑 Light" panose="020B0502040204020203" pitchFamily="34" charset="-122"/>
                          <a:ea typeface="微软雅黑 Light" panose="020B0502040204020203" pitchFamily="34" charset="-122"/>
                        </a:rPr>
                        <a:t>Address group:</a:t>
                      </a:r>
                      <a:endParaRPr lang="zh-CN" altLang="en-US" sz="1200" dirty="0">
                        <a:latin typeface="微软雅黑 Light" panose="020B0502040204020203" pitchFamily="34" charset="-122"/>
                        <a:ea typeface="微软雅黑 Light" panose="020B0502040204020203" pitchFamily="34" charset="-122"/>
                      </a:endParaRPr>
                    </a:p>
                  </a:txBody>
                  <a:tcPr>
                    <a:solidFill>
                      <a:schemeClr val="bg1"/>
                    </a:solidFill>
                  </a:tcPr>
                </a:tc>
              </a:tr>
              <a:tr h="601398">
                <a:tc>
                  <a:txBody>
                    <a:bodyPr/>
                    <a:lstStyle/>
                    <a:p>
                      <a:pPr algn="ctr"/>
                      <a:r>
                        <a:rPr lang="en-US" altLang="zh-CN" sz="1200" dirty="0">
                          <a:latin typeface="微软雅黑 Light" panose="020B0502040204020203" pitchFamily="34" charset="-122"/>
                          <a:ea typeface="微软雅黑 Light" panose="020B0502040204020203" pitchFamily="34" charset="-122"/>
                        </a:rPr>
                        <a:t>162.105.178.65</a:t>
                      </a:r>
                      <a:endParaRPr lang="en-US" altLang="zh-CN" sz="1200" dirty="0">
                        <a:latin typeface="微软雅黑 Light" panose="020B0502040204020203" pitchFamily="34" charset="-122"/>
                        <a:ea typeface="微软雅黑 Light" panose="020B0502040204020203" pitchFamily="34" charset="-122"/>
                      </a:endParaRPr>
                    </a:p>
                    <a:p>
                      <a:pPr algn="ctr"/>
                      <a:r>
                        <a:rPr lang="en-US" altLang="zh-CN" sz="1200" dirty="0">
                          <a:latin typeface="微软雅黑 Light" panose="020B0502040204020203" pitchFamily="34" charset="-122"/>
                          <a:ea typeface="微软雅黑 Light" panose="020B0502040204020203" pitchFamily="34" charset="-122"/>
                        </a:rPr>
                        <a:t>162.105.178.66</a:t>
                      </a:r>
                      <a:endParaRPr lang="en-US" altLang="zh-CN" sz="1200" dirty="0">
                        <a:latin typeface="微软雅黑 Light" panose="020B0502040204020203" pitchFamily="34" charset="-122"/>
                        <a:ea typeface="微软雅黑 Light" panose="020B0502040204020203" pitchFamily="34" charset="-122"/>
                      </a:endParaRPr>
                    </a:p>
                    <a:p>
                      <a:pPr algn="ctr"/>
                      <a:r>
                        <a:rPr lang="en-US" altLang="zh-CN" sz="1200" dirty="0">
                          <a:latin typeface="微软雅黑 Light" panose="020B0502040204020203" pitchFamily="34" charset="-122"/>
                          <a:ea typeface="微软雅黑 Light" panose="020B0502040204020203" pitchFamily="34" charset="-122"/>
                        </a:rPr>
                        <a:t>162.105.178.67</a:t>
                      </a:r>
                      <a:endParaRPr lang="zh-CN" altLang="en-US" sz="1200" dirty="0">
                        <a:latin typeface="微软雅黑 Light" panose="020B0502040204020203" pitchFamily="34" charset="-122"/>
                        <a:ea typeface="微软雅黑 Light" panose="020B0502040204020203" pitchFamily="34" charset="-122"/>
                      </a:endParaRPr>
                    </a:p>
                  </a:txBody>
                  <a:tcPr>
                    <a:solidFill>
                      <a:schemeClr val="bg1"/>
                    </a:solidFill>
                  </a:tcPr>
                </a:tc>
              </a:tr>
            </a:tbl>
          </a:graphicData>
        </a:graphic>
      </p:graphicFrame>
      <p:graphicFrame>
        <p:nvGraphicFramePr>
          <p:cNvPr id="21" name="表格 25"/>
          <p:cNvGraphicFramePr>
            <a:graphicFrameLocks noGrp="1"/>
          </p:cNvGraphicFramePr>
          <p:nvPr/>
        </p:nvGraphicFramePr>
        <p:xfrm>
          <a:off x="7824192" y="4209485"/>
          <a:ext cx="4327707" cy="2225040"/>
        </p:xfrm>
        <a:graphic>
          <a:graphicData uri="http://schemas.openxmlformats.org/drawingml/2006/table">
            <a:tbl>
              <a:tblPr firstRow="1" bandRow="1">
                <a:tableStyleId>{5940675A-B579-460E-94D1-54222C63F5DA}</a:tableStyleId>
              </a:tblPr>
              <a:tblGrid>
                <a:gridCol w="1008112"/>
                <a:gridCol w="1584176"/>
                <a:gridCol w="1735419"/>
              </a:tblGrid>
              <a:tr h="370840">
                <a:tc gridSpan="3">
                  <a:txBody>
                    <a:bodyPr/>
                    <a:lstStyle/>
                    <a:p>
                      <a:pPr marL="0" algn="ctr" defTabSz="914400" rtl="0" eaLnBrk="1" latinLnBrk="0" hangingPunct="1"/>
                      <a:r>
                        <a:rPr lang="en-US" altLang="zh-CN" sz="1200" kern="1200" dirty="0">
                          <a:solidFill>
                            <a:schemeClr val="dk1"/>
                          </a:solidFill>
                          <a:latin typeface="微软雅黑 Light" panose="020B0502040204020203" pitchFamily="34" charset="-122"/>
                          <a:ea typeface="微软雅黑 Light" panose="020B0502040204020203" pitchFamily="34" charset="-122"/>
                          <a:cs typeface="+mn-cs"/>
                        </a:rPr>
                        <a:t>NAT table</a:t>
                      </a:r>
                      <a:endParaRPr lang="zh-CN" altLang="en-US" sz="1200" kern="1200" dirty="0">
                        <a:solidFill>
                          <a:schemeClr val="dk1"/>
                        </a:solidFill>
                        <a:latin typeface="微软雅黑 Light" panose="020B0502040204020203" pitchFamily="34" charset="-122"/>
                        <a:ea typeface="微软雅黑 Light" panose="020B0502040204020203" pitchFamily="34" charset="-122"/>
                        <a:cs typeface="+mn-cs"/>
                      </a:endParaRPr>
                    </a:p>
                  </a:txBody>
                  <a:tcPr/>
                </a:tc>
                <a:tc hMerge="1">
                  <a:tcPr/>
                </a:tc>
                <a:tc hMerge="1">
                  <a:tcPr/>
                </a:tc>
              </a:tr>
              <a:tr h="370840">
                <a:tc>
                  <a:txBody>
                    <a:bodyPr/>
                    <a:lstStyle/>
                    <a:p>
                      <a:pPr marL="0" algn="ctr" defTabSz="914400" rtl="0" eaLnBrk="1" latinLnBrk="0" hangingPunct="1"/>
                      <a:r>
                        <a:rPr lang="en-US" altLang="zh-CN" sz="1200" kern="1200" dirty="0">
                          <a:solidFill>
                            <a:schemeClr val="dk1"/>
                          </a:solidFill>
                          <a:latin typeface="微软雅黑 Light" panose="020B0502040204020203" pitchFamily="34" charset="-122"/>
                          <a:ea typeface="微软雅黑 Light" panose="020B0502040204020203" pitchFamily="34" charset="-122"/>
                          <a:cs typeface="+mn-cs"/>
                        </a:rPr>
                        <a:t>Way</a:t>
                      </a:r>
                      <a:endParaRPr lang="zh-CN" altLang="en-US" sz="1200" kern="1200" dirty="0">
                        <a:solidFill>
                          <a:schemeClr val="dk1"/>
                        </a:solidFill>
                        <a:latin typeface="微软雅黑 Light" panose="020B0502040204020203" pitchFamily="34" charset="-122"/>
                        <a:ea typeface="微软雅黑 Light" panose="020B0502040204020203" pitchFamily="34" charset="-122"/>
                        <a:cs typeface="+mn-cs"/>
                      </a:endParaRPr>
                    </a:p>
                  </a:txBody>
                  <a:tcPr/>
                </a:tc>
                <a:tc>
                  <a:txBody>
                    <a:bodyPr/>
                    <a:lstStyle/>
                    <a:p>
                      <a:pPr marL="0" algn="ctr" defTabSz="914400" rtl="0" eaLnBrk="1" latinLnBrk="0" hangingPunct="1"/>
                      <a:r>
                        <a:rPr lang="en-US" altLang="zh-CN" sz="1200" kern="1200" dirty="0">
                          <a:solidFill>
                            <a:schemeClr val="dk1"/>
                          </a:solidFill>
                          <a:latin typeface="微软雅黑 Light" panose="020B0502040204020203" pitchFamily="34" charset="-122"/>
                          <a:ea typeface="微软雅黑 Light" panose="020B0502040204020203" pitchFamily="34" charset="-122"/>
                          <a:cs typeface="+mn-cs"/>
                        </a:rPr>
                        <a:t>Before Router</a:t>
                      </a:r>
                      <a:endParaRPr lang="zh-CN" altLang="en-US" sz="1200" kern="1200" dirty="0">
                        <a:solidFill>
                          <a:schemeClr val="dk1"/>
                        </a:solidFill>
                        <a:latin typeface="微软雅黑 Light" panose="020B0502040204020203" pitchFamily="34" charset="-122"/>
                        <a:ea typeface="微软雅黑 Light" panose="020B0502040204020203" pitchFamily="34" charset="-122"/>
                        <a:cs typeface="+mn-cs"/>
                      </a:endParaRPr>
                    </a:p>
                  </a:txBody>
                  <a:tcPr/>
                </a:tc>
                <a:tc>
                  <a:txBody>
                    <a:bodyPr/>
                    <a:lstStyle/>
                    <a:p>
                      <a:pPr marL="0" algn="ctr" defTabSz="914400" rtl="0" eaLnBrk="1" latinLnBrk="0" hangingPunct="1"/>
                      <a:r>
                        <a:rPr lang="en-US" altLang="zh-CN" sz="1200" kern="1200" dirty="0">
                          <a:solidFill>
                            <a:schemeClr val="dk1"/>
                          </a:solidFill>
                          <a:latin typeface="微软雅黑 Light" panose="020B0502040204020203" pitchFamily="34" charset="-122"/>
                          <a:ea typeface="微软雅黑 Light" panose="020B0502040204020203" pitchFamily="34" charset="-122"/>
                          <a:cs typeface="+mn-cs"/>
                        </a:rPr>
                        <a:t>After Router</a:t>
                      </a:r>
                      <a:endParaRPr lang="zh-CN" altLang="en-US" sz="1200" kern="1200" dirty="0">
                        <a:solidFill>
                          <a:schemeClr val="dk1"/>
                        </a:solidFill>
                        <a:latin typeface="微软雅黑 Light" panose="020B0502040204020203" pitchFamily="34" charset="-122"/>
                        <a:ea typeface="微软雅黑 Light" panose="020B0502040204020203" pitchFamily="34" charset="-122"/>
                        <a:cs typeface="+mn-cs"/>
                      </a:endParaRPr>
                    </a:p>
                  </a:txBody>
                  <a:tcPr/>
                </a:tc>
              </a:tr>
              <a:tr h="370840">
                <a:tc>
                  <a:txBody>
                    <a:bodyPr/>
                    <a:lstStyle/>
                    <a:p>
                      <a:pPr marL="0" algn="ctr" defTabSz="914400" rtl="0" eaLnBrk="1" latinLnBrk="0" hangingPunct="1"/>
                      <a:r>
                        <a:rPr lang="en-US" altLang="zh-CN" sz="1200" kern="1200" dirty="0">
                          <a:solidFill>
                            <a:schemeClr val="dk1"/>
                          </a:solidFill>
                          <a:latin typeface="微软雅黑 Light" panose="020B0502040204020203" pitchFamily="34" charset="-122"/>
                          <a:ea typeface="微软雅黑 Light" panose="020B0502040204020203" pitchFamily="34" charset="-122"/>
                          <a:cs typeface="+mn-cs"/>
                        </a:rPr>
                        <a:t>Outbound</a:t>
                      </a:r>
                      <a:endParaRPr lang="zh-CN" altLang="en-US" sz="1200" kern="1200" dirty="0">
                        <a:solidFill>
                          <a:schemeClr val="dk1"/>
                        </a:solidFill>
                        <a:latin typeface="微软雅黑 Light" panose="020B0502040204020203" pitchFamily="34" charset="-122"/>
                        <a:ea typeface="微软雅黑 Light" panose="020B0502040204020203" pitchFamily="34" charset="-122"/>
                        <a:cs typeface="+mn-cs"/>
                      </a:endParaRPr>
                    </a:p>
                  </a:txBody>
                  <a:tcPr/>
                </a:tc>
                <a:tc>
                  <a:txBody>
                    <a:bodyPr/>
                    <a:lstStyle/>
                    <a:p>
                      <a:pPr marL="0" algn="ctr" defTabSz="914400" rtl="0" eaLnBrk="1" latinLnBrk="0" hangingPunct="1"/>
                      <a:r>
                        <a:rPr lang="en-US" altLang="zh-CN" sz="1200" kern="1200" dirty="0">
                          <a:solidFill>
                            <a:schemeClr val="dk1"/>
                          </a:solidFill>
                          <a:latin typeface="微软雅黑 Light" panose="020B0502040204020203" pitchFamily="34" charset="-122"/>
                          <a:ea typeface="微软雅黑 Light" panose="020B0502040204020203" pitchFamily="34" charset="-122"/>
                          <a:cs typeface="+mn-cs"/>
                        </a:rPr>
                        <a:t>10.1.1.100:1025</a:t>
                      </a:r>
                      <a:endParaRPr lang="zh-CN" altLang="en-US" sz="1200" kern="1200" dirty="0">
                        <a:solidFill>
                          <a:schemeClr val="dk1"/>
                        </a:solidFill>
                        <a:latin typeface="微软雅黑 Light" panose="020B0502040204020203" pitchFamily="34" charset="-122"/>
                        <a:ea typeface="微软雅黑 Light" panose="020B0502040204020203" pitchFamily="34" charset="-122"/>
                        <a:cs typeface="+mn-cs"/>
                      </a:endParaRPr>
                    </a:p>
                  </a:txBody>
                  <a:tcPr/>
                </a:tc>
                <a:tc>
                  <a:txBody>
                    <a:bodyPr/>
                    <a:lstStyle/>
                    <a:p>
                      <a:pPr marL="0" algn="ctr" defTabSz="914400" rtl="0" eaLnBrk="1" latinLnBrk="0" hangingPunct="1"/>
                      <a:r>
                        <a:rPr lang="en-US" altLang="zh-CN" sz="1200" kern="1200" dirty="0">
                          <a:solidFill>
                            <a:schemeClr val="dk1"/>
                          </a:solidFill>
                          <a:latin typeface="微软雅黑 Light" panose="020B0502040204020203" pitchFamily="34" charset="-122"/>
                          <a:ea typeface="微软雅黑 Light" panose="020B0502040204020203" pitchFamily="34" charset="-122"/>
                          <a:cs typeface="+mn-cs"/>
                        </a:rPr>
                        <a:t>162.105.178.65:16384</a:t>
                      </a:r>
                      <a:endParaRPr lang="zh-CN" altLang="en-US" sz="1200" kern="1200" dirty="0">
                        <a:solidFill>
                          <a:schemeClr val="dk1"/>
                        </a:solidFill>
                        <a:latin typeface="微软雅黑 Light" panose="020B0502040204020203" pitchFamily="34" charset="-122"/>
                        <a:ea typeface="微软雅黑 Light" panose="020B0502040204020203" pitchFamily="34" charset="-122"/>
                        <a:cs typeface="+mn-cs"/>
                      </a:endParaRPr>
                    </a:p>
                  </a:txBody>
                  <a:tcPr/>
                </a:tc>
              </a:tr>
              <a:tr h="370840">
                <a:tc>
                  <a:txBody>
                    <a:bodyPr/>
                    <a:lstStyle/>
                    <a:p>
                      <a:pPr marL="0" algn="ctr" defTabSz="914400" rtl="0" eaLnBrk="1" latinLnBrk="0" hangingPunct="1"/>
                      <a:r>
                        <a:rPr lang="en-US" altLang="zh-CN" sz="1200" kern="1200" dirty="0">
                          <a:solidFill>
                            <a:schemeClr val="dk1"/>
                          </a:solidFill>
                          <a:latin typeface="微软雅黑 Light" panose="020B0502040204020203" pitchFamily="34" charset="-122"/>
                          <a:ea typeface="微软雅黑 Light" panose="020B0502040204020203" pitchFamily="34" charset="-122"/>
                          <a:cs typeface="+mn-cs"/>
                        </a:rPr>
                        <a:t>Inbound</a:t>
                      </a:r>
                      <a:endParaRPr lang="zh-CN" altLang="en-US" sz="1200" kern="1200" dirty="0">
                        <a:solidFill>
                          <a:schemeClr val="dk1"/>
                        </a:solidFill>
                        <a:latin typeface="微软雅黑 Light" panose="020B0502040204020203" pitchFamily="34" charset="-122"/>
                        <a:ea typeface="微软雅黑 Light" panose="020B0502040204020203" pitchFamily="34" charset="-122"/>
                        <a:cs typeface="+mn-cs"/>
                      </a:endParaRPr>
                    </a:p>
                  </a:txBody>
                  <a:tcPr/>
                </a:tc>
                <a:tc>
                  <a:txBody>
                    <a:bodyPr/>
                    <a:lstStyle/>
                    <a:p>
                      <a:pPr marL="0" algn="ctr" defTabSz="914400" rtl="0" eaLnBrk="1" latinLnBrk="0" hangingPunct="1"/>
                      <a:r>
                        <a:rPr lang="en-US" altLang="zh-CN" sz="1200" kern="1200" dirty="0">
                          <a:solidFill>
                            <a:schemeClr val="dk1"/>
                          </a:solidFill>
                          <a:latin typeface="微软雅黑 Light" panose="020B0502040204020203" pitchFamily="34" charset="-122"/>
                          <a:ea typeface="微软雅黑 Light" panose="020B0502040204020203" pitchFamily="34" charset="-122"/>
                          <a:cs typeface="+mn-cs"/>
                        </a:rPr>
                        <a:t>162.105.178.65:16384</a:t>
                      </a:r>
                      <a:endParaRPr lang="zh-CN" altLang="en-US" sz="1200" kern="1200" dirty="0">
                        <a:solidFill>
                          <a:schemeClr val="dk1"/>
                        </a:solidFill>
                        <a:latin typeface="微软雅黑 Light" panose="020B0502040204020203" pitchFamily="34" charset="-122"/>
                        <a:ea typeface="微软雅黑 Light" panose="020B0502040204020203" pitchFamily="34" charset="-122"/>
                        <a:cs typeface="+mn-cs"/>
                      </a:endParaRPr>
                    </a:p>
                  </a:txBody>
                  <a:tcPr/>
                </a:tc>
                <a:tc>
                  <a:txBody>
                    <a:bodyPr/>
                    <a:lstStyle/>
                    <a:p>
                      <a:pPr marL="0" algn="ctr" defTabSz="914400" rtl="0" eaLnBrk="1" latinLnBrk="0" hangingPunct="1"/>
                      <a:r>
                        <a:rPr lang="en-US" altLang="zh-CN" sz="1200" kern="1200" dirty="0">
                          <a:solidFill>
                            <a:schemeClr val="dk1"/>
                          </a:solidFill>
                          <a:latin typeface="微软雅黑 Light" panose="020B0502040204020203" pitchFamily="34" charset="-122"/>
                          <a:ea typeface="微软雅黑 Light" panose="020B0502040204020203" pitchFamily="34" charset="-122"/>
                          <a:cs typeface="+mn-cs"/>
                        </a:rPr>
                        <a:t>10.1.1.100:1025</a:t>
                      </a:r>
                      <a:endParaRPr lang="zh-CN" altLang="en-US" sz="1200" kern="1200" dirty="0">
                        <a:solidFill>
                          <a:schemeClr val="dk1"/>
                        </a:solidFill>
                        <a:latin typeface="微软雅黑 Light" panose="020B0502040204020203" pitchFamily="34" charset="-122"/>
                        <a:ea typeface="微软雅黑 Light" panose="020B0502040204020203" pitchFamily="34" charset="-122"/>
                        <a:cs typeface="+mn-cs"/>
                      </a:endParaRPr>
                    </a:p>
                  </a:txBody>
                  <a:tcPr/>
                </a:tc>
              </a:tr>
              <a:tr h="370840">
                <a:tc>
                  <a:txBody>
                    <a:bodyPr/>
                    <a:lstStyle/>
                    <a:p>
                      <a:pPr marL="0" algn="ctr" defTabSz="914400" rtl="0" eaLnBrk="1" latinLnBrk="0" hangingPunct="1"/>
                      <a:r>
                        <a:rPr lang="en-US" altLang="zh-CN" sz="1200" kern="1200" dirty="0">
                          <a:solidFill>
                            <a:schemeClr val="dk1"/>
                          </a:solidFill>
                          <a:latin typeface="微软雅黑 Light" panose="020B0502040204020203" pitchFamily="34" charset="-122"/>
                          <a:ea typeface="微软雅黑 Light" panose="020B0502040204020203" pitchFamily="34" charset="-122"/>
                          <a:cs typeface="+mn-cs"/>
                        </a:rPr>
                        <a:t>Outbound</a:t>
                      </a:r>
                      <a:endParaRPr lang="zh-CN" altLang="en-US" sz="1200" kern="1200" dirty="0">
                        <a:solidFill>
                          <a:schemeClr val="dk1"/>
                        </a:solidFill>
                        <a:latin typeface="微软雅黑 Light" panose="020B0502040204020203" pitchFamily="34" charset="-122"/>
                        <a:ea typeface="微软雅黑 Light" panose="020B0502040204020203" pitchFamily="34" charset="-122"/>
                        <a:cs typeface="+mn-cs"/>
                      </a:endParaRPr>
                    </a:p>
                  </a:txBody>
                  <a:tcPr/>
                </a:tc>
                <a:tc>
                  <a:txBody>
                    <a:bodyPr/>
                    <a:lstStyle/>
                    <a:p>
                      <a:pPr marL="0" algn="ctr" defTabSz="914400" rtl="0" eaLnBrk="1" latinLnBrk="0" hangingPunct="1"/>
                      <a:r>
                        <a:rPr lang="en-US" altLang="zh-CN" sz="1200" kern="1200" dirty="0">
                          <a:solidFill>
                            <a:schemeClr val="dk1"/>
                          </a:solidFill>
                          <a:latin typeface="微软雅黑 Light" panose="020B0502040204020203" pitchFamily="34" charset="-122"/>
                          <a:ea typeface="微软雅黑 Light" panose="020B0502040204020203" pitchFamily="34" charset="-122"/>
                          <a:cs typeface="+mn-cs"/>
                        </a:rPr>
                        <a:t>10.1.1.200:1028</a:t>
                      </a:r>
                      <a:endParaRPr lang="zh-CN" altLang="en-US" sz="1200" kern="1200" dirty="0">
                        <a:solidFill>
                          <a:schemeClr val="dk1"/>
                        </a:solidFill>
                        <a:latin typeface="微软雅黑 Light" panose="020B0502040204020203" pitchFamily="34" charset="-122"/>
                        <a:ea typeface="微软雅黑 Light" panose="020B0502040204020203" pitchFamily="34" charset="-122"/>
                        <a:cs typeface="+mn-cs"/>
                      </a:endParaRPr>
                    </a:p>
                  </a:txBody>
                  <a:tcPr/>
                </a:tc>
                <a:tc>
                  <a:txBody>
                    <a:bodyPr/>
                    <a:lstStyle/>
                    <a:p>
                      <a:pPr marL="0" algn="ctr" defTabSz="914400" rtl="0" eaLnBrk="1" latinLnBrk="0" hangingPunct="1"/>
                      <a:r>
                        <a:rPr lang="en-US" altLang="zh-CN" sz="1200" kern="1200" dirty="0">
                          <a:solidFill>
                            <a:schemeClr val="dk1"/>
                          </a:solidFill>
                          <a:latin typeface="微软雅黑 Light" panose="020B0502040204020203" pitchFamily="34" charset="-122"/>
                          <a:ea typeface="微软雅黑 Light" panose="020B0502040204020203" pitchFamily="34" charset="-122"/>
                          <a:cs typeface="+mn-cs"/>
                        </a:rPr>
                        <a:t>162.105.178.65:16400</a:t>
                      </a:r>
                      <a:endParaRPr lang="zh-CN" altLang="en-US" sz="1200" kern="1200" dirty="0">
                        <a:solidFill>
                          <a:schemeClr val="dk1"/>
                        </a:solidFill>
                        <a:latin typeface="微软雅黑 Light" panose="020B0502040204020203" pitchFamily="34" charset="-122"/>
                        <a:ea typeface="微软雅黑 Light" panose="020B0502040204020203" pitchFamily="34" charset="-122"/>
                        <a:cs typeface="+mn-cs"/>
                      </a:endParaRPr>
                    </a:p>
                  </a:txBody>
                  <a:tcPr/>
                </a:tc>
              </a:tr>
              <a:tr h="370840">
                <a:tc>
                  <a:txBody>
                    <a:bodyPr/>
                    <a:lstStyle/>
                    <a:p>
                      <a:pPr marL="0" algn="ctr" defTabSz="914400" rtl="0" eaLnBrk="1" latinLnBrk="0" hangingPunct="1"/>
                      <a:r>
                        <a:rPr lang="en-US" altLang="zh-CN" sz="1200" kern="1200" dirty="0">
                          <a:solidFill>
                            <a:schemeClr val="dk1"/>
                          </a:solidFill>
                          <a:latin typeface="微软雅黑 Light" panose="020B0502040204020203" pitchFamily="34" charset="-122"/>
                          <a:ea typeface="微软雅黑 Light" panose="020B0502040204020203" pitchFamily="34" charset="-122"/>
                          <a:cs typeface="+mn-cs"/>
                        </a:rPr>
                        <a:t>Inbound</a:t>
                      </a:r>
                      <a:endParaRPr lang="zh-CN" altLang="en-US" sz="1200" kern="1200" dirty="0">
                        <a:solidFill>
                          <a:schemeClr val="dk1"/>
                        </a:solidFill>
                        <a:latin typeface="微软雅黑 Light" panose="020B0502040204020203" pitchFamily="34" charset="-122"/>
                        <a:ea typeface="微软雅黑 Light" panose="020B0502040204020203" pitchFamily="34" charset="-122"/>
                        <a:cs typeface="+mn-cs"/>
                      </a:endParaRPr>
                    </a:p>
                  </a:txBody>
                  <a:tcPr/>
                </a:tc>
                <a:tc>
                  <a:txBody>
                    <a:bodyPr/>
                    <a:lstStyle/>
                    <a:p>
                      <a:pPr marL="0" algn="ctr" defTabSz="914400" rtl="0" eaLnBrk="1" latinLnBrk="0" hangingPunct="1"/>
                      <a:r>
                        <a:rPr lang="en-US" altLang="zh-CN" sz="1200" kern="1200" dirty="0">
                          <a:solidFill>
                            <a:schemeClr val="dk1"/>
                          </a:solidFill>
                          <a:latin typeface="微软雅黑 Light" panose="020B0502040204020203" pitchFamily="34" charset="-122"/>
                          <a:ea typeface="微软雅黑 Light" panose="020B0502040204020203" pitchFamily="34" charset="-122"/>
                          <a:cs typeface="+mn-cs"/>
                        </a:rPr>
                        <a:t>162.105.178.65:16400</a:t>
                      </a:r>
                      <a:endParaRPr lang="zh-CN" altLang="en-US" sz="1200" kern="1200" dirty="0">
                        <a:solidFill>
                          <a:schemeClr val="dk1"/>
                        </a:solidFill>
                        <a:latin typeface="微软雅黑 Light" panose="020B0502040204020203" pitchFamily="34" charset="-122"/>
                        <a:ea typeface="微软雅黑 Light" panose="020B0502040204020203" pitchFamily="34" charset="-122"/>
                        <a:cs typeface="+mn-cs"/>
                      </a:endParaRPr>
                    </a:p>
                  </a:txBody>
                  <a:tcPr/>
                </a:tc>
                <a:tc>
                  <a:txBody>
                    <a:bodyPr/>
                    <a:lstStyle/>
                    <a:p>
                      <a:pPr marL="0" algn="ctr" defTabSz="914400" rtl="0" eaLnBrk="1" latinLnBrk="0" hangingPunct="1"/>
                      <a:r>
                        <a:rPr lang="en-US" altLang="zh-CN" sz="1200" kern="1200" dirty="0">
                          <a:solidFill>
                            <a:schemeClr val="dk1"/>
                          </a:solidFill>
                          <a:latin typeface="微软雅黑 Light" panose="020B0502040204020203" pitchFamily="34" charset="-122"/>
                          <a:ea typeface="微软雅黑 Light" panose="020B0502040204020203" pitchFamily="34" charset="-122"/>
                          <a:cs typeface="+mn-cs"/>
                        </a:rPr>
                        <a:t>10.1.1.200:1028</a:t>
                      </a:r>
                      <a:endParaRPr lang="zh-CN" altLang="en-US" sz="1200" kern="1200" dirty="0">
                        <a:solidFill>
                          <a:schemeClr val="dk1"/>
                        </a:solidFill>
                        <a:latin typeface="微软雅黑 Light" panose="020B0502040204020203" pitchFamily="34" charset="-122"/>
                        <a:ea typeface="微软雅黑 Light" panose="020B0502040204020203" pitchFamily="34" charset="-122"/>
                        <a:cs typeface="+mn-cs"/>
                      </a:endParaRPr>
                    </a:p>
                  </a:txBody>
                  <a:tcPr/>
                </a:tc>
              </a:tr>
            </a:tbl>
          </a:graphicData>
        </a:graphic>
      </p:graphicFrame>
      <p:sp>
        <p:nvSpPr>
          <p:cNvPr id="22" name="文本框 21"/>
          <p:cNvSpPr txBox="1"/>
          <p:nvPr/>
        </p:nvSpPr>
        <p:spPr>
          <a:xfrm>
            <a:off x="6262846" y="4602988"/>
            <a:ext cx="2137410" cy="276999"/>
          </a:xfrm>
          <a:prstGeom prst="rect">
            <a:avLst/>
          </a:prstGeom>
        </p:spPr>
        <p:txBody>
          <a:bodyPr wrap="square" rtlCol="0">
            <a:spAutoFit/>
          </a:bodyPr>
          <a:lstStyle/>
          <a:p>
            <a:r>
              <a:rPr lang="en-US" altLang="zh-CN" sz="1200" dirty="0">
                <a:latin typeface="微软雅黑 Light" panose="020B0502040204020203" pitchFamily="34" charset="-122"/>
                <a:ea typeface="微软雅黑 Light" panose="020B0502040204020203" pitchFamily="34" charset="-122"/>
              </a:rPr>
              <a:t>Host A</a:t>
            </a:r>
            <a:r>
              <a:rPr lang="zh-CN" altLang="en-US" sz="1200" dirty="0">
                <a:latin typeface="微软雅黑 Light" panose="020B0502040204020203" pitchFamily="34" charset="-122"/>
                <a:ea typeface="微软雅黑 Light" panose="020B0502040204020203" pitchFamily="34" charset="-122"/>
              </a:rPr>
              <a:t>发起访问</a:t>
            </a:r>
            <a:endParaRPr lang="zh-CN" altLang="en-US" sz="1200" dirty="0">
              <a:latin typeface="微软雅黑 Light" panose="020B0502040204020203" pitchFamily="34" charset="-122"/>
              <a:ea typeface="微软雅黑 Light" panose="020B0502040204020203" pitchFamily="34" charset="-122"/>
            </a:endParaRPr>
          </a:p>
        </p:txBody>
      </p:sp>
      <p:sp>
        <p:nvSpPr>
          <p:cNvPr id="23" name="文本框 22"/>
          <p:cNvSpPr txBox="1"/>
          <p:nvPr/>
        </p:nvSpPr>
        <p:spPr>
          <a:xfrm>
            <a:off x="6893588" y="1268533"/>
            <a:ext cx="1144869" cy="461665"/>
          </a:xfrm>
          <a:prstGeom prst="rect">
            <a:avLst/>
          </a:prstGeom>
        </p:spPr>
        <p:txBody>
          <a:bodyPr wrap="square" rtlCol="0">
            <a:spAutoFit/>
          </a:bodyPr>
          <a:lstStyle/>
          <a:p>
            <a:pPr algn="ctr"/>
            <a:r>
              <a:rPr lang="zh-CN" altLang="en-US" sz="1200" dirty="0">
                <a:latin typeface="微软雅黑 Light" panose="020B0502040204020203" pitchFamily="34" charset="-122"/>
                <a:ea typeface="微软雅黑 Light" panose="020B0502040204020203" pitchFamily="34" charset="-122"/>
              </a:rPr>
              <a:t>源地址</a:t>
            </a:r>
            <a:endParaRPr lang="en-US" altLang="zh-CN" sz="1200" dirty="0">
              <a:latin typeface="微软雅黑 Light" panose="020B0502040204020203" pitchFamily="34" charset="-122"/>
              <a:ea typeface="微软雅黑 Light" panose="020B0502040204020203" pitchFamily="34" charset="-122"/>
            </a:endParaRPr>
          </a:p>
          <a:p>
            <a:r>
              <a:rPr lang="en-US" altLang="zh-CN" sz="1200" dirty="0">
                <a:latin typeface="微软雅黑 Light" panose="020B0502040204020203" pitchFamily="34" charset="-122"/>
                <a:ea typeface="微软雅黑 Light" panose="020B0502040204020203" pitchFamily="34" charset="-122"/>
              </a:rPr>
              <a:t>10.1.1.100:1025</a:t>
            </a:r>
            <a:endParaRPr lang="zh-CN" altLang="en-US" sz="1200" dirty="0">
              <a:latin typeface="微软雅黑 Light" panose="020B0502040204020203" pitchFamily="34" charset="-122"/>
              <a:ea typeface="微软雅黑 Light" panose="020B0502040204020203" pitchFamily="34" charset="-122"/>
            </a:endParaRPr>
          </a:p>
        </p:txBody>
      </p:sp>
      <p:sp>
        <p:nvSpPr>
          <p:cNvPr id="24" name="文本框 23"/>
          <p:cNvSpPr txBox="1"/>
          <p:nvPr/>
        </p:nvSpPr>
        <p:spPr>
          <a:xfrm>
            <a:off x="6868805" y="2042727"/>
            <a:ext cx="1154939" cy="461665"/>
          </a:xfrm>
          <a:prstGeom prst="rect">
            <a:avLst/>
          </a:prstGeom>
        </p:spPr>
        <p:txBody>
          <a:bodyPr wrap="square" rtlCol="0">
            <a:spAutoFit/>
          </a:bodyPr>
          <a:lstStyle/>
          <a:p>
            <a:pPr algn="ctr"/>
            <a:r>
              <a:rPr lang="zh-CN" altLang="en-US" sz="1200" dirty="0">
                <a:latin typeface="微软雅黑 Light" panose="020B0502040204020203" pitchFamily="34" charset="-122"/>
                <a:ea typeface="微软雅黑 Light" panose="020B0502040204020203" pitchFamily="34" charset="-122"/>
              </a:rPr>
              <a:t>目的地址</a:t>
            </a:r>
            <a:endParaRPr lang="en-US" altLang="zh-CN" sz="1200" dirty="0">
              <a:latin typeface="微软雅黑 Light" panose="020B0502040204020203" pitchFamily="34" charset="-122"/>
              <a:ea typeface="微软雅黑 Light" panose="020B0502040204020203" pitchFamily="34" charset="-122"/>
            </a:endParaRPr>
          </a:p>
          <a:p>
            <a:pPr algn="ctr"/>
            <a:r>
              <a:rPr lang="en-US" altLang="zh-CN" sz="1200" dirty="0">
                <a:latin typeface="微软雅黑 Light" panose="020B0502040204020203" pitchFamily="34" charset="-122"/>
                <a:ea typeface="微软雅黑 Light" panose="020B0502040204020203" pitchFamily="34" charset="-122"/>
              </a:rPr>
              <a:t>10.1.1.100:1025</a:t>
            </a:r>
            <a:endParaRPr lang="zh-CN" altLang="en-US" sz="1200" dirty="0">
              <a:latin typeface="微软雅黑 Light" panose="020B0502040204020203" pitchFamily="34" charset="-122"/>
              <a:ea typeface="微软雅黑 Light" panose="020B0502040204020203" pitchFamily="34" charset="-122"/>
            </a:endParaRPr>
          </a:p>
        </p:txBody>
      </p:sp>
      <p:sp>
        <p:nvSpPr>
          <p:cNvPr id="25" name="文本框 24"/>
          <p:cNvSpPr txBox="1"/>
          <p:nvPr/>
        </p:nvSpPr>
        <p:spPr>
          <a:xfrm>
            <a:off x="6198014" y="1408429"/>
            <a:ext cx="815972" cy="276999"/>
          </a:xfrm>
          <a:prstGeom prst="rect">
            <a:avLst/>
          </a:prstGeom>
        </p:spPr>
        <p:txBody>
          <a:bodyPr wrap="square" rtlCol="0">
            <a:spAutoFit/>
          </a:bodyPr>
          <a:lstStyle/>
          <a:p>
            <a:r>
              <a:rPr lang="en-US" altLang="zh-CN" sz="1200" dirty="0">
                <a:latin typeface="微软雅黑 Light" panose="020B0502040204020203" pitchFamily="34" charset="-122"/>
                <a:ea typeface="微软雅黑 Light" panose="020B0502040204020203" pitchFamily="34" charset="-122"/>
              </a:rPr>
              <a:t>Host A</a:t>
            </a:r>
            <a:endParaRPr lang="zh-CN" altLang="en-US" sz="1200" dirty="0">
              <a:latin typeface="微软雅黑 Light" panose="020B0502040204020203" pitchFamily="34" charset="-122"/>
              <a:ea typeface="微软雅黑 Light" panose="020B0502040204020203" pitchFamily="34" charset="-122"/>
            </a:endParaRPr>
          </a:p>
        </p:txBody>
      </p:sp>
      <p:sp>
        <p:nvSpPr>
          <p:cNvPr id="26" name="文本框 25"/>
          <p:cNvSpPr txBox="1"/>
          <p:nvPr/>
        </p:nvSpPr>
        <p:spPr>
          <a:xfrm>
            <a:off x="5949710" y="2153495"/>
            <a:ext cx="1107885" cy="276999"/>
          </a:xfrm>
          <a:prstGeom prst="rect">
            <a:avLst/>
          </a:prstGeom>
        </p:spPr>
        <p:txBody>
          <a:bodyPr wrap="square" rtlCol="0">
            <a:spAutoFit/>
          </a:bodyPr>
          <a:lstStyle/>
          <a:p>
            <a:r>
              <a:rPr lang="en-US" altLang="zh-CN" sz="1200" dirty="0">
                <a:latin typeface="微软雅黑 Light" panose="020B0502040204020203" pitchFamily="34" charset="-122"/>
                <a:ea typeface="微软雅黑 Light" panose="020B0502040204020203" pitchFamily="34" charset="-122"/>
              </a:rPr>
              <a:t>10.1.1.100/8</a:t>
            </a:r>
            <a:endParaRPr lang="zh-CN" altLang="en-US" sz="1200" dirty="0">
              <a:latin typeface="微软雅黑 Light" panose="020B0502040204020203" pitchFamily="34" charset="-122"/>
              <a:ea typeface="微软雅黑 Light" panose="020B0502040204020203" pitchFamily="34" charset="-122"/>
            </a:endParaRPr>
          </a:p>
        </p:txBody>
      </p:sp>
      <p:sp>
        <p:nvSpPr>
          <p:cNvPr id="27" name="文本框 26"/>
          <p:cNvSpPr txBox="1"/>
          <p:nvPr/>
        </p:nvSpPr>
        <p:spPr>
          <a:xfrm>
            <a:off x="10920536" y="2929687"/>
            <a:ext cx="1443990" cy="276999"/>
          </a:xfrm>
          <a:prstGeom prst="rect">
            <a:avLst/>
          </a:prstGeom>
        </p:spPr>
        <p:txBody>
          <a:bodyPr wrap="square" rtlCol="0">
            <a:spAutoFit/>
          </a:bodyPr>
          <a:lstStyle/>
          <a:p>
            <a:r>
              <a:rPr lang="en-US" altLang="zh-CN" sz="1200" dirty="0">
                <a:latin typeface="微软雅黑 Light" panose="020B0502040204020203" pitchFamily="34" charset="-122"/>
                <a:ea typeface="微软雅黑 Light" panose="020B0502040204020203" pitchFamily="34" charset="-122"/>
              </a:rPr>
              <a:t>211.100.7.34/24</a:t>
            </a:r>
            <a:endParaRPr lang="zh-CN" altLang="en-US" sz="1200" dirty="0">
              <a:latin typeface="微软雅黑 Light" panose="020B0502040204020203" pitchFamily="34" charset="-122"/>
              <a:ea typeface="微软雅黑 Light" panose="020B0502040204020203" pitchFamily="34" charset="-122"/>
            </a:endParaRPr>
          </a:p>
        </p:txBody>
      </p:sp>
      <p:sp>
        <p:nvSpPr>
          <p:cNvPr id="28" name="文本框 27"/>
          <p:cNvSpPr txBox="1"/>
          <p:nvPr/>
        </p:nvSpPr>
        <p:spPr>
          <a:xfrm>
            <a:off x="11232406" y="2229074"/>
            <a:ext cx="815972" cy="276999"/>
          </a:xfrm>
          <a:prstGeom prst="rect">
            <a:avLst/>
          </a:prstGeom>
        </p:spPr>
        <p:txBody>
          <a:bodyPr wrap="square" rtlCol="0">
            <a:spAutoFit/>
          </a:bodyPr>
          <a:lstStyle/>
          <a:p>
            <a:r>
              <a:rPr lang="en-US" altLang="zh-CN" sz="1200" dirty="0">
                <a:latin typeface="微软雅黑 Light" panose="020B0502040204020203" pitchFamily="34" charset="-122"/>
                <a:ea typeface="微软雅黑 Light" panose="020B0502040204020203" pitchFamily="34" charset="-122"/>
              </a:rPr>
              <a:t>Server</a:t>
            </a:r>
            <a:endParaRPr lang="zh-CN" altLang="en-US" sz="1200" dirty="0">
              <a:latin typeface="微软雅黑 Light" panose="020B0502040204020203" pitchFamily="34" charset="-122"/>
              <a:ea typeface="微软雅黑 Light" panose="020B0502040204020203" pitchFamily="34" charset="-122"/>
            </a:endParaRPr>
          </a:p>
        </p:txBody>
      </p:sp>
      <p:pic>
        <p:nvPicPr>
          <p:cNvPr id="29" name="图片 28"/>
          <p:cNvPicPr>
            <a:picLocks noChangeAspect="1"/>
          </p:cNvPicPr>
          <p:nvPr/>
        </p:nvPicPr>
        <p:blipFill>
          <a:blip r:embed="rId2"/>
          <a:stretch>
            <a:fillRect/>
          </a:stretch>
        </p:blipFill>
        <p:spPr>
          <a:xfrm>
            <a:off x="6285816" y="3196793"/>
            <a:ext cx="448492" cy="418592"/>
          </a:xfrm>
          <a:prstGeom prst="rect">
            <a:avLst/>
          </a:prstGeom>
        </p:spPr>
      </p:pic>
      <p:cxnSp>
        <p:nvCxnSpPr>
          <p:cNvPr id="30" name="直接连接符 29"/>
          <p:cNvCxnSpPr>
            <a:stCxn id="29" idx="3"/>
          </p:cNvCxnSpPr>
          <p:nvPr/>
        </p:nvCxnSpPr>
        <p:spPr>
          <a:xfrm>
            <a:off x="6734308" y="3406089"/>
            <a:ext cx="1313614" cy="0"/>
          </a:xfrm>
          <a:prstGeom prst="line">
            <a:avLst/>
          </a:prstGeom>
          <a:ln w="127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31" name="直接连接符 30"/>
          <p:cNvCxnSpPr/>
          <p:nvPr/>
        </p:nvCxnSpPr>
        <p:spPr>
          <a:xfrm>
            <a:off x="6926245" y="3306076"/>
            <a:ext cx="973931" cy="0"/>
          </a:xfrm>
          <a:prstGeom prst="line">
            <a:avLst/>
          </a:prstGeom>
          <a:ln w="19050">
            <a:solidFill>
              <a:srgbClr val="0070C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2" name="直接连接符 31"/>
          <p:cNvCxnSpPr/>
          <p:nvPr/>
        </p:nvCxnSpPr>
        <p:spPr>
          <a:xfrm>
            <a:off x="6926245" y="3515626"/>
            <a:ext cx="973931" cy="0"/>
          </a:xfrm>
          <a:prstGeom prst="line">
            <a:avLst/>
          </a:prstGeom>
          <a:ln w="19050">
            <a:solidFill>
              <a:srgbClr val="00206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33" name="文本框 32"/>
          <p:cNvSpPr txBox="1"/>
          <p:nvPr/>
        </p:nvSpPr>
        <p:spPr>
          <a:xfrm>
            <a:off x="6901775" y="2789656"/>
            <a:ext cx="1172733" cy="461665"/>
          </a:xfrm>
          <a:prstGeom prst="rect">
            <a:avLst/>
          </a:prstGeom>
        </p:spPr>
        <p:txBody>
          <a:bodyPr wrap="square" rtlCol="0">
            <a:spAutoFit/>
          </a:bodyPr>
          <a:lstStyle/>
          <a:p>
            <a:pPr algn="ctr"/>
            <a:r>
              <a:rPr lang="zh-CN" altLang="en-US" sz="1200" dirty="0">
                <a:latin typeface="微软雅黑 Light" panose="020B0502040204020203" pitchFamily="34" charset="-122"/>
                <a:ea typeface="微软雅黑 Light" panose="020B0502040204020203" pitchFamily="34" charset="-122"/>
              </a:rPr>
              <a:t>源地址</a:t>
            </a:r>
            <a:endParaRPr lang="en-US" altLang="zh-CN" sz="1200" dirty="0">
              <a:latin typeface="微软雅黑 Light" panose="020B0502040204020203" pitchFamily="34" charset="-122"/>
              <a:ea typeface="微软雅黑 Light" panose="020B0502040204020203" pitchFamily="34" charset="-122"/>
            </a:endParaRPr>
          </a:p>
          <a:p>
            <a:r>
              <a:rPr lang="en-US" altLang="zh-CN" sz="1200" dirty="0">
                <a:latin typeface="微软雅黑 Light" panose="020B0502040204020203" pitchFamily="34" charset="-122"/>
                <a:ea typeface="微软雅黑 Light" panose="020B0502040204020203" pitchFamily="34" charset="-122"/>
              </a:rPr>
              <a:t>10.1.1.200:1028</a:t>
            </a:r>
            <a:endParaRPr lang="zh-CN" altLang="en-US" sz="1200" dirty="0">
              <a:latin typeface="微软雅黑 Light" panose="020B0502040204020203" pitchFamily="34" charset="-122"/>
              <a:ea typeface="微软雅黑 Light" panose="020B0502040204020203" pitchFamily="34" charset="-122"/>
            </a:endParaRPr>
          </a:p>
        </p:txBody>
      </p:sp>
      <p:sp>
        <p:nvSpPr>
          <p:cNvPr id="34" name="文本框 33"/>
          <p:cNvSpPr txBox="1"/>
          <p:nvPr/>
        </p:nvSpPr>
        <p:spPr>
          <a:xfrm>
            <a:off x="6926245" y="3596973"/>
            <a:ext cx="1166280" cy="461665"/>
          </a:xfrm>
          <a:prstGeom prst="rect">
            <a:avLst/>
          </a:prstGeom>
        </p:spPr>
        <p:txBody>
          <a:bodyPr wrap="square" rtlCol="0">
            <a:spAutoFit/>
          </a:bodyPr>
          <a:lstStyle/>
          <a:p>
            <a:pPr algn="ctr"/>
            <a:r>
              <a:rPr lang="zh-CN" altLang="en-US" sz="1200" dirty="0">
                <a:latin typeface="微软雅黑 Light" panose="020B0502040204020203" pitchFamily="34" charset="-122"/>
                <a:ea typeface="微软雅黑 Light" panose="020B0502040204020203" pitchFamily="34" charset="-122"/>
              </a:rPr>
              <a:t>目的地址</a:t>
            </a:r>
            <a:r>
              <a:rPr lang="en-US" altLang="zh-CN" sz="1200" dirty="0">
                <a:latin typeface="微软雅黑 Light" panose="020B0502040204020203" pitchFamily="34" charset="-122"/>
                <a:ea typeface="微软雅黑 Light" panose="020B0502040204020203" pitchFamily="34" charset="-122"/>
              </a:rPr>
              <a:t>10.1.1.200:1028</a:t>
            </a:r>
            <a:endParaRPr lang="zh-CN" altLang="en-US" sz="1200" dirty="0">
              <a:latin typeface="微软雅黑 Light" panose="020B0502040204020203" pitchFamily="34" charset="-122"/>
              <a:ea typeface="微软雅黑 Light" panose="020B0502040204020203" pitchFamily="34" charset="-122"/>
            </a:endParaRPr>
          </a:p>
        </p:txBody>
      </p:sp>
      <p:sp>
        <p:nvSpPr>
          <p:cNvPr id="35" name="文本框 34"/>
          <p:cNvSpPr txBox="1"/>
          <p:nvPr/>
        </p:nvSpPr>
        <p:spPr>
          <a:xfrm>
            <a:off x="6252730" y="2908310"/>
            <a:ext cx="815972" cy="276999"/>
          </a:xfrm>
          <a:prstGeom prst="rect">
            <a:avLst/>
          </a:prstGeom>
        </p:spPr>
        <p:txBody>
          <a:bodyPr wrap="square" rtlCol="0">
            <a:spAutoFit/>
          </a:bodyPr>
          <a:lstStyle/>
          <a:p>
            <a:r>
              <a:rPr lang="en-US" altLang="zh-CN" sz="1200" dirty="0">
                <a:latin typeface="微软雅黑 Light" panose="020B0502040204020203" pitchFamily="34" charset="-122"/>
                <a:ea typeface="微软雅黑 Light" panose="020B0502040204020203" pitchFamily="34" charset="-122"/>
              </a:rPr>
              <a:t>Host B</a:t>
            </a:r>
            <a:endParaRPr lang="zh-CN" altLang="en-US" sz="1200" dirty="0">
              <a:latin typeface="微软雅黑 Light" panose="020B0502040204020203" pitchFamily="34" charset="-122"/>
              <a:ea typeface="微软雅黑 Light" panose="020B0502040204020203" pitchFamily="34" charset="-122"/>
            </a:endParaRPr>
          </a:p>
        </p:txBody>
      </p:sp>
      <p:sp>
        <p:nvSpPr>
          <p:cNvPr id="36" name="文本框 35"/>
          <p:cNvSpPr txBox="1"/>
          <p:nvPr/>
        </p:nvSpPr>
        <p:spPr>
          <a:xfrm>
            <a:off x="5993903" y="3652561"/>
            <a:ext cx="1107885" cy="276999"/>
          </a:xfrm>
          <a:prstGeom prst="rect">
            <a:avLst/>
          </a:prstGeom>
        </p:spPr>
        <p:txBody>
          <a:bodyPr wrap="square" rtlCol="0">
            <a:spAutoFit/>
          </a:bodyPr>
          <a:lstStyle/>
          <a:p>
            <a:r>
              <a:rPr lang="en-US" altLang="zh-CN" sz="1200" dirty="0">
                <a:latin typeface="微软雅黑 Light" panose="020B0502040204020203" pitchFamily="34" charset="-122"/>
                <a:ea typeface="微软雅黑 Light" panose="020B0502040204020203" pitchFamily="34" charset="-122"/>
              </a:rPr>
              <a:t>10.1.1.100/8</a:t>
            </a:r>
            <a:endParaRPr lang="zh-CN" altLang="en-US" sz="1200" dirty="0">
              <a:latin typeface="微软雅黑 Light" panose="020B0502040204020203" pitchFamily="34" charset="-122"/>
              <a:ea typeface="微软雅黑 Light" panose="020B0502040204020203" pitchFamily="34" charset="-122"/>
            </a:endParaRPr>
          </a:p>
        </p:txBody>
      </p:sp>
      <p:cxnSp>
        <p:nvCxnSpPr>
          <p:cNvPr id="37" name="直接连接符 36"/>
          <p:cNvCxnSpPr/>
          <p:nvPr/>
        </p:nvCxnSpPr>
        <p:spPr>
          <a:xfrm>
            <a:off x="8047922" y="1408429"/>
            <a:ext cx="0" cy="2622832"/>
          </a:xfrm>
          <a:prstGeom prst="line">
            <a:avLst/>
          </a:prstGeom>
          <a:ln w="1905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38" name="文本框 37"/>
          <p:cNvSpPr txBox="1"/>
          <p:nvPr/>
        </p:nvSpPr>
        <p:spPr>
          <a:xfrm>
            <a:off x="8736412" y="2187640"/>
            <a:ext cx="815972" cy="276999"/>
          </a:xfrm>
          <a:prstGeom prst="rect">
            <a:avLst/>
          </a:prstGeom>
        </p:spPr>
        <p:txBody>
          <a:bodyPr wrap="square" rtlCol="0">
            <a:spAutoFit/>
          </a:bodyPr>
          <a:lstStyle/>
          <a:p>
            <a:r>
              <a:rPr lang="en-US" altLang="zh-CN" sz="1200" dirty="0">
                <a:latin typeface="微软雅黑 Light" panose="020B0502040204020203" pitchFamily="34" charset="-122"/>
                <a:ea typeface="微软雅黑 Light" panose="020B0502040204020203" pitchFamily="34" charset="-122"/>
              </a:rPr>
              <a:t>Router</a:t>
            </a:r>
            <a:endParaRPr lang="zh-CN" altLang="en-US" sz="1200" dirty="0">
              <a:latin typeface="微软雅黑 Light" panose="020B0502040204020203" pitchFamily="34" charset="-122"/>
              <a:ea typeface="微软雅黑 Light" panose="020B0502040204020203" pitchFamily="34" charset="-122"/>
            </a:endParaRPr>
          </a:p>
        </p:txBody>
      </p:sp>
      <p:cxnSp>
        <p:nvCxnSpPr>
          <p:cNvPr id="39" name="直接连接符 38"/>
          <p:cNvCxnSpPr>
            <a:endCxn id="11" idx="1"/>
          </p:cNvCxnSpPr>
          <p:nvPr/>
        </p:nvCxnSpPr>
        <p:spPr>
          <a:xfrm flipV="1">
            <a:off x="8047922" y="2699715"/>
            <a:ext cx="807450" cy="4282"/>
          </a:xfrm>
          <a:prstGeom prst="line">
            <a:avLst/>
          </a:prstGeom>
          <a:ln w="127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40" name="文本框 39"/>
          <p:cNvSpPr txBox="1"/>
          <p:nvPr/>
        </p:nvSpPr>
        <p:spPr>
          <a:xfrm>
            <a:off x="9552384" y="1628800"/>
            <a:ext cx="1773394" cy="461665"/>
          </a:xfrm>
          <a:prstGeom prst="rect">
            <a:avLst/>
          </a:prstGeom>
        </p:spPr>
        <p:txBody>
          <a:bodyPr wrap="square" rtlCol="0">
            <a:spAutoFit/>
          </a:bodyPr>
          <a:lstStyle/>
          <a:p>
            <a:pPr algn="ctr"/>
            <a:r>
              <a:rPr lang="zh-CN" altLang="en-US" sz="1200" dirty="0">
                <a:latin typeface="微软雅黑 Light" panose="020B0502040204020203" pitchFamily="34" charset="-122"/>
                <a:ea typeface="微软雅黑 Light" panose="020B0502040204020203" pitchFamily="34" charset="-122"/>
              </a:rPr>
              <a:t>源地址</a:t>
            </a:r>
            <a:endParaRPr lang="en-US" altLang="zh-CN" sz="1200" dirty="0">
              <a:latin typeface="微软雅黑 Light" panose="020B0502040204020203" pitchFamily="34" charset="-122"/>
              <a:ea typeface="微软雅黑 Light" panose="020B0502040204020203" pitchFamily="34" charset="-122"/>
            </a:endParaRPr>
          </a:p>
          <a:p>
            <a:r>
              <a:rPr lang="en-US" altLang="zh-CN" sz="1200" kern="1200" dirty="0">
                <a:solidFill>
                  <a:schemeClr val="dk1"/>
                </a:solidFill>
                <a:latin typeface="微软雅黑 Light" panose="020B0502040204020203" pitchFamily="34" charset="-122"/>
                <a:ea typeface="微软雅黑 Light" panose="020B0502040204020203" pitchFamily="34" charset="-122"/>
                <a:cs typeface="+mn-cs"/>
              </a:rPr>
              <a:t>162.105.178.65:16384</a:t>
            </a:r>
            <a:endParaRPr lang="zh-CN" altLang="en-US" sz="1200" dirty="0">
              <a:latin typeface="微软雅黑 Light" panose="020B0502040204020203" pitchFamily="34" charset="-122"/>
              <a:ea typeface="微软雅黑 Light" panose="020B0502040204020203" pitchFamily="34" charset="-122"/>
            </a:endParaRPr>
          </a:p>
        </p:txBody>
      </p:sp>
      <p:cxnSp>
        <p:nvCxnSpPr>
          <p:cNvPr id="41" name="直接连接符 40"/>
          <p:cNvCxnSpPr/>
          <p:nvPr/>
        </p:nvCxnSpPr>
        <p:spPr>
          <a:xfrm>
            <a:off x="9787573" y="3306076"/>
            <a:ext cx="973931" cy="0"/>
          </a:xfrm>
          <a:prstGeom prst="line">
            <a:avLst/>
          </a:prstGeom>
          <a:ln w="19050">
            <a:solidFill>
              <a:srgbClr val="0070C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2" name="直接连接符 41"/>
          <p:cNvCxnSpPr/>
          <p:nvPr/>
        </p:nvCxnSpPr>
        <p:spPr>
          <a:xfrm>
            <a:off x="9787573" y="3515626"/>
            <a:ext cx="973931" cy="0"/>
          </a:xfrm>
          <a:prstGeom prst="line">
            <a:avLst/>
          </a:prstGeom>
          <a:ln w="19050">
            <a:solidFill>
              <a:srgbClr val="00206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43" name="文本框 42"/>
          <p:cNvSpPr txBox="1"/>
          <p:nvPr/>
        </p:nvSpPr>
        <p:spPr>
          <a:xfrm>
            <a:off x="9505698" y="2221992"/>
            <a:ext cx="1773394" cy="461665"/>
          </a:xfrm>
          <a:prstGeom prst="rect">
            <a:avLst/>
          </a:prstGeom>
        </p:spPr>
        <p:txBody>
          <a:bodyPr wrap="square" rtlCol="0">
            <a:spAutoFit/>
          </a:bodyPr>
          <a:lstStyle/>
          <a:p>
            <a:pPr algn="ctr"/>
            <a:r>
              <a:rPr lang="zh-CN" altLang="en-US" sz="1200" dirty="0">
                <a:latin typeface="微软雅黑 Light" panose="020B0502040204020203" pitchFamily="34" charset="-122"/>
                <a:ea typeface="微软雅黑 Light" panose="020B0502040204020203" pitchFamily="34" charset="-122"/>
              </a:rPr>
              <a:t>目的地址</a:t>
            </a:r>
            <a:r>
              <a:rPr lang="en-US" altLang="zh-CN" sz="1200" kern="1200" dirty="0">
                <a:solidFill>
                  <a:schemeClr val="dk1"/>
                </a:solidFill>
                <a:latin typeface="微软雅黑 Light" panose="020B0502040204020203" pitchFamily="34" charset="-122"/>
                <a:ea typeface="微软雅黑 Light" panose="020B0502040204020203" pitchFamily="34" charset="-122"/>
                <a:cs typeface="+mn-cs"/>
              </a:rPr>
              <a:t>162.105.178.65:16384</a:t>
            </a:r>
            <a:endParaRPr lang="zh-CN" altLang="en-US" sz="1200" dirty="0">
              <a:latin typeface="微软雅黑 Light" panose="020B0502040204020203" pitchFamily="34" charset="-122"/>
              <a:ea typeface="微软雅黑 Light" panose="020B0502040204020203" pitchFamily="34" charset="-122"/>
            </a:endParaRPr>
          </a:p>
        </p:txBody>
      </p:sp>
      <p:sp>
        <p:nvSpPr>
          <p:cNvPr id="44" name="文本框 43"/>
          <p:cNvSpPr txBox="1"/>
          <p:nvPr/>
        </p:nvSpPr>
        <p:spPr>
          <a:xfrm>
            <a:off x="9420130" y="2810740"/>
            <a:ext cx="1773394" cy="461665"/>
          </a:xfrm>
          <a:prstGeom prst="rect">
            <a:avLst/>
          </a:prstGeom>
        </p:spPr>
        <p:txBody>
          <a:bodyPr wrap="square" rtlCol="0">
            <a:spAutoFit/>
          </a:bodyPr>
          <a:lstStyle/>
          <a:p>
            <a:pPr algn="ctr"/>
            <a:r>
              <a:rPr lang="zh-CN" altLang="en-US" sz="1200" dirty="0">
                <a:latin typeface="微软雅黑 Light" panose="020B0502040204020203" pitchFamily="34" charset="-122"/>
                <a:ea typeface="微软雅黑 Light" panose="020B0502040204020203" pitchFamily="34" charset="-122"/>
              </a:rPr>
              <a:t>源地址</a:t>
            </a:r>
            <a:endParaRPr lang="en-US" altLang="zh-CN" sz="1200" dirty="0">
              <a:latin typeface="微软雅黑 Light" panose="020B0502040204020203" pitchFamily="34" charset="-122"/>
              <a:ea typeface="微软雅黑 Light" panose="020B0502040204020203" pitchFamily="34" charset="-122"/>
            </a:endParaRPr>
          </a:p>
          <a:p>
            <a:r>
              <a:rPr lang="en-US" altLang="zh-CN" sz="1200" dirty="0">
                <a:latin typeface="微软雅黑 Light" panose="020B0502040204020203" pitchFamily="34" charset="-122"/>
                <a:ea typeface="微软雅黑 Light" panose="020B0502040204020203" pitchFamily="34" charset="-122"/>
              </a:rPr>
              <a:t>162.105.178.65:16400</a:t>
            </a:r>
            <a:endParaRPr lang="zh-CN" altLang="en-US" sz="1200" dirty="0">
              <a:latin typeface="微软雅黑 Light" panose="020B0502040204020203" pitchFamily="34" charset="-122"/>
              <a:ea typeface="微软雅黑 Light" panose="020B0502040204020203" pitchFamily="34" charset="-122"/>
            </a:endParaRPr>
          </a:p>
        </p:txBody>
      </p:sp>
      <p:sp>
        <p:nvSpPr>
          <p:cNvPr id="45" name="文本框 44"/>
          <p:cNvSpPr txBox="1"/>
          <p:nvPr/>
        </p:nvSpPr>
        <p:spPr>
          <a:xfrm>
            <a:off x="9450332" y="3525300"/>
            <a:ext cx="1773394" cy="461665"/>
          </a:xfrm>
          <a:prstGeom prst="rect">
            <a:avLst/>
          </a:prstGeom>
        </p:spPr>
        <p:txBody>
          <a:bodyPr wrap="square" rtlCol="0">
            <a:spAutoFit/>
          </a:bodyPr>
          <a:lstStyle/>
          <a:p>
            <a:pPr algn="ctr"/>
            <a:r>
              <a:rPr lang="zh-CN" altLang="en-US" sz="1200" dirty="0">
                <a:latin typeface="微软雅黑 Light" panose="020B0502040204020203" pitchFamily="34" charset="-122"/>
                <a:ea typeface="微软雅黑 Light" panose="020B0502040204020203" pitchFamily="34" charset="-122"/>
              </a:rPr>
              <a:t>目的地址</a:t>
            </a:r>
            <a:r>
              <a:rPr lang="en-US" altLang="zh-CN" sz="1200" dirty="0">
                <a:latin typeface="微软雅黑 Light" panose="020B0502040204020203" pitchFamily="34" charset="-122"/>
                <a:ea typeface="微软雅黑 Light" panose="020B0502040204020203" pitchFamily="34" charset="-122"/>
              </a:rPr>
              <a:t>162.105.178.65:16400</a:t>
            </a:r>
            <a:endParaRPr lang="zh-CN" altLang="en-US" sz="1200" dirty="0">
              <a:latin typeface="微软雅黑 Light" panose="020B0502040204020203" pitchFamily="34" charset="-122"/>
              <a:ea typeface="微软雅黑 Light" panose="020B0502040204020203" pitchFamily="34" charset="-122"/>
            </a:endParaRPr>
          </a:p>
        </p:txBody>
      </p:sp>
      <p:grpSp>
        <p:nvGrpSpPr>
          <p:cNvPr id="53" name="组合 52"/>
          <p:cNvGrpSpPr/>
          <p:nvPr/>
        </p:nvGrpSpPr>
        <p:grpSpPr>
          <a:xfrm>
            <a:off x="5924298" y="4724602"/>
            <a:ext cx="383150" cy="1055497"/>
            <a:chOff x="5937267" y="4724602"/>
            <a:chExt cx="973931" cy="1055497"/>
          </a:xfrm>
        </p:grpSpPr>
        <p:cxnSp>
          <p:nvCxnSpPr>
            <p:cNvPr id="46" name="直接连接符 45"/>
            <p:cNvCxnSpPr/>
            <p:nvPr/>
          </p:nvCxnSpPr>
          <p:spPr>
            <a:xfrm>
              <a:off x="5937267" y="4724602"/>
              <a:ext cx="973931" cy="0"/>
            </a:xfrm>
            <a:prstGeom prst="line">
              <a:avLst/>
            </a:prstGeom>
            <a:ln w="19050">
              <a:solidFill>
                <a:srgbClr val="C0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7" name="直接连接符 46"/>
            <p:cNvCxnSpPr/>
            <p:nvPr/>
          </p:nvCxnSpPr>
          <p:spPr>
            <a:xfrm>
              <a:off x="5937267" y="5065405"/>
              <a:ext cx="973931" cy="0"/>
            </a:xfrm>
            <a:prstGeom prst="line">
              <a:avLst/>
            </a:prstGeom>
            <a:ln w="19050">
              <a:solidFill>
                <a:srgbClr val="FFC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8" name="直接连接符 47"/>
            <p:cNvCxnSpPr/>
            <p:nvPr/>
          </p:nvCxnSpPr>
          <p:spPr>
            <a:xfrm>
              <a:off x="5937267" y="5414271"/>
              <a:ext cx="973931" cy="0"/>
            </a:xfrm>
            <a:prstGeom prst="line">
              <a:avLst/>
            </a:prstGeom>
            <a:ln w="19050">
              <a:solidFill>
                <a:srgbClr val="0070C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9" name="直接连接符 48"/>
            <p:cNvCxnSpPr/>
            <p:nvPr/>
          </p:nvCxnSpPr>
          <p:spPr>
            <a:xfrm>
              <a:off x="5937267" y="5780099"/>
              <a:ext cx="973931" cy="0"/>
            </a:xfrm>
            <a:prstGeom prst="line">
              <a:avLst/>
            </a:prstGeom>
            <a:ln w="19050">
              <a:solidFill>
                <a:srgbClr val="00206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sp>
        <p:nvSpPr>
          <p:cNvPr id="50" name="文本框 49"/>
          <p:cNvSpPr txBox="1"/>
          <p:nvPr/>
        </p:nvSpPr>
        <p:spPr>
          <a:xfrm>
            <a:off x="6262846" y="4930213"/>
            <a:ext cx="2137410" cy="276999"/>
          </a:xfrm>
          <a:prstGeom prst="rect">
            <a:avLst/>
          </a:prstGeom>
        </p:spPr>
        <p:txBody>
          <a:bodyPr wrap="square" rtlCol="0">
            <a:spAutoFit/>
          </a:bodyPr>
          <a:lstStyle/>
          <a:p>
            <a:r>
              <a:rPr lang="en-US" altLang="zh-CN" sz="1200" dirty="0">
                <a:latin typeface="微软雅黑 Light" panose="020B0502040204020203" pitchFamily="34" charset="-122"/>
                <a:ea typeface="微软雅黑 Light" panose="020B0502040204020203" pitchFamily="34" charset="-122"/>
              </a:rPr>
              <a:t>Server</a:t>
            </a:r>
            <a:r>
              <a:rPr lang="zh-CN" altLang="en-US" sz="1200" dirty="0">
                <a:latin typeface="微软雅黑 Light" panose="020B0502040204020203" pitchFamily="34" charset="-122"/>
                <a:ea typeface="微软雅黑 Light" panose="020B0502040204020203" pitchFamily="34" charset="-122"/>
              </a:rPr>
              <a:t>响应</a:t>
            </a:r>
            <a:r>
              <a:rPr lang="en-US" altLang="zh-CN" sz="1200" dirty="0" err="1">
                <a:latin typeface="微软雅黑 Light" panose="020B0502040204020203" pitchFamily="34" charset="-122"/>
                <a:ea typeface="微软雅黑 Light" panose="020B0502040204020203" pitchFamily="34" charset="-122"/>
              </a:rPr>
              <a:t>HostA</a:t>
            </a:r>
            <a:r>
              <a:rPr lang="zh-CN" altLang="en-US" sz="1200" dirty="0">
                <a:latin typeface="微软雅黑 Light" panose="020B0502040204020203" pitchFamily="34" charset="-122"/>
                <a:ea typeface="微软雅黑 Light" panose="020B0502040204020203" pitchFamily="34" charset="-122"/>
              </a:rPr>
              <a:t>访问</a:t>
            </a:r>
            <a:endParaRPr lang="zh-CN" altLang="en-US" sz="1200" dirty="0">
              <a:latin typeface="微软雅黑 Light" panose="020B0502040204020203" pitchFamily="34" charset="-122"/>
              <a:ea typeface="微软雅黑 Light" panose="020B0502040204020203" pitchFamily="34" charset="-122"/>
            </a:endParaRPr>
          </a:p>
        </p:txBody>
      </p:sp>
      <p:sp>
        <p:nvSpPr>
          <p:cNvPr id="51" name="文本框 50"/>
          <p:cNvSpPr txBox="1"/>
          <p:nvPr/>
        </p:nvSpPr>
        <p:spPr>
          <a:xfrm>
            <a:off x="6262846" y="5317548"/>
            <a:ext cx="2137410" cy="276999"/>
          </a:xfrm>
          <a:prstGeom prst="rect">
            <a:avLst/>
          </a:prstGeom>
        </p:spPr>
        <p:txBody>
          <a:bodyPr wrap="square" rtlCol="0">
            <a:spAutoFit/>
          </a:bodyPr>
          <a:lstStyle/>
          <a:p>
            <a:r>
              <a:rPr lang="en-US" altLang="zh-CN" sz="1200" dirty="0">
                <a:latin typeface="微软雅黑 Light" panose="020B0502040204020203" pitchFamily="34" charset="-122"/>
                <a:ea typeface="微软雅黑 Light" panose="020B0502040204020203" pitchFamily="34" charset="-122"/>
              </a:rPr>
              <a:t>Host B</a:t>
            </a:r>
            <a:r>
              <a:rPr lang="zh-CN" altLang="en-US" sz="1200" dirty="0">
                <a:latin typeface="微软雅黑 Light" panose="020B0502040204020203" pitchFamily="34" charset="-122"/>
                <a:ea typeface="微软雅黑 Light" panose="020B0502040204020203" pitchFamily="34" charset="-122"/>
              </a:rPr>
              <a:t>发起访问</a:t>
            </a:r>
            <a:endParaRPr lang="zh-CN" altLang="en-US" sz="1200" dirty="0">
              <a:latin typeface="微软雅黑 Light" panose="020B0502040204020203" pitchFamily="34" charset="-122"/>
              <a:ea typeface="微软雅黑 Light" panose="020B0502040204020203" pitchFamily="34" charset="-122"/>
            </a:endParaRPr>
          </a:p>
        </p:txBody>
      </p:sp>
      <p:sp>
        <p:nvSpPr>
          <p:cNvPr id="52" name="文本框 51"/>
          <p:cNvSpPr txBox="1"/>
          <p:nvPr/>
        </p:nvSpPr>
        <p:spPr>
          <a:xfrm>
            <a:off x="6262846" y="5644773"/>
            <a:ext cx="2137410" cy="276999"/>
          </a:xfrm>
          <a:prstGeom prst="rect">
            <a:avLst/>
          </a:prstGeom>
        </p:spPr>
        <p:txBody>
          <a:bodyPr wrap="square" rtlCol="0">
            <a:spAutoFit/>
          </a:bodyPr>
          <a:lstStyle/>
          <a:p>
            <a:r>
              <a:rPr lang="en-US" altLang="zh-CN" sz="1200" dirty="0">
                <a:latin typeface="微软雅黑 Light" panose="020B0502040204020203" pitchFamily="34" charset="-122"/>
                <a:ea typeface="微软雅黑 Light" panose="020B0502040204020203" pitchFamily="34" charset="-122"/>
              </a:rPr>
              <a:t>Server</a:t>
            </a:r>
            <a:r>
              <a:rPr lang="zh-CN" altLang="en-US" sz="1200" dirty="0">
                <a:latin typeface="微软雅黑 Light" panose="020B0502040204020203" pitchFamily="34" charset="-122"/>
                <a:ea typeface="微软雅黑 Light" panose="020B0502040204020203" pitchFamily="34" charset="-122"/>
              </a:rPr>
              <a:t>响应</a:t>
            </a:r>
            <a:r>
              <a:rPr lang="en-US" altLang="zh-CN" sz="1200" dirty="0" err="1">
                <a:latin typeface="微软雅黑 Light" panose="020B0502040204020203" pitchFamily="34" charset="-122"/>
                <a:ea typeface="微软雅黑 Light" panose="020B0502040204020203" pitchFamily="34" charset="-122"/>
              </a:rPr>
              <a:t>HostB</a:t>
            </a:r>
            <a:r>
              <a:rPr lang="zh-CN" altLang="en-US" sz="1200" dirty="0">
                <a:latin typeface="微软雅黑 Light" panose="020B0502040204020203" pitchFamily="34" charset="-122"/>
                <a:ea typeface="微软雅黑 Light" panose="020B0502040204020203" pitchFamily="34" charset="-122"/>
              </a:rPr>
              <a:t>访问</a:t>
            </a:r>
            <a:endParaRPr lang="zh-CN" altLang="en-US" sz="1200" dirty="0">
              <a:latin typeface="微软雅黑 Light" panose="020B0502040204020203" pitchFamily="34" charset="-122"/>
              <a:ea typeface="微软雅黑 Light" panose="020B0502040204020203" pitchFamily="34" charset="-122"/>
            </a:endParaRPr>
          </a:p>
        </p:txBody>
      </p:sp>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NAT</a:t>
            </a:r>
            <a:r>
              <a:rPr lang="zh-CN" altLang="en-US" dirty="0"/>
              <a:t>原理 </a:t>
            </a:r>
            <a:r>
              <a:rPr lang="en-US" altLang="zh-CN" dirty="0"/>
              <a:t>– NAT Server</a:t>
            </a:r>
            <a:endParaRPr lang="zh-CN" altLang="en-US" dirty="0"/>
          </a:p>
        </p:txBody>
      </p:sp>
      <p:sp>
        <p:nvSpPr>
          <p:cNvPr id="3" name="内容占位符 2"/>
          <p:cNvSpPr>
            <a:spLocks noGrp="1"/>
          </p:cNvSpPr>
          <p:nvPr>
            <p:ph idx="1"/>
          </p:nvPr>
        </p:nvSpPr>
        <p:spPr>
          <a:xfrm>
            <a:off x="334435" y="1052514"/>
            <a:ext cx="6049598" cy="5437187"/>
          </a:xfrm>
        </p:spPr>
        <p:txBody>
          <a:bodyPr>
            <a:normAutofit fontScale="62500" lnSpcReduction="20000"/>
          </a:bodyPr>
          <a:lstStyle/>
          <a:p>
            <a:pPr>
              <a:lnSpc>
                <a:spcPct val="120000"/>
              </a:lnSpc>
            </a:pPr>
            <a:r>
              <a:rPr lang="en-US" altLang="zh-CN" sz="3200" dirty="0"/>
              <a:t>NAT</a:t>
            </a:r>
            <a:r>
              <a:rPr lang="zh-CN" altLang="en-US" sz="3200" dirty="0"/>
              <a:t>具有“屏蔽”内部主机的作用，但有时内网需要向外网提供服务。这种情况下需要内网的服务器不被“屏蔽”，外网用户可以随时访问内网服务器</a:t>
            </a:r>
            <a:endParaRPr lang="zh-CN" altLang="en-US" sz="3200" dirty="0"/>
          </a:p>
          <a:p>
            <a:pPr>
              <a:lnSpc>
                <a:spcPct val="120000"/>
              </a:lnSpc>
            </a:pPr>
            <a:r>
              <a:rPr lang="en-US" altLang="zh-CN" sz="3200" dirty="0"/>
              <a:t>NAT Server</a:t>
            </a:r>
            <a:r>
              <a:rPr lang="zh-CN" altLang="en-US" sz="3200" dirty="0"/>
              <a:t>：外网用户访问内网服务器时，通过事先配置好的“公网</a:t>
            </a:r>
            <a:r>
              <a:rPr lang="en-US" altLang="zh-CN" sz="3200" dirty="0"/>
              <a:t>IP</a:t>
            </a:r>
            <a:r>
              <a:rPr lang="zh-CN" altLang="en-US" sz="3200" dirty="0"/>
              <a:t>地址</a:t>
            </a:r>
            <a:r>
              <a:rPr lang="en-US" altLang="zh-CN" sz="3200" dirty="0"/>
              <a:t>+</a:t>
            </a:r>
            <a:r>
              <a:rPr lang="zh-CN" altLang="en-US" sz="3200" dirty="0"/>
              <a:t>端口号”与“私网</a:t>
            </a:r>
            <a:r>
              <a:rPr lang="en-US" altLang="zh-CN" sz="3200" dirty="0"/>
              <a:t>IP</a:t>
            </a:r>
            <a:r>
              <a:rPr lang="zh-CN" altLang="en-US" sz="3200" dirty="0"/>
              <a:t>地址</a:t>
            </a:r>
            <a:r>
              <a:rPr lang="en-US" altLang="zh-CN" sz="3200" dirty="0"/>
              <a:t>+</a:t>
            </a:r>
            <a:r>
              <a:rPr lang="zh-CN" altLang="en-US" sz="3200" dirty="0"/>
              <a:t>端口号”间的映射关系，将服务器的“公网</a:t>
            </a:r>
            <a:r>
              <a:rPr lang="en-US" altLang="zh-CN" sz="3200" dirty="0"/>
              <a:t>IP</a:t>
            </a:r>
            <a:r>
              <a:rPr lang="zh-CN" altLang="en-US" sz="3200" dirty="0"/>
              <a:t>地址</a:t>
            </a:r>
            <a:r>
              <a:rPr lang="en-US" altLang="zh-CN" sz="3200" dirty="0"/>
              <a:t>+</a:t>
            </a:r>
            <a:r>
              <a:rPr lang="zh-CN" altLang="en-US" sz="3200" dirty="0"/>
              <a:t>端口号”根据映射关系替换成对应的“私网</a:t>
            </a:r>
            <a:r>
              <a:rPr lang="en-US" altLang="zh-CN" sz="3200" dirty="0"/>
              <a:t>IP</a:t>
            </a:r>
            <a:r>
              <a:rPr lang="zh-CN" altLang="en-US" sz="3200" dirty="0"/>
              <a:t>地址</a:t>
            </a:r>
            <a:r>
              <a:rPr lang="en-US" altLang="zh-CN" sz="3200" dirty="0"/>
              <a:t>+</a:t>
            </a:r>
            <a:r>
              <a:rPr lang="zh-CN" altLang="en-US" sz="3200" dirty="0"/>
              <a:t>端口号”</a:t>
            </a:r>
            <a:endParaRPr lang="zh-CN" altLang="en-US" sz="3200" dirty="0"/>
          </a:p>
          <a:p>
            <a:pPr>
              <a:lnSpc>
                <a:spcPct val="120000"/>
              </a:lnSpc>
            </a:pPr>
            <a:r>
              <a:rPr lang="zh-CN" altLang="en-US" sz="3200" dirty="0"/>
              <a:t>地址转换过程：</a:t>
            </a:r>
            <a:endParaRPr lang="zh-CN" altLang="en-US" sz="3200" dirty="0"/>
          </a:p>
          <a:p>
            <a:pPr lvl="1">
              <a:lnSpc>
                <a:spcPct val="120000"/>
              </a:lnSpc>
            </a:pPr>
            <a:r>
              <a:rPr lang="zh-CN" altLang="en-US" sz="2600" dirty="0"/>
              <a:t>在</a:t>
            </a:r>
            <a:r>
              <a:rPr lang="en-US" altLang="zh-CN" sz="2600" dirty="0"/>
              <a:t>Router</a:t>
            </a:r>
            <a:r>
              <a:rPr lang="zh-CN" altLang="en-US" sz="2600" dirty="0"/>
              <a:t>上配置</a:t>
            </a:r>
            <a:r>
              <a:rPr lang="en-US" altLang="zh-CN" sz="2600" dirty="0"/>
              <a:t>NAT Server</a:t>
            </a:r>
            <a:r>
              <a:rPr lang="zh-CN" altLang="en-US" sz="2600" dirty="0"/>
              <a:t>的转换表项</a:t>
            </a:r>
            <a:endParaRPr lang="zh-CN" altLang="en-US" sz="2600" dirty="0"/>
          </a:p>
          <a:p>
            <a:pPr lvl="1">
              <a:lnSpc>
                <a:spcPct val="120000"/>
              </a:lnSpc>
            </a:pPr>
            <a:r>
              <a:rPr lang="en-US" altLang="zh-CN" sz="2600" dirty="0"/>
              <a:t>Router</a:t>
            </a:r>
            <a:r>
              <a:rPr lang="zh-CN" altLang="en-US" sz="2600" dirty="0"/>
              <a:t>收到公网用户发起的访问请求，设备根据该请求的“目的</a:t>
            </a:r>
            <a:r>
              <a:rPr lang="en-US" altLang="zh-CN" sz="2600" dirty="0"/>
              <a:t>IP+</a:t>
            </a:r>
            <a:r>
              <a:rPr lang="zh-CN" altLang="en-US" sz="2600" dirty="0"/>
              <a:t>端口号”查找</a:t>
            </a:r>
            <a:r>
              <a:rPr lang="en-US" altLang="zh-CN" sz="2600" dirty="0"/>
              <a:t>NAT Server</a:t>
            </a:r>
            <a:r>
              <a:rPr lang="zh-CN" altLang="en-US" sz="2600" dirty="0"/>
              <a:t>转换表项，找出对应的“私网</a:t>
            </a:r>
            <a:r>
              <a:rPr lang="en-US" altLang="zh-CN" sz="2600" dirty="0"/>
              <a:t>IP+</a:t>
            </a:r>
            <a:r>
              <a:rPr lang="zh-CN" altLang="en-US" sz="2600" dirty="0"/>
              <a:t>端口号”，然后用查找结果替换报文的“目的</a:t>
            </a:r>
            <a:r>
              <a:rPr lang="en-US" altLang="zh-CN" sz="2600" dirty="0"/>
              <a:t>IP+</a:t>
            </a:r>
            <a:r>
              <a:rPr lang="zh-CN" altLang="en-US" sz="2600" dirty="0"/>
              <a:t>端口号”</a:t>
            </a:r>
            <a:endParaRPr lang="zh-CN" altLang="en-US" sz="2600" dirty="0"/>
          </a:p>
          <a:p>
            <a:pPr lvl="1">
              <a:lnSpc>
                <a:spcPct val="120000"/>
              </a:lnSpc>
            </a:pPr>
            <a:r>
              <a:rPr lang="en-US" altLang="zh-CN" sz="2600" dirty="0"/>
              <a:t>Router</a:t>
            </a:r>
            <a:r>
              <a:rPr lang="zh-CN" altLang="en-US" sz="2600" dirty="0"/>
              <a:t>收到内网服务器的回应报文后，根据该回应报文的“源</a:t>
            </a:r>
            <a:r>
              <a:rPr lang="en-US" altLang="zh-CN" sz="2600" dirty="0"/>
              <a:t>IP</a:t>
            </a:r>
            <a:r>
              <a:rPr lang="zh-CN" altLang="en-US" sz="2600" dirty="0"/>
              <a:t>地址＋源端口号”查找</a:t>
            </a:r>
            <a:r>
              <a:rPr lang="en-US" altLang="zh-CN" sz="2600" dirty="0"/>
              <a:t>NAT Server</a:t>
            </a:r>
            <a:r>
              <a:rPr lang="zh-CN" altLang="en-US" sz="2600" dirty="0"/>
              <a:t>转换表项，找出对应的“公网</a:t>
            </a:r>
            <a:r>
              <a:rPr lang="en-US" altLang="zh-CN" sz="2600" dirty="0"/>
              <a:t>IP+</a:t>
            </a:r>
            <a:r>
              <a:rPr lang="zh-CN" altLang="en-US" sz="2600" dirty="0"/>
              <a:t>端口号”，然后用查找结果替换报文的“源</a:t>
            </a:r>
            <a:r>
              <a:rPr lang="en-US" altLang="zh-CN" sz="2600" dirty="0"/>
              <a:t>IP</a:t>
            </a:r>
            <a:r>
              <a:rPr lang="zh-CN" altLang="en-US" sz="2600" dirty="0"/>
              <a:t>地址＋源端口号”</a:t>
            </a:r>
            <a:endParaRPr lang="zh-CN" altLang="en-US" sz="2600" dirty="0"/>
          </a:p>
          <a:p>
            <a:endParaRPr lang="zh-CN" altLang="en-US" dirty="0"/>
          </a:p>
        </p:txBody>
      </p:sp>
      <p:sp>
        <p:nvSpPr>
          <p:cNvPr id="4" name="灯片编号占位符 3"/>
          <p:cNvSpPr>
            <a:spLocks noGrp="1"/>
          </p:cNvSpPr>
          <p:nvPr>
            <p:ph type="sldNum" sz="quarter" idx="12"/>
          </p:nvPr>
        </p:nvSpPr>
        <p:spPr/>
        <p:txBody>
          <a:bodyPr/>
          <a:lstStyle/>
          <a:p>
            <a:pPr>
              <a:defRPr/>
            </a:pPr>
            <a:fld id="{816960B2-2B11-492C-B588-5290E1274F96}" type="slidenum">
              <a:rPr lang="en-US" altLang="zh-CN" smtClean="0"/>
            </a:fld>
            <a:endParaRPr lang="en-US" altLang="zh-CN" dirty="0"/>
          </a:p>
        </p:txBody>
      </p:sp>
      <p:pic>
        <p:nvPicPr>
          <p:cNvPr id="10" name="图片 9"/>
          <p:cNvPicPr>
            <a:picLocks noChangeAspect="1"/>
          </p:cNvPicPr>
          <p:nvPr/>
        </p:nvPicPr>
        <p:blipFill>
          <a:blip r:embed="rId1"/>
          <a:stretch>
            <a:fillRect/>
          </a:stretch>
        </p:blipFill>
        <p:spPr>
          <a:xfrm>
            <a:off x="8637514" y="2732713"/>
            <a:ext cx="440034" cy="375054"/>
          </a:xfrm>
          <a:prstGeom prst="rect">
            <a:avLst/>
          </a:prstGeom>
        </p:spPr>
      </p:pic>
      <p:pic>
        <p:nvPicPr>
          <p:cNvPr id="11" name="图片 10"/>
          <p:cNvPicPr>
            <a:picLocks noChangeAspect="1"/>
          </p:cNvPicPr>
          <p:nvPr/>
        </p:nvPicPr>
        <p:blipFill>
          <a:blip r:embed="rId2"/>
          <a:stretch>
            <a:fillRect/>
          </a:stretch>
        </p:blipFill>
        <p:spPr>
          <a:xfrm>
            <a:off x="6831215" y="2710944"/>
            <a:ext cx="448492" cy="418592"/>
          </a:xfrm>
          <a:prstGeom prst="rect">
            <a:avLst/>
          </a:prstGeom>
        </p:spPr>
      </p:pic>
      <p:cxnSp>
        <p:nvCxnSpPr>
          <p:cNvPr id="12" name="直接连接符 11"/>
          <p:cNvCxnSpPr>
            <a:stCxn id="11" idx="3"/>
            <a:endCxn id="10" idx="1"/>
          </p:cNvCxnSpPr>
          <p:nvPr/>
        </p:nvCxnSpPr>
        <p:spPr>
          <a:xfrm>
            <a:off x="7279707" y="2920240"/>
            <a:ext cx="1357807" cy="0"/>
          </a:xfrm>
          <a:prstGeom prst="line">
            <a:avLst/>
          </a:prstGeom>
          <a:ln w="127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nvCxnSpPr>
        <p:spPr>
          <a:xfrm>
            <a:off x="9077548" y="2920240"/>
            <a:ext cx="1357807" cy="0"/>
          </a:xfrm>
          <a:prstGeom prst="line">
            <a:avLst/>
          </a:prstGeom>
          <a:ln w="127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p:nvCxnSpPr>
        <p:spPr>
          <a:xfrm>
            <a:off x="7471644" y="2820227"/>
            <a:ext cx="973931" cy="0"/>
          </a:xfrm>
          <a:prstGeom prst="line">
            <a:avLst/>
          </a:prstGeom>
          <a:ln>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a:off x="7471644" y="3029777"/>
            <a:ext cx="973931" cy="0"/>
          </a:xfrm>
          <a:prstGeom prst="line">
            <a:avLst/>
          </a:prstGeom>
          <a:ln>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nvCxnSpPr>
        <p:spPr>
          <a:xfrm>
            <a:off x="9242422" y="3029777"/>
            <a:ext cx="973931" cy="0"/>
          </a:xfrm>
          <a:prstGeom prst="line">
            <a:avLst/>
          </a:prstGeom>
          <a:ln>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a:off x="9248693" y="2820227"/>
            <a:ext cx="973931" cy="0"/>
          </a:xfrm>
          <a:prstGeom prst="line">
            <a:avLst/>
          </a:prstGeom>
          <a:ln>
            <a:headEnd type="triangle" w="med" len="med"/>
            <a:tailEnd type="none" w="med" len="med"/>
          </a:ln>
        </p:spPr>
        <p:style>
          <a:lnRef idx="1">
            <a:schemeClr val="accent1"/>
          </a:lnRef>
          <a:fillRef idx="0">
            <a:schemeClr val="accent1"/>
          </a:fillRef>
          <a:effectRef idx="0">
            <a:schemeClr val="accent1"/>
          </a:effectRef>
          <a:fontRef idx="minor">
            <a:schemeClr val="tx1"/>
          </a:fontRef>
        </p:style>
      </p:cxnSp>
      <p:graphicFrame>
        <p:nvGraphicFramePr>
          <p:cNvPr id="18" name="表格 24"/>
          <p:cNvGraphicFramePr>
            <a:graphicFrameLocks noGrp="1"/>
          </p:cNvGraphicFramePr>
          <p:nvPr/>
        </p:nvGraphicFramePr>
        <p:xfrm>
          <a:off x="8138392" y="1352547"/>
          <a:ext cx="2313000" cy="875718"/>
        </p:xfrm>
        <a:graphic>
          <a:graphicData uri="http://schemas.openxmlformats.org/drawingml/2006/table">
            <a:tbl>
              <a:tblPr firstRow="1" bandRow="1">
                <a:tableStyleId>{D7AC3CCA-C797-4891-BE02-D94E43425B78}</a:tableStyleId>
              </a:tblPr>
              <a:tblGrid>
                <a:gridCol w="2313000"/>
              </a:tblGrid>
              <a:tr h="257742">
                <a:tc>
                  <a:txBody>
                    <a:bodyPr/>
                    <a:lstStyle/>
                    <a:p>
                      <a:pPr algn="ctr"/>
                      <a:r>
                        <a:rPr lang="en-US" altLang="zh-CN" sz="1200" dirty="0">
                          <a:latin typeface="微软雅黑 Light" panose="020B0502040204020203" pitchFamily="34" charset="-122"/>
                          <a:ea typeface="微软雅黑 Light" panose="020B0502040204020203" pitchFamily="34" charset="-122"/>
                        </a:rPr>
                        <a:t>NAT Server</a:t>
                      </a:r>
                      <a:r>
                        <a:rPr lang="zh-CN" altLang="en-US" sz="1200" dirty="0">
                          <a:latin typeface="微软雅黑 Light" panose="020B0502040204020203" pitchFamily="34" charset="-122"/>
                          <a:ea typeface="微软雅黑 Light" panose="020B0502040204020203" pitchFamily="34" charset="-122"/>
                        </a:rPr>
                        <a:t>：</a:t>
                      </a:r>
                      <a:endParaRPr lang="zh-CN" altLang="en-US" sz="1200" dirty="0">
                        <a:latin typeface="微软雅黑 Light" panose="020B0502040204020203" pitchFamily="34" charset="-122"/>
                        <a:ea typeface="微软雅黑 Light" panose="020B0502040204020203" pitchFamily="34" charset="-122"/>
                      </a:endParaRPr>
                    </a:p>
                  </a:txBody>
                  <a:tcPr>
                    <a:solidFill>
                      <a:schemeClr val="bg1"/>
                    </a:solidFill>
                  </a:tcPr>
                </a:tc>
              </a:tr>
              <a:tr h="601398">
                <a:tc>
                  <a:txBody>
                    <a:bodyPr/>
                    <a:lstStyle/>
                    <a:p>
                      <a:pPr algn="ctr"/>
                      <a:r>
                        <a:rPr lang="en-US" altLang="zh-CN" sz="1200" dirty="0">
                          <a:latin typeface="微软雅黑 Light" panose="020B0502040204020203" pitchFamily="34" charset="-122"/>
                          <a:ea typeface="微软雅黑 Light" panose="020B0502040204020203" pitchFamily="34" charset="-122"/>
                        </a:rPr>
                        <a:t>Global:209.102.1.68:80</a:t>
                      </a:r>
                      <a:endParaRPr lang="en-US" altLang="zh-CN" sz="1200" dirty="0">
                        <a:latin typeface="微软雅黑 Light" panose="020B0502040204020203" pitchFamily="34" charset="-122"/>
                        <a:ea typeface="微软雅黑 Light" panose="020B0502040204020203" pitchFamily="34" charset="-122"/>
                      </a:endParaRPr>
                    </a:p>
                    <a:p>
                      <a:pPr algn="ctr"/>
                      <a:r>
                        <a:rPr lang="en-US" altLang="zh-CN" sz="1200" dirty="0">
                          <a:latin typeface="微软雅黑 Light" panose="020B0502040204020203" pitchFamily="34" charset="-122"/>
                          <a:ea typeface="微软雅黑 Light" panose="020B0502040204020203" pitchFamily="34" charset="-122"/>
                        </a:rPr>
                        <a:t>Local:192.168.1.68:80</a:t>
                      </a:r>
                      <a:endParaRPr lang="zh-CN" altLang="en-US" sz="1200" dirty="0">
                        <a:latin typeface="微软雅黑 Light" panose="020B0502040204020203" pitchFamily="34" charset="-122"/>
                        <a:ea typeface="微软雅黑 Light" panose="020B0502040204020203" pitchFamily="34" charset="-122"/>
                      </a:endParaRPr>
                    </a:p>
                  </a:txBody>
                  <a:tcPr>
                    <a:solidFill>
                      <a:schemeClr val="bg1"/>
                    </a:solidFill>
                  </a:tcPr>
                </a:tc>
              </a:tr>
            </a:tbl>
          </a:graphicData>
        </a:graphic>
      </p:graphicFrame>
      <p:graphicFrame>
        <p:nvGraphicFramePr>
          <p:cNvPr id="19" name="表格 25"/>
          <p:cNvGraphicFramePr>
            <a:graphicFrameLocks noGrp="1"/>
          </p:cNvGraphicFramePr>
          <p:nvPr/>
        </p:nvGraphicFramePr>
        <p:xfrm>
          <a:off x="7565102" y="4858194"/>
          <a:ext cx="3785828" cy="1483360"/>
        </p:xfrm>
        <a:graphic>
          <a:graphicData uri="http://schemas.openxmlformats.org/drawingml/2006/table">
            <a:tbl>
              <a:tblPr firstRow="1" bandRow="1">
                <a:tableStyleId>{5940675A-B579-460E-94D1-54222C63F5DA}</a:tableStyleId>
              </a:tblPr>
              <a:tblGrid>
                <a:gridCol w="1271535"/>
                <a:gridCol w="1271535"/>
                <a:gridCol w="1242758"/>
              </a:tblGrid>
              <a:tr h="370840">
                <a:tc gridSpan="3">
                  <a:txBody>
                    <a:bodyPr/>
                    <a:lstStyle/>
                    <a:p>
                      <a:pPr marL="0" algn="ctr" defTabSz="914400" rtl="0" eaLnBrk="1" latinLnBrk="0" hangingPunct="1"/>
                      <a:r>
                        <a:rPr lang="en-US" altLang="zh-CN" sz="1200" kern="1200" dirty="0">
                          <a:solidFill>
                            <a:schemeClr val="dk1"/>
                          </a:solidFill>
                          <a:latin typeface="微软雅黑 Light" panose="020B0502040204020203" pitchFamily="34" charset="-122"/>
                          <a:ea typeface="微软雅黑 Light" panose="020B0502040204020203" pitchFamily="34" charset="-122"/>
                          <a:cs typeface="+mn-cs"/>
                        </a:rPr>
                        <a:t>NAT table</a:t>
                      </a:r>
                      <a:endParaRPr lang="zh-CN" altLang="en-US" sz="1200" kern="1200" dirty="0">
                        <a:solidFill>
                          <a:schemeClr val="dk1"/>
                        </a:solidFill>
                        <a:latin typeface="微软雅黑 Light" panose="020B0502040204020203" pitchFamily="34" charset="-122"/>
                        <a:ea typeface="微软雅黑 Light" panose="020B0502040204020203" pitchFamily="34" charset="-122"/>
                        <a:cs typeface="+mn-cs"/>
                      </a:endParaRPr>
                    </a:p>
                  </a:txBody>
                  <a:tcPr/>
                </a:tc>
                <a:tc hMerge="1">
                  <a:tcPr/>
                </a:tc>
                <a:tc hMerge="1">
                  <a:tcPr/>
                </a:tc>
              </a:tr>
              <a:tr h="370840">
                <a:tc>
                  <a:txBody>
                    <a:bodyPr/>
                    <a:lstStyle/>
                    <a:p>
                      <a:pPr marL="0" algn="ctr" defTabSz="914400" rtl="0" eaLnBrk="1" latinLnBrk="0" hangingPunct="1"/>
                      <a:r>
                        <a:rPr lang="en-US" altLang="zh-CN" sz="1200" kern="1200" dirty="0">
                          <a:solidFill>
                            <a:schemeClr val="dk1"/>
                          </a:solidFill>
                          <a:latin typeface="微软雅黑 Light" panose="020B0502040204020203" pitchFamily="34" charset="-122"/>
                          <a:ea typeface="微软雅黑 Light" panose="020B0502040204020203" pitchFamily="34" charset="-122"/>
                          <a:cs typeface="+mn-cs"/>
                        </a:rPr>
                        <a:t>Way</a:t>
                      </a:r>
                      <a:endParaRPr lang="zh-CN" altLang="en-US" sz="1200" kern="1200" dirty="0">
                        <a:solidFill>
                          <a:schemeClr val="dk1"/>
                        </a:solidFill>
                        <a:latin typeface="微软雅黑 Light" panose="020B0502040204020203" pitchFamily="34" charset="-122"/>
                        <a:ea typeface="微软雅黑 Light" panose="020B0502040204020203" pitchFamily="34" charset="-122"/>
                        <a:cs typeface="+mn-cs"/>
                      </a:endParaRPr>
                    </a:p>
                  </a:txBody>
                  <a:tcPr/>
                </a:tc>
                <a:tc>
                  <a:txBody>
                    <a:bodyPr/>
                    <a:lstStyle/>
                    <a:p>
                      <a:pPr marL="0" algn="ctr" defTabSz="914400" rtl="0" eaLnBrk="1" latinLnBrk="0" hangingPunct="1"/>
                      <a:r>
                        <a:rPr lang="en-US" altLang="zh-CN" sz="1200" kern="1200" dirty="0">
                          <a:solidFill>
                            <a:schemeClr val="dk1"/>
                          </a:solidFill>
                          <a:latin typeface="微软雅黑 Light" panose="020B0502040204020203" pitchFamily="34" charset="-122"/>
                          <a:ea typeface="微软雅黑 Light" panose="020B0502040204020203" pitchFamily="34" charset="-122"/>
                          <a:cs typeface="+mn-cs"/>
                        </a:rPr>
                        <a:t>Before Router</a:t>
                      </a:r>
                      <a:endParaRPr lang="zh-CN" altLang="en-US" sz="1200" kern="1200" dirty="0">
                        <a:solidFill>
                          <a:schemeClr val="dk1"/>
                        </a:solidFill>
                        <a:latin typeface="微软雅黑 Light" panose="020B0502040204020203" pitchFamily="34" charset="-122"/>
                        <a:ea typeface="微软雅黑 Light" panose="020B0502040204020203" pitchFamily="34" charset="-122"/>
                        <a:cs typeface="+mn-cs"/>
                      </a:endParaRPr>
                    </a:p>
                  </a:txBody>
                  <a:tcPr/>
                </a:tc>
                <a:tc>
                  <a:txBody>
                    <a:bodyPr/>
                    <a:lstStyle/>
                    <a:p>
                      <a:pPr marL="0" algn="ctr" defTabSz="914400" rtl="0" eaLnBrk="1" latinLnBrk="0" hangingPunct="1"/>
                      <a:r>
                        <a:rPr lang="en-US" altLang="zh-CN" sz="1200" kern="1200" dirty="0">
                          <a:solidFill>
                            <a:schemeClr val="dk1"/>
                          </a:solidFill>
                          <a:latin typeface="微软雅黑 Light" panose="020B0502040204020203" pitchFamily="34" charset="-122"/>
                          <a:ea typeface="微软雅黑 Light" panose="020B0502040204020203" pitchFamily="34" charset="-122"/>
                          <a:cs typeface="+mn-cs"/>
                        </a:rPr>
                        <a:t>After Router</a:t>
                      </a:r>
                      <a:endParaRPr lang="zh-CN" altLang="en-US" sz="1200" kern="1200" dirty="0">
                        <a:solidFill>
                          <a:schemeClr val="dk1"/>
                        </a:solidFill>
                        <a:latin typeface="微软雅黑 Light" panose="020B0502040204020203" pitchFamily="34" charset="-122"/>
                        <a:ea typeface="微软雅黑 Light" panose="020B0502040204020203" pitchFamily="34" charset="-122"/>
                        <a:cs typeface="+mn-cs"/>
                      </a:endParaRPr>
                    </a:p>
                  </a:txBody>
                  <a:tcPr/>
                </a:tc>
              </a:tr>
              <a:tr h="370840">
                <a:tc>
                  <a:txBody>
                    <a:bodyPr/>
                    <a:lstStyle/>
                    <a:p>
                      <a:pPr marL="0" algn="ctr" defTabSz="914400" rtl="0" eaLnBrk="1" latinLnBrk="0" hangingPunct="1"/>
                      <a:r>
                        <a:rPr lang="en-US" altLang="zh-CN" sz="1200" kern="1200" dirty="0">
                          <a:solidFill>
                            <a:schemeClr val="dk1"/>
                          </a:solidFill>
                          <a:latin typeface="微软雅黑 Light" panose="020B0502040204020203" pitchFamily="34" charset="-122"/>
                          <a:ea typeface="微软雅黑 Light" panose="020B0502040204020203" pitchFamily="34" charset="-122"/>
                          <a:cs typeface="+mn-cs"/>
                        </a:rPr>
                        <a:t>Inbound</a:t>
                      </a:r>
                      <a:endParaRPr lang="zh-CN" altLang="en-US" sz="1200" kern="1200" dirty="0">
                        <a:solidFill>
                          <a:schemeClr val="dk1"/>
                        </a:solidFill>
                        <a:latin typeface="微软雅黑 Light" panose="020B0502040204020203" pitchFamily="34" charset="-122"/>
                        <a:ea typeface="微软雅黑 Light" panose="020B0502040204020203" pitchFamily="34" charset="-122"/>
                        <a:cs typeface="+mn-cs"/>
                      </a:endParaRPr>
                    </a:p>
                  </a:txBody>
                  <a:tcPr/>
                </a:tc>
                <a:tc>
                  <a:txBody>
                    <a:bodyPr/>
                    <a:lstStyle/>
                    <a:p>
                      <a:pPr marL="0" algn="ctr" defTabSz="914400" rtl="0" eaLnBrk="1" latinLnBrk="0" hangingPunct="1"/>
                      <a:r>
                        <a:rPr lang="en-US" altLang="zh-CN" sz="1200" dirty="0">
                          <a:latin typeface="微软雅黑 Light" panose="020B0502040204020203" pitchFamily="34" charset="-122"/>
                          <a:ea typeface="微软雅黑 Light" panose="020B0502040204020203" pitchFamily="34" charset="-122"/>
                        </a:rPr>
                        <a:t>209.102.1.68:80</a:t>
                      </a:r>
                      <a:endParaRPr lang="zh-CN" altLang="en-US" sz="1200" kern="1200" dirty="0">
                        <a:solidFill>
                          <a:schemeClr val="dk1"/>
                        </a:solidFill>
                        <a:latin typeface="微软雅黑 Light" panose="020B0502040204020203" pitchFamily="34" charset="-122"/>
                        <a:ea typeface="微软雅黑 Light" panose="020B0502040204020203" pitchFamily="34" charset="-122"/>
                        <a:cs typeface="+mn-cs"/>
                      </a:endParaRPr>
                    </a:p>
                  </a:txBody>
                  <a:tcPr/>
                </a:tc>
                <a:tc>
                  <a:txBody>
                    <a:bodyPr/>
                    <a:lstStyle/>
                    <a:p>
                      <a:pPr marL="0" algn="ctr" defTabSz="914400" rtl="0" eaLnBrk="1" latinLnBrk="0" hangingPunct="1"/>
                      <a:r>
                        <a:rPr lang="en-US" altLang="zh-CN" sz="1200" dirty="0">
                          <a:latin typeface="微软雅黑 Light" panose="020B0502040204020203" pitchFamily="34" charset="-122"/>
                          <a:ea typeface="微软雅黑 Light" panose="020B0502040204020203" pitchFamily="34" charset="-122"/>
                        </a:rPr>
                        <a:t>192.168.1.68:80</a:t>
                      </a:r>
                      <a:endParaRPr lang="zh-CN" altLang="en-US" sz="1200" kern="1200" dirty="0">
                        <a:solidFill>
                          <a:schemeClr val="dk1"/>
                        </a:solidFill>
                        <a:latin typeface="微软雅黑 Light" panose="020B0502040204020203" pitchFamily="34" charset="-122"/>
                        <a:ea typeface="微软雅黑 Light" panose="020B0502040204020203" pitchFamily="34" charset="-122"/>
                        <a:cs typeface="+mn-cs"/>
                      </a:endParaRPr>
                    </a:p>
                  </a:txBody>
                  <a:tcPr/>
                </a:tc>
              </a:tr>
              <a:tr h="370840">
                <a:tc>
                  <a:txBody>
                    <a:bodyPr/>
                    <a:lstStyle/>
                    <a:p>
                      <a:pPr marL="0" algn="ctr" defTabSz="914400" rtl="0" eaLnBrk="1" latinLnBrk="0" hangingPunct="1"/>
                      <a:r>
                        <a:rPr lang="en-US" altLang="zh-CN" sz="1200" kern="1200" dirty="0">
                          <a:solidFill>
                            <a:schemeClr val="dk1"/>
                          </a:solidFill>
                          <a:latin typeface="微软雅黑 Light" panose="020B0502040204020203" pitchFamily="34" charset="-122"/>
                          <a:ea typeface="微软雅黑 Light" panose="020B0502040204020203" pitchFamily="34" charset="-122"/>
                          <a:cs typeface="+mn-cs"/>
                        </a:rPr>
                        <a:t>Outbound</a:t>
                      </a:r>
                      <a:endParaRPr lang="zh-CN" altLang="en-US" sz="1200" kern="1200" dirty="0">
                        <a:solidFill>
                          <a:schemeClr val="dk1"/>
                        </a:solidFill>
                        <a:latin typeface="微软雅黑 Light" panose="020B0502040204020203" pitchFamily="34" charset="-122"/>
                        <a:ea typeface="微软雅黑 Light" panose="020B0502040204020203" pitchFamily="34" charset="-122"/>
                        <a:cs typeface="+mn-cs"/>
                      </a:endParaRPr>
                    </a:p>
                  </a:txBody>
                  <a:tcPr/>
                </a:tc>
                <a:tc>
                  <a:txBody>
                    <a:bodyPr/>
                    <a:lstStyle/>
                    <a:p>
                      <a:pPr marL="0" algn="ctr" defTabSz="914400" rtl="0" eaLnBrk="1" latinLnBrk="0" hangingPunct="1"/>
                      <a:r>
                        <a:rPr lang="en-US" altLang="zh-CN" sz="1200" dirty="0">
                          <a:latin typeface="微软雅黑 Light" panose="020B0502040204020203" pitchFamily="34" charset="-122"/>
                          <a:ea typeface="微软雅黑 Light" panose="020B0502040204020203" pitchFamily="34" charset="-122"/>
                        </a:rPr>
                        <a:t>192.168.1.68:80</a:t>
                      </a:r>
                      <a:endParaRPr lang="zh-CN" altLang="en-US" sz="1200" kern="1200" dirty="0">
                        <a:solidFill>
                          <a:schemeClr val="dk1"/>
                        </a:solidFill>
                        <a:latin typeface="微软雅黑 Light" panose="020B0502040204020203" pitchFamily="34" charset="-122"/>
                        <a:ea typeface="微软雅黑 Light" panose="020B0502040204020203" pitchFamily="34" charset="-122"/>
                        <a:cs typeface="+mn-cs"/>
                      </a:endParaRPr>
                    </a:p>
                  </a:txBody>
                  <a:tcPr/>
                </a:tc>
                <a:tc>
                  <a:txBody>
                    <a:bodyPr/>
                    <a:lstStyle/>
                    <a:p>
                      <a:pPr marL="0" algn="ctr" defTabSz="914400" rtl="0" eaLnBrk="1" latinLnBrk="0" hangingPunct="1"/>
                      <a:r>
                        <a:rPr lang="en-US" altLang="zh-CN" sz="1200" dirty="0">
                          <a:latin typeface="微软雅黑 Light" panose="020B0502040204020203" pitchFamily="34" charset="-122"/>
                          <a:ea typeface="微软雅黑 Light" panose="020B0502040204020203" pitchFamily="34" charset="-122"/>
                        </a:rPr>
                        <a:t>209.102.1.68:80</a:t>
                      </a:r>
                      <a:endParaRPr lang="zh-CN" altLang="en-US" sz="1200" kern="1200" dirty="0">
                        <a:solidFill>
                          <a:schemeClr val="dk1"/>
                        </a:solidFill>
                        <a:latin typeface="微软雅黑 Light" panose="020B0502040204020203" pitchFamily="34" charset="-122"/>
                        <a:ea typeface="微软雅黑 Light" panose="020B0502040204020203" pitchFamily="34" charset="-122"/>
                        <a:cs typeface="+mn-cs"/>
                      </a:endParaRPr>
                    </a:p>
                  </a:txBody>
                  <a:tcPr/>
                </a:tc>
              </a:tr>
            </a:tbl>
          </a:graphicData>
        </a:graphic>
      </p:graphicFrame>
      <p:cxnSp>
        <p:nvCxnSpPr>
          <p:cNvPr id="20" name="直接连接符 19"/>
          <p:cNvCxnSpPr/>
          <p:nvPr/>
        </p:nvCxnSpPr>
        <p:spPr>
          <a:xfrm>
            <a:off x="7998979" y="4041300"/>
            <a:ext cx="973931" cy="0"/>
          </a:xfrm>
          <a:prstGeom prst="line">
            <a:avLst/>
          </a:prstGeom>
          <a:ln>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1" name="直接连接符 20"/>
          <p:cNvCxnSpPr/>
          <p:nvPr/>
        </p:nvCxnSpPr>
        <p:spPr>
          <a:xfrm>
            <a:off x="7998978" y="4526285"/>
            <a:ext cx="973931" cy="0"/>
          </a:xfrm>
          <a:prstGeom prst="line">
            <a:avLst/>
          </a:prstGeom>
          <a:ln>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22" name="文本框 21"/>
          <p:cNvSpPr txBox="1"/>
          <p:nvPr/>
        </p:nvSpPr>
        <p:spPr>
          <a:xfrm>
            <a:off x="9089719" y="3853743"/>
            <a:ext cx="2137410" cy="276999"/>
          </a:xfrm>
          <a:prstGeom prst="rect">
            <a:avLst/>
          </a:prstGeom>
        </p:spPr>
        <p:txBody>
          <a:bodyPr wrap="square" rtlCol="0">
            <a:spAutoFit/>
          </a:bodyPr>
          <a:lstStyle/>
          <a:p>
            <a:r>
              <a:rPr lang="zh-CN" altLang="en-US" sz="1200" dirty="0">
                <a:latin typeface="微软雅黑 Light" panose="020B0502040204020203" pitchFamily="34" charset="-122"/>
                <a:ea typeface="微软雅黑 Light" panose="020B0502040204020203" pitchFamily="34" charset="-122"/>
              </a:rPr>
              <a:t>外网主机发起访问</a:t>
            </a:r>
            <a:endParaRPr lang="zh-CN" altLang="en-US" sz="1200" dirty="0">
              <a:latin typeface="微软雅黑 Light" panose="020B0502040204020203" pitchFamily="34" charset="-122"/>
              <a:ea typeface="微软雅黑 Light" panose="020B0502040204020203" pitchFamily="34" charset="-122"/>
            </a:endParaRPr>
          </a:p>
        </p:txBody>
      </p:sp>
      <p:sp>
        <p:nvSpPr>
          <p:cNvPr id="23" name="文本框 22"/>
          <p:cNvSpPr txBox="1"/>
          <p:nvPr/>
        </p:nvSpPr>
        <p:spPr>
          <a:xfrm>
            <a:off x="9068316" y="4360538"/>
            <a:ext cx="2137410" cy="276999"/>
          </a:xfrm>
          <a:prstGeom prst="rect">
            <a:avLst/>
          </a:prstGeom>
        </p:spPr>
        <p:txBody>
          <a:bodyPr wrap="square" rtlCol="0">
            <a:spAutoFit/>
          </a:bodyPr>
          <a:lstStyle/>
          <a:p>
            <a:r>
              <a:rPr lang="zh-CN" altLang="en-US" sz="1200" dirty="0">
                <a:latin typeface="微软雅黑 Light" panose="020B0502040204020203" pitchFamily="34" charset="-122"/>
                <a:ea typeface="微软雅黑 Light" panose="020B0502040204020203" pitchFamily="34" charset="-122"/>
              </a:rPr>
              <a:t>内网主机发起访问</a:t>
            </a:r>
            <a:endParaRPr lang="zh-CN" altLang="en-US" sz="1200" dirty="0">
              <a:latin typeface="微软雅黑 Light" panose="020B0502040204020203" pitchFamily="34" charset="-122"/>
              <a:ea typeface="微软雅黑 Light" panose="020B0502040204020203" pitchFamily="34" charset="-122"/>
            </a:endParaRPr>
          </a:p>
        </p:txBody>
      </p:sp>
      <p:sp>
        <p:nvSpPr>
          <p:cNvPr id="24" name="文本框 23"/>
          <p:cNvSpPr txBox="1"/>
          <p:nvPr/>
        </p:nvSpPr>
        <p:spPr>
          <a:xfrm>
            <a:off x="7302704" y="2370695"/>
            <a:ext cx="1422491" cy="461665"/>
          </a:xfrm>
          <a:prstGeom prst="rect">
            <a:avLst/>
          </a:prstGeom>
        </p:spPr>
        <p:txBody>
          <a:bodyPr wrap="square" rtlCol="0">
            <a:spAutoFit/>
          </a:bodyPr>
          <a:lstStyle/>
          <a:p>
            <a:pPr algn="ctr"/>
            <a:r>
              <a:rPr lang="zh-CN" altLang="en-US" sz="1200" dirty="0">
                <a:latin typeface="微软雅黑 Light" panose="020B0502040204020203" pitchFamily="34" charset="-122"/>
                <a:ea typeface="微软雅黑 Light" panose="020B0502040204020203" pitchFamily="34" charset="-122"/>
              </a:rPr>
              <a:t>目的地址</a:t>
            </a:r>
            <a:endParaRPr lang="en-US" altLang="zh-CN" sz="1200" dirty="0">
              <a:latin typeface="微软雅黑 Light" panose="020B0502040204020203" pitchFamily="34" charset="-122"/>
              <a:ea typeface="微软雅黑 Light" panose="020B0502040204020203" pitchFamily="34" charset="-122"/>
            </a:endParaRPr>
          </a:p>
          <a:p>
            <a:r>
              <a:rPr lang="en-US" altLang="zh-CN" sz="1200" dirty="0">
                <a:latin typeface="微软雅黑 Light" panose="020B0502040204020203" pitchFamily="34" charset="-122"/>
                <a:ea typeface="微软雅黑 Light" panose="020B0502040204020203" pitchFamily="34" charset="-122"/>
              </a:rPr>
              <a:t>192.168.1.68:80</a:t>
            </a:r>
            <a:endParaRPr lang="zh-CN" altLang="en-US" sz="1200" dirty="0">
              <a:latin typeface="微软雅黑 Light" panose="020B0502040204020203" pitchFamily="34" charset="-122"/>
              <a:ea typeface="微软雅黑 Light" panose="020B0502040204020203" pitchFamily="34" charset="-122"/>
            </a:endParaRPr>
          </a:p>
        </p:txBody>
      </p:sp>
      <p:sp>
        <p:nvSpPr>
          <p:cNvPr id="25" name="文本框 24"/>
          <p:cNvSpPr txBox="1"/>
          <p:nvPr/>
        </p:nvSpPr>
        <p:spPr>
          <a:xfrm>
            <a:off x="7486941" y="3086015"/>
            <a:ext cx="1238254" cy="461665"/>
          </a:xfrm>
          <a:prstGeom prst="rect">
            <a:avLst/>
          </a:prstGeom>
        </p:spPr>
        <p:txBody>
          <a:bodyPr wrap="square" rtlCol="0">
            <a:spAutoFit/>
          </a:bodyPr>
          <a:lstStyle/>
          <a:p>
            <a:pPr algn="ctr"/>
            <a:r>
              <a:rPr lang="zh-CN" altLang="en-US" sz="1200" dirty="0">
                <a:latin typeface="微软雅黑 Light" panose="020B0502040204020203" pitchFamily="34" charset="-122"/>
                <a:ea typeface="微软雅黑 Light" panose="020B0502040204020203" pitchFamily="34" charset="-122"/>
              </a:rPr>
              <a:t>源地址</a:t>
            </a:r>
            <a:endParaRPr lang="en-US" altLang="zh-CN" sz="1200" dirty="0">
              <a:latin typeface="微软雅黑 Light" panose="020B0502040204020203" pitchFamily="34" charset="-122"/>
              <a:ea typeface="微软雅黑 Light" panose="020B0502040204020203" pitchFamily="34" charset="-122"/>
            </a:endParaRPr>
          </a:p>
          <a:p>
            <a:r>
              <a:rPr lang="en-US" altLang="zh-CN" sz="1200" dirty="0">
                <a:latin typeface="微软雅黑 Light" panose="020B0502040204020203" pitchFamily="34" charset="-122"/>
                <a:ea typeface="微软雅黑 Light" panose="020B0502040204020203" pitchFamily="34" charset="-122"/>
              </a:rPr>
              <a:t>192.168.1.68:80</a:t>
            </a:r>
            <a:endParaRPr lang="zh-CN" altLang="en-US" sz="1200" dirty="0">
              <a:latin typeface="微软雅黑 Light" panose="020B0502040204020203" pitchFamily="34" charset="-122"/>
              <a:ea typeface="微软雅黑 Light" panose="020B0502040204020203" pitchFamily="34" charset="-122"/>
            </a:endParaRPr>
          </a:p>
        </p:txBody>
      </p:sp>
      <p:sp>
        <p:nvSpPr>
          <p:cNvPr id="26" name="文本框 25"/>
          <p:cNvSpPr txBox="1"/>
          <p:nvPr/>
        </p:nvSpPr>
        <p:spPr>
          <a:xfrm>
            <a:off x="9253038" y="2378285"/>
            <a:ext cx="1319336" cy="461665"/>
          </a:xfrm>
          <a:prstGeom prst="rect">
            <a:avLst/>
          </a:prstGeom>
        </p:spPr>
        <p:txBody>
          <a:bodyPr wrap="square" rtlCol="0">
            <a:spAutoFit/>
          </a:bodyPr>
          <a:lstStyle/>
          <a:p>
            <a:pPr algn="ctr"/>
            <a:r>
              <a:rPr lang="zh-CN" altLang="en-US" sz="1200" dirty="0">
                <a:latin typeface="微软雅黑 Light" panose="020B0502040204020203" pitchFamily="34" charset="-122"/>
                <a:ea typeface="微软雅黑 Light" panose="020B0502040204020203" pitchFamily="34" charset="-122"/>
              </a:rPr>
              <a:t>目的地址</a:t>
            </a:r>
            <a:endParaRPr lang="en-US" altLang="zh-CN" sz="1200" dirty="0">
              <a:latin typeface="微软雅黑 Light" panose="020B0502040204020203" pitchFamily="34" charset="-122"/>
              <a:ea typeface="微软雅黑 Light" panose="020B0502040204020203" pitchFamily="34" charset="-122"/>
            </a:endParaRPr>
          </a:p>
          <a:p>
            <a:r>
              <a:rPr lang="en-US" altLang="zh-CN" sz="1200" dirty="0">
                <a:latin typeface="微软雅黑 Light" panose="020B0502040204020203" pitchFamily="34" charset="-122"/>
                <a:ea typeface="微软雅黑 Light" panose="020B0502040204020203" pitchFamily="34" charset="-122"/>
              </a:rPr>
              <a:t>209.102.1.68:80</a:t>
            </a:r>
            <a:endParaRPr lang="zh-CN" altLang="en-US" sz="1200" dirty="0">
              <a:latin typeface="微软雅黑 Light" panose="020B0502040204020203" pitchFamily="34" charset="-122"/>
              <a:ea typeface="微软雅黑 Light" panose="020B0502040204020203" pitchFamily="34" charset="-122"/>
            </a:endParaRPr>
          </a:p>
        </p:txBody>
      </p:sp>
      <p:sp>
        <p:nvSpPr>
          <p:cNvPr id="27" name="文本框 26"/>
          <p:cNvSpPr txBox="1"/>
          <p:nvPr/>
        </p:nvSpPr>
        <p:spPr>
          <a:xfrm>
            <a:off x="9236361" y="3059667"/>
            <a:ext cx="1215031" cy="461665"/>
          </a:xfrm>
          <a:prstGeom prst="rect">
            <a:avLst/>
          </a:prstGeom>
        </p:spPr>
        <p:txBody>
          <a:bodyPr wrap="square" rtlCol="0">
            <a:spAutoFit/>
          </a:bodyPr>
          <a:lstStyle/>
          <a:p>
            <a:pPr algn="ctr"/>
            <a:r>
              <a:rPr lang="zh-CN" altLang="en-US" sz="1200" dirty="0">
                <a:latin typeface="微软雅黑 Light" panose="020B0502040204020203" pitchFamily="34" charset="-122"/>
                <a:ea typeface="微软雅黑 Light" panose="020B0502040204020203" pitchFamily="34" charset="-122"/>
              </a:rPr>
              <a:t>源地址</a:t>
            </a:r>
            <a:endParaRPr lang="en-US" altLang="zh-CN" sz="1200" dirty="0">
              <a:latin typeface="微软雅黑 Light" panose="020B0502040204020203" pitchFamily="34" charset="-122"/>
              <a:ea typeface="微软雅黑 Light" panose="020B0502040204020203" pitchFamily="34" charset="-122"/>
            </a:endParaRPr>
          </a:p>
          <a:p>
            <a:r>
              <a:rPr lang="en-US" altLang="zh-CN" sz="1200" dirty="0">
                <a:latin typeface="微软雅黑 Light" panose="020B0502040204020203" pitchFamily="34" charset="-122"/>
                <a:ea typeface="微软雅黑 Light" panose="020B0502040204020203" pitchFamily="34" charset="-122"/>
              </a:rPr>
              <a:t>209.102.1.68:80</a:t>
            </a:r>
            <a:endParaRPr lang="zh-CN" altLang="en-US" sz="1200" dirty="0">
              <a:latin typeface="微软雅黑 Light" panose="020B0502040204020203" pitchFamily="34" charset="-122"/>
              <a:ea typeface="微软雅黑 Light" panose="020B0502040204020203" pitchFamily="34" charset="-122"/>
            </a:endParaRPr>
          </a:p>
        </p:txBody>
      </p:sp>
      <p:sp>
        <p:nvSpPr>
          <p:cNvPr id="28" name="文本框 27"/>
          <p:cNvSpPr txBox="1"/>
          <p:nvPr/>
        </p:nvSpPr>
        <p:spPr>
          <a:xfrm>
            <a:off x="6413798" y="2072495"/>
            <a:ext cx="1316761" cy="461665"/>
          </a:xfrm>
          <a:prstGeom prst="rect">
            <a:avLst/>
          </a:prstGeom>
        </p:spPr>
        <p:txBody>
          <a:bodyPr wrap="square" rtlCol="0">
            <a:spAutoFit/>
          </a:bodyPr>
          <a:lstStyle/>
          <a:p>
            <a:r>
              <a:rPr lang="zh-CN" altLang="en-US" sz="1200" dirty="0">
                <a:latin typeface="微软雅黑 Light" panose="020B0502040204020203" pitchFamily="34" charset="-122"/>
                <a:ea typeface="微软雅黑 Light" panose="020B0502040204020203" pitchFamily="34" charset="-122"/>
              </a:rPr>
              <a:t>内网服务器</a:t>
            </a:r>
            <a:endParaRPr lang="en-US" altLang="zh-CN" sz="1200" dirty="0">
              <a:latin typeface="微软雅黑 Light" panose="020B0502040204020203" pitchFamily="34" charset="-122"/>
              <a:ea typeface="微软雅黑 Light" panose="020B0502040204020203" pitchFamily="34" charset="-122"/>
            </a:endParaRPr>
          </a:p>
          <a:p>
            <a:r>
              <a:rPr lang="en-US" altLang="zh-CN" sz="1200" dirty="0">
                <a:latin typeface="微软雅黑 Light" panose="020B0502040204020203" pitchFamily="34" charset="-122"/>
                <a:ea typeface="微软雅黑 Light" panose="020B0502040204020203" pitchFamily="34" charset="-122"/>
              </a:rPr>
              <a:t>192.168.1.68</a:t>
            </a:r>
            <a:endParaRPr lang="zh-CN" altLang="en-US" sz="1200" dirty="0">
              <a:latin typeface="微软雅黑 Light" panose="020B0502040204020203" pitchFamily="34" charset="-122"/>
              <a:ea typeface="微软雅黑 Light" panose="020B0502040204020203" pitchFamily="34" charset="-122"/>
            </a:endParaRPr>
          </a:p>
        </p:txBody>
      </p:sp>
      <p:sp>
        <p:nvSpPr>
          <p:cNvPr id="29" name="文本框 28"/>
          <p:cNvSpPr txBox="1"/>
          <p:nvPr/>
        </p:nvSpPr>
        <p:spPr>
          <a:xfrm>
            <a:off x="6539302" y="3166712"/>
            <a:ext cx="1107885" cy="276999"/>
          </a:xfrm>
          <a:prstGeom prst="rect">
            <a:avLst/>
          </a:prstGeom>
        </p:spPr>
        <p:txBody>
          <a:bodyPr wrap="square" rtlCol="0">
            <a:spAutoFit/>
          </a:bodyPr>
          <a:lstStyle/>
          <a:p>
            <a:r>
              <a:rPr lang="en-US" altLang="zh-CN" sz="1200" dirty="0">
                <a:latin typeface="微软雅黑 Light" panose="020B0502040204020203" pitchFamily="34" charset="-122"/>
                <a:ea typeface="微软雅黑 Light" panose="020B0502040204020203" pitchFamily="34" charset="-122"/>
              </a:rPr>
              <a:t>10.1.1.100/8</a:t>
            </a:r>
            <a:endParaRPr lang="zh-CN" altLang="en-US" sz="1200" dirty="0">
              <a:latin typeface="微软雅黑 Light" panose="020B0502040204020203" pitchFamily="34" charset="-122"/>
              <a:ea typeface="微软雅黑 Light" panose="020B0502040204020203" pitchFamily="34" charset="-122"/>
            </a:endParaRPr>
          </a:p>
        </p:txBody>
      </p:sp>
      <p:sp>
        <p:nvSpPr>
          <p:cNvPr id="30" name="文本框 29"/>
          <p:cNvSpPr txBox="1"/>
          <p:nvPr/>
        </p:nvSpPr>
        <p:spPr>
          <a:xfrm>
            <a:off x="10402642" y="3152001"/>
            <a:ext cx="1443990" cy="276999"/>
          </a:xfrm>
          <a:prstGeom prst="rect">
            <a:avLst/>
          </a:prstGeom>
        </p:spPr>
        <p:txBody>
          <a:bodyPr wrap="square" rtlCol="0">
            <a:spAutoFit/>
          </a:bodyPr>
          <a:lstStyle/>
          <a:p>
            <a:r>
              <a:rPr lang="en-US" altLang="zh-CN" sz="1200" dirty="0">
                <a:latin typeface="微软雅黑 Light" panose="020B0502040204020203" pitchFamily="34" charset="-122"/>
                <a:ea typeface="微软雅黑 Light" panose="020B0502040204020203" pitchFamily="34" charset="-122"/>
              </a:rPr>
              <a:t>211.100.7.34/24</a:t>
            </a:r>
            <a:endParaRPr lang="zh-CN" altLang="en-US" sz="1200" dirty="0">
              <a:latin typeface="微软雅黑 Light" panose="020B0502040204020203" pitchFamily="34" charset="-122"/>
              <a:ea typeface="微软雅黑 Light" panose="020B0502040204020203" pitchFamily="34" charset="-122"/>
            </a:endParaRPr>
          </a:p>
        </p:txBody>
      </p:sp>
      <p:sp>
        <p:nvSpPr>
          <p:cNvPr id="31" name="文本框 30"/>
          <p:cNvSpPr txBox="1"/>
          <p:nvPr/>
        </p:nvSpPr>
        <p:spPr>
          <a:xfrm>
            <a:off x="10681435" y="2203112"/>
            <a:ext cx="1312799" cy="461665"/>
          </a:xfrm>
          <a:prstGeom prst="rect">
            <a:avLst/>
          </a:prstGeom>
        </p:spPr>
        <p:txBody>
          <a:bodyPr wrap="square" rtlCol="0">
            <a:spAutoFit/>
          </a:bodyPr>
          <a:lstStyle/>
          <a:p>
            <a:r>
              <a:rPr lang="zh-CN" altLang="en-US" sz="1200" dirty="0">
                <a:latin typeface="微软雅黑 Light" panose="020B0502040204020203" pitchFamily="34" charset="-122"/>
                <a:ea typeface="微软雅黑 Light" panose="020B0502040204020203" pitchFamily="34" charset="-122"/>
              </a:rPr>
              <a:t>外网主机</a:t>
            </a:r>
            <a:endParaRPr lang="en-US" altLang="zh-CN" sz="1200" dirty="0">
              <a:latin typeface="微软雅黑 Light" panose="020B0502040204020203" pitchFamily="34" charset="-122"/>
              <a:ea typeface="微软雅黑 Light" panose="020B0502040204020203" pitchFamily="34" charset="-122"/>
            </a:endParaRPr>
          </a:p>
          <a:p>
            <a:r>
              <a:rPr lang="en-US" altLang="zh-CN" sz="1200" dirty="0">
                <a:latin typeface="微软雅黑 Light" panose="020B0502040204020203" pitchFamily="34" charset="-122"/>
                <a:ea typeface="微软雅黑 Light" panose="020B0502040204020203" pitchFamily="34" charset="-122"/>
              </a:rPr>
              <a:t>178.16.32.60</a:t>
            </a:r>
            <a:endParaRPr lang="zh-CN" altLang="en-US" sz="1200" dirty="0">
              <a:latin typeface="微软雅黑 Light" panose="020B0502040204020203" pitchFamily="34" charset="-122"/>
              <a:ea typeface="微软雅黑 Light" panose="020B0502040204020203" pitchFamily="34" charset="-122"/>
            </a:endParaRPr>
          </a:p>
        </p:txBody>
      </p:sp>
      <p:pic>
        <p:nvPicPr>
          <p:cNvPr id="32" name="图片 31"/>
          <p:cNvPicPr>
            <a:picLocks noChangeAspect="1"/>
          </p:cNvPicPr>
          <p:nvPr/>
        </p:nvPicPr>
        <p:blipFill>
          <a:blip r:embed="rId2"/>
          <a:stretch>
            <a:fillRect/>
          </a:stretch>
        </p:blipFill>
        <p:spPr>
          <a:xfrm>
            <a:off x="10578645" y="2710944"/>
            <a:ext cx="448492" cy="418592"/>
          </a:xfrm>
          <a:prstGeom prst="rect">
            <a:avLst/>
          </a:prstGeom>
        </p:spPr>
      </p:pic>
      <p:sp>
        <p:nvSpPr>
          <p:cNvPr id="33" name="文本框 32"/>
          <p:cNvSpPr txBox="1"/>
          <p:nvPr/>
        </p:nvSpPr>
        <p:spPr>
          <a:xfrm>
            <a:off x="8138392" y="2449464"/>
            <a:ext cx="1422491" cy="276999"/>
          </a:xfrm>
          <a:prstGeom prst="rect">
            <a:avLst/>
          </a:prstGeom>
        </p:spPr>
        <p:txBody>
          <a:bodyPr wrap="square" rtlCol="0">
            <a:spAutoFit/>
          </a:bodyPr>
          <a:lstStyle/>
          <a:p>
            <a:pPr algn="ctr"/>
            <a:r>
              <a:rPr lang="en-US" altLang="zh-CN" sz="1200" dirty="0">
                <a:latin typeface="微软雅黑 Light" panose="020B0502040204020203" pitchFamily="34" charset="-122"/>
                <a:ea typeface="微软雅黑 Light" panose="020B0502040204020203" pitchFamily="34" charset="-122"/>
              </a:rPr>
              <a:t>Router</a:t>
            </a:r>
            <a:endParaRPr lang="zh-CN" altLang="en-US" sz="1200" dirty="0">
              <a:latin typeface="微软雅黑 Light" panose="020B0502040204020203" pitchFamily="34" charset="-122"/>
              <a:ea typeface="微软雅黑 Light" panose="020B0502040204020203" pitchFamily="34" charset="-122"/>
            </a:endParaRPr>
          </a:p>
        </p:txBody>
      </p:sp>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NAT</a:t>
            </a:r>
            <a:r>
              <a:rPr lang="zh-CN" altLang="en-US" dirty="0"/>
              <a:t>的优缺点</a:t>
            </a:r>
            <a:endParaRPr lang="zh-CN" altLang="en-US" dirty="0"/>
          </a:p>
        </p:txBody>
      </p:sp>
      <p:sp>
        <p:nvSpPr>
          <p:cNvPr id="3" name="内容占位符 2"/>
          <p:cNvSpPr>
            <a:spLocks noGrp="1"/>
          </p:cNvSpPr>
          <p:nvPr>
            <p:ph idx="1"/>
          </p:nvPr>
        </p:nvSpPr>
        <p:spPr/>
        <p:txBody>
          <a:bodyPr/>
          <a:lstStyle/>
          <a:p>
            <a:r>
              <a:rPr lang="en-US" altLang="zh-CN" dirty="0"/>
              <a:t>NAT</a:t>
            </a:r>
            <a:r>
              <a:rPr lang="zh-CN" altLang="en-US" dirty="0"/>
              <a:t>的优点：</a:t>
            </a:r>
            <a:endParaRPr lang="zh-CN" altLang="en-US" dirty="0"/>
          </a:p>
          <a:p>
            <a:pPr lvl="1"/>
            <a:r>
              <a:rPr lang="zh-CN" altLang="en-US" dirty="0"/>
              <a:t>作为减缓</a:t>
            </a:r>
            <a:r>
              <a:rPr lang="en-US" altLang="zh-CN" dirty="0"/>
              <a:t>IP</a:t>
            </a:r>
            <a:r>
              <a:rPr lang="zh-CN" altLang="en-US" dirty="0"/>
              <a:t>地址枯竭的一种过渡方案，</a:t>
            </a:r>
            <a:r>
              <a:rPr lang="en-US" altLang="zh-CN" dirty="0"/>
              <a:t>NAT</a:t>
            </a:r>
            <a:r>
              <a:rPr lang="zh-CN" altLang="en-US" dirty="0"/>
              <a:t>通过地址重用的方法来满足</a:t>
            </a:r>
            <a:r>
              <a:rPr lang="en-US" altLang="zh-CN" dirty="0"/>
              <a:t>IP</a:t>
            </a:r>
            <a:r>
              <a:rPr lang="zh-CN" altLang="en-US" dirty="0"/>
              <a:t>地址的需要，可以在一定程度上缓解</a:t>
            </a:r>
            <a:r>
              <a:rPr lang="en-US" altLang="zh-CN" dirty="0"/>
              <a:t>IP</a:t>
            </a:r>
            <a:r>
              <a:rPr lang="zh-CN" altLang="en-US" dirty="0"/>
              <a:t>地址空间枯竭的压力</a:t>
            </a:r>
            <a:endParaRPr lang="zh-CN" altLang="en-US" dirty="0"/>
          </a:p>
          <a:p>
            <a:pPr lvl="1"/>
            <a:r>
              <a:rPr lang="zh-CN" altLang="en-US" dirty="0"/>
              <a:t>有效避免来自外网的攻击，可以很大程度上提高网络安全性</a:t>
            </a:r>
            <a:endParaRPr lang="zh-CN" altLang="en-US" dirty="0"/>
          </a:p>
          <a:p>
            <a:pPr lvl="1"/>
            <a:r>
              <a:rPr lang="zh-CN" altLang="en-US" dirty="0"/>
              <a:t>控制内网主机访问外网，同时也可以控制外网主机访问内网，解决了内网和外网不能互通的问题</a:t>
            </a:r>
            <a:endParaRPr lang="zh-CN" altLang="en-US" dirty="0"/>
          </a:p>
          <a:p>
            <a:r>
              <a:rPr lang="zh-CN" altLang="en-US" dirty="0"/>
              <a:t>缺点：</a:t>
            </a:r>
            <a:endParaRPr lang="zh-CN" altLang="en-US" dirty="0"/>
          </a:p>
          <a:p>
            <a:pPr lvl="1"/>
            <a:r>
              <a:rPr lang="en-US" altLang="zh-CN" dirty="0"/>
              <a:t>NAT</a:t>
            </a:r>
            <a:r>
              <a:rPr lang="zh-CN" altLang="en-US" dirty="0"/>
              <a:t>和</a:t>
            </a:r>
            <a:r>
              <a:rPr lang="en-US" altLang="zh-CN" dirty="0"/>
              <a:t>NAPT</a:t>
            </a:r>
            <a:r>
              <a:rPr lang="zh-CN" altLang="en-US" dirty="0"/>
              <a:t>只对</a:t>
            </a:r>
            <a:r>
              <a:rPr lang="en-US" altLang="zh-CN" dirty="0"/>
              <a:t>IP</a:t>
            </a:r>
            <a:r>
              <a:rPr lang="zh-CN" altLang="en-US" dirty="0"/>
              <a:t>报文的头部地址和</a:t>
            </a:r>
            <a:r>
              <a:rPr lang="en-US" altLang="zh-CN" dirty="0"/>
              <a:t>TCP/UDP</a:t>
            </a:r>
            <a:r>
              <a:rPr lang="zh-CN" altLang="en-US" dirty="0"/>
              <a:t>头部的端口信息进行转换。对于一些协议，例如</a:t>
            </a:r>
            <a:r>
              <a:rPr lang="en-US" altLang="zh-CN" dirty="0"/>
              <a:t>FTP</a:t>
            </a:r>
            <a:r>
              <a:rPr lang="zh-CN" altLang="en-US" dirty="0"/>
              <a:t>等，在报文的数据部分可能包含</a:t>
            </a:r>
            <a:r>
              <a:rPr lang="en-US" altLang="zh-CN" dirty="0"/>
              <a:t>IP</a:t>
            </a:r>
            <a:r>
              <a:rPr lang="zh-CN" altLang="en-US" dirty="0"/>
              <a:t>地址信息或者端口信息，需要</a:t>
            </a:r>
            <a:r>
              <a:rPr lang="en-US" altLang="zh-CN" dirty="0"/>
              <a:t>NAT</a:t>
            </a:r>
            <a:r>
              <a:rPr lang="zh-CN" altLang="en-US" dirty="0"/>
              <a:t>实现中支持应用层网关</a:t>
            </a:r>
            <a:r>
              <a:rPr lang="en-US" altLang="zh-CN" dirty="0"/>
              <a:t>ALG</a:t>
            </a:r>
            <a:r>
              <a:rPr lang="zh-CN" altLang="en-US" dirty="0"/>
              <a:t>（</a:t>
            </a:r>
            <a:r>
              <a:rPr lang="en-US" altLang="zh-CN" dirty="0"/>
              <a:t>Application Level Gateway</a:t>
            </a:r>
            <a:r>
              <a:rPr lang="zh-CN" altLang="en-US" dirty="0"/>
              <a:t>）功能</a:t>
            </a:r>
            <a:endParaRPr lang="zh-CN" altLang="en-US" dirty="0"/>
          </a:p>
        </p:txBody>
      </p:sp>
      <p:sp>
        <p:nvSpPr>
          <p:cNvPr id="4" name="灯片编号占位符 3"/>
          <p:cNvSpPr>
            <a:spLocks noGrp="1"/>
          </p:cNvSpPr>
          <p:nvPr>
            <p:ph type="sldNum" sz="quarter" idx="12"/>
          </p:nvPr>
        </p:nvSpPr>
        <p:spPr/>
        <p:txBody>
          <a:bodyPr/>
          <a:lstStyle/>
          <a:p>
            <a:pPr>
              <a:defRPr/>
            </a:pPr>
            <a:fld id="{816960B2-2B11-492C-B588-5290E1274F96}" type="slidenum">
              <a:rPr lang="en-US" altLang="zh-CN" smtClean="0"/>
            </a:fld>
            <a:endParaRPr lang="en-US" altLang="zh-CN" dirty="0"/>
          </a:p>
        </p:txBody>
      </p:sp>
    </p:spTree>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IP</a:t>
            </a:r>
            <a:r>
              <a:rPr lang="zh-CN" altLang="en-US" dirty="0"/>
              <a:t>报文格式</a:t>
            </a:r>
            <a:endParaRPr lang="zh-CN" altLang="en-US" dirty="0"/>
          </a:p>
        </p:txBody>
      </p:sp>
      <p:sp>
        <p:nvSpPr>
          <p:cNvPr id="4" name="灯片编号占位符 3"/>
          <p:cNvSpPr>
            <a:spLocks noGrp="1"/>
          </p:cNvSpPr>
          <p:nvPr>
            <p:ph type="sldNum" sz="quarter" idx="12"/>
          </p:nvPr>
        </p:nvSpPr>
        <p:spPr/>
        <p:txBody>
          <a:bodyPr/>
          <a:lstStyle/>
          <a:p>
            <a:pPr>
              <a:defRPr/>
            </a:pPr>
            <a:fld id="{816960B2-2B11-492C-B588-5290E1274F96}" type="slidenum">
              <a:rPr lang="en-US" altLang="zh-CN" smtClean="0"/>
            </a:fld>
            <a:endParaRPr lang="en-US" altLang="zh-CN" dirty="0"/>
          </a:p>
        </p:txBody>
      </p:sp>
      <p:graphicFrame>
        <p:nvGraphicFramePr>
          <p:cNvPr id="5" name="表格 4"/>
          <p:cNvGraphicFramePr>
            <a:graphicFrameLocks noGrp="1"/>
          </p:cNvGraphicFramePr>
          <p:nvPr/>
        </p:nvGraphicFramePr>
        <p:xfrm>
          <a:off x="2383693" y="1632995"/>
          <a:ext cx="9282443" cy="4519489"/>
        </p:xfrm>
        <a:graphic>
          <a:graphicData uri="http://schemas.openxmlformats.org/drawingml/2006/table">
            <a:tbl>
              <a:tblPr firstRow="1" bandRow="1">
                <a:tableStyleId>{5940675A-B579-460E-94D1-54222C63F5DA}</a:tableStyleId>
              </a:tblPr>
              <a:tblGrid>
                <a:gridCol w="1160305"/>
                <a:gridCol w="1160305"/>
                <a:gridCol w="2320611"/>
                <a:gridCol w="910394"/>
                <a:gridCol w="1410217"/>
                <a:gridCol w="2320611"/>
              </a:tblGrid>
              <a:tr h="370840">
                <a:tc>
                  <a:txBody>
                    <a:bodyPr/>
                    <a:lstStyle/>
                    <a:p>
                      <a:pPr algn="ctr">
                        <a:lnSpc>
                          <a:spcPct val="120000"/>
                        </a:lnSpc>
                        <a:spcBef>
                          <a:spcPts val="0"/>
                        </a:spcBef>
                        <a:spcAft>
                          <a:spcPts val="0"/>
                        </a:spcAft>
                      </a:pPr>
                      <a:r>
                        <a:rPr lang="zh-CN" altLang="en-US" sz="1600" dirty="0">
                          <a:latin typeface="微软雅黑 Light" panose="020B0502040204020203" pitchFamily="34" charset="-122"/>
                          <a:ea typeface="微软雅黑 Light" panose="020B0502040204020203" pitchFamily="34" charset="-122"/>
                          <a:cs typeface="+mn-ea"/>
                          <a:sym typeface="+mn-lt"/>
                        </a:rPr>
                        <a:t>版本号</a:t>
                      </a:r>
                      <a:endParaRPr lang="en-US" altLang="zh-CN" sz="1600" dirty="0">
                        <a:latin typeface="微软雅黑 Light" panose="020B0502040204020203" pitchFamily="34" charset="-122"/>
                        <a:ea typeface="微软雅黑 Light" panose="020B0502040204020203" pitchFamily="34" charset="-122"/>
                        <a:cs typeface="+mn-ea"/>
                        <a:sym typeface="+mn-lt"/>
                      </a:endParaRPr>
                    </a:p>
                    <a:p>
                      <a:pPr algn="ctr">
                        <a:lnSpc>
                          <a:spcPct val="120000"/>
                        </a:lnSpc>
                        <a:spcBef>
                          <a:spcPts val="0"/>
                        </a:spcBef>
                        <a:spcAft>
                          <a:spcPts val="0"/>
                        </a:spcAft>
                      </a:pPr>
                      <a:r>
                        <a:rPr lang="zh-CN" altLang="en-US" sz="1600" dirty="0">
                          <a:latin typeface="微软雅黑 Light" panose="020B0502040204020203" pitchFamily="34" charset="-122"/>
                          <a:ea typeface="微软雅黑 Light" panose="020B0502040204020203" pitchFamily="34" charset="-122"/>
                          <a:cs typeface="+mn-ea"/>
                          <a:sym typeface="+mn-lt"/>
                        </a:rPr>
                        <a:t>（</a:t>
                      </a:r>
                      <a:r>
                        <a:rPr lang="en-US" altLang="zh-CN" sz="1600" dirty="0">
                          <a:latin typeface="微软雅黑 Light" panose="020B0502040204020203" pitchFamily="34" charset="-122"/>
                          <a:ea typeface="微软雅黑 Light" panose="020B0502040204020203" pitchFamily="34" charset="-122"/>
                          <a:cs typeface="+mn-ea"/>
                          <a:sym typeface="+mn-lt"/>
                        </a:rPr>
                        <a:t>Version</a:t>
                      </a:r>
                      <a:r>
                        <a:rPr lang="zh-CN" altLang="en-US" sz="1600" dirty="0">
                          <a:latin typeface="微软雅黑 Light" panose="020B0502040204020203" pitchFamily="34" charset="-122"/>
                          <a:ea typeface="微软雅黑 Light" panose="020B0502040204020203" pitchFamily="34" charset="-122"/>
                          <a:cs typeface="+mn-ea"/>
                          <a:sym typeface="+mn-lt"/>
                        </a:rPr>
                        <a:t>）</a:t>
                      </a:r>
                      <a:endParaRPr lang="en-US" altLang="zh-CN" sz="1600" dirty="0">
                        <a:latin typeface="微软雅黑 Light" panose="020B0502040204020203" pitchFamily="34" charset="-122"/>
                        <a:ea typeface="微软雅黑 Light" panose="020B0502040204020203" pitchFamily="34" charset="-122"/>
                        <a:cs typeface="+mn-ea"/>
                        <a:sym typeface="+mn-lt"/>
                      </a:endParaRPr>
                    </a:p>
                  </a:txBody>
                  <a:tcPr marL="0" marR="0" marT="0" marB="0" anchor="ctr"/>
                </a:tc>
                <a:tc>
                  <a:txBody>
                    <a:bodyPr/>
                    <a:lstStyle/>
                    <a:p>
                      <a:pPr algn="ctr">
                        <a:lnSpc>
                          <a:spcPct val="120000"/>
                        </a:lnSpc>
                        <a:spcBef>
                          <a:spcPts val="0"/>
                        </a:spcBef>
                        <a:spcAft>
                          <a:spcPts val="0"/>
                        </a:spcAft>
                      </a:pPr>
                      <a:r>
                        <a:rPr lang="zh-CN" altLang="en-US" sz="1600" dirty="0">
                          <a:latin typeface="微软雅黑 Light" panose="020B0502040204020203" pitchFamily="34" charset="-122"/>
                          <a:ea typeface="微软雅黑 Light" panose="020B0502040204020203" pitchFamily="34" charset="-122"/>
                          <a:cs typeface="+mn-ea"/>
                          <a:sym typeface="+mn-lt"/>
                        </a:rPr>
                        <a:t>首部长度</a:t>
                      </a:r>
                      <a:endParaRPr lang="en-US" altLang="zh-CN" sz="1600" dirty="0">
                        <a:latin typeface="微软雅黑 Light" panose="020B0502040204020203" pitchFamily="34" charset="-122"/>
                        <a:ea typeface="微软雅黑 Light" panose="020B0502040204020203" pitchFamily="34" charset="-122"/>
                        <a:cs typeface="+mn-ea"/>
                        <a:sym typeface="+mn-lt"/>
                      </a:endParaRPr>
                    </a:p>
                    <a:p>
                      <a:pPr algn="ctr">
                        <a:lnSpc>
                          <a:spcPct val="120000"/>
                        </a:lnSpc>
                        <a:spcBef>
                          <a:spcPts val="0"/>
                        </a:spcBef>
                        <a:spcAft>
                          <a:spcPts val="0"/>
                        </a:spcAft>
                      </a:pPr>
                      <a:r>
                        <a:rPr lang="zh-CN" altLang="en-US" sz="1600" dirty="0">
                          <a:latin typeface="微软雅黑 Light" panose="020B0502040204020203" pitchFamily="34" charset="-122"/>
                          <a:ea typeface="微软雅黑 Light" panose="020B0502040204020203" pitchFamily="34" charset="-122"/>
                          <a:cs typeface="+mn-ea"/>
                          <a:sym typeface="+mn-lt"/>
                        </a:rPr>
                        <a:t>（</a:t>
                      </a:r>
                      <a:r>
                        <a:rPr lang="en-US" altLang="zh-CN" sz="1600" dirty="0">
                          <a:latin typeface="微软雅黑 Light" panose="020B0502040204020203" pitchFamily="34" charset="-122"/>
                          <a:ea typeface="微软雅黑 Light" panose="020B0502040204020203" pitchFamily="34" charset="-122"/>
                          <a:cs typeface="+mn-ea"/>
                          <a:sym typeface="+mn-lt"/>
                        </a:rPr>
                        <a:t>IHL</a:t>
                      </a:r>
                      <a:r>
                        <a:rPr lang="zh-CN" altLang="en-US" sz="1600" dirty="0">
                          <a:latin typeface="微软雅黑 Light" panose="020B0502040204020203" pitchFamily="34" charset="-122"/>
                          <a:ea typeface="微软雅黑 Light" panose="020B0502040204020203" pitchFamily="34" charset="-122"/>
                          <a:cs typeface="+mn-ea"/>
                          <a:sym typeface="+mn-lt"/>
                        </a:rPr>
                        <a:t>）</a:t>
                      </a:r>
                      <a:endParaRPr lang="zh-CN" altLang="en-US" sz="1600" dirty="0">
                        <a:latin typeface="微软雅黑 Light" panose="020B0502040204020203" pitchFamily="34" charset="-122"/>
                        <a:ea typeface="微软雅黑 Light" panose="020B0502040204020203" pitchFamily="34" charset="-122"/>
                        <a:cs typeface="+mn-ea"/>
                        <a:sym typeface="+mn-lt"/>
                      </a:endParaRPr>
                    </a:p>
                  </a:txBody>
                  <a:tcPr marL="0" marR="0" marT="0" marB="0" anchor="ctr"/>
                </a:tc>
                <a:tc>
                  <a:txBody>
                    <a:bodyPr/>
                    <a:lstStyle/>
                    <a:p>
                      <a:pPr algn="ctr">
                        <a:lnSpc>
                          <a:spcPct val="120000"/>
                        </a:lnSpc>
                        <a:spcBef>
                          <a:spcPts val="0"/>
                        </a:spcBef>
                        <a:spcAft>
                          <a:spcPts val="0"/>
                        </a:spcAft>
                      </a:pPr>
                      <a:r>
                        <a:rPr lang="zh-CN" altLang="en-US" sz="1600" dirty="0">
                          <a:latin typeface="微软雅黑 Light" panose="020B0502040204020203" pitchFamily="34" charset="-122"/>
                          <a:ea typeface="微软雅黑 Light" panose="020B0502040204020203" pitchFamily="34" charset="-122"/>
                          <a:cs typeface="+mn-ea"/>
                          <a:sym typeface="+mn-lt"/>
                        </a:rPr>
                        <a:t>区分服务</a:t>
                      </a:r>
                      <a:endParaRPr lang="en-US" altLang="zh-CN" sz="1600" dirty="0">
                        <a:latin typeface="微软雅黑 Light" panose="020B0502040204020203" pitchFamily="34" charset="-122"/>
                        <a:ea typeface="微软雅黑 Light" panose="020B0502040204020203" pitchFamily="34" charset="-122"/>
                        <a:cs typeface="+mn-ea"/>
                        <a:sym typeface="+mn-lt"/>
                      </a:endParaRPr>
                    </a:p>
                    <a:p>
                      <a:pPr algn="ctr">
                        <a:lnSpc>
                          <a:spcPct val="120000"/>
                        </a:lnSpc>
                        <a:spcBef>
                          <a:spcPts val="0"/>
                        </a:spcBef>
                        <a:spcAft>
                          <a:spcPts val="0"/>
                        </a:spcAft>
                      </a:pPr>
                      <a:r>
                        <a:rPr lang="zh-CN" altLang="en-US" sz="1600" dirty="0">
                          <a:latin typeface="微软雅黑 Light" panose="020B0502040204020203" pitchFamily="34" charset="-122"/>
                          <a:ea typeface="微软雅黑 Light" panose="020B0502040204020203" pitchFamily="34" charset="-122"/>
                          <a:cs typeface="+mn-ea"/>
                          <a:sym typeface="+mn-lt"/>
                        </a:rPr>
                        <a:t>（</a:t>
                      </a:r>
                      <a:r>
                        <a:rPr lang="en-US" altLang="zh-CN" sz="1600" dirty="0">
                          <a:latin typeface="微软雅黑 Light" panose="020B0502040204020203" pitchFamily="34" charset="-122"/>
                          <a:ea typeface="微软雅黑 Light" panose="020B0502040204020203" pitchFamily="34" charset="-122"/>
                          <a:cs typeface="+mn-ea"/>
                          <a:sym typeface="+mn-lt"/>
                        </a:rPr>
                        <a:t>Differentiated Services</a:t>
                      </a:r>
                      <a:r>
                        <a:rPr lang="zh-CN" altLang="en-US" sz="1600" dirty="0">
                          <a:latin typeface="微软雅黑 Light" panose="020B0502040204020203" pitchFamily="34" charset="-122"/>
                          <a:ea typeface="微软雅黑 Light" panose="020B0502040204020203" pitchFamily="34" charset="-122"/>
                          <a:cs typeface="+mn-ea"/>
                          <a:sym typeface="+mn-lt"/>
                        </a:rPr>
                        <a:t>）</a:t>
                      </a:r>
                      <a:endParaRPr lang="zh-CN" altLang="en-US" sz="1600" dirty="0">
                        <a:latin typeface="微软雅黑 Light" panose="020B0502040204020203" pitchFamily="34" charset="-122"/>
                        <a:ea typeface="微软雅黑 Light" panose="020B0502040204020203" pitchFamily="34" charset="-122"/>
                        <a:cs typeface="+mn-ea"/>
                        <a:sym typeface="+mn-lt"/>
                      </a:endParaRPr>
                    </a:p>
                  </a:txBody>
                  <a:tcPr marL="0" marR="0" marT="0" marB="0" anchor="ctr"/>
                </a:tc>
                <a:tc gridSpan="3">
                  <a:txBody>
                    <a:bodyPr/>
                    <a:lstStyle/>
                    <a:p>
                      <a:pPr algn="ctr">
                        <a:lnSpc>
                          <a:spcPct val="120000"/>
                        </a:lnSpc>
                        <a:spcBef>
                          <a:spcPts val="0"/>
                        </a:spcBef>
                        <a:spcAft>
                          <a:spcPts val="0"/>
                        </a:spcAft>
                      </a:pPr>
                      <a:r>
                        <a:rPr lang="zh-CN" altLang="en-US" sz="1600" dirty="0">
                          <a:latin typeface="微软雅黑 Light" panose="020B0502040204020203" pitchFamily="34" charset="-122"/>
                          <a:ea typeface="微软雅黑 Light" panose="020B0502040204020203" pitchFamily="34" charset="-122"/>
                          <a:cs typeface="+mn-ea"/>
                          <a:sym typeface="+mn-lt"/>
                        </a:rPr>
                        <a:t>总长度</a:t>
                      </a:r>
                      <a:endParaRPr lang="en-US" altLang="zh-CN" sz="1600" dirty="0">
                        <a:latin typeface="微软雅黑 Light" panose="020B0502040204020203" pitchFamily="34" charset="-122"/>
                        <a:ea typeface="微软雅黑 Light" panose="020B0502040204020203" pitchFamily="34" charset="-122"/>
                        <a:cs typeface="+mn-ea"/>
                        <a:sym typeface="+mn-lt"/>
                      </a:endParaRPr>
                    </a:p>
                    <a:p>
                      <a:pPr algn="ctr">
                        <a:lnSpc>
                          <a:spcPct val="120000"/>
                        </a:lnSpc>
                        <a:spcBef>
                          <a:spcPts val="0"/>
                        </a:spcBef>
                        <a:spcAft>
                          <a:spcPts val="0"/>
                        </a:spcAft>
                      </a:pPr>
                      <a:r>
                        <a:rPr lang="zh-CN" altLang="en-US" sz="1600" dirty="0">
                          <a:latin typeface="微软雅黑 Light" panose="020B0502040204020203" pitchFamily="34" charset="-122"/>
                          <a:ea typeface="微软雅黑 Light" panose="020B0502040204020203" pitchFamily="34" charset="-122"/>
                          <a:cs typeface="+mn-ea"/>
                          <a:sym typeface="+mn-lt"/>
                        </a:rPr>
                        <a:t>（</a:t>
                      </a:r>
                      <a:r>
                        <a:rPr lang="en-US" altLang="zh-CN" sz="1600" dirty="0">
                          <a:latin typeface="微软雅黑 Light" panose="020B0502040204020203" pitchFamily="34" charset="-122"/>
                          <a:ea typeface="微软雅黑 Light" panose="020B0502040204020203" pitchFamily="34" charset="-122"/>
                          <a:cs typeface="+mn-ea"/>
                          <a:sym typeface="+mn-lt"/>
                        </a:rPr>
                        <a:t>Total Length</a:t>
                      </a:r>
                      <a:r>
                        <a:rPr lang="zh-CN" altLang="en-US" sz="1600" dirty="0">
                          <a:latin typeface="微软雅黑 Light" panose="020B0502040204020203" pitchFamily="34" charset="-122"/>
                          <a:ea typeface="微软雅黑 Light" panose="020B0502040204020203" pitchFamily="34" charset="-122"/>
                          <a:cs typeface="+mn-ea"/>
                          <a:sym typeface="+mn-lt"/>
                        </a:rPr>
                        <a:t>）</a:t>
                      </a:r>
                      <a:endParaRPr lang="zh-CN" altLang="en-US" sz="1600" dirty="0">
                        <a:latin typeface="微软雅黑 Light" panose="020B0502040204020203" pitchFamily="34" charset="-122"/>
                        <a:ea typeface="微软雅黑 Light" panose="020B0502040204020203" pitchFamily="34" charset="-122"/>
                        <a:cs typeface="+mn-ea"/>
                        <a:sym typeface="+mn-lt"/>
                      </a:endParaRPr>
                    </a:p>
                  </a:txBody>
                  <a:tcPr marL="0" marR="0" marT="0" marB="0" anchor="ctr"/>
                </a:tc>
                <a:tc hMerge="1">
                  <a:tcPr marL="0" marR="0" marT="0" marB="0" anchor="ctr"/>
                </a:tc>
                <a:tc hMerge="1">
                  <a:tcPr marL="0" marR="0" marT="0" marB="0" anchor="ctr"/>
                </a:tc>
              </a:tr>
              <a:tr h="370840">
                <a:tc gridSpan="3">
                  <a:txBody>
                    <a:bodyPr/>
                    <a:lstStyle/>
                    <a:p>
                      <a:pPr algn="ctr">
                        <a:lnSpc>
                          <a:spcPct val="120000"/>
                        </a:lnSpc>
                        <a:spcBef>
                          <a:spcPts val="0"/>
                        </a:spcBef>
                        <a:spcAft>
                          <a:spcPts val="0"/>
                        </a:spcAft>
                      </a:pPr>
                      <a:r>
                        <a:rPr lang="zh-CN" altLang="en-US" sz="1600" dirty="0">
                          <a:latin typeface="微软雅黑 Light" panose="020B0502040204020203" pitchFamily="34" charset="-122"/>
                          <a:ea typeface="微软雅黑 Light" panose="020B0502040204020203" pitchFamily="34" charset="-122"/>
                          <a:cs typeface="+mn-ea"/>
                          <a:sym typeface="+mn-lt"/>
                        </a:rPr>
                        <a:t>标识</a:t>
                      </a:r>
                      <a:endParaRPr lang="en-US" altLang="zh-CN" sz="1600" dirty="0">
                        <a:latin typeface="微软雅黑 Light" panose="020B0502040204020203" pitchFamily="34" charset="-122"/>
                        <a:ea typeface="微软雅黑 Light" panose="020B0502040204020203" pitchFamily="34" charset="-122"/>
                        <a:cs typeface="+mn-ea"/>
                        <a:sym typeface="+mn-lt"/>
                      </a:endParaRPr>
                    </a:p>
                    <a:p>
                      <a:pPr algn="ctr">
                        <a:lnSpc>
                          <a:spcPct val="120000"/>
                        </a:lnSpc>
                        <a:spcBef>
                          <a:spcPts val="0"/>
                        </a:spcBef>
                        <a:spcAft>
                          <a:spcPts val="0"/>
                        </a:spcAft>
                      </a:pPr>
                      <a:r>
                        <a:rPr lang="zh-CN" altLang="en-US" sz="1600" dirty="0">
                          <a:latin typeface="微软雅黑 Light" panose="020B0502040204020203" pitchFamily="34" charset="-122"/>
                          <a:ea typeface="微软雅黑 Light" panose="020B0502040204020203" pitchFamily="34" charset="-122"/>
                          <a:cs typeface="+mn-ea"/>
                          <a:sym typeface="+mn-lt"/>
                        </a:rPr>
                        <a:t>（</a:t>
                      </a:r>
                      <a:r>
                        <a:rPr lang="en-US" altLang="zh-CN" sz="1600" dirty="0">
                          <a:latin typeface="微软雅黑 Light" panose="020B0502040204020203" pitchFamily="34" charset="-122"/>
                          <a:ea typeface="微软雅黑 Light" panose="020B0502040204020203" pitchFamily="34" charset="-122"/>
                          <a:cs typeface="+mn-ea"/>
                          <a:sym typeface="+mn-lt"/>
                        </a:rPr>
                        <a:t>Identification </a:t>
                      </a:r>
                      <a:r>
                        <a:rPr lang="zh-CN" altLang="en-US" sz="1600" dirty="0">
                          <a:latin typeface="微软雅黑 Light" panose="020B0502040204020203" pitchFamily="34" charset="-122"/>
                          <a:ea typeface="微软雅黑 Light" panose="020B0502040204020203" pitchFamily="34" charset="-122"/>
                          <a:cs typeface="+mn-ea"/>
                          <a:sym typeface="+mn-lt"/>
                        </a:rPr>
                        <a:t>）</a:t>
                      </a:r>
                      <a:endParaRPr lang="zh-CN" altLang="en-US" sz="1600" dirty="0">
                        <a:latin typeface="微软雅黑 Light" panose="020B0502040204020203" pitchFamily="34" charset="-122"/>
                        <a:ea typeface="微软雅黑 Light" panose="020B0502040204020203" pitchFamily="34" charset="-122"/>
                        <a:cs typeface="+mn-ea"/>
                        <a:sym typeface="+mn-lt"/>
                      </a:endParaRPr>
                    </a:p>
                  </a:txBody>
                  <a:tcPr marL="0" marR="0" marT="0" marB="0" anchor="ctr"/>
                </a:tc>
                <a:tc hMerge="1">
                  <a:tcPr marL="0" marR="0" marT="0" marB="0" anchor="ctr"/>
                </a:tc>
                <a:tc hMerge="1">
                  <a:tcPr marL="0" marR="0" marT="0" marB="0" anchor="ctr"/>
                </a:tc>
                <a:tc>
                  <a:txBody>
                    <a:bodyPr/>
                    <a:lstStyle/>
                    <a:p>
                      <a:pPr algn="ctr">
                        <a:lnSpc>
                          <a:spcPct val="120000"/>
                        </a:lnSpc>
                        <a:spcBef>
                          <a:spcPts val="0"/>
                        </a:spcBef>
                        <a:spcAft>
                          <a:spcPts val="0"/>
                        </a:spcAft>
                      </a:pPr>
                      <a:r>
                        <a:rPr lang="zh-CN" altLang="en-US" sz="1600" dirty="0">
                          <a:latin typeface="微软雅黑 Light" panose="020B0502040204020203" pitchFamily="34" charset="-122"/>
                          <a:ea typeface="微软雅黑 Light" panose="020B0502040204020203" pitchFamily="34" charset="-122"/>
                          <a:cs typeface="+mn-ea"/>
                          <a:sym typeface="+mn-lt"/>
                        </a:rPr>
                        <a:t>标志</a:t>
                      </a:r>
                      <a:endParaRPr lang="en-US" altLang="zh-CN" sz="1600" dirty="0">
                        <a:latin typeface="微软雅黑 Light" panose="020B0502040204020203" pitchFamily="34" charset="-122"/>
                        <a:ea typeface="微软雅黑 Light" panose="020B0502040204020203" pitchFamily="34" charset="-122"/>
                        <a:cs typeface="+mn-ea"/>
                        <a:sym typeface="+mn-lt"/>
                      </a:endParaRPr>
                    </a:p>
                    <a:p>
                      <a:pPr algn="ctr">
                        <a:lnSpc>
                          <a:spcPct val="120000"/>
                        </a:lnSpc>
                        <a:spcBef>
                          <a:spcPts val="0"/>
                        </a:spcBef>
                        <a:spcAft>
                          <a:spcPts val="0"/>
                        </a:spcAft>
                      </a:pPr>
                      <a:r>
                        <a:rPr lang="zh-CN" altLang="en-US" sz="1600" dirty="0">
                          <a:latin typeface="微软雅黑 Light" panose="020B0502040204020203" pitchFamily="34" charset="-122"/>
                          <a:ea typeface="微软雅黑 Light" panose="020B0502040204020203" pitchFamily="34" charset="-122"/>
                          <a:cs typeface="+mn-ea"/>
                          <a:sym typeface="+mn-lt"/>
                        </a:rPr>
                        <a:t>（</a:t>
                      </a:r>
                      <a:r>
                        <a:rPr lang="en-US" altLang="zh-CN" sz="1600" dirty="0">
                          <a:latin typeface="微软雅黑 Light" panose="020B0502040204020203" pitchFamily="34" charset="-122"/>
                          <a:ea typeface="微软雅黑 Light" panose="020B0502040204020203" pitchFamily="34" charset="-122"/>
                          <a:cs typeface="+mn-ea"/>
                          <a:sym typeface="+mn-lt"/>
                        </a:rPr>
                        <a:t>Flags</a:t>
                      </a:r>
                      <a:r>
                        <a:rPr lang="zh-CN" altLang="en-US" sz="1600" dirty="0">
                          <a:latin typeface="微软雅黑 Light" panose="020B0502040204020203" pitchFamily="34" charset="-122"/>
                          <a:ea typeface="微软雅黑 Light" panose="020B0502040204020203" pitchFamily="34" charset="-122"/>
                          <a:cs typeface="+mn-ea"/>
                          <a:sym typeface="+mn-lt"/>
                        </a:rPr>
                        <a:t>）</a:t>
                      </a:r>
                      <a:endParaRPr lang="zh-CN" altLang="en-US" sz="1600" dirty="0">
                        <a:latin typeface="微软雅黑 Light" panose="020B0502040204020203" pitchFamily="34" charset="-122"/>
                        <a:ea typeface="微软雅黑 Light" panose="020B0502040204020203" pitchFamily="34" charset="-122"/>
                        <a:cs typeface="+mn-ea"/>
                        <a:sym typeface="+mn-lt"/>
                      </a:endParaRPr>
                    </a:p>
                  </a:txBody>
                  <a:tcPr marL="0" marR="0" marT="0" marB="0" anchor="ctr"/>
                </a:tc>
                <a:tc gridSpan="2">
                  <a:txBody>
                    <a:bodyPr/>
                    <a:lstStyle/>
                    <a:p>
                      <a:pPr algn="ctr">
                        <a:lnSpc>
                          <a:spcPct val="120000"/>
                        </a:lnSpc>
                        <a:spcBef>
                          <a:spcPts val="0"/>
                        </a:spcBef>
                        <a:spcAft>
                          <a:spcPts val="0"/>
                        </a:spcAft>
                      </a:pPr>
                      <a:r>
                        <a:rPr lang="zh-CN" altLang="en-US" sz="1600" dirty="0">
                          <a:latin typeface="微软雅黑 Light" panose="020B0502040204020203" pitchFamily="34" charset="-122"/>
                          <a:ea typeface="微软雅黑 Light" panose="020B0502040204020203" pitchFamily="34" charset="-122"/>
                          <a:cs typeface="+mn-ea"/>
                          <a:sym typeface="+mn-lt"/>
                        </a:rPr>
                        <a:t>分段偏移</a:t>
                      </a:r>
                      <a:endParaRPr lang="en-US" altLang="zh-CN" sz="1600" dirty="0">
                        <a:latin typeface="微软雅黑 Light" panose="020B0502040204020203" pitchFamily="34" charset="-122"/>
                        <a:ea typeface="微软雅黑 Light" panose="020B0502040204020203" pitchFamily="34" charset="-122"/>
                        <a:cs typeface="+mn-ea"/>
                        <a:sym typeface="+mn-lt"/>
                      </a:endParaRPr>
                    </a:p>
                    <a:p>
                      <a:pPr algn="ctr">
                        <a:lnSpc>
                          <a:spcPct val="120000"/>
                        </a:lnSpc>
                        <a:spcBef>
                          <a:spcPts val="0"/>
                        </a:spcBef>
                        <a:spcAft>
                          <a:spcPts val="0"/>
                        </a:spcAft>
                      </a:pPr>
                      <a:r>
                        <a:rPr lang="zh-CN" altLang="en-US" sz="1600" dirty="0">
                          <a:latin typeface="微软雅黑 Light" panose="020B0502040204020203" pitchFamily="34" charset="-122"/>
                          <a:ea typeface="微软雅黑 Light" panose="020B0502040204020203" pitchFamily="34" charset="-122"/>
                          <a:cs typeface="+mn-ea"/>
                          <a:sym typeface="+mn-lt"/>
                        </a:rPr>
                        <a:t>（</a:t>
                      </a:r>
                      <a:r>
                        <a:rPr lang="en-US" altLang="zh-CN" sz="1600" dirty="0">
                          <a:latin typeface="微软雅黑 Light" panose="020B0502040204020203" pitchFamily="34" charset="-122"/>
                          <a:ea typeface="微软雅黑 Light" panose="020B0502040204020203" pitchFamily="34" charset="-122"/>
                          <a:cs typeface="+mn-ea"/>
                          <a:sym typeface="+mn-lt"/>
                        </a:rPr>
                        <a:t>Fragment Offset</a:t>
                      </a:r>
                      <a:r>
                        <a:rPr lang="zh-CN" altLang="en-US" sz="1600" dirty="0">
                          <a:latin typeface="微软雅黑 Light" panose="020B0502040204020203" pitchFamily="34" charset="-122"/>
                          <a:ea typeface="微软雅黑 Light" panose="020B0502040204020203" pitchFamily="34" charset="-122"/>
                          <a:cs typeface="+mn-ea"/>
                          <a:sym typeface="+mn-lt"/>
                        </a:rPr>
                        <a:t>）</a:t>
                      </a:r>
                      <a:endParaRPr lang="zh-CN" altLang="en-US" sz="1600" dirty="0">
                        <a:latin typeface="微软雅黑 Light" panose="020B0502040204020203" pitchFamily="34" charset="-122"/>
                        <a:ea typeface="微软雅黑 Light" panose="020B0502040204020203" pitchFamily="34" charset="-122"/>
                        <a:cs typeface="+mn-ea"/>
                        <a:sym typeface="+mn-lt"/>
                      </a:endParaRPr>
                    </a:p>
                  </a:txBody>
                  <a:tcPr marL="0" marR="0" marT="0" marB="0" anchor="ctr"/>
                </a:tc>
                <a:tc hMerge="1">
                  <a:tcPr marL="0" marR="0" marT="0" marB="0" anchor="ctr"/>
                </a:tc>
              </a:tr>
              <a:tr h="370840">
                <a:tc gridSpan="2">
                  <a:txBody>
                    <a:bodyPr/>
                    <a:lstStyle/>
                    <a:p>
                      <a:pPr algn="ctr">
                        <a:lnSpc>
                          <a:spcPct val="120000"/>
                        </a:lnSpc>
                        <a:spcBef>
                          <a:spcPts val="0"/>
                        </a:spcBef>
                        <a:spcAft>
                          <a:spcPts val="0"/>
                        </a:spcAft>
                      </a:pPr>
                      <a:r>
                        <a:rPr lang="zh-CN" altLang="en-US" sz="1600" dirty="0">
                          <a:latin typeface="微软雅黑 Light" panose="020B0502040204020203" pitchFamily="34" charset="-122"/>
                          <a:ea typeface="微软雅黑 Light" panose="020B0502040204020203" pitchFamily="34" charset="-122"/>
                          <a:cs typeface="+mn-ea"/>
                          <a:sym typeface="+mn-lt"/>
                        </a:rPr>
                        <a:t>生存时间</a:t>
                      </a:r>
                      <a:endParaRPr lang="en-US" altLang="zh-CN" sz="1600" dirty="0">
                        <a:latin typeface="微软雅黑 Light" panose="020B0502040204020203" pitchFamily="34" charset="-122"/>
                        <a:ea typeface="微软雅黑 Light" panose="020B0502040204020203" pitchFamily="34" charset="-122"/>
                        <a:cs typeface="+mn-ea"/>
                        <a:sym typeface="+mn-lt"/>
                      </a:endParaRPr>
                    </a:p>
                    <a:p>
                      <a:pPr algn="ctr">
                        <a:lnSpc>
                          <a:spcPct val="120000"/>
                        </a:lnSpc>
                        <a:spcBef>
                          <a:spcPts val="0"/>
                        </a:spcBef>
                        <a:spcAft>
                          <a:spcPts val="0"/>
                        </a:spcAft>
                      </a:pPr>
                      <a:r>
                        <a:rPr lang="zh-CN" altLang="en-US" sz="1600" dirty="0">
                          <a:latin typeface="微软雅黑 Light" panose="020B0502040204020203" pitchFamily="34" charset="-122"/>
                          <a:ea typeface="微软雅黑 Light" panose="020B0502040204020203" pitchFamily="34" charset="-122"/>
                          <a:cs typeface="+mn-ea"/>
                          <a:sym typeface="+mn-lt"/>
                        </a:rPr>
                        <a:t>（</a:t>
                      </a:r>
                      <a:r>
                        <a:rPr lang="en-US" altLang="zh-CN" sz="1600" dirty="0">
                          <a:latin typeface="微软雅黑 Light" panose="020B0502040204020203" pitchFamily="34" charset="-122"/>
                          <a:ea typeface="微软雅黑 Light" panose="020B0502040204020203" pitchFamily="34" charset="-122"/>
                          <a:cs typeface="+mn-ea"/>
                          <a:sym typeface="+mn-lt"/>
                        </a:rPr>
                        <a:t>Time to Live</a:t>
                      </a:r>
                      <a:r>
                        <a:rPr lang="zh-CN" altLang="en-US" sz="1600" dirty="0">
                          <a:latin typeface="微软雅黑 Light" panose="020B0502040204020203" pitchFamily="34" charset="-122"/>
                          <a:ea typeface="微软雅黑 Light" panose="020B0502040204020203" pitchFamily="34" charset="-122"/>
                          <a:cs typeface="+mn-ea"/>
                          <a:sym typeface="+mn-lt"/>
                        </a:rPr>
                        <a:t>）</a:t>
                      </a:r>
                      <a:endParaRPr lang="zh-CN" altLang="en-US" sz="1600" dirty="0">
                        <a:latin typeface="微软雅黑 Light" panose="020B0502040204020203" pitchFamily="34" charset="-122"/>
                        <a:ea typeface="微软雅黑 Light" panose="020B0502040204020203" pitchFamily="34" charset="-122"/>
                        <a:cs typeface="+mn-ea"/>
                        <a:sym typeface="+mn-lt"/>
                      </a:endParaRPr>
                    </a:p>
                  </a:txBody>
                  <a:tcPr marL="0" marR="0" marT="0" marB="0" anchor="ctr"/>
                </a:tc>
                <a:tc hMerge="1">
                  <a:tcPr marL="0" marR="0" marT="0" marB="0" anchor="ctr"/>
                </a:tc>
                <a:tc>
                  <a:txBody>
                    <a:bodyPr/>
                    <a:lstStyle/>
                    <a:p>
                      <a:pPr algn="ctr">
                        <a:lnSpc>
                          <a:spcPct val="120000"/>
                        </a:lnSpc>
                        <a:spcBef>
                          <a:spcPts val="0"/>
                        </a:spcBef>
                        <a:spcAft>
                          <a:spcPts val="0"/>
                        </a:spcAft>
                      </a:pPr>
                      <a:r>
                        <a:rPr lang="zh-CN" altLang="en-US" sz="1600" dirty="0">
                          <a:latin typeface="微软雅黑 Light" panose="020B0502040204020203" pitchFamily="34" charset="-122"/>
                          <a:ea typeface="微软雅黑 Light" panose="020B0502040204020203" pitchFamily="34" charset="-122"/>
                          <a:cs typeface="+mn-ea"/>
                          <a:sym typeface="+mn-lt"/>
                        </a:rPr>
                        <a:t>协议</a:t>
                      </a:r>
                      <a:endParaRPr lang="en-US" altLang="zh-CN" sz="1600" dirty="0">
                        <a:latin typeface="微软雅黑 Light" panose="020B0502040204020203" pitchFamily="34" charset="-122"/>
                        <a:ea typeface="微软雅黑 Light" panose="020B0502040204020203" pitchFamily="34" charset="-122"/>
                        <a:cs typeface="+mn-ea"/>
                        <a:sym typeface="+mn-lt"/>
                      </a:endParaRPr>
                    </a:p>
                    <a:p>
                      <a:pPr algn="ctr">
                        <a:lnSpc>
                          <a:spcPct val="120000"/>
                        </a:lnSpc>
                        <a:spcBef>
                          <a:spcPts val="0"/>
                        </a:spcBef>
                        <a:spcAft>
                          <a:spcPts val="0"/>
                        </a:spcAft>
                      </a:pPr>
                      <a:r>
                        <a:rPr lang="zh-CN" altLang="en-US" sz="1600" dirty="0">
                          <a:latin typeface="微软雅黑 Light" panose="020B0502040204020203" pitchFamily="34" charset="-122"/>
                          <a:ea typeface="微软雅黑 Light" panose="020B0502040204020203" pitchFamily="34" charset="-122"/>
                          <a:cs typeface="+mn-ea"/>
                          <a:sym typeface="+mn-lt"/>
                        </a:rPr>
                        <a:t>（</a:t>
                      </a:r>
                      <a:r>
                        <a:rPr lang="en-US" altLang="zh-CN" sz="1600" dirty="0">
                          <a:latin typeface="微软雅黑 Light" panose="020B0502040204020203" pitchFamily="34" charset="-122"/>
                          <a:ea typeface="微软雅黑 Light" panose="020B0502040204020203" pitchFamily="34" charset="-122"/>
                          <a:cs typeface="+mn-ea"/>
                          <a:sym typeface="+mn-lt"/>
                        </a:rPr>
                        <a:t>Protocol</a:t>
                      </a:r>
                      <a:r>
                        <a:rPr lang="zh-CN" altLang="en-US" sz="1600" dirty="0">
                          <a:latin typeface="微软雅黑 Light" panose="020B0502040204020203" pitchFamily="34" charset="-122"/>
                          <a:ea typeface="微软雅黑 Light" panose="020B0502040204020203" pitchFamily="34" charset="-122"/>
                          <a:cs typeface="+mn-ea"/>
                          <a:sym typeface="+mn-lt"/>
                        </a:rPr>
                        <a:t>）</a:t>
                      </a:r>
                      <a:endParaRPr lang="zh-CN" altLang="en-US" sz="1600" dirty="0">
                        <a:latin typeface="微软雅黑 Light" panose="020B0502040204020203" pitchFamily="34" charset="-122"/>
                        <a:ea typeface="微软雅黑 Light" panose="020B0502040204020203" pitchFamily="34" charset="-122"/>
                        <a:cs typeface="+mn-ea"/>
                        <a:sym typeface="+mn-lt"/>
                      </a:endParaRPr>
                    </a:p>
                  </a:txBody>
                  <a:tcPr marL="0" marR="0" marT="0" marB="0" anchor="ctr"/>
                </a:tc>
                <a:tc gridSpan="3">
                  <a:txBody>
                    <a:bodyPr/>
                    <a:lstStyle/>
                    <a:p>
                      <a:pPr algn="ctr">
                        <a:lnSpc>
                          <a:spcPct val="120000"/>
                        </a:lnSpc>
                        <a:spcBef>
                          <a:spcPts val="0"/>
                        </a:spcBef>
                        <a:spcAft>
                          <a:spcPts val="0"/>
                        </a:spcAft>
                      </a:pPr>
                      <a:r>
                        <a:rPr lang="zh-CN" altLang="en-US" sz="1600" dirty="0">
                          <a:latin typeface="微软雅黑 Light" panose="020B0502040204020203" pitchFamily="34" charset="-122"/>
                          <a:ea typeface="微软雅黑 Light" panose="020B0502040204020203" pitchFamily="34" charset="-122"/>
                          <a:cs typeface="+mn-ea"/>
                          <a:sym typeface="+mn-lt"/>
                        </a:rPr>
                        <a:t>首部校验和</a:t>
                      </a:r>
                      <a:endParaRPr lang="en-US" altLang="zh-CN" sz="1600" dirty="0">
                        <a:latin typeface="微软雅黑 Light" panose="020B0502040204020203" pitchFamily="34" charset="-122"/>
                        <a:ea typeface="微软雅黑 Light" panose="020B0502040204020203" pitchFamily="34" charset="-122"/>
                        <a:cs typeface="+mn-ea"/>
                        <a:sym typeface="+mn-lt"/>
                      </a:endParaRPr>
                    </a:p>
                    <a:p>
                      <a:pPr algn="ctr">
                        <a:lnSpc>
                          <a:spcPct val="120000"/>
                        </a:lnSpc>
                        <a:spcBef>
                          <a:spcPts val="0"/>
                        </a:spcBef>
                        <a:spcAft>
                          <a:spcPts val="0"/>
                        </a:spcAft>
                      </a:pPr>
                      <a:r>
                        <a:rPr lang="zh-CN" altLang="en-US" sz="1600" dirty="0">
                          <a:latin typeface="微软雅黑 Light" panose="020B0502040204020203" pitchFamily="34" charset="-122"/>
                          <a:ea typeface="微软雅黑 Light" panose="020B0502040204020203" pitchFamily="34" charset="-122"/>
                          <a:cs typeface="+mn-ea"/>
                          <a:sym typeface="+mn-lt"/>
                        </a:rPr>
                        <a:t>（</a:t>
                      </a:r>
                      <a:r>
                        <a:rPr lang="en-US" altLang="zh-CN" sz="1600" dirty="0">
                          <a:latin typeface="微软雅黑 Light" panose="020B0502040204020203" pitchFamily="34" charset="-122"/>
                          <a:ea typeface="微软雅黑 Light" panose="020B0502040204020203" pitchFamily="34" charset="-122"/>
                          <a:cs typeface="+mn-ea"/>
                          <a:sym typeface="+mn-lt"/>
                        </a:rPr>
                        <a:t>Header Checksum</a:t>
                      </a:r>
                      <a:r>
                        <a:rPr lang="zh-CN" altLang="en-US" sz="1600" dirty="0">
                          <a:latin typeface="微软雅黑 Light" panose="020B0502040204020203" pitchFamily="34" charset="-122"/>
                          <a:ea typeface="微软雅黑 Light" panose="020B0502040204020203" pitchFamily="34" charset="-122"/>
                          <a:cs typeface="+mn-ea"/>
                          <a:sym typeface="+mn-lt"/>
                        </a:rPr>
                        <a:t>）</a:t>
                      </a:r>
                      <a:endParaRPr lang="zh-CN" altLang="en-US" sz="1600" dirty="0">
                        <a:latin typeface="微软雅黑 Light" panose="020B0502040204020203" pitchFamily="34" charset="-122"/>
                        <a:ea typeface="微软雅黑 Light" panose="020B0502040204020203" pitchFamily="34" charset="-122"/>
                        <a:cs typeface="+mn-ea"/>
                        <a:sym typeface="+mn-lt"/>
                      </a:endParaRPr>
                    </a:p>
                  </a:txBody>
                  <a:tcPr marL="0" marR="0" marT="0" marB="0" anchor="ctr"/>
                </a:tc>
                <a:tc hMerge="1">
                  <a:tcPr marL="0" marR="0" marT="0" marB="0" anchor="ctr"/>
                </a:tc>
                <a:tc hMerge="1">
                  <a:tcPr marL="0" marR="0" marT="0" marB="0" anchor="ctr"/>
                </a:tc>
              </a:tr>
              <a:tr h="370840">
                <a:tc gridSpan="6">
                  <a:txBody>
                    <a:bodyPr/>
                    <a:lstStyle/>
                    <a:p>
                      <a:pPr algn="ctr">
                        <a:lnSpc>
                          <a:spcPct val="120000"/>
                        </a:lnSpc>
                        <a:spcBef>
                          <a:spcPts val="0"/>
                        </a:spcBef>
                        <a:spcAft>
                          <a:spcPts val="0"/>
                        </a:spcAft>
                      </a:pPr>
                      <a:r>
                        <a:rPr lang="zh-CN" altLang="en-US" sz="1600" dirty="0">
                          <a:latin typeface="微软雅黑 Light" panose="020B0502040204020203" pitchFamily="34" charset="-122"/>
                          <a:ea typeface="微软雅黑 Light" panose="020B0502040204020203" pitchFamily="34" charset="-122"/>
                          <a:cs typeface="+mn-ea"/>
                          <a:sym typeface="+mn-lt"/>
                        </a:rPr>
                        <a:t>源</a:t>
                      </a:r>
                      <a:r>
                        <a:rPr lang="en-US" altLang="zh-CN" sz="1600" dirty="0">
                          <a:latin typeface="微软雅黑 Light" panose="020B0502040204020203" pitchFamily="34" charset="-122"/>
                          <a:ea typeface="微软雅黑 Light" panose="020B0502040204020203" pitchFamily="34" charset="-122"/>
                          <a:cs typeface="+mn-ea"/>
                          <a:sym typeface="+mn-lt"/>
                        </a:rPr>
                        <a:t>IP</a:t>
                      </a:r>
                      <a:r>
                        <a:rPr lang="zh-CN" altLang="en-US" sz="1600" dirty="0">
                          <a:latin typeface="微软雅黑 Light" panose="020B0502040204020203" pitchFamily="34" charset="-122"/>
                          <a:ea typeface="微软雅黑 Light" panose="020B0502040204020203" pitchFamily="34" charset="-122"/>
                          <a:cs typeface="+mn-ea"/>
                          <a:sym typeface="+mn-lt"/>
                        </a:rPr>
                        <a:t>地址</a:t>
                      </a:r>
                      <a:endParaRPr lang="en-US" altLang="zh-CN" sz="1600" dirty="0">
                        <a:latin typeface="微软雅黑 Light" panose="020B0502040204020203" pitchFamily="34" charset="-122"/>
                        <a:ea typeface="微软雅黑 Light" panose="020B0502040204020203" pitchFamily="34" charset="-122"/>
                        <a:cs typeface="+mn-ea"/>
                        <a:sym typeface="+mn-lt"/>
                      </a:endParaRPr>
                    </a:p>
                    <a:p>
                      <a:pPr algn="ctr">
                        <a:lnSpc>
                          <a:spcPct val="120000"/>
                        </a:lnSpc>
                        <a:spcBef>
                          <a:spcPts val="0"/>
                        </a:spcBef>
                        <a:spcAft>
                          <a:spcPts val="0"/>
                        </a:spcAft>
                      </a:pPr>
                      <a:r>
                        <a:rPr lang="zh-CN" altLang="en-US" sz="1600" dirty="0">
                          <a:latin typeface="微软雅黑 Light" panose="020B0502040204020203" pitchFamily="34" charset="-122"/>
                          <a:ea typeface="微软雅黑 Light" panose="020B0502040204020203" pitchFamily="34" charset="-122"/>
                          <a:cs typeface="+mn-ea"/>
                          <a:sym typeface="+mn-lt"/>
                        </a:rPr>
                        <a:t>（</a:t>
                      </a:r>
                      <a:r>
                        <a:rPr lang="en-US" altLang="zh-CN" sz="1600" dirty="0">
                          <a:latin typeface="微软雅黑 Light" panose="020B0502040204020203" pitchFamily="34" charset="-122"/>
                          <a:ea typeface="微软雅黑 Light" panose="020B0502040204020203" pitchFamily="34" charset="-122"/>
                          <a:cs typeface="+mn-ea"/>
                          <a:sym typeface="+mn-lt"/>
                        </a:rPr>
                        <a:t>Source Address</a:t>
                      </a:r>
                      <a:r>
                        <a:rPr lang="zh-CN" altLang="en-US" sz="1600" dirty="0">
                          <a:latin typeface="微软雅黑 Light" panose="020B0502040204020203" pitchFamily="34" charset="-122"/>
                          <a:ea typeface="微软雅黑 Light" panose="020B0502040204020203" pitchFamily="34" charset="-122"/>
                          <a:cs typeface="+mn-ea"/>
                          <a:sym typeface="+mn-lt"/>
                        </a:rPr>
                        <a:t>）</a:t>
                      </a:r>
                      <a:endParaRPr lang="zh-CN" altLang="en-US" sz="1600" dirty="0">
                        <a:latin typeface="微软雅黑 Light" panose="020B0502040204020203" pitchFamily="34" charset="-122"/>
                        <a:ea typeface="微软雅黑 Light" panose="020B0502040204020203" pitchFamily="34" charset="-122"/>
                        <a:cs typeface="+mn-ea"/>
                        <a:sym typeface="+mn-lt"/>
                      </a:endParaRPr>
                    </a:p>
                  </a:txBody>
                  <a:tcPr marL="0" marR="0" marT="0" marB="0" anchor="ctr"/>
                </a:tc>
                <a:tc hMerge="1">
                  <a:tcPr marL="0" marR="0" marT="0" marB="0" anchor="ctr"/>
                </a:tc>
                <a:tc hMerge="1">
                  <a:tcPr marL="0" marR="0" marT="0" marB="0" anchor="ctr"/>
                </a:tc>
                <a:tc hMerge="1">
                  <a:tcPr marL="0" marR="0" marT="0" marB="0" anchor="ctr"/>
                </a:tc>
                <a:tc hMerge="1">
                  <a:tcPr marL="0" marR="0" marT="0" marB="0" anchor="ctr"/>
                </a:tc>
                <a:tc hMerge="1">
                  <a:tcPr marL="0" marR="0" marT="0" marB="0" anchor="ctr"/>
                </a:tc>
              </a:tr>
              <a:tr h="370840">
                <a:tc gridSpan="6">
                  <a:txBody>
                    <a:bodyPr/>
                    <a:lstStyle/>
                    <a:p>
                      <a:pPr algn="ctr">
                        <a:lnSpc>
                          <a:spcPct val="120000"/>
                        </a:lnSpc>
                        <a:spcBef>
                          <a:spcPts val="0"/>
                        </a:spcBef>
                        <a:spcAft>
                          <a:spcPts val="0"/>
                        </a:spcAft>
                      </a:pPr>
                      <a:r>
                        <a:rPr lang="zh-CN" altLang="en-US" sz="1600" dirty="0">
                          <a:latin typeface="微软雅黑 Light" panose="020B0502040204020203" pitchFamily="34" charset="-122"/>
                          <a:ea typeface="微软雅黑 Light" panose="020B0502040204020203" pitchFamily="34" charset="-122"/>
                          <a:cs typeface="+mn-ea"/>
                          <a:sym typeface="+mn-lt"/>
                        </a:rPr>
                        <a:t>目的</a:t>
                      </a:r>
                      <a:r>
                        <a:rPr lang="en-US" altLang="zh-CN" sz="1600" dirty="0">
                          <a:latin typeface="微软雅黑 Light" panose="020B0502040204020203" pitchFamily="34" charset="-122"/>
                          <a:ea typeface="微软雅黑 Light" panose="020B0502040204020203" pitchFamily="34" charset="-122"/>
                          <a:cs typeface="+mn-ea"/>
                          <a:sym typeface="+mn-lt"/>
                        </a:rPr>
                        <a:t>IP</a:t>
                      </a:r>
                      <a:r>
                        <a:rPr lang="zh-CN" altLang="en-US" sz="1600" dirty="0">
                          <a:latin typeface="微软雅黑 Light" panose="020B0502040204020203" pitchFamily="34" charset="-122"/>
                          <a:ea typeface="微软雅黑 Light" panose="020B0502040204020203" pitchFamily="34" charset="-122"/>
                          <a:cs typeface="+mn-ea"/>
                          <a:sym typeface="+mn-lt"/>
                        </a:rPr>
                        <a:t>地址</a:t>
                      </a:r>
                      <a:endParaRPr lang="en-US" altLang="zh-CN" sz="1600" dirty="0">
                        <a:latin typeface="微软雅黑 Light" panose="020B0502040204020203" pitchFamily="34" charset="-122"/>
                        <a:ea typeface="微软雅黑 Light" panose="020B0502040204020203" pitchFamily="34" charset="-122"/>
                        <a:cs typeface="+mn-ea"/>
                        <a:sym typeface="+mn-lt"/>
                      </a:endParaRPr>
                    </a:p>
                    <a:p>
                      <a:pPr algn="ctr">
                        <a:lnSpc>
                          <a:spcPct val="120000"/>
                        </a:lnSpc>
                        <a:spcBef>
                          <a:spcPts val="0"/>
                        </a:spcBef>
                        <a:spcAft>
                          <a:spcPts val="0"/>
                        </a:spcAft>
                      </a:pPr>
                      <a:r>
                        <a:rPr lang="zh-CN" altLang="en-US" sz="1600" dirty="0">
                          <a:latin typeface="微软雅黑 Light" panose="020B0502040204020203" pitchFamily="34" charset="-122"/>
                          <a:ea typeface="微软雅黑 Light" panose="020B0502040204020203" pitchFamily="34" charset="-122"/>
                          <a:cs typeface="+mn-ea"/>
                          <a:sym typeface="+mn-lt"/>
                        </a:rPr>
                        <a:t>（</a:t>
                      </a:r>
                      <a:r>
                        <a:rPr lang="en-US" altLang="zh-CN" sz="1600" dirty="0">
                          <a:latin typeface="微软雅黑 Light" panose="020B0502040204020203" pitchFamily="34" charset="-122"/>
                          <a:ea typeface="微软雅黑 Light" panose="020B0502040204020203" pitchFamily="34" charset="-122"/>
                          <a:cs typeface="+mn-ea"/>
                          <a:sym typeface="+mn-lt"/>
                        </a:rPr>
                        <a:t>Destination Address</a:t>
                      </a:r>
                      <a:r>
                        <a:rPr lang="zh-CN" altLang="en-US" sz="1600" dirty="0">
                          <a:latin typeface="微软雅黑 Light" panose="020B0502040204020203" pitchFamily="34" charset="-122"/>
                          <a:ea typeface="微软雅黑 Light" panose="020B0502040204020203" pitchFamily="34" charset="-122"/>
                          <a:cs typeface="+mn-ea"/>
                          <a:sym typeface="+mn-lt"/>
                        </a:rPr>
                        <a:t>）</a:t>
                      </a:r>
                      <a:endParaRPr lang="zh-CN" altLang="en-US" sz="1600" dirty="0">
                        <a:latin typeface="微软雅黑 Light" panose="020B0502040204020203" pitchFamily="34" charset="-122"/>
                        <a:ea typeface="微软雅黑 Light" panose="020B0502040204020203" pitchFamily="34" charset="-122"/>
                        <a:cs typeface="+mn-ea"/>
                        <a:sym typeface="+mn-lt"/>
                      </a:endParaRPr>
                    </a:p>
                  </a:txBody>
                  <a:tcPr marL="0" marR="0" marT="0" marB="0" anchor="ctr"/>
                </a:tc>
                <a:tc hMerge="1">
                  <a:tcPr marL="0" marR="0" marT="0" marB="0" anchor="ctr"/>
                </a:tc>
                <a:tc hMerge="1">
                  <a:tcPr marL="0" marR="0" marT="0" marB="0" anchor="ctr"/>
                </a:tc>
                <a:tc hMerge="1">
                  <a:tcPr marL="0" marR="0" marT="0" marB="0" anchor="ctr"/>
                </a:tc>
                <a:tc hMerge="1">
                  <a:tcPr marL="0" marR="0" marT="0" marB="0" anchor="ctr"/>
                </a:tc>
                <a:tc hMerge="1">
                  <a:tcPr marL="0" marR="0" marT="0" marB="0" anchor="ctr"/>
                </a:tc>
              </a:tr>
              <a:tr h="370840">
                <a:tc gridSpan="5">
                  <a:txBody>
                    <a:bodyPr/>
                    <a:lstStyle/>
                    <a:p>
                      <a:pPr algn="ctr">
                        <a:lnSpc>
                          <a:spcPct val="120000"/>
                        </a:lnSpc>
                        <a:spcBef>
                          <a:spcPts val="0"/>
                        </a:spcBef>
                        <a:spcAft>
                          <a:spcPts val="0"/>
                        </a:spcAft>
                      </a:pPr>
                      <a:r>
                        <a:rPr lang="zh-CN" altLang="en-US" sz="1600" dirty="0">
                          <a:latin typeface="微软雅黑 Light" panose="020B0502040204020203" pitchFamily="34" charset="-122"/>
                          <a:ea typeface="微软雅黑 Light" panose="020B0502040204020203" pitchFamily="34" charset="-122"/>
                          <a:cs typeface="+mn-ea"/>
                          <a:sym typeface="+mn-lt"/>
                        </a:rPr>
                        <a:t>可选字段（长度可变）</a:t>
                      </a:r>
                      <a:endParaRPr lang="en-US" altLang="zh-CN" sz="1600" dirty="0">
                        <a:latin typeface="微软雅黑 Light" panose="020B0502040204020203" pitchFamily="34" charset="-122"/>
                        <a:ea typeface="微软雅黑 Light" panose="020B0502040204020203" pitchFamily="34" charset="-122"/>
                        <a:cs typeface="+mn-ea"/>
                        <a:sym typeface="+mn-lt"/>
                      </a:endParaRPr>
                    </a:p>
                    <a:p>
                      <a:pPr algn="ctr">
                        <a:lnSpc>
                          <a:spcPct val="120000"/>
                        </a:lnSpc>
                        <a:spcBef>
                          <a:spcPts val="0"/>
                        </a:spcBef>
                        <a:spcAft>
                          <a:spcPts val="0"/>
                        </a:spcAft>
                      </a:pPr>
                      <a:r>
                        <a:rPr lang="zh-CN" altLang="en-US" sz="1600" dirty="0">
                          <a:latin typeface="微软雅黑 Light" panose="020B0502040204020203" pitchFamily="34" charset="-122"/>
                          <a:ea typeface="微软雅黑 Light" panose="020B0502040204020203" pitchFamily="34" charset="-122"/>
                          <a:cs typeface="+mn-ea"/>
                          <a:sym typeface="+mn-lt"/>
                        </a:rPr>
                        <a:t>（</a:t>
                      </a:r>
                      <a:r>
                        <a:rPr lang="en-US" altLang="zh-CN" sz="1600" dirty="0">
                          <a:latin typeface="微软雅黑 Light" panose="020B0502040204020203" pitchFamily="34" charset="-122"/>
                          <a:ea typeface="微软雅黑 Light" panose="020B0502040204020203" pitchFamily="34" charset="-122"/>
                          <a:cs typeface="+mn-ea"/>
                          <a:sym typeface="+mn-lt"/>
                        </a:rPr>
                        <a:t>Options</a:t>
                      </a:r>
                      <a:r>
                        <a:rPr lang="zh-CN" altLang="en-US" sz="1600" dirty="0">
                          <a:latin typeface="微软雅黑 Light" panose="020B0502040204020203" pitchFamily="34" charset="-122"/>
                          <a:ea typeface="微软雅黑 Light" panose="020B0502040204020203" pitchFamily="34" charset="-122"/>
                          <a:cs typeface="+mn-ea"/>
                          <a:sym typeface="+mn-lt"/>
                        </a:rPr>
                        <a:t>）</a:t>
                      </a:r>
                      <a:endParaRPr lang="zh-CN" altLang="en-US" sz="1600" dirty="0">
                        <a:latin typeface="微软雅黑 Light" panose="020B0502040204020203" pitchFamily="34" charset="-122"/>
                        <a:ea typeface="微软雅黑 Light" panose="020B0502040204020203" pitchFamily="34" charset="-122"/>
                        <a:cs typeface="+mn-ea"/>
                        <a:sym typeface="+mn-lt"/>
                      </a:endParaRPr>
                    </a:p>
                  </a:txBody>
                  <a:tcPr marL="0" marR="0" marT="0" marB="0" anchor="ctr"/>
                </a:tc>
                <a:tc hMerge="1">
                  <a:tcPr marL="0" marR="0" marT="0" marB="0" anchor="ctr"/>
                </a:tc>
                <a:tc hMerge="1">
                  <a:tcPr marL="0" marR="0" marT="0" marB="0" anchor="ctr"/>
                </a:tc>
                <a:tc hMerge="1">
                  <a:tcPr marL="0" marR="0" marT="0" marB="0" anchor="ctr"/>
                </a:tc>
                <a:tc hMerge="1">
                  <a:tcPr marL="0" marR="0" marT="0" marB="0" anchor="ctr"/>
                </a:tc>
                <a:tc>
                  <a:txBody>
                    <a:bodyPr/>
                    <a:lstStyle/>
                    <a:p>
                      <a:pPr algn="ctr">
                        <a:lnSpc>
                          <a:spcPct val="120000"/>
                        </a:lnSpc>
                        <a:spcBef>
                          <a:spcPts val="0"/>
                        </a:spcBef>
                        <a:spcAft>
                          <a:spcPts val="0"/>
                        </a:spcAft>
                      </a:pPr>
                      <a:r>
                        <a:rPr lang="zh-CN" altLang="en-US" sz="1600" dirty="0">
                          <a:latin typeface="微软雅黑 Light" panose="020B0502040204020203" pitchFamily="34" charset="-122"/>
                          <a:ea typeface="微软雅黑 Light" panose="020B0502040204020203" pitchFamily="34" charset="-122"/>
                          <a:cs typeface="+mn-ea"/>
                          <a:sym typeface="+mn-lt"/>
                        </a:rPr>
                        <a:t>填充</a:t>
                      </a:r>
                      <a:endParaRPr lang="en-US" altLang="zh-CN" sz="1600" dirty="0">
                        <a:latin typeface="微软雅黑 Light" panose="020B0502040204020203" pitchFamily="34" charset="-122"/>
                        <a:ea typeface="微软雅黑 Light" panose="020B0502040204020203" pitchFamily="34" charset="-122"/>
                        <a:cs typeface="+mn-ea"/>
                        <a:sym typeface="+mn-lt"/>
                      </a:endParaRPr>
                    </a:p>
                    <a:p>
                      <a:pPr algn="ctr">
                        <a:lnSpc>
                          <a:spcPct val="120000"/>
                        </a:lnSpc>
                        <a:spcBef>
                          <a:spcPts val="0"/>
                        </a:spcBef>
                        <a:spcAft>
                          <a:spcPts val="0"/>
                        </a:spcAft>
                      </a:pPr>
                      <a:r>
                        <a:rPr lang="zh-CN" altLang="en-US" sz="1600" dirty="0">
                          <a:latin typeface="微软雅黑 Light" panose="020B0502040204020203" pitchFamily="34" charset="-122"/>
                          <a:ea typeface="微软雅黑 Light" panose="020B0502040204020203" pitchFamily="34" charset="-122"/>
                          <a:cs typeface="+mn-ea"/>
                          <a:sym typeface="+mn-lt"/>
                        </a:rPr>
                        <a:t>（</a:t>
                      </a:r>
                      <a:r>
                        <a:rPr lang="en-US" altLang="zh-CN" sz="1600" dirty="0">
                          <a:latin typeface="微软雅黑 Light" panose="020B0502040204020203" pitchFamily="34" charset="-122"/>
                          <a:ea typeface="微软雅黑 Light" panose="020B0502040204020203" pitchFamily="34" charset="-122"/>
                          <a:cs typeface="+mn-ea"/>
                          <a:sym typeface="+mn-lt"/>
                        </a:rPr>
                        <a:t>Padding</a:t>
                      </a:r>
                      <a:r>
                        <a:rPr lang="zh-CN" altLang="en-US" sz="1600" dirty="0">
                          <a:latin typeface="微软雅黑 Light" panose="020B0502040204020203" pitchFamily="34" charset="-122"/>
                          <a:ea typeface="微软雅黑 Light" panose="020B0502040204020203" pitchFamily="34" charset="-122"/>
                          <a:cs typeface="+mn-ea"/>
                          <a:sym typeface="+mn-lt"/>
                        </a:rPr>
                        <a:t>）</a:t>
                      </a:r>
                      <a:endParaRPr lang="zh-CN" altLang="en-US" sz="1600" dirty="0">
                        <a:latin typeface="微软雅黑 Light" panose="020B0502040204020203" pitchFamily="34" charset="-122"/>
                        <a:ea typeface="微软雅黑 Light" panose="020B0502040204020203" pitchFamily="34" charset="-122"/>
                        <a:cs typeface="+mn-ea"/>
                        <a:sym typeface="+mn-lt"/>
                      </a:endParaRPr>
                    </a:p>
                  </a:txBody>
                  <a:tcPr marL="0" marR="0" marT="0" marB="0" anchor="ctr"/>
                </a:tc>
              </a:tr>
              <a:tr h="741680">
                <a:tc gridSpan="6">
                  <a:txBody>
                    <a:bodyPr/>
                    <a:lstStyle/>
                    <a:p>
                      <a:pPr algn="ctr">
                        <a:lnSpc>
                          <a:spcPct val="120000"/>
                        </a:lnSpc>
                        <a:spcBef>
                          <a:spcPts val="0"/>
                        </a:spcBef>
                        <a:spcAft>
                          <a:spcPts val="0"/>
                        </a:spcAft>
                      </a:pPr>
                      <a:endParaRPr lang="en-US" altLang="zh-CN" sz="1600" dirty="0">
                        <a:latin typeface="微软雅黑 Light" panose="020B0502040204020203" pitchFamily="34" charset="-122"/>
                        <a:ea typeface="微软雅黑 Light" panose="020B0502040204020203" pitchFamily="34" charset="-122"/>
                        <a:cs typeface="+mn-ea"/>
                        <a:sym typeface="+mn-lt"/>
                      </a:endParaRPr>
                    </a:p>
                    <a:p>
                      <a:pPr algn="ctr">
                        <a:lnSpc>
                          <a:spcPct val="120000"/>
                        </a:lnSpc>
                        <a:spcBef>
                          <a:spcPts val="0"/>
                        </a:spcBef>
                        <a:spcAft>
                          <a:spcPts val="0"/>
                        </a:spcAft>
                      </a:pPr>
                      <a:r>
                        <a:rPr lang="zh-CN" altLang="en-US" sz="1600" dirty="0">
                          <a:latin typeface="微软雅黑 Light" panose="020B0502040204020203" pitchFamily="34" charset="-122"/>
                          <a:ea typeface="微软雅黑 Light" panose="020B0502040204020203" pitchFamily="34" charset="-122"/>
                          <a:cs typeface="+mn-ea"/>
                          <a:sym typeface="+mn-lt"/>
                        </a:rPr>
                        <a:t>数据</a:t>
                      </a:r>
                      <a:endParaRPr lang="en-US" altLang="zh-CN" sz="1600" dirty="0">
                        <a:latin typeface="微软雅黑 Light" panose="020B0502040204020203" pitchFamily="34" charset="-122"/>
                        <a:ea typeface="微软雅黑 Light" panose="020B0502040204020203" pitchFamily="34" charset="-122"/>
                        <a:cs typeface="+mn-ea"/>
                        <a:sym typeface="+mn-lt"/>
                      </a:endParaRPr>
                    </a:p>
                    <a:p>
                      <a:pPr algn="ctr">
                        <a:lnSpc>
                          <a:spcPct val="120000"/>
                        </a:lnSpc>
                        <a:spcBef>
                          <a:spcPts val="0"/>
                        </a:spcBef>
                        <a:spcAft>
                          <a:spcPts val="0"/>
                        </a:spcAft>
                      </a:pPr>
                      <a:r>
                        <a:rPr lang="zh-CN" altLang="en-US" sz="1600" dirty="0">
                          <a:latin typeface="微软雅黑 Light" panose="020B0502040204020203" pitchFamily="34" charset="-122"/>
                          <a:ea typeface="微软雅黑 Light" panose="020B0502040204020203" pitchFamily="34" charset="-122"/>
                          <a:cs typeface="+mn-ea"/>
                          <a:sym typeface="+mn-lt"/>
                        </a:rPr>
                        <a:t>（</a:t>
                      </a:r>
                      <a:r>
                        <a:rPr lang="en-US" altLang="zh-CN" sz="1600" dirty="0">
                          <a:latin typeface="微软雅黑 Light" panose="020B0502040204020203" pitchFamily="34" charset="-122"/>
                          <a:ea typeface="微软雅黑 Light" panose="020B0502040204020203" pitchFamily="34" charset="-122"/>
                          <a:cs typeface="+mn-ea"/>
                          <a:sym typeface="+mn-lt"/>
                        </a:rPr>
                        <a:t>Data</a:t>
                      </a:r>
                      <a:r>
                        <a:rPr lang="zh-CN" altLang="en-US" sz="1600" dirty="0">
                          <a:latin typeface="微软雅黑 Light" panose="020B0502040204020203" pitchFamily="34" charset="-122"/>
                          <a:ea typeface="微软雅黑 Light" panose="020B0502040204020203" pitchFamily="34" charset="-122"/>
                          <a:cs typeface="+mn-ea"/>
                          <a:sym typeface="+mn-lt"/>
                        </a:rPr>
                        <a:t>）</a:t>
                      </a:r>
                      <a:endParaRPr lang="en-US" altLang="zh-CN" sz="1600" dirty="0">
                        <a:latin typeface="微软雅黑 Light" panose="020B0502040204020203" pitchFamily="34" charset="-122"/>
                        <a:ea typeface="微软雅黑 Light" panose="020B0502040204020203" pitchFamily="34" charset="-122"/>
                        <a:cs typeface="+mn-ea"/>
                        <a:sym typeface="+mn-lt"/>
                      </a:endParaRPr>
                    </a:p>
                    <a:p>
                      <a:pPr algn="ctr">
                        <a:lnSpc>
                          <a:spcPct val="120000"/>
                        </a:lnSpc>
                        <a:spcBef>
                          <a:spcPts val="0"/>
                        </a:spcBef>
                        <a:spcAft>
                          <a:spcPts val="0"/>
                        </a:spcAft>
                      </a:pPr>
                      <a:endParaRPr lang="zh-CN" altLang="en-US" sz="1600" dirty="0">
                        <a:latin typeface="微软雅黑 Light" panose="020B0502040204020203" pitchFamily="34" charset="-122"/>
                        <a:ea typeface="微软雅黑 Light" panose="020B0502040204020203" pitchFamily="34" charset="-122"/>
                        <a:cs typeface="+mn-ea"/>
                        <a:sym typeface="+mn-lt"/>
                      </a:endParaRPr>
                    </a:p>
                  </a:txBody>
                  <a:tcPr marL="0" marR="0" marT="0" marB="0" anchor="ctr">
                    <a:solidFill>
                      <a:srgbClr val="D9D9D9"/>
                    </a:solidFill>
                  </a:tcPr>
                </a:tc>
                <a:tc hMerge="1">
                  <a:tcPr marL="0" marR="0" marT="0" marB="0" anchor="ctr"/>
                </a:tc>
                <a:tc hMerge="1">
                  <a:tcPr marL="0" marR="0" marT="0" marB="0" anchor="ctr"/>
                </a:tc>
                <a:tc hMerge="1">
                  <a:tcPr marL="0" marR="0" marT="0" marB="0" anchor="ctr"/>
                </a:tc>
                <a:tc hMerge="1">
                  <a:tcPr marL="0" marR="0" marT="0" marB="0" anchor="ctr"/>
                </a:tc>
                <a:tc hMerge="1">
                  <a:tcPr marL="0" marR="0" marT="0" marB="0" anchor="ctr"/>
                </a:tc>
              </a:tr>
            </a:tbl>
          </a:graphicData>
        </a:graphic>
      </p:graphicFrame>
      <p:sp>
        <p:nvSpPr>
          <p:cNvPr id="6" name="左大括号 5"/>
          <p:cNvSpPr/>
          <p:nvPr/>
        </p:nvSpPr>
        <p:spPr>
          <a:xfrm>
            <a:off x="2100105" y="1632995"/>
            <a:ext cx="283588" cy="2436587"/>
          </a:xfrm>
          <a:prstGeom prst="leftBrace">
            <a:avLst/>
          </a:prstGeom>
          <a:ln w="19050">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lnSpc>
                <a:spcPct val="120000"/>
              </a:lnSpc>
            </a:pPr>
            <a:endParaRPr lang="zh-CN" altLang="en-US">
              <a:latin typeface="微软雅黑 Light" panose="020B0502040204020203" pitchFamily="34" charset="-122"/>
              <a:ea typeface="微软雅黑 Light" panose="020B0502040204020203" pitchFamily="34" charset="-122"/>
              <a:cs typeface="+mn-ea"/>
              <a:sym typeface="+mn-lt"/>
            </a:endParaRPr>
          </a:p>
        </p:txBody>
      </p:sp>
      <p:sp>
        <p:nvSpPr>
          <p:cNvPr id="7" name="文本框 6"/>
          <p:cNvSpPr txBox="1"/>
          <p:nvPr/>
        </p:nvSpPr>
        <p:spPr>
          <a:xfrm>
            <a:off x="1026317" y="2674456"/>
            <a:ext cx="1233030" cy="657809"/>
          </a:xfrm>
          <a:prstGeom prst="rect">
            <a:avLst/>
          </a:prstGeom>
          <a:noFill/>
        </p:spPr>
        <p:txBody>
          <a:bodyPr wrap="none" rtlCol="0">
            <a:spAutoFit/>
          </a:bodyPr>
          <a:lstStyle/>
          <a:p>
            <a:pPr algn="ctr">
              <a:lnSpc>
                <a:spcPct val="120000"/>
              </a:lnSpc>
            </a:pPr>
            <a:r>
              <a:rPr lang="zh-CN" altLang="en-US" sz="1600" dirty="0">
                <a:latin typeface="微软雅黑 Light" panose="020B0502040204020203" pitchFamily="34" charset="-122"/>
                <a:ea typeface="微软雅黑 Light" panose="020B0502040204020203" pitchFamily="34" charset="-122"/>
                <a:cs typeface="+mn-ea"/>
                <a:sym typeface="+mn-lt"/>
              </a:rPr>
              <a:t>固定部分</a:t>
            </a:r>
            <a:endParaRPr lang="en-US" altLang="zh-CN" sz="1600" dirty="0">
              <a:latin typeface="微软雅黑 Light" panose="020B0502040204020203" pitchFamily="34" charset="-122"/>
              <a:ea typeface="微软雅黑 Light" panose="020B0502040204020203" pitchFamily="34" charset="-122"/>
              <a:cs typeface="+mn-ea"/>
              <a:sym typeface="+mn-lt"/>
            </a:endParaRPr>
          </a:p>
          <a:p>
            <a:pPr algn="ctr">
              <a:lnSpc>
                <a:spcPct val="120000"/>
              </a:lnSpc>
            </a:pPr>
            <a:r>
              <a:rPr lang="zh-CN" altLang="en-US" sz="1600" dirty="0">
                <a:latin typeface="微软雅黑 Light" panose="020B0502040204020203" pitchFamily="34" charset="-122"/>
                <a:ea typeface="微软雅黑 Light" panose="020B0502040204020203" pitchFamily="34" charset="-122"/>
                <a:cs typeface="+mn-ea"/>
                <a:sym typeface="+mn-lt"/>
              </a:rPr>
              <a:t>（</a:t>
            </a:r>
            <a:r>
              <a:rPr lang="en-US" altLang="zh-CN" sz="1600" dirty="0">
                <a:latin typeface="微软雅黑 Light" panose="020B0502040204020203" pitchFamily="34" charset="-122"/>
                <a:ea typeface="微软雅黑 Light" panose="020B0502040204020203" pitchFamily="34" charset="-122"/>
                <a:cs typeface="+mn-ea"/>
                <a:sym typeface="+mn-lt"/>
              </a:rPr>
              <a:t>20</a:t>
            </a:r>
            <a:r>
              <a:rPr lang="zh-CN" altLang="en-US" sz="1600" dirty="0">
                <a:latin typeface="微软雅黑 Light" panose="020B0502040204020203" pitchFamily="34" charset="-122"/>
                <a:ea typeface="微软雅黑 Light" panose="020B0502040204020203" pitchFamily="34" charset="-122"/>
                <a:cs typeface="+mn-ea"/>
                <a:sym typeface="+mn-lt"/>
              </a:rPr>
              <a:t>字节）</a:t>
            </a:r>
            <a:endParaRPr lang="zh-CN" altLang="en-US" sz="1600" dirty="0">
              <a:latin typeface="微软雅黑 Light" panose="020B0502040204020203" pitchFamily="34" charset="-122"/>
              <a:ea typeface="微软雅黑 Light" panose="020B0502040204020203" pitchFamily="34" charset="-122"/>
              <a:cs typeface="+mn-ea"/>
              <a:sym typeface="+mn-lt"/>
            </a:endParaRPr>
          </a:p>
        </p:txBody>
      </p:sp>
      <p:sp>
        <p:nvSpPr>
          <p:cNvPr id="8" name="文本框 7"/>
          <p:cNvSpPr txBox="1"/>
          <p:nvPr/>
        </p:nvSpPr>
        <p:spPr>
          <a:xfrm>
            <a:off x="1140130" y="4164502"/>
            <a:ext cx="1005403" cy="362343"/>
          </a:xfrm>
          <a:prstGeom prst="rect">
            <a:avLst/>
          </a:prstGeom>
          <a:noFill/>
        </p:spPr>
        <p:txBody>
          <a:bodyPr wrap="none" rtlCol="0">
            <a:spAutoFit/>
          </a:bodyPr>
          <a:lstStyle/>
          <a:p>
            <a:pPr algn="ctr">
              <a:lnSpc>
                <a:spcPct val="120000"/>
              </a:lnSpc>
            </a:pPr>
            <a:r>
              <a:rPr lang="zh-CN" altLang="en-US" sz="1600" dirty="0">
                <a:latin typeface="微软雅黑 Light" panose="020B0502040204020203" pitchFamily="34" charset="-122"/>
                <a:ea typeface="微软雅黑 Light" panose="020B0502040204020203" pitchFamily="34" charset="-122"/>
                <a:cs typeface="+mn-ea"/>
                <a:sym typeface="+mn-lt"/>
              </a:rPr>
              <a:t>可变部分</a:t>
            </a:r>
            <a:endParaRPr lang="zh-CN" altLang="en-US" sz="1600" dirty="0">
              <a:latin typeface="微软雅黑 Light" panose="020B0502040204020203" pitchFamily="34" charset="-122"/>
              <a:ea typeface="微软雅黑 Light" panose="020B0502040204020203" pitchFamily="34" charset="-122"/>
              <a:cs typeface="+mn-ea"/>
              <a:sym typeface="+mn-lt"/>
            </a:endParaRPr>
          </a:p>
        </p:txBody>
      </p:sp>
      <p:sp>
        <p:nvSpPr>
          <p:cNvPr id="9" name="左大括号 8"/>
          <p:cNvSpPr/>
          <p:nvPr/>
        </p:nvSpPr>
        <p:spPr>
          <a:xfrm>
            <a:off x="936163" y="1632995"/>
            <a:ext cx="283588" cy="2948097"/>
          </a:xfrm>
          <a:prstGeom prst="leftBrace">
            <a:avLst/>
          </a:prstGeom>
          <a:ln w="19050">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lnSpc>
                <a:spcPct val="120000"/>
              </a:lnSpc>
            </a:pPr>
            <a:endParaRPr lang="zh-CN" altLang="en-US">
              <a:latin typeface="微软雅黑 Light" panose="020B0502040204020203" pitchFamily="34" charset="-122"/>
              <a:ea typeface="微软雅黑 Light" panose="020B0502040204020203" pitchFamily="34" charset="-122"/>
              <a:cs typeface="+mn-ea"/>
              <a:sym typeface="+mn-lt"/>
            </a:endParaRPr>
          </a:p>
        </p:txBody>
      </p:sp>
      <p:sp>
        <p:nvSpPr>
          <p:cNvPr id="10" name="文本框 9"/>
          <p:cNvSpPr txBox="1"/>
          <p:nvPr/>
        </p:nvSpPr>
        <p:spPr>
          <a:xfrm>
            <a:off x="2292577" y="1343224"/>
            <a:ext cx="298480" cy="364395"/>
          </a:xfrm>
          <a:prstGeom prst="rect">
            <a:avLst/>
          </a:prstGeom>
          <a:noFill/>
        </p:spPr>
        <p:txBody>
          <a:bodyPr wrap="none" rtlCol="0">
            <a:spAutoFit/>
          </a:bodyPr>
          <a:lstStyle/>
          <a:p>
            <a:pPr>
              <a:lnSpc>
                <a:spcPct val="120000"/>
              </a:lnSpc>
            </a:pPr>
            <a:r>
              <a:rPr lang="en-US" altLang="zh-CN" sz="1600" dirty="0">
                <a:latin typeface="微软雅黑 Light" panose="020B0502040204020203" pitchFamily="34" charset="-122"/>
                <a:ea typeface="微软雅黑 Light" panose="020B0502040204020203" pitchFamily="34" charset="-122"/>
                <a:cs typeface="+mn-ea"/>
                <a:sym typeface="+mn-lt"/>
              </a:rPr>
              <a:t>0</a:t>
            </a:r>
            <a:endParaRPr lang="zh-CN" altLang="en-US" sz="1600" dirty="0">
              <a:latin typeface="微软雅黑 Light" panose="020B0502040204020203" pitchFamily="34" charset="-122"/>
              <a:ea typeface="微软雅黑 Light" panose="020B0502040204020203" pitchFamily="34" charset="-122"/>
              <a:cs typeface="+mn-ea"/>
              <a:sym typeface="+mn-lt"/>
            </a:endParaRPr>
          </a:p>
        </p:txBody>
      </p:sp>
      <p:sp>
        <p:nvSpPr>
          <p:cNvPr id="11" name="文本框 10"/>
          <p:cNvSpPr txBox="1"/>
          <p:nvPr/>
        </p:nvSpPr>
        <p:spPr>
          <a:xfrm>
            <a:off x="1704977" y="1343224"/>
            <a:ext cx="389850" cy="362343"/>
          </a:xfrm>
          <a:prstGeom prst="rect">
            <a:avLst/>
          </a:prstGeom>
          <a:noFill/>
        </p:spPr>
        <p:txBody>
          <a:bodyPr wrap="none" rtlCol="0">
            <a:spAutoFit/>
          </a:bodyPr>
          <a:lstStyle/>
          <a:p>
            <a:pPr>
              <a:lnSpc>
                <a:spcPct val="120000"/>
              </a:lnSpc>
            </a:pPr>
            <a:r>
              <a:rPr lang="zh-CN" altLang="en-US" sz="1600" dirty="0">
                <a:latin typeface="微软雅黑 Light" panose="020B0502040204020203" pitchFamily="34" charset="-122"/>
                <a:ea typeface="微软雅黑 Light" panose="020B0502040204020203" pitchFamily="34" charset="-122"/>
                <a:cs typeface="+mn-ea"/>
                <a:sym typeface="+mn-lt"/>
              </a:rPr>
              <a:t>位</a:t>
            </a:r>
            <a:endParaRPr lang="zh-CN" altLang="en-US" sz="1600" dirty="0">
              <a:latin typeface="微软雅黑 Light" panose="020B0502040204020203" pitchFamily="34" charset="-122"/>
              <a:ea typeface="微软雅黑 Light" panose="020B0502040204020203" pitchFamily="34" charset="-122"/>
              <a:cs typeface="+mn-ea"/>
              <a:sym typeface="+mn-lt"/>
            </a:endParaRPr>
          </a:p>
        </p:txBody>
      </p:sp>
      <p:sp>
        <p:nvSpPr>
          <p:cNvPr id="12" name="文本框 11"/>
          <p:cNvSpPr txBox="1"/>
          <p:nvPr/>
        </p:nvSpPr>
        <p:spPr>
          <a:xfrm>
            <a:off x="3305305" y="1343224"/>
            <a:ext cx="298480" cy="364395"/>
          </a:xfrm>
          <a:prstGeom prst="rect">
            <a:avLst/>
          </a:prstGeom>
          <a:noFill/>
        </p:spPr>
        <p:txBody>
          <a:bodyPr wrap="none" rtlCol="0">
            <a:spAutoFit/>
          </a:bodyPr>
          <a:lstStyle/>
          <a:p>
            <a:pPr>
              <a:lnSpc>
                <a:spcPct val="120000"/>
              </a:lnSpc>
            </a:pPr>
            <a:r>
              <a:rPr lang="en-US" altLang="zh-CN" sz="1600" dirty="0">
                <a:latin typeface="微软雅黑 Light" panose="020B0502040204020203" pitchFamily="34" charset="-122"/>
                <a:ea typeface="微软雅黑 Light" panose="020B0502040204020203" pitchFamily="34" charset="-122"/>
                <a:cs typeface="+mn-ea"/>
                <a:sym typeface="+mn-lt"/>
              </a:rPr>
              <a:t>3</a:t>
            </a:r>
            <a:endParaRPr lang="zh-CN" altLang="en-US" sz="1600" dirty="0">
              <a:latin typeface="微软雅黑 Light" panose="020B0502040204020203" pitchFamily="34" charset="-122"/>
              <a:ea typeface="微软雅黑 Light" panose="020B0502040204020203" pitchFamily="34" charset="-122"/>
              <a:cs typeface="+mn-ea"/>
              <a:sym typeface="+mn-lt"/>
            </a:endParaRPr>
          </a:p>
        </p:txBody>
      </p:sp>
      <p:sp>
        <p:nvSpPr>
          <p:cNvPr id="13" name="文本框 12"/>
          <p:cNvSpPr txBox="1"/>
          <p:nvPr/>
        </p:nvSpPr>
        <p:spPr>
          <a:xfrm>
            <a:off x="3475670" y="1343224"/>
            <a:ext cx="301686" cy="364395"/>
          </a:xfrm>
          <a:prstGeom prst="rect">
            <a:avLst/>
          </a:prstGeom>
          <a:noFill/>
        </p:spPr>
        <p:txBody>
          <a:bodyPr wrap="none" rtlCol="0">
            <a:spAutoFit/>
          </a:bodyPr>
          <a:lstStyle/>
          <a:p>
            <a:pPr>
              <a:lnSpc>
                <a:spcPct val="120000"/>
              </a:lnSpc>
            </a:pPr>
            <a:r>
              <a:rPr lang="en-US" altLang="zh-CN" sz="1600" dirty="0">
                <a:latin typeface="微软雅黑 Light" panose="020B0502040204020203" pitchFamily="34" charset="-122"/>
                <a:ea typeface="微软雅黑 Light" panose="020B0502040204020203" pitchFamily="34" charset="-122"/>
                <a:cs typeface="+mn-ea"/>
                <a:sym typeface="+mn-lt"/>
              </a:rPr>
              <a:t>4</a:t>
            </a:r>
            <a:endParaRPr lang="zh-CN" altLang="en-US" sz="1600" dirty="0">
              <a:latin typeface="微软雅黑 Light" panose="020B0502040204020203" pitchFamily="34" charset="-122"/>
              <a:ea typeface="微软雅黑 Light" panose="020B0502040204020203" pitchFamily="34" charset="-122"/>
              <a:cs typeface="+mn-ea"/>
              <a:sym typeface="+mn-lt"/>
            </a:endParaRPr>
          </a:p>
        </p:txBody>
      </p:sp>
      <p:sp>
        <p:nvSpPr>
          <p:cNvPr id="14" name="文本框 13"/>
          <p:cNvSpPr txBox="1"/>
          <p:nvPr/>
        </p:nvSpPr>
        <p:spPr>
          <a:xfrm>
            <a:off x="4458898" y="1343224"/>
            <a:ext cx="295274" cy="364395"/>
          </a:xfrm>
          <a:prstGeom prst="rect">
            <a:avLst/>
          </a:prstGeom>
          <a:noFill/>
        </p:spPr>
        <p:txBody>
          <a:bodyPr wrap="none" rtlCol="0">
            <a:spAutoFit/>
          </a:bodyPr>
          <a:lstStyle/>
          <a:p>
            <a:pPr>
              <a:lnSpc>
                <a:spcPct val="120000"/>
              </a:lnSpc>
            </a:pPr>
            <a:r>
              <a:rPr lang="en-US" altLang="zh-CN" sz="1600" dirty="0">
                <a:latin typeface="微软雅黑 Light" panose="020B0502040204020203" pitchFamily="34" charset="-122"/>
                <a:ea typeface="微软雅黑 Light" panose="020B0502040204020203" pitchFamily="34" charset="-122"/>
                <a:cs typeface="+mn-ea"/>
                <a:sym typeface="+mn-lt"/>
              </a:rPr>
              <a:t>7</a:t>
            </a:r>
            <a:endParaRPr lang="zh-CN" altLang="en-US" sz="1600" dirty="0">
              <a:latin typeface="微软雅黑 Light" panose="020B0502040204020203" pitchFamily="34" charset="-122"/>
              <a:ea typeface="微软雅黑 Light" panose="020B0502040204020203" pitchFamily="34" charset="-122"/>
              <a:cs typeface="+mn-ea"/>
              <a:sym typeface="+mn-lt"/>
            </a:endParaRPr>
          </a:p>
        </p:txBody>
      </p:sp>
      <p:sp>
        <p:nvSpPr>
          <p:cNvPr id="15" name="文本框 14"/>
          <p:cNvSpPr txBox="1"/>
          <p:nvPr/>
        </p:nvSpPr>
        <p:spPr>
          <a:xfrm>
            <a:off x="4655545" y="1343224"/>
            <a:ext cx="298480" cy="364395"/>
          </a:xfrm>
          <a:prstGeom prst="rect">
            <a:avLst/>
          </a:prstGeom>
          <a:noFill/>
        </p:spPr>
        <p:txBody>
          <a:bodyPr wrap="none" rtlCol="0">
            <a:spAutoFit/>
          </a:bodyPr>
          <a:lstStyle/>
          <a:p>
            <a:pPr>
              <a:lnSpc>
                <a:spcPct val="120000"/>
              </a:lnSpc>
            </a:pPr>
            <a:r>
              <a:rPr lang="en-US" altLang="zh-CN" sz="1600" dirty="0">
                <a:latin typeface="微软雅黑 Light" panose="020B0502040204020203" pitchFamily="34" charset="-122"/>
                <a:ea typeface="微软雅黑 Light" panose="020B0502040204020203" pitchFamily="34" charset="-122"/>
                <a:cs typeface="+mn-ea"/>
                <a:sym typeface="+mn-lt"/>
              </a:rPr>
              <a:t>8</a:t>
            </a:r>
            <a:endParaRPr lang="zh-CN" altLang="en-US" sz="1600" dirty="0">
              <a:latin typeface="微软雅黑 Light" panose="020B0502040204020203" pitchFamily="34" charset="-122"/>
              <a:ea typeface="微软雅黑 Light" panose="020B0502040204020203" pitchFamily="34" charset="-122"/>
              <a:cs typeface="+mn-ea"/>
              <a:sym typeface="+mn-lt"/>
            </a:endParaRPr>
          </a:p>
        </p:txBody>
      </p:sp>
      <p:sp>
        <p:nvSpPr>
          <p:cNvPr id="16" name="文本框 15"/>
          <p:cNvSpPr txBox="1"/>
          <p:nvPr/>
        </p:nvSpPr>
        <p:spPr>
          <a:xfrm>
            <a:off x="6621998" y="1343224"/>
            <a:ext cx="377026" cy="364395"/>
          </a:xfrm>
          <a:prstGeom prst="rect">
            <a:avLst/>
          </a:prstGeom>
          <a:noFill/>
        </p:spPr>
        <p:txBody>
          <a:bodyPr wrap="none" rtlCol="0">
            <a:spAutoFit/>
          </a:bodyPr>
          <a:lstStyle/>
          <a:p>
            <a:pPr>
              <a:lnSpc>
                <a:spcPct val="120000"/>
              </a:lnSpc>
            </a:pPr>
            <a:r>
              <a:rPr lang="en-US" altLang="zh-CN" sz="1600" dirty="0">
                <a:latin typeface="微软雅黑 Light" panose="020B0502040204020203" pitchFamily="34" charset="-122"/>
                <a:ea typeface="微软雅黑 Light" panose="020B0502040204020203" pitchFamily="34" charset="-122"/>
                <a:cs typeface="+mn-ea"/>
                <a:sym typeface="+mn-lt"/>
              </a:rPr>
              <a:t>15</a:t>
            </a:r>
            <a:endParaRPr lang="zh-CN" altLang="en-US" sz="1600" dirty="0">
              <a:latin typeface="微软雅黑 Light" panose="020B0502040204020203" pitchFamily="34" charset="-122"/>
              <a:ea typeface="微软雅黑 Light" panose="020B0502040204020203" pitchFamily="34" charset="-122"/>
              <a:cs typeface="+mn-ea"/>
              <a:sym typeface="+mn-lt"/>
            </a:endParaRPr>
          </a:p>
        </p:txBody>
      </p:sp>
      <p:sp>
        <p:nvSpPr>
          <p:cNvPr id="17" name="文本框 16"/>
          <p:cNvSpPr txBox="1"/>
          <p:nvPr/>
        </p:nvSpPr>
        <p:spPr>
          <a:xfrm>
            <a:off x="6962678" y="1343224"/>
            <a:ext cx="377026" cy="364395"/>
          </a:xfrm>
          <a:prstGeom prst="rect">
            <a:avLst/>
          </a:prstGeom>
          <a:noFill/>
        </p:spPr>
        <p:txBody>
          <a:bodyPr wrap="none" rtlCol="0">
            <a:spAutoFit/>
          </a:bodyPr>
          <a:lstStyle/>
          <a:p>
            <a:pPr>
              <a:lnSpc>
                <a:spcPct val="120000"/>
              </a:lnSpc>
            </a:pPr>
            <a:r>
              <a:rPr lang="en-US" altLang="zh-CN" sz="1600" dirty="0">
                <a:latin typeface="微软雅黑 Light" panose="020B0502040204020203" pitchFamily="34" charset="-122"/>
                <a:ea typeface="微软雅黑 Light" panose="020B0502040204020203" pitchFamily="34" charset="-122"/>
                <a:cs typeface="+mn-ea"/>
                <a:sym typeface="+mn-lt"/>
              </a:rPr>
              <a:t>16</a:t>
            </a:r>
            <a:endParaRPr lang="zh-CN" altLang="en-US" sz="1600" dirty="0">
              <a:latin typeface="微软雅黑 Light" panose="020B0502040204020203" pitchFamily="34" charset="-122"/>
              <a:ea typeface="微软雅黑 Light" panose="020B0502040204020203" pitchFamily="34" charset="-122"/>
              <a:cs typeface="+mn-ea"/>
              <a:sym typeface="+mn-lt"/>
            </a:endParaRPr>
          </a:p>
        </p:txBody>
      </p:sp>
      <p:sp>
        <p:nvSpPr>
          <p:cNvPr id="18" name="文本框 17"/>
          <p:cNvSpPr txBox="1"/>
          <p:nvPr/>
        </p:nvSpPr>
        <p:spPr>
          <a:xfrm>
            <a:off x="7493617" y="1343224"/>
            <a:ext cx="377026" cy="364395"/>
          </a:xfrm>
          <a:prstGeom prst="rect">
            <a:avLst/>
          </a:prstGeom>
          <a:noFill/>
        </p:spPr>
        <p:txBody>
          <a:bodyPr wrap="none" rtlCol="0">
            <a:spAutoFit/>
          </a:bodyPr>
          <a:lstStyle/>
          <a:p>
            <a:pPr>
              <a:lnSpc>
                <a:spcPct val="120000"/>
              </a:lnSpc>
            </a:pPr>
            <a:r>
              <a:rPr lang="en-US" altLang="zh-CN" sz="1600" dirty="0">
                <a:latin typeface="微软雅黑 Light" panose="020B0502040204020203" pitchFamily="34" charset="-122"/>
                <a:ea typeface="微软雅黑 Light" panose="020B0502040204020203" pitchFamily="34" charset="-122"/>
                <a:cs typeface="+mn-ea"/>
                <a:sym typeface="+mn-lt"/>
              </a:rPr>
              <a:t>18</a:t>
            </a:r>
            <a:endParaRPr lang="zh-CN" altLang="en-US" sz="1600" dirty="0">
              <a:latin typeface="微软雅黑 Light" panose="020B0502040204020203" pitchFamily="34" charset="-122"/>
              <a:ea typeface="微软雅黑 Light" panose="020B0502040204020203" pitchFamily="34" charset="-122"/>
              <a:cs typeface="+mn-ea"/>
              <a:sym typeface="+mn-lt"/>
            </a:endParaRPr>
          </a:p>
        </p:txBody>
      </p:sp>
      <p:sp>
        <p:nvSpPr>
          <p:cNvPr id="19" name="文本框 18"/>
          <p:cNvSpPr txBox="1"/>
          <p:nvPr/>
        </p:nvSpPr>
        <p:spPr>
          <a:xfrm>
            <a:off x="7844712" y="1343224"/>
            <a:ext cx="377026" cy="364395"/>
          </a:xfrm>
          <a:prstGeom prst="rect">
            <a:avLst/>
          </a:prstGeom>
          <a:noFill/>
        </p:spPr>
        <p:txBody>
          <a:bodyPr wrap="none" rtlCol="0">
            <a:spAutoFit/>
          </a:bodyPr>
          <a:lstStyle/>
          <a:p>
            <a:pPr>
              <a:lnSpc>
                <a:spcPct val="120000"/>
              </a:lnSpc>
            </a:pPr>
            <a:r>
              <a:rPr lang="en-US" altLang="zh-CN" sz="1600" dirty="0">
                <a:latin typeface="微软雅黑 Light" panose="020B0502040204020203" pitchFamily="34" charset="-122"/>
                <a:ea typeface="微软雅黑 Light" panose="020B0502040204020203" pitchFamily="34" charset="-122"/>
                <a:cs typeface="+mn-ea"/>
                <a:sym typeface="+mn-lt"/>
              </a:rPr>
              <a:t>19</a:t>
            </a:r>
            <a:endParaRPr lang="zh-CN" altLang="en-US" sz="1600" dirty="0">
              <a:latin typeface="微软雅黑 Light" panose="020B0502040204020203" pitchFamily="34" charset="-122"/>
              <a:ea typeface="微软雅黑 Light" panose="020B0502040204020203" pitchFamily="34" charset="-122"/>
              <a:cs typeface="+mn-ea"/>
              <a:sym typeface="+mn-lt"/>
            </a:endParaRPr>
          </a:p>
        </p:txBody>
      </p:sp>
      <p:sp>
        <p:nvSpPr>
          <p:cNvPr id="20" name="文本框 19"/>
          <p:cNvSpPr txBox="1"/>
          <p:nvPr/>
        </p:nvSpPr>
        <p:spPr>
          <a:xfrm>
            <a:off x="11325332" y="1343224"/>
            <a:ext cx="377026" cy="364395"/>
          </a:xfrm>
          <a:prstGeom prst="rect">
            <a:avLst/>
          </a:prstGeom>
          <a:noFill/>
        </p:spPr>
        <p:txBody>
          <a:bodyPr wrap="none" rtlCol="0">
            <a:spAutoFit/>
          </a:bodyPr>
          <a:lstStyle/>
          <a:p>
            <a:pPr>
              <a:lnSpc>
                <a:spcPct val="120000"/>
              </a:lnSpc>
            </a:pPr>
            <a:r>
              <a:rPr lang="en-US" altLang="zh-CN" sz="1600" dirty="0">
                <a:latin typeface="微软雅黑 Light" panose="020B0502040204020203" pitchFamily="34" charset="-122"/>
                <a:ea typeface="微软雅黑 Light" panose="020B0502040204020203" pitchFamily="34" charset="-122"/>
                <a:cs typeface="+mn-ea"/>
                <a:sym typeface="+mn-lt"/>
              </a:rPr>
              <a:t>31</a:t>
            </a:r>
            <a:endParaRPr lang="zh-CN" altLang="en-US" sz="1600" dirty="0">
              <a:latin typeface="微软雅黑 Light" panose="020B0502040204020203" pitchFamily="34" charset="-122"/>
              <a:ea typeface="微软雅黑 Light" panose="020B0502040204020203" pitchFamily="34" charset="-122"/>
              <a:cs typeface="+mn-ea"/>
              <a:sym typeface="+mn-lt"/>
            </a:endParaRPr>
          </a:p>
        </p:txBody>
      </p:sp>
      <p:sp>
        <p:nvSpPr>
          <p:cNvPr id="21" name="文本框 20"/>
          <p:cNvSpPr txBox="1"/>
          <p:nvPr/>
        </p:nvSpPr>
        <p:spPr>
          <a:xfrm>
            <a:off x="11447967" y="4427535"/>
            <a:ext cx="436338" cy="568425"/>
          </a:xfrm>
          <a:prstGeom prst="rect">
            <a:avLst/>
          </a:prstGeom>
          <a:noFill/>
        </p:spPr>
        <p:txBody>
          <a:bodyPr wrap="none" rtlCol="0">
            <a:spAutoFit/>
          </a:bodyPr>
          <a:lstStyle/>
          <a:p>
            <a:pPr>
              <a:lnSpc>
                <a:spcPct val="120000"/>
              </a:lnSpc>
            </a:pPr>
            <a:r>
              <a:rPr lang="zh-CN" altLang="en-US" sz="2800" dirty="0">
                <a:latin typeface="微软雅黑 Light" panose="020B0502040204020203" pitchFamily="34" charset="-122"/>
                <a:ea typeface="微软雅黑 Light" panose="020B0502040204020203" pitchFamily="34" charset="-122"/>
                <a:cs typeface="+mn-ea"/>
                <a:sym typeface="+mn-lt"/>
              </a:rPr>
              <a:t>≈</a:t>
            </a:r>
            <a:endParaRPr lang="zh-CN" altLang="en-US" sz="2800" dirty="0">
              <a:latin typeface="微软雅黑 Light" panose="020B0502040204020203" pitchFamily="34" charset="-122"/>
              <a:ea typeface="微软雅黑 Light" panose="020B0502040204020203" pitchFamily="34" charset="-122"/>
              <a:cs typeface="+mn-ea"/>
              <a:sym typeface="+mn-lt"/>
            </a:endParaRPr>
          </a:p>
        </p:txBody>
      </p:sp>
      <p:sp>
        <p:nvSpPr>
          <p:cNvPr id="22" name="文本框 21"/>
          <p:cNvSpPr txBox="1"/>
          <p:nvPr/>
        </p:nvSpPr>
        <p:spPr>
          <a:xfrm>
            <a:off x="231205" y="3038728"/>
            <a:ext cx="676032" cy="362343"/>
          </a:xfrm>
          <a:prstGeom prst="rect">
            <a:avLst/>
          </a:prstGeom>
          <a:noFill/>
        </p:spPr>
        <p:txBody>
          <a:bodyPr wrap="square" rtlCol="0">
            <a:spAutoFit/>
          </a:bodyPr>
          <a:lstStyle/>
          <a:p>
            <a:pPr algn="ctr">
              <a:lnSpc>
                <a:spcPct val="120000"/>
              </a:lnSpc>
            </a:pPr>
            <a:r>
              <a:rPr lang="zh-CN" altLang="en-US" sz="1600" dirty="0">
                <a:latin typeface="微软雅黑 Light" panose="020B0502040204020203" pitchFamily="34" charset="-122"/>
                <a:ea typeface="微软雅黑 Light" panose="020B0502040204020203" pitchFamily="34" charset="-122"/>
                <a:cs typeface="+mn-ea"/>
                <a:sym typeface="+mn-lt"/>
              </a:rPr>
              <a:t>首部</a:t>
            </a:r>
            <a:endParaRPr lang="zh-CN" altLang="en-US" sz="1600" dirty="0">
              <a:latin typeface="微软雅黑 Light" panose="020B0502040204020203" pitchFamily="34" charset="-122"/>
              <a:ea typeface="微软雅黑 Light" panose="020B0502040204020203" pitchFamily="34" charset="-122"/>
              <a:cs typeface="+mn-ea"/>
              <a:sym typeface="+mn-lt"/>
            </a:endParaRPr>
          </a:p>
        </p:txBody>
      </p:sp>
      <p:sp>
        <p:nvSpPr>
          <p:cNvPr id="23" name="文本框 22"/>
          <p:cNvSpPr txBox="1"/>
          <p:nvPr/>
        </p:nvSpPr>
        <p:spPr>
          <a:xfrm>
            <a:off x="2165524" y="4427535"/>
            <a:ext cx="436338" cy="568425"/>
          </a:xfrm>
          <a:prstGeom prst="rect">
            <a:avLst/>
          </a:prstGeom>
          <a:noFill/>
        </p:spPr>
        <p:txBody>
          <a:bodyPr wrap="none" rtlCol="0">
            <a:spAutoFit/>
          </a:bodyPr>
          <a:lstStyle/>
          <a:p>
            <a:pPr>
              <a:lnSpc>
                <a:spcPct val="120000"/>
              </a:lnSpc>
            </a:pPr>
            <a:r>
              <a:rPr lang="zh-CN" altLang="en-US" sz="2800" dirty="0">
                <a:latin typeface="微软雅黑 Light" panose="020B0502040204020203" pitchFamily="34" charset="-122"/>
                <a:ea typeface="微软雅黑 Light" panose="020B0502040204020203" pitchFamily="34" charset="-122"/>
                <a:cs typeface="+mn-ea"/>
                <a:sym typeface="+mn-lt"/>
              </a:rPr>
              <a:t>≈</a:t>
            </a:r>
            <a:endParaRPr lang="zh-CN" altLang="en-US" sz="2800" dirty="0">
              <a:latin typeface="微软雅黑 Light" panose="020B0502040204020203" pitchFamily="34" charset="-122"/>
              <a:ea typeface="微软雅黑 Light" panose="020B0502040204020203" pitchFamily="34" charset="-122"/>
              <a:cs typeface="+mn-ea"/>
              <a:sym typeface="+mn-lt"/>
            </a:endParaRPr>
          </a:p>
        </p:txBody>
      </p:sp>
    </p:spTree>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p:txBody>
          <a:bodyPr/>
          <a:lstStyle/>
          <a:p>
            <a:r>
              <a:rPr lang="en-US" altLang="zh-CN" dirty="0"/>
              <a:t>IP</a:t>
            </a:r>
            <a:r>
              <a:rPr lang="zh-CN" altLang="en-US" dirty="0"/>
              <a:t>报文格式</a:t>
            </a:r>
            <a:endParaRPr lang="zh-CN" altLang="en-US" dirty="0"/>
          </a:p>
        </p:txBody>
      </p:sp>
      <p:sp>
        <p:nvSpPr>
          <p:cNvPr id="3" name="内容占位符 2"/>
          <p:cNvSpPr>
            <a:spLocks noGrp="1"/>
          </p:cNvSpPr>
          <p:nvPr>
            <p:ph idx="1"/>
          </p:nvPr>
        </p:nvSpPr>
        <p:spPr/>
        <p:txBody>
          <a:bodyPr>
            <a:normAutofit/>
          </a:bodyPr>
          <a:lstStyle/>
          <a:p>
            <a:r>
              <a:rPr lang="zh-CN" altLang="en-US" dirty="0"/>
              <a:t>版本号：</a:t>
            </a:r>
            <a:r>
              <a:rPr lang="en-US" altLang="zh-CN" dirty="0"/>
              <a:t>IPv4</a:t>
            </a:r>
            <a:r>
              <a:rPr lang="zh-CN" altLang="en-US" dirty="0"/>
              <a:t>协议的版本号为</a:t>
            </a:r>
            <a:r>
              <a:rPr lang="en-US" altLang="zh-CN" dirty="0"/>
              <a:t>4</a:t>
            </a:r>
            <a:endParaRPr lang="en-US" altLang="zh-CN" dirty="0"/>
          </a:p>
          <a:p>
            <a:r>
              <a:rPr lang="zh-CN" altLang="en-US" dirty="0"/>
              <a:t>报头长度：报头占</a:t>
            </a:r>
            <a:r>
              <a:rPr lang="en-US" altLang="zh-CN" dirty="0"/>
              <a:t>32</a:t>
            </a:r>
            <a:r>
              <a:rPr lang="zh-CN" altLang="en-US" dirty="0"/>
              <a:t>位的数量</a:t>
            </a:r>
            <a:endParaRPr lang="zh-CN" altLang="en-US" dirty="0"/>
          </a:p>
          <a:p>
            <a:pPr lvl="1"/>
            <a:r>
              <a:rPr lang="zh-CN" altLang="en-US" dirty="0"/>
              <a:t>无选项时是</a:t>
            </a:r>
            <a:r>
              <a:rPr lang="en-US" altLang="zh-CN" dirty="0"/>
              <a:t>20</a:t>
            </a:r>
            <a:r>
              <a:rPr lang="zh-CN" altLang="en-US" dirty="0"/>
              <a:t>字节，即该字段的值为</a:t>
            </a:r>
            <a:r>
              <a:rPr lang="en-US" altLang="zh-CN" dirty="0"/>
              <a:t>5</a:t>
            </a:r>
            <a:endParaRPr lang="en-US" altLang="zh-CN" dirty="0"/>
          </a:p>
          <a:p>
            <a:pPr lvl="1"/>
            <a:r>
              <a:rPr lang="zh-CN" altLang="en-US" dirty="0"/>
              <a:t>报头最长</a:t>
            </a:r>
            <a:r>
              <a:rPr lang="en-US" altLang="zh-CN" dirty="0"/>
              <a:t>60B</a:t>
            </a:r>
            <a:r>
              <a:rPr lang="zh-CN" altLang="en-US" dirty="0"/>
              <a:t>（包括可选字段）</a:t>
            </a:r>
            <a:endParaRPr lang="zh-CN" altLang="en-US" dirty="0"/>
          </a:p>
          <a:p>
            <a:endParaRPr lang="zh-CN" altLang="en-US" dirty="0"/>
          </a:p>
        </p:txBody>
      </p:sp>
      <p:sp>
        <p:nvSpPr>
          <p:cNvPr id="4" name="灯片编号占位符 3"/>
          <p:cNvSpPr>
            <a:spLocks noGrp="1"/>
          </p:cNvSpPr>
          <p:nvPr>
            <p:ph type="sldNum" sz="quarter" idx="12"/>
          </p:nvPr>
        </p:nvSpPr>
        <p:spPr/>
        <p:txBody>
          <a:bodyPr/>
          <a:lstStyle/>
          <a:p>
            <a:pPr>
              <a:defRPr/>
            </a:pPr>
            <a:fld id="{816960B2-2B11-492C-B588-5290E1274F96}" type="slidenum">
              <a:rPr lang="en-US" altLang="zh-CN" smtClean="0"/>
            </a:fld>
            <a:endParaRPr lang="en-US" altLang="zh-CN" dirty="0"/>
          </a:p>
        </p:txBody>
      </p:sp>
      <p:sp>
        <p:nvSpPr>
          <p:cNvPr id="7" name="矩形 6"/>
          <p:cNvSpPr/>
          <p:nvPr/>
        </p:nvSpPr>
        <p:spPr bwMode="auto">
          <a:xfrm>
            <a:off x="1847528" y="3402012"/>
            <a:ext cx="1008112" cy="459035"/>
          </a:xfrm>
          <a:prstGeom prst="rect">
            <a:avLst/>
          </a:prstGeom>
          <a:noFill/>
          <a:ln w="25400" cap="flat" cmpd="sng" algn="ctr">
            <a:solidFill>
              <a:srgbClr val="FF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ctr"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2000" b="0" i="0" u="none" strike="noStrike" cap="none" normalizeH="0" baseline="0">
              <a:ln>
                <a:noFill/>
              </a:ln>
              <a:solidFill>
                <a:schemeClr val="tx1"/>
              </a:solidFill>
              <a:effectLst/>
              <a:latin typeface="Arial" panose="020B0604020202020204" pitchFamily="34" charset="0"/>
              <a:ea typeface="黑体" panose="02010609060101010101" pitchFamily="49" charset="-122"/>
            </a:endParaRPr>
          </a:p>
        </p:txBody>
      </p:sp>
      <p:pic>
        <p:nvPicPr>
          <p:cNvPr id="8" name="图片 7"/>
          <p:cNvPicPr>
            <a:picLocks noChangeAspect="1"/>
          </p:cNvPicPr>
          <p:nvPr/>
        </p:nvPicPr>
        <p:blipFill>
          <a:blip r:embed="rId1"/>
          <a:stretch>
            <a:fillRect/>
          </a:stretch>
        </p:blipFill>
        <p:spPr>
          <a:xfrm>
            <a:off x="1515320" y="3105859"/>
            <a:ext cx="9161360" cy="3509799"/>
          </a:xfrm>
          <a:prstGeom prst="rect">
            <a:avLst/>
          </a:prstGeom>
        </p:spPr>
      </p:pic>
      <p:sp>
        <p:nvSpPr>
          <p:cNvPr id="9" name="矩形 8"/>
          <p:cNvSpPr/>
          <p:nvPr/>
        </p:nvSpPr>
        <p:spPr bwMode="auto">
          <a:xfrm>
            <a:off x="2925691" y="3407340"/>
            <a:ext cx="1008112" cy="459035"/>
          </a:xfrm>
          <a:prstGeom prst="rect">
            <a:avLst/>
          </a:prstGeom>
          <a:noFill/>
          <a:ln w="25400" cap="flat" cmpd="sng" algn="ctr">
            <a:solidFill>
              <a:srgbClr val="FF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ctr"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2000" b="0" i="0" u="none" strike="noStrike" cap="none" normalizeH="0" baseline="0">
              <a:ln>
                <a:noFill/>
              </a:ln>
              <a:solidFill>
                <a:schemeClr val="tx1"/>
              </a:solidFill>
              <a:effectLst/>
              <a:latin typeface="Arial" panose="020B0604020202020204" pitchFamily="34" charset="0"/>
              <a:ea typeface="黑体" panose="02010609060101010101" pitchFamily="49" charset="-122"/>
            </a:endParaRPr>
          </a:p>
        </p:txBody>
      </p:sp>
    </p:spTree>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p:cNvPicPr>
            <a:picLocks noChangeAspect="1"/>
          </p:cNvPicPr>
          <p:nvPr/>
        </p:nvPicPr>
        <p:blipFill>
          <a:blip r:embed="rId1"/>
          <a:stretch>
            <a:fillRect/>
          </a:stretch>
        </p:blipFill>
        <p:spPr>
          <a:xfrm>
            <a:off x="1515320" y="3105859"/>
            <a:ext cx="9161360" cy="3509799"/>
          </a:xfrm>
          <a:prstGeom prst="rect">
            <a:avLst/>
          </a:prstGeom>
        </p:spPr>
      </p:pic>
      <p:sp>
        <p:nvSpPr>
          <p:cNvPr id="6" name="标题 5"/>
          <p:cNvSpPr>
            <a:spLocks noGrp="1"/>
          </p:cNvSpPr>
          <p:nvPr>
            <p:ph type="title"/>
          </p:nvPr>
        </p:nvSpPr>
        <p:spPr/>
        <p:txBody>
          <a:bodyPr/>
          <a:lstStyle/>
          <a:p>
            <a:r>
              <a:rPr lang="en-US" altLang="zh-CN" dirty="0"/>
              <a:t>IP</a:t>
            </a:r>
            <a:r>
              <a:rPr lang="zh-CN" altLang="en-US" dirty="0"/>
              <a:t>报文格式</a:t>
            </a:r>
            <a:endParaRPr lang="zh-CN" altLang="en-US" dirty="0"/>
          </a:p>
        </p:txBody>
      </p:sp>
      <p:sp>
        <p:nvSpPr>
          <p:cNvPr id="3" name="内容占位符 2"/>
          <p:cNvSpPr>
            <a:spLocks noGrp="1"/>
          </p:cNvSpPr>
          <p:nvPr>
            <p:ph idx="1"/>
          </p:nvPr>
        </p:nvSpPr>
        <p:spPr>
          <a:xfrm>
            <a:off x="334434" y="1052515"/>
            <a:ext cx="11523133" cy="2376486"/>
          </a:xfrm>
        </p:spPr>
        <p:txBody>
          <a:bodyPr>
            <a:normAutofit/>
          </a:bodyPr>
          <a:lstStyle/>
          <a:p>
            <a:r>
              <a:rPr lang="zh-CN" altLang="en-US" dirty="0"/>
              <a:t>区分服务：该字段最初称为服务类型（</a:t>
            </a:r>
            <a:r>
              <a:rPr lang="en-US" altLang="zh-CN" dirty="0"/>
              <a:t>TOS</a:t>
            </a:r>
            <a:r>
              <a:rPr lang="zh-CN" altLang="en-US" dirty="0"/>
              <a:t>），但未用过</a:t>
            </a:r>
            <a:endParaRPr lang="en-US" altLang="zh-CN" dirty="0"/>
          </a:p>
          <a:p>
            <a:r>
              <a:rPr lang="en-US" altLang="zh-CN" dirty="0"/>
              <a:t>1998</a:t>
            </a:r>
            <a:r>
              <a:rPr lang="zh-CN" altLang="en-US" dirty="0"/>
              <a:t>年，</a:t>
            </a:r>
            <a:r>
              <a:rPr lang="en-US" altLang="zh-CN" dirty="0"/>
              <a:t>IETF</a:t>
            </a:r>
            <a:r>
              <a:rPr lang="zh-CN" altLang="en-US" dirty="0"/>
              <a:t>重新启用了这个字段，并更名为区分服务：</a:t>
            </a:r>
            <a:endParaRPr lang="zh-CN" altLang="en-US" dirty="0"/>
          </a:p>
          <a:p>
            <a:pPr lvl="1"/>
            <a:r>
              <a:rPr lang="zh-CN" altLang="en-US" dirty="0"/>
              <a:t>前</a:t>
            </a:r>
            <a:r>
              <a:rPr lang="en-US" altLang="zh-CN" dirty="0"/>
              <a:t>6</a:t>
            </a:r>
            <a:r>
              <a:rPr lang="zh-CN" altLang="en-US" dirty="0"/>
              <a:t>位用来标记数据报的服务类别</a:t>
            </a:r>
            <a:endParaRPr lang="zh-CN" altLang="en-US" dirty="0"/>
          </a:p>
          <a:p>
            <a:pPr lvl="1"/>
            <a:r>
              <a:rPr lang="zh-CN" altLang="en-US" dirty="0"/>
              <a:t>后</a:t>
            </a:r>
            <a:r>
              <a:rPr lang="en-US" altLang="zh-CN" dirty="0"/>
              <a:t>2</a:t>
            </a:r>
            <a:r>
              <a:rPr lang="zh-CN" altLang="en-US" dirty="0"/>
              <a:t>位用来携带显示拥塞通知信息</a:t>
            </a:r>
            <a:endParaRPr lang="zh-CN" altLang="en-US" dirty="0"/>
          </a:p>
        </p:txBody>
      </p:sp>
      <p:sp>
        <p:nvSpPr>
          <p:cNvPr id="4" name="灯片编号占位符 3"/>
          <p:cNvSpPr>
            <a:spLocks noGrp="1"/>
          </p:cNvSpPr>
          <p:nvPr>
            <p:ph type="sldNum" sz="quarter" idx="12"/>
          </p:nvPr>
        </p:nvSpPr>
        <p:spPr/>
        <p:txBody>
          <a:bodyPr/>
          <a:lstStyle/>
          <a:p>
            <a:pPr>
              <a:defRPr/>
            </a:pPr>
            <a:fld id="{816960B2-2B11-492C-B588-5290E1274F96}" type="slidenum">
              <a:rPr lang="en-US" altLang="zh-CN" smtClean="0"/>
            </a:fld>
            <a:endParaRPr lang="en-US" altLang="zh-CN" dirty="0"/>
          </a:p>
        </p:txBody>
      </p:sp>
      <p:sp>
        <p:nvSpPr>
          <p:cNvPr id="7" name="矩形 6"/>
          <p:cNvSpPr/>
          <p:nvPr/>
        </p:nvSpPr>
        <p:spPr bwMode="auto">
          <a:xfrm>
            <a:off x="3972704" y="3407339"/>
            <a:ext cx="2092323" cy="459035"/>
          </a:xfrm>
          <a:prstGeom prst="rect">
            <a:avLst/>
          </a:prstGeom>
          <a:noFill/>
          <a:ln w="25400" cap="flat" cmpd="sng" algn="ctr">
            <a:solidFill>
              <a:srgbClr val="FF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ctr"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2000" b="0" i="0" u="none" strike="noStrike" cap="none" normalizeH="0" baseline="0">
              <a:ln>
                <a:noFill/>
              </a:ln>
              <a:solidFill>
                <a:schemeClr val="tx1"/>
              </a:solidFill>
              <a:effectLst/>
              <a:latin typeface="Arial" panose="020B0604020202020204" pitchFamily="34" charset="0"/>
              <a:ea typeface="黑体" panose="02010609060101010101" pitchFamily="49" charset="-122"/>
            </a:endParaRPr>
          </a:p>
        </p:txBody>
      </p:sp>
    </p:spTree>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p:cNvPicPr>
            <a:picLocks noChangeAspect="1"/>
          </p:cNvPicPr>
          <p:nvPr/>
        </p:nvPicPr>
        <p:blipFill>
          <a:blip r:embed="rId1"/>
          <a:stretch>
            <a:fillRect/>
          </a:stretch>
        </p:blipFill>
        <p:spPr>
          <a:xfrm>
            <a:off x="1515320" y="3105859"/>
            <a:ext cx="9161360" cy="3509799"/>
          </a:xfrm>
          <a:prstGeom prst="rect">
            <a:avLst/>
          </a:prstGeom>
        </p:spPr>
      </p:pic>
      <p:sp>
        <p:nvSpPr>
          <p:cNvPr id="6" name="标题 5"/>
          <p:cNvSpPr>
            <a:spLocks noGrp="1"/>
          </p:cNvSpPr>
          <p:nvPr>
            <p:ph type="title"/>
          </p:nvPr>
        </p:nvSpPr>
        <p:spPr/>
        <p:txBody>
          <a:bodyPr/>
          <a:lstStyle/>
          <a:p>
            <a:r>
              <a:rPr lang="en-US" altLang="zh-CN" dirty="0"/>
              <a:t>IP</a:t>
            </a:r>
            <a:r>
              <a:rPr lang="zh-CN" altLang="en-US" dirty="0"/>
              <a:t>报文格式</a:t>
            </a:r>
            <a:endParaRPr lang="zh-CN" altLang="en-US" dirty="0"/>
          </a:p>
        </p:txBody>
      </p:sp>
      <p:sp>
        <p:nvSpPr>
          <p:cNvPr id="3" name="内容占位符 2"/>
          <p:cNvSpPr>
            <a:spLocks noGrp="1"/>
          </p:cNvSpPr>
          <p:nvPr>
            <p:ph idx="1"/>
          </p:nvPr>
        </p:nvSpPr>
        <p:spPr>
          <a:xfrm>
            <a:off x="334434" y="1052515"/>
            <a:ext cx="11523133" cy="2376486"/>
          </a:xfrm>
        </p:spPr>
        <p:txBody>
          <a:bodyPr>
            <a:normAutofit/>
          </a:bodyPr>
          <a:lstStyle/>
          <a:p>
            <a:r>
              <a:rPr lang="zh-CN" altLang="en-US" dirty="0"/>
              <a:t>总长度：指整个</a:t>
            </a:r>
            <a:r>
              <a:rPr lang="en-US" altLang="zh-CN" dirty="0"/>
              <a:t>IP</a:t>
            </a:r>
            <a:r>
              <a:rPr lang="zh-CN" altLang="en-US" dirty="0"/>
              <a:t>数据报的长度，以字节为单位（</a:t>
            </a:r>
            <a:r>
              <a:rPr lang="en-US" altLang="zh-CN" dirty="0"/>
              <a:t>IP</a:t>
            </a:r>
            <a:r>
              <a:rPr lang="zh-CN" altLang="en-US" dirty="0"/>
              <a:t>首部加上数据）</a:t>
            </a:r>
            <a:endParaRPr lang="en-US" altLang="zh-CN" dirty="0"/>
          </a:p>
          <a:p>
            <a:r>
              <a:rPr lang="zh-CN" altLang="en-US" dirty="0"/>
              <a:t>由于该字段长度为</a:t>
            </a:r>
            <a:r>
              <a:rPr lang="en-US" altLang="zh-CN" dirty="0"/>
              <a:t>16</a:t>
            </a:r>
            <a:r>
              <a:rPr lang="zh-CN" altLang="en-US" dirty="0"/>
              <a:t>比特，所以</a:t>
            </a:r>
            <a:r>
              <a:rPr lang="en-US" altLang="zh-CN" dirty="0"/>
              <a:t>IP</a:t>
            </a:r>
            <a:r>
              <a:rPr lang="zh-CN" altLang="en-US" dirty="0"/>
              <a:t>数据报的最大长度可达</a:t>
            </a:r>
            <a:r>
              <a:rPr lang="en-US" altLang="zh-CN" dirty="0"/>
              <a:t>65536</a:t>
            </a:r>
            <a:r>
              <a:rPr lang="zh-CN" altLang="en-US" dirty="0"/>
              <a:t>字节</a:t>
            </a:r>
            <a:endParaRPr lang="zh-CN" altLang="en-US" dirty="0"/>
          </a:p>
          <a:p>
            <a:r>
              <a:rPr lang="zh-CN" altLang="en-US" dirty="0"/>
              <a:t>当数据报被分段处理时，该字段不是指未分段前的数据报长度，而是指各分段的长度</a:t>
            </a:r>
            <a:endParaRPr lang="zh-CN" altLang="en-US" dirty="0"/>
          </a:p>
        </p:txBody>
      </p:sp>
      <p:sp>
        <p:nvSpPr>
          <p:cNvPr id="4" name="灯片编号占位符 3"/>
          <p:cNvSpPr>
            <a:spLocks noGrp="1"/>
          </p:cNvSpPr>
          <p:nvPr>
            <p:ph type="sldNum" sz="quarter" idx="12"/>
          </p:nvPr>
        </p:nvSpPr>
        <p:spPr/>
        <p:txBody>
          <a:bodyPr/>
          <a:lstStyle/>
          <a:p>
            <a:pPr>
              <a:defRPr/>
            </a:pPr>
            <a:fld id="{816960B2-2B11-492C-B588-5290E1274F96}" type="slidenum">
              <a:rPr lang="en-US" altLang="zh-CN" smtClean="0"/>
            </a:fld>
            <a:endParaRPr lang="en-US" altLang="zh-CN" dirty="0"/>
          </a:p>
        </p:txBody>
      </p:sp>
      <p:sp>
        <p:nvSpPr>
          <p:cNvPr id="7" name="矩形 6"/>
          <p:cNvSpPr/>
          <p:nvPr/>
        </p:nvSpPr>
        <p:spPr bwMode="auto">
          <a:xfrm>
            <a:off x="6132944" y="3415385"/>
            <a:ext cx="4176464" cy="459035"/>
          </a:xfrm>
          <a:prstGeom prst="rect">
            <a:avLst/>
          </a:prstGeom>
          <a:noFill/>
          <a:ln w="25400" cap="flat" cmpd="sng" algn="ctr">
            <a:solidFill>
              <a:srgbClr val="FF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ctr"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2000" b="0" i="0" u="none" strike="noStrike" cap="none" normalizeH="0" baseline="0">
              <a:ln>
                <a:noFill/>
              </a:ln>
              <a:solidFill>
                <a:schemeClr val="tx1"/>
              </a:solidFill>
              <a:effectLst/>
              <a:latin typeface="Arial" panose="020B0604020202020204" pitchFamily="34" charset="0"/>
              <a:ea typeface="黑体" panose="02010609060101010101" pitchFamily="49" charset="-122"/>
            </a:endParaRPr>
          </a:p>
        </p:txBody>
      </p:sp>
    </p:spTree>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p:cNvPicPr>
            <a:picLocks noChangeAspect="1"/>
          </p:cNvPicPr>
          <p:nvPr/>
        </p:nvPicPr>
        <p:blipFill>
          <a:blip r:embed="rId1"/>
          <a:stretch>
            <a:fillRect/>
          </a:stretch>
        </p:blipFill>
        <p:spPr>
          <a:xfrm>
            <a:off x="1515320" y="3105859"/>
            <a:ext cx="9161360" cy="3509799"/>
          </a:xfrm>
          <a:prstGeom prst="rect">
            <a:avLst/>
          </a:prstGeom>
        </p:spPr>
      </p:pic>
      <p:sp>
        <p:nvSpPr>
          <p:cNvPr id="6" name="标题 5"/>
          <p:cNvSpPr>
            <a:spLocks noGrp="1"/>
          </p:cNvSpPr>
          <p:nvPr>
            <p:ph type="title"/>
          </p:nvPr>
        </p:nvSpPr>
        <p:spPr/>
        <p:txBody>
          <a:bodyPr/>
          <a:lstStyle/>
          <a:p>
            <a:r>
              <a:rPr lang="en-US" altLang="zh-CN" dirty="0"/>
              <a:t>IP</a:t>
            </a:r>
            <a:r>
              <a:rPr lang="zh-CN" altLang="en-US" dirty="0"/>
              <a:t>报文格式</a:t>
            </a:r>
            <a:endParaRPr lang="zh-CN" altLang="en-US" dirty="0"/>
          </a:p>
        </p:txBody>
      </p:sp>
      <p:sp>
        <p:nvSpPr>
          <p:cNvPr id="3" name="内容占位符 2"/>
          <p:cNvSpPr>
            <a:spLocks noGrp="1"/>
          </p:cNvSpPr>
          <p:nvPr>
            <p:ph idx="1"/>
          </p:nvPr>
        </p:nvSpPr>
        <p:spPr>
          <a:xfrm>
            <a:off x="334434" y="1052515"/>
            <a:ext cx="11523133" cy="2376486"/>
          </a:xfrm>
        </p:spPr>
        <p:txBody>
          <a:bodyPr>
            <a:normAutofit/>
          </a:bodyPr>
          <a:lstStyle/>
          <a:p>
            <a:r>
              <a:rPr lang="zh-CN" altLang="en-US" dirty="0"/>
              <a:t>标识：唯一地标识主机发送的每一个数据报</a:t>
            </a:r>
            <a:endParaRPr lang="en-US" altLang="zh-CN" dirty="0"/>
          </a:p>
          <a:p>
            <a:r>
              <a:rPr lang="zh-CN" altLang="en-US" dirty="0"/>
              <a:t>通常每发送一个报文，其值自动加</a:t>
            </a:r>
            <a:r>
              <a:rPr lang="en-US" altLang="zh-CN" dirty="0"/>
              <a:t>1</a:t>
            </a:r>
            <a:endParaRPr lang="en-US" altLang="zh-CN" dirty="0"/>
          </a:p>
          <a:p>
            <a:r>
              <a:rPr lang="zh-CN" altLang="en-US" dirty="0"/>
              <a:t>如果数据包被分段以适应小型数据包的网络，那么同一数据报的每一个分片中都使用相同的标识号</a:t>
            </a:r>
            <a:endParaRPr lang="zh-CN" altLang="en-US" dirty="0"/>
          </a:p>
        </p:txBody>
      </p:sp>
      <p:sp>
        <p:nvSpPr>
          <p:cNvPr id="4" name="灯片编号占位符 3"/>
          <p:cNvSpPr>
            <a:spLocks noGrp="1"/>
          </p:cNvSpPr>
          <p:nvPr>
            <p:ph type="sldNum" sz="quarter" idx="12"/>
          </p:nvPr>
        </p:nvSpPr>
        <p:spPr/>
        <p:txBody>
          <a:bodyPr/>
          <a:lstStyle/>
          <a:p>
            <a:pPr>
              <a:defRPr/>
            </a:pPr>
            <a:fld id="{816960B2-2B11-492C-B588-5290E1274F96}" type="slidenum">
              <a:rPr lang="en-US" altLang="zh-CN" smtClean="0"/>
            </a:fld>
            <a:endParaRPr lang="en-US" altLang="zh-CN" dirty="0"/>
          </a:p>
        </p:txBody>
      </p:sp>
      <p:sp>
        <p:nvSpPr>
          <p:cNvPr id="7" name="矩形 6"/>
          <p:cNvSpPr/>
          <p:nvPr/>
        </p:nvSpPr>
        <p:spPr bwMode="auto">
          <a:xfrm>
            <a:off x="1856053" y="3914584"/>
            <a:ext cx="4176464" cy="459035"/>
          </a:xfrm>
          <a:prstGeom prst="rect">
            <a:avLst/>
          </a:prstGeom>
          <a:noFill/>
          <a:ln w="25400" cap="flat" cmpd="sng" algn="ctr">
            <a:solidFill>
              <a:srgbClr val="FF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ctr"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2000" b="0" i="0" u="none" strike="noStrike" cap="none" normalizeH="0" baseline="0">
              <a:ln>
                <a:noFill/>
              </a:ln>
              <a:solidFill>
                <a:schemeClr val="tx1"/>
              </a:solidFill>
              <a:effectLst/>
              <a:latin typeface="Arial" panose="020B0604020202020204" pitchFamily="34" charset="0"/>
              <a:ea typeface="黑体" panose="02010609060101010101" pitchFamily="49" charset="-122"/>
            </a:endParaRPr>
          </a:p>
        </p:txBody>
      </p:sp>
    </p:spTree>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p:cNvPicPr>
            <a:picLocks noChangeAspect="1"/>
          </p:cNvPicPr>
          <p:nvPr/>
        </p:nvPicPr>
        <p:blipFill>
          <a:blip r:embed="rId1"/>
          <a:stretch>
            <a:fillRect/>
          </a:stretch>
        </p:blipFill>
        <p:spPr>
          <a:xfrm>
            <a:off x="1515320" y="3105859"/>
            <a:ext cx="9161360" cy="3509799"/>
          </a:xfrm>
          <a:prstGeom prst="rect">
            <a:avLst/>
          </a:prstGeom>
        </p:spPr>
      </p:pic>
      <p:sp>
        <p:nvSpPr>
          <p:cNvPr id="6" name="标题 5"/>
          <p:cNvSpPr>
            <a:spLocks noGrp="1"/>
          </p:cNvSpPr>
          <p:nvPr>
            <p:ph type="title"/>
          </p:nvPr>
        </p:nvSpPr>
        <p:spPr/>
        <p:txBody>
          <a:bodyPr/>
          <a:lstStyle/>
          <a:p>
            <a:r>
              <a:rPr lang="en-US" altLang="zh-CN" dirty="0"/>
              <a:t>IP</a:t>
            </a:r>
            <a:r>
              <a:rPr lang="zh-CN" altLang="en-US" dirty="0"/>
              <a:t>报文格式</a:t>
            </a:r>
            <a:endParaRPr lang="zh-CN" altLang="en-US" dirty="0"/>
          </a:p>
        </p:txBody>
      </p:sp>
      <p:sp>
        <p:nvSpPr>
          <p:cNvPr id="3" name="内容占位符 2"/>
          <p:cNvSpPr>
            <a:spLocks noGrp="1"/>
          </p:cNvSpPr>
          <p:nvPr>
            <p:ph idx="1"/>
          </p:nvPr>
        </p:nvSpPr>
        <p:spPr>
          <a:xfrm>
            <a:off x="334434" y="1052515"/>
            <a:ext cx="11523133" cy="2376486"/>
          </a:xfrm>
        </p:spPr>
        <p:txBody>
          <a:bodyPr>
            <a:normAutofit fontScale="92500" lnSpcReduction="10000"/>
          </a:bodyPr>
          <a:lstStyle/>
          <a:p>
            <a:r>
              <a:rPr lang="zh-CN" altLang="en-US" dirty="0"/>
              <a:t>标志：目前只有</a:t>
            </a:r>
            <a:r>
              <a:rPr lang="en-US" altLang="zh-CN" dirty="0"/>
              <a:t>2</a:t>
            </a:r>
            <a:r>
              <a:rPr lang="zh-CN" altLang="en-US" dirty="0"/>
              <a:t>位有意义，第</a:t>
            </a:r>
            <a:r>
              <a:rPr lang="en-US" altLang="zh-CN" dirty="0"/>
              <a:t>1</a:t>
            </a:r>
            <a:r>
              <a:rPr lang="zh-CN" altLang="en-US" dirty="0"/>
              <a:t>位没有使用</a:t>
            </a:r>
            <a:endParaRPr lang="zh-CN" altLang="en-US" dirty="0"/>
          </a:p>
          <a:p>
            <a:pPr lvl="1"/>
            <a:r>
              <a:rPr lang="zh-CN" altLang="en-US" dirty="0"/>
              <a:t>第</a:t>
            </a:r>
            <a:r>
              <a:rPr lang="en-US" altLang="zh-CN" dirty="0"/>
              <a:t>2</a:t>
            </a:r>
            <a:r>
              <a:rPr lang="zh-CN" altLang="en-US" dirty="0"/>
              <a:t>位为</a:t>
            </a:r>
            <a:r>
              <a:rPr lang="en-US" altLang="zh-CN" dirty="0"/>
              <a:t>DF(Don’t Fragment)</a:t>
            </a:r>
            <a:r>
              <a:rPr lang="zh-CN" altLang="en-US" dirty="0"/>
              <a:t>位，该位被置</a:t>
            </a:r>
            <a:r>
              <a:rPr lang="en-US" altLang="zh-CN" dirty="0"/>
              <a:t>1</a:t>
            </a:r>
            <a:r>
              <a:rPr lang="zh-CN" altLang="en-US" dirty="0"/>
              <a:t>表示不要分段，它命令路由器不要将数据报分段，因为目的端不能重组分段</a:t>
            </a:r>
            <a:endParaRPr lang="zh-CN" altLang="en-US" dirty="0"/>
          </a:p>
          <a:p>
            <a:pPr lvl="1"/>
            <a:r>
              <a:rPr lang="zh-CN" altLang="en-US" dirty="0"/>
              <a:t>第</a:t>
            </a:r>
            <a:r>
              <a:rPr lang="en-US" altLang="zh-CN" dirty="0"/>
              <a:t>3</a:t>
            </a:r>
            <a:r>
              <a:rPr lang="zh-CN" altLang="en-US" dirty="0"/>
              <a:t>位是</a:t>
            </a:r>
            <a:r>
              <a:rPr lang="en-US" altLang="zh-CN" dirty="0"/>
              <a:t>MF(More Fragments) </a:t>
            </a:r>
            <a:r>
              <a:rPr lang="zh-CN" altLang="en-US" dirty="0"/>
              <a:t>位，该位被置</a:t>
            </a:r>
            <a:r>
              <a:rPr lang="en-US" altLang="zh-CN" dirty="0"/>
              <a:t>1</a:t>
            </a:r>
            <a:r>
              <a:rPr lang="zh-CN" altLang="en-US" dirty="0"/>
              <a:t>表示该分段后还有进一步的分段，最后一个分段</a:t>
            </a:r>
            <a:r>
              <a:rPr lang="en-US" altLang="zh-CN" dirty="0"/>
              <a:t>MF</a:t>
            </a:r>
            <a:r>
              <a:rPr lang="zh-CN" altLang="en-US" dirty="0"/>
              <a:t>位为</a:t>
            </a:r>
            <a:r>
              <a:rPr lang="en-US" altLang="zh-CN" dirty="0"/>
              <a:t>0</a:t>
            </a:r>
            <a:endParaRPr lang="en-US" altLang="zh-CN" dirty="0"/>
          </a:p>
          <a:p>
            <a:r>
              <a:rPr lang="zh-CN" altLang="en-US" dirty="0"/>
              <a:t>是否分段与最大传送单元</a:t>
            </a:r>
            <a:r>
              <a:rPr lang="en-US" altLang="zh-CN" dirty="0"/>
              <a:t>(MTU)</a:t>
            </a:r>
            <a:r>
              <a:rPr lang="zh-CN" altLang="en-US" dirty="0"/>
              <a:t>有关</a:t>
            </a:r>
            <a:endParaRPr lang="zh-CN" altLang="en-US" dirty="0"/>
          </a:p>
        </p:txBody>
      </p:sp>
      <p:sp>
        <p:nvSpPr>
          <p:cNvPr id="4" name="灯片编号占位符 3"/>
          <p:cNvSpPr>
            <a:spLocks noGrp="1"/>
          </p:cNvSpPr>
          <p:nvPr>
            <p:ph type="sldNum" sz="quarter" idx="12"/>
          </p:nvPr>
        </p:nvSpPr>
        <p:spPr/>
        <p:txBody>
          <a:bodyPr/>
          <a:lstStyle/>
          <a:p>
            <a:pPr>
              <a:defRPr/>
            </a:pPr>
            <a:fld id="{816960B2-2B11-492C-B588-5290E1274F96}" type="slidenum">
              <a:rPr lang="en-US" altLang="zh-CN" smtClean="0"/>
            </a:fld>
            <a:endParaRPr lang="en-US" altLang="zh-CN" dirty="0"/>
          </a:p>
        </p:txBody>
      </p:sp>
      <p:sp>
        <p:nvSpPr>
          <p:cNvPr id="7" name="矩形 6"/>
          <p:cNvSpPr/>
          <p:nvPr/>
        </p:nvSpPr>
        <p:spPr bwMode="auto">
          <a:xfrm>
            <a:off x="6096000" y="3933056"/>
            <a:ext cx="792088" cy="459035"/>
          </a:xfrm>
          <a:prstGeom prst="rect">
            <a:avLst/>
          </a:prstGeom>
          <a:noFill/>
          <a:ln w="25400" cap="flat" cmpd="sng" algn="ctr">
            <a:solidFill>
              <a:srgbClr val="FF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ctr"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2000" b="0" i="0" u="none" strike="noStrike" cap="none" normalizeH="0" baseline="0">
              <a:ln>
                <a:noFill/>
              </a:ln>
              <a:solidFill>
                <a:schemeClr val="tx1"/>
              </a:solidFill>
              <a:effectLst/>
              <a:latin typeface="Arial" panose="020B0604020202020204" pitchFamily="34" charset="0"/>
              <a:ea typeface="黑体" panose="02010609060101010101" pitchFamily="49" charset="-122"/>
            </a:endParaRPr>
          </a:p>
        </p:txBody>
      </p:sp>
    </p:spTree>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p:cNvPicPr>
            <a:picLocks noChangeAspect="1"/>
          </p:cNvPicPr>
          <p:nvPr/>
        </p:nvPicPr>
        <p:blipFill>
          <a:blip r:embed="rId1"/>
          <a:stretch>
            <a:fillRect/>
          </a:stretch>
        </p:blipFill>
        <p:spPr>
          <a:xfrm>
            <a:off x="1515320" y="3105859"/>
            <a:ext cx="9161360" cy="3509799"/>
          </a:xfrm>
          <a:prstGeom prst="rect">
            <a:avLst/>
          </a:prstGeom>
        </p:spPr>
      </p:pic>
      <p:sp>
        <p:nvSpPr>
          <p:cNvPr id="6" name="标题 5"/>
          <p:cNvSpPr>
            <a:spLocks noGrp="1"/>
          </p:cNvSpPr>
          <p:nvPr>
            <p:ph type="title"/>
          </p:nvPr>
        </p:nvSpPr>
        <p:spPr/>
        <p:txBody>
          <a:bodyPr/>
          <a:lstStyle/>
          <a:p>
            <a:r>
              <a:rPr lang="en-US" altLang="zh-CN" dirty="0"/>
              <a:t>IP</a:t>
            </a:r>
            <a:r>
              <a:rPr lang="zh-CN" altLang="en-US" dirty="0"/>
              <a:t>报文格式</a:t>
            </a:r>
            <a:endParaRPr lang="zh-CN" altLang="en-US" dirty="0"/>
          </a:p>
        </p:txBody>
      </p:sp>
      <p:sp>
        <p:nvSpPr>
          <p:cNvPr id="3" name="内容占位符 2"/>
          <p:cNvSpPr>
            <a:spLocks noGrp="1"/>
          </p:cNvSpPr>
          <p:nvPr>
            <p:ph idx="1"/>
          </p:nvPr>
        </p:nvSpPr>
        <p:spPr>
          <a:xfrm>
            <a:off x="334434" y="1052515"/>
            <a:ext cx="11523133" cy="2376486"/>
          </a:xfrm>
        </p:spPr>
        <p:txBody>
          <a:bodyPr>
            <a:normAutofit lnSpcReduction="10000"/>
          </a:bodyPr>
          <a:lstStyle/>
          <a:p>
            <a:r>
              <a:rPr lang="zh-CN" altLang="en-US" dirty="0"/>
              <a:t>偏移量：分段偏移说明该分段在当前数据报的什么位置</a:t>
            </a:r>
            <a:endParaRPr lang="zh-CN" altLang="en-US" dirty="0"/>
          </a:p>
          <a:p>
            <a:r>
              <a:rPr lang="zh-CN" altLang="en-US" dirty="0"/>
              <a:t>分段偏移以 </a:t>
            </a:r>
            <a:r>
              <a:rPr lang="en-US" altLang="zh-CN" dirty="0"/>
              <a:t>8</a:t>
            </a:r>
            <a:r>
              <a:rPr lang="zh-CN" altLang="en-US" dirty="0"/>
              <a:t>字节为单位，这样偏移量</a:t>
            </a:r>
            <a:r>
              <a:rPr lang="en-US" altLang="zh-CN" dirty="0"/>
              <a:t>1</a:t>
            </a:r>
            <a:r>
              <a:rPr lang="zh-CN" altLang="en-US" dirty="0"/>
              <a:t>对应字节号</a:t>
            </a:r>
            <a:r>
              <a:rPr lang="en-US" altLang="zh-CN" dirty="0"/>
              <a:t>8</a:t>
            </a:r>
            <a:r>
              <a:rPr lang="zh-CN" altLang="en-US" dirty="0"/>
              <a:t>，偏移量 </a:t>
            </a:r>
            <a:r>
              <a:rPr lang="en-US" altLang="zh-CN" dirty="0"/>
              <a:t>2</a:t>
            </a:r>
            <a:r>
              <a:rPr lang="zh-CN" altLang="en-US" dirty="0"/>
              <a:t>对应字节号</a:t>
            </a:r>
            <a:r>
              <a:rPr lang="en-US" altLang="zh-CN" dirty="0"/>
              <a:t>16</a:t>
            </a:r>
            <a:r>
              <a:rPr lang="zh-CN" altLang="en-US" dirty="0"/>
              <a:t>，依此类推</a:t>
            </a:r>
            <a:endParaRPr lang="zh-CN" altLang="en-US" dirty="0"/>
          </a:p>
          <a:p>
            <a:r>
              <a:rPr lang="zh-CN" altLang="en-US" dirty="0"/>
              <a:t>数据报进行分段的主机或路由器必须选择每一个分段的长度能够被</a:t>
            </a:r>
            <a:r>
              <a:rPr lang="en-US" altLang="zh-CN" dirty="0"/>
              <a:t>8</a:t>
            </a:r>
            <a:r>
              <a:rPr lang="zh-CN" altLang="en-US" dirty="0"/>
              <a:t>除尽 </a:t>
            </a:r>
            <a:endParaRPr lang="zh-CN" altLang="en-US" dirty="0"/>
          </a:p>
        </p:txBody>
      </p:sp>
      <p:sp>
        <p:nvSpPr>
          <p:cNvPr id="4" name="灯片编号占位符 3"/>
          <p:cNvSpPr>
            <a:spLocks noGrp="1"/>
          </p:cNvSpPr>
          <p:nvPr>
            <p:ph type="sldNum" sz="quarter" idx="12"/>
          </p:nvPr>
        </p:nvSpPr>
        <p:spPr/>
        <p:txBody>
          <a:bodyPr/>
          <a:lstStyle/>
          <a:p>
            <a:pPr>
              <a:defRPr/>
            </a:pPr>
            <a:fld id="{816960B2-2B11-492C-B588-5290E1274F96}" type="slidenum">
              <a:rPr lang="en-US" altLang="zh-CN" smtClean="0"/>
            </a:fld>
            <a:endParaRPr lang="en-US" altLang="zh-CN" dirty="0"/>
          </a:p>
        </p:txBody>
      </p:sp>
      <p:sp>
        <p:nvSpPr>
          <p:cNvPr id="7" name="矩形 6"/>
          <p:cNvSpPr/>
          <p:nvPr/>
        </p:nvSpPr>
        <p:spPr bwMode="auto">
          <a:xfrm>
            <a:off x="6960096" y="3933056"/>
            <a:ext cx="3384376" cy="459035"/>
          </a:xfrm>
          <a:prstGeom prst="rect">
            <a:avLst/>
          </a:prstGeom>
          <a:noFill/>
          <a:ln w="25400" cap="flat" cmpd="sng" algn="ctr">
            <a:solidFill>
              <a:srgbClr val="FF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ctr"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2000" b="0" i="0" u="none" strike="noStrike" cap="none" normalizeH="0" baseline="0">
              <a:ln>
                <a:noFill/>
              </a:ln>
              <a:solidFill>
                <a:schemeClr val="tx1"/>
              </a:solidFill>
              <a:effectLst/>
              <a:latin typeface="Arial" panose="020B0604020202020204" pitchFamily="34" charset="0"/>
              <a:ea typeface="黑体" panose="02010609060101010101" pitchFamily="49" charset="-122"/>
            </a:endParaRPr>
          </a:p>
        </p:txBody>
      </p:sp>
    </p:spTree>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9282" name="Rectangle 2"/>
          <p:cNvSpPr>
            <a:spLocks noGrp="1" noChangeArrowheads="1"/>
          </p:cNvSpPr>
          <p:nvPr>
            <p:ph type="title"/>
          </p:nvPr>
        </p:nvSpPr>
        <p:spPr/>
        <p:txBody>
          <a:bodyPr/>
          <a:lstStyle/>
          <a:p>
            <a:r>
              <a:rPr lang="zh-CN" altLang="en-US"/>
              <a:t>数据报分段示例</a:t>
            </a:r>
            <a:endParaRPr lang="zh-CN" altLang="en-US"/>
          </a:p>
        </p:txBody>
      </p:sp>
      <p:sp>
        <p:nvSpPr>
          <p:cNvPr id="609283" name="Rectangle 3"/>
          <p:cNvSpPr>
            <a:spLocks noGrp="1" noChangeArrowheads="1"/>
          </p:cNvSpPr>
          <p:nvPr>
            <p:ph idx="1"/>
          </p:nvPr>
        </p:nvSpPr>
        <p:spPr/>
        <p:txBody>
          <a:bodyPr/>
          <a:lstStyle/>
          <a:p>
            <a:pPr>
              <a:lnSpc>
                <a:spcPct val="90000"/>
              </a:lnSpc>
            </a:pPr>
            <a:r>
              <a:rPr lang="zh-CN" altLang="en-US" dirty="0"/>
              <a:t>一数据报的总长度为</a:t>
            </a:r>
            <a:r>
              <a:rPr lang="en-US" altLang="zh-CN" dirty="0"/>
              <a:t>3820</a:t>
            </a:r>
            <a:r>
              <a:rPr lang="zh-CN" altLang="en-US" dirty="0"/>
              <a:t>字节，其数据部分为</a:t>
            </a:r>
            <a:r>
              <a:rPr lang="en-US" altLang="zh-CN" dirty="0"/>
              <a:t>3800</a:t>
            </a:r>
            <a:r>
              <a:rPr lang="zh-CN" altLang="en-US" dirty="0"/>
              <a:t>字节长（使用固定长度首部</a:t>
            </a:r>
            <a:r>
              <a:rPr lang="en-US" altLang="zh-CN" dirty="0"/>
              <a:t>)</a:t>
            </a:r>
            <a:r>
              <a:rPr lang="zh-CN" altLang="en-US" dirty="0"/>
              <a:t>，需要分片为长度不超过</a:t>
            </a:r>
            <a:r>
              <a:rPr lang="en-US" altLang="zh-CN" dirty="0"/>
              <a:t>1420</a:t>
            </a:r>
            <a:r>
              <a:rPr lang="zh-CN" altLang="en-US" dirty="0"/>
              <a:t>字节的数据报片</a:t>
            </a:r>
            <a:endParaRPr lang="zh-CN" altLang="en-US" dirty="0"/>
          </a:p>
        </p:txBody>
      </p:sp>
      <p:sp>
        <p:nvSpPr>
          <p:cNvPr id="76" name="灯片编号占位符 5"/>
          <p:cNvSpPr>
            <a:spLocks noGrp="1"/>
          </p:cNvSpPr>
          <p:nvPr>
            <p:ph type="sldNum" sz="quarter" idx="12"/>
          </p:nvPr>
        </p:nvSpPr>
        <p:spPr/>
        <p:txBody>
          <a:bodyPr/>
          <a:lstStyle/>
          <a:p>
            <a:fld id="{F891AF6C-FDC9-46C7-BE7B-D5E4A50E216E}" type="slidenum">
              <a:rPr lang="en-US" altLang="zh-CN"/>
            </a:fld>
            <a:endParaRPr lang="en-US" altLang="zh-CN"/>
          </a:p>
        </p:txBody>
      </p:sp>
      <p:sp>
        <p:nvSpPr>
          <p:cNvPr id="609285" name="Rectangle 5"/>
          <p:cNvSpPr>
            <a:spLocks noChangeArrowheads="1"/>
          </p:cNvSpPr>
          <p:nvPr/>
        </p:nvSpPr>
        <p:spPr bwMode="auto">
          <a:xfrm>
            <a:off x="4361922" y="2647650"/>
            <a:ext cx="4830763" cy="463550"/>
          </a:xfrm>
          <a:prstGeom prst="rect">
            <a:avLst/>
          </a:prstGeom>
          <a:solidFill>
            <a:srgbClr val="DDDDDD"/>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sz="2800" dirty="0">
              <a:latin typeface="微软雅黑 Light" panose="020B0502040204020203" pitchFamily="34" charset="-122"/>
              <a:ea typeface="微软雅黑 Light" panose="020B0502040204020203" pitchFamily="34" charset="-122"/>
            </a:endParaRPr>
          </a:p>
        </p:txBody>
      </p:sp>
      <p:sp>
        <p:nvSpPr>
          <p:cNvPr id="609286" name="Text Box 6"/>
          <p:cNvSpPr txBox="1">
            <a:spLocks noChangeArrowheads="1"/>
          </p:cNvSpPr>
          <p:nvPr/>
        </p:nvSpPr>
        <p:spPr bwMode="auto">
          <a:xfrm>
            <a:off x="2167996" y="5852814"/>
            <a:ext cx="188705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dirty="0">
                <a:solidFill>
                  <a:srgbClr val="333399"/>
                </a:solidFill>
                <a:latin typeface="微软雅黑 Light" panose="020B0502040204020203" pitchFamily="34" charset="-122"/>
                <a:ea typeface="微软雅黑 Light" panose="020B0502040204020203" pitchFamily="34" charset="-122"/>
              </a:rPr>
              <a:t>偏移 </a:t>
            </a:r>
            <a:r>
              <a:rPr kumimoji="1" lang="en-US" altLang="zh-CN" dirty="0">
                <a:solidFill>
                  <a:srgbClr val="333399"/>
                </a:solidFill>
                <a:latin typeface="微软雅黑 Light" panose="020B0502040204020203" pitchFamily="34" charset="-122"/>
                <a:ea typeface="微软雅黑 Light" panose="020B0502040204020203" pitchFamily="34" charset="-122"/>
              </a:rPr>
              <a:t>= 0/8 = 0</a:t>
            </a:r>
            <a:endParaRPr kumimoji="1" lang="en-US" altLang="zh-CN" dirty="0">
              <a:solidFill>
                <a:srgbClr val="333399"/>
              </a:solidFill>
              <a:latin typeface="微软雅黑 Light" panose="020B0502040204020203" pitchFamily="34" charset="-122"/>
              <a:ea typeface="微软雅黑 Light" panose="020B0502040204020203" pitchFamily="34" charset="-122"/>
            </a:endParaRPr>
          </a:p>
        </p:txBody>
      </p:sp>
      <p:sp>
        <p:nvSpPr>
          <p:cNvPr id="609287" name="Rectangle 7"/>
          <p:cNvSpPr>
            <a:spLocks noChangeArrowheads="1"/>
          </p:cNvSpPr>
          <p:nvPr/>
        </p:nvSpPr>
        <p:spPr bwMode="auto">
          <a:xfrm>
            <a:off x="3484034" y="2647650"/>
            <a:ext cx="5708650" cy="463550"/>
          </a:xfrm>
          <a:prstGeom prst="rect">
            <a:avLst/>
          </a:prstGeom>
          <a:solidFill>
            <a:srgbClr val="CCECFF"/>
          </a:solidFill>
          <a:ln w="19050">
            <a:solidFill>
              <a:schemeClr val="tx1"/>
            </a:solidFill>
            <a:miter lim="800000"/>
          </a:ln>
          <a:effectLst/>
          <a:extLst>
            <a:ext uri="{AF507438-7753-43E0-B8FC-AC1667EBCBE1}">
              <a14:hiddenEffects xmlns:a14="http://schemas.microsoft.com/office/drawing/2010/main">
                <a:effectLst>
                  <a:outerShdw dist="28398" dir="1593903" algn="ctr" rotWithShape="0">
                    <a:schemeClr val="bg2"/>
                  </a:outerShdw>
                </a:effectLst>
              </a14:hiddenEffects>
            </a:ext>
          </a:extLst>
        </p:spPr>
        <p:txBody>
          <a:bodyPr wrap="none" anchor="ctr"/>
          <a:lstStyle/>
          <a:p>
            <a:pPr algn="ctr"/>
            <a:endParaRPr lang="zh-CN" altLang="zh-CN" sz="2800" dirty="0">
              <a:latin typeface="微软雅黑 Light" panose="020B0502040204020203" pitchFamily="34" charset="-122"/>
              <a:ea typeface="微软雅黑 Light" panose="020B0502040204020203" pitchFamily="34" charset="-122"/>
            </a:endParaRPr>
          </a:p>
        </p:txBody>
      </p:sp>
      <p:sp>
        <p:nvSpPr>
          <p:cNvPr id="609288" name="Line 8"/>
          <p:cNvSpPr>
            <a:spLocks noChangeShapeType="1"/>
          </p:cNvSpPr>
          <p:nvPr/>
        </p:nvSpPr>
        <p:spPr bwMode="auto">
          <a:xfrm>
            <a:off x="4538134" y="2647650"/>
            <a:ext cx="0" cy="46355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latin typeface="微软雅黑 Light" panose="020B0502040204020203" pitchFamily="34" charset="-122"/>
              <a:ea typeface="微软雅黑 Light" panose="020B0502040204020203" pitchFamily="34" charset="-122"/>
            </a:endParaRPr>
          </a:p>
        </p:txBody>
      </p:sp>
      <p:sp>
        <p:nvSpPr>
          <p:cNvPr id="609289" name="Line 9"/>
          <p:cNvSpPr>
            <a:spLocks noChangeShapeType="1"/>
          </p:cNvSpPr>
          <p:nvPr/>
        </p:nvSpPr>
        <p:spPr bwMode="auto">
          <a:xfrm>
            <a:off x="4714346" y="2647650"/>
            <a:ext cx="0" cy="46355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latin typeface="微软雅黑 Light" panose="020B0502040204020203" pitchFamily="34" charset="-122"/>
              <a:ea typeface="微软雅黑 Light" panose="020B0502040204020203" pitchFamily="34" charset="-122"/>
            </a:endParaRPr>
          </a:p>
        </p:txBody>
      </p:sp>
      <p:sp>
        <p:nvSpPr>
          <p:cNvPr id="609290" name="Line 10"/>
          <p:cNvSpPr>
            <a:spLocks noChangeShapeType="1"/>
          </p:cNvSpPr>
          <p:nvPr/>
        </p:nvSpPr>
        <p:spPr bwMode="auto">
          <a:xfrm>
            <a:off x="4890559" y="2647650"/>
            <a:ext cx="0" cy="46355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latin typeface="微软雅黑 Light" panose="020B0502040204020203" pitchFamily="34" charset="-122"/>
              <a:ea typeface="微软雅黑 Light" panose="020B0502040204020203" pitchFamily="34" charset="-122"/>
            </a:endParaRPr>
          </a:p>
        </p:txBody>
      </p:sp>
      <p:sp>
        <p:nvSpPr>
          <p:cNvPr id="609291" name="Line 11"/>
          <p:cNvSpPr>
            <a:spLocks noChangeShapeType="1"/>
          </p:cNvSpPr>
          <p:nvPr/>
        </p:nvSpPr>
        <p:spPr bwMode="auto">
          <a:xfrm>
            <a:off x="9016471" y="2647650"/>
            <a:ext cx="0" cy="46355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latin typeface="微软雅黑 Light" panose="020B0502040204020203" pitchFamily="34" charset="-122"/>
              <a:ea typeface="微软雅黑 Light" panose="020B0502040204020203" pitchFamily="34" charset="-122"/>
            </a:endParaRPr>
          </a:p>
        </p:txBody>
      </p:sp>
      <p:sp>
        <p:nvSpPr>
          <p:cNvPr id="609292" name="Rectangle 12"/>
          <p:cNvSpPr>
            <a:spLocks noChangeArrowheads="1"/>
          </p:cNvSpPr>
          <p:nvPr/>
        </p:nvSpPr>
        <p:spPr bwMode="auto">
          <a:xfrm>
            <a:off x="2607735" y="4349450"/>
            <a:ext cx="1754187" cy="463550"/>
          </a:xfrm>
          <a:prstGeom prst="rect">
            <a:avLst/>
          </a:prstGeom>
          <a:solidFill>
            <a:srgbClr val="CCE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sz="2800" dirty="0">
              <a:latin typeface="微软雅黑 Light" panose="020B0502040204020203" pitchFamily="34" charset="-122"/>
              <a:ea typeface="微软雅黑 Light" panose="020B0502040204020203" pitchFamily="34" charset="-122"/>
            </a:endParaRPr>
          </a:p>
        </p:txBody>
      </p:sp>
      <p:sp>
        <p:nvSpPr>
          <p:cNvPr id="609293" name="Line 13"/>
          <p:cNvSpPr>
            <a:spLocks noChangeShapeType="1"/>
          </p:cNvSpPr>
          <p:nvPr/>
        </p:nvSpPr>
        <p:spPr bwMode="auto">
          <a:xfrm>
            <a:off x="2782359" y="4349450"/>
            <a:ext cx="0" cy="46355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latin typeface="微软雅黑 Light" panose="020B0502040204020203" pitchFamily="34" charset="-122"/>
              <a:ea typeface="微软雅黑 Light" panose="020B0502040204020203" pitchFamily="34" charset="-122"/>
            </a:endParaRPr>
          </a:p>
        </p:txBody>
      </p:sp>
      <p:sp>
        <p:nvSpPr>
          <p:cNvPr id="609294" name="Line 14"/>
          <p:cNvSpPr>
            <a:spLocks noChangeShapeType="1"/>
          </p:cNvSpPr>
          <p:nvPr/>
        </p:nvSpPr>
        <p:spPr bwMode="auto">
          <a:xfrm>
            <a:off x="2958571" y="4349450"/>
            <a:ext cx="0" cy="46355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latin typeface="微软雅黑 Light" panose="020B0502040204020203" pitchFamily="34" charset="-122"/>
              <a:ea typeface="微软雅黑 Light" panose="020B0502040204020203" pitchFamily="34" charset="-122"/>
            </a:endParaRPr>
          </a:p>
        </p:txBody>
      </p:sp>
      <p:sp>
        <p:nvSpPr>
          <p:cNvPr id="609295" name="Line 15"/>
          <p:cNvSpPr>
            <a:spLocks noChangeShapeType="1"/>
          </p:cNvSpPr>
          <p:nvPr/>
        </p:nvSpPr>
        <p:spPr bwMode="auto">
          <a:xfrm>
            <a:off x="3134784" y="4349450"/>
            <a:ext cx="0" cy="46355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latin typeface="微软雅黑 Light" panose="020B0502040204020203" pitchFamily="34" charset="-122"/>
              <a:ea typeface="微软雅黑 Light" panose="020B0502040204020203" pitchFamily="34" charset="-122"/>
            </a:endParaRPr>
          </a:p>
        </p:txBody>
      </p:sp>
      <p:sp>
        <p:nvSpPr>
          <p:cNvPr id="609296" name="Line 16"/>
          <p:cNvSpPr>
            <a:spLocks noChangeShapeType="1"/>
          </p:cNvSpPr>
          <p:nvPr/>
        </p:nvSpPr>
        <p:spPr bwMode="auto">
          <a:xfrm>
            <a:off x="4185709" y="4349450"/>
            <a:ext cx="0" cy="46355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latin typeface="微软雅黑 Light" panose="020B0502040204020203" pitchFamily="34" charset="-122"/>
              <a:ea typeface="微软雅黑 Light" panose="020B0502040204020203" pitchFamily="34" charset="-122"/>
            </a:endParaRPr>
          </a:p>
        </p:txBody>
      </p:sp>
      <p:sp>
        <p:nvSpPr>
          <p:cNvPr id="609297" name="Text Box 17"/>
          <p:cNvSpPr txBox="1">
            <a:spLocks noChangeArrowheads="1"/>
          </p:cNvSpPr>
          <p:nvPr/>
        </p:nvSpPr>
        <p:spPr bwMode="auto">
          <a:xfrm>
            <a:off x="9249835" y="2720675"/>
            <a:ext cx="1517646"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kumimoji="1" lang="zh-CN" altLang="en-US" sz="1600" dirty="0">
                <a:solidFill>
                  <a:srgbClr val="333399"/>
                </a:solidFill>
                <a:latin typeface="微软雅黑 Light" panose="020B0502040204020203" pitchFamily="34" charset="-122"/>
                <a:ea typeface="微软雅黑 Light" panose="020B0502040204020203" pitchFamily="34" charset="-122"/>
              </a:rPr>
              <a:t>偏移 </a:t>
            </a:r>
            <a:r>
              <a:rPr kumimoji="1" lang="en-US" altLang="zh-CN" sz="1600" dirty="0">
                <a:solidFill>
                  <a:srgbClr val="333399"/>
                </a:solidFill>
                <a:latin typeface="微软雅黑 Light" panose="020B0502040204020203" pitchFamily="34" charset="-122"/>
                <a:ea typeface="微软雅黑 Light" panose="020B0502040204020203" pitchFamily="34" charset="-122"/>
              </a:rPr>
              <a:t>= 0/8= 0</a:t>
            </a:r>
            <a:endParaRPr kumimoji="1" lang="en-US" altLang="zh-CN" sz="1600" dirty="0">
              <a:solidFill>
                <a:srgbClr val="333399"/>
              </a:solidFill>
              <a:latin typeface="微软雅黑 Light" panose="020B0502040204020203" pitchFamily="34" charset="-122"/>
              <a:ea typeface="微软雅黑 Light" panose="020B0502040204020203" pitchFamily="34" charset="-122"/>
            </a:endParaRPr>
          </a:p>
        </p:txBody>
      </p:sp>
      <p:sp>
        <p:nvSpPr>
          <p:cNvPr id="609298" name="Text Box 18"/>
          <p:cNvSpPr txBox="1">
            <a:spLocks noChangeArrowheads="1"/>
          </p:cNvSpPr>
          <p:nvPr/>
        </p:nvSpPr>
        <p:spPr bwMode="auto">
          <a:xfrm>
            <a:off x="4890560" y="5852814"/>
            <a:ext cx="251383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dirty="0">
                <a:solidFill>
                  <a:srgbClr val="333399"/>
                </a:solidFill>
                <a:latin typeface="微软雅黑 Light" panose="020B0502040204020203" pitchFamily="34" charset="-122"/>
                <a:ea typeface="微软雅黑 Light" panose="020B0502040204020203" pitchFamily="34" charset="-122"/>
              </a:rPr>
              <a:t>偏移 </a:t>
            </a:r>
            <a:r>
              <a:rPr kumimoji="1" lang="en-US" altLang="zh-CN" dirty="0">
                <a:solidFill>
                  <a:srgbClr val="333399"/>
                </a:solidFill>
                <a:latin typeface="微软雅黑 Light" panose="020B0502040204020203" pitchFamily="34" charset="-122"/>
                <a:ea typeface="微软雅黑 Light" panose="020B0502040204020203" pitchFamily="34" charset="-122"/>
              </a:rPr>
              <a:t>= 1400/8 = 175</a:t>
            </a:r>
            <a:endParaRPr kumimoji="1" lang="en-US" altLang="zh-CN" dirty="0">
              <a:solidFill>
                <a:srgbClr val="333399"/>
              </a:solidFill>
              <a:latin typeface="微软雅黑 Light" panose="020B0502040204020203" pitchFamily="34" charset="-122"/>
              <a:ea typeface="微软雅黑 Light" panose="020B0502040204020203" pitchFamily="34" charset="-122"/>
            </a:endParaRPr>
          </a:p>
        </p:txBody>
      </p:sp>
      <p:sp>
        <p:nvSpPr>
          <p:cNvPr id="609299" name="Text Box 19"/>
          <p:cNvSpPr txBox="1">
            <a:spLocks noChangeArrowheads="1"/>
          </p:cNvSpPr>
          <p:nvPr/>
        </p:nvSpPr>
        <p:spPr bwMode="auto">
          <a:xfrm>
            <a:off x="7960785" y="5852814"/>
            <a:ext cx="2600392"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dirty="0">
                <a:solidFill>
                  <a:srgbClr val="333399"/>
                </a:solidFill>
                <a:latin typeface="微软雅黑 Light" panose="020B0502040204020203" pitchFamily="34" charset="-122"/>
                <a:ea typeface="微软雅黑 Light" panose="020B0502040204020203" pitchFamily="34" charset="-122"/>
              </a:rPr>
              <a:t>偏移 </a:t>
            </a:r>
            <a:r>
              <a:rPr kumimoji="1" lang="en-US" altLang="zh-CN" dirty="0">
                <a:solidFill>
                  <a:srgbClr val="333399"/>
                </a:solidFill>
                <a:latin typeface="微软雅黑 Light" panose="020B0502040204020203" pitchFamily="34" charset="-122"/>
                <a:ea typeface="微软雅黑 Light" panose="020B0502040204020203" pitchFamily="34" charset="-122"/>
              </a:rPr>
              <a:t>= 2800/8 = 350</a:t>
            </a:r>
            <a:endParaRPr kumimoji="1" lang="en-US" altLang="zh-CN" dirty="0">
              <a:solidFill>
                <a:srgbClr val="333399"/>
              </a:solidFill>
              <a:latin typeface="微软雅黑 Light" panose="020B0502040204020203" pitchFamily="34" charset="-122"/>
              <a:ea typeface="微软雅黑 Light" panose="020B0502040204020203" pitchFamily="34" charset="-122"/>
            </a:endParaRPr>
          </a:p>
        </p:txBody>
      </p:sp>
      <p:sp>
        <p:nvSpPr>
          <p:cNvPr id="609300" name="Line 20"/>
          <p:cNvSpPr>
            <a:spLocks noChangeShapeType="1"/>
          </p:cNvSpPr>
          <p:nvPr/>
        </p:nvSpPr>
        <p:spPr bwMode="auto">
          <a:xfrm flipV="1">
            <a:off x="9089496" y="3111200"/>
            <a:ext cx="0" cy="369888"/>
          </a:xfrm>
          <a:prstGeom prst="line">
            <a:avLst/>
          </a:prstGeom>
          <a:noFill/>
          <a:ln w="9525">
            <a:solidFill>
              <a:schemeClr val="tx1"/>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latin typeface="微软雅黑 Light" panose="020B0502040204020203" pitchFamily="34" charset="-122"/>
              <a:ea typeface="微软雅黑 Light" panose="020B0502040204020203" pitchFamily="34" charset="-122"/>
            </a:endParaRPr>
          </a:p>
        </p:txBody>
      </p:sp>
      <p:sp>
        <p:nvSpPr>
          <p:cNvPr id="609301" name="Line 21"/>
          <p:cNvSpPr>
            <a:spLocks noChangeShapeType="1"/>
          </p:cNvSpPr>
          <p:nvPr/>
        </p:nvSpPr>
        <p:spPr bwMode="auto">
          <a:xfrm flipV="1">
            <a:off x="4446059" y="3111200"/>
            <a:ext cx="0" cy="369888"/>
          </a:xfrm>
          <a:prstGeom prst="line">
            <a:avLst/>
          </a:prstGeom>
          <a:noFill/>
          <a:ln w="9525">
            <a:solidFill>
              <a:schemeClr val="tx1"/>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latin typeface="微软雅黑 Light" panose="020B0502040204020203" pitchFamily="34" charset="-122"/>
              <a:ea typeface="微软雅黑 Light" panose="020B0502040204020203" pitchFamily="34" charset="-122"/>
            </a:endParaRPr>
          </a:p>
        </p:txBody>
      </p:sp>
      <p:sp>
        <p:nvSpPr>
          <p:cNvPr id="609302" name="Line 22"/>
          <p:cNvSpPr>
            <a:spLocks noChangeShapeType="1"/>
          </p:cNvSpPr>
          <p:nvPr/>
        </p:nvSpPr>
        <p:spPr bwMode="auto">
          <a:xfrm flipV="1">
            <a:off x="4274609" y="4813000"/>
            <a:ext cx="0" cy="369888"/>
          </a:xfrm>
          <a:prstGeom prst="line">
            <a:avLst/>
          </a:prstGeom>
          <a:noFill/>
          <a:ln w="9525">
            <a:solidFill>
              <a:schemeClr val="tx1"/>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latin typeface="微软雅黑 Light" panose="020B0502040204020203" pitchFamily="34" charset="-122"/>
              <a:ea typeface="微软雅黑 Light" panose="020B0502040204020203" pitchFamily="34" charset="-122"/>
            </a:endParaRPr>
          </a:p>
        </p:txBody>
      </p:sp>
      <p:sp>
        <p:nvSpPr>
          <p:cNvPr id="609303" name="Line 23"/>
          <p:cNvSpPr>
            <a:spLocks noChangeShapeType="1"/>
          </p:cNvSpPr>
          <p:nvPr/>
        </p:nvSpPr>
        <p:spPr bwMode="auto">
          <a:xfrm flipV="1">
            <a:off x="5766859" y="4813000"/>
            <a:ext cx="0" cy="369888"/>
          </a:xfrm>
          <a:prstGeom prst="line">
            <a:avLst/>
          </a:prstGeom>
          <a:noFill/>
          <a:ln w="9525">
            <a:solidFill>
              <a:schemeClr val="tx1"/>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latin typeface="微软雅黑 Light" panose="020B0502040204020203" pitchFamily="34" charset="-122"/>
              <a:ea typeface="微软雅黑 Light" panose="020B0502040204020203" pitchFamily="34" charset="-122"/>
            </a:endParaRPr>
          </a:p>
        </p:txBody>
      </p:sp>
      <p:sp>
        <p:nvSpPr>
          <p:cNvPr id="609304" name="Line 24"/>
          <p:cNvSpPr>
            <a:spLocks noChangeShapeType="1"/>
          </p:cNvSpPr>
          <p:nvPr/>
        </p:nvSpPr>
        <p:spPr bwMode="auto">
          <a:xfrm flipV="1">
            <a:off x="7348009" y="4813000"/>
            <a:ext cx="0" cy="369888"/>
          </a:xfrm>
          <a:prstGeom prst="line">
            <a:avLst/>
          </a:prstGeom>
          <a:noFill/>
          <a:ln w="9525">
            <a:solidFill>
              <a:schemeClr val="tx1"/>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latin typeface="微软雅黑 Light" panose="020B0502040204020203" pitchFamily="34" charset="-122"/>
              <a:ea typeface="微软雅黑 Light" panose="020B0502040204020203" pitchFamily="34" charset="-122"/>
            </a:endParaRPr>
          </a:p>
        </p:txBody>
      </p:sp>
      <p:sp>
        <p:nvSpPr>
          <p:cNvPr id="609305" name="Line 25"/>
          <p:cNvSpPr>
            <a:spLocks noChangeShapeType="1"/>
          </p:cNvSpPr>
          <p:nvPr/>
        </p:nvSpPr>
        <p:spPr bwMode="auto">
          <a:xfrm flipV="1">
            <a:off x="8913284" y="4813000"/>
            <a:ext cx="0" cy="369888"/>
          </a:xfrm>
          <a:prstGeom prst="line">
            <a:avLst/>
          </a:prstGeom>
          <a:noFill/>
          <a:ln w="9525">
            <a:solidFill>
              <a:schemeClr val="tx1"/>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latin typeface="微软雅黑 Light" panose="020B0502040204020203" pitchFamily="34" charset="-122"/>
              <a:ea typeface="微软雅黑 Light" panose="020B0502040204020203" pitchFamily="34" charset="-122"/>
            </a:endParaRPr>
          </a:p>
        </p:txBody>
      </p:sp>
      <p:sp>
        <p:nvSpPr>
          <p:cNvPr id="609306" name="Line 26"/>
          <p:cNvSpPr>
            <a:spLocks noChangeShapeType="1"/>
          </p:cNvSpPr>
          <p:nvPr/>
        </p:nvSpPr>
        <p:spPr bwMode="auto">
          <a:xfrm flipV="1">
            <a:off x="10070571" y="4813000"/>
            <a:ext cx="0" cy="369888"/>
          </a:xfrm>
          <a:prstGeom prst="line">
            <a:avLst/>
          </a:prstGeom>
          <a:noFill/>
          <a:ln w="9525">
            <a:solidFill>
              <a:schemeClr val="tx1"/>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latin typeface="微软雅黑 Light" panose="020B0502040204020203" pitchFamily="34" charset="-122"/>
              <a:ea typeface="微软雅黑 Light" panose="020B0502040204020203" pitchFamily="34" charset="-122"/>
            </a:endParaRPr>
          </a:p>
        </p:txBody>
      </p:sp>
      <p:sp>
        <p:nvSpPr>
          <p:cNvPr id="609307" name="Text Box 27"/>
          <p:cNvSpPr txBox="1">
            <a:spLocks noChangeArrowheads="1"/>
          </p:cNvSpPr>
          <p:nvPr/>
        </p:nvSpPr>
        <p:spPr bwMode="auto">
          <a:xfrm>
            <a:off x="5379510" y="5089225"/>
            <a:ext cx="716863"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dirty="0">
                <a:solidFill>
                  <a:srgbClr val="333399"/>
                </a:solidFill>
                <a:latin typeface="微软雅黑 Light" panose="020B0502040204020203" pitchFamily="34" charset="-122"/>
                <a:ea typeface="微软雅黑 Light" panose="020B0502040204020203" pitchFamily="34" charset="-122"/>
              </a:rPr>
              <a:t>1400</a:t>
            </a:r>
            <a:endParaRPr kumimoji="1" lang="en-US" altLang="zh-CN" dirty="0">
              <a:solidFill>
                <a:srgbClr val="333399"/>
              </a:solidFill>
              <a:latin typeface="微软雅黑 Light" panose="020B0502040204020203" pitchFamily="34" charset="-122"/>
              <a:ea typeface="微软雅黑 Light" panose="020B0502040204020203" pitchFamily="34" charset="-122"/>
            </a:endParaRPr>
          </a:p>
        </p:txBody>
      </p:sp>
      <p:sp>
        <p:nvSpPr>
          <p:cNvPr id="609308" name="Text Box 28"/>
          <p:cNvSpPr txBox="1">
            <a:spLocks noChangeArrowheads="1"/>
          </p:cNvSpPr>
          <p:nvPr/>
        </p:nvSpPr>
        <p:spPr bwMode="auto">
          <a:xfrm>
            <a:off x="8540222" y="5089225"/>
            <a:ext cx="75533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dirty="0">
                <a:solidFill>
                  <a:srgbClr val="333399"/>
                </a:solidFill>
                <a:latin typeface="微软雅黑 Light" panose="020B0502040204020203" pitchFamily="34" charset="-122"/>
                <a:ea typeface="微软雅黑 Light" panose="020B0502040204020203" pitchFamily="34" charset="-122"/>
              </a:rPr>
              <a:t>2800</a:t>
            </a:r>
            <a:endParaRPr kumimoji="1" lang="en-US" altLang="zh-CN" dirty="0">
              <a:solidFill>
                <a:srgbClr val="333399"/>
              </a:solidFill>
              <a:latin typeface="微软雅黑 Light" panose="020B0502040204020203" pitchFamily="34" charset="-122"/>
              <a:ea typeface="微软雅黑 Light" panose="020B0502040204020203" pitchFamily="34" charset="-122"/>
            </a:endParaRPr>
          </a:p>
        </p:txBody>
      </p:sp>
      <p:sp>
        <p:nvSpPr>
          <p:cNvPr id="609309" name="Text Box 29"/>
          <p:cNvSpPr txBox="1">
            <a:spLocks noChangeArrowheads="1"/>
          </p:cNvSpPr>
          <p:nvPr/>
        </p:nvSpPr>
        <p:spPr bwMode="auto">
          <a:xfrm>
            <a:off x="9683222" y="5067000"/>
            <a:ext cx="750526"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dirty="0">
                <a:solidFill>
                  <a:srgbClr val="333399"/>
                </a:solidFill>
                <a:latin typeface="微软雅黑 Light" panose="020B0502040204020203" pitchFamily="34" charset="-122"/>
                <a:ea typeface="微软雅黑 Light" panose="020B0502040204020203" pitchFamily="34" charset="-122"/>
              </a:rPr>
              <a:t>3799</a:t>
            </a:r>
            <a:endParaRPr kumimoji="1" lang="en-US" altLang="zh-CN" dirty="0">
              <a:solidFill>
                <a:srgbClr val="333399"/>
              </a:solidFill>
              <a:latin typeface="微软雅黑 Light" panose="020B0502040204020203" pitchFamily="34" charset="-122"/>
              <a:ea typeface="微软雅黑 Light" panose="020B0502040204020203" pitchFamily="34" charset="-122"/>
            </a:endParaRPr>
          </a:p>
        </p:txBody>
      </p:sp>
      <p:sp>
        <p:nvSpPr>
          <p:cNvPr id="609310" name="Text Box 30"/>
          <p:cNvSpPr txBox="1">
            <a:spLocks noChangeArrowheads="1"/>
          </p:cNvSpPr>
          <p:nvPr/>
        </p:nvSpPr>
        <p:spPr bwMode="auto">
          <a:xfrm>
            <a:off x="6957485" y="5067000"/>
            <a:ext cx="750526"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dirty="0">
                <a:solidFill>
                  <a:srgbClr val="333399"/>
                </a:solidFill>
                <a:latin typeface="微软雅黑 Light" panose="020B0502040204020203" pitchFamily="34" charset="-122"/>
                <a:ea typeface="微软雅黑 Light" panose="020B0502040204020203" pitchFamily="34" charset="-122"/>
              </a:rPr>
              <a:t>2799</a:t>
            </a:r>
            <a:endParaRPr kumimoji="1" lang="en-US" altLang="zh-CN" dirty="0">
              <a:solidFill>
                <a:srgbClr val="333399"/>
              </a:solidFill>
              <a:latin typeface="微软雅黑 Light" panose="020B0502040204020203" pitchFamily="34" charset="-122"/>
              <a:ea typeface="微软雅黑 Light" panose="020B0502040204020203" pitchFamily="34" charset="-122"/>
            </a:endParaRPr>
          </a:p>
        </p:txBody>
      </p:sp>
      <p:sp>
        <p:nvSpPr>
          <p:cNvPr id="609311" name="Text Box 31"/>
          <p:cNvSpPr txBox="1">
            <a:spLocks noChangeArrowheads="1"/>
          </p:cNvSpPr>
          <p:nvPr/>
        </p:nvSpPr>
        <p:spPr bwMode="auto">
          <a:xfrm>
            <a:off x="3887260" y="5067000"/>
            <a:ext cx="71205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dirty="0">
                <a:solidFill>
                  <a:srgbClr val="333399"/>
                </a:solidFill>
                <a:latin typeface="微软雅黑 Light" panose="020B0502040204020203" pitchFamily="34" charset="-122"/>
                <a:ea typeface="微软雅黑 Light" panose="020B0502040204020203" pitchFamily="34" charset="-122"/>
              </a:rPr>
              <a:t>1399</a:t>
            </a:r>
            <a:endParaRPr kumimoji="1" lang="en-US" altLang="zh-CN" dirty="0">
              <a:solidFill>
                <a:srgbClr val="333399"/>
              </a:solidFill>
              <a:latin typeface="微软雅黑 Light" panose="020B0502040204020203" pitchFamily="34" charset="-122"/>
              <a:ea typeface="微软雅黑 Light" panose="020B0502040204020203" pitchFamily="34" charset="-122"/>
            </a:endParaRPr>
          </a:p>
        </p:txBody>
      </p:sp>
      <p:sp>
        <p:nvSpPr>
          <p:cNvPr id="609312" name="Text Box 32"/>
          <p:cNvSpPr txBox="1">
            <a:spLocks noChangeArrowheads="1"/>
          </p:cNvSpPr>
          <p:nvPr/>
        </p:nvSpPr>
        <p:spPr bwMode="auto">
          <a:xfrm>
            <a:off x="8716434" y="3365201"/>
            <a:ext cx="750526" cy="40011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dirty="0">
                <a:solidFill>
                  <a:srgbClr val="333399"/>
                </a:solidFill>
                <a:latin typeface="微软雅黑 Light" panose="020B0502040204020203" pitchFamily="34" charset="-122"/>
                <a:ea typeface="微软雅黑 Light" panose="020B0502040204020203" pitchFamily="34" charset="-122"/>
              </a:rPr>
              <a:t>3799</a:t>
            </a:r>
            <a:endParaRPr kumimoji="1" lang="en-US" altLang="zh-CN" dirty="0">
              <a:solidFill>
                <a:srgbClr val="333399"/>
              </a:solidFill>
              <a:latin typeface="微软雅黑 Light" panose="020B0502040204020203" pitchFamily="34" charset="-122"/>
              <a:ea typeface="微软雅黑 Light" panose="020B0502040204020203" pitchFamily="34" charset="-122"/>
            </a:endParaRPr>
          </a:p>
        </p:txBody>
      </p:sp>
      <p:sp>
        <p:nvSpPr>
          <p:cNvPr id="609313" name="Text Box 33"/>
          <p:cNvSpPr txBox="1">
            <a:spLocks noChangeArrowheads="1"/>
          </p:cNvSpPr>
          <p:nvPr/>
        </p:nvSpPr>
        <p:spPr bwMode="auto">
          <a:xfrm>
            <a:off x="2160059" y="2468264"/>
            <a:ext cx="120015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dirty="0">
                <a:solidFill>
                  <a:srgbClr val="333399"/>
                </a:solidFill>
                <a:latin typeface="微软雅黑 Light" panose="020B0502040204020203" pitchFamily="34" charset="-122"/>
                <a:ea typeface="微软雅黑 Light" panose="020B0502040204020203" pitchFamily="34" charset="-122"/>
              </a:rPr>
              <a:t>需分片的</a:t>
            </a:r>
            <a:endParaRPr kumimoji="1" lang="zh-CN" altLang="en-US" dirty="0">
              <a:solidFill>
                <a:srgbClr val="333399"/>
              </a:solidFill>
              <a:latin typeface="微软雅黑 Light" panose="020B0502040204020203" pitchFamily="34" charset="-122"/>
              <a:ea typeface="微软雅黑 Light" panose="020B0502040204020203" pitchFamily="34" charset="-122"/>
            </a:endParaRPr>
          </a:p>
          <a:p>
            <a:pPr algn="ctr"/>
            <a:r>
              <a:rPr kumimoji="1" lang="zh-CN" altLang="en-US" dirty="0">
                <a:solidFill>
                  <a:srgbClr val="333399"/>
                </a:solidFill>
                <a:latin typeface="微软雅黑 Light" panose="020B0502040204020203" pitchFamily="34" charset="-122"/>
                <a:ea typeface="微软雅黑 Light" panose="020B0502040204020203" pitchFamily="34" charset="-122"/>
              </a:rPr>
              <a:t>数据报</a:t>
            </a:r>
            <a:endParaRPr kumimoji="1" lang="zh-CN" altLang="en-US" dirty="0">
              <a:solidFill>
                <a:srgbClr val="333399"/>
              </a:solidFill>
              <a:latin typeface="微软雅黑 Light" panose="020B0502040204020203" pitchFamily="34" charset="-122"/>
              <a:ea typeface="微软雅黑 Light" panose="020B0502040204020203" pitchFamily="34" charset="-122"/>
            </a:endParaRPr>
          </a:p>
        </p:txBody>
      </p:sp>
      <p:sp>
        <p:nvSpPr>
          <p:cNvPr id="609315" name="Text Box 35"/>
          <p:cNvSpPr txBox="1">
            <a:spLocks noChangeArrowheads="1"/>
          </p:cNvSpPr>
          <p:nvPr/>
        </p:nvSpPr>
        <p:spPr bwMode="auto">
          <a:xfrm>
            <a:off x="2431521" y="5552776"/>
            <a:ext cx="1341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dirty="0">
                <a:solidFill>
                  <a:srgbClr val="333399"/>
                </a:solidFill>
                <a:latin typeface="微软雅黑 Light" panose="020B0502040204020203" pitchFamily="34" charset="-122"/>
                <a:ea typeface="微软雅黑 Light" panose="020B0502040204020203" pitchFamily="34" charset="-122"/>
              </a:rPr>
              <a:t>数据报片</a:t>
            </a:r>
            <a:r>
              <a:rPr kumimoji="1" lang="en-US" altLang="zh-CN" dirty="0">
                <a:solidFill>
                  <a:srgbClr val="333399"/>
                </a:solidFill>
                <a:latin typeface="微软雅黑 Light" panose="020B0502040204020203" pitchFamily="34" charset="-122"/>
                <a:ea typeface="微软雅黑 Light" panose="020B0502040204020203" pitchFamily="34" charset="-122"/>
              </a:rPr>
              <a:t>1</a:t>
            </a:r>
            <a:endParaRPr kumimoji="1" lang="en-US" altLang="zh-CN" dirty="0">
              <a:solidFill>
                <a:srgbClr val="333399"/>
              </a:solidFill>
              <a:latin typeface="微软雅黑 Light" panose="020B0502040204020203" pitchFamily="34" charset="-122"/>
              <a:ea typeface="微软雅黑 Light" panose="020B0502040204020203" pitchFamily="34" charset="-122"/>
            </a:endParaRPr>
          </a:p>
        </p:txBody>
      </p:sp>
      <p:sp>
        <p:nvSpPr>
          <p:cNvPr id="609316" name="Text Box 36"/>
          <p:cNvSpPr txBox="1">
            <a:spLocks noChangeArrowheads="1"/>
          </p:cNvSpPr>
          <p:nvPr/>
        </p:nvSpPr>
        <p:spPr bwMode="auto">
          <a:xfrm>
            <a:off x="3491971" y="2682576"/>
            <a:ext cx="863600" cy="396875"/>
          </a:xfrm>
          <a:prstGeom prst="rect">
            <a:avLst/>
          </a:prstGeom>
          <a:solidFill>
            <a:srgbClr val="FF99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kumimoji="1" lang="zh-CN" altLang="en-US" dirty="0">
                <a:solidFill>
                  <a:srgbClr val="333399"/>
                </a:solidFill>
                <a:latin typeface="微软雅黑 Light" panose="020B0502040204020203" pitchFamily="34" charset="-122"/>
                <a:ea typeface="微软雅黑 Light" panose="020B0502040204020203" pitchFamily="34" charset="-122"/>
              </a:rPr>
              <a:t>首 部</a:t>
            </a:r>
            <a:endParaRPr kumimoji="1" lang="zh-CN" altLang="en-US" dirty="0">
              <a:solidFill>
                <a:srgbClr val="333399"/>
              </a:solidFill>
              <a:latin typeface="微软雅黑 Light" panose="020B0502040204020203" pitchFamily="34" charset="-122"/>
              <a:ea typeface="微软雅黑 Light" panose="020B0502040204020203" pitchFamily="34" charset="-122"/>
            </a:endParaRPr>
          </a:p>
        </p:txBody>
      </p:sp>
      <p:sp>
        <p:nvSpPr>
          <p:cNvPr id="609317" name="Line 37"/>
          <p:cNvSpPr>
            <a:spLocks noChangeShapeType="1"/>
          </p:cNvSpPr>
          <p:nvPr/>
        </p:nvSpPr>
        <p:spPr bwMode="auto">
          <a:xfrm>
            <a:off x="4361921" y="2647650"/>
            <a:ext cx="0" cy="46355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latin typeface="微软雅黑 Light" panose="020B0502040204020203" pitchFamily="34" charset="-122"/>
              <a:ea typeface="微软雅黑 Light" panose="020B0502040204020203" pitchFamily="34" charset="-122"/>
            </a:endParaRPr>
          </a:p>
        </p:txBody>
      </p:sp>
      <p:sp>
        <p:nvSpPr>
          <p:cNvPr id="609318" name="Rectangle 38"/>
          <p:cNvSpPr>
            <a:spLocks noChangeArrowheads="1"/>
          </p:cNvSpPr>
          <p:nvPr/>
        </p:nvSpPr>
        <p:spPr bwMode="auto">
          <a:xfrm>
            <a:off x="1729846" y="4349450"/>
            <a:ext cx="877888" cy="463550"/>
          </a:xfrm>
          <a:prstGeom prst="rect">
            <a:avLst/>
          </a:prstGeom>
          <a:solidFill>
            <a:schemeClr val="accent6">
              <a:lumMod val="20000"/>
              <a:lumOff val="80000"/>
            </a:schemeClr>
          </a:solidFill>
          <a:ln w="9525">
            <a:solidFill>
              <a:schemeClr val="tx1"/>
            </a:solidFill>
            <a:miter lim="800000"/>
          </a:ln>
          <a:effectLst/>
        </p:spPr>
        <p:txBody>
          <a:bodyPr wrap="none" anchor="ctr"/>
          <a:lstStyle/>
          <a:p>
            <a:pPr algn="ctr"/>
            <a:endParaRPr lang="zh-CN" altLang="zh-CN" sz="2800" dirty="0">
              <a:latin typeface="微软雅黑 Light" panose="020B0502040204020203" pitchFamily="34" charset="-122"/>
              <a:ea typeface="微软雅黑 Light" panose="020B0502040204020203" pitchFamily="34" charset="-122"/>
            </a:endParaRPr>
          </a:p>
        </p:txBody>
      </p:sp>
      <p:sp>
        <p:nvSpPr>
          <p:cNvPr id="609319" name="Line 39"/>
          <p:cNvSpPr>
            <a:spLocks noChangeShapeType="1"/>
          </p:cNvSpPr>
          <p:nvPr/>
        </p:nvSpPr>
        <p:spPr bwMode="auto">
          <a:xfrm>
            <a:off x="6119284" y="2647650"/>
            <a:ext cx="0" cy="46355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latin typeface="微软雅黑 Light" panose="020B0502040204020203" pitchFamily="34" charset="-122"/>
              <a:ea typeface="微软雅黑 Light" panose="020B0502040204020203" pitchFamily="34" charset="-122"/>
            </a:endParaRPr>
          </a:p>
        </p:txBody>
      </p:sp>
      <p:sp>
        <p:nvSpPr>
          <p:cNvPr id="609320" name="Line 40"/>
          <p:cNvSpPr>
            <a:spLocks noChangeShapeType="1"/>
          </p:cNvSpPr>
          <p:nvPr/>
        </p:nvSpPr>
        <p:spPr bwMode="auto">
          <a:xfrm>
            <a:off x="7875059" y="2647650"/>
            <a:ext cx="0" cy="46355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latin typeface="微软雅黑 Light" panose="020B0502040204020203" pitchFamily="34" charset="-122"/>
              <a:ea typeface="微软雅黑 Light" panose="020B0502040204020203" pitchFamily="34" charset="-122"/>
            </a:endParaRPr>
          </a:p>
        </p:txBody>
      </p:sp>
      <p:sp>
        <p:nvSpPr>
          <p:cNvPr id="609321" name="Line 41"/>
          <p:cNvSpPr>
            <a:spLocks noChangeShapeType="1"/>
          </p:cNvSpPr>
          <p:nvPr/>
        </p:nvSpPr>
        <p:spPr bwMode="auto">
          <a:xfrm flipV="1">
            <a:off x="2607735" y="3104850"/>
            <a:ext cx="1747837" cy="1244600"/>
          </a:xfrm>
          <a:prstGeom prst="line">
            <a:avLst/>
          </a:prstGeom>
          <a:noFill/>
          <a:ln w="9525">
            <a:solidFill>
              <a:schemeClr val="folHlink"/>
            </a:solidFill>
            <a:prstDash val="dash"/>
            <a:round/>
            <a:head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latin typeface="微软雅黑 Light" panose="020B0502040204020203" pitchFamily="34" charset="-122"/>
              <a:ea typeface="微软雅黑 Light" panose="020B0502040204020203" pitchFamily="34" charset="-122"/>
            </a:endParaRPr>
          </a:p>
        </p:txBody>
      </p:sp>
      <p:sp>
        <p:nvSpPr>
          <p:cNvPr id="609322" name="Line 42"/>
          <p:cNvSpPr>
            <a:spLocks noChangeShapeType="1"/>
          </p:cNvSpPr>
          <p:nvPr/>
        </p:nvSpPr>
        <p:spPr bwMode="auto">
          <a:xfrm flipV="1">
            <a:off x="4361921" y="3100088"/>
            <a:ext cx="1760538" cy="1249362"/>
          </a:xfrm>
          <a:prstGeom prst="line">
            <a:avLst/>
          </a:prstGeom>
          <a:noFill/>
          <a:ln w="9525">
            <a:solidFill>
              <a:schemeClr val="folHlink"/>
            </a:solidFill>
            <a:prstDash val="dash"/>
            <a:round/>
            <a:head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latin typeface="微软雅黑 Light" panose="020B0502040204020203" pitchFamily="34" charset="-122"/>
              <a:ea typeface="微软雅黑 Light" panose="020B0502040204020203" pitchFamily="34" charset="-122"/>
            </a:endParaRPr>
          </a:p>
        </p:txBody>
      </p:sp>
      <p:sp>
        <p:nvSpPr>
          <p:cNvPr id="609323" name="Rectangle 43"/>
          <p:cNvSpPr>
            <a:spLocks noChangeArrowheads="1"/>
          </p:cNvSpPr>
          <p:nvPr/>
        </p:nvSpPr>
        <p:spPr bwMode="auto">
          <a:xfrm>
            <a:off x="5681135" y="4349450"/>
            <a:ext cx="1754187" cy="463550"/>
          </a:xfrm>
          <a:prstGeom prst="rect">
            <a:avLst/>
          </a:prstGeom>
          <a:solidFill>
            <a:srgbClr val="CCE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sz="2800" dirty="0">
              <a:latin typeface="微软雅黑 Light" panose="020B0502040204020203" pitchFamily="34" charset="-122"/>
              <a:ea typeface="微软雅黑 Light" panose="020B0502040204020203" pitchFamily="34" charset="-122"/>
            </a:endParaRPr>
          </a:p>
        </p:txBody>
      </p:sp>
      <p:sp>
        <p:nvSpPr>
          <p:cNvPr id="609324" name="Line 44"/>
          <p:cNvSpPr>
            <a:spLocks noChangeShapeType="1"/>
          </p:cNvSpPr>
          <p:nvPr/>
        </p:nvSpPr>
        <p:spPr bwMode="auto">
          <a:xfrm>
            <a:off x="5855759" y="4349450"/>
            <a:ext cx="0" cy="46355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latin typeface="微软雅黑 Light" panose="020B0502040204020203" pitchFamily="34" charset="-122"/>
              <a:ea typeface="微软雅黑 Light" panose="020B0502040204020203" pitchFamily="34" charset="-122"/>
            </a:endParaRPr>
          </a:p>
        </p:txBody>
      </p:sp>
      <p:sp>
        <p:nvSpPr>
          <p:cNvPr id="609325" name="Line 45"/>
          <p:cNvSpPr>
            <a:spLocks noChangeShapeType="1"/>
          </p:cNvSpPr>
          <p:nvPr/>
        </p:nvSpPr>
        <p:spPr bwMode="auto">
          <a:xfrm>
            <a:off x="6030384" y="4349450"/>
            <a:ext cx="0" cy="46355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latin typeface="微软雅黑 Light" panose="020B0502040204020203" pitchFamily="34" charset="-122"/>
              <a:ea typeface="微软雅黑 Light" panose="020B0502040204020203" pitchFamily="34" charset="-122"/>
            </a:endParaRPr>
          </a:p>
        </p:txBody>
      </p:sp>
      <p:sp>
        <p:nvSpPr>
          <p:cNvPr id="609326" name="Line 46"/>
          <p:cNvSpPr>
            <a:spLocks noChangeShapeType="1"/>
          </p:cNvSpPr>
          <p:nvPr/>
        </p:nvSpPr>
        <p:spPr bwMode="auto">
          <a:xfrm>
            <a:off x="6206596" y="4349450"/>
            <a:ext cx="0" cy="46355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latin typeface="微软雅黑 Light" panose="020B0502040204020203" pitchFamily="34" charset="-122"/>
              <a:ea typeface="微软雅黑 Light" panose="020B0502040204020203" pitchFamily="34" charset="-122"/>
            </a:endParaRPr>
          </a:p>
        </p:txBody>
      </p:sp>
      <p:sp>
        <p:nvSpPr>
          <p:cNvPr id="609327" name="Line 47"/>
          <p:cNvSpPr>
            <a:spLocks noChangeShapeType="1"/>
          </p:cNvSpPr>
          <p:nvPr/>
        </p:nvSpPr>
        <p:spPr bwMode="auto">
          <a:xfrm>
            <a:off x="7259109" y="4349450"/>
            <a:ext cx="0" cy="46355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latin typeface="微软雅黑 Light" panose="020B0502040204020203" pitchFamily="34" charset="-122"/>
              <a:ea typeface="微软雅黑 Light" panose="020B0502040204020203" pitchFamily="34" charset="-122"/>
            </a:endParaRPr>
          </a:p>
        </p:txBody>
      </p:sp>
      <p:sp>
        <p:nvSpPr>
          <p:cNvPr id="609328" name="Rectangle 48"/>
          <p:cNvSpPr>
            <a:spLocks noChangeArrowheads="1"/>
          </p:cNvSpPr>
          <p:nvPr/>
        </p:nvSpPr>
        <p:spPr bwMode="auto">
          <a:xfrm>
            <a:off x="4803246" y="4349450"/>
            <a:ext cx="877888" cy="463550"/>
          </a:xfrm>
          <a:prstGeom prst="rect">
            <a:avLst/>
          </a:prstGeom>
          <a:solidFill>
            <a:schemeClr val="accent6">
              <a:lumMod val="20000"/>
              <a:lumOff val="80000"/>
            </a:schemeClr>
          </a:solidFill>
          <a:ln w="9525">
            <a:solidFill>
              <a:schemeClr val="tx1"/>
            </a:solidFill>
            <a:miter lim="800000"/>
          </a:ln>
          <a:effectLst/>
        </p:spPr>
        <p:txBody>
          <a:bodyPr wrap="none" anchor="ctr"/>
          <a:lstStyle/>
          <a:p>
            <a:pPr algn="ctr"/>
            <a:endParaRPr lang="zh-CN" altLang="zh-CN" sz="2800" dirty="0">
              <a:latin typeface="微软雅黑 Light" panose="020B0502040204020203" pitchFamily="34" charset="-122"/>
              <a:ea typeface="微软雅黑 Light" panose="020B0502040204020203" pitchFamily="34" charset="-122"/>
            </a:endParaRPr>
          </a:p>
        </p:txBody>
      </p:sp>
      <p:sp>
        <p:nvSpPr>
          <p:cNvPr id="609329" name="Line 49"/>
          <p:cNvSpPr>
            <a:spLocks noChangeShapeType="1"/>
          </p:cNvSpPr>
          <p:nvPr/>
        </p:nvSpPr>
        <p:spPr bwMode="auto">
          <a:xfrm flipV="1">
            <a:off x="5681134" y="3111200"/>
            <a:ext cx="436562" cy="1238250"/>
          </a:xfrm>
          <a:prstGeom prst="line">
            <a:avLst/>
          </a:prstGeom>
          <a:noFill/>
          <a:ln w="9525">
            <a:solidFill>
              <a:schemeClr val="folHlink"/>
            </a:solidFill>
            <a:prstDash val="dash"/>
            <a:round/>
            <a:head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latin typeface="微软雅黑 Light" panose="020B0502040204020203" pitchFamily="34" charset="-122"/>
              <a:ea typeface="微软雅黑 Light" panose="020B0502040204020203" pitchFamily="34" charset="-122"/>
            </a:endParaRPr>
          </a:p>
        </p:txBody>
      </p:sp>
      <p:sp>
        <p:nvSpPr>
          <p:cNvPr id="609330" name="Line 50"/>
          <p:cNvSpPr>
            <a:spLocks noChangeShapeType="1"/>
          </p:cNvSpPr>
          <p:nvPr/>
        </p:nvSpPr>
        <p:spPr bwMode="auto">
          <a:xfrm flipV="1">
            <a:off x="7435322" y="3103264"/>
            <a:ext cx="430213" cy="1246187"/>
          </a:xfrm>
          <a:prstGeom prst="line">
            <a:avLst/>
          </a:prstGeom>
          <a:noFill/>
          <a:ln w="9525">
            <a:solidFill>
              <a:schemeClr val="folHlink"/>
            </a:solidFill>
            <a:prstDash val="dash"/>
            <a:round/>
            <a:head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latin typeface="微软雅黑 Light" panose="020B0502040204020203" pitchFamily="34" charset="-122"/>
              <a:ea typeface="微软雅黑 Light" panose="020B0502040204020203" pitchFamily="34" charset="-122"/>
            </a:endParaRPr>
          </a:p>
        </p:txBody>
      </p:sp>
      <p:sp>
        <p:nvSpPr>
          <p:cNvPr id="609331" name="Rectangle 51"/>
          <p:cNvSpPr>
            <a:spLocks noChangeArrowheads="1"/>
          </p:cNvSpPr>
          <p:nvPr/>
        </p:nvSpPr>
        <p:spPr bwMode="auto">
          <a:xfrm>
            <a:off x="8840260" y="4349450"/>
            <a:ext cx="1317625" cy="463550"/>
          </a:xfrm>
          <a:prstGeom prst="rect">
            <a:avLst/>
          </a:prstGeom>
          <a:solidFill>
            <a:srgbClr val="CCE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sz="2800" dirty="0">
              <a:latin typeface="微软雅黑 Light" panose="020B0502040204020203" pitchFamily="34" charset="-122"/>
              <a:ea typeface="微软雅黑 Light" panose="020B0502040204020203" pitchFamily="34" charset="-122"/>
            </a:endParaRPr>
          </a:p>
        </p:txBody>
      </p:sp>
      <p:sp>
        <p:nvSpPr>
          <p:cNvPr id="609332" name="Line 52"/>
          <p:cNvSpPr>
            <a:spLocks noChangeShapeType="1"/>
          </p:cNvSpPr>
          <p:nvPr/>
        </p:nvSpPr>
        <p:spPr bwMode="auto">
          <a:xfrm>
            <a:off x="9016471" y="4349450"/>
            <a:ext cx="0" cy="46355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latin typeface="微软雅黑 Light" panose="020B0502040204020203" pitchFamily="34" charset="-122"/>
              <a:ea typeface="微软雅黑 Light" panose="020B0502040204020203" pitchFamily="34" charset="-122"/>
            </a:endParaRPr>
          </a:p>
        </p:txBody>
      </p:sp>
      <p:sp>
        <p:nvSpPr>
          <p:cNvPr id="609333" name="Line 53"/>
          <p:cNvSpPr>
            <a:spLocks noChangeShapeType="1"/>
          </p:cNvSpPr>
          <p:nvPr/>
        </p:nvSpPr>
        <p:spPr bwMode="auto">
          <a:xfrm>
            <a:off x="9192684" y="4349450"/>
            <a:ext cx="0" cy="46355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latin typeface="微软雅黑 Light" panose="020B0502040204020203" pitchFamily="34" charset="-122"/>
              <a:ea typeface="微软雅黑 Light" panose="020B0502040204020203" pitchFamily="34" charset="-122"/>
            </a:endParaRPr>
          </a:p>
        </p:txBody>
      </p:sp>
      <p:sp>
        <p:nvSpPr>
          <p:cNvPr id="609334" name="Line 54"/>
          <p:cNvSpPr>
            <a:spLocks noChangeShapeType="1"/>
          </p:cNvSpPr>
          <p:nvPr/>
        </p:nvSpPr>
        <p:spPr bwMode="auto">
          <a:xfrm>
            <a:off x="9368896" y="4349450"/>
            <a:ext cx="0" cy="46355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latin typeface="微软雅黑 Light" panose="020B0502040204020203" pitchFamily="34" charset="-122"/>
              <a:ea typeface="微软雅黑 Light" panose="020B0502040204020203" pitchFamily="34" charset="-122"/>
            </a:endParaRPr>
          </a:p>
        </p:txBody>
      </p:sp>
      <p:sp>
        <p:nvSpPr>
          <p:cNvPr id="609335" name="Line 55"/>
          <p:cNvSpPr>
            <a:spLocks noChangeShapeType="1"/>
          </p:cNvSpPr>
          <p:nvPr/>
        </p:nvSpPr>
        <p:spPr bwMode="auto">
          <a:xfrm>
            <a:off x="9983259" y="4349450"/>
            <a:ext cx="0" cy="46355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latin typeface="微软雅黑 Light" panose="020B0502040204020203" pitchFamily="34" charset="-122"/>
              <a:ea typeface="微软雅黑 Light" panose="020B0502040204020203" pitchFamily="34" charset="-122"/>
            </a:endParaRPr>
          </a:p>
        </p:txBody>
      </p:sp>
      <p:sp>
        <p:nvSpPr>
          <p:cNvPr id="609336" name="Rectangle 56"/>
          <p:cNvSpPr>
            <a:spLocks noChangeArrowheads="1"/>
          </p:cNvSpPr>
          <p:nvPr/>
        </p:nvSpPr>
        <p:spPr bwMode="auto">
          <a:xfrm>
            <a:off x="7963959" y="4349450"/>
            <a:ext cx="876300" cy="463550"/>
          </a:xfrm>
          <a:prstGeom prst="rect">
            <a:avLst/>
          </a:prstGeom>
          <a:solidFill>
            <a:schemeClr val="accent6">
              <a:lumMod val="20000"/>
              <a:lumOff val="80000"/>
            </a:schemeClr>
          </a:solidFill>
          <a:ln w="9525">
            <a:solidFill>
              <a:schemeClr val="tx1"/>
            </a:solidFill>
            <a:miter lim="800000"/>
          </a:ln>
          <a:effectLst/>
        </p:spPr>
        <p:txBody>
          <a:bodyPr wrap="none" anchor="ctr"/>
          <a:lstStyle/>
          <a:p>
            <a:pPr algn="ctr"/>
            <a:endParaRPr lang="zh-CN" altLang="zh-CN" sz="2800" dirty="0">
              <a:latin typeface="微软雅黑 Light" panose="020B0502040204020203" pitchFamily="34" charset="-122"/>
              <a:ea typeface="微软雅黑 Light" panose="020B0502040204020203" pitchFamily="34" charset="-122"/>
            </a:endParaRPr>
          </a:p>
        </p:txBody>
      </p:sp>
      <p:sp>
        <p:nvSpPr>
          <p:cNvPr id="609337" name="Line 57"/>
          <p:cNvSpPr>
            <a:spLocks noChangeShapeType="1"/>
          </p:cNvSpPr>
          <p:nvPr/>
        </p:nvSpPr>
        <p:spPr bwMode="auto">
          <a:xfrm flipH="1" flipV="1">
            <a:off x="9192684" y="3112788"/>
            <a:ext cx="965200" cy="1236662"/>
          </a:xfrm>
          <a:prstGeom prst="line">
            <a:avLst/>
          </a:prstGeom>
          <a:noFill/>
          <a:ln w="9525">
            <a:solidFill>
              <a:schemeClr val="folHlink"/>
            </a:solidFill>
            <a:prstDash val="dash"/>
            <a:round/>
            <a:head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latin typeface="微软雅黑 Light" panose="020B0502040204020203" pitchFamily="34" charset="-122"/>
              <a:ea typeface="微软雅黑 Light" panose="020B0502040204020203" pitchFamily="34" charset="-122"/>
            </a:endParaRPr>
          </a:p>
        </p:txBody>
      </p:sp>
      <p:sp>
        <p:nvSpPr>
          <p:cNvPr id="609338" name="Line 58"/>
          <p:cNvSpPr>
            <a:spLocks noChangeShapeType="1"/>
          </p:cNvSpPr>
          <p:nvPr/>
        </p:nvSpPr>
        <p:spPr bwMode="auto">
          <a:xfrm flipH="1" flipV="1">
            <a:off x="7870297" y="3098500"/>
            <a:ext cx="969963" cy="1250950"/>
          </a:xfrm>
          <a:prstGeom prst="line">
            <a:avLst/>
          </a:prstGeom>
          <a:noFill/>
          <a:ln w="9525">
            <a:solidFill>
              <a:schemeClr val="folHlink"/>
            </a:solidFill>
            <a:prstDash val="dash"/>
            <a:round/>
            <a:head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latin typeface="微软雅黑 Light" panose="020B0502040204020203" pitchFamily="34" charset="-122"/>
              <a:ea typeface="微软雅黑 Light" panose="020B0502040204020203" pitchFamily="34" charset="-122"/>
            </a:endParaRPr>
          </a:p>
        </p:txBody>
      </p:sp>
      <p:sp>
        <p:nvSpPr>
          <p:cNvPr id="609339" name="Line 59"/>
          <p:cNvSpPr>
            <a:spLocks noChangeShapeType="1"/>
          </p:cNvSpPr>
          <p:nvPr/>
        </p:nvSpPr>
        <p:spPr bwMode="auto">
          <a:xfrm>
            <a:off x="4346047" y="2422225"/>
            <a:ext cx="4829175" cy="0"/>
          </a:xfrm>
          <a:prstGeom prst="line">
            <a:avLst/>
          </a:prstGeom>
          <a:noFill/>
          <a:ln w="9525">
            <a:solidFill>
              <a:schemeClr val="tx1"/>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latin typeface="微软雅黑 Light" panose="020B0502040204020203" pitchFamily="34" charset="-122"/>
              <a:ea typeface="微软雅黑 Light" panose="020B0502040204020203" pitchFamily="34" charset="-122"/>
            </a:endParaRPr>
          </a:p>
        </p:txBody>
      </p:sp>
      <p:sp>
        <p:nvSpPr>
          <p:cNvPr id="609340" name="Text Box 60"/>
          <p:cNvSpPr txBox="1">
            <a:spLocks noChangeArrowheads="1"/>
          </p:cNvSpPr>
          <p:nvPr/>
        </p:nvSpPr>
        <p:spPr bwMode="auto">
          <a:xfrm>
            <a:off x="5242984" y="2215851"/>
            <a:ext cx="2701381" cy="40011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dirty="0">
                <a:solidFill>
                  <a:srgbClr val="333399"/>
                </a:solidFill>
                <a:latin typeface="微软雅黑 Light" panose="020B0502040204020203" pitchFamily="34" charset="-122"/>
                <a:ea typeface="微软雅黑 Light" panose="020B0502040204020203" pitchFamily="34" charset="-122"/>
              </a:rPr>
              <a:t>数据部分共 </a:t>
            </a:r>
            <a:r>
              <a:rPr kumimoji="1" lang="en-US" altLang="zh-CN" dirty="0">
                <a:solidFill>
                  <a:srgbClr val="333399"/>
                </a:solidFill>
                <a:latin typeface="微软雅黑 Light" panose="020B0502040204020203" pitchFamily="34" charset="-122"/>
                <a:ea typeface="微软雅黑 Light" panose="020B0502040204020203" pitchFamily="34" charset="-122"/>
              </a:rPr>
              <a:t>3800 </a:t>
            </a:r>
            <a:r>
              <a:rPr kumimoji="1" lang="zh-CN" altLang="en-US" dirty="0">
                <a:solidFill>
                  <a:srgbClr val="333399"/>
                </a:solidFill>
                <a:latin typeface="微软雅黑 Light" panose="020B0502040204020203" pitchFamily="34" charset="-122"/>
                <a:ea typeface="微软雅黑 Light" panose="020B0502040204020203" pitchFamily="34" charset="-122"/>
              </a:rPr>
              <a:t>字节</a:t>
            </a:r>
            <a:endParaRPr kumimoji="1" lang="zh-CN" altLang="en-US" dirty="0">
              <a:solidFill>
                <a:srgbClr val="333399"/>
              </a:solidFill>
              <a:latin typeface="微软雅黑 Light" panose="020B0502040204020203" pitchFamily="34" charset="-122"/>
              <a:ea typeface="微软雅黑 Light" panose="020B0502040204020203" pitchFamily="34" charset="-122"/>
            </a:endParaRPr>
          </a:p>
        </p:txBody>
      </p:sp>
      <p:sp>
        <p:nvSpPr>
          <p:cNvPr id="609341" name="Text Box 61"/>
          <p:cNvSpPr txBox="1">
            <a:spLocks noChangeArrowheads="1"/>
          </p:cNvSpPr>
          <p:nvPr/>
        </p:nvSpPr>
        <p:spPr bwMode="auto">
          <a:xfrm>
            <a:off x="1729847" y="4349450"/>
            <a:ext cx="87235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dirty="0">
                <a:solidFill>
                  <a:srgbClr val="333399"/>
                </a:solidFill>
                <a:latin typeface="微软雅黑 Light" panose="020B0502040204020203" pitchFamily="34" charset="-122"/>
                <a:ea typeface="微软雅黑 Light" panose="020B0502040204020203" pitchFamily="34" charset="-122"/>
              </a:rPr>
              <a:t>首部 </a:t>
            </a:r>
            <a:r>
              <a:rPr kumimoji="1" lang="en-US" altLang="zh-CN" dirty="0">
                <a:solidFill>
                  <a:srgbClr val="333399"/>
                </a:solidFill>
                <a:latin typeface="微软雅黑 Light" panose="020B0502040204020203" pitchFamily="34" charset="-122"/>
                <a:ea typeface="微软雅黑 Light" panose="020B0502040204020203" pitchFamily="34" charset="-122"/>
              </a:rPr>
              <a:t>1</a:t>
            </a:r>
            <a:endParaRPr kumimoji="1" lang="en-US" altLang="zh-CN" dirty="0">
              <a:solidFill>
                <a:srgbClr val="333399"/>
              </a:solidFill>
              <a:latin typeface="微软雅黑 Light" panose="020B0502040204020203" pitchFamily="34" charset="-122"/>
              <a:ea typeface="微软雅黑 Light" panose="020B0502040204020203" pitchFamily="34" charset="-122"/>
            </a:endParaRPr>
          </a:p>
        </p:txBody>
      </p:sp>
      <p:sp>
        <p:nvSpPr>
          <p:cNvPr id="609342" name="Text Box 62"/>
          <p:cNvSpPr txBox="1">
            <a:spLocks noChangeArrowheads="1"/>
          </p:cNvSpPr>
          <p:nvPr/>
        </p:nvSpPr>
        <p:spPr bwMode="auto">
          <a:xfrm>
            <a:off x="4773085" y="4349450"/>
            <a:ext cx="91082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dirty="0">
                <a:solidFill>
                  <a:srgbClr val="333399"/>
                </a:solidFill>
                <a:latin typeface="微软雅黑 Light" panose="020B0502040204020203" pitchFamily="34" charset="-122"/>
                <a:ea typeface="微软雅黑 Light" panose="020B0502040204020203" pitchFamily="34" charset="-122"/>
              </a:rPr>
              <a:t>首部 </a:t>
            </a:r>
            <a:r>
              <a:rPr kumimoji="1" lang="en-US" altLang="zh-CN" dirty="0">
                <a:solidFill>
                  <a:srgbClr val="333399"/>
                </a:solidFill>
                <a:latin typeface="微软雅黑 Light" panose="020B0502040204020203" pitchFamily="34" charset="-122"/>
                <a:ea typeface="微软雅黑 Light" panose="020B0502040204020203" pitchFamily="34" charset="-122"/>
              </a:rPr>
              <a:t>2</a:t>
            </a:r>
            <a:endParaRPr kumimoji="1" lang="en-US" altLang="zh-CN" dirty="0">
              <a:solidFill>
                <a:srgbClr val="333399"/>
              </a:solidFill>
              <a:latin typeface="微软雅黑 Light" panose="020B0502040204020203" pitchFamily="34" charset="-122"/>
              <a:ea typeface="微软雅黑 Light" panose="020B0502040204020203" pitchFamily="34" charset="-122"/>
            </a:endParaRPr>
          </a:p>
        </p:txBody>
      </p:sp>
      <p:sp>
        <p:nvSpPr>
          <p:cNvPr id="609343" name="Text Box 63"/>
          <p:cNvSpPr txBox="1">
            <a:spLocks noChangeArrowheads="1"/>
          </p:cNvSpPr>
          <p:nvPr/>
        </p:nvSpPr>
        <p:spPr bwMode="auto">
          <a:xfrm>
            <a:off x="7933797" y="4349450"/>
            <a:ext cx="91082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dirty="0">
                <a:solidFill>
                  <a:srgbClr val="333399"/>
                </a:solidFill>
                <a:latin typeface="微软雅黑 Light" panose="020B0502040204020203" pitchFamily="34" charset="-122"/>
                <a:ea typeface="微软雅黑 Light" panose="020B0502040204020203" pitchFamily="34" charset="-122"/>
              </a:rPr>
              <a:t>首部 </a:t>
            </a:r>
            <a:r>
              <a:rPr kumimoji="1" lang="en-US" altLang="zh-CN" dirty="0">
                <a:solidFill>
                  <a:srgbClr val="333399"/>
                </a:solidFill>
                <a:latin typeface="微软雅黑 Light" panose="020B0502040204020203" pitchFamily="34" charset="-122"/>
                <a:ea typeface="微软雅黑 Light" panose="020B0502040204020203" pitchFamily="34" charset="-122"/>
              </a:rPr>
              <a:t>3</a:t>
            </a:r>
            <a:endParaRPr kumimoji="1" lang="en-US" altLang="zh-CN" dirty="0">
              <a:solidFill>
                <a:srgbClr val="333399"/>
              </a:solidFill>
              <a:latin typeface="微软雅黑 Light" panose="020B0502040204020203" pitchFamily="34" charset="-122"/>
              <a:ea typeface="微软雅黑 Light" panose="020B0502040204020203" pitchFamily="34" charset="-122"/>
            </a:endParaRPr>
          </a:p>
        </p:txBody>
      </p:sp>
      <p:sp>
        <p:nvSpPr>
          <p:cNvPr id="609344" name="Line 64"/>
          <p:cNvSpPr>
            <a:spLocks noChangeShapeType="1"/>
          </p:cNvSpPr>
          <p:nvPr/>
        </p:nvSpPr>
        <p:spPr bwMode="auto">
          <a:xfrm flipV="1">
            <a:off x="2690284" y="4813000"/>
            <a:ext cx="0" cy="369888"/>
          </a:xfrm>
          <a:prstGeom prst="line">
            <a:avLst/>
          </a:prstGeom>
          <a:noFill/>
          <a:ln w="9525">
            <a:solidFill>
              <a:schemeClr val="tx1"/>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latin typeface="微软雅黑 Light" panose="020B0502040204020203" pitchFamily="34" charset="-122"/>
              <a:ea typeface="微软雅黑 Light" panose="020B0502040204020203" pitchFamily="34" charset="-122"/>
            </a:endParaRPr>
          </a:p>
        </p:txBody>
      </p:sp>
      <p:sp>
        <p:nvSpPr>
          <p:cNvPr id="609345" name="Text Box 65"/>
          <p:cNvSpPr txBox="1">
            <a:spLocks noChangeArrowheads="1"/>
          </p:cNvSpPr>
          <p:nvPr/>
        </p:nvSpPr>
        <p:spPr bwMode="auto">
          <a:xfrm>
            <a:off x="1933046" y="5106689"/>
            <a:ext cx="91563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dirty="0">
                <a:solidFill>
                  <a:srgbClr val="333399"/>
                </a:solidFill>
                <a:latin typeface="微软雅黑 Light" panose="020B0502040204020203" pitchFamily="34" charset="-122"/>
                <a:ea typeface="微软雅黑 Light" panose="020B0502040204020203" pitchFamily="34" charset="-122"/>
              </a:rPr>
              <a:t>字节 </a:t>
            </a:r>
            <a:r>
              <a:rPr kumimoji="1" lang="en-US" altLang="zh-CN" dirty="0">
                <a:solidFill>
                  <a:srgbClr val="333399"/>
                </a:solidFill>
                <a:latin typeface="微软雅黑 Light" panose="020B0502040204020203" pitchFamily="34" charset="-122"/>
                <a:ea typeface="微软雅黑 Light" panose="020B0502040204020203" pitchFamily="34" charset="-122"/>
              </a:rPr>
              <a:t>0</a:t>
            </a:r>
            <a:endParaRPr kumimoji="1" lang="en-US" altLang="zh-CN" dirty="0">
              <a:solidFill>
                <a:srgbClr val="333399"/>
              </a:solidFill>
              <a:latin typeface="微软雅黑 Light" panose="020B0502040204020203" pitchFamily="34" charset="-122"/>
              <a:ea typeface="微软雅黑 Light" panose="020B0502040204020203" pitchFamily="34" charset="-122"/>
            </a:endParaRPr>
          </a:p>
        </p:txBody>
      </p:sp>
      <p:sp>
        <p:nvSpPr>
          <p:cNvPr id="609346" name="Text Box 66"/>
          <p:cNvSpPr txBox="1">
            <a:spLocks noChangeArrowheads="1"/>
          </p:cNvSpPr>
          <p:nvPr/>
        </p:nvSpPr>
        <p:spPr bwMode="auto">
          <a:xfrm>
            <a:off x="5444596" y="5548014"/>
            <a:ext cx="1341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dirty="0">
                <a:solidFill>
                  <a:srgbClr val="333399"/>
                </a:solidFill>
                <a:latin typeface="微软雅黑 Light" panose="020B0502040204020203" pitchFamily="34" charset="-122"/>
                <a:ea typeface="微软雅黑 Light" panose="020B0502040204020203" pitchFamily="34" charset="-122"/>
              </a:rPr>
              <a:t>数据报片</a:t>
            </a:r>
            <a:r>
              <a:rPr kumimoji="1" lang="en-US" altLang="zh-CN" dirty="0">
                <a:solidFill>
                  <a:srgbClr val="333399"/>
                </a:solidFill>
                <a:latin typeface="微软雅黑 Light" panose="020B0502040204020203" pitchFamily="34" charset="-122"/>
                <a:ea typeface="微软雅黑 Light" panose="020B0502040204020203" pitchFamily="34" charset="-122"/>
              </a:rPr>
              <a:t>2</a:t>
            </a:r>
            <a:endParaRPr kumimoji="1" lang="en-US" altLang="zh-CN" dirty="0">
              <a:solidFill>
                <a:srgbClr val="333399"/>
              </a:solidFill>
              <a:latin typeface="微软雅黑 Light" panose="020B0502040204020203" pitchFamily="34" charset="-122"/>
              <a:ea typeface="微软雅黑 Light" panose="020B0502040204020203" pitchFamily="34" charset="-122"/>
            </a:endParaRPr>
          </a:p>
        </p:txBody>
      </p:sp>
      <p:sp>
        <p:nvSpPr>
          <p:cNvPr id="609347" name="Text Box 67"/>
          <p:cNvSpPr txBox="1">
            <a:spLocks noChangeArrowheads="1"/>
          </p:cNvSpPr>
          <p:nvPr/>
        </p:nvSpPr>
        <p:spPr bwMode="auto">
          <a:xfrm>
            <a:off x="8343371" y="5548014"/>
            <a:ext cx="1341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dirty="0">
                <a:solidFill>
                  <a:srgbClr val="333399"/>
                </a:solidFill>
                <a:latin typeface="微软雅黑 Light" panose="020B0502040204020203" pitchFamily="34" charset="-122"/>
                <a:ea typeface="微软雅黑 Light" panose="020B0502040204020203" pitchFamily="34" charset="-122"/>
              </a:rPr>
              <a:t>数据报片</a:t>
            </a:r>
            <a:r>
              <a:rPr kumimoji="1" lang="en-US" altLang="zh-CN" dirty="0">
                <a:solidFill>
                  <a:srgbClr val="333399"/>
                </a:solidFill>
                <a:latin typeface="微软雅黑 Light" panose="020B0502040204020203" pitchFamily="34" charset="-122"/>
                <a:ea typeface="微软雅黑 Light" panose="020B0502040204020203" pitchFamily="34" charset="-122"/>
              </a:rPr>
              <a:t>3</a:t>
            </a:r>
            <a:endParaRPr kumimoji="1" lang="en-US" altLang="zh-CN" dirty="0">
              <a:solidFill>
                <a:srgbClr val="333399"/>
              </a:solidFill>
              <a:latin typeface="微软雅黑 Light" panose="020B0502040204020203" pitchFamily="34" charset="-122"/>
              <a:ea typeface="微软雅黑 Light" panose="020B0502040204020203" pitchFamily="34" charset="-122"/>
            </a:endParaRPr>
          </a:p>
        </p:txBody>
      </p:sp>
      <p:sp>
        <p:nvSpPr>
          <p:cNvPr id="609348" name="Line 68"/>
          <p:cNvSpPr>
            <a:spLocks noChangeShapeType="1"/>
          </p:cNvSpPr>
          <p:nvPr/>
        </p:nvSpPr>
        <p:spPr bwMode="auto">
          <a:xfrm flipV="1">
            <a:off x="6190721" y="3111200"/>
            <a:ext cx="0" cy="369888"/>
          </a:xfrm>
          <a:prstGeom prst="line">
            <a:avLst/>
          </a:prstGeom>
          <a:noFill/>
          <a:ln w="9525">
            <a:solidFill>
              <a:schemeClr val="tx1"/>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latin typeface="微软雅黑 Light" panose="020B0502040204020203" pitchFamily="34" charset="-122"/>
              <a:ea typeface="微软雅黑 Light" panose="020B0502040204020203" pitchFamily="34" charset="-122"/>
            </a:endParaRPr>
          </a:p>
        </p:txBody>
      </p:sp>
      <p:sp>
        <p:nvSpPr>
          <p:cNvPr id="609349" name="Text Box 69"/>
          <p:cNvSpPr txBox="1">
            <a:spLocks noChangeArrowheads="1"/>
          </p:cNvSpPr>
          <p:nvPr/>
        </p:nvSpPr>
        <p:spPr bwMode="auto">
          <a:xfrm>
            <a:off x="5803372" y="3384250"/>
            <a:ext cx="716863" cy="40011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dirty="0">
                <a:solidFill>
                  <a:srgbClr val="333399"/>
                </a:solidFill>
                <a:latin typeface="微软雅黑 Light" panose="020B0502040204020203" pitchFamily="34" charset="-122"/>
                <a:ea typeface="微软雅黑 Light" panose="020B0502040204020203" pitchFamily="34" charset="-122"/>
              </a:rPr>
              <a:t>1400</a:t>
            </a:r>
            <a:endParaRPr kumimoji="1" lang="en-US" altLang="zh-CN" dirty="0">
              <a:solidFill>
                <a:srgbClr val="333399"/>
              </a:solidFill>
              <a:latin typeface="微软雅黑 Light" panose="020B0502040204020203" pitchFamily="34" charset="-122"/>
              <a:ea typeface="微软雅黑 Light" panose="020B0502040204020203" pitchFamily="34" charset="-122"/>
            </a:endParaRPr>
          </a:p>
        </p:txBody>
      </p:sp>
      <p:sp>
        <p:nvSpPr>
          <p:cNvPr id="609350" name="Line 70"/>
          <p:cNvSpPr>
            <a:spLocks noChangeShapeType="1"/>
          </p:cNvSpPr>
          <p:nvPr/>
        </p:nvSpPr>
        <p:spPr bwMode="auto">
          <a:xfrm flipV="1">
            <a:off x="7948084" y="3111200"/>
            <a:ext cx="0" cy="369888"/>
          </a:xfrm>
          <a:prstGeom prst="line">
            <a:avLst/>
          </a:prstGeom>
          <a:noFill/>
          <a:ln w="9525">
            <a:solidFill>
              <a:schemeClr val="tx1"/>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latin typeface="微软雅黑 Light" panose="020B0502040204020203" pitchFamily="34" charset="-122"/>
              <a:ea typeface="微软雅黑 Light" panose="020B0502040204020203" pitchFamily="34" charset="-122"/>
            </a:endParaRPr>
          </a:p>
        </p:txBody>
      </p:sp>
      <p:sp>
        <p:nvSpPr>
          <p:cNvPr id="609351" name="Text Box 71"/>
          <p:cNvSpPr txBox="1">
            <a:spLocks noChangeArrowheads="1"/>
          </p:cNvSpPr>
          <p:nvPr/>
        </p:nvSpPr>
        <p:spPr bwMode="auto">
          <a:xfrm>
            <a:off x="7575022" y="3384250"/>
            <a:ext cx="755335" cy="40011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dirty="0">
                <a:solidFill>
                  <a:srgbClr val="333399"/>
                </a:solidFill>
                <a:latin typeface="微软雅黑 Light" panose="020B0502040204020203" pitchFamily="34" charset="-122"/>
                <a:ea typeface="微软雅黑 Light" panose="020B0502040204020203" pitchFamily="34" charset="-122"/>
              </a:rPr>
              <a:t>2800</a:t>
            </a:r>
            <a:endParaRPr kumimoji="1" lang="en-US" altLang="zh-CN" dirty="0">
              <a:solidFill>
                <a:srgbClr val="333399"/>
              </a:solidFill>
              <a:latin typeface="微软雅黑 Light" panose="020B0502040204020203" pitchFamily="34" charset="-122"/>
              <a:ea typeface="微软雅黑 Light" panose="020B0502040204020203" pitchFamily="34" charset="-122"/>
            </a:endParaRPr>
          </a:p>
        </p:txBody>
      </p:sp>
      <p:sp>
        <p:nvSpPr>
          <p:cNvPr id="609352" name="Line 72"/>
          <p:cNvSpPr>
            <a:spLocks noChangeShapeType="1"/>
          </p:cNvSpPr>
          <p:nvPr/>
        </p:nvSpPr>
        <p:spPr bwMode="auto">
          <a:xfrm>
            <a:off x="8049684" y="2647650"/>
            <a:ext cx="0" cy="46355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latin typeface="微软雅黑 Light" panose="020B0502040204020203" pitchFamily="34" charset="-122"/>
              <a:ea typeface="微软雅黑 Light" panose="020B0502040204020203" pitchFamily="34" charset="-122"/>
            </a:endParaRPr>
          </a:p>
        </p:txBody>
      </p:sp>
      <p:sp>
        <p:nvSpPr>
          <p:cNvPr id="609353" name="Line 73"/>
          <p:cNvSpPr>
            <a:spLocks noChangeShapeType="1"/>
          </p:cNvSpPr>
          <p:nvPr/>
        </p:nvSpPr>
        <p:spPr bwMode="auto">
          <a:xfrm>
            <a:off x="6295496" y="2647650"/>
            <a:ext cx="0" cy="46355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latin typeface="微软雅黑 Light" panose="020B0502040204020203" pitchFamily="34" charset="-122"/>
              <a:ea typeface="微软雅黑 Light" panose="020B0502040204020203" pitchFamily="34" charset="-122"/>
            </a:endParaRPr>
          </a:p>
        </p:txBody>
      </p:sp>
      <p:sp>
        <p:nvSpPr>
          <p:cNvPr id="609354" name="Text Box 74"/>
          <p:cNvSpPr txBox="1">
            <a:spLocks noChangeArrowheads="1"/>
          </p:cNvSpPr>
          <p:nvPr/>
        </p:nvSpPr>
        <p:spPr bwMode="auto">
          <a:xfrm>
            <a:off x="3690410" y="3404888"/>
            <a:ext cx="910827" cy="40011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dirty="0">
                <a:solidFill>
                  <a:srgbClr val="333399"/>
                </a:solidFill>
                <a:latin typeface="微软雅黑 Light" panose="020B0502040204020203" pitchFamily="34" charset="-122"/>
                <a:ea typeface="微软雅黑 Light" panose="020B0502040204020203" pitchFamily="34" charset="-122"/>
              </a:rPr>
              <a:t>字节 </a:t>
            </a:r>
            <a:r>
              <a:rPr kumimoji="1" lang="en-US" altLang="zh-CN" dirty="0">
                <a:solidFill>
                  <a:srgbClr val="333399"/>
                </a:solidFill>
                <a:latin typeface="微软雅黑 Light" panose="020B0502040204020203" pitchFamily="34" charset="-122"/>
                <a:ea typeface="微软雅黑 Light" panose="020B0502040204020203" pitchFamily="34" charset="-122"/>
              </a:rPr>
              <a:t>0</a:t>
            </a:r>
            <a:endParaRPr kumimoji="1" lang="en-US" altLang="zh-CN" dirty="0">
              <a:solidFill>
                <a:srgbClr val="333399"/>
              </a:solidFill>
              <a:latin typeface="微软雅黑 Light" panose="020B0502040204020203" pitchFamily="34" charset="-122"/>
              <a:ea typeface="微软雅黑 Light" panose="020B0502040204020203" pitchFamily="34" charset="-122"/>
            </a:endParaRPr>
          </a:p>
        </p:txBody>
      </p:sp>
    </p:spTree>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1392" name="Picture 64" descr="ANd9GcRpGBGwZuDO2Fn3NcVHNPob0LgKsrS-cerhTAG_exqzIxqzbJzbHw"/>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983432" y="4626856"/>
            <a:ext cx="1230313" cy="920750"/>
          </a:xfrm>
          <a:prstGeom prst="rect">
            <a:avLst/>
          </a:prstGeom>
          <a:noFill/>
          <a:extLst>
            <a:ext uri="{909E8E84-426E-40DD-AFC4-6F175D3DCCD1}">
              <a14:hiddenFill xmlns:a14="http://schemas.microsoft.com/office/drawing/2010/main">
                <a:solidFill>
                  <a:srgbClr val="FFFFFF"/>
                </a:solidFill>
              </a14:hiddenFill>
            </a:ext>
          </a:extLst>
        </p:spPr>
      </p:pic>
      <p:sp>
        <p:nvSpPr>
          <p:cNvPr id="52" name="灯片编号占位符 5"/>
          <p:cNvSpPr>
            <a:spLocks noGrp="1"/>
          </p:cNvSpPr>
          <p:nvPr>
            <p:ph type="sldNum" sz="quarter" idx="12"/>
          </p:nvPr>
        </p:nvSpPr>
        <p:spPr/>
        <p:txBody>
          <a:bodyPr/>
          <a:lstStyle/>
          <a:p>
            <a:fld id="{216BBED6-346B-41F4-B266-648834AA01BB}" type="slidenum">
              <a:rPr lang="en-US" altLang="zh-CN"/>
            </a:fld>
            <a:endParaRPr lang="en-US" altLang="zh-CN"/>
          </a:p>
        </p:txBody>
      </p:sp>
      <p:sp>
        <p:nvSpPr>
          <p:cNvPr id="611330" name="Rectangle 2"/>
          <p:cNvSpPr>
            <a:spLocks noGrp="1" noChangeArrowheads="1"/>
          </p:cNvSpPr>
          <p:nvPr>
            <p:ph type="title"/>
          </p:nvPr>
        </p:nvSpPr>
        <p:spPr/>
        <p:txBody>
          <a:bodyPr/>
          <a:lstStyle/>
          <a:p>
            <a:r>
              <a:rPr lang="zh-CN" altLang="en-US"/>
              <a:t>分片后有关字段的变化</a:t>
            </a:r>
            <a:endParaRPr lang="zh-CN" altLang="en-US"/>
          </a:p>
        </p:txBody>
      </p:sp>
      <p:graphicFrame>
        <p:nvGraphicFramePr>
          <p:cNvPr id="611389" name="Group 61"/>
          <p:cNvGraphicFramePr>
            <a:graphicFrameLocks noGrp="1"/>
          </p:cNvGraphicFramePr>
          <p:nvPr>
            <p:ph idx="4294967295"/>
          </p:nvPr>
        </p:nvGraphicFramePr>
        <p:xfrm>
          <a:off x="1774825" y="1295401"/>
          <a:ext cx="8642350" cy="2286000"/>
        </p:xfrm>
        <a:graphic>
          <a:graphicData uri="http://schemas.openxmlformats.org/drawingml/2006/table">
            <a:tbl>
              <a:tblPr/>
              <a:tblGrid>
                <a:gridCol w="1657350"/>
                <a:gridCol w="1584325"/>
                <a:gridCol w="1511300"/>
                <a:gridCol w="1223963"/>
                <a:gridCol w="1225550"/>
                <a:gridCol w="1439862"/>
              </a:tblGrid>
              <a:tr h="360363">
                <a:tc>
                  <a:txBody>
                    <a:bodyPr/>
                    <a:lstStyle>
                      <a:lvl1pPr>
                        <a:spcBef>
                          <a:spcPct val="20000"/>
                        </a:spcBef>
                        <a:buClr>
                          <a:srgbClr val="C80000"/>
                        </a:buClr>
                        <a:buSzPct val="80000"/>
                        <a:buFont typeface="Wingdings" panose="05000000000000000000" pitchFamily="2" charset="2"/>
                        <a:defRPr sz="2800">
                          <a:solidFill>
                            <a:schemeClr val="tx1"/>
                          </a:solidFill>
                          <a:latin typeface="Times New Roman" panose="02020603050405020304" pitchFamily="18" charset="0"/>
                          <a:ea typeface="宋体" panose="02010600030101010101" pitchFamily="2" charset="-122"/>
                        </a:defRPr>
                      </a:lvl1pPr>
                      <a:lvl2pPr>
                        <a:spcBef>
                          <a:spcPct val="20000"/>
                        </a:spcBef>
                        <a:buClr>
                          <a:srgbClr val="00C800"/>
                        </a:buClr>
                        <a:buSzPct val="8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2pPr>
                      <a:lvl3pPr>
                        <a:spcBef>
                          <a:spcPct val="20000"/>
                        </a:spcBef>
                        <a:buClr>
                          <a:srgbClr val="0000C8"/>
                        </a:buClr>
                        <a:buSzPct val="80000"/>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3pPr>
                      <a:lvl4pPr>
                        <a:spcBef>
                          <a:spcPct val="20000"/>
                        </a:spcBef>
                        <a:buClr>
                          <a:srgbClr val="FF7F00"/>
                        </a:buClr>
                        <a:buSzPct val="8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4pPr>
                      <a:lvl5pPr>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endParaRPr kumimoji="0" lang="zh-CN" altLang="zh-CN" sz="24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C80000"/>
                        </a:buClr>
                        <a:buSzPct val="80000"/>
                        <a:buFont typeface="Wingdings" panose="05000000000000000000" pitchFamily="2" charset="2"/>
                        <a:defRPr sz="2800">
                          <a:solidFill>
                            <a:schemeClr val="tx1"/>
                          </a:solidFill>
                          <a:latin typeface="Times New Roman" panose="02020603050405020304" pitchFamily="18" charset="0"/>
                          <a:ea typeface="宋体" panose="02010600030101010101" pitchFamily="2" charset="-122"/>
                        </a:defRPr>
                      </a:lvl1pPr>
                      <a:lvl2pPr>
                        <a:spcBef>
                          <a:spcPct val="20000"/>
                        </a:spcBef>
                        <a:buClr>
                          <a:srgbClr val="00C800"/>
                        </a:buClr>
                        <a:buSzPct val="8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2pPr>
                      <a:lvl3pPr>
                        <a:spcBef>
                          <a:spcPct val="20000"/>
                        </a:spcBef>
                        <a:buClr>
                          <a:srgbClr val="0000C8"/>
                        </a:buClr>
                        <a:buSzPct val="80000"/>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3pPr>
                      <a:lvl4pPr>
                        <a:spcBef>
                          <a:spcPct val="20000"/>
                        </a:spcBef>
                        <a:buClr>
                          <a:srgbClr val="FF7F00"/>
                        </a:buClr>
                        <a:buSzPct val="8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4pPr>
                      <a:lvl5pPr>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0" lang="zh-CN" altLang="en-US" sz="24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rPr>
                        <a:t>总长度</a:t>
                      </a:r>
                      <a:endParaRPr kumimoji="0" lang="zh-CN" altLang="en-US" sz="24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C80000"/>
                        </a:buClr>
                        <a:buSzPct val="80000"/>
                        <a:buFont typeface="Wingdings" panose="05000000000000000000" pitchFamily="2" charset="2"/>
                        <a:defRPr sz="2800">
                          <a:solidFill>
                            <a:schemeClr val="tx1"/>
                          </a:solidFill>
                          <a:latin typeface="Times New Roman" panose="02020603050405020304" pitchFamily="18" charset="0"/>
                          <a:ea typeface="宋体" panose="02010600030101010101" pitchFamily="2" charset="-122"/>
                        </a:defRPr>
                      </a:lvl1pPr>
                      <a:lvl2pPr>
                        <a:spcBef>
                          <a:spcPct val="20000"/>
                        </a:spcBef>
                        <a:buClr>
                          <a:srgbClr val="00C800"/>
                        </a:buClr>
                        <a:buSzPct val="8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2pPr>
                      <a:lvl3pPr>
                        <a:spcBef>
                          <a:spcPct val="20000"/>
                        </a:spcBef>
                        <a:buClr>
                          <a:srgbClr val="0000C8"/>
                        </a:buClr>
                        <a:buSzPct val="80000"/>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3pPr>
                      <a:lvl4pPr>
                        <a:spcBef>
                          <a:spcPct val="20000"/>
                        </a:spcBef>
                        <a:buClr>
                          <a:srgbClr val="FF7F00"/>
                        </a:buClr>
                        <a:buSzPct val="8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4pPr>
                      <a:lvl5pPr>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0" lang="zh-CN" altLang="en-US" sz="24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rPr>
                        <a:t>标识</a:t>
                      </a:r>
                      <a:endParaRPr kumimoji="0" lang="zh-CN" altLang="en-US" sz="24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C80000"/>
                        </a:buClr>
                        <a:buSzPct val="80000"/>
                        <a:buFont typeface="Wingdings" panose="05000000000000000000" pitchFamily="2" charset="2"/>
                        <a:defRPr sz="2800">
                          <a:solidFill>
                            <a:schemeClr val="tx1"/>
                          </a:solidFill>
                          <a:latin typeface="Times New Roman" panose="02020603050405020304" pitchFamily="18" charset="0"/>
                          <a:ea typeface="宋体" panose="02010600030101010101" pitchFamily="2" charset="-122"/>
                        </a:defRPr>
                      </a:lvl1pPr>
                      <a:lvl2pPr>
                        <a:spcBef>
                          <a:spcPct val="20000"/>
                        </a:spcBef>
                        <a:buClr>
                          <a:srgbClr val="00C800"/>
                        </a:buClr>
                        <a:buSzPct val="8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2pPr>
                      <a:lvl3pPr>
                        <a:spcBef>
                          <a:spcPct val="20000"/>
                        </a:spcBef>
                        <a:buClr>
                          <a:srgbClr val="0000C8"/>
                        </a:buClr>
                        <a:buSzPct val="80000"/>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3pPr>
                      <a:lvl4pPr>
                        <a:spcBef>
                          <a:spcPct val="20000"/>
                        </a:spcBef>
                        <a:buClr>
                          <a:srgbClr val="FF7F00"/>
                        </a:buClr>
                        <a:buSzPct val="8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4pPr>
                      <a:lvl5pPr>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0" lang="en-US" altLang="zh-CN" sz="24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rPr>
                        <a:t>MF</a:t>
                      </a:r>
                      <a:endParaRPr kumimoji="0" lang="en-US" altLang="zh-CN" sz="24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C80000"/>
                        </a:buClr>
                        <a:buSzPct val="80000"/>
                        <a:buFont typeface="Wingdings" panose="05000000000000000000" pitchFamily="2" charset="2"/>
                        <a:defRPr sz="2800">
                          <a:solidFill>
                            <a:schemeClr val="tx1"/>
                          </a:solidFill>
                          <a:latin typeface="Times New Roman" panose="02020603050405020304" pitchFamily="18" charset="0"/>
                          <a:ea typeface="宋体" panose="02010600030101010101" pitchFamily="2" charset="-122"/>
                        </a:defRPr>
                      </a:lvl1pPr>
                      <a:lvl2pPr>
                        <a:spcBef>
                          <a:spcPct val="20000"/>
                        </a:spcBef>
                        <a:buClr>
                          <a:srgbClr val="00C800"/>
                        </a:buClr>
                        <a:buSzPct val="8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2pPr>
                      <a:lvl3pPr>
                        <a:spcBef>
                          <a:spcPct val="20000"/>
                        </a:spcBef>
                        <a:buClr>
                          <a:srgbClr val="0000C8"/>
                        </a:buClr>
                        <a:buSzPct val="80000"/>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3pPr>
                      <a:lvl4pPr>
                        <a:spcBef>
                          <a:spcPct val="20000"/>
                        </a:spcBef>
                        <a:buClr>
                          <a:srgbClr val="FF7F00"/>
                        </a:buClr>
                        <a:buSzPct val="8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4pPr>
                      <a:lvl5pPr>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0" lang="en-US" altLang="zh-CN" sz="24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rPr>
                        <a:t>DF</a:t>
                      </a:r>
                      <a:endParaRPr kumimoji="0" lang="en-US" altLang="zh-CN" sz="24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C80000"/>
                        </a:buClr>
                        <a:buSzPct val="80000"/>
                        <a:buFont typeface="Wingdings" panose="05000000000000000000" pitchFamily="2" charset="2"/>
                        <a:defRPr sz="2800">
                          <a:solidFill>
                            <a:schemeClr val="tx1"/>
                          </a:solidFill>
                          <a:latin typeface="Times New Roman" panose="02020603050405020304" pitchFamily="18" charset="0"/>
                          <a:ea typeface="宋体" panose="02010600030101010101" pitchFamily="2" charset="-122"/>
                        </a:defRPr>
                      </a:lvl1pPr>
                      <a:lvl2pPr>
                        <a:spcBef>
                          <a:spcPct val="20000"/>
                        </a:spcBef>
                        <a:buClr>
                          <a:srgbClr val="00C800"/>
                        </a:buClr>
                        <a:buSzPct val="8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2pPr>
                      <a:lvl3pPr>
                        <a:spcBef>
                          <a:spcPct val="20000"/>
                        </a:spcBef>
                        <a:buClr>
                          <a:srgbClr val="0000C8"/>
                        </a:buClr>
                        <a:buSzPct val="80000"/>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3pPr>
                      <a:lvl4pPr>
                        <a:spcBef>
                          <a:spcPct val="20000"/>
                        </a:spcBef>
                        <a:buClr>
                          <a:srgbClr val="FF7F00"/>
                        </a:buClr>
                        <a:buSzPct val="8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4pPr>
                      <a:lvl5pPr>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0" lang="zh-CN" altLang="en-US" sz="24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rPr>
                        <a:t>偏移量</a:t>
                      </a:r>
                      <a:endParaRPr kumimoji="0" lang="zh-CN" altLang="en-US" sz="24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60363">
                <a:tc>
                  <a:txBody>
                    <a:bodyPr/>
                    <a:lstStyle>
                      <a:lvl1pPr>
                        <a:spcBef>
                          <a:spcPct val="20000"/>
                        </a:spcBef>
                        <a:buClr>
                          <a:srgbClr val="C80000"/>
                        </a:buClr>
                        <a:buSzPct val="80000"/>
                        <a:buFont typeface="Wingdings" panose="05000000000000000000" pitchFamily="2" charset="2"/>
                        <a:defRPr sz="2800">
                          <a:solidFill>
                            <a:schemeClr val="tx1"/>
                          </a:solidFill>
                          <a:latin typeface="Times New Roman" panose="02020603050405020304" pitchFamily="18" charset="0"/>
                          <a:ea typeface="宋体" panose="02010600030101010101" pitchFamily="2" charset="-122"/>
                        </a:defRPr>
                      </a:lvl1pPr>
                      <a:lvl2pPr>
                        <a:spcBef>
                          <a:spcPct val="20000"/>
                        </a:spcBef>
                        <a:buClr>
                          <a:srgbClr val="00C800"/>
                        </a:buClr>
                        <a:buSzPct val="8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2pPr>
                      <a:lvl3pPr>
                        <a:spcBef>
                          <a:spcPct val="20000"/>
                        </a:spcBef>
                        <a:buClr>
                          <a:srgbClr val="0000C8"/>
                        </a:buClr>
                        <a:buSzPct val="80000"/>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3pPr>
                      <a:lvl4pPr>
                        <a:spcBef>
                          <a:spcPct val="20000"/>
                        </a:spcBef>
                        <a:buClr>
                          <a:srgbClr val="FF7F00"/>
                        </a:buClr>
                        <a:buSzPct val="8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4pPr>
                      <a:lvl5pPr>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0" lang="zh-CN" altLang="en-US" sz="24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rPr>
                        <a:t>原数据报</a:t>
                      </a:r>
                      <a:endParaRPr kumimoji="0" lang="zh-CN" altLang="en-US" sz="24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C80000"/>
                        </a:buClr>
                        <a:buSzPct val="80000"/>
                        <a:buFont typeface="Wingdings" panose="05000000000000000000" pitchFamily="2" charset="2"/>
                        <a:defRPr sz="2800">
                          <a:solidFill>
                            <a:schemeClr val="tx1"/>
                          </a:solidFill>
                          <a:latin typeface="Times New Roman" panose="02020603050405020304" pitchFamily="18" charset="0"/>
                          <a:ea typeface="宋体" panose="02010600030101010101" pitchFamily="2" charset="-122"/>
                        </a:defRPr>
                      </a:lvl1pPr>
                      <a:lvl2pPr>
                        <a:spcBef>
                          <a:spcPct val="20000"/>
                        </a:spcBef>
                        <a:buClr>
                          <a:srgbClr val="00C800"/>
                        </a:buClr>
                        <a:buSzPct val="8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2pPr>
                      <a:lvl3pPr>
                        <a:spcBef>
                          <a:spcPct val="20000"/>
                        </a:spcBef>
                        <a:buClr>
                          <a:srgbClr val="0000C8"/>
                        </a:buClr>
                        <a:buSzPct val="80000"/>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3pPr>
                      <a:lvl4pPr>
                        <a:spcBef>
                          <a:spcPct val="20000"/>
                        </a:spcBef>
                        <a:buClr>
                          <a:srgbClr val="FF7F00"/>
                        </a:buClr>
                        <a:buSzPct val="8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4pPr>
                      <a:lvl5pPr>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0" lang="en-US" altLang="zh-CN" sz="24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rPr>
                        <a:t>3280</a:t>
                      </a:r>
                      <a:endParaRPr kumimoji="0" lang="en-US" altLang="zh-CN" sz="24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C80000"/>
                        </a:buClr>
                        <a:buSzPct val="80000"/>
                        <a:buFont typeface="Wingdings" panose="05000000000000000000" pitchFamily="2" charset="2"/>
                        <a:defRPr sz="2800">
                          <a:solidFill>
                            <a:schemeClr val="tx1"/>
                          </a:solidFill>
                          <a:latin typeface="Times New Roman" panose="02020603050405020304" pitchFamily="18" charset="0"/>
                          <a:ea typeface="宋体" panose="02010600030101010101" pitchFamily="2" charset="-122"/>
                        </a:defRPr>
                      </a:lvl1pPr>
                      <a:lvl2pPr>
                        <a:spcBef>
                          <a:spcPct val="20000"/>
                        </a:spcBef>
                        <a:buClr>
                          <a:srgbClr val="00C800"/>
                        </a:buClr>
                        <a:buSzPct val="8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2pPr>
                      <a:lvl3pPr>
                        <a:spcBef>
                          <a:spcPct val="20000"/>
                        </a:spcBef>
                        <a:buClr>
                          <a:srgbClr val="0000C8"/>
                        </a:buClr>
                        <a:buSzPct val="80000"/>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3pPr>
                      <a:lvl4pPr>
                        <a:spcBef>
                          <a:spcPct val="20000"/>
                        </a:spcBef>
                        <a:buClr>
                          <a:srgbClr val="FF7F00"/>
                        </a:buClr>
                        <a:buSzPct val="8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4pPr>
                      <a:lvl5pPr>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0" lang="en-US" altLang="zh-CN" sz="24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rPr>
                        <a:t>12345</a:t>
                      </a:r>
                      <a:endParaRPr kumimoji="0" lang="en-US" altLang="zh-CN" sz="24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C80000"/>
                        </a:buClr>
                        <a:buSzPct val="80000"/>
                        <a:buFont typeface="Wingdings" panose="05000000000000000000" pitchFamily="2" charset="2"/>
                        <a:defRPr sz="2800">
                          <a:solidFill>
                            <a:schemeClr val="tx1"/>
                          </a:solidFill>
                          <a:latin typeface="Times New Roman" panose="02020603050405020304" pitchFamily="18" charset="0"/>
                          <a:ea typeface="宋体" panose="02010600030101010101" pitchFamily="2" charset="-122"/>
                        </a:defRPr>
                      </a:lvl1pPr>
                      <a:lvl2pPr>
                        <a:spcBef>
                          <a:spcPct val="20000"/>
                        </a:spcBef>
                        <a:buClr>
                          <a:srgbClr val="00C800"/>
                        </a:buClr>
                        <a:buSzPct val="8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2pPr>
                      <a:lvl3pPr>
                        <a:spcBef>
                          <a:spcPct val="20000"/>
                        </a:spcBef>
                        <a:buClr>
                          <a:srgbClr val="0000C8"/>
                        </a:buClr>
                        <a:buSzPct val="80000"/>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3pPr>
                      <a:lvl4pPr>
                        <a:spcBef>
                          <a:spcPct val="20000"/>
                        </a:spcBef>
                        <a:buClr>
                          <a:srgbClr val="FF7F00"/>
                        </a:buClr>
                        <a:buSzPct val="8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4pPr>
                      <a:lvl5pPr>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0" lang="en-US" altLang="zh-CN" sz="24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rPr>
                        <a:t>0</a:t>
                      </a:r>
                      <a:endParaRPr kumimoji="0" lang="en-US" altLang="zh-CN" sz="24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C80000"/>
                        </a:buClr>
                        <a:buSzPct val="80000"/>
                        <a:buFont typeface="Wingdings" panose="05000000000000000000" pitchFamily="2" charset="2"/>
                        <a:defRPr sz="2800">
                          <a:solidFill>
                            <a:schemeClr val="tx1"/>
                          </a:solidFill>
                          <a:latin typeface="Times New Roman" panose="02020603050405020304" pitchFamily="18" charset="0"/>
                          <a:ea typeface="宋体" panose="02010600030101010101" pitchFamily="2" charset="-122"/>
                        </a:defRPr>
                      </a:lvl1pPr>
                      <a:lvl2pPr>
                        <a:spcBef>
                          <a:spcPct val="20000"/>
                        </a:spcBef>
                        <a:buClr>
                          <a:srgbClr val="00C800"/>
                        </a:buClr>
                        <a:buSzPct val="8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2pPr>
                      <a:lvl3pPr>
                        <a:spcBef>
                          <a:spcPct val="20000"/>
                        </a:spcBef>
                        <a:buClr>
                          <a:srgbClr val="0000C8"/>
                        </a:buClr>
                        <a:buSzPct val="80000"/>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3pPr>
                      <a:lvl4pPr>
                        <a:spcBef>
                          <a:spcPct val="20000"/>
                        </a:spcBef>
                        <a:buClr>
                          <a:srgbClr val="FF7F00"/>
                        </a:buClr>
                        <a:buSzPct val="8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4pPr>
                      <a:lvl5pPr>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0" lang="en-US" altLang="zh-CN" sz="24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rPr>
                        <a:t>0</a:t>
                      </a:r>
                      <a:endParaRPr kumimoji="0" lang="en-US" altLang="zh-CN" sz="24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C80000"/>
                        </a:buClr>
                        <a:buSzPct val="80000"/>
                        <a:buFont typeface="Wingdings" panose="05000000000000000000" pitchFamily="2" charset="2"/>
                        <a:defRPr sz="2800">
                          <a:solidFill>
                            <a:schemeClr val="tx1"/>
                          </a:solidFill>
                          <a:latin typeface="Times New Roman" panose="02020603050405020304" pitchFamily="18" charset="0"/>
                          <a:ea typeface="宋体" panose="02010600030101010101" pitchFamily="2" charset="-122"/>
                        </a:defRPr>
                      </a:lvl1pPr>
                      <a:lvl2pPr>
                        <a:spcBef>
                          <a:spcPct val="20000"/>
                        </a:spcBef>
                        <a:buClr>
                          <a:srgbClr val="00C800"/>
                        </a:buClr>
                        <a:buSzPct val="8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2pPr>
                      <a:lvl3pPr>
                        <a:spcBef>
                          <a:spcPct val="20000"/>
                        </a:spcBef>
                        <a:buClr>
                          <a:srgbClr val="0000C8"/>
                        </a:buClr>
                        <a:buSzPct val="80000"/>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3pPr>
                      <a:lvl4pPr>
                        <a:spcBef>
                          <a:spcPct val="20000"/>
                        </a:spcBef>
                        <a:buClr>
                          <a:srgbClr val="FF7F00"/>
                        </a:buClr>
                        <a:buSzPct val="8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4pPr>
                      <a:lvl5pPr>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0" lang="en-US" altLang="zh-CN" sz="24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rPr>
                        <a:t>0</a:t>
                      </a:r>
                      <a:endParaRPr kumimoji="0" lang="en-US" altLang="zh-CN" sz="24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58775">
                <a:tc>
                  <a:txBody>
                    <a:bodyPr/>
                    <a:lstStyle>
                      <a:lvl1pPr>
                        <a:spcBef>
                          <a:spcPct val="20000"/>
                        </a:spcBef>
                        <a:buClr>
                          <a:srgbClr val="C80000"/>
                        </a:buClr>
                        <a:buSzPct val="80000"/>
                        <a:buFont typeface="Wingdings" panose="05000000000000000000" pitchFamily="2" charset="2"/>
                        <a:defRPr sz="2800">
                          <a:solidFill>
                            <a:schemeClr val="tx1"/>
                          </a:solidFill>
                          <a:latin typeface="Times New Roman" panose="02020603050405020304" pitchFamily="18" charset="0"/>
                          <a:ea typeface="宋体" panose="02010600030101010101" pitchFamily="2" charset="-122"/>
                        </a:defRPr>
                      </a:lvl1pPr>
                      <a:lvl2pPr>
                        <a:spcBef>
                          <a:spcPct val="20000"/>
                        </a:spcBef>
                        <a:buClr>
                          <a:srgbClr val="00C800"/>
                        </a:buClr>
                        <a:buSzPct val="8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2pPr>
                      <a:lvl3pPr>
                        <a:spcBef>
                          <a:spcPct val="20000"/>
                        </a:spcBef>
                        <a:buClr>
                          <a:srgbClr val="0000C8"/>
                        </a:buClr>
                        <a:buSzPct val="80000"/>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3pPr>
                      <a:lvl4pPr>
                        <a:spcBef>
                          <a:spcPct val="20000"/>
                        </a:spcBef>
                        <a:buClr>
                          <a:srgbClr val="FF7F00"/>
                        </a:buClr>
                        <a:buSzPct val="8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4pPr>
                      <a:lvl5pPr>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0" lang="zh-CN" altLang="en-US" sz="24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rPr>
                        <a:t>数据报片</a:t>
                      </a:r>
                      <a:r>
                        <a:rPr kumimoji="0" lang="en-US" altLang="zh-CN" sz="24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rPr>
                        <a:t>1</a:t>
                      </a:r>
                      <a:endParaRPr kumimoji="0" lang="en-US" altLang="zh-CN" sz="24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C80000"/>
                        </a:buClr>
                        <a:buSzPct val="80000"/>
                        <a:buFont typeface="Wingdings" panose="05000000000000000000" pitchFamily="2" charset="2"/>
                        <a:defRPr sz="2800">
                          <a:solidFill>
                            <a:schemeClr val="tx1"/>
                          </a:solidFill>
                          <a:latin typeface="Times New Roman" panose="02020603050405020304" pitchFamily="18" charset="0"/>
                          <a:ea typeface="宋体" panose="02010600030101010101" pitchFamily="2" charset="-122"/>
                        </a:defRPr>
                      </a:lvl1pPr>
                      <a:lvl2pPr>
                        <a:spcBef>
                          <a:spcPct val="20000"/>
                        </a:spcBef>
                        <a:buClr>
                          <a:srgbClr val="00C800"/>
                        </a:buClr>
                        <a:buSzPct val="8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2pPr>
                      <a:lvl3pPr>
                        <a:spcBef>
                          <a:spcPct val="20000"/>
                        </a:spcBef>
                        <a:buClr>
                          <a:srgbClr val="0000C8"/>
                        </a:buClr>
                        <a:buSzPct val="80000"/>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3pPr>
                      <a:lvl4pPr>
                        <a:spcBef>
                          <a:spcPct val="20000"/>
                        </a:spcBef>
                        <a:buClr>
                          <a:srgbClr val="FF7F00"/>
                        </a:buClr>
                        <a:buSzPct val="8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4pPr>
                      <a:lvl5pPr>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0" lang="en-US" altLang="zh-CN" sz="24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rPr>
                        <a:t>1420</a:t>
                      </a:r>
                      <a:endParaRPr kumimoji="0" lang="en-US" altLang="zh-CN" sz="24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C80000"/>
                        </a:buClr>
                        <a:buSzPct val="80000"/>
                        <a:buFont typeface="Wingdings" panose="05000000000000000000" pitchFamily="2" charset="2"/>
                        <a:defRPr sz="2800">
                          <a:solidFill>
                            <a:schemeClr val="tx1"/>
                          </a:solidFill>
                          <a:latin typeface="Times New Roman" panose="02020603050405020304" pitchFamily="18" charset="0"/>
                          <a:ea typeface="宋体" panose="02010600030101010101" pitchFamily="2" charset="-122"/>
                        </a:defRPr>
                      </a:lvl1pPr>
                      <a:lvl2pPr>
                        <a:spcBef>
                          <a:spcPct val="20000"/>
                        </a:spcBef>
                        <a:buClr>
                          <a:srgbClr val="00C800"/>
                        </a:buClr>
                        <a:buSzPct val="8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2pPr>
                      <a:lvl3pPr>
                        <a:spcBef>
                          <a:spcPct val="20000"/>
                        </a:spcBef>
                        <a:buClr>
                          <a:srgbClr val="0000C8"/>
                        </a:buClr>
                        <a:buSzPct val="80000"/>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3pPr>
                      <a:lvl4pPr>
                        <a:spcBef>
                          <a:spcPct val="20000"/>
                        </a:spcBef>
                        <a:buClr>
                          <a:srgbClr val="FF7F00"/>
                        </a:buClr>
                        <a:buSzPct val="8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4pPr>
                      <a:lvl5pPr>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0" lang="en-US" altLang="zh-CN" sz="24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rPr>
                        <a:t>12345</a:t>
                      </a:r>
                      <a:endParaRPr kumimoji="0" lang="en-US" altLang="zh-CN" sz="24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C80000"/>
                        </a:buClr>
                        <a:buSzPct val="80000"/>
                        <a:buFont typeface="Wingdings" panose="05000000000000000000" pitchFamily="2" charset="2"/>
                        <a:defRPr sz="2800">
                          <a:solidFill>
                            <a:schemeClr val="tx1"/>
                          </a:solidFill>
                          <a:latin typeface="Times New Roman" panose="02020603050405020304" pitchFamily="18" charset="0"/>
                          <a:ea typeface="宋体" panose="02010600030101010101" pitchFamily="2" charset="-122"/>
                        </a:defRPr>
                      </a:lvl1pPr>
                      <a:lvl2pPr>
                        <a:spcBef>
                          <a:spcPct val="20000"/>
                        </a:spcBef>
                        <a:buClr>
                          <a:srgbClr val="00C800"/>
                        </a:buClr>
                        <a:buSzPct val="8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2pPr>
                      <a:lvl3pPr>
                        <a:spcBef>
                          <a:spcPct val="20000"/>
                        </a:spcBef>
                        <a:buClr>
                          <a:srgbClr val="0000C8"/>
                        </a:buClr>
                        <a:buSzPct val="80000"/>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3pPr>
                      <a:lvl4pPr>
                        <a:spcBef>
                          <a:spcPct val="20000"/>
                        </a:spcBef>
                        <a:buClr>
                          <a:srgbClr val="FF7F00"/>
                        </a:buClr>
                        <a:buSzPct val="8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4pPr>
                      <a:lvl5pPr>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0" lang="en-US" altLang="zh-CN" sz="24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rPr>
                        <a:t>1</a:t>
                      </a:r>
                      <a:endParaRPr kumimoji="0" lang="en-US" altLang="zh-CN" sz="24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C80000"/>
                        </a:buClr>
                        <a:buSzPct val="80000"/>
                        <a:buFont typeface="Wingdings" panose="05000000000000000000" pitchFamily="2" charset="2"/>
                        <a:defRPr sz="2800">
                          <a:solidFill>
                            <a:schemeClr val="tx1"/>
                          </a:solidFill>
                          <a:latin typeface="Times New Roman" panose="02020603050405020304" pitchFamily="18" charset="0"/>
                          <a:ea typeface="宋体" panose="02010600030101010101" pitchFamily="2" charset="-122"/>
                        </a:defRPr>
                      </a:lvl1pPr>
                      <a:lvl2pPr>
                        <a:spcBef>
                          <a:spcPct val="20000"/>
                        </a:spcBef>
                        <a:buClr>
                          <a:srgbClr val="00C800"/>
                        </a:buClr>
                        <a:buSzPct val="8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2pPr>
                      <a:lvl3pPr>
                        <a:spcBef>
                          <a:spcPct val="20000"/>
                        </a:spcBef>
                        <a:buClr>
                          <a:srgbClr val="0000C8"/>
                        </a:buClr>
                        <a:buSzPct val="80000"/>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3pPr>
                      <a:lvl4pPr>
                        <a:spcBef>
                          <a:spcPct val="20000"/>
                        </a:spcBef>
                        <a:buClr>
                          <a:srgbClr val="FF7F00"/>
                        </a:buClr>
                        <a:buSzPct val="8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4pPr>
                      <a:lvl5pPr>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0" lang="en-US" altLang="zh-CN" sz="24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rPr>
                        <a:t>0</a:t>
                      </a:r>
                      <a:endParaRPr kumimoji="0" lang="en-US" altLang="zh-CN" sz="24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C80000"/>
                        </a:buClr>
                        <a:buSzPct val="80000"/>
                        <a:buFont typeface="Wingdings" panose="05000000000000000000" pitchFamily="2" charset="2"/>
                        <a:defRPr sz="2800">
                          <a:solidFill>
                            <a:schemeClr val="tx1"/>
                          </a:solidFill>
                          <a:latin typeface="Times New Roman" panose="02020603050405020304" pitchFamily="18" charset="0"/>
                          <a:ea typeface="宋体" panose="02010600030101010101" pitchFamily="2" charset="-122"/>
                        </a:defRPr>
                      </a:lvl1pPr>
                      <a:lvl2pPr>
                        <a:spcBef>
                          <a:spcPct val="20000"/>
                        </a:spcBef>
                        <a:buClr>
                          <a:srgbClr val="00C800"/>
                        </a:buClr>
                        <a:buSzPct val="8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2pPr>
                      <a:lvl3pPr>
                        <a:spcBef>
                          <a:spcPct val="20000"/>
                        </a:spcBef>
                        <a:buClr>
                          <a:srgbClr val="0000C8"/>
                        </a:buClr>
                        <a:buSzPct val="80000"/>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3pPr>
                      <a:lvl4pPr>
                        <a:spcBef>
                          <a:spcPct val="20000"/>
                        </a:spcBef>
                        <a:buClr>
                          <a:srgbClr val="FF7F00"/>
                        </a:buClr>
                        <a:buSzPct val="8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4pPr>
                      <a:lvl5pPr>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0" lang="en-US" altLang="zh-CN" sz="24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rPr>
                        <a:t>0</a:t>
                      </a:r>
                      <a:endParaRPr kumimoji="0" lang="en-US" altLang="zh-CN" sz="24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60363">
                <a:tc>
                  <a:txBody>
                    <a:bodyPr/>
                    <a:lstStyle>
                      <a:lvl1pPr>
                        <a:spcBef>
                          <a:spcPct val="20000"/>
                        </a:spcBef>
                        <a:buClr>
                          <a:srgbClr val="C80000"/>
                        </a:buClr>
                        <a:buSzPct val="80000"/>
                        <a:buFont typeface="Wingdings" panose="05000000000000000000" pitchFamily="2" charset="2"/>
                        <a:defRPr sz="2800">
                          <a:solidFill>
                            <a:schemeClr val="tx1"/>
                          </a:solidFill>
                          <a:latin typeface="Times New Roman" panose="02020603050405020304" pitchFamily="18" charset="0"/>
                          <a:ea typeface="宋体" panose="02010600030101010101" pitchFamily="2" charset="-122"/>
                        </a:defRPr>
                      </a:lvl1pPr>
                      <a:lvl2pPr>
                        <a:spcBef>
                          <a:spcPct val="20000"/>
                        </a:spcBef>
                        <a:buClr>
                          <a:srgbClr val="00C800"/>
                        </a:buClr>
                        <a:buSzPct val="8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2pPr>
                      <a:lvl3pPr>
                        <a:spcBef>
                          <a:spcPct val="20000"/>
                        </a:spcBef>
                        <a:buClr>
                          <a:srgbClr val="0000C8"/>
                        </a:buClr>
                        <a:buSzPct val="80000"/>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3pPr>
                      <a:lvl4pPr>
                        <a:spcBef>
                          <a:spcPct val="20000"/>
                        </a:spcBef>
                        <a:buClr>
                          <a:srgbClr val="FF7F00"/>
                        </a:buClr>
                        <a:buSzPct val="8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4pPr>
                      <a:lvl5pPr>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0" lang="zh-CN" altLang="en-US" sz="24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rPr>
                        <a:t>数据报片</a:t>
                      </a:r>
                      <a:r>
                        <a:rPr kumimoji="0" lang="en-US" altLang="zh-CN" sz="24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rPr>
                        <a:t>2</a:t>
                      </a:r>
                      <a:endParaRPr kumimoji="0" lang="en-US" altLang="zh-CN" sz="24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C80000"/>
                        </a:buClr>
                        <a:buSzPct val="80000"/>
                        <a:buFont typeface="Wingdings" panose="05000000000000000000" pitchFamily="2" charset="2"/>
                        <a:defRPr sz="2800">
                          <a:solidFill>
                            <a:schemeClr val="tx1"/>
                          </a:solidFill>
                          <a:latin typeface="Times New Roman" panose="02020603050405020304" pitchFamily="18" charset="0"/>
                          <a:ea typeface="宋体" panose="02010600030101010101" pitchFamily="2" charset="-122"/>
                        </a:defRPr>
                      </a:lvl1pPr>
                      <a:lvl2pPr>
                        <a:spcBef>
                          <a:spcPct val="20000"/>
                        </a:spcBef>
                        <a:buClr>
                          <a:srgbClr val="00C800"/>
                        </a:buClr>
                        <a:buSzPct val="8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2pPr>
                      <a:lvl3pPr>
                        <a:spcBef>
                          <a:spcPct val="20000"/>
                        </a:spcBef>
                        <a:buClr>
                          <a:srgbClr val="0000C8"/>
                        </a:buClr>
                        <a:buSzPct val="80000"/>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3pPr>
                      <a:lvl4pPr>
                        <a:spcBef>
                          <a:spcPct val="20000"/>
                        </a:spcBef>
                        <a:buClr>
                          <a:srgbClr val="FF7F00"/>
                        </a:buClr>
                        <a:buSzPct val="8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4pPr>
                      <a:lvl5pPr>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0" lang="en-US" altLang="zh-CN" sz="24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rPr>
                        <a:t>1420</a:t>
                      </a:r>
                      <a:endParaRPr kumimoji="0" lang="en-US" altLang="zh-CN" sz="24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C80000"/>
                        </a:buClr>
                        <a:buSzPct val="80000"/>
                        <a:buFont typeface="Wingdings" panose="05000000000000000000" pitchFamily="2" charset="2"/>
                        <a:defRPr sz="2800">
                          <a:solidFill>
                            <a:schemeClr val="tx1"/>
                          </a:solidFill>
                          <a:latin typeface="Times New Roman" panose="02020603050405020304" pitchFamily="18" charset="0"/>
                          <a:ea typeface="宋体" panose="02010600030101010101" pitchFamily="2" charset="-122"/>
                        </a:defRPr>
                      </a:lvl1pPr>
                      <a:lvl2pPr>
                        <a:spcBef>
                          <a:spcPct val="20000"/>
                        </a:spcBef>
                        <a:buClr>
                          <a:srgbClr val="00C800"/>
                        </a:buClr>
                        <a:buSzPct val="8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2pPr>
                      <a:lvl3pPr>
                        <a:spcBef>
                          <a:spcPct val="20000"/>
                        </a:spcBef>
                        <a:buClr>
                          <a:srgbClr val="0000C8"/>
                        </a:buClr>
                        <a:buSzPct val="80000"/>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3pPr>
                      <a:lvl4pPr>
                        <a:spcBef>
                          <a:spcPct val="20000"/>
                        </a:spcBef>
                        <a:buClr>
                          <a:srgbClr val="FF7F00"/>
                        </a:buClr>
                        <a:buSzPct val="8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4pPr>
                      <a:lvl5pPr>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0" lang="en-US" altLang="zh-CN" sz="24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rPr>
                        <a:t>12345</a:t>
                      </a:r>
                      <a:endParaRPr kumimoji="0" lang="en-US" altLang="zh-CN" sz="24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C80000"/>
                        </a:buClr>
                        <a:buSzPct val="80000"/>
                        <a:buFont typeface="Wingdings" panose="05000000000000000000" pitchFamily="2" charset="2"/>
                        <a:defRPr sz="2800">
                          <a:solidFill>
                            <a:schemeClr val="tx1"/>
                          </a:solidFill>
                          <a:latin typeface="Times New Roman" panose="02020603050405020304" pitchFamily="18" charset="0"/>
                          <a:ea typeface="宋体" panose="02010600030101010101" pitchFamily="2" charset="-122"/>
                        </a:defRPr>
                      </a:lvl1pPr>
                      <a:lvl2pPr>
                        <a:spcBef>
                          <a:spcPct val="20000"/>
                        </a:spcBef>
                        <a:buClr>
                          <a:srgbClr val="00C800"/>
                        </a:buClr>
                        <a:buSzPct val="8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2pPr>
                      <a:lvl3pPr>
                        <a:spcBef>
                          <a:spcPct val="20000"/>
                        </a:spcBef>
                        <a:buClr>
                          <a:srgbClr val="0000C8"/>
                        </a:buClr>
                        <a:buSzPct val="80000"/>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3pPr>
                      <a:lvl4pPr>
                        <a:spcBef>
                          <a:spcPct val="20000"/>
                        </a:spcBef>
                        <a:buClr>
                          <a:srgbClr val="FF7F00"/>
                        </a:buClr>
                        <a:buSzPct val="8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4pPr>
                      <a:lvl5pPr>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0" lang="en-US" altLang="zh-CN" sz="24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rPr>
                        <a:t>1</a:t>
                      </a:r>
                      <a:endParaRPr kumimoji="0" lang="en-US" altLang="zh-CN" sz="24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C80000"/>
                        </a:buClr>
                        <a:buSzPct val="80000"/>
                        <a:buFont typeface="Wingdings" panose="05000000000000000000" pitchFamily="2" charset="2"/>
                        <a:defRPr sz="2800">
                          <a:solidFill>
                            <a:schemeClr val="tx1"/>
                          </a:solidFill>
                          <a:latin typeface="Times New Roman" panose="02020603050405020304" pitchFamily="18" charset="0"/>
                          <a:ea typeface="宋体" panose="02010600030101010101" pitchFamily="2" charset="-122"/>
                        </a:defRPr>
                      </a:lvl1pPr>
                      <a:lvl2pPr>
                        <a:spcBef>
                          <a:spcPct val="20000"/>
                        </a:spcBef>
                        <a:buClr>
                          <a:srgbClr val="00C800"/>
                        </a:buClr>
                        <a:buSzPct val="8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2pPr>
                      <a:lvl3pPr>
                        <a:spcBef>
                          <a:spcPct val="20000"/>
                        </a:spcBef>
                        <a:buClr>
                          <a:srgbClr val="0000C8"/>
                        </a:buClr>
                        <a:buSzPct val="80000"/>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3pPr>
                      <a:lvl4pPr>
                        <a:spcBef>
                          <a:spcPct val="20000"/>
                        </a:spcBef>
                        <a:buClr>
                          <a:srgbClr val="FF7F00"/>
                        </a:buClr>
                        <a:buSzPct val="8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4pPr>
                      <a:lvl5pPr>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0" lang="en-US" altLang="zh-CN" sz="24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rPr>
                        <a:t>0</a:t>
                      </a:r>
                      <a:endParaRPr kumimoji="0" lang="en-US" altLang="zh-CN" sz="24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C80000"/>
                        </a:buClr>
                        <a:buSzPct val="80000"/>
                        <a:buFont typeface="Wingdings" panose="05000000000000000000" pitchFamily="2" charset="2"/>
                        <a:defRPr sz="2800">
                          <a:solidFill>
                            <a:schemeClr val="tx1"/>
                          </a:solidFill>
                          <a:latin typeface="Times New Roman" panose="02020603050405020304" pitchFamily="18" charset="0"/>
                          <a:ea typeface="宋体" panose="02010600030101010101" pitchFamily="2" charset="-122"/>
                        </a:defRPr>
                      </a:lvl1pPr>
                      <a:lvl2pPr>
                        <a:spcBef>
                          <a:spcPct val="20000"/>
                        </a:spcBef>
                        <a:buClr>
                          <a:srgbClr val="00C800"/>
                        </a:buClr>
                        <a:buSzPct val="8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2pPr>
                      <a:lvl3pPr>
                        <a:spcBef>
                          <a:spcPct val="20000"/>
                        </a:spcBef>
                        <a:buClr>
                          <a:srgbClr val="0000C8"/>
                        </a:buClr>
                        <a:buSzPct val="80000"/>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3pPr>
                      <a:lvl4pPr>
                        <a:spcBef>
                          <a:spcPct val="20000"/>
                        </a:spcBef>
                        <a:buClr>
                          <a:srgbClr val="FF7F00"/>
                        </a:buClr>
                        <a:buSzPct val="8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4pPr>
                      <a:lvl5pPr>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0" lang="en-US" altLang="zh-CN" sz="24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rPr>
                        <a:t>175</a:t>
                      </a:r>
                      <a:endParaRPr kumimoji="0" lang="en-US" altLang="zh-CN" sz="24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60363">
                <a:tc>
                  <a:txBody>
                    <a:bodyPr/>
                    <a:lstStyle>
                      <a:lvl1pPr>
                        <a:spcBef>
                          <a:spcPct val="20000"/>
                        </a:spcBef>
                        <a:buClr>
                          <a:srgbClr val="C80000"/>
                        </a:buClr>
                        <a:buSzPct val="80000"/>
                        <a:buFont typeface="Wingdings" panose="05000000000000000000" pitchFamily="2" charset="2"/>
                        <a:defRPr sz="2800">
                          <a:solidFill>
                            <a:schemeClr val="tx1"/>
                          </a:solidFill>
                          <a:latin typeface="Times New Roman" panose="02020603050405020304" pitchFamily="18" charset="0"/>
                          <a:ea typeface="宋体" panose="02010600030101010101" pitchFamily="2" charset="-122"/>
                        </a:defRPr>
                      </a:lvl1pPr>
                      <a:lvl2pPr>
                        <a:spcBef>
                          <a:spcPct val="20000"/>
                        </a:spcBef>
                        <a:buClr>
                          <a:srgbClr val="00C800"/>
                        </a:buClr>
                        <a:buSzPct val="8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2pPr>
                      <a:lvl3pPr>
                        <a:spcBef>
                          <a:spcPct val="20000"/>
                        </a:spcBef>
                        <a:buClr>
                          <a:srgbClr val="0000C8"/>
                        </a:buClr>
                        <a:buSzPct val="80000"/>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3pPr>
                      <a:lvl4pPr>
                        <a:spcBef>
                          <a:spcPct val="20000"/>
                        </a:spcBef>
                        <a:buClr>
                          <a:srgbClr val="FF7F00"/>
                        </a:buClr>
                        <a:buSzPct val="8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4pPr>
                      <a:lvl5pPr>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0" lang="zh-CN" altLang="en-US" sz="24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rPr>
                        <a:t>数据报片</a:t>
                      </a:r>
                      <a:r>
                        <a:rPr kumimoji="0" lang="en-US" altLang="zh-CN" sz="24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rPr>
                        <a:t>3</a:t>
                      </a:r>
                      <a:endParaRPr kumimoji="0" lang="en-US" altLang="zh-CN" sz="24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C80000"/>
                        </a:buClr>
                        <a:buSzPct val="80000"/>
                        <a:buFont typeface="Wingdings" panose="05000000000000000000" pitchFamily="2" charset="2"/>
                        <a:defRPr sz="2800">
                          <a:solidFill>
                            <a:schemeClr val="tx1"/>
                          </a:solidFill>
                          <a:latin typeface="Times New Roman" panose="02020603050405020304" pitchFamily="18" charset="0"/>
                          <a:ea typeface="宋体" panose="02010600030101010101" pitchFamily="2" charset="-122"/>
                        </a:defRPr>
                      </a:lvl1pPr>
                      <a:lvl2pPr>
                        <a:spcBef>
                          <a:spcPct val="20000"/>
                        </a:spcBef>
                        <a:buClr>
                          <a:srgbClr val="00C800"/>
                        </a:buClr>
                        <a:buSzPct val="8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2pPr>
                      <a:lvl3pPr>
                        <a:spcBef>
                          <a:spcPct val="20000"/>
                        </a:spcBef>
                        <a:buClr>
                          <a:srgbClr val="0000C8"/>
                        </a:buClr>
                        <a:buSzPct val="80000"/>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3pPr>
                      <a:lvl4pPr>
                        <a:spcBef>
                          <a:spcPct val="20000"/>
                        </a:spcBef>
                        <a:buClr>
                          <a:srgbClr val="FF7F00"/>
                        </a:buClr>
                        <a:buSzPct val="8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4pPr>
                      <a:lvl5pPr>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0" lang="en-US" altLang="zh-CN" sz="24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rPr>
                        <a:t>1020</a:t>
                      </a:r>
                      <a:endParaRPr kumimoji="0" lang="en-US" altLang="zh-CN" sz="24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C80000"/>
                        </a:buClr>
                        <a:buSzPct val="80000"/>
                        <a:buFont typeface="Wingdings" panose="05000000000000000000" pitchFamily="2" charset="2"/>
                        <a:defRPr sz="2800">
                          <a:solidFill>
                            <a:schemeClr val="tx1"/>
                          </a:solidFill>
                          <a:latin typeface="Times New Roman" panose="02020603050405020304" pitchFamily="18" charset="0"/>
                          <a:ea typeface="宋体" panose="02010600030101010101" pitchFamily="2" charset="-122"/>
                        </a:defRPr>
                      </a:lvl1pPr>
                      <a:lvl2pPr>
                        <a:spcBef>
                          <a:spcPct val="20000"/>
                        </a:spcBef>
                        <a:buClr>
                          <a:srgbClr val="00C800"/>
                        </a:buClr>
                        <a:buSzPct val="8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2pPr>
                      <a:lvl3pPr>
                        <a:spcBef>
                          <a:spcPct val="20000"/>
                        </a:spcBef>
                        <a:buClr>
                          <a:srgbClr val="0000C8"/>
                        </a:buClr>
                        <a:buSzPct val="80000"/>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3pPr>
                      <a:lvl4pPr>
                        <a:spcBef>
                          <a:spcPct val="20000"/>
                        </a:spcBef>
                        <a:buClr>
                          <a:srgbClr val="FF7F00"/>
                        </a:buClr>
                        <a:buSzPct val="8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4pPr>
                      <a:lvl5pPr>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0" lang="en-US" altLang="zh-CN" sz="24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rPr>
                        <a:t>12345</a:t>
                      </a:r>
                      <a:endParaRPr kumimoji="0" lang="en-US" altLang="zh-CN" sz="24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C80000"/>
                        </a:buClr>
                        <a:buSzPct val="80000"/>
                        <a:buFont typeface="Wingdings" panose="05000000000000000000" pitchFamily="2" charset="2"/>
                        <a:defRPr sz="2800">
                          <a:solidFill>
                            <a:schemeClr val="tx1"/>
                          </a:solidFill>
                          <a:latin typeface="Times New Roman" panose="02020603050405020304" pitchFamily="18" charset="0"/>
                          <a:ea typeface="宋体" panose="02010600030101010101" pitchFamily="2" charset="-122"/>
                        </a:defRPr>
                      </a:lvl1pPr>
                      <a:lvl2pPr>
                        <a:spcBef>
                          <a:spcPct val="20000"/>
                        </a:spcBef>
                        <a:buClr>
                          <a:srgbClr val="00C800"/>
                        </a:buClr>
                        <a:buSzPct val="8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2pPr>
                      <a:lvl3pPr>
                        <a:spcBef>
                          <a:spcPct val="20000"/>
                        </a:spcBef>
                        <a:buClr>
                          <a:srgbClr val="0000C8"/>
                        </a:buClr>
                        <a:buSzPct val="80000"/>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3pPr>
                      <a:lvl4pPr>
                        <a:spcBef>
                          <a:spcPct val="20000"/>
                        </a:spcBef>
                        <a:buClr>
                          <a:srgbClr val="FF7F00"/>
                        </a:buClr>
                        <a:buSzPct val="8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4pPr>
                      <a:lvl5pPr>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0" lang="en-US" altLang="zh-CN" sz="24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rPr>
                        <a:t>0</a:t>
                      </a:r>
                      <a:endParaRPr kumimoji="0" lang="en-US" altLang="zh-CN" sz="24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C80000"/>
                        </a:buClr>
                        <a:buSzPct val="80000"/>
                        <a:buFont typeface="Wingdings" panose="05000000000000000000" pitchFamily="2" charset="2"/>
                        <a:defRPr sz="2800">
                          <a:solidFill>
                            <a:schemeClr val="tx1"/>
                          </a:solidFill>
                          <a:latin typeface="Times New Roman" panose="02020603050405020304" pitchFamily="18" charset="0"/>
                          <a:ea typeface="宋体" panose="02010600030101010101" pitchFamily="2" charset="-122"/>
                        </a:defRPr>
                      </a:lvl1pPr>
                      <a:lvl2pPr>
                        <a:spcBef>
                          <a:spcPct val="20000"/>
                        </a:spcBef>
                        <a:buClr>
                          <a:srgbClr val="00C800"/>
                        </a:buClr>
                        <a:buSzPct val="8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2pPr>
                      <a:lvl3pPr>
                        <a:spcBef>
                          <a:spcPct val="20000"/>
                        </a:spcBef>
                        <a:buClr>
                          <a:srgbClr val="0000C8"/>
                        </a:buClr>
                        <a:buSzPct val="80000"/>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3pPr>
                      <a:lvl4pPr>
                        <a:spcBef>
                          <a:spcPct val="20000"/>
                        </a:spcBef>
                        <a:buClr>
                          <a:srgbClr val="FF7F00"/>
                        </a:buClr>
                        <a:buSzPct val="8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4pPr>
                      <a:lvl5pPr>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0" lang="en-US" altLang="zh-CN" sz="24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rPr>
                        <a:t>0</a:t>
                      </a:r>
                      <a:endParaRPr kumimoji="0" lang="en-US" altLang="zh-CN" sz="24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C80000"/>
                        </a:buClr>
                        <a:buSzPct val="80000"/>
                        <a:buFont typeface="Wingdings" panose="05000000000000000000" pitchFamily="2" charset="2"/>
                        <a:defRPr sz="2800">
                          <a:solidFill>
                            <a:schemeClr val="tx1"/>
                          </a:solidFill>
                          <a:latin typeface="Times New Roman" panose="02020603050405020304" pitchFamily="18" charset="0"/>
                          <a:ea typeface="宋体" panose="02010600030101010101" pitchFamily="2" charset="-122"/>
                        </a:defRPr>
                      </a:lvl1pPr>
                      <a:lvl2pPr>
                        <a:spcBef>
                          <a:spcPct val="20000"/>
                        </a:spcBef>
                        <a:buClr>
                          <a:srgbClr val="00C800"/>
                        </a:buClr>
                        <a:buSzPct val="8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2pPr>
                      <a:lvl3pPr>
                        <a:spcBef>
                          <a:spcPct val="20000"/>
                        </a:spcBef>
                        <a:buClr>
                          <a:srgbClr val="0000C8"/>
                        </a:buClr>
                        <a:buSzPct val="80000"/>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3pPr>
                      <a:lvl4pPr>
                        <a:spcBef>
                          <a:spcPct val="20000"/>
                        </a:spcBef>
                        <a:buClr>
                          <a:srgbClr val="FF7F00"/>
                        </a:buClr>
                        <a:buSzPct val="8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4pPr>
                      <a:lvl5pPr>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0" lang="en-US" altLang="zh-CN" sz="24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rPr>
                        <a:t>350</a:t>
                      </a:r>
                      <a:endParaRPr kumimoji="0" lang="en-US" altLang="zh-CN" sz="24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611391" name="Text Box 63"/>
          <p:cNvSpPr txBox="1">
            <a:spLocks noChangeArrowheads="1"/>
          </p:cNvSpPr>
          <p:nvPr/>
        </p:nvSpPr>
        <p:spPr bwMode="auto">
          <a:xfrm>
            <a:off x="2063552" y="4365104"/>
            <a:ext cx="8642350" cy="15696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zh-CN" altLang="en-US" sz="2400" dirty="0">
                <a:latin typeface="微软雅黑 Light" panose="020B0502040204020203" pitchFamily="34" charset="-122"/>
                <a:ea typeface="微软雅黑 Light" panose="020B0502040204020203" pitchFamily="34" charset="-122"/>
              </a:rPr>
              <a:t>假定数据报片</a:t>
            </a:r>
            <a:r>
              <a:rPr lang="en-US" altLang="zh-CN" sz="2400" dirty="0">
                <a:latin typeface="微软雅黑 Light" panose="020B0502040204020203" pitchFamily="34" charset="-122"/>
                <a:ea typeface="微软雅黑 Light" panose="020B0502040204020203" pitchFamily="34" charset="-122"/>
              </a:rPr>
              <a:t>2</a:t>
            </a:r>
            <a:r>
              <a:rPr lang="zh-CN" altLang="en-US" sz="2400" dirty="0">
                <a:latin typeface="微软雅黑 Light" panose="020B0502040204020203" pitchFamily="34" charset="-122"/>
                <a:ea typeface="微软雅黑 Light" panose="020B0502040204020203" pitchFamily="34" charset="-122"/>
              </a:rPr>
              <a:t>经过某个网络时还需要再进行分片，分片长度不超过</a:t>
            </a:r>
            <a:r>
              <a:rPr lang="en-US" altLang="zh-CN" sz="2400" dirty="0">
                <a:latin typeface="微软雅黑 Light" panose="020B0502040204020203" pitchFamily="34" charset="-122"/>
                <a:ea typeface="微软雅黑 Light" panose="020B0502040204020203" pitchFamily="34" charset="-122"/>
              </a:rPr>
              <a:t>820</a:t>
            </a:r>
            <a:r>
              <a:rPr lang="zh-CN" altLang="en-US" sz="2400" dirty="0">
                <a:latin typeface="微软雅黑 Light" panose="020B0502040204020203" pitchFamily="34" charset="-122"/>
                <a:ea typeface="微软雅黑 Light" panose="020B0502040204020203" pitchFamily="34" charset="-122"/>
              </a:rPr>
              <a:t>字节。分片后的数据报片的总长度、标识、</a:t>
            </a:r>
            <a:r>
              <a:rPr lang="en-US" altLang="zh-CN" sz="2400" dirty="0">
                <a:latin typeface="微软雅黑 Light" panose="020B0502040204020203" pitchFamily="34" charset="-122"/>
                <a:ea typeface="微软雅黑 Light" panose="020B0502040204020203" pitchFamily="34" charset="-122"/>
              </a:rPr>
              <a:t>MF</a:t>
            </a:r>
            <a:r>
              <a:rPr lang="zh-CN" altLang="en-US" sz="2400" dirty="0">
                <a:latin typeface="微软雅黑 Light" panose="020B0502040204020203" pitchFamily="34" charset="-122"/>
                <a:ea typeface="微软雅黑 Light" panose="020B0502040204020203" pitchFamily="34" charset="-122"/>
              </a:rPr>
              <a:t>、</a:t>
            </a:r>
            <a:r>
              <a:rPr lang="en-US" altLang="zh-CN" sz="2400" dirty="0">
                <a:latin typeface="微软雅黑 Light" panose="020B0502040204020203" pitchFamily="34" charset="-122"/>
                <a:ea typeface="微软雅黑 Light" panose="020B0502040204020203" pitchFamily="34" charset="-122"/>
              </a:rPr>
              <a:t>DF</a:t>
            </a:r>
            <a:r>
              <a:rPr lang="zh-CN" altLang="en-US" sz="2400" dirty="0">
                <a:latin typeface="微软雅黑 Light" panose="020B0502040204020203" pitchFamily="34" charset="-122"/>
                <a:ea typeface="微软雅黑 Light" panose="020B0502040204020203" pitchFamily="34" charset="-122"/>
              </a:rPr>
              <a:t>和片偏移分别为是多少？</a:t>
            </a:r>
            <a:endParaRPr lang="zh-CN" altLang="en-US" sz="2400" dirty="0">
              <a:latin typeface="微软雅黑 Light" panose="020B0502040204020203" pitchFamily="34" charset="-122"/>
              <a:ea typeface="微软雅黑 Light" panose="020B0502040204020203" pitchFamily="34" charset="-122"/>
            </a:endParaRPr>
          </a:p>
          <a:p>
            <a:r>
              <a:rPr lang="zh-CN" altLang="en-US" sz="2400" dirty="0">
                <a:latin typeface="微软雅黑 Light" panose="020B0502040204020203" pitchFamily="34" charset="-122"/>
                <a:ea typeface="微软雅黑 Light" panose="020B0502040204020203" pitchFamily="34" charset="-122"/>
              </a:rPr>
              <a:t>在这种情况下如何恢复原数据报？</a:t>
            </a:r>
            <a:endParaRPr lang="zh-CN" altLang="en-US" sz="2400" dirty="0">
              <a:latin typeface="微软雅黑 Light" panose="020B0502040204020203" pitchFamily="34" charset="-122"/>
              <a:ea typeface="微软雅黑 Light" panose="020B0502040204020203" pitchFamily="34" charset="-122"/>
            </a:endParaRPr>
          </a:p>
        </p:txBody>
      </p:sp>
    </p:spTree>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p:cNvPicPr>
            <a:picLocks noChangeAspect="1"/>
          </p:cNvPicPr>
          <p:nvPr/>
        </p:nvPicPr>
        <p:blipFill>
          <a:blip r:embed="rId1"/>
          <a:stretch>
            <a:fillRect/>
          </a:stretch>
        </p:blipFill>
        <p:spPr>
          <a:xfrm>
            <a:off x="1515320" y="3105859"/>
            <a:ext cx="9161360" cy="3509799"/>
          </a:xfrm>
          <a:prstGeom prst="rect">
            <a:avLst/>
          </a:prstGeom>
        </p:spPr>
      </p:pic>
      <p:sp>
        <p:nvSpPr>
          <p:cNvPr id="6" name="标题 5"/>
          <p:cNvSpPr>
            <a:spLocks noGrp="1"/>
          </p:cNvSpPr>
          <p:nvPr>
            <p:ph type="title"/>
          </p:nvPr>
        </p:nvSpPr>
        <p:spPr/>
        <p:txBody>
          <a:bodyPr/>
          <a:lstStyle/>
          <a:p>
            <a:r>
              <a:rPr lang="en-US" altLang="zh-CN" dirty="0"/>
              <a:t>IP</a:t>
            </a:r>
            <a:r>
              <a:rPr lang="zh-CN" altLang="en-US" dirty="0"/>
              <a:t>报文格式</a:t>
            </a:r>
            <a:endParaRPr lang="zh-CN" altLang="en-US" dirty="0"/>
          </a:p>
        </p:txBody>
      </p:sp>
      <p:sp>
        <p:nvSpPr>
          <p:cNvPr id="3" name="内容占位符 2"/>
          <p:cNvSpPr>
            <a:spLocks noGrp="1"/>
          </p:cNvSpPr>
          <p:nvPr>
            <p:ph idx="1"/>
          </p:nvPr>
        </p:nvSpPr>
        <p:spPr>
          <a:xfrm>
            <a:off x="334434" y="1052515"/>
            <a:ext cx="11523133" cy="2376486"/>
          </a:xfrm>
        </p:spPr>
        <p:txBody>
          <a:bodyPr>
            <a:normAutofit/>
          </a:bodyPr>
          <a:lstStyle/>
          <a:p>
            <a:r>
              <a:rPr lang="zh-CN" altLang="en-US" dirty="0"/>
              <a:t>生存时间：设置数据报可以经过的最多路由器数量</a:t>
            </a:r>
            <a:endParaRPr lang="en-US" altLang="zh-CN" dirty="0"/>
          </a:p>
          <a:p>
            <a:pPr lvl="1"/>
            <a:r>
              <a:rPr lang="zh-CN" altLang="en-US" dirty="0"/>
              <a:t>初始值由源主机设置，通常生存时间的起始值是</a:t>
            </a:r>
            <a:r>
              <a:rPr lang="en-US" altLang="zh-CN" dirty="0"/>
              <a:t>32</a:t>
            </a:r>
            <a:r>
              <a:rPr lang="zh-CN" altLang="en-US" dirty="0"/>
              <a:t>或</a:t>
            </a:r>
            <a:r>
              <a:rPr lang="en-US" altLang="zh-CN" dirty="0"/>
              <a:t>64</a:t>
            </a:r>
            <a:endParaRPr lang="en-US" altLang="zh-CN" dirty="0"/>
          </a:p>
          <a:p>
            <a:pPr lvl="1"/>
            <a:r>
              <a:rPr lang="zh-CN" altLang="en-US" dirty="0"/>
              <a:t>经过一个路由器，它的值减去</a:t>
            </a:r>
            <a:r>
              <a:rPr lang="en-US" altLang="zh-CN" dirty="0"/>
              <a:t>1</a:t>
            </a:r>
            <a:endParaRPr lang="en-US" altLang="zh-CN" dirty="0"/>
          </a:p>
          <a:p>
            <a:pPr lvl="1"/>
            <a:r>
              <a:rPr lang="zh-CN" altLang="en-US" dirty="0"/>
              <a:t>当该字段的值为</a:t>
            </a:r>
            <a:r>
              <a:rPr lang="en-US" altLang="zh-CN" dirty="0"/>
              <a:t>0</a:t>
            </a:r>
            <a:r>
              <a:rPr lang="zh-CN" altLang="en-US" dirty="0"/>
              <a:t>时，该数据报被丢弃</a:t>
            </a:r>
            <a:endParaRPr lang="zh-CN" altLang="en-US" dirty="0"/>
          </a:p>
        </p:txBody>
      </p:sp>
      <p:sp>
        <p:nvSpPr>
          <p:cNvPr id="4" name="灯片编号占位符 3"/>
          <p:cNvSpPr>
            <a:spLocks noGrp="1"/>
          </p:cNvSpPr>
          <p:nvPr>
            <p:ph type="sldNum" sz="quarter" idx="12"/>
          </p:nvPr>
        </p:nvSpPr>
        <p:spPr/>
        <p:txBody>
          <a:bodyPr/>
          <a:lstStyle/>
          <a:p>
            <a:pPr>
              <a:defRPr/>
            </a:pPr>
            <a:fld id="{816960B2-2B11-492C-B588-5290E1274F96}" type="slidenum">
              <a:rPr lang="en-US" altLang="zh-CN" smtClean="0"/>
            </a:fld>
            <a:endParaRPr lang="en-US" altLang="zh-CN" dirty="0"/>
          </a:p>
        </p:txBody>
      </p:sp>
      <p:sp>
        <p:nvSpPr>
          <p:cNvPr id="7" name="矩形 6"/>
          <p:cNvSpPr/>
          <p:nvPr/>
        </p:nvSpPr>
        <p:spPr bwMode="auto">
          <a:xfrm>
            <a:off x="1847528" y="4426717"/>
            <a:ext cx="2088232" cy="459035"/>
          </a:xfrm>
          <a:prstGeom prst="rect">
            <a:avLst/>
          </a:prstGeom>
          <a:noFill/>
          <a:ln w="25400" cap="flat" cmpd="sng" algn="ctr">
            <a:solidFill>
              <a:srgbClr val="FF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ctr"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2000" b="0" i="0" u="none" strike="noStrike" cap="none" normalizeH="0" baseline="0">
              <a:ln>
                <a:noFill/>
              </a:ln>
              <a:solidFill>
                <a:schemeClr val="tx1"/>
              </a:solidFill>
              <a:effectLst/>
              <a:latin typeface="Arial" panose="020B0604020202020204" pitchFamily="34" charset="0"/>
              <a:ea typeface="黑体" panose="02010609060101010101" pitchFamily="49" charset="-122"/>
            </a:endParaRPr>
          </a:p>
        </p:txBody>
      </p:sp>
    </p:spTree>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p:cNvPicPr>
            <a:picLocks noChangeAspect="1"/>
          </p:cNvPicPr>
          <p:nvPr/>
        </p:nvPicPr>
        <p:blipFill>
          <a:blip r:embed="rId1"/>
          <a:stretch>
            <a:fillRect/>
          </a:stretch>
        </p:blipFill>
        <p:spPr>
          <a:xfrm>
            <a:off x="1515320" y="3105859"/>
            <a:ext cx="9161360" cy="3509799"/>
          </a:xfrm>
          <a:prstGeom prst="rect">
            <a:avLst/>
          </a:prstGeom>
        </p:spPr>
      </p:pic>
      <p:sp>
        <p:nvSpPr>
          <p:cNvPr id="6" name="标题 5"/>
          <p:cNvSpPr>
            <a:spLocks noGrp="1"/>
          </p:cNvSpPr>
          <p:nvPr>
            <p:ph type="title"/>
          </p:nvPr>
        </p:nvSpPr>
        <p:spPr/>
        <p:txBody>
          <a:bodyPr/>
          <a:lstStyle/>
          <a:p>
            <a:r>
              <a:rPr lang="en-US" altLang="zh-CN" dirty="0"/>
              <a:t>IP</a:t>
            </a:r>
            <a:r>
              <a:rPr lang="zh-CN" altLang="en-US" dirty="0"/>
              <a:t>报文格式</a:t>
            </a:r>
            <a:endParaRPr lang="zh-CN" altLang="en-US" dirty="0"/>
          </a:p>
        </p:txBody>
      </p:sp>
      <p:sp>
        <p:nvSpPr>
          <p:cNvPr id="3" name="内容占位符 2"/>
          <p:cNvSpPr>
            <a:spLocks noGrp="1"/>
          </p:cNvSpPr>
          <p:nvPr>
            <p:ph idx="1"/>
          </p:nvPr>
        </p:nvSpPr>
        <p:spPr>
          <a:xfrm>
            <a:off x="334434" y="1052515"/>
            <a:ext cx="11523133" cy="2376486"/>
          </a:xfrm>
        </p:spPr>
        <p:txBody>
          <a:bodyPr>
            <a:normAutofit/>
          </a:bodyPr>
          <a:lstStyle/>
          <a:p>
            <a:r>
              <a:rPr lang="zh-CN" altLang="en-US" dirty="0"/>
              <a:t>协议字段：上层所使用的协议。使用协议字段对数据报进行分类，根据它的值可以确定是哪个协议向</a:t>
            </a:r>
            <a:r>
              <a:rPr lang="en-US" altLang="zh-CN" dirty="0"/>
              <a:t>IP</a:t>
            </a:r>
            <a:r>
              <a:rPr lang="zh-CN" altLang="en-US" dirty="0"/>
              <a:t>发送数据报</a:t>
            </a:r>
            <a:endParaRPr lang="zh-CN" altLang="en-US" dirty="0"/>
          </a:p>
        </p:txBody>
      </p:sp>
      <p:sp>
        <p:nvSpPr>
          <p:cNvPr id="4" name="灯片编号占位符 3"/>
          <p:cNvSpPr>
            <a:spLocks noGrp="1"/>
          </p:cNvSpPr>
          <p:nvPr>
            <p:ph type="sldNum" sz="quarter" idx="12"/>
          </p:nvPr>
        </p:nvSpPr>
        <p:spPr/>
        <p:txBody>
          <a:bodyPr/>
          <a:lstStyle/>
          <a:p>
            <a:pPr>
              <a:defRPr/>
            </a:pPr>
            <a:fld id="{816960B2-2B11-492C-B588-5290E1274F96}" type="slidenum">
              <a:rPr lang="en-US" altLang="zh-CN" smtClean="0"/>
            </a:fld>
            <a:endParaRPr lang="en-US" altLang="zh-CN" dirty="0"/>
          </a:p>
        </p:txBody>
      </p:sp>
      <p:sp>
        <p:nvSpPr>
          <p:cNvPr id="7" name="矩形 6"/>
          <p:cNvSpPr/>
          <p:nvPr/>
        </p:nvSpPr>
        <p:spPr bwMode="auto">
          <a:xfrm>
            <a:off x="4007768" y="4426717"/>
            <a:ext cx="2016224" cy="459035"/>
          </a:xfrm>
          <a:prstGeom prst="rect">
            <a:avLst/>
          </a:prstGeom>
          <a:noFill/>
          <a:ln w="25400" cap="flat" cmpd="sng" algn="ctr">
            <a:solidFill>
              <a:srgbClr val="FF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ctr"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2000" b="0" i="0" u="none" strike="noStrike" cap="none" normalizeH="0" baseline="0">
              <a:ln>
                <a:noFill/>
              </a:ln>
              <a:solidFill>
                <a:schemeClr val="tx1"/>
              </a:solidFill>
              <a:effectLst/>
              <a:latin typeface="Arial" panose="020B0604020202020204" pitchFamily="34" charset="0"/>
              <a:ea typeface="黑体" panose="02010609060101010101" pitchFamily="49" charset="-122"/>
            </a:endParaRPr>
          </a:p>
        </p:txBody>
      </p:sp>
      <p:graphicFrame>
        <p:nvGraphicFramePr>
          <p:cNvPr id="10" name="Group 135"/>
          <p:cNvGraphicFramePr>
            <a:graphicFrameLocks noGrp="1"/>
          </p:cNvGraphicFramePr>
          <p:nvPr/>
        </p:nvGraphicFramePr>
        <p:xfrm>
          <a:off x="1955006" y="2247189"/>
          <a:ext cx="8281987" cy="731520"/>
        </p:xfrm>
        <a:graphic>
          <a:graphicData uri="http://schemas.openxmlformats.org/drawingml/2006/table">
            <a:tbl>
              <a:tblPr/>
              <a:tblGrid>
                <a:gridCol w="1628775"/>
                <a:gridCol w="830262"/>
                <a:gridCol w="831850"/>
                <a:gridCol w="831850"/>
                <a:gridCol w="833438"/>
                <a:gridCol w="831850"/>
                <a:gridCol w="831850"/>
                <a:gridCol w="830262"/>
                <a:gridCol w="831850"/>
              </a:tblGrid>
              <a:tr h="324139">
                <a:tc>
                  <a:txBody>
                    <a:bodyPr/>
                    <a:lstStyle>
                      <a:lvl1pPr>
                        <a:spcBef>
                          <a:spcPct val="20000"/>
                        </a:spcBef>
                        <a:buClr>
                          <a:srgbClr val="C80000"/>
                        </a:buClr>
                        <a:buSzPct val="80000"/>
                        <a:buFont typeface="Wingdings" panose="05000000000000000000" pitchFamily="2" charset="2"/>
                        <a:defRPr sz="2800">
                          <a:solidFill>
                            <a:schemeClr val="tx1"/>
                          </a:solidFill>
                          <a:latin typeface="Times New Roman" panose="02020603050405020304" pitchFamily="18" charset="0"/>
                          <a:ea typeface="宋体" panose="02010600030101010101" pitchFamily="2" charset="-122"/>
                        </a:defRPr>
                      </a:lvl1pPr>
                      <a:lvl2pPr>
                        <a:spcBef>
                          <a:spcPct val="20000"/>
                        </a:spcBef>
                        <a:buClr>
                          <a:srgbClr val="00C800"/>
                        </a:buClr>
                        <a:buSzPct val="8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2pPr>
                      <a:lvl3pPr>
                        <a:spcBef>
                          <a:spcPct val="20000"/>
                        </a:spcBef>
                        <a:buClr>
                          <a:srgbClr val="0000C8"/>
                        </a:buClr>
                        <a:buSzPct val="80000"/>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3pPr>
                      <a:lvl4pPr>
                        <a:spcBef>
                          <a:spcPct val="20000"/>
                        </a:spcBef>
                        <a:buClr>
                          <a:srgbClr val="FF7F00"/>
                        </a:buClr>
                        <a:buSzPct val="8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4pPr>
                      <a:lvl5pPr>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0" lang="zh-CN" altLang="en-US" sz="18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rPr>
                        <a:t>协议名</a:t>
                      </a:r>
                      <a:endParaRPr kumimoji="0" lang="zh-CN" altLang="en-US" sz="18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C80000"/>
                        </a:buClr>
                        <a:buSzPct val="80000"/>
                        <a:buFont typeface="Wingdings" panose="05000000000000000000" pitchFamily="2" charset="2"/>
                        <a:defRPr sz="2800">
                          <a:solidFill>
                            <a:schemeClr val="tx1"/>
                          </a:solidFill>
                          <a:latin typeface="Times New Roman" panose="02020603050405020304" pitchFamily="18" charset="0"/>
                          <a:ea typeface="宋体" panose="02010600030101010101" pitchFamily="2" charset="-122"/>
                        </a:defRPr>
                      </a:lvl1pPr>
                      <a:lvl2pPr>
                        <a:spcBef>
                          <a:spcPct val="20000"/>
                        </a:spcBef>
                        <a:buClr>
                          <a:srgbClr val="00C800"/>
                        </a:buClr>
                        <a:buSzPct val="8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2pPr>
                      <a:lvl3pPr>
                        <a:spcBef>
                          <a:spcPct val="20000"/>
                        </a:spcBef>
                        <a:buClr>
                          <a:srgbClr val="0000C8"/>
                        </a:buClr>
                        <a:buSzPct val="80000"/>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3pPr>
                      <a:lvl4pPr>
                        <a:spcBef>
                          <a:spcPct val="20000"/>
                        </a:spcBef>
                        <a:buClr>
                          <a:srgbClr val="FF7F00"/>
                        </a:buClr>
                        <a:buSzPct val="8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4pPr>
                      <a:lvl5pPr>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0" lang="en-US" altLang="zh-CN" sz="18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rPr>
                        <a:t>ICMP</a:t>
                      </a:r>
                      <a:endParaRPr kumimoji="0" lang="en-US" altLang="zh-CN" sz="18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C80000"/>
                        </a:buClr>
                        <a:buSzPct val="80000"/>
                        <a:buFont typeface="Wingdings" panose="05000000000000000000" pitchFamily="2" charset="2"/>
                        <a:defRPr sz="2800">
                          <a:solidFill>
                            <a:schemeClr val="tx1"/>
                          </a:solidFill>
                          <a:latin typeface="Times New Roman" panose="02020603050405020304" pitchFamily="18" charset="0"/>
                          <a:ea typeface="宋体" panose="02010600030101010101" pitchFamily="2" charset="-122"/>
                        </a:defRPr>
                      </a:lvl1pPr>
                      <a:lvl2pPr>
                        <a:spcBef>
                          <a:spcPct val="20000"/>
                        </a:spcBef>
                        <a:buClr>
                          <a:srgbClr val="00C800"/>
                        </a:buClr>
                        <a:buSzPct val="8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2pPr>
                      <a:lvl3pPr>
                        <a:spcBef>
                          <a:spcPct val="20000"/>
                        </a:spcBef>
                        <a:buClr>
                          <a:srgbClr val="0000C8"/>
                        </a:buClr>
                        <a:buSzPct val="80000"/>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3pPr>
                      <a:lvl4pPr>
                        <a:spcBef>
                          <a:spcPct val="20000"/>
                        </a:spcBef>
                        <a:buClr>
                          <a:srgbClr val="FF7F00"/>
                        </a:buClr>
                        <a:buSzPct val="8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4pPr>
                      <a:lvl5pPr>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0" lang="en-US" altLang="zh-CN" sz="18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rPr>
                        <a:t>IGMP</a:t>
                      </a:r>
                      <a:endParaRPr kumimoji="0" lang="en-US" altLang="zh-CN" sz="18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C80000"/>
                        </a:buClr>
                        <a:buSzPct val="80000"/>
                        <a:buFont typeface="Wingdings" panose="05000000000000000000" pitchFamily="2" charset="2"/>
                        <a:defRPr sz="2800">
                          <a:solidFill>
                            <a:schemeClr val="tx1"/>
                          </a:solidFill>
                          <a:latin typeface="Times New Roman" panose="02020603050405020304" pitchFamily="18" charset="0"/>
                          <a:ea typeface="宋体" panose="02010600030101010101" pitchFamily="2" charset="-122"/>
                        </a:defRPr>
                      </a:lvl1pPr>
                      <a:lvl2pPr>
                        <a:spcBef>
                          <a:spcPct val="20000"/>
                        </a:spcBef>
                        <a:buClr>
                          <a:srgbClr val="00C800"/>
                        </a:buClr>
                        <a:buSzPct val="8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2pPr>
                      <a:lvl3pPr>
                        <a:spcBef>
                          <a:spcPct val="20000"/>
                        </a:spcBef>
                        <a:buClr>
                          <a:srgbClr val="0000C8"/>
                        </a:buClr>
                        <a:buSzPct val="80000"/>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3pPr>
                      <a:lvl4pPr>
                        <a:spcBef>
                          <a:spcPct val="20000"/>
                        </a:spcBef>
                        <a:buClr>
                          <a:srgbClr val="FF7F00"/>
                        </a:buClr>
                        <a:buSzPct val="8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4pPr>
                      <a:lvl5pPr>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0" lang="en-US" altLang="zh-CN" sz="18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rPr>
                        <a:t>TCP</a:t>
                      </a:r>
                      <a:endParaRPr kumimoji="0" lang="en-US" altLang="zh-CN" sz="18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C80000"/>
                        </a:buClr>
                        <a:buSzPct val="80000"/>
                        <a:buFont typeface="Wingdings" panose="05000000000000000000" pitchFamily="2" charset="2"/>
                        <a:defRPr sz="2800">
                          <a:solidFill>
                            <a:schemeClr val="tx1"/>
                          </a:solidFill>
                          <a:latin typeface="Times New Roman" panose="02020603050405020304" pitchFamily="18" charset="0"/>
                          <a:ea typeface="宋体" panose="02010600030101010101" pitchFamily="2" charset="-122"/>
                        </a:defRPr>
                      </a:lvl1pPr>
                      <a:lvl2pPr>
                        <a:spcBef>
                          <a:spcPct val="20000"/>
                        </a:spcBef>
                        <a:buClr>
                          <a:srgbClr val="00C800"/>
                        </a:buClr>
                        <a:buSzPct val="8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2pPr>
                      <a:lvl3pPr>
                        <a:spcBef>
                          <a:spcPct val="20000"/>
                        </a:spcBef>
                        <a:buClr>
                          <a:srgbClr val="0000C8"/>
                        </a:buClr>
                        <a:buSzPct val="80000"/>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3pPr>
                      <a:lvl4pPr>
                        <a:spcBef>
                          <a:spcPct val="20000"/>
                        </a:spcBef>
                        <a:buClr>
                          <a:srgbClr val="FF7F00"/>
                        </a:buClr>
                        <a:buSzPct val="8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4pPr>
                      <a:lvl5pPr>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0" lang="en-US" altLang="zh-CN" sz="18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rPr>
                        <a:t>EGP</a:t>
                      </a:r>
                      <a:endParaRPr kumimoji="0" lang="en-US" altLang="zh-CN" sz="18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C80000"/>
                        </a:buClr>
                        <a:buSzPct val="80000"/>
                        <a:buFont typeface="Wingdings" panose="05000000000000000000" pitchFamily="2" charset="2"/>
                        <a:defRPr sz="2800">
                          <a:solidFill>
                            <a:schemeClr val="tx1"/>
                          </a:solidFill>
                          <a:latin typeface="Times New Roman" panose="02020603050405020304" pitchFamily="18" charset="0"/>
                          <a:ea typeface="宋体" panose="02010600030101010101" pitchFamily="2" charset="-122"/>
                        </a:defRPr>
                      </a:lvl1pPr>
                      <a:lvl2pPr>
                        <a:spcBef>
                          <a:spcPct val="20000"/>
                        </a:spcBef>
                        <a:buClr>
                          <a:srgbClr val="00C800"/>
                        </a:buClr>
                        <a:buSzPct val="8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2pPr>
                      <a:lvl3pPr>
                        <a:spcBef>
                          <a:spcPct val="20000"/>
                        </a:spcBef>
                        <a:buClr>
                          <a:srgbClr val="0000C8"/>
                        </a:buClr>
                        <a:buSzPct val="80000"/>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3pPr>
                      <a:lvl4pPr>
                        <a:spcBef>
                          <a:spcPct val="20000"/>
                        </a:spcBef>
                        <a:buClr>
                          <a:srgbClr val="FF7F00"/>
                        </a:buClr>
                        <a:buSzPct val="8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4pPr>
                      <a:lvl5pPr>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0" lang="en-US" altLang="zh-CN" sz="18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rPr>
                        <a:t>IGP</a:t>
                      </a:r>
                      <a:endParaRPr kumimoji="0" lang="en-US" altLang="zh-CN" sz="18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C80000"/>
                        </a:buClr>
                        <a:buSzPct val="80000"/>
                        <a:buFont typeface="Wingdings" panose="05000000000000000000" pitchFamily="2" charset="2"/>
                        <a:defRPr sz="2800">
                          <a:solidFill>
                            <a:schemeClr val="tx1"/>
                          </a:solidFill>
                          <a:latin typeface="Times New Roman" panose="02020603050405020304" pitchFamily="18" charset="0"/>
                          <a:ea typeface="宋体" panose="02010600030101010101" pitchFamily="2" charset="-122"/>
                        </a:defRPr>
                      </a:lvl1pPr>
                      <a:lvl2pPr>
                        <a:spcBef>
                          <a:spcPct val="20000"/>
                        </a:spcBef>
                        <a:buClr>
                          <a:srgbClr val="00C800"/>
                        </a:buClr>
                        <a:buSzPct val="8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2pPr>
                      <a:lvl3pPr>
                        <a:spcBef>
                          <a:spcPct val="20000"/>
                        </a:spcBef>
                        <a:buClr>
                          <a:srgbClr val="0000C8"/>
                        </a:buClr>
                        <a:buSzPct val="80000"/>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3pPr>
                      <a:lvl4pPr>
                        <a:spcBef>
                          <a:spcPct val="20000"/>
                        </a:spcBef>
                        <a:buClr>
                          <a:srgbClr val="FF7F00"/>
                        </a:buClr>
                        <a:buSzPct val="8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4pPr>
                      <a:lvl5pPr>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0" lang="en-US" altLang="zh-CN" sz="18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rPr>
                        <a:t>UDP</a:t>
                      </a:r>
                      <a:endParaRPr kumimoji="0" lang="en-US" altLang="zh-CN" sz="18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C80000"/>
                        </a:buClr>
                        <a:buSzPct val="80000"/>
                        <a:buFont typeface="Wingdings" panose="05000000000000000000" pitchFamily="2" charset="2"/>
                        <a:defRPr sz="2800">
                          <a:solidFill>
                            <a:schemeClr val="tx1"/>
                          </a:solidFill>
                          <a:latin typeface="Times New Roman" panose="02020603050405020304" pitchFamily="18" charset="0"/>
                          <a:ea typeface="宋体" panose="02010600030101010101" pitchFamily="2" charset="-122"/>
                        </a:defRPr>
                      </a:lvl1pPr>
                      <a:lvl2pPr>
                        <a:spcBef>
                          <a:spcPct val="20000"/>
                        </a:spcBef>
                        <a:buClr>
                          <a:srgbClr val="00C800"/>
                        </a:buClr>
                        <a:buSzPct val="8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2pPr>
                      <a:lvl3pPr>
                        <a:spcBef>
                          <a:spcPct val="20000"/>
                        </a:spcBef>
                        <a:buClr>
                          <a:srgbClr val="0000C8"/>
                        </a:buClr>
                        <a:buSzPct val="80000"/>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3pPr>
                      <a:lvl4pPr>
                        <a:spcBef>
                          <a:spcPct val="20000"/>
                        </a:spcBef>
                        <a:buClr>
                          <a:srgbClr val="FF7F00"/>
                        </a:buClr>
                        <a:buSzPct val="8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4pPr>
                      <a:lvl5pPr>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0" lang="en-US" altLang="zh-CN" sz="18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rPr>
                        <a:t>IPv6</a:t>
                      </a:r>
                      <a:endParaRPr kumimoji="0" lang="en-US" altLang="zh-CN" sz="18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C80000"/>
                        </a:buClr>
                        <a:buSzPct val="80000"/>
                        <a:buFont typeface="Wingdings" panose="05000000000000000000" pitchFamily="2" charset="2"/>
                        <a:defRPr sz="2800">
                          <a:solidFill>
                            <a:schemeClr val="tx1"/>
                          </a:solidFill>
                          <a:latin typeface="Times New Roman" panose="02020603050405020304" pitchFamily="18" charset="0"/>
                          <a:ea typeface="宋体" panose="02010600030101010101" pitchFamily="2" charset="-122"/>
                        </a:defRPr>
                      </a:lvl1pPr>
                      <a:lvl2pPr>
                        <a:spcBef>
                          <a:spcPct val="20000"/>
                        </a:spcBef>
                        <a:buClr>
                          <a:srgbClr val="00C800"/>
                        </a:buClr>
                        <a:buSzPct val="8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2pPr>
                      <a:lvl3pPr>
                        <a:spcBef>
                          <a:spcPct val="20000"/>
                        </a:spcBef>
                        <a:buClr>
                          <a:srgbClr val="0000C8"/>
                        </a:buClr>
                        <a:buSzPct val="80000"/>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3pPr>
                      <a:lvl4pPr>
                        <a:spcBef>
                          <a:spcPct val="20000"/>
                        </a:spcBef>
                        <a:buClr>
                          <a:srgbClr val="FF7F00"/>
                        </a:buClr>
                        <a:buSzPct val="8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4pPr>
                      <a:lvl5pPr>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0" lang="en-US" altLang="zh-CN" sz="18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rPr>
                        <a:t>OSPF</a:t>
                      </a:r>
                      <a:endParaRPr kumimoji="0" lang="en-US" altLang="zh-CN" sz="18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25300">
                <a:tc>
                  <a:txBody>
                    <a:bodyPr/>
                    <a:lstStyle>
                      <a:lvl1pPr>
                        <a:spcBef>
                          <a:spcPct val="20000"/>
                        </a:spcBef>
                        <a:buClr>
                          <a:srgbClr val="C80000"/>
                        </a:buClr>
                        <a:buSzPct val="80000"/>
                        <a:buFont typeface="Wingdings" panose="05000000000000000000" pitchFamily="2" charset="2"/>
                        <a:defRPr sz="2800">
                          <a:solidFill>
                            <a:schemeClr val="tx1"/>
                          </a:solidFill>
                          <a:latin typeface="Times New Roman" panose="02020603050405020304" pitchFamily="18" charset="0"/>
                          <a:ea typeface="宋体" panose="02010600030101010101" pitchFamily="2" charset="-122"/>
                        </a:defRPr>
                      </a:lvl1pPr>
                      <a:lvl2pPr>
                        <a:spcBef>
                          <a:spcPct val="20000"/>
                        </a:spcBef>
                        <a:buClr>
                          <a:srgbClr val="00C800"/>
                        </a:buClr>
                        <a:buSzPct val="8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2pPr>
                      <a:lvl3pPr>
                        <a:spcBef>
                          <a:spcPct val="20000"/>
                        </a:spcBef>
                        <a:buClr>
                          <a:srgbClr val="0000C8"/>
                        </a:buClr>
                        <a:buSzPct val="80000"/>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3pPr>
                      <a:lvl4pPr>
                        <a:spcBef>
                          <a:spcPct val="20000"/>
                        </a:spcBef>
                        <a:buClr>
                          <a:srgbClr val="FF7F00"/>
                        </a:buClr>
                        <a:buSzPct val="8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4pPr>
                      <a:lvl5pPr>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0" lang="zh-CN" altLang="en-US" sz="18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rPr>
                        <a:t>协议字段值</a:t>
                      </a:r>
                      <a:endParaRPr kumimoji="0" lang="zh-CN" altLang="en-US" sz="18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C80000"/>
                        </a:buClr>
                        <a:buSzPct val="80000"/>
                        <a:buFont typeface="Wingdings" panose="05000000000000000000" pitchFamily="2" charset="2"/>
                        <a:defRPr sz="2800">
                          <a:solidFill>
                            <a:schemeClr val="tx1"/>
                          </a:solidFill>
                          <a:latin typeface="Times New Roman" panose="02020603050405020304" pitchFamily="18" charset="0"/>
                          <a:ea typeface="宋体" panose="02010600030101010101" pitchFamily="2" charset="-122"/>
                        </a:defRPr>
                      </a:lvl1pPr>
                      <a:lvl2pPr>
                        <a:spcBef>
                          <a:spcPct val="20000"/>
                        </a:spcBef>
                        <a:buClr>
                          <a:srgbClr val="00C800"/>
                        </a:buClr>
                        <a:buSzPct val="8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2pPr>
                      <a:lvl3pPr>
                        <a:spcBef>
                          <a:spcPct val="20000"/>
                        </a:spcBef>
                        <a:buClr>
                          <a:srgbClr val="0000C8"/>
                        </a:buClr>
                        <a:buSzPct val="80000"/>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3pPr>
                      <a:lvl4pPr>
                        <a:spcBef>
                          <a:spcPct val="20000"/>
                        </a:spcBef>
                        <a:buClr>
                          <a:srgbClr val="FF7F00"/>
                        </a:buClr>
                        <a:buSzPct val="8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4pPr>
                      <a:lvl5pPr>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0" lang="en-US" altLang="zh-CN" sz="18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rPr>
                        <a:t>1</a:t>
                      </a:r>
                      <a:endParaRPr kumimoji="0" lang="en-US" altLang="zh-CN" sz="18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C80000"/>
                        </a:buClr>
                        <a:buSzPct val="80000"/>
                        <a:buFont typeface="Wingdings" panose="05000000000000000000" pitchFamily="2" charset="2"/>
                        <a:defRPr sz="2800">
                          <a:solidFill>
                            <a:schemeClr val="tx1"/>
                          </a:solidFill>
                          <a:latin typeface="Times New Roman" panose="02020603050405020304" pitchFamily="18" charset="0"/>
                          <a:ea typeface="宋体" panose="02010600030101010101" pitchFamily="2" charset="-122"/>
                        </a:defRPr>
                      </a:lvl1pPr>
                      <a:lvl2pPr>
                        <a:spcBef>
                          <a:spcPct val="20000"/>
                        </a:spcBef>
                        <a:buClr>
                          <a:srgbClr val="00C800"/>
                        </a:buClr>
                        <a:buSzPct val="8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2pPr>
                      <a:lvl3pPr>
                        <a:spcBef>
                          <a:spcPct val="20000"/>
                        </a:spcBef>
                        <a:buClr>
                          <a:srgbClr val="0000C8"/>
                        </a:buClr>
                        <a:buSzPct val="80000"/>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3pPr>
                      <a:lvl4pPr>
                        <a:spcBef>
                          <a:spcPct val="20000"/>
                        </a:spcBef>
                        <a:buClr>
                          <a:srgbClr val="FF7F00"/>
                        </a:buClr>
                        <a:buSzPct val="8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4pPr>
                      <a:lvl5pPr>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0" lang="en-US" altLang="zh-CN" sz="18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rPr>
                        <a:t>2</a:t>
                      </a:r>
                      <a:endParaRPr kumimoji="0" lang="en-US" altLang="zh-CN" sz="18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C80000"/>
                        </a:buClr>
                        <a:buSzPct val="80000"/>
                        <a:buFont typeface="Wingdings" panose="05000000000000000000" pitchFamily="2" charset="2"/>
                        <a:defRPr sz="2800">
                          <a:solidFill>
                            <a:schemeClr val="tx1"/>
                          </a:solidFill>
                          <a:latin typeface="Times New Roman" panose="02020603050405020304" pitchFamily="18" charset="0"/>
                          <a:ea typeface="宋体" panose="02010600030101010101" pitchFamily="2" charset="-122"/>
                        </a:defRPr>
                      </a:lvl1pPr>
                      <a:lvl2pPr>
                        <a:spcBef>
                          <a:spcPct val="20000"/>
                        </a:spcBef>
                        <a:buClr>
                          <a:srgbClr val="00C800"/>
                        </a:buClr>
                        <a:buSzPct val="8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2pPr>
                      <a:lvl3pPr>
                        <a:spcBef>
                          <a:spcPct val="20000"/>
                        </a:spcBef>
                        <a:buClr>
                          <a:srgbClr val="0000C8"/>
                        </a:buClr>
                        <a:buSzPct val="80000"/>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3pPr>
                      <a:lvl4pPr>
                        <a:spcBef>
                          <a:spcPct val="20000"/>
                        </a:spcBef>
                        <a:buClr>
                          <a:srgbClr val="FF7F00"/>
                        </a:buClr>
                        <a:buSzPct val="8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4pPr>
                      <a:lvl5pPr>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0" lang="en-US" altLang="zh-CN" sz="18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rPr>
                        <a:t>6</a:t>
                      </a:r>
                      <a:endParaRPr kumimoji="0" lang="en-US" altLang="zh-CN" sz="18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C80000"/>
                        </a:buClr>
                        <a:buSzPct val="80000"/>
                        <a:buFont typeface="Wingdings" panose="05000000000000000000" pitchFamily="2" charset="2"/>
                        <a:defRPr sz="2800">
                          <a:solidFill>
                            <a:schemeClr val="tx1"/>
                          </a:solidFill>
                          <a:latin typeface="Times New Roman" panose="02020603050405020304" pitchFamily="18" charset="0"/>
                          <a:ea typeface="宋体" panose="02010600030101010101" pitchFamily="2" charset="-122"/>
                        </a:defRPr>
                      </a:lvl1pPr>
                      <a:lvl2pPr>
                        <a:spcBef>
                          <a:spcPct val="20000"/>
                        </a:spcBef>
                        <a:buClr>
                          <a:srgbClr val="00C800"/>
                        </a:buClr>
                        <a:buSzPct val="8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2pPr>
                      <a:lvl3pPr>
                        <a:spcBef>
                          <a:spcPct val="20000"/>
                        </a:spcBef>
                        <a:buClr>
                          <a:srgbClr val="0000C8"/>
                        </a:buClr>
                        <a:buSzPct val="80000"/>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3pPr>
                      <a:lvl4pPr>
                        <a:spcBef>
                          <a:spcPct val="20000"/>
                        </a:spcBef>
                        <a:buClr>
                          <a:srgbClr val="FF7F00"/>
                        </a:buClr>
                        <a:buSzPct val="8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4pPr>
                      <a:lvl5pPr>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0" lang="en-US" altLang="zh-CN" sz="18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rPr>
                        <a:t>8</a:t>
                      </a:r>
                      <a:endParaRPr kumimoji="0" lang="en-US" altLang="zh-CN" sz="18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C80000"/>
                        </a:buClr>
                        <a:buSzPct val="80000"/>
                        <a:buFont typeface="Wingdings" panose="05000000000000000000" pitchFamily="2" charset="2"/>
                        <a:defRPr sz="2800">
                          <a:solidFill>
                            <a:schemeClr val="tx1"/>
                          </a:solidFill>
                          <a:latin typeface="Times New Roman" panose="02020603050405020304" pitchFamily="18" charset="0"/>
                          <a:ea typeface="宋体" panose="02010600030101010101" pitchFamily="2" charset="-122"/>
                        </a:defRPr>
                      </a:lvl1pPr>
                      <a:lvl2pPr>
                        <a:spcBef>
                          <a:spcPct val="20000"/>
                        </a:spcBef>
                        <a:buClr>
                          <a:srgbClr val="00C800"/>
                        </a:buClr>
                        <a:buSzPct val="8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2pPr>
                      <a:lvl3pPr>
                        <a:spcBef>
                          <a:spcPct val="20000"/>
                        </a:spcBef>
                        <a:buClr>
                          <a:srgbClr val="0000C8"/>
                        </a:buClr>
                        <a:buSzPct val="80000"/>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3pPr>
                      <a:lvl4pPr>
                        <a:spcBef>
                          <a:spcPct val="20000"/>
                        </a:spcBef>
                        <a:buClr>
                          <a:srgbClr val="FF7F00"/>
                        </a:buClr>
                        <a:buSzPct val="8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4pPr>
                      <a:lvl5pPr>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0" lang="en-US" altLang="zh-CN" sz="18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rPr>
                        <a:t>9</a:t>
                      </a:r>
                      <a:endParaRPr kumimoji="0" lang="en-US" altLang="zh-CN" sz="18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C80000"/>
                        </a:buClr>
                        <a:buSzPct val="80000"/>
                        <a:buFont typeface="Wingdings" panose="05000000000000000000" pitchFamily="2" charset="2"/>
                        <a:defRPr sz="2800">
                          <a:solidFill>
                            <a:schemeClr val="tx1"/>
                          </a:solidFill>
                          <a:latin typeface="Times New Roman" panose="02020603050405020304" pitchFamily="18" charset="0"/>
                          <a:ea typeface="宋体" panose="02010600030101010101" pitchFamily="2" charset="-122"/>
                        </a:defRPr>
                      </a:lvl1pPr>
                      <a:lvl2pPr>
                        <a:spcBef>
                          <a:spcPct val="20000"/>
                        </a:spcBef>
                        <a:buClr>
                          <a:srgbClr val="00C800"/>
                        </a:buClr>
                        <a:buSzPct val="8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2pPr>
                      <a:lvl3pPr>
                        <a:spcBef>
                          <a:spcPct val="20000"/>
                        </a:spcBef>
                        <a:buClr>
                          <a:srgbClr val="0000C8"/>
                        </a:buClr>
                        <a:buSzPct val="80000"/>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3pPr>
                      <a:lvl4pPr>
                        <a:spcBef>
                          <a:spcPct val="20000"/>
                        </a:spcBef>
                        <a:buClr>
                          <a:srgbClr val="FF7F00"/>
                        </a:buClr>
                        <a:buSzPct val="8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4pPr>
                      <a:lvl5pPr>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0" lang="en-US" altLang="zh-CN" sz="18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rPr>
                        <a:t>17</a:t>
                      </a:r>
                      <a:endParaRPr kumimoji="0" lang="en-US" altLang="zh-CN" sz="18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C80000"/>
                        </a:buClr>
                        <a:buSzPct val="80000"/>
                        <a:buFont typeface="Wingdings" panose="05000000000000000000" pitchFamily="2" charset="2"/>
                        <a:defRPr sz="2800">
                          <a:solidFill>
                            <a:schemeClr val="tx1"/>
                          </a:solidFill>
                          <a:latin typeface="Times New Roman" panose="02020603050405020304" pitchFamily="18" charset="0"/>
                          <a:ea typeface="宋体" panose="02010600030101010101" pitchFamily="2" charset="-122"/>
                        </a:defRPr>
                      </a:lvl1pPr>
                      <a:lvl2pPr>
                        <a:spcBef>
                          <a:spcPct val="20000"/>
                        </a:spcBef>
                        <a:buClr>
                          <a:srgbClr val="00C800"/>
                        </a:buClr>
                        <a:buSzPct val="8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2pPr>
                      <a:lvl3pPr>
                        <a:spcBef>
                          <a:spcPct val="20000"/>
                        </a:spcBef>
                        <a:buClr>
                          <a:srgbClr val="0000C8"/>
                        </a:buClr>
                        <a:buSzPct val="80000"/>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3pPr>
                      <a:lvl4pPr>
                        <a:spcBef>
                          <a:spcPct val="20000"/>
                        </a:spcBef>
                        <a:buClr>
                          <a:srgbClr val="FF7F00"/>
                        </a:buClr>
                        <a:buSzPct val="8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4pPr>
                      <a:lvl5pPr>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0" lang="en-US" altLang="zh-CN" sz="18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rPr>
                        <a:t>41</a:t>
                      </a:r>
                      <a:endParaRPr kumimoji="0" lang="en-US" altLang="zh-CN" sz="18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C80000"/>
                        </a:buClr>
                        <a:buSzPct val="80000"/>
                        <a:buFont typeface="Wingdings" panose="05000000000000000000" pitchFamily="2" charset="2"/>
                        <a:defRPr sz="2800">
                          <a:solidFill>
                            <a:schemeClr val="tx1"/>
                          </a:solidFill>
                          <a:latin typeface="Times New Roman" panose="02020603050405020304" pitchFamily="18" charset="0"/>
                          <a:ea typeface="宋体" panose="02010600030101010101" pitchFamily="2" charset="-122"/>
                        </a:defRPr>
                      </a:lvl1pPr>
                      <a:lvl2pPr>
                        <a:spcBef>
                          <a:spcPct val="20000"/>
                        </a:spcBef>
                        <a:buClr>
                          <a:srgbClr val="00C800"/>
                        </a:buClr>
                        <a:buSzPct val="8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2pPr>
                      <a:lvl3pPr>
                        <a:spcBef>
                          <a:spcPct val="20000"/>
                        </a:spcBef>
                        <a:buClr>
                          <a:srgbClr val="0000C8"/>
                        </a:buClr>
                        <a:buSzPct val="80000"/>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3pPr>
                      <a:lvl4pPr>
                        <a:spcBef>
                          <a:spcPct val="20000"/>
                        </a:spcBef>
                        <a:buClr>
                          <a:srgbClr val="FF7F00"/>
                        </a:buClr>
                        <a:buSzPct val="8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4pPr>
                      <a:lvl5pPr>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0" lang="en-US" altLang="zh-CN" sz="18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rPr>
                        <a:t>89</a:t>
                      </a:r>
                      <a:endParaRPr kumimoji="0" lang="en-US" altLang="zh-CN" sz="18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Tree>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p:cNvPicPr>
            <a:picLocks noChangeAspect="1"/>
          </p:cNvPicPr>
          <p:nvPr/>
        </p:nvPicPr>
        <p:blipFill>
          <a:blip r:embed="rId1"/>
          <a:stretch>
            <a:fillRect/>
          </a:stretch>
        </p:blipFill>
        <p:spPr>
          <a:xfrm>
            <a:off x="1515320" y="3105859"/>
            <a:ext cx="9161360" cy="3509799"/>
          </a:xfrm>
          <a:prstGeom prst="rect">
            <a:avLst/>
          </a:prstGeom>
        </p:spPr>
      </p:pic>
      <p:sp>
        <p:nvSpPr>
          <p:cNvPr id="6" name="标题 5"/>
          <p:cNvSpPr>
            <a:spLocks noGrp="1"/>
          </p:cNvSpPr>
          <p:nvPr>
            <p:ph type="title"/>
          </p:nvPr>
        </p:nvSpPr>
        <p:spPr/>
        <p:txBody>
          <a:bodyPr/>
          <a:lstStyle/>
          <a:p>
            <a:r>
              <a:rPr lang="en-US" altLang="zh-CN" dirty="0"/>
              <a:t>IP</a:t>
            </a:r>
            <a:r>
              <a:rPr lang="zh-CN" altLang="en-US" dirty="0"/>
              <a:t>报文格式</a:t>
            </a:r>
            <a:endParaRPr lang="zh-CN" altLang="en-US" dirty="0"/>
          </a:p>
        </p:txBody>
      </p:sp>
      <p:sp>
        <p:nvSpPr>
          <p:cNvPr id="3" name="内容占位符 2"/>
          <p:cNvSpPr>
            <a:spLocks noGrp="1"/>
          </p:cNvSpPr>
          <p:nvPr>
            <p:ph idx="1"/>
          </p:nvPr>
        </p:nvSpPr>
        <p:spPr>
          <a:xfrm>
            <a:off x="334434" y="1052515"/>
            <a:ext cx="11523133" cy="2376486"/>
          </a:xfrm>
        </p:spPr>
        <p:txBody>
          <a:bodyPr>
            <a:normAutofit/>
          </a:bodyPr>
          <a:lstStyle/>
          <a:p>
            <a:r>
              <a:rPr lang="zh-CN" altLang="en-US" dirty="0"/>
              <a:t>报头检查和：根据</a:t>
            </a:r>
            <a:r>
              <a:rPr lang="en-US" altLang="zh-CN" dirty="0"/>
              <a:t>IP</a:t>
            </a:r>
            <a:r>
              <a:rPr lang="zh-CN" altLang="en-US" dirty="0"/>
              <a:t>报头计算的检查和，不对报头后面的数据进行计算</a:t>
            </a:r>
            <a:endParaRPr lang="zh-CN" altLang="en-US" dirty="0"/>
          </a:p>
          <a:p>
            <a:pPr lvl="1"/>
            <a:r>
              <a:rPr lang="zh-CN" altLang="en-US" dirty="0"/>
              <a:t>如果检查和错误，那么</a:t>
            </a:r>
            <a:r>
              <a:rPr lang="en-US" altLang="zh-CN" dirty="0"/>
              <a:t>IP</a:t>
            </a:r>
            <a:r>
              <a:rPr lang="zh-CN" altLang="en-US" dirty="0"/>
              <a:t>丢弃该数据报，但不生成差错报文，由上层去发现丢失的数据报并进行重传</a:t>
            </a:r>
            <a:endParaRPr lang="zh-CN" altLang="en-US" dirty="0"/>
          </a:p>
          <a:p>
            <a:pPr lvl="1"/>
            <a:r>
              <a:rPr lang="zh-CN" altLang="en-US" dirty="0"/>
              <a:t>检验和采用</a:t>
            </a:r>
            <a:r>
              <a:rPr lang="en-US" altLang="zh-CN" dirty="0"/>
              <a:t>16</a:t>
            </a:r>
            <a:r>
              <a:rPr lang="zh-CN" altLang="en-US" dirty="0"/>
              <a:t>位反码求和的算法， </a:t>
            </a:r>
            <a:r>
              <a:rPr lang="en-US" altLang="zh-CN" dirty="0"/>
              <a:t>RFC1141</a:t>
            </a:r>
            <a:r>
              <a:rPr lang="zh-CN" altLang="en-US" dirty="0"/>
              <a:t>给出了增量式修改检查和的方法</a:t>
            </a:r>
            <a:endParaRPr lang="zh-CN" altLang="en-US" dirty="0"/>
          </a:p>
        </p:txBody>
      </p:sp>
      <p:sp>
        <p:nvSpPr>
          <p:cNvPr id="4" name="灯片编号占位符 3"/>
          <p:cNvSpPr>
            <a:spLocks noGrp="1"/>
          </p:cNvSpPr>
          <p:nvPr>
            <p:ph type="sldNum" sz="quarter" idx="12"/>
          </p:nvPr>
        </p:nvSpPr>
        <p:spPr/>
        <p:txBody>
          <a:bodyPr/>
          <a:lstStyle/>
          <a:p>
            <a:pPr>
              <a:defRPr/>
            </a:pPr>
            <a:fld id="{816960B2-2B11-492C-B588-5290E1274F96}" type="slidenum">
              <a:rPr lang="en-US" altLang="zh-CN" smtClean="0"/>
            </a:fld>
            <a:endParaRPr lang="en-US" altLang="zh-CN" dirty="0"/>
          </a:p>
        </p:txBody>
      </p:sp>
      <p:sp>
        <p:nvSpPr>
          <p:cNvPr id="7" name="矩形 6"/>
          <p:cNvSpPr/>
          <p:nvPr/>
        </p:nvSpPr>
        <p:spPr bwMode="auto">
          <a:xfrm>
            <a:off x="6168008" y="4426717"/>
            <a:ext cx="4176464" cy="459035"/>
          </a:xfrm>
          <a:prstGeom prst="rect">
            <a:avLst/>
          </a:prstGeom>
          <a:noFill/>
          <a:ln w="25400" cap="flat" cmpd="sng" algn="ctr">
            <a:solidFill>
              <a:srgbClr val="FF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ctr"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2000" b="0" i="0" u="none" strike="noStrike" cap="none" normalizeH="0" baseline="0">
              <a:ln>
                <a:noFill/>
              </a:ln>
              <a:solidFill>
                <a:schemeClr val="tx1"/>
              </a:solidFill>
              <a:effectLst/>
              <a:latin typeface="Arial" panose="020B0604020202020204" pitchFamily="34" charset="0"/>
              <a:ea typeface="黑体" panose="02010609060101010101" pitchFamily="49" charset="-122"/>
            </a:endParaRPr>
          </a:p>
        </p:txBody>
      </p:sp>
    </p:spTree>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16</a:t>
            </a:r>
            <a:r>
              <a:rPr lang="zh-CN" altLang="en-US" dirty="0"/>
              <a:t>位反码求和的算法</a:t>
            </a:r>
            <a:endParaRPr lang="zh-CN" altLang="en-US" dirty="0"/>
          </a:p>
        </p:txBody>
      </p:sp>
      <p:sp>
        <p:nvSpPr>
          <p:cNvPr id="3" name="灯片编号占位符 2"/>
          <p:cNvSpPr>
            <a:spLocks noGrp="1"/>
          </p:cNvSpPr>
          <p:nvPr>
            <p:ph type="sldNum" sz="quarter" idx="12"/>
          </p:nvPr>
        </p:nvSpPr>
        <p:spPr/>
        <p:txBody>
          <a:bodyPr/>
          <a:lstStyle/>
          <a:p>
            <a:pPr>
              <a:defRPr/>
            </a:pPr>
            <a:fld id="{A48A0D3F-54C8-4397-8424-A82B96940146}" type="slidenum">
              <a:rPr lang="en-US" altLang="zh-CN" smtClean="0"/>
            </a:fld>
            <a:endParaRPr lang="en-US" altLang="zh-CN"/>
          </a:p>
        </p:txBody>
      </p:sp>
      <p:pic>
        <p:nvPicPr>
          <p:cNvPr id="4" name="图片 3"/>
          <p:cNvPicPr>
            <a:picLocks noChangeAspect="1"/>
          </p:cNvPicPr>
          <p:nvPr/>
        </p:nvPicPr>
        <p:blipFill rotWithShape="1">
          <a:blip r:embed="rId1"/>
          <a:srcRect b="22248"/>
          <a:stretch>
            <a:fillRect/>
          </a:stretch>
        </p:blipFill>
        <p:spPr>
          <a:xfrm>
            <a:off x="403556" y="1528920"/>
            <a:ext cx="4620278" cy="1593795"/>
          </a:xfrm>
          <a:prstGeom prst="rect">
            <a:avLst/>
          </a:prstGeom>
        </p:spPr>
      </p:pic>
      <p:sp>
        <p:nvSpPr>
          <p:cNvPr id="5" name="文本框 4"/>
          <p:cNvSpPr txBox="1"/>
          <p:nvPr/>
        </p:nvSpPr>
        <p:spPr>
          <a:xfrm>
            <a:off x="4281156" y="2044223"/>
            <a:ext cx="543739" cy="398379"/>
          </a:xfrm>
          <a:prstGeom prst="rect">
            <a:avLst/>
          </a:prstGeom>
          <a:noFill/>
        </p:spPr>
        <p:txBody>
          <a:bodyPr wrap="none" rtlCol="0">
            <a:spAutoFit/>
          </a:bodyPr>
          <a:lstStyle/>
          <a:p>
            <a:pPr>
              <a:lnSpc>
                <a:spcPct val="120000"/>
              </a:lnSpc>
            </a:pPr>
            <a:r>
              <a:rPr lang="zh-CN" altLang="en-US" sz="1800" dirty="0">
                <a:solidFill>
                  <a:srgbClr val="FF0000"/>
                </a:solidFill>
                <a:latin typeface="微软雅黑 Light" panose="020B0502040204020203" pitchFamily="34" charset="-122"/>
                <a:ea typeface="微软雅黑 Light" panose="020B0502040204020203" pitchFamily="34" charset="-122"/>
                <a:cs typeface="+mn-ea"/>
                <a:sym typeface="+mn-lt"/>
              </a:rPr>
              <a:t>置</a:t>
            </a:r>
            <a:r>
              <a:rPr lang="en-US" altLang="zh-CN" sz="1800" dirty="0">
                <a:solidFill>
                  <a:srgbClr val="FF0000"/>
                </a:solidFill>
                <a:latin typeface="微软雅黑 Light" panose="020B0502040204020203" pitchFamily="34" charset="-122"/>
                <a:ea typeface="微软雅黑 Light" panose="020B0502040204020203" pitchFamily="34" charset="-122"/>
                <a:cs typeface="+mn-ea"/>
                <a:sym typeface="+mn-lt"/>
              </a:rPr>
              <a:t>0</a:t>
            </a:r>
            <a:endParaRPr lang="zh-CN" altLang="en-US" sz="1800" dirty="0">
              <a:solidFill>
                <a:srgbClr val="FF0000"/>
              </a:solidFill>
              <a:latin typeface="微软雅黑 Light" panose="020B0502040204020203" pitchFamily="34" charset="-122"/>
              <a:ea typeface="微软雅黑 Light" panose="020B0502040204020203" pitchFamily="34" charset="-122"/>
              <a:cs typeface="+mn-ea"/>
              <a:sym typeface="+mn-lt"/>
            </a:endParaRPr>
          </a:p>
        </p:txBody>
      </p:sp>
      <p:pic>
        <p:nvPicPr>
          <p:cNvPr id="6" name="图片 5"/>
          <p:cNvPicPr>
            <a:picLocks noChangeAspect="1"/>
          </p:cNvPicPr>
          <p:nvPr/>
        </p:nvPicPr>
        <p:blipFill>
          <a:blip r:embed="rId1"/>
          <a:stretch>
            <a:fillRect/>
          </a:stretch>
        </p:blipFill>
        <p:spPr>
          <a:xfrm>
            <a:off x="1586979" y="3429000"/>
            <a:ext cx="6045012" cy="2681942"/>
          </a:xfrm>
          <a:prstGeom prst="rect">
            <a:avLst/>
          </a:prstGeom>
        </p:spPr>
      </p:pic>
      <p:sp>
        <p:nvSpPr>
          <p:cNvPr id="7" name="右大括号 6"/>
          <p:cNvSpPr/>
          <p:nvPr/>
        </p:nvSpPr>
        <p:spPr>
          <a:xfrm>
            <a:off x="4944422" y="1678354"/>
            <a:ext cx="245806" cy="1444361"/>
          </a:xfrm>
          <a:prstGeom prst="rightBrace">
            <a:avLst/>
          </a:prstGeom>
          <a:ln w="19050">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lnSpc>
                <a:spcPct val="120000"/>
              </a:lnSpc>
            </a:pPr>
            <a:endParaRPr lang="zh-CN" altLang="en-US">
              <a:latin typeface="微软雅黑 Light" panose="020B0502040204020203" pitchFamily="34" charset="-122"/>
              <a:ea typeface="微软雅黑 Light" panose="020B0502040204020203" pitchFamily="34" charset="-122"/>
              <a:cs typeface="+mn-ea"/>
              <a:sym typeface="+mn-lt"/>
            </a:endParaRPr>
          </a:p>
        </p:txBody>
      </p:sp>
      <p:sp>
        <p:nvSpPr>
          <p:cNvPr id="8" name="文本框 7"/>
          <p:cNvSpPr txBox="1"/>
          <p:nvPr/>
        </p:nvSpPr>
        <p:spPr>
          <a:xfrm>
            <a:off x="5273978" y="2189859"/>
            <a:ext cx="2478564" cy="432362"/>
          </a:xfrm>
          <a:prstGeom prst="rect">
            <a:avLst/>
          </a:prstGeom>
          <a:noFill/>
        </p:spPr>
        <p:txBody>
          <a:bodyPr wrap="none" rtlCol="0">
            <a:spAutoFit/>
          </a:bodyPr>
          <a:lstStyle/>
          <a:p>
            <a:pPr>
              <a:lnSpc>
                <a:spcPct val="120000"/>
              </a:lnSpc>
            </a:pPr>
            <a:r>
              <a:rPr lang="en-US" altLang="zh-CN" dirty="0">
                <a:latin typeface="微软雅黑 Light" panose="020B0502040204020203" pitchFamily="34" charset="-122"/>
                <a:ea typeface="微软雅黑 Light" panose="020B0502040204020203" pitchFamily="34" charset="-122"/>
                <a:cs typeface="+mn-ea"/>
                <a:sym typeface="+mn-lt"/>
              </a:rPr>
              <a:t>16</a:t>
            </a:r>
            <a:r>
              <a:rPr lang="zh-CN" altLang="en-US" dirty="0">
                <a:latin typeface="微软雅黑 Light" panose="020B0502040204020203" pitchFamily="34" charset="-122"/>
                <a:ea typeface="微软雅黑 Light" panose="020B0502040204020203" pitchFamily="34" charset="-122"/>
                <a:cs typeface="+mn-ea"/>
                <a:sym typeface="+mn-lt"/>
              </a:rPr>
              <a:t>位反码计算校验和</a:t>
            </a:r>
            <a:endParaRPr lang="zh-CN" altLang="en-US" dirty="0">
              <a:latin typeface="微软雅黑 Light" panose="020B0502040204020203" pitchFamily="34" charset="-122"/>
              <a:ea typeface="微软雅黑 Light" panose="020B0502040204020203" pitchFamily="34" charset="-122"/>
              <a:cs typeface="+mn-ea"/>
              <a:sym typeface="+mn-lt"/>
            </a:endParaRPr>
          </a:p>
        </p:txBody>
      </p:sp>
      <p:cxnSp>
        <p:nvCxnSpPr>
          <p:cNvPr id="9" name="直接箭头连接符 8"/>
          <p:cNvCxnSpPr>
            <a:stCxn id="8" idx="2"/>
          </p:cNvCxnSpPr>
          <p:nvPr/>
        </p:nvCxnSpPr>
        <p:spPr>
          <a:xfrm flipH="1">
            <a:off x="6417881" y="2622221"/>
            <a:ext cx="95379" cy="1673209"/>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1" name="文本框 10"/>
          <p:cNvSpPr txBox="1"/>
          <p:nvPr/>
        </p:nvSpPr>
        <p:spPr>
          <a:xfrm>
            <a:off x="6391070" y="1095946"/>
            <a:ext cx="954107" cy="432362"/>
          </a:xfrm>
          <a:prstGeom prst="rect">
            <a:avLst/>
          </a:prstGeom>
          <a:noFill/>
        </p:spPr>
        <p:txBody>
          <a:bodyPr wrap="none" rtlCol="0">
            <a:spAutoFit/>
          </a:bodyPr>
          <a:lstStyle/>
          <a:p>
            <a:pPr>
              <a:lnSpc>
                <a:spcPct val="120000"/>
              </a:lnSpc>
            </a:pPr>
            <a:r>
              <a:rPr lang="zh-CN" altLang="en-US" dirty="0">
                <a:latin typeface="微软雅黑 Light" panose="020B0502040204020203" pitchFamily="34" charset="-122"/>
                <a:ea typeface="微软雅黑 Light" panose="020B0502040204020203" pitchFamily="34" charset="-122"/>
                <a:cs typeface="+mn-ea"/>
                <a:sym typeface="+mn-lt"/>
              </a:rPr>
              <a:t>发送端</a:t>
            </a:r>
            <a:endParaRPr lang="zh-CN" altLang="en-US" dirty="0">
              <a:latin typeface="微软雅黑 Light" panose="020B0502040204020203" pitchFamily="34" charset="-122"/>
              <a:ea typeface="微软雅黑 Light" panose="020B0502040204020203" pitchFamily="34" charset="-122"/>
              <a:cs typeface="+mn-ea"/>
              <a:sym typeface="+mn-lt"/>
            </a:endParaRPr>
          </a:p>
        </p:txBody>
      </p:sp>
      <p:sp>
        <p:nvSpPr>
          <p:cNvPr id="12" name="右大括号 11"/>
          <p:cNvSpPr/>
          <p:nvPr/>
        </p:nvSpPr>
        <p:spPr>
          <a:xfrm>
            <a:off x="7511324" y="3650212"/>
            <a:ext cx="274591" cy="1852891"/>
          </a:xfrm>
          <a:prstGeom prst="rightBrace">
            <a:avLst/>
          </a:prstGeom>
          <a:ln w="19050">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lnSpc>
                <a:spcPct val="120000"/>
              </a:lnSpc>
            </a:pPr>
            <a:endParaRPr lang="zh-CN" altLang="en-US">
              <a:latin typeface="微软雅黑 Light" panose="020B0502040204020203" pitchFamily="34" charset="-122"/>
              <a:ea typeface="微软雅黑 Light" panose="020B0502040204020203" pitchFamily="34" charset="-122"/>
              <a:cs typeface="+mn-ea"/>
              <a:sym typeface="+mn-lt"/>
            </a:endParaRPr>
          </a:p>
        </p:txBody>
      </p:sp>
      <p:sp>
        <p:nvSpPr>
          <p:cNvPr id="13" name="文本框 12"/>
          <p:cNvSpPr txBox="1"/>
          <p:nvPr/>
        </p:nvSpPr>
        <p:spPr>
          <a:xfrm>
            <a:off x="7976706" y="4360476"/>
            <a:ext cx="2478564" cy="432362"/>
          </a:xfrm>
          <a:prstGeom prst="rect">
            <a:avLst/>
          </a:prstGeom>
          <a:noFill/>
        </p:spPr>
        <p:txBody>
          <a:bodyPr wrap="none" rtlCol="0">
            <a:spAutoFit/>
          </a:bodyPr>
          <a:lstStyle/>
          <a:p>
            <a:pPr algn="ctr">
              <a:lnSpc>
                <a:spcPct val="120000"/>
              </a:lnSpc>
            </a:pPr>
            <a:r>
              <a:rPr lang="en-US" altLang="zh-CN" dirty="0">
                <a:latin typeface="微软雅黑 Light" panose="020B0502040204020203" pitchFamily="34" charset="-122"/>
                <a:ea typeface="微软雅黑 Light" panose="020B0502040204020203" pitchFamily="34" charset="-122"/>
                <a:cs typeface="+mn-ea"/>
                <a:sym typeface="+mn-lt"/>
              </a:rPr>
              <a:t>16</a:t>
            </a:r>
            <a:r>
              <a:rPr lang="zh-CN" altLang="en-US" dirty="0">
                <a:latin typeface="微软雅黑 Light" panose="020B0502040204020203" pitchFamily="34" charset="-122"/>
                <a:ea typeface="微软雅黑 Light" panose="020B0502040204020203" pitchFamily="34" charset="-122"/>
                <a:cs typeface="+mn-ea"/>
                <a:sym typeface="+mn-lt"/>
              </a:rPr>
              <a:t>位反码计算校验和</a:t>
            </a:r>
            <a:endParaRPr lang="zh-CN" altLang="en-US" dirty="0">
              <a:latin typeface="微软雅黑 Light" panose="020B0502040204020203" pitchFamily="34" charset="-122"/>
              <a:ea typeface="微软雅黑 Light" panose="020B0502040204020203" pitchFamily="34" charset="-122"/>
              <a:cs typeface="+mn-ea"/>
              <a:sym typeface="+mn-lt"/>
            </a:endParaRPr>
          </a:p>
        </p:txBody>
      </p:sp>
      <p:sp>
        <p:nvSpPr>
          <p:cNvPr id="14" name="文本框 13"/>
          <p:cNvSpPr txBox="1"/>
          <p:nvPr/>
        </p:nvSpPr>
        <p:spPr>
          <a:xfrm>
            <a:off x="8738935" y="1084224"/>
            <a:ext cx="954107" cy="432362"/>
          </a:xfrm>
          <a:prstGeom prst="rect">
            <a:avLst/>
          </a:prstGeom>
          <a:noFill/>
        </p:spPr>
        <p:txBody>
          <a:bodyPr wrap="none" rtlCol="0">
            <a:spAutoFit/>
          </a:bodyPr>
          <a:lstStyle/>
          <a:p>
            <a:pPr algn="ctr">
              <a:lnSpc>
                <a:spcPct val="120000"/>
              </a:lnSpc>
            </a:pPr>
            <a:r>
              <a:rPr lang="zh-CN" altLang="en-US" dirty="0">
                <a:latin typeface="微软雅黑 Light" panose="020B0502040204020203" pitchFamily="34" charset="-122"/>
                <a:ea typeface="微软雅黑 Light" panose="020B0502040204020203" pitchFamily="34" charset="-122"/>
                <a:cs typeface="+mn-ea"/>
                <a:sym typeface="+mn-lt"/>
              </a:rPr>
              <a:t>接收端</a:t>
            </a:r>
            <a:endParaRPr lang="zh-CN" altLang="en-US" dirty="0">
              <a:latin typeface="微软雅黑 Light" panose="020B0502040204020203" pitchFamily="34" charset="-122"/>
              <a:ea typeface="微软雅黑 Light" panose="020B0502040204020203" pitchFamily="34" charset="-122"/>
              <a:cs typeface="+mn-ea"/>
              <a:sym typeface="+mn-lt"/>
            </a:endParaRPr>
          </a:p>
        </p:txBody>
      </p:sp>
      <p:cxnSp>
        <p:nvCxnSpPr>
          <p:cNvPr id="15" name="直接连接符 14"/>
          <p:cNvCxnSpPr/>
          <p:nvPr/>
        </p:nvCxnSpPr>
        <p:spPr>
          <a:xfrm>
            <a:off x="7803529" y="1114555"/>
            <a:ext cx="0" cy="1211262"/>
          </a:xfrm>
          <a:prstGeom prst="line">
            <a:avLst/>
          </a:prstGeom>
          <a:ln w="28575"/>
          <a:effectLst>
            <a:outerShdw blurRad="50800" dist="38100" dir="2700000" algn="tl" rotWithShape="0">
              <a:prstClr val="black">
                <a:alpha val="40000"/>
              </a:prstClr>
            </a:outerShdw>
          </a:effectLst>
        </p:spPr>
        <p:style>
          <a:lnRef idx="3">
            <a:schemeClr val="dk1"/>
          </a:lnRef>
          <a:fillRef idx="0">
            <a:schemeClr val="dk1"/>
          </a:fillRef>
          <a:effectRef idx="2">
            <a:schemeClr val="dk1"/>
          </a:effectRef>
          <a:fontRef idx="minor">
            <a:schemeClr val="tx1"/>
          </a:fontRef>
        </p:style>
      </p:cxnSp>
      <p:sp>
        <p:nvSpPr>
          <p:cNvPr id="16" name="流程图: 决策 15"/>
          <p:cNvSpPr/>
          <p:nvPr/>
        </p:nvSpPr>
        <p:spPr>
          <a:xfrm>
            <a:off x="8097066" y="3029168"/>
            <a:ext cx="2237845" cy="765175"/>
          </a:xfrm>
          <a:prstGeom prst="flowChartDecision">
            <a:avLst/>
          </a:prstGeom>
        </p:spPr>
        <p:style>
          <a:lnRef idx="2">
            <a:schemeClr val="dk1"/>
          </a:lnRef>
          <a:fillRef idx="1">
            <a:schemeClr val="lt1"/>
          </a:fillRef>
          <a:effectRef idx="0">
            <a:schemeClr val="dk1"/>
          </a:effectRef>
          <a:fontRef idx="minor">
            <a:schemeClr val="dk1"/>
          </a:fontRef>
        </p:style>
        <p:txBody>
          <a:bodyPr rtlCol="0" anchor="ctr"/>
          <a:lstStyle/>
          <a:p>
            <a:pPr algn="ctr">
              <a:lnSpc>
                <a:spcPct val="120000"/>
              </a:lnSpc>
            </a:pPr>
            <a:r>
              <a:rPr lang="zh-CN" altLang="en-US" sz="1600" dirty="0">
                <a:latin typeface="微软雅黑 Light" panose="020B0502040204020203" pitchFamily="34" charset="-122"/>
                <a:ea typeface="微软雅黑 Light" panose="020B0502040204020203" pitchFamily="34" charset="-122"/>
                <a:cs typeface="+mn-ea"/>
                <a:sym typeface="+mn-lt"/>
              </a:rPr>
              <a:t>结果为</a:t>
            </a:r>
            <a:r>
              <a:rPr lang="en-US" altLang="zh-CN" sz="1600" dirty="0">
                <a:latin typeface="微软雅黑 Light" panose="020B0502040204020203" pitchFamily="34" charset="-122"/>
                <a:ea typeface="微软雅黑 Light" panose="020B0502040204020203" pitchFamily="34" charset="-122"/>
                <a:cs typeface="+mn-ea"/>
                <a:sym typeface="+mn-lt"/>
              </a:rPr>
              <a:t>0</a:t>
            </a:r>
            <a:r>
              <a:rPr lang="zh-CN" altLang="en-US" sz="1600" dirty="0">
                <a:latin typeface="微软雅黑 Light" panose="020B0502040204020203" pitchFamily="34" charset="-122"/>
                <a:ea typeface="微软雅黑 Light" panose="020B0502040204020203" pitchFamily="34" charset="-122"/>
                <a:cs typeface="+mn-ea"/>
                <a:sym typeface="+mn-lt"/>
              </a:rPr>
              <a:t>？</a:t>
            </a:r>
            <a:endParaRPr lang="zh-CN" altLang="en-US" sz="1600" dirty="0">
              <a:latin typeface="微软雅黑 Light" panose="020B0502040204020203" pitchFamily="34" charset="-122"/>
              <a:ea typeface="微软雅黑 Light" panose="020B0502040204020203" pitchFamily="34" charset="-122"/>
              <a:cs typeface="+mn-ea"/>
              <a:sym typeface="+mn-lt"/>
            </a:endParaRPr>
          </a:p>
        </p:txBody>
      </p:sp>
      <p:cxnSp>
        <p:nvCxnSpPr>
          <p:cNvPr id="17" name="直接箭头连接符 16"/>
          <p:cNvCxnSpPr/>
          <p:nvPr/>
        </p:nvCxnSpPr>
        <p:spPr>
          <a:xfrm flipV="1">
            <a:off x="9215988" y="3794343"/>
            <a:ext cx="1" cy="566133"/>
          </a:xfrm>
          <a:prstGeom prst="straightConnector1">
            <a:avLst/>
          </a:prstGeom>
          <a:ln w="19050">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18" name="文本框 17"/>
          <p:cNvSpPr txBox="1"/>
          <p:nvPr/>
        </p:nvSpPr>
        <p:spPr>
          <a:xfrm>
            <a:off x="10637947" y="3191881"/>
            <a:ext cx="1210588" cy="432362"/>
          </a:xfrm>
          <a:prstGeom prst="rect">
            <a:avLst/>
          </a:prstGeom>
          <a:noFill/>
        </p:spPr>
        <p:txBody>
          <a:bodyPr wrap="none" rtlCol="0">
            <a:spAutoFit/>
          </a:bodyPr>
          <a:lstStyle/>
          <a:p>
            <a:pPr>
              <a:lnSpc>
                <a:spcPct val="120000"/>
              </a:lnSpc>
            </a:pPr>
            <a:r>
              <a:rPr lang="zh-CN" altLang="en-US" dirty="0">
                <a:latin typeface="微软雅黑 Light" panose="020B0502040204020203" pitchFamily="34" charset="-122"/>
                <a:ea typeface="微软雅黑 Light" panose="020B0502040204020203" pitchFamily="34" charset="-122"/>
                <a:cs typeface="+mn-ea"/>
                <a:sym typeface="+mn-lt"/>
              </a:rPr>
              <a:t>丢弃报文</a:t>
            </a:r>
            <a:endParaRPr lang="zh-CN" altLang="en-US" dirty="0">
              <a:latin typeface="微软雅黑 Light" panose="020B0502040204020203" pitchFamily="34" charset="-122"/>
              <a:ea typeface="微软雅黑 Light" panose="020B0502040204020203" pitchFamily="34" charset="-122"/>
              <a:cs typeface="+mn-ea"/>
              <a:sym typeface="+mn-lt"/>
            </a:endParaRPr>
          </a:p>
        </p:txBody>
      </p:sp>
      <p:cxnSp>
        <p:nvCxnSpPr>
          <p:cNvPr id="19" name="直接箭头连接符 18"/>
          <p:cNvCxnSpPr>
            <a:stCxn id="16" idx="3"/>
            <a:endCxn id="18" idx="1"/>
          </p:cNvCxnSpPr>
          <p:nvPr/>
        </p:nvCxnSpPr>
        <p:spPr>
          <a:xfrm flipV="1">
            <a:off x="10334911" y="3408062"/>
            <a:ext cx="303036" cy="3694"/>
          </a:xfrm>
          <a:prstGeom prst="straightConnector1">
            <a:avLst/>
          </a:prstGeom>
          <a:ln w="19050">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20" name="文本框 19"/>
          <p:cNvSpPr txBox="1"/>
          <p:nvPr/>
        </p:nvSpPr>
        <p:spPr>
          <a:xfrm>
            <a:off x="8571337" y="1808011"/>
            <a:ext cx="1289301" cy="801694"/>
          </a:xfrm>
          <a:prstGeom prst="rect">
            <a:avLst/>
          </a:prstGeom>
          <a:noFill/>
        </p:spPr>
        <p:txBody>
          <a:bodyPr wrap="square" rtlCol="0">
            <a:spAutoFit/>
          </a:bodyPr>
          <a:lstStyle/>
          <a:p>
            <a:pPr algn="ctr">
              <a:lnSpc>
                <a:spcPct val="120000"/>
              </a:lnSpc>
            </a:pPr>
            <a:r>
              <a:rPr lang="zh-CN" altLang="en-US" dirty="0">
                <a:latin typeface="微软雅黑 Light" panose="020B0502040204020203" pitchFamily="34" charset="-122"/>
                <a:ea typeface="微软雅黑 Light" panose="020B0502040204020203" pitchFamily="34" charset="-122"/>
                <a:cs typeface="+mn-ea"/>
                <a:sym typeface="+mn-lt"/>
              </a:rPr>
              <a:t>保留报文后续处理</a:t>
            </a:r>
            <a:endParaRPr lang="zh-CN" altLang="en-US" dirty="0">
              <a:latin typeface="微软雅黑 Light" panose="020B0502040204020203" pitchFamily="34" charset="-122"/>
              <a:ea typeface="微软雅黑 Light" panose="020B0502040204020203" pitchFamily="34" charset="-122"/>
              <a:cs typeface="+mn-ea"/>
              <a:sym typeface="+mn-lt"/>
            </a:endParaRPr>
          </a:p>
        </p:txBody>
      </p:sp>
      <p:cxnSp>
        <p:nvCxnSpPr>
          <p:cNvPr id="21" name="直接箭头连接符 20"/>
          <p:cNvCxnSpPr>
            <a:stCxn id="16" idx="0"/>
            <a:endCxn id="20" idx="2"/>
          </p:cNvCxnSpPr>
          <p:nvPr/>
        </p:nvCxnSpPr>
        <p:spPr>
          <a:xfrm flipH="1" flipV="1">
            <a:off x="9215988" y="2609705"/>
            <a:ext cx="1" cy="419463"/>
          </a:xfrm>
          <a:prstGeom prst="straightConnector1">
            <a:avLst/>
          </a:prstGeom>
          <a:ln w="19050">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34" name="文本框 33"/>
          <p:cNvSpPr txBox="1"/>
          <p:nvPr/>
        </p:nvSpPr>
        <p:spPr>
          <a:xfrm>
            <a:off x="9292830" y="2678096"/>
            <a:ext cx="319318" cy="398379"/>
          </a:xfrm>
          <a:prstGeom prst="rect">
            <a:avLst/>
          </a:prstGeom>
          <a:noFill/>
        </p:spPr>
        <p:txBody>
          <a:bodyPr wrap="none" rtlCol="0">
            <a:spAutoFit/>
          </a:bodyPr>
          <a:lstStyle/>
          <a:p>
            <a:pPr>
              <a:lnSpc>
                <a:spcPct val="120000"/>
              </a:lnSpc>
            </a:pPr>
            <a:r>
              <a:rPr lang="en-US" altLang="zh-CN" sz="1800" dirty="0">
                <a:solidFill>
                  <a:srgbClr val="FF0000"/>
                </a:solidFill>
                <a:latin typeface="微软雅黑 Light" panose="020B0502040204020203" pitchFamily="34" charset="-122"/>
                <a:ea typeface="微软雅黑 Light" panose="020B0502040204020203" pitchFamily="34" charset="-122"/>
                <a:cs typeface="+mn-ea"/>
                <a:sym typeface="+mn-lt"/>
              </a:rPr>
              <a:t>Y</a:t>
            </a:r>
            <a:endParaRPr lang="zh-CN" altLang="en-US" sz="1800" dirty="0">
              <a:solidFill>
                <a:srgbClr val="FF0000"/>
              </a:solidFill>
              <a:latin typeface="微软雅黑 Light" panose="020B0502040204020203" pitchFamily="34" charset="-122"/>
              <a:ea typeface="微软雅黑 Light" panose="020B0502040204020203" pitchFamily="34" charset="-122"/>
              <a:cs typeface="+mn-ea"/>
              <a:sym typeface="+mn-lt"/>
            </a:endParaRPr>
          </a:p>
        </p:txBody>
      </p:sp>
      <p:sp>
        <p:nvSpPr>
          <p:cNvPr id="35" name="文本框 34"/>
          <p:cNvSpPr txBox="1"/>
          <p:nvPr/>
        </p:nvSpPr>
        <p:spPr>
          <a:xfrm>
            <a:off x="10306486" y="2960009"/>
            <a:ext cx="360996" cy="398379"/>
          </a:xfrm>
          <a:prstGeom prst="rect">
            <a:avLst/>
          </a:prstGeom>
          <a:noFill/>
        </p:spPr>
        <p:txBody>
          <a:bodyPr wrap="none" rtlCol="0">
            <a:spAutoFit/>
          </a:bodyPr>
          <a:lstStyle/>
          <a:p>
            <a:pPr>
              <a:lnSpc>
                <a:spcPct val="120000"/>
              </a:lnSpc>
            </a:pPr>
            <a:r>
              <a:rPr lang="en-US" altLang="zh-CN" sz="1800" dirty="0">
                <a:solidFill>
                  <a:srgbClr val="FF0000"/>
                </a:solidFill>
                <a:latin typeface="微软雅黑 Light" panose="020B0502040204020203" pitchFamily="34" charset="-122"/>
                <a:ea typeface="微软雅黑 Light" panose="020B0502040204020203" pitchFamily="34" charset="-122"/>
                <a:cs typeface="+mn-ea"/>
                <a:sym typeface="+mn-lt"/>
              </a:rPr>
              <a:t>N</a:t>
            </a:r>
            <a:endParaRPr lang="zh-CN" altLang="en-US" sz="1800" dirty="0">
              <a:solidFill>
                <a:srgbClr val="FF0000"/>
              </a:solidFill>
              <a:latin typeface="微软雅黑 Light" panose="020B0502040204020203" pitchFamily="34" charset="-122"/>
              <a:ea typeface="微软雅黑 Light" panose="020B0502040204020203" pitchFamily="34" charset="-122"/>
              <a:cs typeface="+mn-ea"/>
              <a:sym typeface="+mn-lt"/>
            </a:endParaRPr>
          </a:p>
        </p:txBody>
      </p:sp>
    </p:spTree>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p:cNvPicPr>
            <a:picLocks noChangeAspect="1"/>
          </p:cNvPicPr>
          <p:nvPr/>
        </p:nvPicPr>
        <p:blipFill>
          <a:blip r:embed="rId1"/>
          <a:stretch>
            <a:fillRect/>
          </a:stretch>
        </p:blipFill>
        <p:spPr>
          <a:xfrm>
            <a:off x="1515320" y="3105859"/>
            <a:ext cx="9161360" cy="3509799"/>
          </a:xfrm>
          <a:prstGeom prst="rect">
            <a:avLst/>
          </a:prstGeom>
        </p:spPr>
      </p:pic>
      <p:sp>
        <p:nvSpPr>
          <p:cNvPr id="6" name="标题 5"/>
          <p:cNvSpPr>
            <a:spLocks noGrp="1"/>
          </p:cNvSpPr>
          <p:nvPr>
            <p:ph type="title"/>
          </p:nvPr>
        </p:nvSpPr>
        <p:spPr/>
        <p:txBody>
          <a:bodyPr/>
          <a:lstStyle/>
          <a:p>
            <a:r>
              <a:rPr lang="en-US" altLang="zh-CN" dirty="0"/>
              <a:t>IP</a:t>
            </a:r>
            <a:r>
              <a:rPr lang="zh-CN" altLang="en-US" dirty="0"/>
              <a:t>报文格式</a:t>
            </a:r>
            <a:endParaRPr lang="zh-CN" altLang="en-US" dirty="0"/>
          </a:p>
        </p:txBody>
      </p:sp>
      <p:sp>
        <p:nvSpPr>
          <p:cNvPr id="3" name="内容占位符 2"/>
          <p:cNvSpPr>
            <a:spLocks noGrp="1"/>
          </p:cNvSpPr>
          <p:nvPr>
            <p:ph idx="1"/>
          </p:nvPr>
        </p:nvSpPr>
        <p:spPr>
          <a:xfrm>
            <a:off x="334434" y="1052515"/>
            <a:ext cx="11523133" cy="2376486"/>
          </a:xfrm>
        </p:spPr>
        <p:txBody>
          <a:bodyPr>
            <a:normAutofit/>
          </a:bodyPr>
          <a:lstStyle/>
          <a:p>
            <a:r>
              <a:rPr lang="zh-CN" altLang="en-US" dirty="0"/>
              <a:t>源</a:t>
            </a:r>
            <a:r>
              <a:rPr lang="en-US" altLang="zh-CN" dirty="0"/>
              <a:t>IP</a:t>
            </a:r>
            <a:r>
              <a:rPr lang="zh-CN" altLang="en-US" dirty="0"/>
              <a:t>地址和目的</a:t>
            </a:r>
            <a:r>
              <a:rPr lang="en-US" altLang="zh-CN" dirty="0"/>
              <a:t>IP</a:t>
            </a:r>
            <a:r>
              <a:rPr lang="zh-CN" altLang="en-US" dirty="0"/>
              <a:t>地址：各</a:t>
            </a:r>
            <a:r>
              <a:rPr lang="en-US" altLang="zh-CN" dirty="0"/>
              <a:t>32</a:t>
            </a:r>
            <a:r>
              <a:rPr lang="zh-CN" altLang="en-US" dirty="0"/>
              <a:t>比特</a:t>
            </a:r>
            <a:endParaRPr lang="en-US" altLang="zh-CN" dirty="0"/>
          </a:p>
          <a:p>
            <a:r>
              <a:rPr lang="zh-CN" altLang="en-US" dirty="0"/>
              <a:t>每个</a:t>
            </a:r>
            <a:r>
              <a:rPr lang="en-US" altLang="zh-CN" dirty="0"/>
              <a:t>IP</a:t>
            </a:r>
            <a:r>
              <a:rPr lang="zh-CN" altLang="en-US" dirty="0"/>
              <a:t>数据报都包含源</a:t>
            </a:r>
            <a:r>
              <a:rPr lang="en-US" altLang="zh-CN" dirty="0"/>
              <a:t>IP</a:t>
            </a:r>
            <a:r>
              <a:rPr lang="zh-CN" altLang="en-US" dirty="0"/>
              <a:t>地址和目的</a:t>
            </a:r>
            <a:r>
              <a:rPr lang="en-US" altLang="zh-CN" dirty="0"/>
              <a:t>IP</a:t>
            </a:r>
            <a:r>
              <a:rPr lang="zh-CN" altLang="en-US" dirty="0"/>
              <a:t>地址</a:t>
            </a:r>
            <a:endParaRPr lang="zh-CN" altLang="en-US" dirty="0"/>
          </a:p>
        </p:txBody>
      </p:sp>
      <p:sp>
        <p:nvSpPr>
          <p:cNvPr id="4" name="灯片编号占位符 3"/>
          <p:cNvSpPr>
            <a:spLocks noGrp="1"/>
          </p:cNvSpPr>
          <p:nvPr>
            <p:ph type="sldNum" sz="quarter" idx="12"/>
          </p:nvPr>
        </p:nvSpPr>
        <p:spPr/>
        <p:txBody>
          <a:bodyPr/>
          <a:lstStyle/>
          <a:p>
            <a:pPr>
              <a:defRPr/>
            </a:pPr>
            <a:fld id="{816960B2-2B11-492C-B588-5290E1274F96}" type="slidenum">
              <a:rPr lang="en-US" altLang="zh-CN" smtClean="0"/>
            </a:fld>
            <a:endParaRPr lang="en-US" altLang="zh-CN" dirty="0"/>
          </a:p>
        </p:txBody>
      </p:sp>
      <p:sp>
        <p:nvSpPr>
          <p:cNvPr id="7" name="矩形 6"/>
          <p:cNvSpPr/>
          <p:nvPr/>
        </p:nvSpPr>
        <p:spPr bwMode="auto">
          <a:xfrm>
            <a:off x="1919536" y="4941168"/>
            <a:ext cx="8352928" cy="1008112"/>
          </a:xfrm>
          <a:prstGeom prst="rect">
            <a:avLst/>
          </a:prstGeom>
          <a:noFill/>
          <a:ln w="25400" cap="flat" cmpd="sng" algn="ctr">
            <a:solidFill>
              <a:srgbClr val="FF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ctr"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2000" b="0" i="0" u="none" strike="noStrike" cap="none" normalizeH="0" baseline="0">
              <a:ln>
                <a:noFill/>
              </a:ln>
              <a:solidFill>
                <a:schemeClr val="tx1"/>
              </a:solidFill>
              <a:effectLst/>
              <a:latin typeface="Arial" panose="020B0604020202020204" pitchFamily="34" charset="0"/>
              <a:ea typeface="黑体" panose="02010609060101010101" pitchFamily="49" charset="-122"/>
            </a:endParaRPr>
          </a:p>
        </p:txBody>
      </p:sp>
    </p:spTree>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p:cNvPicPr>
            <a:picLocks noChangeAspect="1"/>
          </p:cNvPicPr>
          <p:nvPr/>
        </p:nvPicPr>
        <p:blipFill>
          <a:blip r:embed="rId1"/>
          <a:stretch>
            <a:fillRect/>
          </a:stretch>
        </p:blipFill>
        <p:spPr>
          <a:xfrm>
            <a:off x="1515320" y="3105859"/>
            <a:ext cx="9161360" cy="3509799"/>
          </a:xfrm>
          <a:prstGeom prst="rect">
            <a:avLst/>
          </a:prstGeom>
        </p:spPr>
      </p:pic>
      <p:sp>
        <p:nvSpPr>
          <p:cNvPr id="6" name="标题 5"/>
          <p:cNvSpPr>
            <a:spLocks noGrp="1"/>
          </p:cNvSpPr>
          <p:nvPr>
            <p:ph type="title"/>
          </p:nvPr>
        </p:nvSpPr>
        <p:spPr/>
        <p:txBody>
          <a:bodyPr/>
          <a:lstStyle/>
          <a:p>
            <a:r>
              <a:rPr lang="en-US" altLang="zh-CN" dirty="0"/>
              <a:t>IP</a:t>
            </a:r>
            <a:r>
              <a:rPr lang="zh-CN" altLang="en-US" dirty="0"/>
              <a:t>报文格式</a:t>
            </a:r>
            <a:endParaRPr lang="zh-CN" altLang="en-US" dirty="0"/>
          </a:p>
        </p:txBody>
      </p:sp>
      <p:sp>
        <p:nvSpPr>
          <p:cNvPr id="3" name="内容占位符 2"/>
          <p:cNvSpPr>
            <a:spLocks noGrp="1"/>
          </p:cNvSpPr>
          <p:nvPr>
            <p:ph idx="1"/>
          </p:nvPr>
        </p:nvSpPr>
        <p:spPr>
          <a:xfrm>
            <a:off x="334434" y="1052515"/>
            <a:ext cx="11523133" cy="2160461"/>
          </a:xfrm>
        </p:spPr>
        <p:txBody>
          <a:bodyPr>
            <a:normAutofit lnSpcReduction="10000"/>
          </a:bodyPr>
          <a:lstStyle/>
          <a:p>
            <a:r>
              <a:rPr lang="zh-CN" altLang="en-US" dirty="0"/>
              <a:t>可选字段：可变长度的可选信息，</a:t>
            </a:r>
            <a:r>
              <a:rPr lang="en-US" altLang="zh-CN" dirty="0"/>
              <a:t> 0~40</a:t>
            </a:r>
            <a:r>
              <a:rPr lang="zh-CN" altLang="en-US" dirty="0"/>
              <a:t>字节。这些选项有：</a:t>
            </a:r>
            <a:endParaRPr lang="zh-CN" altLang="en-US" dirty="0"/>
          </a:p>
          <a:p>
            <a:pPr lvl="1"/>
            <a:r>
              <a:rPr lang="zh-CN" altLang="en-US" dirty="0"/>
              <a:t>安全和处理限制、记录路径、时间戳、宽松的源站选路、严格的源站选路</a:t>
            </a:r>
            <a:endParaRPr lang="zh-CN" altLang="en-US" dirty="0"/>
          </a:p>
          <a:p>
            <a:pPr lvl="1"/>
            <a:r>
              <a:rPr lang="en-US" altLang="zh-CN" dirty="0"/>
              <a:t>IPv4</a:t>
            </a:r>
            <a:r>
              <a:rPr lang="zh-CN" altLang="en-US" dirty="0"/>
              <a:t>协议很少使用这些选项功能（不是所有的主机和路由器都支持这些选项）</a:t>
            </a:r>
            <a:endParaRPr lang="zh-CN" altLang="en-US" dirty="0"/>
          </a:p>
          <a:p>
            <a:r>
              <a:rPr lang="zh-CN" altLang="en-US" dirty="0"/>
              <a:t>填充：选项字段以</a:t>
            </a:r>
            <a:r>
              <a:rPr lang="en-US" altLang="zh-CN" dirty="0"/>
              <a:t>32</a:t>
            </a:r>
            <a:r>
              <a:rPr lang="zh-CN" altLang="en-US" dirty="0"/>
              <a:t>比特作为界限，在必要的时候插入值为</a:t>
            </a:r>
            <a:r>
              <a:rPr lang="en-US" altLang="zh-CN" dirty="0"/>
              <a:t>0</a:t>
            </a:r>
            <a:r>
              <a:rPr lang="zh-CN" altLang="en-US" dirty="0"/>
              <a:t>的填充字节，保证</a:t>
            </a:r>
            <a:r>
              <a:rPr lang="en-US" altLang="zh-CN" dirty="0"/>
              <a:t>IP</a:t>
            </a:r>
            <a:r>
              <a:rPr lang="zh-CN" altLang="en-US" dirty="0"/>
              <a:t>首部始终是</a:t>
            </a:r>
            <a:r>
              <a:rPr lang="en-US" altLang="zh-CN" dirty="0"/>
              <a:t>32</a:t>
            </a:r>
            <a:r>
              <a:rPr lang="zh-CN" altLang="en-US" dirty="0"/>
              <a:t>比特的整数倍（这是首部长度字段要求的）</a:t>
            </a:r>
            <a:endParaRPr lang="zh-CN" altLang="en-US" dirty="0"/>
          </a:p>
        </p:txBody>
      </p:sp>
      <p:sp>
        <p:nvSpPr>
          <p:cNvPr id="4" name="灯片编号占位符 3"/>
          <p:cNvSpPr>
            <a:spLocks noGrp="1"/>
          </p:cNvSpPr>
          <p:nvPr>
            <p:ph type="sldNum" sz="quarter" idx="12"/>
          </p:nvPr>
        </p:nvSpPr>
        <p:spPr/>
        <p:txBody>
          <a:bodyPr/>
          <a:lstStyle/>
          <a:p>
            <a:pPr>
              <a:defRPr/>
            </a:pPr>
            <a:fld id="{816960B2-2B11-492C-B588-5290E1274F96}" type="slidenum">
              <a:rPr lang="en-US" altLang="zh-CN" smtClean="0"/>
            </a:fld>
            <a:endParaRPr lang="en-US" altLang="zh-CN" dirty="0"/>
          </a:p>
        </p:txBody>
      </p:sp>
      <p:sp>
        <p:nvSpPr>
          <p:cNvPr id="7" name="矩形 6"/>
          <p:cNvSpPr/>
          <p:nvPr/>
        </p:nvSpPr>
        <p:spPr bwMode="auto">
          <a:xfrm>
            <a:off x="1919536" y="5949280"/>
            <a:ext cx="8352928" cy="576064"/>
          </a:xfrm>
          <a:prstGeom prst="rect">
            <a:avLst/>
          </a:prstGeom>
          <a:noFill/>
          <a:ln w="25400" cap="flat" cmpd="sng" algn="ctr">
            <a:solidFill>
              <a:srgbClr val="FF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ctr"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2000" b="0" i="0" u="none" strike="noStrike" cap="none" normalizeH="0" baseline="0">
              <a:ln>
                <a:noFill/>
              </a:ln>
              <a:solidFill>
                <a:schemeClr val="tx1"/>
              </a:solidFill>
              <a:effectLst/>
              <a:latin typeface="Arial" panose="020B0604020202020204" pitchFamily="34" charset="0"/>
              <a:ea typeface="黑体" panose="02010609060101010101" pitchFamily="49" charset="-122"/>
            </a:endParaRPr>
          </a:p>
        </p:txBody>
      </p:sp>
    </p:spTree>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p:txBody>
          <a:bodyPr/>
          <a:lstStyle/>
          <a:p>
            <a:fld id="{A4319D7A-7771-40E7-8AC5-89FB66FC905C}" type="slidenum">
              <a:rPr lang="en-US" altLang="zh-CN"/>
            </a:fld>
            <a:endParaRPr lang="en-US" altLang="zh-CN"/>
          </a:p>
        </p:txBody>
      </p:sp>
      <p:sp>
        <p:nvSpPr>
          <p:cNvPr id="486402" name="Rectangle 2"/>
          <p:cNvSpPr>
            <a:spLocks noGrp="1" noChangeArrowheads="1"/>
          </p:cNvSpPr>
          <p:nvPr>
            <p:ph type="title"/>
          </p:nvPr>
        </p:nvSpPr>
        <p:spPr/>
        <p:txBody>
          <a:bodyPr/>
          <a:lstStyle/>
          <a:p>
            <a:r>
              <a:rPr lang="en-US" altLang="zh-CN" dirty="0"/>
              <a:t>IP</a:t>
            </a:r>
            <a:r>
              <a:rPr lang="zh-CN" altLang="en-US" dirty="0"/>
              <a:t>路由选择</a:t>
            </a:r>
            <a:endParaRPr lang="zh-CN" altLang="en-US" dirty="0"/>
          </a:p>
        </p:txBody>
      </p:sp>
      <p:sp>
        <p:nvSpPr>
          <p:cNvPr id="486403" name="Rectangle 3"/>
          <p:cNvSpPr>
            <a:spLocks noGrp="1" noChangeArrowheads="1"/>
          </p:cNvSpPr>
          <p:nvPr>
            <p:ph type="body" idx="1"/>
          </p:nvPr>
        </p:nvSpPr>
        <p:spPr/>
        <p:txBody>
          <a:bodyPr/>
          <a:lstStyle/>
          <a:p>
            <a:r>
              <a:rPr lang="zh-CN" altLang="en-US" dirty="0"/>
              <a:t>对于网络中的主机来说，</a:t>
            </a:r>
            <a:r>
              <a:rPr lang="en-US" altLang="zh-CN" dirty="0"/>
              <a:t>IP</a:t>
            </a:r>
            <a:r>
              <a:rPr lang="zh-CN" altLang="en-US" dirty="0"/>
              <a:t>路由选择是很简单的</a:t>
            </a:r>
            <a:endParaRPr lang="zh-CN" altLang="en-US" dirty="0"/>
          </a:p>
          <a:p>
            <a:pPr lvl="1"/>
            <a:r>
              <a:rPr lang="zh-CN" altLang="en-US" dirty="0"/>
              <a:t>如果目的主机和源主机在一个共享网络上（以太网），那么</a:t>
            </a:r>
            <a:r>
              <a:rPr lang="en-US" altLang="zh-CN" dirty="0"/>
              <a:t>IP</a:t>
            </a:r>
            <a:r>
              <a:rPr lang="zh-CN" altLang="en-US" dirty="0"/>
              <a:t>数据报就直接送到目的主机上</a:t>
            </a:r>
            <a:endParaRPr lang="zh-CN" altLang="en-US" dirty="0"/>
          </a:p>
          <a:p>
            <a:pPr lvl="1"/>
            <a:r>
              <a:rPr lang="zh-CN" altLang="en-US" dirty="0"/>
              <a:t>否则，主机把数据报发往一个默认的路由器</a:t>
            </a:r>
            <a:r>
              <a:rPr lang="en-US" altLang="zh-CN" dirty="0"/>
              <a:t>(</a:t>
            </a:r>
            <a:r>
              <a:rPr lang="zh-CN" altLang="en-US" dirty="0"/>
              <a:t>网关</a:t>
            </a:r>
            <a:r>
              <a:rPr lang="en-US" altLang="zh-CN" dirty="0"/>
              <a:t>)</a:t>
            </a:r>
            <a:r>
              <a:rPr lang="zh-CN" altLang="en-US" dirty="0"/>
              <a:t>上，由该路由器负责转发该数据报</a:t>
            </a:r>
            <a:endParaRPr lang="zh-CN" altLang="en-US" dirty="0"/>
          </a:p>
        </p:txBody>
      </p:sp>
    </p:spTree>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5"/>
          <p:cNvSpPr>
            <a:spLocks noGrp="1"/>
          </p:cNvSpPr>
          <p:nvPr>
            <p:ph type="sldNum" sz="quarter" idx="12"/>
          </p:nvPr>
        </p:nvSpPr>
        <p:spPr/>
        <p:txBody>
          <a:bodyPr/>
          <a:lstStyle/>
          <a:p>
            <a:fld id="{6EF42C06-531F-4394-893E-07BD9B97528F}" type="slidenum">
              <a:rPr lang="en-US" altLang="zh-CN"/>
            </a:fld>
            <a:endParaRPr lang="en-US" altLang="zh-CN"/>
          </a:p>
        </p:txBody>
      </p:sp>
      <p:sp>
        <p:nvSpPr>
          <p:cNvPr id="708610" name="Rectangle 2"/>
          <p:cNvSpPr>
            <a:spLocks noGrp="1" noChangeArrowheads="1"/>
          </p:cNvSpPr>
          <p:nvPr>
            <p:ph type="title"/>
          </p:nvPr>
        </p:nvSpPr>
        <p:spPr/>
        <p:txBody>
          <a:bodyPr/>
          <a:lstStyle/>
          <a:p>
            <a:r>
              <a:rPr lang="zh-CN" altLang="en-US"/>
              <a:t>默认路由</a:t>
            </a:r>
            <a:endParaRPr lang="zh-CN" altLang="en-US"/>
          </a:p>
        </p:txBody>
      </p:sp>
      <p:sp>
        <p:nvSpPr>
          <p:cNvPr id="708611" name="Rectangle 3"/>
          <p:cNvSpPr>
            <a:spLocks noGrp="1" noChangeArrowheads="1"/>
          </p:cNvSpPr>
          <p:nvPr>
            <p:ph type="body" idx="1"/>
          </p:nvPr>
        </p:nvSpPr>
        <p:spPr/>
        <p:txBody>
          <a:bodyPr/>
          <a:lstStyle/>
          <a:p>
            <a:r>
              <a:rPr lang="zh-CN" altLang="en-US" dirty="0"/>
              <a:t>路由器还可采用默认路由以减少路由表所占用的空间和搜索路由表所用的时间</a:t>
            </a:r>
            <a:endParaRPr lang="zh-CN" altLang="en-US" dirty="0"/>
          </a:p>
          <a:p>
            <a:r>
              <a:rPr lang="zh-CN" altLang="en-US" dirty="0"/>
              <a:t>这种转发方式在一个网络只有很少的对外连接时是很有用的</a:t>
            </a:r>
            <a:endParaRPr lang="zh-CN" altLang="en-US" dirty="0"/>
          </a:p>
          <a:p>
            <a:r>
              <a:rPr lang="zh-CN" altLang="en-US" dirty="0"/>
              <a:t>默认路由在主机发送分组时往往更能显示出它的好处</a:t>
            </a:r>
            <a:endParaRPr lang="zh-CN" altLang="en-US" dirty="0"/>
          </a:p>
          <a:p>
            <a:r>
              <a:rPr lang="zh-CN" altLang="en-US" dirty="0"/>
              <a:t>如果一个主机连接在一个小网络上，而这个网络只用一个路由器和因特网连接，那么在这种情况下使用默认路由是非常合适的 </a:t>
            </a:r>
            <a:endParaRPr lang="zh-CN" altLang="en-US" dirty="0"/>
          </a:p>
        </p:txBody>
      </p:sp>
    </p:spTree>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5"/>
          <p:cNvSpPr>
            <a:spLocks noGrp="1"/>
          </p:cNvSpPr>
          <p:nvPr>
            <p:ph type="sldNum" sz="quarter" idx="12"/>
          </p:nvPr>
        </p:nvSpPr>
        <p:spPr/>
        <p:txBody>
          <a:bodyPr/>
          <a:lstStyle/>
          <a:p>
            <a:fld id="{2755F708-6B01-4468-AAA1-88C76518F262}" type="slidenum">
              <a:rPr lang="en-US" altLang="zh-CN"/>
            </a:fld>
            <a:endParaRPr lang="en-US" altLang="zh-CN"/>
          </a:p>
        </p:txBody>
      </p:sp>
      <p:sp>
        <p:nvSpPr>
          <p:cNvPr id="488450" name="Rectangle 2"/>
          <p:cNvSpPr>
            <a:spLocks noGrp="1" noChangeArrowheads="1"/>
          </p:cNvSpPr>
          <p:nvPr>
            <p:ph type="title"/>
          </p:nvPr>
        </p:nvSpPr>
        <p:spPr/>
        <p:txBody>
          <a:bodyPr/>
          <a:lstStyle/>
          <a:p>
            <a:r>
              <a:rPr lang="en-US" altLang="zh-CN"/>
              <a:t>IP</a:t>
            </a:r>
            <a:r>
              <a:rPr lang="zh-CN" altLang="en-US"/>
              <a:t>交付</a:t>
            </a:r>
            <a:endParaRPr lang="zh-CN" altLang="en-US"/>
          </a:p>
        </p:txBody>
      </p:sp>
      <p:sp>
        <p:nvSpPr>
          <p:cNvPr id="488451" name="Rectangle 3"/>
          <p:cNvSpPr>
            <a:spLocks noGrp="1" noChangeArrowheads="1"/>
          </p:cNvSpPr>
          <p:nvPr>
            <p:ph type="body" idx="1"/>
          </p:nvPr>
        </p:nvSpPr>
        <p:spPr>
          <a:xfrm>
            <a:off x="334435" y="1052515"/>
            <a:ext cx="5761565" cy="3024558"/>
          </a:xfrm>
        </p:spPr>
        <p:txBody>
          <a:bodyPr/>
          <a:lstStyle/>
          <a:p>
            <a:r>
              <a:rPr lang="zh-CN" altLang="en-US" dirty="0"/>
              <a:t>配置了</a:t>
            </a:r>
            <a:r>
              <a:rPr lang="en-US" altLang="zh-CN" dirty="0"/>
              <a:t>IP</a:t>
            </a:r>
            <a:r>
              <a:rPr lang="zh-CN" altLang="en-US" dirty="0"/>
              <a:t>地址后，主机之间即可以进行通信</a:t>
            </a:r>
            <a:endParaRPr lang="zh-CN" altLang="en-US" dirty="0"/>
          </a:p>
          <a:p>
            <a:r>
              <a:rPr lang="zh-CN" altLang="en-US" dirty="0"/>
              <a:t>网络可以用两种不同的方法把一个数据包交付到它最后的终点：</a:t>
            </a:r>
            <a:endParaRPr lang="zh-CN" altLang="en-US" dirty="0"/>
          </a:p>
          <a:p>
            <a:pPr lvl="1"/>
            <a:r>
              <a:rPr lang="zh-CN" altLang="en-US" dirty="0"/>
              <a:t>直接交付</a:t>
            </a:r>
            <a:endParaRPr lang="zh-CN" altLang="en-US" dirty="0"/>
          </a:p>
          <a:p>
            <a:pPr lvl="1"/>
            <a:r>
              <a:rPr lang="zh-CN" altLang="en-US" dirty="0"/>
              <a:t>间接交付</a:t>
            </a:r>
            <a:r>
              <a:rPr lang="en-US" altLang="zh-CN" dirty="0"/>
              <a:t>(</a:t>
            </a:r>
            <a:r>
              <a:rPr lang="zh-CN" altLang="en-US" dirty="0"/>
              <a:t>转发</a:t>
            </a:r>
            <a:r>
              <a:rPr lang="en-US" altLang="zh-CN" dirty="0"/>
              <a:t>)</a:t>
            </a:r>
            <a:endParaRPr lang="en-US" altLang="zh-CN" dirty="0"/>
          </a:p>
        </p:txBody>
      </p:sp>
      <p:grpSp>
        <p:nvGrpSpPr>
          <p:cNvPr id="5" name="组合 4"/>
          <p:cNvGrpSpPr/>
          <p:nvPr/>
        </p:nvGrpSpPr>
        <p:grpSpPr>
          <a:xfrm>
            <a:off x="6733248" y="1232258"/>
            <a:ext cx="5019824" cy="2310287"/>
            <a:chOff x="6733248" y="1232258"/>
            <a:chExt cx="5019824" cy="2310287"/>
          </a:xfrm>
        </p:grpSpPr>
        <p:pic>
          <p:nvPicPr>
            <p:cNvPr id="6" name="图形 5"/>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9240693" y="3029897"/>
              <a:ext cx="512648" cy="512648"/>
            </a:xfrm>
            <a:prstGeom prst="rect">
              <a:avLst/>
            </a:prstGeom>
          </p:spPr>
        </p:pic>
        <p:pic>
          <p:nvPicPr>
            <p:cNvPr id="8" name="图形 7"/>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733248" y="1553063"/>
              <a:ext cx="598090" cy="452840"/>
            </a:xfrm>
            <a:prstGeom prst="rect">
              <a:avLst/>
            </a:prstGeom>
          </p:spPr>
        </p:pic>
        <p:sp>
          <p:nvSpPr>
            <p:cNvPr id="9" name="云形 8"/>
            <p:cNvSpPr/>
            <p:nvPr/>
          </p:nvSpPr>
          <p:spPr>
            <a:xfrm>
              <a:off x="7179698" y="2272251"/>
              <a:ext cx="1921079" cy="757646"/>
            </a:xfrm>
            <a:prstGeom prst="cloud">
              <a:avLst/>
            </a:prstGeom>
            <a:ln w="19050"/>
          </p:spPr>
          <p:style>
            <a:lnRef idx="2">
              <a:schemeClr val="accent4"/>
            </a:lnRef>
            <a:fillRef idx="1">
              <a:schemeClr val="lt1"/>
            </a:fillRef>
            <a:effectRef idx="0">
              <a:schemeClr val="accent4"/>
            </a:effectRef>
            <a:fontRef idx="minor">
              <a:schemeClr val="dk1"/>
            </a:fontRef>
          </p:style>
          <p:txBody>
            <a:bodyPr rtlCol="0" anchor="ctr"/>
            <a:lstStyle/>
            <a:p>
              <a:pPr algn="ctr">
                <a:lnSpc>
                  <a:spcPct val="120000"/>
                </a:lnSpc>
              </a:pPr>
              <a:r>
                <a:rPr lang="zh-CN" altLang="en-US" sz="1600" dirty="0">
                  <a:latin typeface="微软雅黑 Light" panose="020B0502040204020203" pitchFamily="34" charset="-122"/>
                  <a:ea typeface="微软雅黑 Light" panose="020B0502040204020203" pitchFamily="34" charset="-122"/>
                  <a:cs typeface="+mn-ea"/>
                  <a:sym typeface="+mn-lt"/>
                </a:rPr>
                <a:t>网络</a:t>
              </a:r>
              <a:endParaRPr lang="zh-CN" altLang="en-US" sz="1600" dirty="0">
                <a:latin typeface="微软雅黑 Light" panose="020B0502040204020203" pitchFamily="34" charset="-122"/>
                <a:ea typeface="微软雅黑 Light" panose="020B0502040204020203" pitchFamily="34" charset="-122"/>
                <a:cs typeface="+mn-ea"/>
                <a:sym typeface="+mn-lt"/>
              </a:endParaRPr>
            </a:p>
          </p:txBody>
        </p:sp>
        <p:pic>
          <p:nvPicPr>
            <p:cNvPr id="10" name="图形 9"/>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898927" y="1553063"/>
              <a:ext cx="598090" cy="452840"/>
            </a:xfrm>
            <a:prstGeom prst="rect">
              <a:avLst/>
            </a:prstGeom>
          </p:spPr>
        </p:pic>
        <p:cxnSp>
          <p:nvCxnSpPr>
            <p:cNvPr id="11" name="直接连接符 10"/>
            <p:cNvCxnSpPr>
              <a:stCxn id="8" idx="2"/>
            </p:cNvCxnSpPr>
            <p:nvPr/>
          </p:nvCxnSpPr>
          <p:spPr>
            <a:xfrm>
              <a:off x="7032293" y="2005903"/>
              <a:ext cx="570289" cy="332348"/>
            </a:xfrm>
            <a:prstGeom prst="line">
              <a:avLst/>
            </a:prstGeom>
          </p:spPr>
          <p:style>
            <a:lnRef idx="3">
              <a:schemeClr val="accent4"/>
            </a:lnRef>
            <a:fillRef idx="0">
              <a:schemeClr val="accent4"/>
            </a:fillRef>
            <a:effectRef idx="2">
              <a:schemeClr val="accent4"/>
            </a:effectRef>
            <a:fontRef idx="minor">
              <a:schemeClr val="tx1"/>
            </a:fontRef>
          </p:style>
        </p:cxnSp>
        <p:cxnSp>
          <p:nvCxnSpPr>
            <p:cNvPr id="12" name="直接连接符 11"/>
            <p:cNvCxnSpPr>
              <a:stCxn id="10" idx="2"/>
            </p:cNvCxnSpPr>
            <p:nvPr/>
          </p:nvCxnSpPr>
          <p:spPr>
            <a:xfrm flipH="1">
              <a:off x="8830491" y="2005903"/>
              <a:ext cx="367481" cy="297514"/>
            </a:xfrm>
            <a:prstGeom prst="line">
              <a:avLst/>
            </a:prstGeom>
          </p:spPr>
          <p:style>
            <a:lnRef idx="3">
              <a:schemeClr val="accent4"/>
            </a:lnRef>
            <a:fillRef idx="0">
              <a:schemeClr val="accent4"/>
            </a:fillRef>
            <a:effectRef idx="2">
              <a:schemeClr val="accent4"/>
            </a:effectRef>
            <a:fontRef idx="minor">
              <a:schemeClr val="tx1"/>
            </a:fontRef>
          </p:style>
        </p:cxnSp>
        <p:cxnSp>
          <p:nvCxnSpPr>
            <p:cNvPr id="13" name="直接连接符 12"/>
            <p:cNvCxnSpPr>
              <a:stCxn id="6" idx="1"/>
              <a:endCxn id="9" idx="1"/>
            </p:cNvCxnSpPr>
            <p:nvPr/>
          </p:nvCxnSpPr>
          <p:spPr>
            <a:xfrm flipH="1" flipV="1">
              <a:off x="8140238" y="3029090"/>
              <a:ext cx="1100455" cy="257131"/>
            </a:xfrm>
            <a:prstGeom prst="line">
              <a:avLst/>
            </a:prstGeom>
          </p:spPr>
          <p:style>
            <a:lnRef idx="3">
              <a:schemeClr val="accent4"/>
            </a:lnRef>
            <a:fillRef idx="0">
              <a:schemeClr val="accent4"/>
            </a:fillRef>
            <a:effectRef idx="2">
              <a:schemeClr val="accent4"/>
            </a:effectRef>
            <a:fontRef idx="minor">
              <a:schemeClr val="tx1"/>
            </a:fontRef>
          </p:style>
        </p:cxnSp>
        <p:cxnSp>
          <p:nvCxnSpPr>
            <p:cNvPr id="14" name="直接箭头连接符 13"/>
            <p:cNvCxnSpPr>
              <a:stCxn id="6" idx="3"/>
            </p:cNvCxnSpPr>
            <p:nvPr/>
          </p:nvCxnSpPr>
          <p:spPr>
            <a:xfrm>
              <a:off x="9753341" y="3286221"/>
              <a:ext cx="30941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5" name="文本框 14"/>
            <p:cNvSpPr txBox="1"/>
            <p:nvPr/>
          </p:nvSpPr>
          <p:spPr>
            <a:xfrm>
              <a:off x="9721747" y="2906553"/>
              <a:ext cx="2031325" cy="362343"/>
            </a:xfrm>
            <a:prstGeom prst="rect">
              <a:avLst/>
            </a:prstGeom>
            <a:noFill/>
          </p:spPr>
          <p:txBody>
            <a:bodyPr wrap="none" rtlCol="0">
              <a:spAutoFit/>
            </a:bodyPr>
            <a:lstStyle/>
            <a:p>
              <a:pPr>
                <a:lnSpc>
                  <a:spcPct val="120000"/>
                </a:lnSpc>
              </a:pPr>
              <a:r>
                <a:rPr lang="zh-CN" altLang="en-US" sz="1600" dirty="0">
                  <a:latin typeface="微软雅黑 Light" panose="020B0502040204020203" pitchFamily="34" charset="-122"/>
                  <a:ea typeface="微软雅黑 Light" panose="020B0502040204020203" pitchFamily="34" charset="-122"/>
                  <a:cs typeface="+mn-ea"/>
                  <a:sym typeface="+mn-lt"/>
                </a:rPr>
                <a:t>到因特网的其余部分</a:t>
              </a:r>
              <a:endParaRPr lang="zh-CN" altLang="en-US" sz="1600" dirty="0">
                <a:latin typeface="微软雅黑 Light" panose="020B0502040204020203" pitchFamily="34" charset="-122"/>
                <a:ea typeface="微软雅黑 Light" panose="020B0502040204020203" pitchFamily="34" charset="-122"/>
                <a:cs typeface="+mn-ea"/>
                <a:sym typeface="+mn-lt"/>
              </a:endParaRPr>
            </a:p>
          </p:txBody>
        </p:sp>
        <p:sp>
          <p:nvSpPr>
            <p:cNvPr id="16" name="文本框 15"/>
            <p:cNvSpPr txBox="1"/>
            <p:nvPr/>
          </p:nvSpPr>
          <p:spPr>
            <a:xfrm>
              <a:off x="6736303" y="1232258"/>
              <a:ext cx="595035" cy="362343"/>
            </a:xfrm>
            <a:prstGeom prst="rect">
              <a:avLst/>
            </a:prstGeom>
            <a:noFill/>
          </p:spPr>
          <p:txBody>
            <a:bodyPr wrap="none" rtlCol="0">
              <a:spAutoFit/>
            </a:bodyPr>
            <a:lstStyle/>
            <a:p>
              <a:pPr>
                <a:lnSpc>
                  <a:spcPct val="120000"/>
                </a:lnSpc>
              </a:pPr>
              <a:r>
                <a:rPr lang="zh-CN" altLang="en-US" sz="1600" dirty="0">
                  <a:latin typeface="微软雅黑 Light" panose="020B0502040204020203" pitchFamily="34" charset="-122"/>
                  <a:ea typeface="微软雅黑 Light" panose="020B0502040204020203" pitchFamily="34" charset="-122"/>
                  <a:cs typeface="+mn-ea"/>
                  <a:sym typeface="+mn-lt"/>
                </a:rPr>
                <a:t>主机</a:t>
              </a:r>
              <a:endParaRPr lang="zh-CN" altLang="en-US" sz="1600" dirty="0">
                <a:latin typeface="微软雅黑 Light" panose="020B0502040204020203" pitchFamily="34" charset="-122"/>
                <a:ea typeface="微软雅黑 Light" panose="020B0502040204020203" pitchFamily="34" charset="-122"/>
                <a:cs typeface="+mn-ea"/>
                <a:sym typeface="+mn-lt"/>
              </a:endParaRPr>
            </a:p>
          </p:txBody>
        </p:sp>
        <p:sp>
          <p:nvSpPr>
            <p:cNvPr id="17" name="文本框 16"/>
            <p:cNvSpPr txBox="1"/>
            <p:nvPr/>
          </p:nvSpPr>
          <p:spPr>
            <a:xfrm>
              <a:off x="8901982" y="1232258"/>
              <a:ext cx="595035" cy="362343"/>
            </a:xfrm>
            <a:prstGeom prst="rect">
              <a:avLst/>
            </a:prstGeom>
            <a:noFill/>
          </p:spPr>
          <p:txBody>
            <a:bodyPr wrap="none" rtlCol="0">
              <a:spAutoFit/>
            </a:bodyPr>
            <a:lstStyle/>
            <a:p>
              <a:pPr>
                <a:lnSpc>
                  <a:spcPct val="120000"/>
                </a:lnSpc>
              </a:pPr>
              <a:r>
                <a:rPr lang="zh-CN" altLang="en-US" sz="1600" dirty="0">
                  <a:latin typeface="微软雅黑 Light" panose="020B0502040204020203" pitchFamily="34" charset="-122"/>
                  <a:ea typeface="微软雅黑 Light" panose="020B0502040204020203" pitchFamily="34" charset="-122"/>
                  <a:cs typeface="+mn-ea"/>
                  <a:sym typeface="+mn-lt"/>
                </a:rPr>
                <a:t>主机</a:t>
              </a:r>
              <a:endParaRPr lang="zh-CN" altLang="en-US" sz="1600" dirty="0">
                <a:latin typeface="微软雅黑 Light" panose="020B0502040204020203" pitchFamily="34" charset="-122"/>
                <a:ea typeface="微软雅黑 Light" panose="020B0502040204020203" pitchFamily="34" charset="-122"/>
                <a:cs typeface="+mn-ea"/>
                <a:sym typeface="+mn-lt"/>
              </a:endParaRPr>
            </a:p>
          </p:txBody>
        </p:sp>
        <p:sp>
          <p:nvSpPr>
            <p:cNvPr id="18" name="文本框 17"/>
            <p:cNvSpPr txBox="1"/>
            <p:nvPr/>
          </p:nvSpPr>
          <p:spPr>
            <a:xfrm>
              <a:off x="7665826" y="1676293"/>
              <a:ext cx="1005403" cy="362343"/>
            </a:xfrm>
            <a:prstGeom prst="rect">
              <a:avLst/>
            </a:prstGeom>
            <a:noFill/>
          </p:spPr>
          <p:txBody>
            <a:bodyPr wrap="none" rtlCol="0">
              <a:spAutoFit/>
            </a:bodyPr>
            <a:lstStyle/>
            <a:p>
              <a:pPr>
                <a:lnSpc>
                  <a:spcPct val="120000"/>
                </a:lnSpc>
              </a:pPr>
              <a:r>
                <a:rPr lang="zh-CN" altLang="en-US" sz="1600" dirty="0">
                  <a:latin typeface="微软雅黑 Light" panose="020B0502040204020203" pitchFamily="34" charset="-122"/>
                  <a:ea typeface="微软雅黑 Light" panose="020B0502040204020203" pitchFamily="34" charset="-122"/>
                  <a:cs typeface="+mn-ea"/>
                  <a:sym typeface="+mn-lt"/>
                </a:rPr>
                <a:t>直接交付</a:t>
              </a:r>
              <a:endParaRPr lang="zh-CN" altLang="en-US" sz="1600" dirty="0">
                <a:latin typeface="微软雅黑 Light" panose="020B0502040204020203" pitchFamily="34" charset="-122"/>
                <a:ea typeface="微软雅黑 Light" panose="020B0502040204020203" pitchFamily="34" charset="-122"/>
                <a:cs typeface="+mn-ea"/>
                <a:sym typeface="+mn-lt"/>
              </a:endParaRPr>
            </a:p>
          </p:txBody>
        </p:sp>
        <p:sp>
          <p:nvSpPr>
            <p:cNvPr id="19" name="文本框 18"/>
            <p:cNvSpPr txBox="1"/>
            <p:nvPr/>
          </p:nvSpPr>
          <p:spPr>
            <a:xfrm>
              <a:off x="9593569" y="2327105"/>
              <a:ext cx="1005403" cy="362343"/>
            </a:xfrm>
            <a:prstGeom prst="rect">
              <a:avLst/>
            </a:prstGeom>
            <a:noFill/>
          </p:spPr>
          <p:txBody>
            <a:bodyPr wrap="none" rtlCol="0">
              <a:spAutoFit/>
            </a:bodyPr>
            <a:lstStyle/>
            <a:p>
              <a:pPr>
                <a:lnSpc>
                  <a:spcPct val="120000"/>
                </a:lnSpc>
              </a:pPr>
              <a:r>
                <a:rPr lang="zh-CN" altLang="en-US" sz="1600" dirty="0">
                  <a:latin typeface="微软雅黑 Light" panose="020B0502040204020203" pitchFamily="34" charset="-122"/>
                  <a:ea typeface="微软雅黑 Light" panose="020B0502040204020203" pitchFamily="34" charset="-122"/>
                  <a:cs typeface="+mn-ea"/>
                  <a:sym typeface="+mn-lt"/>
                </a:rPr>
                <a:t>直接交付</a:t>
              </a:r>
              <a:endParaRPr lang="zh-CN" altLang="en-US" sz="1600" dirty="0">
                <a:latin typeface="微软雅黑 Light" panose="020B0502040204020203" pitchFamily="34" charset="-122"/>
                <a:ea typeface="微软雅黑 Light" panose="020B0502040204020203" pitchFamily="34" charset="-122"/>
                <a:cs typeface="+mn-ea"/>
                <a:sym typeface="+mn-lt"/>
              </a:endParaRPr>
            </a:p>
          </p:txBody>
        </p:sp>
        <p:sp>
          <p:nvSpPr>
            <p:cNvPr id="20" name="弧形 19"/>
            <p:cNvSpPr/>
            <p:nvPr/>
          </p:nvSpPr>
          <p:spPr>
            <a:xfrm rot="2451162">
              <a:off x="8560367" y="2038639"/>
              <a:ext cx="1080820" cy="1080820"/>
            </a:xfrm>
            <a:prstGeom prst="arc">
              <a:avLst/>
            </a:prstGeom>
            <a:ln>
              <a:headEnd type="arrow" w="med" len="med"/>
              <a:tailEnd type="none" w="med" len="med"/>
            </a:ln>
          </p:spPr>
          <p:style>
            <a:lnRef idx="3">
              <a:schemeClr val="dk1"/>
            </a:lnRef>
            <a:fillRef idx="0">
              <a:schemeClr val="dk1"/>
            </a:fillRef>
            <a:effectRef idx="2">
              <a:schemeClr val="dk1"/>
            </a:effectRef>
            <a:fontRef idx="minor">
              <a:schemeClr val="tx1"/>
            </a:fontRef>
          </p:style>
          <p:txBody>
            <a:bodyPr rtlCol="0" anchor="ctr"/>
            <a:lstStyle/>
            <a:p>
              <a:pPr algn="ctr">
                <a:lnSpc>
                  <a:spcPct val="120000"/>
                </a:lnSpc>
              </a:pPr>
              <a:endParaRPr lang="zh-CN" altLang="en-US">
                <a:latin typeface="微软雅黑 Light" panose="020B0502040204020203" pitchFamily="34" charset="-122"/>
                <a:ea typeface="微软雅黑 Light" panose="020B0502040204020203" pitchFamily="34" charset="-122"/>
                <a:cs typeface="+mn-ea"/>
                <a:sym typeface="+mn-lt"/>
              </a:endParaRPr>
            </a:p>
          </p:txBody>
        </p:sp>
      </p:grpSp>
      <p:grpSp>
        <p:nvGrpSpPr>
          <p:cNvPr id="21" name="组合 20"/>
          <p:cNvGrpSpPr/>
          <p:nvPr/>
        </p:nvGrpSpPr>
        <p:grpSpPr>
          <a:xfrm>
            <a:off x="728487" y="3433349"/>
            <a:ext cx="10716808" cy="2589959"/>
            <a:chOff x="728487" y="3433349"/>
            <a:chExt cx="10716808" cy="2589959"/>
          </a:xfrm>
        </p:grpSpPr>
        <p:pic>
          <p:nvPicPr>
            <p:cNvPr id="22" name="图形 21"/>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4248489" y="4752577"/>
              <a:ext cx="512648" cy="512648"/>
            </a:xfrm>
            <a:prstGeom prst="rect">
              <a:avLst/>
            </a:prstGeom>
          </p:spPr>
        </p:pic>
        <p:pic>
          <p:nvPicPr>
            <p:cNvPr id="23" name="图形 22"/>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299927" y="4781112"/>
              <a:ext cx="598090" cy="452840"/>
            </a:xfrm>
            <a:prstGeom prst="rect">
              <a:avLst/>
            </a:prstGeom>
          </p:spPr>
        </p:pic>
        <p:sp>
          <p:nvSpPr>
            <p:cNvPr id="24" name="云形 23"/>
            <p:cNvSpPr/>
            <p:nvPr/>
          </p:nvSpPr>
          <p:spPr>
            <a:xfrm>
              <a:off x="2338551" y="4749840"/>
              <a:ext cx="1306805" cy="515385"/>
            </a:xfrm>
            <a:prstGeom prst="cloud">
              <a:avLst/>
            </a:prstGeom>
            <a:ln w="19050"/>
          </p:spPr>
          <p:style>
            <a:lnRef idx="2">
              <a:schemeClr val="accent4"/>
            </a:lnRef>
            <a:fillRef idx="1">
              <a:schemeClr val="lt1"/>
            </a:fillRef>
            <a:effectRef idx="0">
              <a:schemeClr val="accent4"/>
            </a:effectRef>
            <a:fontRef idx="minor">
              <a:schemeClr val="dk1"/>
            </a:fontRef>
          </p:style>
          <p:txBody>
            <a:bodyPr rtlCol="0" anchor="ctr"/>
            <a:lstStyle/>
            <a:p>
              <a:pPr algn="ctr">
                <a:lnSpc>
                  <a:spcPct val="120000"/>
                </a:lnSpc>
              </a:pPr>
              <a:r>
                <a:rPr lang="zh-CN" altLang="en-US" sz="1600" dirty="0">
                  <a:latin typeface="微软雅黑 Light" panose="020B0502040204020203" pitchFamily="34" charset="-122"/>
                  <a:ea typeface="微软雅黑 Light" panose="020B0502040204020203" pitchFamily="34" charset="-122"/>
                  <a:cs typeface="+mn-ea"/>
                  <a:sym typeface="+mn-lt"/>
                </a:rPr>
                <a:t>网络</a:t>
              </a:r>
              <a:endParaRPr lang="zh-CN" altLang="en-US" sz="1600" dirty="0">
                <a:latin typeface="微软雅黑 Light" panose="020B0502040204020203" pitchFamily="34" charset="-122"/>
                <a:ea typeface="微软雅黑 Light" panose="020B0502040204020203" pitchFamily="34" charset="-122"/>
                <a:cs typeface="+mn-ea"/>
                <a:sym typeface="+mn-lt"/>
              </a:endParaRPr>
            </a:p>
          </p:txBody>
        </p:sp>
        <p:sp>
          <p:nvSpPr>
            <p:cNvPr id="25" name="云形 24"/>
            <p:cNvSpPr/>
            <p:nvPr/>
          </p:nvSpPr>
          <p:spPr>
            <a:xfrm>
              <a:off x="5364270" y="4749840"/>
              <a:ext cx="1306805" cy="515385"/>
            </a:xfrm>
            <a:prstGeom prst="cloud">
              <a:avLst/>
            </a:prstGeom>
            <a:ln w="19050"/>
          </p:spPr>
          <p:style>
            <a:lnRef idx="2">
              <a:schemeClr val="accent4"/>
            </a:lnRef>
            <a:fillRef idx="1">
              <a:schemeClr val="lt1"/>
            </a:fillRef>
            <a:effectRef idx="0">
              <a:schemeClr val="accent4"/>
            </a:effectRef>
            <a:fontRef idx="minor">
              <a:schemeClr val="dk1"/>
            </a:fontRef>
          </p:style>
          <p:txBody>
            <a:bodyPr rtlCol="0" anchor="ctr"/>
            <a:lstStyle/>
            <a:p>
              <a:pPr algn="ctr">
                <a:lnSpc>
                  <a:spcPct val="120000"/>
                </a:lnSpc>
              </a:pPr>
              <a:r>
                <a:rPr lang="zh-CN" altLang="en-US" sz="1600" dirty="0">
                  <a:latin typeface="微软雅黑 Light" panose="020B0502040204020203" pitchFamily="34" charset="-122"/>
                  <a:ea typeface="微软雅黑 Light" panose="020B0502040204020203" pitchFamily="34" charset="-122"/>
                  <a:cs typeface="+mn-ea"/>
                  <a:sym typeface="+mn-lt"/>
                </a:rPr>
                <a:t>网络</a:t>
              </a:r>
              <a:endParaRPr lang="zh-CN" altLang="en-US" sz="1600" dirty="0">
                <a:latin typeface="微软雅黑 Light" panose="020B0502040204020203" pitchFamily="34" charset="-122"/>
                <a:ea typeface="微软雅黑 Light" panose="020B0502040204020203" pitchFamily="34" charset="-122"/>
                <a:cs typeface="+mn-ea"/>
                <a:sym typeface="+mn-lt"/>
              </a:endParaRPr>
            </a:p>
          </p:txBody>
        </p:sp>
        <p:sp>
          <p:nvSpPr>
            <p:cNvPr id="26" name="云形 25"/>
            <p:cNvSpPr/>
            <p:nvPr/>
          </p:nvSpPr>
          <p:spPr>
            <a:xfrm>
              <a:off x="8389989" y="4749840"/>
              <a:ext cx="1306805" cy="515385"/>
            </a:xfrm>
            <a:prstGeom prst="cloud">
              <a:avLst/>
            </a:prstGeom>
            <a:ln w="19050"/>
          </p:spPr>
          <p:style>
            <a:lnRef idx="2">
              <a:schemeClr val="accent4"/>
            </a:lnRef>
            <a:fillRef idx="1">
              <a:schemeClr val="lt1"/>
            </a:fillRef>
            <a:effectRef idx="0">
              <a:schemeClr val="accent4"/>
            </a:effectRef>
            <a:fontRef idx="minor">
              <a:schemeClr val="dk1"/>
            </a:fontRef>
          </p:style>
          <p:txBody>
            <a:bodyPr rtlCol="0" anchor="ctr"/>
            <a:lstStyle/>
            <a:p>
              <a:pPr algn="ctr">
                <a:lnSpc>
                  <a:spcPct val="120000"/>
                </a:lnSpc>
              </a:pPr>
              <a:r>
                <a:rPr lang="zh-CN" altLang="en-US" sz="1600" dirty="0">
                  <a:latin typeface="微软雅黑 Light" panose="020B0502040204020203" pitchFamily="34" charset="-122"/>
                  <a:ea typeface="微软雅黑 Light" panose="020B0502040204020203" pitchFamily="34" charset="-122"/>
                  <a:cs typeface="+mn-ea"/>
                  <a:sym typeface="+mn-lt"/>
                </a:rPr>
                <a:t>网络</a:t>
              </a:r>
              <a:endParaRPr lang="zh-CN" altLang="en-US" sz="1600" dirty="0">
                <a:latin typeface="微软雅黑 Light" panose="020B0502040204020203" pitchFamily="34" charset="-122"/>
                <a:ea typeface="微软雅黑 Light" panose="020B0502040204020203" pitchFamily="34" charset="-122"/>
                <a:cs typeface="+mn-ea"/>
                <a:sym typeface="+mn-lt"/>
              </a:endParaRPr>
            </a:p>
          </p:txBody>
        </p:sp>
        <p:pic>
          <p:nvPicPr>
            <p:cNvPr id="27" name="图形 26"/>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274208" y="4752577"/>
              <a:ext cx="512648" cy="512648"/>
            </a:xfrm>
            <a:prstGeom prst="rect">
              <a:avLst/>
            </a:prstGeom>
          </p:spPr>
        </p:pic>
        <p:pic>
          <p:nvPicPr>
            <p:cNvPr id="28" name="图形 27"/>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137328" y="4781112"/>
              <a:ext cx="598090" cy="452840"/>
            </a:xfrm>
            <a:prstGeom prst="rect">
              <a:avLst/>
            </a:prstGeom>
          </p:spPr>
        </p:pic>
        <p:sp>
          <p:nvSpPr>
            <p:cNvPr id="29" name="文本框 28"/>
            <p:cNvSpPr txBox="1"/>
            <p:nvPr/>
          </p:nvSpPr>
          <p:spPr>
            <a:xfrm>
              <a:off x="728487" y="4417915"/>
              <a:ext cx="1415772" cy="362343"/>
            </a:xfrm>
            <a:prstGeom prst="rect">
              <a:avLst/>
            </a:prstGeom>
            <a:noFill/>
          </p:spPr>
          <p:txBody>
            <a:bodyPr wrap="none" rtlCol="0">
              <a:spAutoFit/>
            </a:bodyPr>
            <a:lstStyle/>
            <a:p>
              <a:pPr>
                <a:lnSpc>
                  <a:spcPct val="120000"/>
                </a:lnSpc>
              </a:pPr>
              <a:r>
                <a:rPr lang="zh-CN" altLang="en-US" sz="1600" dirty="0">
                  <a:latin typeface="微软雅黑 Light" panose="020B0502040204020203" pitchFamily="34" charset="-122"/>
                  <a:ea typeface="微软雅黑 Light" panose="020B0502040204020203" pitchFamily="34" charset="-122"/>
                  <a:cs typeface="+mn-ea"/>
                  <a:sym typeface="+mn-lt"/>
                </a:rPr>
                <a:t>主机（源点）</a:t>
              </a:r>
              <a:endParaRPr lang="zh-CN" altLang="en-US" sz="1600" dirty="0">
                <a:latin typeface="微软雅黑 Light" panose="020B0502040204020203" pitchFamily="34" charset="-122"/>
                <a:ea typeface="微软雅黑 Light" panose="020B0502040204020203" pitchFamily="34" charset="-122"/>
                <a:cs typeface="+mn-ea"/>
                <a:sym typeface="+mn-lt"/>
              </a:endParaRPr>
            </a:p>
          </p:txBody>
        </p:sp>
        <p:sp>
          <p:nvSpPr>
            <p:cNvPr id="30" name="文本框 29"/>
            <p:cNvSpPr txBox="1"/>
            <p:nvPr/>
          </p:nvSpPr>
          <p:spPr>
            <a:xfrm>
              <a:off x="10029523" y="4417915"/>
              <a:ext cx="1415772" cy="362343"/>
            </a:xfrm>
            <a:prstGeom prst="rect">
              <a:avLst/>
            </a:prstGeom>
            <a:noFill/>
          </p:spPr>
          <p:txBody>
            <a:bodyPr wrap="none" rtlCol="0">
              <a:spAutoFit/>
            </a:bodyPr>
            <a:lstStyle/>
            <a:p>
              <a:pPr>
                <a:lnSpc>
                  <a:spcPct val="120000"/>
                </a:lnSpc>
              </a:pPr>
              <a:r>
                <a:rPr lang="zh-CN" altLang="en-US" sz="1600" dirty="0">
                  <a:latin typeface="微软雅黑 Light" panose="020B0502040204020203" pitchFamily="34" charset="-122"/>
                  <a:ea typeface="微软雅黑 Light" panose="020B0502040204020203" pitchFamily="34" charset="-122"/>
                  <a:cs typeface="+mn-ea"/>
                  <a:sym typeface="+mn-lt"/>
                </a:rPr>
                <a:t>主机（终点）</a:t>
              </a:r>
              <a:endParaRPr lang="zh-CN" altLang="en-US" sz="1600" dirty="0">
                <a:latin typeface="微软雅黑 Light" panose="020B0502040204020203" pitchFamily="34" charset="-122"/>
                <a:ea typeface="微软雅黑 Light" panose="020B0502040204020203" pitchFamily="34" charset="-122"/>
                <a:cs typeface="+mn-ea"/>
                <a:sym typeface="+mn-lt"/>
              </a:endParaRPr>
            </a:p>
          </p:txBody>
        </p:sp>
        <p:cxnSp>
          <p:nvCxnSpPr>
            <p:cNvPr id="31" name="直接连接符 30"/>
            <p:cNvCxnSpPr>
              <a:stCxn id="28" idx="3"/>
              <a:endCxn id="24" idx="2"/>
            </p:cNvCxnSpPr>
            <p:nvPr/>
          </p:nvCxnSpPr>
          <p:spPr>
            <a:xfrm>
              <a:off x="1735418" y="5007532"/>
              <a:ext cx="607187" cy="1"/>
            </a:xfrm>
            <a:prstGeom prst="line">
              <a:avLst/>
            </a:prstGeom>
          </p:spPr>
          <p:style>
            <a:lnRef idx="3">
              <a:schemeClr val="accent4"/>
            </a:lnRef>
            <a:fillRef idx="0">
              <a:schemeClr val="accent4"/>
            </a:fillRef>
            <a:effectRef idx="2">
              <a:schemeClr val="accent4"/>
            </a:effectRef>
            <a:fontRef idx="minor">
              <a:schemeClr val="tx1"/>
            </a:fontRef>
          </p:style>
        </p:cxnSp>
        <p:cxnSp>
          <p:nvCxnSpPr>
            <p:cNvPr id="32" name="直接连接符 31"/>
            <p:cNvCxnSpPr>
              <a:stCxn id="24" idx="0"/>
              <a:endCxn id="22" idx="1"/>
            </p:cNvCxnSpPr>
            <p:nvPr/>
          </p:nvCxnSpPr>
          <p:spPr>
            <a:xfrm>
              <a:off x="3644267" y="5007533"/>
              <a:ext cx="604222" cy="1368"/>
            </a:xfrm>
            <a:prstGeom prst="line">
              <a:avLst/>
            </a:prstGeom>
          </p:spPr>
          <p:style>
            <a:lnRef idx="3">
              <a:schemeClr val="accent4"/>
            </a:lnRef>
            <a:fillRef idx="0">
              <a:schemeClr val="accent4"/>
            </a:fillRef>
            <a:effectRef idx="2">
              <a:schemeClr val="accent4"/>
            </a:effectRef>
            <a:fontRef idx="minor">
              <a:schemeClr val="tx1"/>
            </a:fontRef>
          </p:style>
        </p:cxnSp>
        <p:cxnSp>
          <p:nvCxnSpPr>
            <p:cNvPr id="33" name="直接连接符 32"/>
            <p:cNvCxnSpPr>
              <a:stCxn id="22" idx="3"/>
              <a:endCxn id="25" idx="2"/>
            </p:cNvCxnSpPr>
            <p:nvPr/>
          </p:nvCxnSpPr>
          <p:spPr>
            <a:xfrm flipV="1">
              <a:off x="4761137" y="5007533"/>
              <a:ext cx="607187" cy="1368"/>
            </a:xfrm>
            <a:prstGeom prst="line">
              <a:avLst/>
            </a:prstGeom>
          </p:spPr>
          <p:style>
            <a:lnRef idx="3">
              <a:schemeClr val="accent4"/>
            </a:lnRef>
            <a:fillRef idx="0">
              <a:schemeClr val="accent4"/>
            </a:fillRef>
            <a:effectRef idx="2">
              <a:schemeClr val="accent4"/>
            </a:effectRef>
            <a:fontRef idx="minor">
              <a:schemeClr val="tx1"/>
            </a:fontRef>
          </p:style>
        </p:cxnSp>
        <p:cxnSp>
          <p:nvCxnSpPr>
            <p:cNvPr id="34" name="直接连接符 33"/>
            <p:cNvCxnSpPr>
              <a:stCxn id="25" idx="0"/>
              <a:endCxn id="27" idx="1"/>
            </p:cNvCxnSpPr>
            <p:nvPr/>
          </p:nvCxnSpPr>
          <p:spPr>
            <a:xfrm>
              <a:off x="6669986" y="5007533"/>
              <a:ext cx="604222" cy="1368"/>
            </a:xfrm>
            <a:prstGeom prst="line">
              <a:avLst/>
            </a:prstGeom>
          </p:spPr>
          <p:style>
            <a:lnRef idx="3">
              <a:schemeClr val="accent4"/>
            </a:lnRef>
            <a:fillRef idx="0">
              <a:schemeClr val="accent4"/>
            </a:fillRef>
            <a:effectRef idx="2">
              <a:schemeClr val="accent4"/>
            </a:effectRef>
            <a:fontRef idx="minor">
              <a:schemeClr val="tx1"/>
            </a:fontRef>
          </p:style>
        </p:cxnSp>
        <p:cxnSp>
          <p:nvCxnSpPr>
            <p:cNvPr id="35" name="直接连接符 34"/>
            <p:cNvCxnSpPr>
              <a:stCxn id="27" idx="3"/>
              <a:endCxn id="26" idx="2"/>
            </p:cNvCxnSpPr>
            <p:nvPr/>
          </p:nvCxnSpPr>
          <p:spPr>
            <a:xfrm flipV="1">
              <a:off x="7786856" y="5007533"/>
              <a:ext cx="607187" cy="1368"/>
            </a:xfrm>
            <a:prstGeom prst="line">
              <a:avLst/>
            </a:prstGeom>
          </p:spPr>
          <p:style>
            <a:lnRef idx="3">
              <a:schemeClr val="accent4"/>
            </a:lnRef>
            <a:fillRef idx="0">
              <a:schemeClr val="accent4"/>
            </a:fillRef>
            <a:effectRef idx="2">
              <a:schemeClr val="accent4"/>
            </a:effectRef>
            <a:fontRef idx="minor">
              <a:schemeClr val="tx1"/>
            </a:fontRef>
          </p:style>
        </p:cxnSp>
        <p:cxnSp>
          <p:nvCxnSpPr>
            <p:cNvPr id="36" name="直接连接符 35"/>
            <p:cNvCxnSpPr>
              <a:stCxn id="26" idx="0"/>
              <a:endCxn id="23" idx="1"/>
            </p:cNvCxnSpPr>
            <p:nvPr/>
          </p:nvCxnSpPr>
          <p:spPr>
            <a:xfrm flipV="1">
              <a:off x="9695705" y="5007532"/>
              <a:ext cx="604222" cy="1"/>
            </a:xfrm>
            <a:prstGeom prst="line">
              <a:avLst/>
            </a:prstGeom>
          </p:spPr>
          <p:style>
            <a:lnRef idx="3">
              <a:schemeClr val="accent4"/>
            </a:lnRef>
            <a:fillRef idx="0">
              <a:schemeClr val="accent4"/>
            </a:fillRef>
            <a:effectRef idx="2">
              <a:schemeClr val="accent4"/>
            </a:effectRef>
            <a:fontRef idx="minor">
              <a:schemeClr val="tx1"/>
            </a:fontRef>
          </p:style>
        </p:cxnSp>
        <p:sp>
          <p:nvSpPr>
            <p:cNvPr id="37" name="文本框 36"/>
            <p:cNvSpPr txBox="1"/>
            <p:nvPr/>
          </p:nvSpPr>
          <p:spPr>
            <a:xfrm>
              <a:off x="4098516" y="4417915"/>
              <a:ext cx="800219" cy="362343"/>
            </a:xfrm>
            <a:prstGeom prst="rect">
              <a:avLst/>
            </a:prstGeom>
            <a:noFill/>
          </p:spPr>
          <p:txBody>
            <a:bodyPr wrap="none" rtlCol="0">
              <a:spAutoFit/>
            </a:bodyPr>
            <a:lstStyle/>
            <a:p>
              <a:pPr>
                <a:lnSpc>
                  <a:spcPct val="120000"/>
                </a:lnSpc>
              </a:pPr>
              <a:r>
                <a:rPr lang="zh-CN" altLang="en-US" sz="1600" dirty="0">
                  <a:latin typeface="微软雅黑 Light" panose="020B0502040204020203" pitchFamily="34" charset="-122"/>
                  <a:ea typeface="微软雅黑 Light" panose="020B0502040204020203" pitchFamily="34" charset="-122"/>
                  <a:cs typeface="+mn-ea"/>
                  <a:sym typeface="+mn-lt"/>
                </a:rPr>
                <a:t>路由器</a:t>
              </a:r>
              <a:endParaRPr lang="zh-CN" altLang="en-US" sz="1600" dirty="0">
                <a:latin typeface="微软雅黑 Light" panose="020B0502040204020203" pitchFamily="34" charset="-122"/>
                <a:ea typeface="微软雅黑 Light" panose="020B0502040204020203" pitchFamily="34" charset="-122"/>
                <a:cs typeface="+mn-ea"/>
                <a:sym typeface="+mn-lt"/>
              </a:endParaRPr>
            </a:p>
          </p:txBody>
        </p:sp>
        <p:sp>
          <p:nvSpPr>
            <p:cNvPr id="38" name="文本框 37"/>
            <p:cNvSpPr txBox="1"/>
            <p:nvPr/>
          </p:nvSpPr>
          <p:spPr>
            <a:xfrm>
              <a:off x="7130422" y="4417915"/>
              <a:ext cx="800219" cy="362343"/>
            </a:xfrm>
            <a:prstGeom prst="rect">
              <a:avLst/>
            </a:prstGeom>
            <a:noFill/>
          </p:spPr>
          <p:txBody>
            <a:bodyPr wrap="none" rtlCol="0">
              <a:spAutoFit/>
            </a:bodyPr>
            <a:lstStyle/>
            <a:p>
              <a:pPr>
                <a:lnSpc>
                  <a:spcPct val="120000"/>
                </a:lnSpc>
              </a:pPr>
              <a:r>
                <a:rPr lang="zh-CN" altLang="en-US" sz="1600" dirty="0">
                  <a:latin typeface="微软雅黑 Light" panose="020B0502040204020203" pitchFamily="34" charset="-122"/>
                  <a:ea typeface="微软雅黑 Light" panose="020B0502040204020203" pitchFamily="34" charset="-122"/>
                  <a:cs typeface="+mn-ea"/>
                  <a:sym typeface="+mn-lt"/>
                </a:rPr>
                <a:t>路由器</a:t>
              </a:r>
              <a:endParaRPr lang="zh-CN" altLang="en-US" sz="1600" dirty="0">
                <a:latin typeface="微软雅黑 Light" panose="020B0502040204020203" pitchFamily="34" charset="-122"/>
                <a:ea typeface="微软雅黑 Light" panose="020B0502040204020203" pitchFamily="34" charset="-122"/>
                <a:cs typeface="+mn-ea"/>
                <a:sym typeface="+mn-lt"/>
              </a:endParaRPr>
            </a:p>
          </p:txBody>
        </p:sp>
        <p:sp>
          <p:nvSpPr>
            <p:cNvPr id="39" name="弧形 38"/>
            <p:cNvSpPr/>
            <p:nvPr/>
          </p:nvSpPr>
          <p:spPr>
            <a:xfrm rot="7863033">
              <a:off x="1855180" y="3433349"/>
              <a:ext cx="2224109" cy="2224109"/>
            </a:xfrm>
            <a:prstGeom prst="arc">
              <a:avLst/>
            </a:prstGeom>
            <a:ln>
              <a:headEnd type="arrow" w="med" len="med"/>
              <a:tailEnd type="none" w="med" len="med"/>
            </a:ln>
          </p:spPr>
          <p:style>
            <a:lnRef idx="3">
              <a:schemeClr val="dk1"/>
            </a:lnRef>
            <a:fillRef idx="0">
              <a:schemeClr val="dk1"/>
            </a:fillRef>
            <a:effectRef idx="2">
              <a:schemeClr val="dk1"/>
            </a:effectRef>
            <a:fontRef idx="minor">
              <a:schemeClr val="tx1"/>
            </a:fontRef>
          </p:style>
          <p:txBody>
            <a:bodyPr rtlCol="0" anchor="ctr"/>
            <a:lstStyle/>
            <a:p>
              <a:pPr algn="ctr">
                <a:lnSpc>
                  <a:spcPct val="120000"/>
                </a:lnSpc>
              </a:pPr>
              <a:endParaRPr lang="zh-CN" altLang="en-US">
                <a:latin typeface="微软雅黑 Light" panose="020B0502040204020203" pitchFamily="34" charset="-122"/>
                <a:ea typeface="微软雅黑 Light" panose="020B0502040204020203" pitchFamily="34" charset="-122"/>
                <a:cs typeface="+mn-ea"/>
                <a:sym typeface="+mn-lt"/>
              </a:endParaRPr>
            </a:p>
          </p:txBody>
        </p:sp>
        <p:sp>
          <p:nvSpPr>
            <p:cNvPr id="40" name="弧形 39"/>
            <p:cNvSpPr/>
            <p:nvPr/>
          </p:nvSpPr>
          <p:spPr>
            <a:xfrm rot="7863033">
              <a:off x="4878747" y="3433349"/>
              <a:ext cx="2224109" cy="2224109"/>
            </a:xfrm>
            <a:prstGeom prst="arc">
              <a:avLst/>
            </a:prstGeom>
            <a:ln>
              <a:headEnd type="arrow" w="med" len="med"/>
              <a:tailEnd type="none" w="med" len="med"/>
            </a:ln>
          </p:spPr>
          <p:style>
            <a:lnRef idx="3">
              <a:schemeClr val="dk1"/>
            </a:lnRef>
            <a:fillRef idx="0">
              <a:schemeClr val="dk1"/>
            </a:fillRef>
            <a:effectRef idx="2">
              <a:schemeClr val="dk1"/>
            </a:effectRef>
            <a:fontRef idx="minor">
              <a:schemeClr val="tx1"/>
            </a:fontRef>
          </p:style>
          <p:txBody>
            <a:bodyPr rtlCol="0" anchor="ctr"/>
            <a:lstStyle/>
            <a:p>
              <a:pPr algn="ctr">
                <a:lnSpc>
                  <a:spcPct val="120000"/>
                </a:lnSpc>
              </a:pPr>
              <a:endParaRPr lang="zh-CN" altLang="en-US">
                <a:latin typeface="微软雅黑 Light" panose="020B0502040204020203" pitchFamily="34" charset="-122"/>
                <a:ea typeface="微软雅黑 Light" panose="020B0502040204020203" pitchFamily="34" charset="-122"/>
                <a:cs typeface="+mn-ea"/>
                <a:sym typeface="+mn-lt"/>
              </a:endParaRPr>
            </a:p>
          </p:txBody>
        </p:sp>
        <p:sp>
          <p:nvSpPr>
            <p:cNvPr id="41" name="弧形 40"/>
            <p:cNvSpPr/>
            <p:nvPr/>
          </p:nvSpPr>
          <p:spPr>
            <a:xfrm rot="7863033">
              <a:off x="7917969" y="3433349"/>
              <a:ext cx="2224109" cy="2224109"/>
            </a:xfrm>
            <a:prstGeom prst="arc">
              <a:avLst/>
            </a:prstGeom>
            <a:ln>
              <a:headEnd type="arrow" w="med" len="med"/>
              <a:tailEnd type="none" w="med" len="med"/>
            </a:ln>
          </p:spPr>
          <p:style>
            <a:lnRef idx="3">
              <a:schemeClr val="dk1"/>
            </a:lnRef>
            <a:fillRef idx="0">
              <a:schemeClr val="dk1"/>
            </a:fillRef>
            <a:effectRef idx="2">
              <a:schemeClr val="dk1"/>
            </a:effectRef>
            <a:fontRef idx="minor">
              <a:schemeClr val="tx1"/>
            </a:fontRef>
          </p:style>
          <p:txBody>
            <a:bodyPr rtlCol="0" anchor="ctr"/>
            <a:lstStyle/>
            <a:p>
              <a:pPr algn="ctr">
                <a:lnSpc>
                  <a:spcPct val="120000"/>
                </a:lnSpc>
              </a:pPr>
              <a:endParaRPr lang="zh-CN" altLang="en-US">
                <a:latin typeface="微软雅黑 Light" panose="020B0502040204020203" pitchFamily="34" charset="-122"/>
                <a:ea typeface="微软雅黑 Light" panose="020B0502040204020203" pitchFamily="34" charset="-122"/>
                <a:cs typeface="+mn-ea"/>
                <a:sym typeface="+mn-lt"/>
              </a:endParaRPr>
            </a:p>
          </p:txBody>
        </p:sp>
        <p:sp>
          <p:nvSpPr>
            <p:cNvPr id="42" name="文本框 41"/>
            <p:cNvSpPr txBox="1"/>
            <p:nvPr/>
          </p:nvSpPr>
          <p:spPr>
            <a:xfrm>
              <a:off x="8598075" y="5660965"/>
              <a:ext cx="1005403" cy="362343"/>
            </a:xfrm>
            <a:prstGeom prst="rect">
              <a:avLst/>
            </a:prstGeom>
            <a:noFill/>
          </p:spPr>
          <p:txBody>
            <a:bodyPr wrap="none" rtlCol="0">
              <a:spAutoFit/>
            </a:bodyPr>
            <a:lstStyle/>
            <a:p>
              <a:pPr>
                <a:lnSpc>
                  <a:spcPct val="120000"/>
                </a:lnSpc>
              </a:pPr>
              <a:r>
                <a:rPr lang="zh-CN" altLang="en-US" sz="1600" dirty="0">
                  <a:latin typeface="微软雅黑 Light" panose="020B0502040204020203" pitchFamily="34" charset="-122"/>
                  <a:ea typeface="微软雅黑 Light" panose="020B0502040204020203" pitchFamily="34" charset="-122"/>
                  <a:cs typeface="+mn-ea"/>
                  <a:sym typeface="+mn-lt"/>
                </a:rPr>
                <a:t>直接交付</a:t>
              </a:r>
              <a:endParaRPr lang="zh-CN" altLang="en-US" sz="1600" dirty="0">
                <a:latin typeface="微软雅黑 Light" panose="020B0502040204020203" pitchFamily="34" charset="-122"/>
                <a:ea typeface="微软雅黑 Light" panose="020B0502040204020203" pitchFamily="34" charset="-122"/>
                <a:cs typeface="+mn-ea"/>
                <a:sym typeface="+mn-lt"/>
              </a:endParaRPr>
            </a:p>
          </p:txBody>
        </p:sp>
        <p:sp>
          <p:nvSpPr>
            <p:cNvPr id="43" name="文本框 42"/>
            <p:cNvSpPr txBox="1"/>
            <p:nvPr/>
          </p:nvSpPr>
          <p:spPr>
            <a:xfrm>
              <a:off x="5586948" y="5660965"/>
              <a:ext cx="1005403" cy="362343"/>
            </a:xfrm>
            <a:prstGeom prst="rect">
              <a:avLst/>
            </a:prstGeom>
            <a:noFill/>
          </p:spPr>
          <p:txBody>
            <a:bodyPr wrap="none" rtlCol="0">
              <a:spAutoFit/>
            </a:bodyPr>
            <a:lstStyle/>
            <a:p>
              <a:pPr>
                <a:lnSpc>
                  <a:spcPct val="120000"/>
                </a:lnSpc>
              </a:pPr>
              <a:r>
                <a:rPr lang="zh-CN" altLang="en-US" sz="1600" dirty="0">
                  <a:latin typeface="微软雅黑 Light" panose="020B0502040204020203" pitchFamily="34" charset="-122"/>
                  <a:ea typeface="微软雅黑 Light" panose="020B0502040204020203" pitchFamily="34" charset="-122"/>
                  <a:cs typeface="+mn-ea"/>
                  <a:sym typeface="+mn-lt"/>
                </a:rPr>
                <a:t>间接交付</a:t>
              </a:r>
              <a:endParaRPr lang="zh-CN" altLang="en-US" sz="1600" dirty="0">
                <a:latin typeface="微软雅黑 Light" panose="020B0502040204020203" pitchFamily="34" charset="-122"/>
                <a:ea typeface="微软雅黑 Light" panose="020B0502040204020203" pitchFamily="34" charset="-122"/>
                <a:cs typeface="+mn-ea"/>
                <a:sym typeface="+mn-lt"/>
              </a:endParaRPr>
            </a:p>
          </p:txBody>
        </p:sp>
        <p:sp>
          <p:nvSpPr>
            <p:cNvPr id="44" name="文本框 43"/>
            <p:cNvSpPr txBox="1"/>
            <p:nvPr/>
          </p:nvSpPr>
          <p:spPr>
            <a:xfrm>
              <a:off x="2468293" y="5660965"/>
              <a:ext cx="1005403" cy="362343"/>
            </a:xfrm>
            <a:prstGeom prst="rect">
              <a:avLst/>
            </a:prstGeom>
            <a:noFill/>
          </p:spPr>
          <p:txBody>
            <a:bodyPr wrap="none" rtlCol="0">
              <a:spAutoFit/>
            </a:bodyPr>
            <a:lstStyle/>
            <a:p>
              <a:pPr>
                <a:lnSpc>
                  <a:spcPct val="120000"/>
                </a:lnSpc>
              </a:pPr>
              <a:r>
                <a:rPr lang="zh-CN" altLang="en-US" sz="1600" dirty="0">
                  <a:latin typeface="微软雅黑 Light" panose="020B0502040204020203" pitchFamily="34" charset="-122"/>
                  <a:ea typeface="微软雅黑 Light" panose="020B0502040204020203" pitchFamily="34" charset="-122"/>
                  <a:cs typeface="+mn-ea"/>
                  <a:sym typeface="+mn-lt"/>
                </a:rPr>
                <a:t>间接交付</a:t>
              </a:r>
              <a:endParaRPr lang="zh-CN" altLang="en-US" sz="1600" dirty="0">
                <a:latin typeface="微软雅黑 Light" panose="020B0502040204020203" pitchFamily="34" charset="-122"/>
                <a:ea typeface="微软雅黑 Light" panose="020B0502040204020203" pitchFamily="34" charset="-122"/>
                <a:cs typeface="+mn-ea"/>
                <a:sym typeface="+mn-lt"/>
              </a:endParaRPr>
            </a:p>
          </p:txBody>
        </p:sp>
      </p:grpSp>
    </p:spTree>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5"/>
          <p:cNvSpPr>
            <a:spLocks noGrp="1"/>
          </p:cNvSpPr>
          <p:nvPr>
            <p:ph type="sldNum" sz="quarter" idx="12"/>
          </p:nvPr>
        </p:nvSpPr>
        <p:spPr/>
        <p:txBody>
          <a:bodyPr/>
          <a:lstStyle/>
          <a:p>
            <a:fld id="{B1AE40CA-0253-487E-82F9-9E32D1DA97E5}" type="slidenum">
              <a:rPr lang="en-US" altLang="zh-CN"/>
            </a:fld>
            <a:endParaRPr lang="en-US" altLang="zh-CN"/>
          </a:p>
        </p:txBody>
      </p:sp>
      <p:sp>
        <p:nvSpPr>
          <p:cNvPr id="489474" name="Rectangle 2"/>
          <p:cNvSpPr>
            <a:spLocks noGrp="1" noChangeArrowheads="1"/>
          </p:cNvSpPr>
          <p:nvPr>
            <p:ph type="title"/>
          </p:nvPr>
        </p:nvSpPr>
        <p:spPr/>
        <p:txBody>
          <a:bodyPr/>
          <a:lstStyle/>
          <a:p>
            <a:r>
              <a:rPr lang="en-US" altLang="zh-CN"/>
              <a:t>IP</a:t>
            </a:r>
            <a:r>
              <a:rPr lang="zh-CN" altLang="en-US"/>
              <a:t>转发</a:t>
            </a:r>
            <a:endParaRPr lang="zh-CN" altLang="en-US"/>
          </a:p>
        </p:txBody>
      </p:sp>
      <p:sp>
        <p:nvSpPr>
          <p:cNvPr id="489475" name="Rectangle 3"/>
          <p:cNvSpPr>
            <a:spLocks noGrp="1" noChangeArrowheads="1"/>
          </p:cNvSpPr>
          <p:nvPr>
            <p:ph type="body" idx="1"/>
          </p:nvPr>
        </p:nvSpPr>
        <p:spPr/>
        <p:txBody>
          <a:bodyPr/>
          <a:lstStyle/>
          <a:p>
            <a:r>
              <a:rPr lang="zh-CN" altLang="en-US" dirty="0"/>
              <a:t>转发表示把分组放到去终点的路由上。进行转发要求主机或路由器具有路由表</a:t>
            </a:r>
            <a:endParaRPr lang="zh-CN" altLang="en-US" dirty="0"/>
          </a:p>
          <a:p>
            <a:r>
              <a:rPr lang="zh-CN" altLang="en-US" dirty="0"/>
              <a:t>路由器的主要功能是转发分组，内存中维持一个路由表。当收到一个分组并进行转发时，它都要对该路由表搜索一次，从一个接口转发到另一个接口</a:t>
            </a:r>
            <a:endParaRPr lang="zh-CN" altLang="en-US" dirty="0"/>
          </a:p>
          <a:p>
            <a:r>
              <a:rPr lang="zh-CN" altLang="en-US" dirty="0"/>
              <a:t>路由表的每一行应包含下面信息：</a:t>
            </a:r>
            <a:endParaRPr lang="zh-CN" altLang="en-US" dirty="0"/>
          </a:p>
          <a:p>
            <a:pPr lvl="1"/>
            <a:r>
              <a:rPr lang="zh-CN" altLang="en-US" dirty="0"/>
              <a:t>目的</a:t>
            </a:r>
            <a:r>
              <a:rPr lang="en-US" altLang="zh-CN" dirty="0"/>
              <a:t>IP</a:t>
            </a:r>
            <a:r>
              <a:rPr lang="zh-CN" altLang="en-US" dirty="0"/>
              <a:t>地址、下一跳路由器</a:t>
            </a:r>
            <a:r>
              <a:rPr lang="en-US" altLang="zh-CN" dirty="0"/>
              <a:t>(next-hop router)</a:t>
            </a:r>
            <a:r>
              <a:rPr lang="zh-CN" altLang="en-US" dirty="0"/>
              <a:t>的</a:t>
            </a:r>
            <a:r>
              <a:rPr lang="en-US" altLang="zh-CN" dirty="0"/>
              <a:t>IP</a:t>
            </a:r>
            <a:r>
              <a:rPr lang="zh-CN" altLang="en-US" dirty="0"/>
              <a:t>地址、为分组传输指定一个网络接口</a:t>
            </a:r>
            <a:endParaRPr lang="zh-CN" altLang="en-US" dirty="0"/>
          </a:p>
        </p:txBody>
      </p:sp>
    </p:spTree>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 name="Freeform 4"/>
          <p:cNvSpPr/>
          <p:nvPr/>
        </p:nvSpPr>
        <p:spPr bwMode="auto">
          <a:xfrm>
            <a:off x="3567444" y="2117991"/>
            <a:ext cx="5057112" cy="1089025"/>
          </a:xfrm>
          <a:custGeom>
            <a:avLst/>
            <a:gdLst>
              <a:gd name="T0" fmla="*/ 0 w 3024"/>
              <a:gd name="T1" fmla="*/ 636 h 636"/>
              <a:gd name="T2" fmla="*/ 1520 w 3024"/>
              <a:gd name="T3" fmla="*/ 0 h 636"/>
              <a:gd name="T4" fmla="*/ 3024 w 3024"/>
              <a:gd name="T5" fmla="*/ 636 h 636"/>
              <a:gd name="T6" fmla="*/ 0 w 3024"/>
              <a:gd name="T7" fmla="*/ 636 h 636"/>
            </a:gdLst>
            <a:ahLst/>
            <a:cxnLst>
              <a:cxn ang="0">
                <a:pos x="T0" y="T1"/>
              </a:cxn>
              <a:cxn ang="0">
                <a:pos x="T2" y="T3"/>
              </a:cxn>
              <a:cxn ang="0">
                <a:pos x="T4" y="T5"/>
              </a:cxn>
              <a:cxn ang="0">
                <a:pos x="T6" y="T7"/>
              </a:cxn>
            </a:cxnLst>
            <a:rect l="0" t="0" r="r" b="b"/>
            <a:pathLst>
              <a:path w="3024" h="636">
                <a:moveTo>
                  <a:pt x="0" y="636"/>
                </a:moveTo>
                <a:lnTo>
                  <a:pt x="1520" y="0"/>
                </a:lnTo>
                <a:lnTo>
                  <a:pt x="3024" y="636"/>
                </a:lnTo>
                <a:lnTo>
                  <a:pt x="0" y="636"/>
                </a:lnTo>
                <a:close/>
              </a:path>
            </a:pathLst>
          </a:custGeom>
          <a:gradFill rotWithShape="1">
            <a:gsLst>
              <a:gs pos="0">
                <a:schemeClr val="accent6">
                  <a:lumMod val="40000"/>
                  <a:lumOff val="60000"/>
                </a:schemeClr>
              </a:gs>
              <a:gs pos="100000">
                <a:schemeClr val="accent6">
                  <a:lumMod val="20000"/>
                  <a:lumOff val="80000"/>
                </a:schemeClr>
              </a:gs>
            </a:gsLst>
            <a:lin ang="5400000" scaled="1"/>
          </a:gradFill>
          <a:ln>
            <a:noFill/>
          </a:ln>
          <a:effectLst/>
        </p:spPr>
        <p:txBody>
          <a:bodyPr/>
          <a:lstStyle/>
          <a:p>
            <a:pPr>
              <a:lnSpc>
                <a:spcPct val="120000"/>
              </a:lnSpc>
            </a:pPr>
            <a:endParaRPr lang="zh-CN" altLang="en-US">
              <a:latin typeface="微软雅黑 Light" panose="020B0502040204020203" pitchFamily="34" charset="-122"/>
              <a:ea typeface="微软雅黑 Light" panose="020B0502040204020203" pitchFamily="34" charset="-122"/>
              <a:cs typeface="+mn-ea"/>
              <a:sym typeface="+mn-lt"/>
            </a:endParaRPr>
          </a:p>
        </p:txBody>
      </p:sp>
      <p:sp>
        <p:nvSpPr>
          <p:cNvPr id="153" name="灯片编号占位符 5"/>
          <p:cNvSpPr>
            <a:spLocks noGrp="1"/>
          </p:cNvSpPr>
          <p:nvPr>
            <p:ph type="sldNum" sz="quarter" idx="12"/>
          </p:nvPr>
        </p:nvSpPr>
        <p:spPr/>
        <p:txBody>
          <a:bodyPr/>
          <a:lstStyle/>
          <a:p>
            <a:fld id="{607F50F3-8291-4288-8ACA-D85484567B83}" type="slidenum">
              <a:rPr lang="en-US" altLang="zh-CN"/>
            </a:fld>
            <a:endParaRPr lang="en-US" altLang="zh-CN"/>
          </a:p>
        </p:txBody>
      </p:sp>
      <p:sp>
        <p:nvSpPr>
          <p:cNvPr id="709634" name="Rectangle 2"/>
          <p:cNvSpPr>
            <a:spLocks noGrp="1" noChangeArrowheads="1"/>
          </p:cNvSpPr>
          <p:nvPr>
            <p:ph type="title"/>
          </p:nvPr>
        </p:nvSpPr>
        <p:spPr/>
        <p:txBody>
          <a:bodyPr/>
          <a:lstStyle/>
          <a:p>
            <a:r>
              <a:rPr lang="en-US" altLang="zh-CN" dirty="0"/>
              <a:t>IP</a:t>
            </a:r>
            <a:r>
              <a:rPr lang="zh-CN" altLang="en-US" dirty="0"/>
              <a:t>转发</a:t>
            </a:r>
            <a:endParaRPr lang="zh-CN" altLang="en-US" dirty="0"/>
          </a:p>
        </p:txBody>
      </p:sp>
      <p:grpSp>
        <p:nvGrpSpPr>
          <p:cNvPr id="709637" name="Group 5"/>
          <p:cNvGrpSpPr/>
          <p:nvPr/>
        </p:nvGrpSpPr>
        <p:grpSpPr bwMode="auto">
          <a:xfrm>
            <a:off x="1518578" y="1472825"/>
            <a:ext cx="1273175" cy="914400"/>
            <a:chOff x="912" y="768"/>
            <a:chExt cx="2400" cy="1584"/>
          </a:xfrm>
        </p:grpSpPr>
        <p:sp>
          <p:nvSpPr>
            <p:cNvPr id="709638" name="Oval 6"/>
            <p:cNvSpPr>
              <a:spLocks noChangeArrowheads="1"/>
            </p:cNvSpPr>
            <p:nvPr/>
          </p:nvSpPr>
          <p:spPr bwMode="auto">
            <a:xfrm>
              <a:off x="1751" y="799"/>
              <a:ext cx="1026" cy="628"/>
            </a:xfrm>
            <a:prstGeom prst="ellipse">
              <a:avLst/>
            </a:prstGeom>
            <a:solidFill>
              <a:schemeClr val="accent1">
                <a:lumMod val="90000"/>
              </a:schemeClr>
            </a:solidFill>
            <a:ln>
              <a:noFill/>
            </a:ln>
          </p:spPr>
          <p:style>
            <a:lnRef idx="0">
              <a:scrgbClr r="0" g="0" b="0"/>
            </a:lnRef>
            <a:fillRef idx="0">
              <a:scrgbClr r="0" g="0" b="0"/>
            </a:fillRef>
            <a:effectRef idx="0">
              <a:scrgbClr r="0" g="0" b="0"/>
            </a:effectRef>
            <a:fontRef idx="minor">
              <a:schemeClr val="lt1"/>
            </a:fontRef>
          </p:style>
          <p:txBody>
            <a:bodyPr lIns="0" tIns="0" rIns="0" bIns="0" rtlCol="0" anchor="ctr"/>
            <a:lstStyle/>
            <a:p>
              <a:pPr algn="ctr">
                <a:lnSpc>
                  <a:spcPct val="120000"/>
                </a:lnSpc>
              </a:pPr>
              <a:endParaRPr lang="zh-CN" altLang="en-US" sz="1600" dirty="0">
                <a:latin typeface="微软雅黑 Light" panose="020B0502040204020203" pitchFamily="34" charset="-122"/>
                <a:ea typeface="微软雅黑 Light" panose="020B0502040204020203" pitchFamily="34" charset="-122"/>
                <a:cs typeface="+mn-ea"/>
              </a:endParaRPr>
            </a:p>
          </p:txBody>
        </p:sp>
        <p:sp>
          <p:nvSpPr>
            <p:cNvPr id="709639" name="Oval 7"/>
            <p:cNvSpPr>
              <a:spLocks noChangeArrowheads="1"/>
            </p:cNvSpPr>
            <p:nvPr/>
          </p:nvSpPr>
          <p:spPr bwMode="auto">
            <a:xfrm>
              <a:off x="1172" y="972"/>
              <a:ext cx="781" cy="627"/>
            </a:xfrm>
            <a:prstGeom prst="ellipse">
              <a:avLst/>
            </a:prstGeom>
            <a:solidFill>
              <a:schemeClr val="accent1">
                <a:lumMod val="90000"/>
              </a:schemeClr>
            </a:solidFill>
            <a:ln>
              <a:noFill/>
            </a:ln>
          </p:spPr>
          <p:style>
            <a:lnRef idx="0">
              <a:scrgbClr r="0" g="0" b="0"/>
            </a:lnRef>
            <a:fillRef idx="0">
              <a:scrgbClr r="0" g="0" b="0"/>
            </a:fillRef>
            <a:effectRef idx="0">
              <a:scrgbClr r="0" g="0" b="0"/>
            </a:effectRef>
            <a:fontRef idx="minor">
              <a:schemeClr val="lt1"/>
            </a:fontRef>
          </p:style>
          <p:txBody>
            <a:bodyPr lIns="0" tIns="0" rIns="0" bIns="0" rtlCol="0" anchor="ctr"/>
            <a:lstStyle/>
            <a:p>
              <a:pPr algn="ctr">
                <a:lnSpc>
                  <a:spcPct val="120000"/>
                </a:lnSpc>
              </a:pPr>
              <a:endParaRPr lang="zh-CN" altLang="en-US" sz="1600" dirty="0">
                <a:latin typeface="微软雅黑 Light" panose="020B0502040204020203" pitchFamily="34" charset="-122"/>
                <a:ea typeface="微软雅黑 Light" panose="020B0502040204020203" pitchFamily="34" charset="-122"/>
                <a:cs typeface="+mn-ea"/>
              </a:endParaRPr>
            </a:p>
          </p:txBody>
        </p:sp>
        <p:sp>
          <p:nvSpPr>
            <p:cNvPr id="709640" name="Oval 8"/>
            <p:cNvSpPr>
              <a:spLocks noChangeArrowheads="1"/>
            </p:cNvSpPr>
            <p:nvPr/>
          </p:nvSpPr>
          <p:spPr bwMode="auto">
            <a:xfrm>
              <a:off x="926" y="1364"/>
              <a:ext cx="521" cy="502"/>
            </a:xfrm>
            <a:prstGeom prst="ellipse">
              <a:avLst/>
            </a:prstGeom>
            <a:solidFill>
              <a:schemeClr val="accent1">
                <a:lumMod val="90000"/>
              </a:schemeClr>
            </a:solidFill>
            <a:ln>
              <a:noFill/>
            </a:ln>
          </p:spPr>
          <p:style>
            <a:lnRef idx="0">
              <a:scrgbClr r="0" g="0" b="0"/>
            </a:lnRef>
            <a:fillRef idx="0">
              <a:scrgbClr r="0" g="0" b="0"/>
            </a:fillRef>
            <a:effectRef idx="0">
              <a:scrgbClr r="0" g="0" b="0"/>
            </a:effectRef>
            <a:fontRef idx="minor">
              <a:schemeClr val="lt1"/>
            </a:fontRef>
          </p:style>
          <p:txBody>
            <a:bodyPr lIns="0" tIns="0" rIns="0" bIns="0" rtlCol="0" anchor="ctr"/>
            <a:lstStyle/>
            <a:p>
              <a:pPr algn="ctr">
                <a:lnSpc>
                  <a:spcPct val="120000"/>
                </a:lnSpc>
              </a:pPr>
              <a:endParaRPr lang="zh-CN" altLang="en-US" sz="1600" dirty="0">
                <a:latin typeface="微软雅黑 Light" panose="020B0502040204020203" pitchFamily="34" charset="-122"/>
                <a:ea typeface="微软雅黑 Light" panose="020B0502040204020203" pitchFamily="34" charset="-122"/>
                <a:cs typeface="+mn-ea"/>
              </a:endParaRPr>
            </a:p>
          </p:txBody>
        </p:sp>
        <p:sp>
          <p:nvSpPr>
            <p:cNvPr id="709641" name="Oval 9"/>
            <p:cNvSpPr>
              <a:spLocks noChangeArrowheads="1"/>
            </p:cNvSpPr>
            <p:nvPr/>
          </p:nvSpPr>
          <p:spPr bwMode="auto">
            <a:xfrm>
              <a:off x="1085" y="1599"/>
              <a:ext cx="796" cy="549"/>
            </a:xfrm>
            <a:prstGeom prst="ellipse">
              <a:avLst/>
            </a:prstGeom>
            <a:solidFill>
              <a:schemeClr val="accent1">
                <a:lumMod val="90000"/>
              </a:schemeClr>
            </a:solidFill>
            <a:ln>
              <a:noFill/>
            </a:ln>
          </p:spPr>
          <p:style>
            <a:lnRef idx="0">
              <a:scrgbClr r="0" g="0" b="0"/>
            </a:lnRef>
            <a:fillRef idx="0">
              <a:scrgbClr r="0" g="0" b="0"/>
            </a:fillRef>
            <a:effectRef idx="0">
              <a:scrgbClr r="0" g="0" b="0"/>
            </a:effectRef>
            <a:fontRef idx="minor">
              <a:schemeClr val="lt1"/>
            </a:fontRef>
          </p:style>
          <p:txBody>
            <a:bodyPr lIns="0" tIns="0" rIns="0" bIns="0" rtlCol="0" anchor="ctr"/>
            <a:lstStyle/>
            <a:p>
              <a:pPr algn="ctr">
                <a:lnSpc>
                  <a:spcPct val="120000"/>
                </a:lnSpc>
              </a:pPr>
              <a:endParaRPr lang="zh-CN" altLang="en-US" sz="1600" dirty="0">
                <a:latin typeface="微软雅黑 Light" panose="020B0502040204020203" pitchFamily="34" charset="-122"/>
                <a:ea typeface="微软雅黑 Light" panose="020B0502040204020203" pitchFamily="34" charset="-122"/>
                <a:cs typeface="+mn-ea"/>
              </a:endParaRPr>
            </a:p>
          </p:txBody>
        </p:sp>
        <p:sp>
          <p:nvSpPr>
            <p:cNvPr id="709642" name="Oval 10"/>
            <p:cNvSpPr>
              <a:spLocks noChangeArrowheads="1"/>
            </p:cNvSpPr>
            <p:nvPr/>
          </p:nvSpPr>
          <p:spPr bwMode="auto">
            <a:xfrm>
              <a:off x="1664" y="1693"/>
              <a:ext cx="1200" cy="659"/>
            </a:xfrm>
            <a:prstGeom prst="ellipse">
              <a:avLst/>
            </a:prstGeom>
            <a:solidFill>
              <a:schemeClr val="accent1">
                <a:lumMod val="90000"/>
              </a:schemeClr>
            </a:solidFill>
            <a:ln>
              <a:noFill/>
            </a:ln>
          </p:spPr>
          <p:style>
            <a:lnRef idx="0">
              <a:scrgbClr r="0" g="0" b="0"/>
            </a:lnRef>
            <a:fillRef idx="0">
              <a:scrgbClr r="0" g="0" b="0"/>
            </a:fillRef>
            <a:effectRef idx="0">
              <a:scrgbClr r="0" g="0" b="0"/>
            </a:effectRef>
            <a:fontRef idx="minor">
              <a:schemeClr val="lt1"/>
            </a:fontRef>
          </p:style>
          <p:txBody>
            <a:bodyPr lIns="0" tIns="0" rIns="0" bIns="0" rtlCol="0" anchor="ctr"/>
            <a:lstStyle/>
            <a:p>
              <a:pPr algn="ctr">
                <a:lnSpc>
                  <a:spcPct val="120000"/>
                </a:lnSpc>
              </a:pPr>
              <a:endParaRPr lang="zh-CN" altLang="en-US" sz="1600" dirty="0">
                <a:latin typeface="微软雅黑 Light" panose="020B0502040204020203" pitchFamily="34" charset="-122"/>
                <a:ea typeface="微软雅黑 Light" panose="020B0502040204020203" pitchFamily="34" charset="-122"/>
                <a:cs typeface="+mn-ea"/>
              </a:endParaRPr>
            </a:p>
          </p:txBody>
        </p:sp>
        <p:sp>
          <p:nvSpPr>
            <p:cNvPr id="709643" name="Oval 11"/>
            <p:cNvSpPr>
              <a:spLocks noChangeArrowheads="1"/>
            </p:cNvSpPr>
            <p:nvPr/>
          </p:nvSpPr>
          <p:spPr bwMode="auto">
            <a:xfrm>
              <a:off x="2445" y="988"/>
              <a:ext cx="751" cy="486"/>
            </a:xfrm>
            <a:prstGeom prst="ellipse">
              <a:avLst/>
            </a:prstGeom>
            <a:solidFill>
              <a:schemeClr val="accent1">
                <a:lumMod val="90000"/>
              </a:schemeClr>
            </a:solidFill>
            <a:ln>
              <a:noFill/>
            </a:ln>
          </p:spPr>
          <p:style>
            <a:lnRef idx="0">
              <a:scrgbClr r="0" g="0" b="0"/>
            </a:lnRef>
            <a:fillRef idx="0">
              <a:scrgbClr r="0" g="0" b="0"/>
            </a:fillRef>
            <a:effectRef idx="0">
              <a:scrgbClr r="0" g="0" b="0"/>
            </a:effectRef>
            <a:fontRef idx="minor">
              <a:schemeClr val="lt1"/>
            </a:fontRef>
          </p:style>
          <p:txBody>
            <a:bodyPr lIns="0" tIns="0" rIns="0" bIns="0" rtlCol="0" anchor="ctr"/>
            <a:lstStyle/>
            <a:p>
              <a:pPr algn="ctr">
                <a:lnSpc>
                  <a:spcPct val="120000"/>
                </a:lnSpc>
              </a:pPr>
              <a:endParaRPr lang="zh-CN" altLang="en-US" sz="1600" dirty="0">
                <a:latin typeface="微软雅黑 Light" panose="020B0502040204020203" pitchFamily="34" charset="-122"/>
                <a:ea typeface="微软雅黑 Light" panose="020B0502040204020203" pitchFamily="34" charset="-122"/>
                <a:cs typeface="+mn-ea"/>
              </a:endParaRPr>
            </a:p>
          </p:txBody>
        </p:sp>
        <p:sp>
          <p:nvSpPr>
            <p:cNvPr id="709644" name="Oval 12"/>
            <p:cNvSpPr>
              <a:spLocks noChangeArrowheads="1"/>
            </p:cNvSpPr>
            <p:nvPr/>
          </p:nvSpPr>
          <p:spPr bwMode="auto">
            <a:xfrm>
              <a:off x="2560" y="1317"/>
              <a:ext cx="752" cy="486"/>
            </a:xfrm>
            <a:prstGeom prst="ellipse">
              <a:avLst/>
            </a:prstGeom>
            <a:solidFill>
              <a:schemeClr val="accent1">
                <a:lumMod val="90000"/>
              </a:schemeClr>
            </a:solidFill>
            <a:ln>
              <a:noFill/>
            </a:ln>
          </p:spPr>
          <p:style>
            <a:lnRef idx="0">
              <a:scrgbClr r="0" g="0" b="0"/>
            </a:lnRef>
            <a:fillRef idx="0">
              <a:scrgbClr r="0" g="0" b="0"/>
            </a:fillRef>
            <a:effectRef idx="0">
              <a:scrgbClr r="0" g="0" b="0"/>
            </a:effectRef>
            <a:fontRef idx="minor">
              <a:schemeClr val="lt1"/>
            </a:fontRef>
          </p:style>
          <p:txBody>
            <a:bodyPr lIns="0" tIns="0" rIns="0" bIns="0" rtlCol="0" anchor="ctr"/>
            <a:lstStyle/>
            <a:p>
              <a:pPr algn="ctr">
                <a:lnSpc>
                  <a:spcPct val="120000"/>
                </a:lnSpc>
              </a:pPr>
              <a:endParaRPr lang="zh-CN" altLang="en-US" sz="1600" dirty="0">
                <a:latin typeface="微软雅黑 Light" panose="020B0502040204020203" pitchFamily="34" charset="-122"/>
                <a:ea typeface="微软雅黑 Light" panose="020B0502040204020203" pitchFamily="34" charset="-122"/>
                <a:cs typeface="+mn-ea"/>
              </a:endParaRPr>
            </a:p>
          </p:txBody>
        </p:sp>
        <p:sp>
          <p:nvSpPr>
            <p:cNvPr id="709645" name="Oval 13"/>
            <p:cNvSpPr>
              <a:spLocks noChangeArrowheads="1"/>
            </p:cNvSpPr>
            <p:nvPr/>
          </p:nvSpPr>
          <p:spPr bwMode="auto">
            <a:xfrm>
              <a:off x="2488" y="1427"/>
              <a:ext cx="752" cy="815"/>
            </a:xfrm>
            <a:prstGeom prst="ellipse">
              <a:avLst/>
            </a:prstGeom>
            <a:solidFill>
              <a:schemeClr val="accent1">
                <a:lumMod val="90000"/>
              </a:schemeClr>
            </a:solidFill>
            <a:ln>
              <a:noFill/>
            </a:ln>
          </p:spPr>
          <p:style>
            <a:lnRef idx="0">
              <a:scrgbClr r="0" g="0" b="0"/>
            </a:lnRef>
            <a:fillRef idx="0">
              <a:scrgbClr r="0" g="0" b="0"/>
            </a:fillRef>
            <a:effectRef idx="0">
              <a:scrgbClr r="0" g="0" b="0"/>
            </a:effectRef>
            <a:fontRef idx="minor">
              <a:schemeClr val="lt1"/>
            </a:fontRef>
          </p:style>
          <p:txBody>
            <a:bodyPr lIns="0" tIns="0" rIns="0" bIns="0" rtlCol="0" anchor="ctr"/>
            <a:lstStyle/>
            <a:p>
              <a:pPr algn="ctr">
                <a:lnSpc>
                  <a:spcPct val="120000"/>
                </a:lnSpc>
              </a:pPr>
              <a:endParaRPr lang="zh-CN" altLang="en-US" sz="1600" dirty="0">
                <a:latin typeface="微软雅黑 Light" panose="020B0502040204020203" pitchFamily="34" charset="-122"/>
                <a:ea typeface="微软雅黑 Light" panose="020B0502040204020203" pitchFamily="34" charset="-122"/>
                <a:cs typeface="+mn-ea"/>
              </a:endParaRPr>
            </a:p>
          </p:txBody>
        </p:sp>
        <p:sp>
          <p:nvSpPr>
            <p:cNvPr id="709646" name="Oval 14"/>
            <p:cNvSpPr>
              <a:spLocks noChangeArrowheads="1"/>
            </p:cNvSpPr>
            <p:nvPr/>
          </p:nvSpPr>
          <p:spPr bwMode="auto">
            <a:xfrm>
              <a:off x="1360" y="1176"/>
              <a:ext cx="1547" cy="815"/>
            </a:xfrm>
            <a:prstGeom prst="ellipse">
              <a:avLst/>
            </a:prstGeom>
            <a:solidFill>
              <a:schemeClr val="accent1">
                <a:lumMod val="90000"/>
              </a:schemeClr>
            </a:solidFill>
            <a:ln>
              <a:noFill/>
            </a:ln>
          </p:spPr>
          <p:style>
            <a:lnRef idx="0">
              <a:scrgbClr r="0" g="0" b="0"/>
            </a:lnRef>
            <a:fillRef idx="0">
              <a:scrgbClr r="0" g="0" b="0"/>
            </a:fillRef>
            <a:effectRef idx="0">
              <a:scrgbClr r="0" g="0" b="0"/>
            </a:effectRef>
            <a:fontRef idx="minor">
              <a:schemeClr val="lt1"/>
            </a:fontRef>
          </p:style>
          <p:txBody>
            <a:bodyPr lIns="0" tIns="0" rIns="0" bIns="0" rtlCol="0" anchor="ctr"/>
            <a:lstStyle/>
            <a:p>
              <a:pPr algn="ctr">
                <a:lnSpc>
                  <a:spcPct val="120000"/>
                </a:lnSpc>
              </a:pPr>
              <a:endParaRPr lang="zh-CN" altLang="en-US" sz="1600" dirty="0">
                <a:latin typeface="微软雅黑 Light" panose="020B0502040204020203" pitchFamily="34" charset="-122"/>
                <a:ea typeface="微软雅黑 Light" panose="020B0502040204020203" pitchFamily="34" charset="-122"/>
                <a:cs typeface="+mn-ea"/>
              </a:endParaRPr>
            </a:p>
          </p:txBody>
        </p:sp>
        <p:grpSp>
          <p:nvGrpSpPr>
            <p:cNvPr id="709647" name="Group 15"/>
            <p:cNvGrpSpPr/>
            <p:nvPr/>
          </p:nvGrpSpPr>
          <p:grpSpPr bwMode="auto">
            <a:xfrm>
              <a:off x="912" y="768"/>
              <a:ext cx="2386" cy="1553"/>
              <a:chOff x="912" y="768"/>
              <a:chExt cx="2386" cy="1553"/>
            </a:xfrm>
          </p:grpSpPr>
          <p:sp>
            <p:nvSpPr>
              <p:cNvPr id="709648" name="Oval 16"/>
              <p:cNvSpPr>
                <a:spLocks noChangeArrowheads="1"/>
              </p:cNvSpPr>
              <p:nvPr/>
            </p:nvSpPr>
            <p:spPr bwMode="auto">
              <a:xfrm>
                <a:off x="1736" y="768"/>
                <a:ext cx="1027" cy="627"/>
              </a:xfrm>
              <a:prstGeom prst="ellipse">
                <a:avLst/>
              </a:prstGeom>
              <a:solidFill>
                <a:schemeClr val="accent1">
                  <a:lumMod val="90000"/>
                </a:schemeClr>
              </a:solidFill>
              <a:ln>
                <a:noFill/>
              </a:ln>
            </p:spPr>
            <p:style>
              <a:lnRef idx="0">
                <a:scrgbClr r="0" g="0" b="0"/>
              </a:lnRef>
              <a:fillRef idx="0">
                <a:scrgbClr r="0" g="0" b="0"/>
              </a:fillRef>
              <a:effectRef idx="0">
                <a:scrgbClr r="0" g="0" b="0"/>
              </a:effectRef>
              <a:fontRef idx="minor">
                <a:schemeClr val="lt1"/>
              </a:fontRef>
            </p:style>
            <p:txBody>
              <a:bodyPr lIns="0" tIns="0" rIns="0" bIns="0" rtlCol="0" anchor="ctr"/>
              <a:lstStyle/>
              <a:p>
                <a:pPr algn="ctr">
                  <a:lnSpc>
                    <a:spcPct val="120000"/>
                  </a:lnSpc>
                </a:pPr>
                <a:endParaRPr lang="zh-CN" altLang="en-US" sz="1600" dirty="0">
                  <a:latin typeface="微软雅黑 Light" panose="020B0502040204020203" pitchFamily="34" charset="-122"/>
                  <a:ea typeface="微软雅黑 Light" panose="020B0502040204020203" pitchFamily="34" charset="-122"/>
                  <a:cs typeface="+mn-ea"/>
                </a:endParaRPr>
              </a:p>
            </p:txBody>
          </p:sp>
          <p:sp>
            <p:nvSpPr>
              <p:cNvPr id="709649" name="Oval 17"/>
              <p:cNvSpPr>
                <a:spLocks noChangeArrowheads="1"/>
              </p:cNvSpPr>
              <p:nvPr/>
            </p:nvSpPr>
            <p:spPr bwMode="auto">
              <a:xfrm>
                <a:off x="1158" y="941"/>
                <a:ext cx="781" cy="627"/>
              </a:xfrm>
              <a:prstGeom prst="ellipse">
                <a:avLst/>
              </a:prstGeom>
              <a:solidFill>
                <a:schemeClr val="accent1">
                  <a:lumMod val="90000"/>
                </a:schemeClr>
              </a:solidFill>
              <a:ln>
                <a:noFill/>
              </a:ln>
            </p:spPr>
            <p:style>
              <a:lnRef idx="0">
                <a:scrgbClr r="0" g="0" b="0"/>
              </a:lnRef>
              <a:fillRef idx="0">
                <a:scrgbClr r="0" g="0" b="0"/>
              </a:fillRef>
              <a:effectRef idx="0">
                <a:scrgbClr r="0" g="0" b="0"/>
              </a:effectRef>
              <a:fontRef idx="minor">
                <a:schemeClr val="lt1"/>
              </a:fontRef>
            </p:style>
            <p:txBody>
              <a:bodyPr lIns="0" tIns="0" rIns="0" bIns="0" rtlCol="0" anchor="ctr"/>
              <a:lstStyle/>
              <a:p>
                <a:pPr algn="ctr">
                  <a:lnSpc>
                    <a:spcPct val="120000"/>
                  </a:lnSpc>
                </a:pPr>
                <a:endParaRPr lang="zh-CN" altLang="en-US" sz="1600" dirty="0">
                  <a:latin typeface="微软雅黑 Light" panose="020B0502040204020203" pitchFamily="34" charset="-122"/>
                  <a:ea typeface="微软雅黑 Light" panose="020B0502040204020203" pitchFamily="34" charset="-122"/>
                  <a:cs typeface="+mn-ea"/>
                </a:endParaRPr>
              </a:p>
            </p:txBody>
          </p:sp>
          <p:sp>
            <p:nvSpPr>
              <p:cNvPr id="709650" name="Oval 18"/>
              <p:cNvSpPr>
                <a:spLocks noChangeArrowheads="1"/>
              </p:cNvSpPr>
              <p:nvPr/>
            </p:nvSpPr>
            <p:spPr bwMode="auto">
              <a:xfrm>
                <a:off x="912" y="1333"/>
                <a:ext cx="520" cy="501"/>
              </a:xfrm>
              <a:prstGeom prst="ellipse">
                <a:avLst/>
              </a:prstGeom>
              <a:solidFill>
                <a:schemeClr val="accent1">
                  <a:lumMod val="90000"/>
                </a:schemeClr>
              </a:solidFill>
              <a:ln>
                <a:noFill/>
              </a:ln>
            </p:spPr>
            <p:style>
              <a:lnRef idx="0">
                <a:scrgbClr r="0" g="0" b="0"/>
              </a:lnRef>
              <a:fillRef idx="0">
                <a:scrgbClr r="0" g="0" b="0"/>
              </a:fillRef>
              <a:effectRef idx="0">
                <a:scrgbClr r="0" g="0" b="0"/>
              </a:effectRef>
              <a:fontRef idx="minor">
                <a:schemeClr val="lt1"/>
              </a:fontRef>
            </p:style>
            <p:txBody>
              <a:bodyPr lIns="0" tIns="0" rIns="0" bIns="0" rtlCol="0" anchor="ctr"/>
              <a:lstStyle/>
              <a:p>
                <a:pPr algn="ctr">
                  <a:lnSpc>
                    <a:spcPct val="120000"/>
                  </a:lnSpc>
                </a:pPr>
                <a:endParaRPr lang="zh-CN" altLang="en-US" sz="1600" dirty="0">
                  <a:latin typeface="微软雅黑 Light" panose="020B0502040204020203" pitchFamily="34" charset="-122"/>
                  <a:ea typeface="微软雅黑 Light" panose="020B0502040204020203" pitchFamily="34" charset="-122"/>
                  <a:cs typeface="+mn-ea"/>
                </a:endParaRPr>
              </a:p>
            </p:txBody>
          </p:sp>
          <p:sp>
            <p:nvSpPr>
              <p:cNvPr id="709651" name="Oval 19"/>
              <p:cNvSpPr>
                <a:spLocks noChangeArrowheads="1"/>
              </p:cNvSpPr>
              <p:nvPr/>
            </p:nvSpPr>
            <p:spPr bwMode="auto">
              <a:xfrm>
                <a:off x="1071" y="1568"/>
                <a:ext cx="795" cy="549"/>
              </a:xfrm>
              <a:prstGeom prst="ellipse">
                <a:avLst/>
              </a:prstGeom>
              <a:solidFill>
                <a:schemeClr val="accent1">
                  <a:lumMod val="90000"/>
                </a:schemeClr>
              </a:solidFill>
              <a:ln>
                <a:noFill/>
              </a:ln>
            </p:spPr>
            <p:style>
              <a:lnRef idx="0">
                <a:scrgbClr r="0" g="0" b="0"/>
              </a:lnRef>
              <a:fillRef idx="0">
                <a:scrgbClr r="0" g="0" b="0"/>
              </a:fillRef>
              <a:effectRef idx="0">
                <a:scrgbClr r="0" g="0" b="0"/>
              </a:effectRef>
              <a:fontRef idx="minor">
                <a:schemeClr val="lt1"/>
              </a:fontRef>
            </p:style>
            <p:txBody>
              <a:bodyPr lIns="0" tIns="0" rIns="0" bIns="0" rtlCol="0" anchor="ctr"/>
              <a:lstStyle/>
              <a:p>
                <a:pPr algn="ctr">
                  <a:lnSpc>
                    <a:spcPct val="120000"/>
                  </a:lnSpc>
                </a:pPr>
                <a:endParaRPr lang="zh-CN" altLang="en-US" sz="1600" dirty="0">
                  <a:latin typeface="微软雅黑 Light" panose="020B0502040204020203" pitchFamily="34" charset="-122"/>
                  <a:ea typeface="微软雅黑 Light" panose="020B0502040204020203" pitchFamily="34" charset="-122"/>
                  <a:cs typeface="+mn-ea"/>
                </a:endParaRPr>
              </a:p>
            </p:txBody>
          </p:sp>
          <p:sp>
            <p:nvSpPr>
              <p:cNvPr id="709652" name="Oval 20"/>
              <p:cNvSpPr>
                <a:spLocks noChangeArrowheads="1"/>
              </p:cNvSpPr>
              <p:nvPr/>
            </p:nvSpPr>
            <p:spPr bwMode="auto">
              <a:xfrm>
                <a:off x="1649" y="1662"/>
                <a:ext cx="1200" cy="659"/>
              </a:xfrm>
              <a:prstGeom prst="ellipse">
                <a:avLst/>
              </a:prstGeom>
              <a:solidFill>
                <a:schemeClr val="accent1">
                  <a:lumMod val="90000"/>
                </a:schemeClr>
              </a:solidFill>
              <a:ln>
                <a:noFill/>
              </a:ln>
            </p:spPr>
            <p:style>
              <a:lnRef idx="0">
                <a:scrgbClr r="0" g="0" b="0"/>
              </a:lnRef>
              <a:fillRef idx="0">
                <a:scrgbClr r="0" g="0" b="0"/>
              </a:fillRef>
              <a:effectRef idx="0">
                <a:scrgbClr r="0" g="0" b="0"/>
              </a:effectRef>
              <a:fontRef idx="minor">
                <a:schemeClr val="lt1"/>
              </a:fontRef>
            </p:style>
            <p:txBody>
              <a:bodyPr lIns="0" tIns="0" rIns="0" bIns="0" rtlCol="0" anchor="ctr"/>
              <a:lstStyle/>
              <a:p>
                <a:pPr algn="ctr">
                  <a:lnSpc>
                    <a:spcPct val="120000"/>
                  </a:lnSpc>
                </a:pPr>
                <a:endParaRPr lang="zh-CN" altLang="en-US" sz="1600" dirty="0">
                  <a:latin typeface="微软雅黑 Light" panose="020B0502040204020203" pitchFamily="34" charset="-122"/>
                  <a:ea typeface="微软雅黑 Light" panose="020B0502040204020203" pitchFamily="34" charset="-122"/>
                  <a:cs typeface="+mn-ea"/>
                </a:endParaRPr>
              </a:p>
            </p:txBody>
          </p:sp>
          <p:sp>
            <p:nvSpPr>
              <p:cNvPr id="709653" name="Oval 21"/>
              <p:cNvSpPr>
                <a:spLocks noChangeArrowheads="1"/>
              </p:cNvSpPr>
              <p:nvPr/>
            </p:nvSpPr>
            <p:spPr bwMode="auto">
              <a:xfrm>
                <a:off x="2430" y="956"/>
                <a:ext cx="752" cy="486"/>
              </a:xfrm>
              <a:prstGeom prst="ellipse">
                <a:avLst/>
              </a:prstGeom>
              <a:solidFill>
                <a:schemeClr val="accent1">
                  <a:lumMod val="90000"/>
                </a:schemeClr>
              </a:solidFill>
              <a:ln>
                <a:noFill/>
              </a:ln>
            </p:spPr>
            <p:style>
              <a:lnRef idx="0">
                <a:scrgbClr r="0" g="0" b="0"/>
              </a:lnRef>
              <a:fillRef idx="0">
                <a:scrgbClr r="0" g="0" b="0"/>
              </a:fillRef>
              <a:effectRef idx="0">
                <a:scrgbClr r="0" g="0" b="0"/>
              </a:effectRef>
              <a:fontRef idx="minor">
                <a:schemeClr val="lt1"/>
              </a:fontRef>
            </p:style>
            <p:txBody>
              <a:bodyPr lIns="0" tIns="0" rIns="0" bIns="0" rtlCol="0" anchor="ctr"/>
              <a:lstStyle/>
              <a:p>
                <a:pPr algn="ctr">
                  <a:lnSpc>
                    <a:spcPct val="120000"/>
                  </a:lnSpc>
                </a:pPr>
                <a:endParaRPr lang="zh-CN" altLang="en-US" sz="1600" dirty="0">
                  <a:latin typeface="微软雅黑 Light" panose="020B0502040204020203" pitchFamily="34" charset="-122"/>
                  <a:ea typeface="微软雅黑 Light" panose="020B0502040204020203" pitchFamily="34" charset="-122"/>
                  <a:cs typeface="+mn-ea"/>
                </a:endParaRPr>
              </a:p>
            </p:txBody>
          </p:sp>
          <p:sp>
            <p:nvSpPr>
              <p:cNvPr id="709654" name="Oval 22"/>
              <p:cNvSpPr>
                <a:spLocks noChangeArrowheads="1"/>
              </p:cNvSpPr>
              <p:nvPr/>
            </p:nvSpPr>
            <p:spPr bwMode="auto">
              <a:xfrm>
                <a:off x="2546" y="1286"/>
                <a:ext cx="752" cy="486"/>
              </a:xfrm>
              <a:prstGeom prst="ellipse">
                <a:avLst/>
              </a:prstGeom>
              <a:solidFill>
                <a:schemeClr val="accent1">
                  <a:lumMod val="90000"/>
                </a:schemeClr>
              </a:solidFill>
              <a:ln>
                <a:noFill/>
              </a:ln>
            </p:spPr>
            <p:style>
              <a:lnRef idx="0">
                <a:scrgbClr r="0" g="0" b="0"/>
              </a:lnRef>
              <a:fillRef idx="0">
                <a:scrgbClr r="0" g="0" b="0"/>
              </a:fillRef>
              <a:effectRef idx="0">
                <a:scrgbClr r="0" g="0" b="0"/>
              </a:effectRef>
              <a:fontRef idx="minor">
                <a:schemeClr val="lt1"/>
              </a:fontRef>
            </p:style>
            <p:txBody>
              <a:bodyPr lIns="0" tIns="0" rIns="0" bIns="0" rtlCol="0" anchor="ctr"/>
              <a:lstStyle/>
              <a:p>
                <a:pPr algn="ctr">
                  <a:lnSpc>
                    <a:spcPct val="120000"/>
                  </a:lnSpc>
                </a:pPr>
                <a:endParaRPr lang="zh-CN" altLang="en-US" sz="1600" dirty="0">
                  <a:latin typeface="微软雅黑 Light" panose="020B0502040204020203" pitchFamily="34" charset="-122"/>
                  <a:ea typeface="微软雅黑 Light" panose="020B0502040204020203" pitchFamily="34" charset="-122"/>
                  <a:cs typeface="+mn-ea"/>
                </a:endParaRPr>
              </a:p>
            </p:txBody>
          </p:sp>
          <p:sp>
            <p:nvSpPr>
              <p:cNvPr id="709655" name="Oval 23"/>
              <p:cNvSpPr>
                <a:spLocks noChangeArrowheads="1"/>
              </p:cNvSpPr>
              <p:nvPr/>
            </p:nvSpPr>
            <p:spPr bwMode="auto">
              <a:xfrm>
                <a:off x="2473" y="1395"/>
                <a:ext cx="752" cy="816"/>
              </a:xfrm>
              <a:prstGeom prst="ellipse">
                <a:avLst/>
              </a:prstGeom>
              <a:solidFill>
                <a:schemeClr val="accent1">
                  <a:lumMod val="90000"/>
                </a:schemeClr>
              </a:solidFill>
              <a:ln>
                <a:noFill/>
              </a:ln>
            </p:spPr>
            <p:style>
              <a:lnRef idx="0">
                <a:scrgbClr r="0" g="0" b="0"/>
              </a:lnRef>
              <a:fillRef idx="0">
                <a:scrgbClr r="0" g="0" b="0"/>
              </a:fillRef>
              <a:effectRef idx="0">
                <a:scrgbClr r="0" g="0" b="0"/>
              </a:effectRef>
              <a:fontRef idx="minor">
                <a:schemeClr val="lt1"/>
              </a:fontRef>
            </p:style>
            <p:txBody>
              <a:bodyPr lIns="0" tIns="0" rIns="0" bIns="0" rtlCol="0" anchor="ctr"/>
              <a:lstStyle/>
              <a:p>
                <a:pPr algn="ctr">
                  <a:lnSpc>
                    <a:spcPct val="120000"/>
                  </a:lnSpc>
                </a:pPr>
                <a:endParaRPr lang="zh-CN" altLang="en-US" sz="1600" dirty="0">
                  <a:latin typeface="微软雅黑 Light" panose="020B0502040204020203" pitchFamily="34" charset="-122"/>
                  <a:ea typeface="微软雅黑 Light" panose="020B0502040204020203" pitchFamily="34" charset="-122"/>
                  <a:cs typeface="+mn-ea"/>
                </a:endParaRPr>
              </a:p>
            </p:txBody>
          </p:sp>
          <p:sp>
            <p:nvSpPr>
              <p:cNvPr id="709656" name="Oval 24"/>
              <p:cNvSpPr>
                <a:spLocks noChangeArrowheads="1"/>
              </p:cNvSpPr>
              <p:nvPr/>
            </p:nvSpPr>
            <p:spPr bwMode="auto">
              <a:xfrm>
                <a:off x="1346" y="1144"/>
                <a:ext cx="1547" cy="816"/>
              </a:xfrm>
              <a:prstGeom prst="ellipse">
                <a:avLst/>
              </a:prstGeom>
              <a:solidFill>
                <a:schemeClr val="accent1">
                  <a:lumMod val="90000"/>
                </a:schemeClr>
              </a:solidFill>
              <a:ln>
                <a:noFill/>
              </a:ln>
            </p:spPr>
            <p:style>
              <a:lnRef idx="0">
                <a:scrgbClr r="0" g="0" b="0"/>
              </a:lnRef>
              <a:fillRef idx="0">
                <a:scrgbClr r="0" g="0" b="0"/>
              </a:fillRef>
              <a:effectRef idx="0">
                <a:scrgbClr r="0" g="0" b="0"/>
              </a:effectRef>
              <a:fontRef idx="minor">
                <a:schemeClr val="lt1"/>
              </a:fontRef>
            </p:style>
            <p:txBody>
              <a:bodyPr lIns="0" tIns="0" rIns="0" bIns="0" rtlCol="0" anchor="ctr"/>
              <a:lstStyle/>
              <a:p>
                <a:pPr algn="ctr">
                  <a:lnSpc>
                    <a:spcPct val="120000"/>
                  </a:lnSpc>
                </a:pPr>
                <a:endParaRPr lang="zh-CN" altLang="en-US" sz="1600" dirty="0">
                  <a:latin typeface="微软雅黑 Light" panose="020B0502040204020203" pitchFamily="34" charset="-122"/>
                  <a:ea typeface="微软雅黑 Light" panose="020B0502040204020203" pitchFamily="34" charset="-122"/>
                  <a:cs typeface="+mn-ea"/>
                </a:endParaRPr>
              </a:p>
            </p:txBody>
          </p:sp>
        </p:grpSp>
      </p:grpSp>
      <p:sp>
        <p:nvSpPr>
          <p:cNvPr id="709657" name="Line 25"/>
          <p:cNvSpPr>
            <a:spLocks noChangeShapeType="1"/>
          </p:cNvSpPr>
          <p:nvPr/>
        </p:nvSpPr>
        <p:spPr bwMode="auto">
          <a:xfrm>
            <a:off x="2778209" y="1903037"/>
            <a:ext cx="455148" cy="3114"/>
          </a:xfrm>
          <a:prstGeom prst="line">
            <a:avLst/>
          </a:prstGeom>
          <a:noFill/>
          <a:ln w="38100">
            <a:solidFill>
              <a:srgbClr val="3333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a typeface="微软雅黑 Light" panose="020B0502040204020203" pitchFamily="34" charset="-122"/>
            </a:endParaRPr>
          </a:p>
        </p:txBody>
      </p:sp>
      <p:grpSp>
        <p:nvGrpSpPr>
          <p:cNvPr id="709658" name="Group 26"/>
          <p:cNvGrpSpPr/>
          <p:nvPr/>
        </p:nvGrpSpPr>
        <p:grpSpPr bwMode="auto">
          <a:xfrm>
            <a:off x="9325903" y="1472825"/>
            <a:ext cx="1273175" cy="914400"/>
            <a:chOff x="912" y="768"/>
            <a:chExt cx="2400" cy="1584"/>
          </a:xfrm>
        </p:grpSpPr>
        <p:sp>
          <p:nvSpPr>
            <p:cNvPr id="709659" name="Oval 27"/>
            <p:cNvSpPr>
              <a:spLocks noChangeArrowheads="1"/>
            </p:cNvSpPr>
            <p:nvPr/>
          </p:nvSpPr>
          <p:spPr bwMode="auto">
            <a:xfrm>
              <a:off x="1751" y="799"/>
              <a:ext cx="1026" cy="628"/>
            </a:xfrm>
            <a:prstGeom prst="ellipse">
              <a:avLst/>
            </a:prstGeom>
            <a:solidFill>
              <a:schemeClr val="accent1">
                <a:lumMod val="90000"/>
              </a:schemeClr>
            </a:solidFill>
            <a:ln>
              <a:noFill/>
            </a:ln>
          </p:spPr>
          <p:style>
            <a:lnRef idx="0">
              <a:scrgbClr r="0" g="0" b="0"/>
            </a:lnRef>
            <a:fillRef idx="0">
              <a:scrgbClr r="0" g="0" b="0"/>
            </a:fillRef>
            <a:effectRef idx="0">
              <a:scrgbClr r="0" g="0" b="0"/>
            </a:effectRef>
            <a:fontRef idx="minor">
              <a:schemeClr val="lt1"/>
            </a:fontRef>
          </p:style>
          <p:txBody>
            <a:bodyPr lIns="0" tIns="0" rIns="0" bIns="0" rtlCol="0" anchor="ctr"/>
            <a:lstStyle/>
            <a:p>
              <a:pPr algn="ctr">
                <a:lnSpc>
                  <a:spcPct val="120000"/>
                </a:lnSpc>
              </a:pPr>
              <a:endParaRPr lang="zh-CN" altLang="en-US" sz="1600" dirty="0">
                <a:latin typeface="微软雅黑 Light" panose="020B0502040204020203" pitchFamily="34" charset="-122"/>
                <a:ea typeface="微软雅黑 Light" panose="020B0502040204020203" pitchFamily="34" charset="-122"/>
                <a:cs typeface="+mn-ea"/>
              </a:endParaRPr>
            </a:p>
          </p:txBody>
        </p:sp>
        <p:sp>
          <p:nvSpPr>
            <p:cNvPr id="709660" name="Oval 28"/>
            <p:cNvSpPr>
              <a:spLocks noChangeArrowheads="1"/>
            </p:cNvSpPr>
            <p:nvPr/>
          </p:nvSpPr>
          <p:spPr bwMode="auto">
            <a:xfrm>
              <a:off x="1172" y="972"/>
              <a:ext cx="781" cy="627"/>
            </a:xfrm>
            <a:prstGeom prst="ellipse">
              <a:avLst/>
            </a:prstGeom>
            <a:solidFill>
              <a:schemeClr val="accent1">
                <a:lumMod val="90000"/>
              </a:schemeClr>
            </a:solidFill>
            <a:ln>
              <a:noFill/>
            </a:ln>
          </p:spPr>
          <p:style>
            <a:lnRef idx="0">
              <a:scrgbClr r="0" g="0" b="0"/>
            </a:lnRef>
            <a:fillRef idx="0">
              <a:scrgbClr r="0" g="0" b="0"/>
            </a:fillRef>
            <a:effectRef idx="0">
              <a:scrgbClr r="0" g="0" b="0"/>
            </a:effectRef>
            <a:fontRef idx="minor">
              <a:schemeClr val="lt1"/>
            </a:fontRef>
          </p:style>
          <p:txBody>
            <a:bodyPr lIns="0" tIns="0" rIns="0" bIns="0" rtlCol="0" anchor="ctr"/>
            <a:lstStyle/>
            <a:p>
              <a:pPr algn="ctr">
                <a:lnSpc>
                  <a:spcPct val="120000"/>
                </a:lnSpc>
              </a:pPr>
              <a:endParaRPr lang="zh-CN" altLang="en-US" sz="1600" dirty="0">
                <a:latin typeface="微软雅黑 Light" panose="020B0502040204020203" pitchFamily="34" charset="-122"/>
                <a:ea typeface="微软雅黑 Light" panose="020B0502040204020203" pitchFamily="34" charset="-122"/>
                <a:cs typeface="+mn-ea"/>
              </a:endParaRPr>
            </a:p>
          </p:txBody>
        </p:sp>
        <p:sp>
          <p:nvSpPr>
            <p:cNvPr id="709661" name="Oval 29"/>
            <p:cNvSpPr>
              <a:spLocks noChangeArrowheads="1"/>
            </p:cNvSpPr>
            <p:nvPr/>
          </p:nvSpPr>
          <p:spPr bwMode="auto">
            <a:xfrm>
              <a:off x="926" y="1364"/>
              <a:ext cx="521" cy="502"/>
            </a:xfrm>
            <a:prstGeom prst="ellipse">
              <a:avLst/>
            </a:prstGeom>
            <a:solidFill>
              <a:schemeClr val="accent1">
                <a:lumMod val="90000"/>
              </a:schemeClr>
            </a:solidFill>
            <a:ln>
              <a:noFill/>
            </a:ln>
          </p:spPr>
          <p:style>
            <a:lnRef idx="0">
              <a:scrgbClr r="0" g="0" b="0"/>
            </a:lnRef>
            <a:fillRef idx="0">
              <a:scrgbClr r="0" g="0" b="0"/>
            </a:fillRef>
            <a:effectRef idx="0">
              <a:scrgbClr r="0" g="0" b="0"/>
            </a:effectRef>
            <a:fontRef idx="minor">
              <a:schemeClr val="lt1"/>
            </a:fontRef>
          </p:style>
          <p:txBody>
            <a:bodyPr lIns="0" tIns="0" rIns="0" bIns="0" rtlCol="0" anchor="ctr"/>
            <a:lstStyle/>
            <a:p>
              <a:pPr algn="ctr">
                <a:lnSpc>
                  <a:spcPct val="120000"/>
                </a:lnSpc>
              </a:pPr>
              <a:endParaRPr lang="zh-CN" altLang="en-US" sz="1600" dirty="0">
                <a:latin typeface="微软雅黑 Light" panose="020B0502040204020203" pitchFamily="34" charset="-122"/>
                <a:ea typeface="微软雅黑 Light" panose="020B0502040204020203" pitchFamily="34" charset="-122"/>
                <a:cs typeface="+mn-ea"/>
              </a:endParaRPr>
            </a:p>
          </p:txBody>
        </p:sp>
        <p:sp>
          <p:nvSpPr>
            <p:cNvPr id="709662" name="Oval 30"/>
            <p:cNvSpPr>
              <a:spLocks noChangeArrowheads="1"/>
            </p:cNvSpPr>
            <p:nvPr/>
          </p:nvSpPr>
          <p:spPr bwMode="auto">
            <a:xfrm>
              <a:off x="1085" y="1599"/>
              <a:ext cx="796" cy="549"/>
            </a:xfrm>
            <a:prstGeom prst="ellipse">
              <a:avLst/>
            </a:prstGeom>
            <a:solidFill>
              <a:schemeClr val="accent1">
                <a:lumMod val="90000"/>
              </a:schemeClr>
            </a:solidFill>
            <a:ln>
              <a:noFill/>
            </a:ln>
          </p:spPr>
          <p:style>
            <a:lnRef idx="0">
              <a:scrgbClr r="0" g="0" b="0"/>
            </a:lnRef>
            <a:fillRef idx="0">
              <a:scrgbClr r="0" g="0" b="0"/>
            </a:fillRef>
            <a:effectRef idx="0">
              <a:scrgbClr r="0" g="0" b="0"/>
            </a:effectRef>
            <a:fontRef idx="minor">
              <a:schemeClr val="lt1"/>
            </a:fontRef>
          </p:style>
          <p:txBody>
            <a:bodyPr lIns="0" tIns="0" rIns="0" bIns="0" rtlCol="0" anchor="ctr"/>
            <a:lstStyle/>
            <a:p>
              <a:pPr algn="ctr">
                <a:lnSpc>
                  <a:spcPct val="120000"/>
                </a:lnSpc>
              </a:pPr>
              <a:endParaRPr lang="zh-CN" altLang="en-US" sz="1600" dirty="0">
                <a:latin typeface="微软雅黑 Light" panose="020B0502040204020203" pitchFamily="34" charset="-122"/>
                <a:ea typeface="微软雅黑 Light" panose="020B0502040204020203" pitchFamily="34" charset="-122"/>
                <a:cs typeface="+mn-ea"/>
              </a:endParaRPr>
            </a:p>
          </p:txBody>
        </p:sp>
        <p:sp>
          <p:nvSpPr>
            <p:cNvPr id="709663" name="Oval 31"/>
            <p:cNvSpPr>
              <a:spLocks noChangeArrowheads="1"/>
            </p:cNvSpPr>
            <p:nvPr/>
          </p:nvSpPr>
          <p:spPr bwMode="auto">
            <a:xfrm>
              <a:off x="1664" y="1693"/>
              <a:ext cx="1200" cy="659"/>
            </a:xfrm>
            <a:prstGeom prst="ellipse">
              <a:avLst/>
            </a:prstGeom>
            <a:solidFill>
              <a:schemeClr val="accent1">
                <a:lumMod val="90000"/>
              </a:schemeClr>
            </a:solidFill>
            <a:ln>
              <a:noFill/>
            </a:ln>
          </p:spPr>
          <p:style>
            <a:lnRef idx="0">
              <a:scrgbClr r="0" g="0" b="0"/>
            </a:lnRef>
            <a:fillRef idx="0">
              <a:scrgbClr r="0" g="0" b="0"/>
            </a:fillRef>
            <a:effectRef idx="0">
              <a:scrgbClr r="0" g="0" b="0"/>
            </a:effectRef>
            <a:fontRef idx="minor">
              <a:schemeClr val="lt1"/>
            </a:fontRef>
          </p:style>
          <p:txBody>
            <a:bodyPr lIns="0" tIns="0" rIns="0" bIns="0" rtlCol="0" anchor="ctr"/>
            <a:lstStyle/>
            <a:p>
              <a:pPr algn="ctr">
                <a:lnSpc>
                  <a:spcPct val="120000"/>
                </a:lnSpc>
              </a:pPr>
              <a:endParaRPr lang="zh-CN" altLang="en-US" sz="1600" dirty="0">
                <a:latin typeface="微软雅黑 Light" panose="020B0502040204020203" pitchFamily="34" charset="-122"/>
                <a:ea typeface="微软雅黑 Light" panose="020B0502040204020203" pitchFamily="34" charset="-122"/>
                <a:cs typeface="+mn-ea"/>
              </a:endParaRPr>
            </a:p>
          </p:txBody>
        </p:sp>
        <p:sp>
          <p:nvSpPr>
            <p:cNvPr id="709664" name="Oval 32"/>
            <p:cNvSpPr>
              <a:spLocks noChangeArrowheads="1"/>
            </p:cNvSpPr>
            <p:nvPr/>
          </p:nvSpPr>
          <p:spPr bwMode="auto">
            <a:xfrm>
              <a:off x="2445" y="988"/>
              <a:ext cx="751" cy="486"/>
            </a:xfrm>
            <a:prstGeom prst="ellipse">
              <a:avLst/>
            </a:prstGeom>
            <a:solidFill>
              <a:schemeClr val="accent1">
                <a:lumMod val="90000"/>
              </a:schemeClr>
            </a:solidFill>
            <a:ln>
              <a:noFill/>
            </a:ln>
          </p:spPr>
          <p:style>
            <a:lnRef idx="0">
              <a:scrgbClr r="0" g="0" b="0"/>
            </a:lnRef>
            <a:fillRef idx="0">
              <a:scrgbClr r="0" g="0" b="0"/>
            </a:fillRef>
            <a:effectRef idx="0">
              <a:scrgbClr r="0" g="0" b="0"/>
            </a:effectRef>
            <a:fontRef idx="minor">
              <a:schemeClr val="lt1"/>
            </a:fontRef>
          </p:style>
          <p:txBody>
            <a:bodyPr lIns="0" tIns="0" rIns="0" bIns="0" rtlCol="0" anchor="ctr"/>
            <a:lstStyle/>
            <a:p>
              <a:pPr algn="ctr">
                <a:lnSpc>
                  <a:spcPct val="120000"/>
                </a:lnSpc>
              </a:pPr>
              <a:endParaRPr lang="zh-CN" altLang="en-US" sz="1600" dirty="0">
                <a:latin typeface="微软雅黑 Light" panose="020B0502040204020203" pitchFamily="34" charset="-122"/>
                <a:ea typeface="微软雅黑 Light" panose="020B0502040204020203" pitchFamily="34" charset="-122"/>
                <a:cs typeface="+mn-ea"/>
              </a:endParaRPr>
            </a:p>
          </p:txBody>
        </p:sp>
        <p:sp>
          <p:nvSpPr>
            <p:cNvPr id="709665" name="Oval 33"/>
            <p:cNvSpPr>
              <a:spLocks noChangeArrowheads="1"/>
            </p:cNvSpPr>
            <p:nvPr/>
          </p:nvSpPr>
          <p:spPr bwMode="auto">
            <a:xfrm>
              <a:off x="2560" y="1317"/>
              <a:ext cx="752" cy="486"/>
            </a:xfrm>
            <a:prstGeom prst="ellipse">
              <a:avLst/>
            </a:prstGeom>
            <a:solidFill>
              <a:schemeClr val="accent1">
                <a:lumMod val="90000"/>
              </a:schemeClr>
            </a:solidFill>
            <a:ln>
              <a:noFill/>
            </a:ln>
          </p:spPr>
          <p:style>
            <a:lnRef idx="0">
              <a:scrgbClr r="0" g="0" b="0"/>
            </a:lnRef>
            <a:fillRef idx="0">
              <a:scrgbClr r="0" g="0" b="0"/>
            </a:fillRef>
            <a:effectRef idx="0">
              <a:scrgbClr r="0" g="0" b="0"/>
            </a:effectRef>
            <a:fontRef idx="minor">
              <a:schemeClr val="lt1"/>
            </a:fontRef>
          </p:style>
          <p:txBody>
            <a:bodyPr lIns="0" tIns="0" rIns="0" bIns="0" rtlCol="0" anchor="ctr"/>
            <a:lstStyle/>
            <a:p>
              <a:pPr algn="ctr">
                <a:lnSpc>
                  <a:spcPct val="120000"/>
                </a:lnSpc>
              </a:pPr>
              <a:endParaRPr lang="zh-CN" altLang="en-US" sz="1600" dirty="0">
                <a:latin typeface="微软雅黑 Light" panose="020B0502040204020203" pitchFamily="34" charset="-122"/>
                <a:ea typeface="微软雅黑 Light" panose="020B0502040204020203" pitchFamily="34" charset="-122"/>
                <a:cs typeface="+mn-ea"/>
              </a:endParaRPr>
            </a:p>
          </p:txBody>
        </p:sp>
        <p:sp>
          <p:nvSpPr>
            <p:cNvPr id="709666" name="Oval 34"/>
            <p:cNvSpPr>
              <a:spLocks noChangeArrowheads="1"/>
            </p:cNvSpPr>
            <p:nvPr/>
          </p:nvSpPr>
          <p:spPr bwMode="auto">
            <a:xfrm>
              <a:off x="2488" y="1427"/>
              <a:ext cx="752" cy="815"/>
            </a:xfrm>
            <a:prstGeom prst="ellipse">
              <a:avLst/>
            </a:prstGeom>
            <a:solidFill>
              <a:schemeClr val="accent1">
                <a:lumMod val="90000"/>
              </a:schemeClr>
            </a:solidFill>
            <a:ln>
              <a:noFill/>
            </a:ln>
          </p:spPr>
          <p:style>
            <a:lnRef idx="0">
              <a:scrgbClr r="0" g="0" b="0"/>
            </a:lnRef>
            <a:fillRef idx="0">
              <a:scrgbClr r="0" g="0" b="0"/>
            </a:fillRef>
            <a:effectRef idx="0">
              <a:scrgbClr r="0" g="0" b="0"/>
            </a:effectRef>
            <a:fontRef idx="minor">
              <a:schemeClr val="lt1"/>
            </a:fontRef>
          </p:style>
          <p:txBody>
            <a:bodyPr lIns="0" tIns="0" rIns="0" bIns="0" rtlCol="0" anchor="ctr"/>
            <a:lstStyle/>
            <a:p>
              <a:pPr algn="ctr">
                <a:lnSpc>
                  <a:spcPct val="120000"/>
                </a:lnSpc>
              </a:pPr>
              <a:endParaRPr lang="zh-CN" altLang="en-US" sz="1600" dirty="0">
                <a:latin typeface="微软雅黑 Light" panose="020B0502040204020203" pitchFamily="34" charset="-122"/>
                <a:ea typeface="微软雅黑 Light" panose="020B0502040204020203" pitchFamily="34" charset="-122"/>
                <a:cs typeface="+mn-ea"/>
              </a:endParaRPr>
            </a:p>
          </p:txBody>
        </p:sp>
        <p:sp>
          <p:nvSpPr>
            <p:cNvPr id="709667" name="Oval 35"/>
            <p:cNvSpPr>
              <a:spLocks noChangeArrowheads="1"/>
            </p:cNvSpPr>
            <p:nvPr/>
          </p:nvSpPr>
          <p:spPr bwMode="auto">
            <a:xfrm>
              <a:off x="1360" y="1176"/>
              <a:ext cx="1547" cy="815"/>
            </a:xfrm>
            <a:prstGeom prst="ellipse">
              <a:avLst/>
            </a:prstGeom>
            <a:solidFill>
              <a:schemeClr val="accent1">
                <a:lumMod val="90000"/>
              </a:schemeClr>
            </a:solidFill>
            <a:ln>
              <a:noFill/>
            </a:ln>
          </p:spPr>
          <p:style>
            <a:lnRef idx="0">
              <a:scrgbClr r="0" g="0" b="0"/>
            </a:lnRef>
            <a:fillRef idx="0">
              <a:scrgbClr r="0" g="0" b="0"/>
            </a:fillRef>
            <a:effectRef idx="0">
              <a:scrgbClr r="0" g="0" b="0"/>
            </a:effectRef>
            <a:fontRef idx="minor">
              <a:schemeClr val="lt1"/>
            </a:fontRef>
          </p:style>
          <p:txBody>
            <a:bodyPr lIns="0" tIns="0" rIns="0" bIns="0" rtlCol="0" anchor="ctr"/>
            <a:lstStyle/>
            <a:p>
              <a:pPr algn="ctr">
                <a:lnSpc>
                  <a:spcPct val="120000"/>
                </a:lnSpc>
              </a:pPr>
              <a:endParaRPr lang="zh-CN" altLang="en-US" sz="1600" dirty="0">
                <a:latin typeface="微软雅黑 Light" panose="020B0502040204020203" pitchFamily="34" charset="-122"/>
                <a:ea typeface="微软雅黑 Light" panose="020B0502040204020203" pitchFamily="34" charset="-122"/>
                <a:cs typeface="+mn-ea"/>
              </a:endParaRPr>
            </a:p>
          </p:txBody>
        </p:sp>
        <p:grpSp>
          <p:nvGrpSpPr>
            <p:cNvPr id="709668" name="Group 36"/>
            <p:cNvGrpSpPr/>
            <p:nvPr/>
          </p:nvGrpSpPr>
          <p:grpSpPr bwMode="auto">
            <a:xfrm>
              <a:off x="912" y="768"/>
              <a:ext cx="2386" cy="1553"/>
              <a:chOff x="912" y="768"/>
              <a:chExt cx="2386" cy="1553"/>
            </a:xfrm>
          </p:grpSpPr>
          <p:sp>
            <p:nvSpPr>
              <p:cNvPr id="709669" name="Oval 37"/>
              <p:cNvSpPr>
                <a:spLocks noChangeArrowheads="1"/>
              </p:cNvSpPr>
              <p:nvPr/>
            </p:nvSpPr>
            <p:spPr bwMode="auto">
              <a:xfrm>
                <a:off x="1736" y="768"/>
                <a:ext cx="1027" cy="627"/>
              </a:xfrm>
              <a:prstGeom prst="ellipse">
                <a:avLst/>
              </a:prstGeom>
              <a:solidFill>
                <a:schemeClr val="accent1">
                  <a:lumMod val="90000"/>
                </a:schemeClr>
              </a:solidFill>
              <a:ln>
                <a:noFill/>
              </a:ln>
            </p:spPr>
            <p:style>
              <a:lnRef idx="0">
                <a:scrgbClr r="0" g="0" b="0"/>
              </a:lnRef>
              <a:fillRef idx="0">
                <a:scrgbClr r="0" g="0" b="0"/>
              </a:fillRef>
              <a:effectRef idx="0">
                <a:scrgbClr r="0" g="0" b="0"/>
              </a:effectRef>
              <a:fontRef idx="minor">
                <a:schemeClr val="lt1"/>
              </a:fontRef>
            </p:style>
            <p:txBody>
              <a:bodyPr lIns="0" tIns="0" rIns="0" bIns="0" rtlCol="0" anchor="ctr"/>
              <a:lstStyle/>
              <a:p>
                <a:pPr algn="ctr">
                  <a:lnSpc>
                    <a:spcPct val="120000"/>
                  </a:lnSpc>
                </a:pPr>
                <a:endParaRPr lang="zh-CN" altLang="en-US" sz="1600" dirty="0">
                  <a:latin typeface="微软雅黑 Light" panose="020B0502040204020203" pitchFamily="34" charset="-122"/>
                  <a:ea typeface="微软雅黑 Light" panose="020B0502040204020203" pitchFamily="34" charset="-122"/>
                  <a:cs typeface="+mn-ea"/>
                </a:endParaRPr>
              </a:p>
            </p:txBody>
          </p:sp>
          <p:sp>
            <p:nvSpPr>
              <p:cNvPr id="709670" name="Oval 38"/>
              <p:cNvSpPr>
                <a:spLocks noChangeArrowheads="1"/>
              </p:cNvSpPr>
              <p:nvPr/>
            </p:nvSpPr>
            <p:spPr bwMode="auto">
              <a:xfrm>
                <a:off x="1158" y="941"/>
                <a:ext cx="781" cy="627"/>
              </a:xfrm>
              <a:prstGeom prst="ellipse">
                <a:avLst/>
              </a:prstGeom>
              <a:solidFill>
                <a:schemeClr val="accent1">
                  <a:lumMod val="90000"/>
                </a:schemeClr>
              </a:solidFill>
              <a:ln>
                <a:noFill/>
              </a:ln>
            </p:spPr>
            <p:style>
              <a:lnRef idx="0">
                <a:scrgbClr r="0" g="0" b="0"/>
              </a:lnRef>
              <a:fillRef idx="0">
                <a:scrgbClr r="0" g="0" b="0"/>
              </a:fillRef>
              <a:effectRef idx="0">
                <a:scrgbClr r="0" g="0" b="0"/>
              </a:effectRef>
              <a:fontRef idx="minor">
                <a:schemeClr val="lt1"/>
              </a:fontRef>
            </p:style>
            <p:txBody>
              <a:bodyPr lIns="0" tIns="0" rIns="0" bIns="0" rtlCol="0" anchor="ctr"/>
              <a:lstStyle/>
              <a:p>
                <a:pPr algn="ctr">
                  <a:lnSpc>
                    <a:spcPct val="120000"/>
                  </a:lnSpc>
                </a:pPr>
                <a:endParaRPr lang="zh-CN" altLang="en-US" sz="1600" dirty="0">
                  <a:latin typeface="微软雅黑 Light" panose="020B0502040204020203" pitchFamily="34" charset="-122"/>
                  <a:ea typeface="微软雅黑 Light" panose="020B0502040204020203" pitchFamily="34" charset="-122"/>
                  <a:cs typeface="+mn-ea"/>
                </a:endParaRPr>
              </a:p>
            </p:txBody>
          </p:sp>
          <p:sp>
            <p:nvSpPr>
              <p:cNvPr id="709671" name="Oval 39"/>
              <p:cNvSpPr>
                <a:spLocks noChangeArrowheads="1"/>
              </p:cNvSpPr>
              <p:nvPr/>
            </p:nvSpPr>
            <p:spPr bwMode="auto">
              <a:xfrm>
                <a:off x="912" y="1333"/>
                <a:ext cx="520" cy="501"/>
              </a:xfrm>
              <a:prstGeom prst="ellipse">
                <a:avLst/>
              </a:prstGeom>
              <a:solidFill>
                <a:schemeClr val="accent1">
                  <a:lumMod val="90000"/>
                </a:schemeClr>
              </a:solidFill>
              <a:ln>
                <a:noFill/>
              </a:ln>
            </p:spPr>
            <p:style>
              <a:lnRef idx="0">
                <a:scrgbClr r="0" g="0" b="0"/>
              </a:lnRef>
              <a:fillRef idx="0">
                <a:scrgbClr r="0" g="0" b="0"/>
              </a:fillRef>
              <a:effectRef idx="0">
                <a:scrgbClr r="0" g="0" b="0"/>
              </a:effectRef>
              <a:fontRef idx="minor">
                <a:schemeClr val="lt1"/>
              </a:fontRef>
            </p:style>
            <p:txBody>
              <a:bodyPr lIns="0" tIns="0" rIns="0" bIns="0" rtlCol="0" anchor="ctr"/>
              <a:lstStyle/>
              <a:p>
                <a:pPr algn="ctr">
                  <a:lnSpc>
                    <a:spcPct val="120000"/>
                  </a:lnSpc>
                </a:pPr>
                <a:endParaRPr lang="zh-CN" altLang="en-US" sz="1600" dirty="0">
                  <a:latin typeface="微软雅黑 Light" panose="020B0502040204020203" pitchFamily="34" charset="-122"/>
                  <a:ea typeface="微软雅黑 Light" panose="020B0502040204020203" pitchFamily="34" charset="-122"/>
                  <a:cs typeface="+mn-ea"/>
                </a:endParaRPr>
              </a:p>
            </p:txBody>
          </p:sp>
          <p:sp>
            <p:nvSpPr>
              <p:cNvPr id="709672" name="Oval 40"/>
              <p:cNvSpPr>
                <a:spLocks noChangeArrowheads="1"/>
              </p:cNvSpPr>
              <p:nvPr/>
            </p:nvSpPr>
            <p:spPr bwMode="auto">
              <a:xfrm>
                <a:off x="1071" y="1568"/>
                <a:ext cx="795" cy="549"/>
              </a:xfrm>
              <a:prstGeom prst="ellipse">
                <a:avLst/>
              </a:prstGeom>
              <a:solidFill>
                <a:schemeClr val="accent1">
                  <a:lumMod val="90000"/>
                </a:schemeClr>
              </a:solidFill>
              <a:ln>
                <a:noFill/>
              </a:ln>
            </p:spPr>
            <p:style>
              <a:lnRef idx="0">
                <a:scrgbClr r="0" g="0" b="0"/>
              </a:lnRef>
              <a:fillRef idx="0">
                <a:scrgbClr r="0" g="0" b="0"/>
              </a:fillRef>
              <a:effectRef idx="0">
                <a:scrgbClr r="0" g="0" b="0"/>
              </a:effectRef>
              <a:fontRef idx="minor">
                <a:schemeClr val="lt1"/>
              </a:fontRef>
            </p:style>
            <p:txBody>
              <a:bodyPr lIns="0" tIns="0" rIns="0" bIns="0" rtlCol="0" anchor="ctr"/>
              <a:lstStyle/>
              <a:p>
                <a:pPr algn="ctr">
                  <a:lnSpc>
                    <a:spcPct val="120000"/>
                  </a:lnSpc>
                </a:pPr>
                <a:endParaRPr lang="zh-CN" altLang="en-US" sz="1600" dirty="0">
                  <a:latin typeface="微软雅黑 Light" panose="020B0502040204020203" pitchFamily="34" charset="-122"/>
                  <a:ea typeface="微软雅黑 Light" panose="020B0502040204020203" pitchFamily="34" charset="-122"/>
                  <a:cs typeface="+mn-ea"/>
                </a:endParaRPr>
              </a:p>
            </p:txBody>
          </p:sp>
          <p:sp>
            <p:nvSpPr>
              <p:cNvPr id="709673" name="Oval 41"/>
              <p:cNvSpPr>
                <a:spLocks noChangeArrowheads="1"/>
              </p:cNvSpPr>
              <p:nvPr/>
            </p:nvSpPr>
            <p:spPr bwMode="auto">
              <a:xfrm>
                <a:off x="1649" y="1662"/>
                <a:ext cx="1200" cy="659"/>
              </a:xfrm>
              <a:prstGeom prst="ellipse">
                <a:avLst/>
              </a:prstGeom>
              <a:solidFill>
                <a:schemeClr val="accent1">
                  <a:lumMod val="90000"/>
                </a:schemeClr>
              </a:solidFill>
              <a:ln>
                <a:noFill/>
              </a:ln>
            </p:spPr>
            <p:style>
              <a:lnRef idx="0">
                <a:scrgbClr r="0" g="0" b="0"/>
              </a:lnRef>
              <a:fillRef idx="0">
                <a:scrgbClr r="0" g="0" b="0"/>
              </a:fillRef>
              <a:effectRef idx="0">
                <a:scrgbClr r="0" g="0" b="0"/>
              </a:effectRef>
              <a:fontRef idx="minor">
                <a:schemeClr val="lt1"/>
              </a:fontRef>
            </p:style>
            <p:txBody>
              <a:bodyPr lIns="0" tIns="0" rIns="0" bIns="0" rtlCol="0" anchor="ctr"/>
              <a:lstStyle/>
              <a:p>
                <a:pPr algn="ctr">
                  <a:lnSpc>
                    <a:spcPct val="120000"/>
                  </a:lnSpc>
                </a:pPr>
                <a:endParaRPr lang="zh-CN" altLang="en-US" sz="1600" dirty="0">
                  <a:latin typeface="微软雅黑 Light" panose="020B0502040204020203" pitchFamily="34" charset="-122"/>
                  <a:ea typeface="微软雅黑 Light" panose="020B0502040204020203" pitchFamily="34" charset="-122"/>
                  <a:cs typeface="+mn-ea"/>
                </a:endParaRPr>
              </a:p>
            </p:txBody>
          </p:sp>
          <p:sp>
            <p:nvSpPr>
              <p:cNvPr id="709674" name="Oval 42"/>
              <p:cNvSpPr>
                <a:spLocks noChangeArrowheads="1"/>
              </p:cNvSpPr>
              <p:nvPr/>
            </p:nvSpPr>
            <p:spPr bwMode="auto">
              <a:xfrm>
                <a:off x="2430" y="956"/>
                <a:ext cx="752" cy="486"/>
              </a:xfrm>
              <a:prstGeom prst="ellipse">
                <a:avLst/>
              </a:prstGeom>
              <a:solidFill>
                <a:schemeClr val="accent1">
                  <a:lumMod val="90000"/>
                </a:schemeClr>
              </a:solidFill>
              <a:ln>
                <a:noFill/>
              </a:ln>
            </p:spPr>
            <p:style>
              <a:lnRef idx="0">
                <a:scrgbClr r="0" g="0" b="0"/>
              </a:lnRef>
              <a:fillRef idx="0">
                <a:scrgbClr r="0" g="0" b="0"/>
              </a:fillRef>
              <a:effectRef idx="0">
                <a:scrgbClr r="0" g="0" b="0"/>
              </a:effectRef>
              <a:fontRef idx="minor">
                <a:schemeClr val="lt1"/>
              </a:fontRef>
            </p:style>
            <p:txBody>
              <a:bodyPr lIns="0" tIns="0" rIns="0" bIns="0" rtlCol="0" anchor="ctr"/>
              <a:lstStyle/>
              <a:p>
                <a:pPr algn="ctr">
                  <a:lnSpc>
                    <a:spcPct val="120000"/>
                  </a:lnSpc>
                </a:pPr>
                <a:endParaRPr lang="zh-CN" altLang="en-US" sz="1600" dirty="0">
                  <a:latin typeface="微软雅黑 Light" panose="020B0502040204020203" pitchFamily="34" charset="-122"/>
                  <a:ea typeface="微软雅黑 Light" panose="020B0502040204020203" pitchFamily="34" charset="-122"/>
                  <a:cs typeface="+mn-ea"/>
                </a:endParaRPr>
              </a:p>
            </p:txBody>
          </p:sp>
          <p:sp>
            <p:nvSpPr>
              <p:cNvPr id="709675" name="Oval 43"/>
              <p:cNvSpPr>
                <a:spLocks noChangeArrowheads="1"/>
              </p:cNvSpPr>
              <p:nvPr/>
            </p:nvSpPr>
            <p:spPr bwMode="auto">
              <a:xfrm>
                <a:off x="2546" y="1286"/>
                <a:ext cx="752" cy="486"/>
              </a:xfrm>
              <a:prstGeom prst="ellipse">
                <a:avLst/>
              </a:prstGeom>
              <a:solidFill>
                <a:schemeClr val="accent1">
                  <a:lumMod val="90000"/>
                </a:schemeClr>
              </a:solidFill>
              <a:ln>
                <a:noFill/>
              </a:ln>
            </p:spPr>
            <p:style>
              <a:lnRef idx="0">
                <a:scrgbClr r="0" g="0" b="0"/>
              </a:lnRef>
              <a:fillRef idx="0">
                <a:scrgbClr r="0" g="0" b="0"/>
              </a:fillRef>
              <a:effectRef idx="0">
                <a:scrgbClr r="0" g="0" b="0"/>
              </a:effectRef>
              <a:fontRef idx="minor">
                <a:schemeClr val="lt1"/>
              </a:fontRef>
            </p:style>
            <p:txBody>
              <a:bodyPr lIns="0" tIns="0" rIns="0" bIns="0" rtlCol="0" anchor="ctr"/>
              <a:lstStyle/>
              <a:p>
                <a:pPr algn="ctr">
                  <a:lnSpc>
                    <a:spcPct val="120000"/>
                  </a:lnSpc>
                </a:pPr>
                <a:endParaRPr lang="zh-CN" altLang="en-US" sz="1600" dirty="0">
                  <a:latin typeface="微软雅黑 Light" panose="020B0502040204020203" pitchFamily="34" charset="-122"/>
                  <a:ea typeface="微软雅黑 Light" panose="020B0502040204020203" pitchFamily="34" charset="-122"/>
                  <a:cs typeface="+mn-ea"/>
                </a:endParaRPr>
              </a:p>
            </p:txBody>
          </p:sp>
          <p:sp>
            <p:nvSpPr>
              <p:cNvPr id="709676" name="Oval 44"/>
              <p:cNvSpPr>
                <a:spLocks noChangeArrowheads="1"/>
              </p:cNvSpPr>
              <p:nvPr/>
            </p:nvSpPr>
            <p:spPr bwMode="auto">
              <a:xfrm>
                <a:off x="2473" y="1395"/>
                <a:ext cx="752" cy="816"/>
              </a:xfrm>
              <a:prstGeom prst="ellipse">
                <a:avLst/>
              </a:prstGeom>
              <a:solidFill>
                <a:schemeClr val="accent1">
                  <a:lumMod val="90000"/>
                </a:schemeClr>
              </a:solidFill>
              <a:ln>
                <a:noFill/>
              </a:ln>
            </p:spPr>
            <p:style>
              <a:lnRef idx="0">
                <a:scrgbClr r="0" g="0" b="0"/>
              </a:lnRef>
              <a:fillRef idx="0">
                <a:scrgbClr r="0" g="0" b="0"/>
              </a:fillRef>
              <a:effectRef idx="0">
                <a:scrgbClr r="0" g="0" b="0"/>
              </a:effectRef>
              <a:fontRef idx="minor">
                <a:schemeClr val="lt1"/>
              </a:fontRef>
            </p:style>
            <p:txBody>
              <a:bodyPr lIns="0" tIns="0" rIns="0" bIns="0" rtlCol="0" anchor="ctr"/>
              <a:lstStyle/>
              <a:p>
                <a:pPr algn="ctr">
                  <a:lnSpc>
                    <a:spcPct val="120000"/>
                  </a:lnSpc>
                </a:pPr>
                <a:endParaRPr lang="zh-CN" altLang="en-US" sz="1600" dirty="0">
                  <a:latin typeface="微软雅黑 Light" panose="020B0502040204020203" pitchFamily="34" charset="-122"/>
                  <a:ea typeface="微软雅黑 Light" panose="020B0502040204020203" pitchFamily="34" charset="-122"/>
                  <a:cs typeface="+mn-ea"/>
                </a:endParaRPr>
              </a:p>
            </p:txBody>
          </p:sp>
          <p:sp>
            <p:nvSpPr>
              <p:cNvPr id="709677" name="Oval 45"/>
              <p:cNvSpPr>
                <a:spLocks noChangeArrowheads="1"/>
              </p:cNvSpPr>
              <p:nvPr/>
            </p:nvSpPr>
            <p:spPr bwMode="auto">
              <a:xfrm>
                <a:off x="1346" y="1144"/>
                <a:ext cx="1547" cy="816"/>
              </a:xfrm>
              <a:prstGeom prst="ellipse">
                <a:avLst/>
              </a:prstGeom>
              <a:solidFill>
                <a:schemeClr val="accent1">
                  <a:lumMod val="90000"/>
                </a:schemeClr>
              </a:solidFill>
              <a:ln>
                <a:noFill/>
              </a:ln>
            </p:spPr>
            <p:style>
              <a:lnRef idx="0">
                <a:scrgbClr r="0" g="0" b="0"/>
              </a:lnRef>
              <a:fillRef idx="0">
                <a:scrgbClr r="0" g="0" b="0"/>
              </a:fillRef>
              <a:effectRef idx="0">
                <a:scrgbClr r="0" g="0" b="0"/>
              </a:effectRef>
              <a:fontRef idx="minor">
                <a:schemeClr val="lt1"/>
              </a:fontRef>
            </p:style>
            <p:txBody>
              <a:bodyPr lIns="0" tIns="0" rIns="0" bIns="0" rtlCol="0" anchor="ctr"/>
              <a:lstStyle/>
              <a:p>
                <a:pPr algn="ctr">
                  <a:lnSpc>
                    <a:spcPct val="120000"/>
                  </a:lnSpc>
                </a:pPr>
                <a:endParaRPr lang="zh-CN" altLang="en-US" sz="1600" dirty="0">
                  <a:latin typeface="微软雅黑 Light" panose="020B0502040204020203" pitchFamily="34" charset="-122"/>
                  <a:ea typeface="微软雅黑 Light" panose="020B0502040204020203" pitchFamily="34" charset="-122"/>
                  <a:cs typeface="+mn-ea"/>
                </a:endParaRPr>
              </a:p>
            </p:txBody>
          </p:sp>
        </p:grpSp>
      </p:grpSp>
      <p:grpSp>
        <p:nvGrpSpPr>
          <p:cNvPr id="709678" name="Group 46"/>
          <p:cNvGrpSpPr/>
          <p:nvPr/>
        </p:nvGrpSpPr>
        <p:grpSpPr bwMode="auto">
          <a:xfrm>
            <a:off x="6811303" y="1507751"/>
            <a:ext cx="1273175" cy="915987"/>
            <a:chOff x="912" y="768"/>
            <a:chExt cx="2400" cy="1584"/>
          </a:xfrm>
        </p:grpSpPr>
        <p:sp>
          <p:nvSpPr>
            <p:cNvPr id="709679" name="Oval 47"/>
            <p:cNvSpPr>
              <a:spLocks noChangeArrowheads="1"/>
            </p:cNvSpPr>
            <p:nvPr/>
          </p:nvSpPr>
          <p:spPr bwMode="auto">
            <a:xfrm>
              <a:off x="1751" y="799"/>
              <a:ext cx="1026" cy="628"/>
            </a:xfrm>
            <a:prstGeom prst="ellipse">
              <a:avLst/>
            </a:prstGeom>
            <a:solidFill>
              <a:schemeClr val="accent1">
                <a:lumMod val="90000"/>
              </a:schemeClr>
            </a:solidFill>
            <a:ln>
              <a:noFill/>
            </a:ln>
          </p:spPr>
          <p:style>
            <a:lnRef idx="0">
              <a:scrgbClr r="0" g="0" b="0"/>
            </a:lnRef>
            <a:fillRef idx="0">
              <a:scrgbClr r="0" g="0" b="0"/>
            </a:fillRef>
            <a:effectRef idx="0">
              <a:scrgbClr r="0" g="0" b="0"/>
            </a:effectRef>
            <a:fontRef idx="minor">
              <a:schemeClr val="lt1"/>
            </a:fontRef>
          </p:style>
          <p:txBody>
            <a:bodyPr lIns="0" tIns="0" rIns="0" bIns="0" rtlCol="0" anchor="ctr"/>
            <a:lstStyle/>
            <a:p>
              <a:pPr algn="ctr">
                <a:lnSpc>
                  <a:spcPct val="120000"/>
                </a:lnSpc>
              </a:pPr>
              <a:endParaRPr lang="zh-CN" altLang="en-US" sz="1600" dirty="0">
                <a:latin typeface="微软雅黑 Light" panose="020B0502040204020203" pitchFamily="34" charset="-122"/>
                <a:ea typeface="微软雅黑 Light" panose="020B0502040204020203" pitchFamily="34" charset="-122"/>
                <a:cs typeface="+mn-ea"/>
              </a:endParaRPr>
            </a:p>
          </p:txBody>
        </p:sp>
        <p:sp>
          <p:nvSpPr>
            <p:cNvPr id="709680" name="Oval 48"/>
            <p:cNvSpPr>
              <a:spLocks noChangeArrowheads="1"/>
            </p:cNvSpPr>
            <p:nvPr/>
          </p:nvSpPr>
          <p:spPr bwMode="auto">
            <a:xfrm>
              <a:off x="1172" y="972"/>
              <a:ext cx="781" cy="627"/>
            </a:xfrm>
            <a:prstGeom prst="ellipse">
              <a:avLst/>
            </a:prstGeom>
            <a:solidFill>
              <a:schemeClr val="accent1">
                <a:lumMod val="90000"/>
              </a:schemeClr>
            </a:solidFill>
            <a:ln>
              <a:noFill/>
            </a:ln>
          </p:spPr>
          <p:style>
            <a:lnRef idx="0">
              <a:scrgbClr r="0" g="0" b="0"/>
            </a:lnRef>
            <a:fillRef idx="0">
              <a:scrgbClr r="0" g="0" b="0"/>
            </a:fillRef>
            <a:effectRef idx="0">
              <a:scrgbClr r="0" g="0" b="0"/>
            </a:effectRef>
            <a:fontRef idx="minor">
              <a:schemeClr val="lt1"/>
            </a:fontRef>
          </p:style>
          <p:txBody>
            <a:bodyPr lIns="0" tIns="0" rIns="0" bIns="0" rtlCol="0" anchor="ctr"/>
            <a:lstStyle/>
            <a:p>
              <a:pPr algn="ctr">
                <a:lnSpc>
                  <a:spcPct val="120000"/>
                </a:lnSpc>
              </a:pPr>
              <a:endParaRPr lang="zh-CN" altLang="en-US" sz="1600" dirty="0">
                <a:latin typeface="微软雅黑 Light" panose="020B0502040204020203" pitchFamily="34" charset="-122"/>
                <a:ea typeface="微软雅黑 Light" panose="020B0502040204020203" pitchFamily="34" charset="-122"/>
                <a:cs typeface="+mn-ea"/>
              </a:endParaRPr>
            </a:p>
          </p:txBody>
        </p:sp>
        <p:sp>
          <p:nvSpPr>
            <p:cNvPr id="709681" name="Oval 49"/>
            <p:cNvSpPr>
              <a:spLocks noChangeArrowheads="1"/>
            </p:cNvSpPr>
            <p:nvPr/>
          </p:nvSpPr>
          <p:spPr bwMode="auto">
            <a:xfrm>
              <a:off x="926" y="1364"/>
              <a:ext cx="521" cy="502"/>
            </a:xfrm>
            <a:prstGeom prst="ellipse">
              <a:avLst/>
            </a:prstGeom>
            <a:solidFill>
              <a:schemeClr val="accent1">
                <a:lumMod val="90000"/>
              </a:schemeClr>
            </a:solidFill>
            <a:ln>
              <a:noFill/>
            </a:ln>
          </p:spPr>
          <p:style>
            <a:lnRef idx="0">
              <a:scrgbClr r="0" g="0" b="0"/>
            </a:lnRef>
            <a:fillRef idx="0">
              <a:scrgbClr r="0" g="0" b="0"/>
            </a:fillRef>
            <a:effectRef idx="0">
              <a:scrgbClr r="0" g="0" b="0"/>
            </a:effectRef>
            <a:fontRef idx="minor">
              <a:schemeClr val="lt1"/>
            </a:fontRef>
          </p:style>
          <p:txBody>
            <a:bodyPr lIns="0" tIns="0" rIns="0" bIns="0" rtlCol="0" anchor="ctr"/>
            <a:lstStyle/>
            <a:p>
              <a:pPr algn="ctr">
                <a:lnSpc>
                  <a:spcPct val="120000"/>
                </a:lnSpc>
              </a:pPr>
              <a:endParaRPr lang="zh-CN" altLang="en-US" sz="1600" dirty="0">
                <a:latin typeface="微软雅黑 Light" panose="020B0502040204020203" pitchFamily="34" charset="-122"/>
                <a:ea typeface="微软雅黑 Light" panose="020B0502040204020203" pitchFamily="34" charset="-122"/>
                <a:cs typeface="+mn-ea"/>
              </a:endParaRPr>
            </a:p>
          </p:txBody>
        </p:sp>
        <p:sp>
          <p:nvSpPr>
            <p:cNvPr id="709682" name="Oval 50"/>
            <p:cNvSpPr>
              <a:spLocks noChangeArrowheads="1"/>
            </p:cNvSpPr>
            <p:nvPr/>
          </p:nvSpPr>
          <p:spPr bwMode="auto">
            <a:xfrm>
              <a:off x="1085" y="1599"/>
              <a:ext cx="796" cy="549"/>
            </a:xfrm>
            <a:prstGeom prst="ellipse">
              <a:avLst/>
            </a:prstGeom>
            <a:solidFill>
              <a:schemeClr val="accent1">
                <a:lumMod val="90000"/>
              </a:schemeClr>
            </a:solidFill>
            <a:ln>
              <a:noFill/>
            </a:ln>
          </p:spPr>
          <p:style>
            <a:lnRef idx="0">
              <a:scrgbClr r="0" g="0" b="0"/>
            </a:lnRef>
            <a:fillRef idx="0">
              <a:scrgbClr r="0" g="0" b="0"/>
            </a:fillRef>
            <a:effectRef idx="0">
              <a:scrgbClr r="0" g="0" b="0"/>
            </a:effectRef>
            <a:fontRef idx="minor">
              <a:schemeClr val="lt1"/>
            </a:fontRef>
          </p:style>
          <p:txBody>
            <a:bodyPr lIns="0" tIns="0" rIns="0" bIns="0" rtlCol="0" anchor="ctr"/>
            <a:lstStyle/>
            <a:p>
              <a:pPr algn="ctr">
                <a:lnSpc>
                  <a:spcPct val="120000"/>
                </a:lnSpc>
              </a:pPr>
              <a:endParaRPr lang="zh-CN" altLang="en-US" sz="1600" dirty="0">
                <a:latin typeface="微软雅黑 Light" panose="020B0502040204020203" pitchFamily="34" charset="-122"/>
                <a:ea typeface="微软雅黑 Light" panose="020B0502040204020203" pitchFamily="34" charset="-122"/>
                <a:cs typeface="+mn-ea"/>
              </a:endParaRPr>
            </a:p>
          </p:txBody>
        </p:sp>
        <p:sp>
          <p:nvSpPr>
            <p:cNvPr id="709683" name="Oval 51"/>
            <p:cNvSpPr>
              <a:spLocks noChangeArrowheads="1"/>
            </p:cNvSpPr>
            <p:nvPr/>
          </p:nvSpPr>
          <p:spPr bwMode="auto">
            <a:xfrm>
              <a:off x="1664" y="1693"/>
              <a:ext cx="1200" cy="659"/>
            </a:xfrm>
            <a:prstGeom prst="ellipse">
              <a:avLst/>
            </a:prstGeom>
            <a:solidFill>
              <a:schemeClr val="accent1">
                <a:lumMod val="90000"/>
              </a:schemeClr>
            </a:solidFill>
            <a:ln>
              <a:noFill/>
            </a:ln>
          </p:spPr>
          <p:style>
            <a:lnRef idx="0">
              <a:scrgbClr r="0" g="0" b="0"/>
            </a:lnRef>
            <a:fillRef idx="0">
              <a:scrgbClr r="0" g="0" b="0"/>
            </a:fillRef>
            <a:effectRef idx="0">
              <a:scrgbClr r="0" g="0" b="0"/>
            </a:effectRef>
            <a:fontRef idx="minor">
              <a:schemeClr val="lt1"/>
            </a:fontRef>
          </p:style>
          <p:txBody>
            <a:bodyPr lIns="0" tIns="0" rIns="0" bIns="0" rtlCol="0" anchor="ctr"/>
            <a:lstStyle/>
            <a:p>
              <a:pPr algn="ctr">
                <a:lnSpc>
                  <a:spcPct val="120000"/>
                </a:lnSpc>
              </a:pPr>
              <a:endParaRPr lang="zh-CN" altLang="en-US" sz="1600" dirty="0">
                <a:latin typeface="微软雅黑 Light" panose="020B0502040204020203" pitchFamily="34" charset="-122"/>
                <a:ea typeface="微软雅黑 Light" panose="020B0502040204020203" pitchFamily="34" charset="-122"/>
                <a:cs typeface="+mn-ea"/>
              </a:endParaRPr>
            </a:p>
          </p:txBody>
        </p:sp>
        <p:sp>
          <p:nvSpPr>
            <p:cNvPr id="709684" name="Oval 52"/>
            <p:cNvSpPr>
              <a:spLocks noChangeArrowheads="1"/>
            </p:cNvSpPr>
            <p:nvPr/>
          </p:nvSpPr>
          <p:spPr bwMode="auto">
            <a:xfrm>
              <a:off x="2445" y="988"/>
              <a:ext cx="751" cy="486"/>
            </a:xfrm>
            <a:prstGeom prst="ellipse">
              <a:avLst/>
            </a:prstGeom>
            <a:solidFill>
              <a:schemeClr val="accent1">
                <a:lumMod val="90000"/>
              </a:schemeClr>
            </a:solidFill>
            <a:ln>
              <a:noFill/>
            </a:ln>
          </p:spPr>
          <p:style>
            <a:lnRef idx="0">
              <a:scrgbClr r="0" g="0" b="0"/>
            </a:lnRef>
            <a:fillRef idx="0">
              <a:scrgbClr r="0" g="0" b="0"/>
            </a:fillRef>
            <a:effectRef idx="0">
              <a:scrgbClr r="0" g="0" b="0"/>
            </a:effectRef>
            <a:fontRef idx="minor">
              <a:schemeClr val="lt1"/>
            </a:fontRef>
          </p:style>
          <p:txBody>
            <a:bodyPr lIns="0" tIns="0" rIns="0" bIns="0" rtlCol="0" anchor="ctr"/>
            <a:lstStyle/>
            <a:p>
              <a:pPr algn="ctr">
                <a:lnSpc>
                  <a:spcPct val="120000"/>
                </a:lnSpc>
              </a:pPr>
              <a:endParaRPr lang="zh-CN" altLang="en-US" sz="1600" dirty="0">
                <a:latin typeface="微软雅黑 Light" panose="020B0502040204020203" pitchFamily="34" charset="-122"/>
                <a:ea typeface="微软雅黑 Light" panose="020B0502040204020203" pitchFamily="34" charset="-122"/>
                <a:cs typeface="+mn-ea"/>
              </a:endParaRPr>
            </a:p>
          </p:txBody>
        </p:sp>
        <p:sp>
          <p:nvSpPr>
            <p:cNvPr id="709685" name="Oval 53"/>
            <p:cNvSpPr>
              <a:spLocks noChangeArrowheads="1"/>
            </p:cNvSpPr>
            <p:nvPr/>
          </p:nvSpPr>
          <p:spPr bwMode="auto">
            <a:xfrm>
              <a:off x="2560" y="1317"/>
              <a:ext cx="752" cy="486"/>
            </a:xfrm>
            <a:prstGeom prst="ellipse">
              <a:avLst/>
            </a:prstGeom>
            <a:solidFill>
              <a:schemeClr val="accent1">
                <a:lumMod val="90000"/>
              </a:schemeClr>
            </a:solidFill>
            <a:ln>
              <a:noFill/>
            </a:ln>
          </p:spPr>
          <p:style>
            <a:lnRef idx="0">
              <a:scrgbClr r="0" g="0" b="0"/>
            </a:lnRef>
            <a:fillRef idx="0">
              <a:scrgbClr r="0" g="0" b="0"/>
            </a:fillRef>
            <a:effectRef idx="0">
              <a:scrgbClr r="0" g="0" b="0"/>
            </a:effectRef>
            <a:fontRef idx="minor">
              <a:schemeClr val="lt1"/>
            </a:fontRef>
          </p:style>
          <p:txBody>
            <a:bodyPr lIns="0" tIns="0" rIns="0" bIns="0" rtlCol="0" anchor="ctr"/>
            <a:lstStyle/>
            <a:p>
              <a:pPr algn="ctr">
                <a:lnSpc>
                  <a:spcPct val="120000"/>
                </a:lnSpc>
              </a:pPr>
              <a:endParaRPr lang="zh-CN" altLang="en-US" sz="1600" dirty="0">
                <a:latin typeface="微软雅黑 Light" panose="020B0502040204020203" pitchFamily="34" charset="-122"/>
                <a:ea typeface="微软雅黑 Light" panose="020B0502040204020203" pitchFamily="34" charset="-122"/>
                <a:cs typeface="+mn-ea"/>
              </a:endParaRPr>
            </a:p>
          </p:txBody>
        </p:sp>
        <p:sp>
          <p:nvSpPr>
            <p:cNvPr id="709686" name="Oval 54"/>
            <p:cNvSpPr>
              <a:spLocks noChangeArrowheads="1"/>
            </p:cNvSpPr>
            <p:nvPr/>
          </p:nvSpPr>
          <p:spPr bwMode="auto">
            <a:xfrm>
              <a:off x="2488" y="1427"/>
              <a:ext cx="752" cy="815"/>
            </a:xfrm>
            <a:prstGeom prst="ellipse">
              <a:avLst/>
            </a:prstGeom>
            <a:solidFill>
              <a:schemeClr val="accent1">
                <a:lumMod val="90000"/>
              </a:schemeClr>
            </a:solidFill>
            <a:ln>
              <a:noFill/>
            </a:ln>
          </p:spPr>
          <p:style>
            <a:lnRef idx="0">
              <a:scrgbClr r="0" g="0" b="0"/>
            </a:lnRef>
            <a:fillRef idx="0">
              <a:scrgbClr r="0" g="0" b="0"/>
            </a:fillRef>
            <a:effectRef idx="0">
              <a:scrgbClr r="0" g="0" b="0"/>
            </a:effectRef>
            <a:fontRef idx="minor">
              <a:schemeClr val="lt1"/>
            </a:fontRef>
          </p:style>
          <p:txBody>
            <a:bodyPr lIns="0" tIns="0" rIns="0" bIns="0" rtlCol="0" anchor="ctr"/>
            <a:lstStyle/>
            <a:p>
              <a:pPr algn="ctr">
                <a:lnSpc>
                  <a:spcPct val="120000"/>
                </a:lnSpc>
              </a:pPr>
              <a:endParaRPr lang="zh-CN" altLang="en-US" sz="1600" dirty="0">
                <a:latin typeface="微软雅黑 Light" panose="020B0502040204020203" pitchFamily="34" charset="-122"/>
                <a:ea typeface="微软雅黑 Light" panose="020B0502040204020203" pitchFamily="34" charset="-122"/>
                <a:cs typeface="+mn-ea"/>
              </a:endParaRPr>
            </a:p>
          </p:txBody>
        </p:sp>
        <p:sp>
          <p:nvSpPr>
            <p:cNvPr id="709687" name="Oval 55"/>
            <p:cNvSpPr>
              <a:spLocks noChangeArrowheads="1"/>
            </p:cNvSpPr>
            <p:nvPr/>
          </p:nvSpPr>
          <p:spPr bwMode="auto">
            <a:xfrm>
              <a:off x="1360" y="1176"/>
              <a:ext cx="1547" cy="815"/>
            </a:xfrm>
            <a:prstGeom prst="ellipse">
              <a:avLst/>
            </a:prstGeom>
            <a:solidFill>
              <a:schemeClr val="accent1">
                <a:lumMod val="90000"/>
              </a:schemeClr>
            </a:solidFill>
            <a:ln>
              <a:noFill/>
            </a:ln>
          </p:spPr>
          <p:style>
            <a:lnRef idx="0">
              <a:scrgbClr r="0" g="0" b="0"/>
            </a:lnRef>
            <a:fillRef idx="0">
              <a:scrgbClr r="0" g="0" b="0"/>
            </a:fillRef>
            <a:effectRef idx="0">
              <a:scrgbClr r="0" g="0" b="0"/>
            </a:effectRef>
            <a:fontRef idx="minor">
              <a:schemeClr val="lt1"/>
            </a:fontRef>
          </p:style>
          <p:txBody>
            <a:bodyPr lIns="0" tIns="0" rIns="0" bIns="0" rtlCol="0" anchor="ctr"/>
            <a:lstStyle/>
            <a:p>
              <a:pPr algn="ctr">
                <a:lnSpc>
                  <a:spcPct val="120000"/>
                </a:lnSpc>
              </a:pPr>
              <a:endParaRPr lang="zh-CN" altLang="en-US" sz="1600" dirty="0">
                <a:latin typeface="微软雅黑 Light" panose="020B0502040204020203" pitchFamily="34" charset="-122"/>
                <a:ea typeface="微软雅黑 Light" panose="020B0502040204020203" pitchFamily="34" charset="-122"/>
                <a:cs typeface="+mn-ea"/>
              </a:endParaRPr>
            </a:p>
          </p:txBody>
        </p:sp>
        <p:grpSp>
          <p:nvGrpSpPr>
            <p:cNvPr id="709688" name="Group 56"/>
            <p:cNvGrpSpPr/>
            <p:nvPr/>
          </p:nvGrpSpPr>
          <p:grpSpPr bwMode="auto">
            <a:xfrm>
              <a:off x="912" y="768"/>
              <a:ext cx="2386" cy="1553"/>
              <a:chOff x="912" y="768"/>
              <a:chExt cx="2386" cy="1553"/>
            </a:xfrm>
          </p:grpSpPr>
          <p:sp>
            <p:nvSpPr>
              <p:cNvPr id="709689" name="Oval 57"/>
              <p:cNvSpPr>
                <a:spLocks noChangeArrowheads="1"/>
              </p:cNvSpPr>
              <p:nvPr/>
            </p:nvSpPr>
            <p:spPr bwMode="auto">
              <a:xfrm>
                <a:off x="1736" y="768"/>
                <a:ext cx="1027" cy="627"/>
              </a:xfrm>
              <a:prstGeom prst="ellipse">
                <a:avLst/>
              </a:prstGeom>
              <a:solidFill>
                <a:schemeClr val="accent1">
                  <a:lumMod val="90000"/>
                </a:schemeClr>
              </a:solidFill>
              <a:ln>
                <a:noFill/>
              </a:ln>
            </p:spPr>
            <p:style>
              <a:lnRef idx="0">
                <a:scrgbClr r="0" g="0" b="0"/>
              </a:lnRef>
              <a:fillRef idx="0">
                <a:scrgbClr r="0" g="0" b="0"/>
              </a:fillRef>
              <a:effectRef idx="0">
                <a:scrgbClr r="0" g="0" b="0"/>
              </a:effectRef>
              <a:fontRef idx="minor">
                <a:schemeClr val="lt1"/>
              </a:fontRef>
            </p:style>
            <p:txBody>
              <a:bodyPr lIns="0" tIns="0" rIns="0" bIns="0" rtlCol="0" anchor="ctr"/>
              <a:lstStyle/>
              <a:p>
                <a:pPr algn="ctr">
                  <a:lnSpc>
                    <a:spcPct val="120000"/>
                  </a:lnSpc>
                </a:pPr>
                <a:endParaRPr lang="zh-CN" altLang="en-US" sz="1600" dirty="0">
                  <a:latin typeface="微软雅黑 Light" panose="020B0502040204020203" pitchFamily="34" charset="-122"/>
                  <a:ea typeface="微软雅黑 Light" panose="020B0502040204020203" pitchFamily="34" charset="-122"/>
                  <a:cs typeface="+mn-ea"/>
                </a:endParaRPr>
              </a:p>
            </p:txBody>
          </p:sp>
          <p:sp>
            <p:nvSpPr>
              <p:cNvPr id="709690" name="Oval 58"/>
              <p:cNvSpPr>
                <a:spLocks noChangeArrowheads="1"/>
              </p:cNvSpPr>
              <p:nvPr/>
            </p:nvSpPr>
            <p:spPr bwMode="auto">
              <a:xfrm>
                <a:off x="1158" y="941"/>
                <a:ext cx="781" cy="627"/>
              </a:xfrm>
              <a:prstGeom prst="ellipse">
                <a:avLst/>
              </a:prstGeom>
              <a:solidFill>
                <a:schemeClr val="accent1">
                  <a:lumMod val="90000"/>
                </a:schemeClr>
              </a:solidFill>
              <a:ln>
                <a:noFill/>
              </a:ln>
            </p:spPr>
            <p:style>
              <a:lnRef idx="0">
                <a:scrgbClr r="0" g="0" b="0"/>
              </a:lnRef>
              <a:fillRef idx="0">
                <a:scrgbClr r="0" g="0" b="0"/>
              </a:fillRef>
              <a:effectRef idx="0">
                <a:scrgbClr r="0" g="0" b="0"/>
              </a:effectRef>
              <a:fontRef idx="minor">
                <a:schemeClr val="lt1"/>
              </a:fontRef>
            </p:style>
            <p:txBody>
              <a:bodyPr lIns="0" tIns="0" rIns="0" bIns="0" rtlCol="0" anchor="ctr"/>
              <a:lstStyle/>
              <a:p>
                <a:pPr algn="ctr">
                  <a:lnSpc>
                    <a:spcPct val="120000"/>
                  </a:lnSpc>
                </a:pPr>
                <a:endParaRPr lang="zh-CN" altLang="en-US" sz="1600" dirty="0">
                  <a:latin typeface="微软雅黑 Light" panose="020B0502040204020203" pitchFamily="34" charset="-122"/>
                  <a:ea typeface="微软雅黑 Light" panose="020B0502040204020203" pitchFamily="34" charset="-122"/>
                  <a:cs typeface="+mn-ea"/>
                </a:endParaRPr>
              </a:p>
            </p:txBody>
          </p:sp>
          <p:sp>
            <p:nvSpPr>
              <p:cNvPr id="709691" name="Oval 59"/>
              <p:cNvSpPr>
                <a:spLocks noChangeArrowheads="1"/>
              </p:cNvSpPr>
              <p:nvPr/>
            </p:nvSpPr>
            <p:spPr bwMode="auto">
              <a:xfrm>
                <a:off x="912" y="1333"/>
                <a:ext cx="520" cy="501"/>
              </a:xfrm>
              <a:prstGeom prst="ellipse">
                <a:avLst/>
              </a:prstGeom>
              <a:solidFill>
                <a:schemeClr val="accent1">
                  <a:lumMod val="90000"/>
                </a:schemeClr>
              </a:solidFill>
              <a:ln>
                <a:noFill/>
              </a:ln>
            </p:spPr>
            <p:style>
              <a:lnRef idx="0">
                <a:scrgbClr r="0" g="0" b="0"/>
              </a:lnRef>
              <a:fillRef idx="0">
                <a:scrgbClr r="0" g="0" b="0"/>
              </a:fillRef>
              <a:effectRef idx="0">
                <a:scrgbClr r="0" g="0" b="0"/>
              </a:effectRef>
              <a:fontRef idx="minor">
                <a:schemeClr val="lt1"/>
              </a:fontRef>
            </p:style>
            <p:txBody>
              <a:bodyPr lIns="0" tIns="0" rIns="0" bIns="0" rtlCol="0" anchor="ctr"/>
              <a:lstStyle/>
              <a:p>
                <a:pPr algn="ctr">
                  <a:lnSpc>
                    <a:spcPct val="120000"/>
                  </a:lnSpc>
                </a:pPr>
                <a:endParaRPr lang="zh-CN" altLang="en-US" sz="1600" dirty="0">
                  <a:latin typeface="微软雅黑 Light" panose="020B0502040204020203" pitchFamily="34" charset="-122"/>
                  <a:ea typeface="微软雅黑 Light" panose="020B0502040204020203" pitchFamily="34" charset="-122"/>
                  <a:cs typeface="+mn-ea"/>
                </a:endParaRPr>
              </a:p>
            </p:txBody>
          </p:sp>
          <p:sp>
            <p:nvSpPr>
              <p:cNvPr id="709692" name="Oval 60"/>
              <p:cNvSpPr>
                <a:spLocks noChangeArrowheads="1"/>
              </p:cNvSpPr>
              <p:nvPr/>
            </p:nvSpPr>
            <p:spPr bwMode="auto">
              <a:xfrm>
                <a:off x="1071" y="1568"/>
                <a:ext cx="795" cy="549"/>
              </a:xfrm>
              <a:prstGeom prst="ellipse">
                <a:avLst/>
              </a:prstGeom>
              <a:solidFill>
                <a:schemeClr val="accent1">
                  <a:lumMod val="90000"/>
                </a:schemeClr>
              </a:solidFill>
              <a:ln>
                <a:noFill/>
              </a:ln>
            </p:spPr>
            <p:style>
              <a:lnRef idx="0">
                <a:scrgbClr r="0" g="0" b="0"/>
              </a:lnRef>
              <a:fillRef idx="0">
                <a:scrgbClr r="0" g="0" b="0"/>
              </a:fillRef>
              <a:effectRef idx="0">
                <a:scrgbClr r="0" g="0" b="0"/>
              </a:effectRef>
              <a:fontRef idx="minor">
                <a:schemeClr val="lt1"/>
              </a:fontRef>
            </p:style>
            <p:txBody>
              <a:bodyPr lIns="0" tIns="0" rIns="0" bIns="0" rtlCol="0" anchor="ctr"/>
              <a:lstStyle/>
              <a:p>
                <a:pPr algn="ctr">
                  <a:lnSpc>
                    <a:spcPct val="120000"/>
                  </a:lnSpc>
                </a:pPr>
                <a:endParaRPr lang="zh-CN" altLang="en-US" sz="1600" dirty="0">
                  <a:latin typeface="微软雅黑 Light" panose="020B0502040204020203" pitchFamily="34" charset="-122"/>
                  <a:ea typeface="微软雅黑 Light" panose="020B0502040204020203" pitchFamily="34" charset="-122"/>
                  <a:cs typeface="+mn-ea"/>
                </a:endParaRPr>
              </a:p>
            </p:txBody>
          </p:sp>
          <p:sp>
            <p:nvSpPr>
              <p:cNvPr id="709693" name="Oval 61"/>
              <p:cNvSpPr>
                <a:spLocks noChangeArrowheads="1"/>
              </p:cNvSpPr>
              <p:nvPr/>
            </p:nvSpPr>
            <p:spPr bwMode="auto">
              <a:xfrm>
                <a:off x="1649" y="1662"/>
                <a:ext cx="1200" cy="659"/>
              </a:xfrm>
              <a:prstGeom prst="ellipse">
                <a:avLst/>
              </a:prstGeom>
              <a:solidFill>
                <a:schemeClr val="accent1">
                  <a:lumMod val="90000"/>
                </a:schemeClr>
              </a:solidFill>
              <a:ln>
                <a:noFill/>
              </a:ln>
            </p:spPr>
            <p:style>
              <a:lnRef idx="0">
                <a:scrgbClr r="0" g="0" b="0"/>
              </a:lnRef>
              <a:fillRef idx="0">
                <a:scrgbClr r="0" g="0" b="0"/>
              </a:fillRef>
              <a:effectRef idx="0">
                <a:scrgbClr r="0" g="0" b="0"/>
              </a:effectRef>
              <a:fontRef idx="minor">
                <a:schemeClr val="lt1"/>
              </a:fontRef>
            </p:style>
            <p:txBody>
              <a:bodyPr lIns="0" tIns="0" rIns="0" bIns="0" rtlCol="0" anchor="ctr"/>
              <a:lstStyle/>
              <a:p>
                <a:pPr algn="ctr">
                  <a:lnSpc>
                    <a:spcPct val="120000"/>
                  </a:lnSpc>
                </a:pPr>
                <a:endParaRPr lang="zh-CN" altLang="en-US" sz="1600" dirty="0">
                  <a:latin typeface="微软雅黑 Light" panose="020B0502040204020203" pitchFamily="34" charset="-122"/>
                  <a:ea typeface="微软雅黑 Light" panose="020B0502040204020203" pitchFamily="34" charset="-122"/>
                  <a:cs typeface="+mn-ea"/>
                </a:endParaRPr>
              </a:p>
            </p:txBody>
          </p:sp>
          <p:sp>
            <p:nvSpPr>
              <p:cNvPr id="709694" name="Oval 62"/>
              <p:cNvSpPr>
                <a:spLocks noChangeArrowheads="1"/>
              </p:cNvSpPr>
              <p:nvPr/>
            </p:nvSpPr>
            <p:spPr bwMode="auto">
              <a:xfrm>
                <a:off x="2430" y="956"/>
                <a:ext cx="752" cy="486"/>
              </a:xfrm>
              <a:prstGeom prst="ellipse">
                <a:avLst/>
              </a:prstGeom>
              <a:solidFill>
                <a:schemeClr val="accent1">
                  <a:lumMod val="90000"/>
                </a:schemeClr>
              </a:solidFill>
              <a:ln>
                <a:noFill/>
              </a:ln>
            </p:spPr>
            <p:style>
              <a:lnRef idx="0">
                <a:scrgbClr r="0" g="0" b="0"/>
              </a:lnRef>
              <a:fillRef idx="0">
                <a:scrgbClr r="0" g="0" b="0"/>
              </a:fillRef>
              <a:effectRef idx="0">
                <a:scrgbClr r="0" g="0" b="0"/>
              </a:effectRef>
              <a:fontRef idx="minor">
                <a:schemeClr val="lt1"/>
              </a:fontRef>
            </p:style>
            <p:txBody>
              <a:bodyPr lIns="0" tIns="0" rIns="0" bIns="0" rtlCol="0" anchor="ctr"/>
              <a:lstStyle/>
              <a:p>
                <a:pPr algn="ctr">
                  <a:lnSpc>
                    <a:spcPct val="120000"/>
                  </a:lnSpc>
                </a:pPr>
                <a:endParaRPr lang="zh-CN" altLang="en-US" sz="1600" dirty="0">
                  <a:latin typeface="微软雅黑 Light" panose="020B0502040204020203" pitchFamily="34" charset="-122"/>
                  <a:ea typeface="微软雅黑 Light" panose="020B0502040204020203" pitchFamily="34" charset="-122"/>
                  <a:cs typeface="+mn-ea"/>
                </a:endParaRPr>
              </a:p>
            </p:txBody>
          </p:sp>
          <p:sp>
            <p:nvSpPr>
              <p:cNvPr id="709695" name="Oval 63"/>
              <p:cNvSpPr>
                <a:spLocks noChangeArrowheads="1"/>
              </p:cNvSpPr>
              <p:nvPr/>
            </p:nvSpPr>
            <p:spPr bwMode="auto">
              <a:xfrm>
                <a:off x="2546" y="1286"/>
                <a:ext cx="752" cy="486"/>
              </a:xfrm>
              <a:prstGeom prst="ellipse">
                <a:avLst/>
              </a:prstGeom>
              <a:solidFill>
                <a:schemeClr val="accent1">
                  <a:lumMod val="90000"/>
                </a:schemeClr>
              </a:solidFill>
              <a:ln>
                <a:noFill/>
              </a:ln>
            </p:spPr>
            <p:style>
              <a:lnRef idx="0">
                <a:scrgbClr r="0" g="0" b="0"/>
              </a:lnRef>
              <a:fillRef idx="0">
                <a:scrgbClr r="0" g="0" b="0"/>
              </a:fillRef>
              <a:effectRef idx="0">
                <a:scrgbClr r="0" g="0" b="0"/>
              </a:effectRef>
              <a:fontRef idx="minor">
                <a:schemeClr val="lt1"/>
              </a:fontRef>
            </p:style>
            <p:txBody>
              <a:bodyPr lIns="0" tIns="0" rIns="0" bIns="0" rtlCol="0" anchor="ctr"/>
              <a:lstStyle/>
              <a:p>
                <a:pPr algn="ctr">
                  <a:lnSpc>
                    <a:spcPct val="120000"/>
                  </a:lnSpc>
                </a:pPr>
                <a:endParaRPr lang="zh-CN" altLang="en-US" sz="1600" dirty="0">
                  <a:latin typeface="微软雅黑 Light" panose="020B0502040204020203" pitchFamily="34" charset="-122"/>
                  <a:ea typeface="微软雅黑 Light" panose="020B0502040204020203" pitchFamily="34" charset="-122"/>
                  <a:cs typeface="+mn-ea"/>
                </a:endParaRPr>
              </a:p>
            </p:txBody>
          </p:sp>
          <p:sp>
            <p:nvSpPr>
              <p:cNvPr id="709696" name="Oval 64"/>
              <p:cNvSpPr>
                <a:spLocks noChangeArrowheads="1"/>
              </p:cNvSpPr>
              <p:nvPr/>
            </p:nvSpPr>
            <p:spPr bwMode="auto">
              <a:xfrm>
                <a:off x="2473" y="1395"/>
                <a:ext cx="752" cy="816"/>
              </a:xfrm>
              <a:prstGeom prst="ellipse">
                <a:avLst/>
              </a:prstGeom>
              <a:solidFill>
                <a:schemeClr val="accent1">
                  <a:lumMod val="90000"/>
                </a:schemeClr>
              </a:solidFill>
              <a:ln>
                <a:noFill/>
              </a:ln>
            </p:spPr>
            <p:style>
              <a:lnRef idx="0">
                <a:scrgbClr r="0" g="0" b="0"/>
              </a:lnRef>
              <a:fillRef idx="0">
                <a:scrgbClr r="0" g="0" b="0"/>
              </a:fillRef>
              <a:effectRef idx="0">
                <a:scrgbClr r="0" g="0" b="0"/>
              </a:effectRef>
              <a:fontRef idx="minor">
                <a:schemeClr val="lt1"/>
              </a:fontRef>
            </p:style>
            <p:txBody>
              <a:bodyPr lIns="0" tIns="0" rIns="0" bIns="0" rtlCol="0" anchor="ctr"/>
              <a:lstStyle/>
              <a:p>
                <a:pPr algn="ctr">
                  <a:lnSpc>
                    <a:spcPct val="120000"/>
                  </a:lnSpc>
                </a:pPr>
                <a:endParaRPr lang="zh-CN" altLang="en-US" sz="1600" dirty="0">
                  <a:latin typeface="微软雅黑 Light" panose="020B0502040204020203" pitchFamily="34" charset="-122"/>
                  <a:ea typeface="微软雅黑 Light" panose="020B0502040204020203" pitchFamily="34" charset="-122"/>
                  <a:cs typeface="+mn-ea"/>
                </a:endParaRPr>
              </a:p>
            </p:txBody>
          </p:sp>
          <p:sp>
            <p:nvSpPr>
              <p:cNvPr id="709697" name="Oval 65"/>
              <p:cNvSpPr>
                <a:spLocks noChangeArrowheads="1"/>
              </p:cNvSpPr>
              <p:nvPr/>
            </p:nvSpPr>
            <p:spPr bwMode="auto">
              <a:xfrm>
                <a:off x="1346" y="1144"/>
                <a:ext cx="1547" cy="816"/>
              </a:xfrm>
              <a:prstGeom prst="ellipse">
                <a:avLst/>
              </a:prstGeom>
              <a:solidFill>
                <a:schemeClr val="accent1">
                  <a:lumMod val="90000"/>
                </a:schemeClr>
              </a:solidFill>
              <a:ln>
                <a:noFill/>
              </a:ln>
            </p:spPr>
            <p:style>
              <a:lnRef idx="0">
                <a:scrgbClr r="0" g="0" b="0"/>
              </a:lnRef>
              <a:fillRef idx="0">
                <a:scrgbClr r="0" g="0" b="0"/>
              </a:fillRef>
              <a:effectRef idx="0">
                <a:scrgbClr r="0" g="0" b="0"/>
              </a:effectRef>
              <a:fontRef idx="minor">
                <a:schemeClr val="lt1"/>
              </a:fontRef>
            </p:style>
            <p:txBody>
              <a:bodyPr lIns="0" tIns="0" rIns="0" bIns="0" rtlCol="0" anchor="ctr"/>
              <a:lstStyle/>
              <a:p>
                <a:pPr algn="ctr">
                  <a:lnSpc>
                    <a:spcPct val="120000"/>
                  </a:lnSpc>
                </a:pPr>
                <a:endParaRPr lang="zh-CN" altLang="en-US" sz="1600" dirty="0">
                  <a:latin typeface="微软雅黑 Light" panose="020B0502040204020203" pitchFamily="34" charset="-122"/>
                  <a:ea typeface="微软雅黑 Light" panose="020B0502040204020203" pitchFamily="34" charset="-122"/>
                  <a:cs typeface="+mn-ea"/>
                </a:endParaRPr>
              </a:p>
            </p:txBody>
          </p:sp>
        </p:grpSp>
      </p:grpSp>
      <p:grpSp>
        <p:nvGrpSpPr>
          <p:cNvPr id="709698" name="Group 66"/>
          <p:cNvGrpSpPr/>
          <p:nvPr/>
        </p:nvGrpSpPr>
        <p:grpSpPr bwMode="auto">
          <a:xfrm>
            <a:off x="4195103" y="1472825"/>
            <a:ext cx="1273175" cy="914400"/>
            <a:chOff x="912" y="768"/>
            <a:chExt cx="2400" cy="1584"/>
          </a:xfrm>
        </p:grpSpPr>
        <p:sp>
          <p:nvSpPr>
            <p:cNvPr id="709699" name="Oval 67"/>
            <p:cNvSpPr>
              <a:spLocks noChangeArrowheads="1"/>
            </p:cNvSpPr>
            <p:nvPr/>
          </p:nvSpPr>
          <p:spPr bwMode="auto">
            <a:xfrm>
              <a:off x="1751" y="799"/>
              <a:ext cx="1026" cy="628"/>
            </a:xfrm>
            <a:prstGeom prst="ellipse">
              <a:avLst/>
            </a:prstGeom>
            <a:solidFill>
              <a:schemeClr val="accent1">
                <a:lumMod val="90000"/>
              </a:schemeClr>
            </a:solidFill>
            <a:ln>
              <a:noFill/>
            </a:ln>
          </p:spPr>
          <p:style>
            <a:lnRef idx="0">
              <a:scrgbClr r="0" g="0" b="0"/>
            </a:lnRef>
            <a:fillRef idx="0">
              <a:scrgbClr r="0" g="0" b="0"/>
            </a:fillRef>
            <a:effectRef idx="0">
              <a:scrgbClr r="0" g="0" b="0"/>
            </a:effectRef>
            <a:fontRef idx="minor">
              <a:schemeClr val="lt1"/>
            </a:fontRef>
          </p:style>
          <p:txBody>
            <a:bodyPr lIns="0" tIns="0" rIns="0" bIns="0" rtlCol="0" anchor="ctr"/>
            <a:lstStyle/>
            <a:p>
              <a:pPr algn="ctr">
                <a:lnSpc>
                  <a:spcPct val="120000"/>
                </a:lnSpc>
              </a:pPr>
              <a:endParaRPr lang="zh-CN" altLang="en-US" sz="1600" dirty="0">
                <a:latin typeface="微软雅黑 Light" panose="020B0502040204020203" pitchFamily="34" charset="-122"/>
                <a:ea typeface="微软雅黑 Light" panose="020B0502040204020203" pitchFamily="34" charset="-122"/>
                <a:cs typeface="+mn-ea"/>
              </a:endParaRPr>
            </a:p>
          </p:txBody>
        </p:sp>
        <p:sp>
          <p:nvSpPr>
            <p:cNvPr id="709700" name="Oval 68"/>
            <p:cNvSpPr>
              <a:spLocks noChangeArrowheads="1"/>
            </p:cNvSpPr>
            <p:nvPr/>
          </p:nvSpPr>
          <p:spPr bwMode="auto">
            <a:xfrm>
              <a:off x="1172" y="972"/>
              <a:ext cx="781" cy="627"/>
            </a:xfrm>
            <a:prstGeom prst="ellipse">
              <a:avLst/>
            </a:prstGeom>
            <a:solidFill>
              <a:schemeClr val="accent1">
                <a:lumMod val="90000"/>
              </a:schemeClr>
            </a:solidFill>
            <a:ln>
              <a:noFill/>
            </a:ln>
          </p:spPr>
          <p:style>
            <a:lnRef idx="0">
              <a:scrgbClr r="0" g="0" b="0"/>
            </a:lnRef>
            <a:fillRef idx="0">
              <a:scrgbClr r="0" g="0" b="0"/>
            </a:fillRef>
            <a:effectRef idx="0">
              <a:scrgbClr r="0" g="0" b="0"/>
            </a:effectRef>
            <a:fontRef idx="minor">
              <a:schemeClr val="lt1"/>
            </a:fontRef>
          </p:style>
          <p:txBody>
            <a:bodyPr lIns="0" tIns="0" rIns="0" bIns="0" rtlCol="0" anchor="ctr"/>
            <a:lstStyle/>
            <a:p>
              <a:pPr algn="ctr">
                <a:lnSpc>
                  <a:spcPct val="120000"/>
                </a:lnSpc>
              </a:pPr>
              <a:endParaRPr lang="zh-CN" altLang="en-US" sz="1600" dirty="0">
                <a:latin typeface="微软雅黑 Light" panose="020B0502040204020203" pitchFamily="34" charset="-122"/>
                <a:ea typeface="微软雅黑 Light" panose="020B0502040204020203" pitchFamily="34" charset="-122"/>
                <a:cs typeface="+mn-ea"/>
              </a:endParaRPr>
            </a:p>
          </p:txBody>
        </p:sp>
        <p:sp>
          <p:nvSpPr>
            <p:cNvPr id="709701" name="Oval 69"/>
            <p:cNvSpPr>
              <a:spLocks noChangeArrowheads="1"/>
            </p:cNvSpPr>
            <p:nvPr/>
          </p:nvSpPr>
          <p:spPr bwMode="auto">
            <a:xfrm>
              <a:off x="926" y="1364"/>
              <a:ext cx="521" cy="502"/>
            </a:xfrm>
            <a:prstGeom prst="ellipse">
              <a:avLst/>
            </a:prstGeom>
            <a:solidFill>
              <a:schemeClr val="accent1">
                <a:lumMod val="90000"/>
              </a:schemeClr>
            </a:solidFill>
            <a:ln>
              <a:noFill/>
            </a:ln>
          </p:spPr>
          <p:style>
            <a:lnRef idx="0">
              <a:scrgbClr r="0" g="0" b="0"/>
            </a:lnRef>
            <a:fillRef idx="0">
              <a:scrgbClr r="0" g="0" b="0"/>
            </a:fillRef>
            <a:effectRef idx="0">
              <a:scrgbClr r="0" g="0" b="0"/>
            </a:effectRef>
            <a:fontRef idx="minor">
              <a:schemeClr val="lt1"/>
            </a:fontRef>
          </p:style>
          <p:txBody>
            <a:bodyPr lIns="0" tIns="0" rIns="0" bIns="0" rtlCol="0" anchor="ctr"/>
            <a:lstStyle/>
            <a:p>
              <a:pPr algn="ctr">
                <a:lnSpc>
                  <a:spcPct val="120000"/>
                </a:lnSpc>
              </a:pPr>
              <a:endParaRPr lang="zh-CN" altLang="en-US" sz="1600" dirty="0">
                <a:latin typeface="微软雅黑 Light" panose="020B0502040204020203" pitchFamily="34" charset="-122"/>
                <a:ea typeface="微软雅黑 Light" panose="020B0502040204020203" pitchFamily="34" charset="-122"/>
                <a:cs typeface="+mn-ea"/>
              </a:endParaRPr>
            </a:p>
          </p:txBody>
        </p:sp>
        <p:sp>
          <p:nvSpPr>
            <p:cNvPr id="709702" name="Oval 70"/>
            <p:cNvSpPr>
              <a:spLocks noChangeArrowheads="1"/>
            </p:cNvSpPr>
            <p:nvPr/>
          </p:nvSpPr>
          <p:spPr bwMode="auto">
            <a:xfrm>
              <a:off x="1085" y="1599"/>
              <a:ext cx="796" cy="549"/>
            </a:xfrm>
            <a:prstGeom prst="ellipse">
              <a:avLst/>
            </a:prstGeom>
            <a:solidFill>
              <a:schemeClr val="accent1">
                <a:lumMod val="90000"/>
              </a:schemeClr>
            </a:solidFill>
            <a:ln>
              <a:noFill/>
            </a:ln>
          </p:spPr>
          <p:style>
            <a:lnRef idx="0">
              <a:scrgbClr r="0" g="0" b="0"/>
            </a:lnRef>
            <a:fillRef idx="0">
              <a:scrgbClr r="0" g="0" b="0"/>
            </a:fillRef>
            <a:effectRef idx="0">
              <a:scrgbClr r="0" g="0" b="0"/>
            </a:effectRef>
            <a:fontRef idx="minor">
              <a:schemeClr val="lt1"/>
            </a:fontRef>
          </p:style>
          <p:txBody>
            <a:bodyPr lIns="0" tIns="0" rIns="0" bIns="0" rtlCol="0" anchor="ctr"/>
            <a:lstStyle/>
            <a:p>
              <a:pPr algn="ctr">
                <a:lnSpc>
                  <a:spcPct val="120000"/>
                </a:lnSpc>
              </a:pPr>
              <a:endParaRPr lang="zh-CN" altLang="en-US" sz="1600" dirty="0">
                <a:latin typeface="微软雅黑 Light" panose="020B0502040204020203" pitchFamily="34" charset="-122"/>
                <a:ea typeface="微软雅黑 Light" panose="020B0502040204020203" pitchFamily="34" charset="-122"/>
                <a:cs typeface="+mn-ea"/>
              </a:endParaRPr>
            </a:p>
          </p:txBody>
        </p:sp>
        <p:sp>
          <p:nvSpPr>
            <p:cNvPr id="709703" name="Oval 71"/>
            <p:cNvSpPr>
              <a:spLocks noChangeArrowheads="1"/>
            </p:cNvSpPr>
            <p:nvPr/>
          </p:nvSpPr>
          <p:spPr bwMode="auto">
            <a:xfrm>
              <a:off x="1664" y="1693"/>
              <a:ext cx="1200" cy="659"/>
            </a:xfrm>
            <a:prstGeom prst="ellipse">
              <a:avLst/>
            </a:prstGeom>
            <a:solidFill>
              <a:schemeClr val="accent1">
                <a:lumMod val="90000"/>
              </a:schemeClr>
            </a:solidFill>
            <a:ln>
              <a:noFill/>
            </a:ln>
          </p:spPr>
          <p:style>
            <a:lnRef idx="0">
              <a:scrgbClr r="0" g="0" b="0"/>
            </a:lnRef>
            <a:fillRef idx="0">
              <a:scrgbClr r="0" g="0" b="0"/>
            </a:fillRef>
            <a:effectRef idx="0">
              <a:scrgbClr r="0" g="0" b="0"/>
            </a:effectRef>
            <a:fontRef idx="minor">
              <a:schemeClr val="lt1"/>
            </a:fontRef>
          </p:style>
          <p:txBody>
            <a:bodyPr lIns="0" tIns="0" rIns="0" bIns="0" rtlCol="0" anchor="ctr"/>
            <a:lstStyle/>
            <a:p>
              <a:pPr algn="ctr">
                <a:lnSpc>
                  <a:spcPct val="120000"/>
                </a:lnSpc>
              </a:pPr>
              <a:endParaRPr lang="zh-CN" altLang="en-US" sz="1600" dirty="0">
                <a:latin typeface="微软雅黑 Light" panose="020B0502040204020203" pitchFamily="34" charset="-122"/>
                <a:ea typeface="微软雅黑 Light" panose="020B0502040204020203" pitchFamily="34" charset="-122"/>
                <a:cs typeface="+mn-ea"/>
              </a:endParaRPr>
            </a:p>
          </p:txBody>
        </p:sp>
        <p:sp>
          <p:nvSpPr>
            <p:cNvPr id="709704" name="Oval 72"/>
            <p:cNvSpPr>
              <a:spLocks noChangeArrowheads="1"/>
            </p:cNvSpPr>
            <p:nvPr/>
          </p:nvSpPr>
          <p:spPr bwMode="auto">
            <a:xfrm>
              <a:off x="2445" y="988"/>
              <a:ext cx="751" cy="486"/>
            </a:xfrm>
            <a:prstGeom prst="ellipse">
              <a:avLst/>
            </a:prstGeom>
            <a:solidFill>
              <a:schemeClr val="accent1">
                <a:lumMod val="90000"/>
              </a:schemeClr>
            </a:solidFill>
            <a:ln>
              <a:noFill/>
            </a:ln>
          </p:spPr>
          <p:style>
            <a:lnRef idx="0">
              <a:scrgbClr r="0" g="0" b="0"/>
            </a:lnRef>
            <a:fillRef idx="0">
              <a:scrgbClr r="0" g="0" b="0"/>
            </a:fillRef>
            <a:effectRef idx="0">
              <a:scrgbClr r="0" g="0" b="0"/>
            </a:effectRef>
            <a:fontRef idx="minor">
              <a:schemeClr val="lt1"/>
            </a:fontRef>
          </p:style>
          <p:txBody>
            <a:bodyPr lIns="0" tIns="0" rIns="0" bIns="0" rtlCol="0" anchor="ctr"/>
            <a:lstStyle/>
            <a:p>
              <a:pPr algn="ctr">
                <a:lnSpc>
                  <a:spcPct val="120000"/>
                </a:lnSpc>
              </a:pPr>
              <a:endParaRPr lang="zh-CN" altLang="en-US" sz="1600" dirty="0">
                <a:latin typeface="微软雅黑 Light" panose="020B0502040204020203" pitchFamily="34" charset="-122"/>
                <a:ea typeface="微软雅黑 Light" panose="020B0502040204020203" pitchFamily="34" charset="-122"/>
                <a:cs typeface="+mn-ea"/>
              </a:endParaRPr>
            </a:p>
          </p:txBody>
        </p:sp>
        <p:sp>
          <p:nvSpPr>
            <p:cNvPr id="709705" name="Oval 73"/>
            <p:cNvSpPr>
              <a:spLocks noChangeArrowheads="1"/>
            </p:cNvSpPr>
            <p:nvPr/>
          </p:nvSpPr>
          <p:spPr bwMode="auto">
            <a:xfrm>
              <a:off x="2560" y="1317"/>
              <a:ext cx="752" cy="486"/>
            </a:xfrm>
            <a:prstGeom prst="ellipse">
              <a:avLst/>
            </a:prstGeom>
            <a:solidFill>
              <a:schemeClr val="accent1">
                <a:lumMod val="90000"/>
              </a:schemeClr>
            </a:solidFill>
            <a:ln>
              <a:noFill/>
            </a:ln>
          </p:spPr>
          <p:style>
            <a:lnRef idx="0">
              <a:scrgbClr r="0" g="0" b="0"/>
            </a:lnRef>
            <a:fillRef idx="0">
              <a:scrgbClr r="0" g="0" b="0"/>
            </a:fillRef>
            <a:effectRef idx="0">
              <a:scrgbClr r="0" g="0" b="0"/>
            </a:effectRef>
            <a:fontRef idx="minor">
              <a:schemeClr val="lt1"/>
            </a:fontRef>
          </p:style>
          <p:txBody>
            <a:bodyPr lIns="0" tIns="0" rIns="0" bIns="0" rtlCol="0" anchor="ctr"/>
            <a:lstStyle/>
            <a:p>
              <a:pPr algn="ctr">
                <a:lnSpc>
                  <a:spcPct val="120000"/>
                </a:lnSpc>
              </a:pPr>
              <a:endParaRPr lang="zh-CN" altLang="en-US" sz="1600" dirty="0">
                <a:latin typeface="微软雅黑 Light" panose="020B0502040204020203" pitchFamily="34" charset="-122"/>
                <a:ea typeface="微软雅黑 Light" panose="020B0502040204020203" pitchFamily="34" charset="-122"/>
                <a:cs typeface="+mn-ea"/>
              </a:endParaRPr>
            </a:p>
          </p:txBody>
        </p:sp>
        <p:sp>
          <p:nvSpPr>
            <p:cNvPr id="709706" name="Oval 74"/>
            <p:cNvSpPr>
              <a:spLocks noChangeArrowheads="1"/>
            </p:cNvSpPr>
            <p:nvPr/>
          </p:nvSpPr>
          <p:spPr bwMode="auto">
            <a:xfrm>
              <a:off x="2488" y="1427"/>
              <a:ext cx="752" cy="815"/>
            </a:xfrm>
            <a:prstGeom prst="ellipse">
              <a:avLst/>
            </a:prstGeom>
            <a:solidFill>
              <a:schemeClr val="accent1">
                <a:lumMod val="90000"/>
              </a:schemeClr>
            </a:solidFill>
            <a:ln>
              <a:noFill/>
            </a:ln>
          </p:spPr>
          <p:style>
            <a:lnRef idx="0">
              <a:scrgbClr r="0" g="0" b="0"/>
            </a:lnRef>
            <a:fillRef idx="0">
              <a:scrgbClr r="0" g="0" b="0"/>
            </a:fillRef>
            <a:effectRef idx="0">
              <a:scrgbClr r="0" g="0" b="0"/>
            </a:effectRef>
            <a:fontRef idx="minor">
              <a:schemeClr val="lt1"/>
            </a:fontRef>
          </p:style>
          <p:txBody>
            <a:bodyPr lIns="0" tIns="0" rIns="0" bIns="0" rtlCol="0" anchor="ctr"/>
            <a:lstStyle/>
            <a:p>
              <a:pPr algn="ctr">
                <a:lnSpc>
                  <a:spcPct val="120000"/>
                </a:lnSpc>
              </a:pPr>
              <a:endParaRPr lang="zh-CN" altLang="en-US" sz="1600" dirty="0">
                <a:latin typeface="微软雅黑 Light" panose="020B0502040204020203" pitchFamily="34" charset="-122"/>
                <a:ea typeface="微软雅黑 Light" panose="020B0502040204020203" pitchFamily="34" charset="-122"/>
                <a:cs typeface="+mn-ea"/>
              </a:endParaRPr>
            </a:p>
          </p:txBody>
        </p:sp>
        <p:sp>
          <p:nvSpPr>
            <p:cNvPr id="709707" name="Oval 75"/>
            <p:cNvSpPr>
              <a:spLocks noChangeArrowheads="1"/>
            </p:cNvSpPr>
            <p:nvPr/>
          </p:nvSpPr>
          <p:spPr bwMode="auto">
            <a:xfrm>
              <a:off x="1360" y="1176"/>
              <a:ext cx="1547" cy="815"/>
            </a:xfrm>
            <a:prstGeom prst="ellipse">
              <a:avLst/>
            </a:prstGeom>
            <a:solidFill>
              <a:schemeClr val="accent1">
                <a:lumMod val="90000"/>
              </a:schemeClr>
            </a:solidFill>
            <a:ln>
              <a:noFill/>
            </a:ln>
          </p:spPr>
          <p:style>
            <a:lnRef idx="0">
              <a:scrgbClr r="0" g="0" b="0"/>
            </a:lnRef>
            <a:fillRef idx="0">
              <a:scrgbClr r="0" g="0" b="0"/>
            </a:fillRef>
            <a:effectRef idx="0">
              <a:scrgbClr r="0" g="0" b="0"/>
            </a:effectRef>
            <a:fontRef idx="minor">
              <a:schemeClr val="lt1"/>
            </a:fontRef>
          </p:style>
          <p:txBody>
            <a:bodyPr lIns="0" tIns="0" rIns="0" bIns="0" rtlCol="0" anchor="ctr"/>
            <a:lstStyle/>
            <a:p>
              <a:pPr algn="ctr">
                <a:lnSpc>
                  <a:spcPct val="120000"/>
                </a:lnSpc>
              </a:pPr>
              <a:endParaRPr lang="zh-CN" altLang="en-US" sz="1600" dirty="0">
                <a:latin typeface="微软雅黑 Light" panose="020B0502040204020203" pitchFamily="34" charset="-122"/>
                <a:ea typeface="微软雅黑 Light" panose="020B0502040204020203" pitchFamily="34" charset="-122"/>
                <a:cs typeface="+mn-ea"/>
              </a:endParaRPr>
            </a:p>
          </p:txBody>
        </p:sp>
        <p:grpSp>
          <p:nvGrpSpPr>
            <p:cNvPr id="709708" name="Group 76"/>
            <p:cNvGrpSpPr/>
            <p:nvPr/>
          </p:nvGrpSpPr>
          <p:grpSpPr bwMode="auto">
            <a:xfrm>
              <a:off x="912" y="768"/>
              <a:ext cx="2386" cy="1553"/>
              <a:chOff x="912" y="768"/>
              <a:chExt cx="2386" cy="1553"/>
            </a:xfrm>
          </p:grpSpPr>
          <p:sp>
            <p:nvSpPr>
              <p:cNvPr id="709709" name="Oval 77"/>
              <p:cNvSpPr>
                <a:spLocks noChangeArrowheads="1"/>
              </p:cNvSpPr>
              <p:nvPr/>
            </p:nvSpPr>
            <p:spPr bwMode="auto">
              <a:xfrm>
                <a:off x="1736" y="768"/>
                <a:ext cx="1027" cy="627"/>
              </a:xfrm>
              <a:prstGeom prst="ellipse">
                <a:avLst/>
              </a:prstGeom>
              <a:solidFill>
                <a:schemeClr val="accent1">
                  <a:lumMod val="90000"/>
                </a:schemeClr>
              </a:solidFill>
              <a:ln>
                <a:noFill/>
              </a:ln>
            </p:spPr>
            <p:style>
              <a:lnRef idx="0">
                <a:scrgbClr r="0" g="0" b="0"/>
              </a:lnRef>
              <a:fillRef idx="0">
                <a:scrgbClr r="0" g="0" b="0"/>
              </a:fillRef>
              <a:effectRef idx="0">
                <a:scrgbClr r="0" g="0" b="0"/>
              </a:effectRef>
              <a:fontRef idx="minor">
                <a:schemeClr val="lt1"/>
              </a:fontRef>
            </p:style>
            <p:txBody>
              <a:bodyPr lIns="0" tIns="0" rIns="0" bIns="0" rtlCol="0" anchor="ctr"/>
              <a:lstStyle/>
              <a:p>
                <a:pPr algn="ctr">
                  <a:lnSpc>
                    <a:spcPct val="120000"/>
                  </a:lnSpc>
                </a:pPr>
                <a:endParaRPr lang="zh-CN" altLang="en-US" sz="1600" dirty="0">
                  <a:latin typeface="微软雅黑 Light" panose="020B0502040204020203" pitchFamily="34" charset="-122"/>
                  <a:ea typeface="微软雅黑 Light" panose="020B0502040204020203" pitchFamily="34" charset="-122"/>
                  <a:cs typeface="+mn-ea"/>
                </a:endParaRPr>
              </a:p>
            </p:txBody>
          </p:sp>
          <p:sp>
            <p:nvSpPr>
              <p:cNvPr id="709710" name="Oval 78"/>
              <p:cNvSpPr>
                <a:spLocks noChangeArrowheads="1"/>
              </p:cNvSpPr>
              <p:nvPr/>
            </p:nvSpPr>
            <p:spPr bwMode="auto">
              <a:xfrm>
                <a:off x="1158" y="941"/>
                <a:ext cx="781" cy="627"/>
              </a:xfrm>
              <a:prstGeom prst="ellipse">
                <a:avLst/>
              </a:prstGeom>
              <a:solidFill>
                <a:schemeClr val="accent1">
                  <a:lumMod val="90000"/>
                </a:schemeClr>
              </a:solidFill>
              <a:ln>
                <a:noFill/>
              </a:ln>
            </p:spPr>
            <p:style>
              <a:lnRef idx="0">
                <a:scrgbClr r="0" g="0" b="0"/>
              </a:lnRef>
              <a:fillRef idx="0">
                <a:scrgbClr r="0" g="0" b="0"/>
              </a:fillRef>
              <a:effectRef idx="0">
                <a:scrgbClr r="0" g="0" b="0"/>
              </a:effectRef>
              <a:fontRef idx="minor">
                <a:schemeClr val="lt1"/>
              </a:fontRef>
            </p:style>
            <p:txBody>
              <a:bodyPr lIns="0" tIns="0" rIns="0" bIns="0" rtlCol="0" anchor="ctr"/>
              <a:lstStyle/>
              <a:p>
                <a:pPr algn="ctr">
                  <a:lnSpc>
                    <a:spcPct val="120000"/>
                  </a:lnSpc>
                </a:pPr>
                <a:endParaRPr lang="zh-CN" altLang="en-US" sz="1600" dirty="0">
                  <a:latin typeface="微软雅黑 Light" panose="020B0502040204020203" pitchFamily="34" charset="-122"/>
                  <a:ea typeface="微软雅黑 Light" panose="020B0502040204020203" pitchFamily="34" charset="-122"/>
                  <a:cs typeface="+mn-ea"/>
                </a:endParaRPr>
              </a:p>
            </p:txBody>
          </p:sp>
          <p:sp>
            <p:nvSpPr>
              <p:cNvPr id="709711" name="Oval 79"/>
              <p:cNvSpPr>
                <a:spLocks noChangeArrowheads="1"/>
              </p:cNvSpPr>
              <p:nvPr/>
            </p:nvSpPr>
            <p:spPr bwMode="auto">
              <a:xfrm>
                <a:off x="912" y="1333"/>
                <a:ext cx="520" cy="501"/>
              </a:xfrm>
              <a:prstGeom prst="ellipse">
                <a:avLst/>
              </a:prstGeom>
              <a:solidFill>
                <a:schemeClr val="accent1">
                  <a:lumMod val="90000"/>
                </a:schemeClr>
              </a:solidFill>
              <a:ln>
                <a:noFill/>
              </a:ln>
            </p:spPr>
            <p:style>
              <a:lnRef idx="0">
                <a:scrgbClr r="0" g="0" b="0"/>
              </a:lnRef>
              <a:fillRef idx="0">
                <a:scrgbClr r="0" g="0" b="0"/>
              </a:fillRef>
              <a:effectRef idx="0">
                <a:scrgbClr r="0" g="0" b="0"/>
              </a:effectRef>
              <a:fontRef idx="minor">
                <a:schemeClr val="lt1"/>
              </a:fontRef>
            </p:style>
            <p:txBody>
              <a:bodyPr lIns="0" tIns="0" rIns="0" bIns="0" rtlCol="0" anchor="ctr"/>
              <a:lstStyle/>
              <a:p>
                <a:pPr algn="ctr">
                  <a:lnSpc>
                    <a:spcPct val="120000"/>
                  </a:lnSpc>
                </a:pPr>
                <a:endParaRPr lang="zh-CN" altLang="en-US" sz="1600" dirty="0">
                  <a:latin typeface="微软雅黑 Light" panose="020B0502040204020203" pitchFamily="34" charset="-122"/>
                  <a:ea typeface="微软雅黑 Light" panose="020B0502040204020203" pitchFamily="34" charset="-122"/>
                  <a:cs typeface="+mn-ea"/>
                </a:endParaRPr>
              </a:p>
            </p:txBody>
          </p:sp>
          <p:sp>
            <p:nvSpPr>
              <p:cNvPr id="709712" name="Oval 80"/>
              <p:cNvSpPr>
                <a:spLocks noChangeArrowheads="1"/>
              </p:cNvSpPr>
              <p:nvPr/>
            </p:nvSpPr>
            <p:spPr bwMode="auto">
              <a:xfrm>
                <a:off x="1071" y="1568"/>
                <a:ext cx="795" cy="549"/>
              </a:xfrm>
              <a:prstGeom prst="ellipse">
                <a:avLst/>
              </a:prstGeom>
              <a:solidFill>
                <a:schemeClr val="accent1">
                  <a:lumMod val="90000"/>
                </a:schemeClr>
              </a:solidFill>
              <a:ln>
                <a:noFill/>
              </a:ln>
            </p:spPr>
            <p:style>
              <a:lnRef idx="0">
                <a:scrgbClr r="0" g="0" b="0"/>
              </a:lnRef>
              <a:fillRef idx="0">
                <a:scrgbClr r="0" g="0" b="0"/>
              </a:fillRef>
              <a:effectRef idx="0">
                <a:scrgbClr r="0" g="0" b="0"/>
              </a:effectRef>
              <a:fontRef idx="minor">
                <a:schemeClr val="lt1"/>
              </a:fontRef>
            </p:style>
            <p:txBody>
              <a:bodyPr lIns="0" tIns="0" rIns="0" bIns="0" rtlCol="0" anchor="ctr"/>
              <a:lstStyle/>
              <a:p>
                <a:pPr algn="ctr">
                  <a:lnSpc>
                    <a:spcPct val="120000"/>
                  </a:lnSpc>
                </a:pPr>
                <a:endParaRPr lang="zh-CN" altLang="en-US" sz="1600" dirty="0">
                  <a:latin typeface="微软雅黑 Light" panose="020B0502040204020203" pitchFamily="34" charset="-122"/>
                  <a:ea typeface="微软雅黑 Light" panose="020B0502040204020203" pitchFamily="34" charset="-122"/>
                  <a:cs typeface="+mn-ea"/>
                </a:endParaRPr>
              </a:p>
            </p:txBody>
          </p:sp>
          <p:sp>
            <p:nvSpPr>
              <p:cNvPr id="709713" name="Oval 81"/>
              <p:cNvSpPr>
                <a:spLocks noChangeArrowheads="1"/>
              </p:cNvSpPr>
              <p:nvPr/>
            </p:nvSpPr>
            <p:spPr bwMode="auto">
              <a:xfrm>
                <a:off x="1649" y="1662"/>
                <a:ext cx="1200" cy="659"/>
              </a:xfrm>
              <a:prstGeom prst="ellipse">
                <a:avLst/>
              </a:prstGeom>
              <a:solidFill>
                <a:schemeClr val="accent1">
                  <a:lumMod val="90000"/>
                </a:schemeClr>
              </a:solidFill>
              <a:ln>
                <a:noFill/>
              </a:ln>
            </p:spPr>
            <p:style>
              <a:lnRef idx="0">
                <a:scrgbClr r="0" g="0" b="0"/>
              </a:lnRef>
              <a:fillRef idx="0">
                <a:scrgbClr r="0" g="0" b="0"/>
              </a:fillRef>
              <a:effectRef idx="0">
                <a:scrgbClr r="0" g="0" b="0"/>
              </a:effectRef>
              <a:fontRef idx="minor">
                <a:schemeClr val="lt1"/>
              </a:fontRef>
            </p:style>
            <p:txBody>
              <a:bodyPr lIns="0" tIns="0" rIns="0" bIns="0" rtlCol="0" anchor="ctr"/>
              <a:lstStyle/>
              <a:p>
                <a:pPr algn="ctr">
                  <a:lnSpc>
                    <a:spcPct val="120000"/>
                  </a:lnSpc>
                </a:pPr>
                <a:endParaRPr lang="zh-CN" altLang="en-US" sz="1600" dirty="0">
                  <a:latin typeface="微软雅黑 Light" panose="020B0502040204020203" pitchFamily="34" charset="-122"/>
                  <a:ea typeface="微软雅黑 Light" panose="020B0502040204020203" pitchFamily="34" charset="-122"/>
                  <a:cs typeface="+mn-ea"/>
                </a:endParaRPr>
              </a:p>
            </p:txBody>
          </p:sp>
          <p:sp>
            <p:nvSpPr>
              <p:cNvPr id="709714" name="Oval 82"/>
              <p:cNvSpPr>
                <a:spLocks noChangeArrowheads="1"/>
              </p:cNvSpPr>
              <p:nvPr/>
            </p:nvSpPr>
            <p:spPr bwMode="auto">
              <a:xfrm>
                <a:off x="2430" y="956"/>
                <a:ext cx="752" cy="486"/>
              </a:xfrm>
              <a:prstGeom prst="ellipse">
                <a:avLst/>
              </a:prstGeom>
              <a:solidFill>
                <a:schemeClr val="accent1">
                  <a:lumMod val="90000"/>
                </a:schemeClr>
              </a:solidFill>
              <a:ln>
                <a:noFill/>
              </a:ln>
            </p:spPr>
            <p:style>
              <a:lnRef idx="0">
                <a:scrgbClr r="0" g="0" b="0"/>
              </a:lnRef>
              <a:fillRef idx="0">
                <a:scrgbClr r="0" g="0" b="0"/>
              </a:fillRef>
              <a:effectRef idx="0">
                <a:scrgbClr r="0" g="0" b="0"/>
              </a:effectRef>
              <a:fontRef idx="minor">
                <a:schemeClr val="lt1"/>
              </a:fontRef>
            </p:style>
            <p:txBody>
              <a:bodyPr lIns="0" tIns="0" rIns="0" bIns="0" rtlCol="0" anchor="ctr"/>
              <a:lstStyle/>
              <a:p>
                <a:pPr algn="ctr">
                  <a:lnSpc>
                    <a:spcPct val="120000"/>
                  </a:lnSpc>
                </a:pPr>
                <a:endParaRPr lang="zh-CN" altLang="en-US" sz="1600" dirty="0">
                  <a:latin typeface="微软雅黑 Light" panose="020B0502040204020203" pitchFamily="34" charset="-122"/>
                  <a:ea typeface="微软雅黑 Light" panose="020B0502040204020203" pitchFamily="34" charset="-122"/>
                  <a:cs typeface="+mn-ea"/>
                </a:endParaRPr>
              </a:p>
            </p:txBody>
          </p:sp>
          <p:sp>
            <p:nvSpPr>
              <p:cNvPr id="709715" name="Oval 83"/>
              <p:cNvSpPr>
                <a:spLocks noChangeArrowheads="1"/>
              </p:cNvSpPr>
              <p:nvPr/>
            </p:nvSpPr>
            <p:spPr bwMode="auto">
              <a:xfrm>
                <a:off x="2546" y="1286"/>
                <a:ext cx="752" cy="486"/>
              </a:xfrm>
              <a:prstGeom prst="ellipse">
                <a:avLst/>
              </a:prstGeom>
              <a:solidFill>
                <a:schemeClr val="accent1">
                  <a:lumMod val="90000"/>
                </a:schemeClr>
              </a:solidFill>
              <a:ln>
                <a:noFill/>
              </a:ln>
            </p:spPr>
            <p:style>
              <a:lnRef idx="0">
                <a:scrgbClr r="0" g="0" b="0"/>
              </a:lnRef>
              <a:fillRef idx="0">
                <a:scrgbClr r="0" g="0" b="0"/>
              </a:fillRef>
              <a:effectRef idx="0">
                <a:scrgbClr r="0" g="0" b="0"/>
              </a:effectRef>
              <a:fontRef idx="minor">
                <a:schemeClr val="lt1"/>
              </a:fontRef>
            </p:style>
            <p:txBody>
              <a:bodyPr lIns="0" tIns="0" rIns="0" bIns="0" rtlCol="0" anchor="ctr"/>
              <a:lstStyle/>
              <a:p>
                <a:pPr algn="ctr">
                  <a:lnSpc>
                    <a:spcPct val="120000"/>
                  </a:lnSpc>
                </a:pPr>
                <a:endParaRPr lang="zh-CN" altLang="en-US" sz="1600" dirty="0">
                  <a:latin typeface="微软雅黑 Light" panose="020B0502040204020203" pitchFamily="34" charset="-122"/>
                  <a:ea typeface="微软雅黑 Light" panose="020B0502040204020203" pitchFamily="34" charset="-122"/>
                  <a:cs typeface="+mn-ea"/>
                </a:endParaRPr>
              </a:p>
            </p:txBody>
          </p:sp>
          <p:sp>
            <p:nvSpPr>
              <p:cNvPr id="709716" name="Oval 84"/>
              <p:cNvSpPr>
                <a:spLocks noChangeArrowheads="1"/>
              </p:cNvSpPr>
              <p:nvPr/>
            </p:nvSpPr>
            <p:spPr bwMode="auto">
              <a:xfrm>
                <a:off x="2473" y="1395"/>
                <a:ext cx="752" cy="816"/>
              </a:xfrm>
              <a:prstGeom prst="ellipse">
                <a:avLst/>
              </a:prstGeom>
              <a:solidFill>
                <a:schemeClr val="accent1">
                  <a:lumMod val="90000"/>
                </a:schemeClr>
              </a:solidFill>
              <a:ln>
                <a:noFill/>
              </a:ln>
            </p:spPr>
            <p:style>
              <a:lnRef idx="0">
                <a:scrgbClr r="0" g="0" b="0"/>
              </a:lnRef>
              <a:fillRef idx="0">
                <a:scrgbClr r="0" g="0" b="0"/>
              </a:fillRef>
              <a:effectRef idx="0">
                <a:scrgbClr r="0" g="0" b="0"/>
              </a:effectRef>
              <a:fontRef idx="minor">
                <a:schemeClr val="lt1"/>
              </a:fontRef>
            </p:style>
            <p:txBody>
              <a:bodyPr lIns="0" tIns="0" rIns="0" bIns="0" rtlCol="0" anchor="ctr"/>
              <a:lstStyle/>
              <a:p>
                <a:pPr algn="ctr">
                  <a:lnSpc>
                    <a:spcPct val="120000"/>
                  </a:lnSpc>
                </a:pPr>
                <a:endParaRPr lang="zh-CN" altLang="en-US" sz="1600" dirty="0">
                  <a:latin typeface="微软雅黑 Light" panose="020B0502040204020203" pitchFamily="34" charset="-122"/>
                  <a:ea typeface="微软雅黑 Light" panose="020B0502040204020203" pitchFamily="34" charset="-122"/>
                  <a:cs typeface="+mn-ea"/>
                </a:endParaRPr>
              </a:p>
            </p:txBody>
          </p:sp>
          <p:sp>
            <p:nvSpPr>
              <p:cNvPr id="709717" name="Oval 85"/>
              <p:cNvSpPr>
                <a:spLocks noChangeArrowheads="1"/>
              </p:cNvSpPr>
              <p:nvPr/>
            </p:nvSpPr>
            <p:spPr bwMode="auto">
              <a:xfrm>
                <a:off x="1346" y="1144"/>
                <a:ext cx="1547" cy="816"/>
              </a:xfrm>
              <a:prstGeom prst="ellipse">
                <a:avLst/>
              </a:prstGeom>
              <a:solidFill>
                <a:schemeClr val="accent1">
                  <a:lumMod val="90000"/>
                </a:schemeClr>
              </a:solidFill>
              <a:ln>
                <a:noFill/>
              </a:ln>
            </p:spPr>
            <p:style>
              <a:lnRef idx="0">
                <a:scrgbClr r="0" g="0" b="0"/>
              </a:lnRef>
              <a:fillRef idx="0">
                <a:scrgbClr r="0" g="0" b="0"/>
              </a:fillRef>
              <a:effectRef idx="0">
                <a:scrgbClr r="0" g="0" b="0"/>
              </a:effectRef>
              <a:fontRef idx="minor">
                <a:schemeClr val="lt1"/>
              </a:fontRef>
            </p:style>
            <p:txBody>
              <a:bodyPr lIns="0" tIns="0" rIns="0" bIns="0" rtlCol="0" anchor="ctr"/>
              <a:lstStyle/>
              <a:p>
                <a:pPr algn="ctr">
                  <a:lnSpc>
                    <a:spcPct val="120000"/>
                  </a:lnSpc>
                </a:pPr>
                <a:endParaRPr lang="zh-CN" altLang="en-US" sz="1600" dirty="0">
                  <a:latin typeface="微软雅黑 Light" panose="020B0502040204020203" pitchFamily="34" charset="-122"/>
                  <a:ea typeface="微软雅黑 Light" panose="020B0502040204020203" pitchFamily="34" charset="-122"/>
                  <a:cs typeface="+mn-ea"/>
                </a:endParaRPr>
              </a:p>
            </p:txBody>
          </p:sp>
        </p:grpSp>
      </p:grpSp>
      <p:sp>
        <p:nvSpPr>
          <p:cNvPr id="709718" name="Text Box 86"/>
          <p:cNvSpPr txBox="1">
            <a:spLocks noChangeArrowheads="1"/>
          </p:cNvSpPr>
          <p:nvPr/>
        </p:nvSpPr>
        <p:spPr bwMode="auto">
          <a:xfrm>
            <a:off x="1640816" y="1525213"/>
            <a:ext cx="1037463"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dirty="0">
                <a:solidFill>
                  <a:srgbClr val="333399"/>
                </a:solidFill>
                <a:latin typeface="微软雅黑 Light" panose="020B0502040204020203" pitchFamily="34" charset="-122"/>
                <a:ea typeface="微软雅黑 Light" panose="020B0502040204020203" pitchFamily="34" charset="-122"/>
              </a:rPr>
              <a:t>   </a:t>
            </a:r>
            <a:r>
              <a:rPr kumimoji="1" lang="zh-CN" altLang="en-US" dirty="0">
                <a:solidFill>
                  <a:srgbClr val="333399"/>
                </a:solidFill>
                <a:latin typeface="微软雅黑 Light" panose="020B0502040204020203" pitchFamily="34" charset="-122"/>
                <a:ea typeface="微软雅黑 Light" panose="020B0502040204020203" pitchFamily="34" charset="-122"/>
              </a:rPr>
              <a:t>网</a:t>
            </a:r>
            <a:r>
              <a:rPr kumimoji="1" lang="zh-CN" altLang="en-US" sz="1200" dirty="0">
                <a:solidFill>
                  <a:srgbClr val="333399"/>
                </a:solidFill>
                <a:latin typeface="微软雅黑 Light" panose="020B0502040204020203" pitchFamily="34" charset="-122"/>
                <a:ea typeface="微软雅黑 Light" panose="020B0502040204020203" pitchFamily="34" charset="-122"/>
              </a:rPr>
              <a:t> </a:t>
            </a:r>
            <a:r>
              <a:rPr kumimoji="1" lang="en-US" altLang="zh-CN" dirty="0">
                <a:solidFill>
                  <a:srgbClr val="333399"/>
                </a:solidFill>
                <a:latin typeface="微软雅黑 Light" panose="020B0502040204020203" pitchFamily="34" charset="-122"/>
                <a:ea typeface="微软雅黑 Light" panose="020B0502040204020203" pitchFamily="34" charset="-122"/>
              </a:rPr>
              <a:t>1</a:t>
            </a:r>
            <a:endParaRPr kumimoji="1" lang="en-US" altLang="zh-CN" dirty="0">
              <a:solidFill>
                <a:srgbClr val="333399"/>
              </a:solidFill>
              <a:latin typeface="微软雅黑 Light" panose="020B0502040204020203" pitchFamily="34" charset="-122"/>
              <a:ea typeface="微软雅黑 Light" panose="020B0502040204020203" pitchFamily="34" charset="-122"/>
            </a:endParaRPr>
          </a:p>
          <a:p>
            <a:r>
              <a:rPr kumimoji="1" lang="en-US" altLang="zh-CN" dirty="0">
                <a:solidFill>
                  <a:srgbClr val="333399"/>
                </a:solidFill>
                <a:latin typeface="微软雅黑 Light" panose="020B0502040204020203" pitchFamily="34" charset="-122"/>
                <a:ea typeface="微软雅黑 Light" panose="020B0502040204020203" pitchFamily="34" charset="-122"/>
              </a:rPr>
              <a:t>10.0.0.0</a:t>
            </a:r>
            <a:endParaRPr kumimoji="1" lang="en-US" altLang="zh-CN" dirty="0">
              <a:solidFill>
                <a:srgbClr val="333399"/>
              </a:solidFill>
              <a:latin typeface="微软雅黑 Light" panose="020B0502040204020203" pitchFamily="34" charset="-122"/>
              <a:ea typeface="微软雅黑 Light" panose="020B0502040204020203" pitchFamily="34" charset="-122"/>
            </a:endParaRPr>
          </a:p>
        </p:txBody>
      </p:sp>
      <p:sp>
        <p:nvSpPr>
          <p:cNvPr id="709719" name="Text Box 87"/>
          <p:cNvSpPr txBox="1">
            <a:spLocks noChangeArrowheads="1"/>
          </p:cNvSpPr>
          <p:nvPr/>
        </p:nvSpPr>
        <p:spPr bwMode="auto">
          <a:xfrm>
            <a:off x="9549741" y="1525213"/>
            <a:ext cx="1085554"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dirty="0">
                <a:solidFill>
                  <a:srgbClr val="333399"/>
                </a:solidFill>
                <a:latin typeface="微软雅黑 Light" panose="020B0502040204020203" pitchFamily="34" charset="-122"/>
                <a:ea typeface="微软雅黑 Light" panose="020B0502040204020203" pitchFamily="34" charset="-122"/>
              </a:rPr>
              <a:t>   </a:t>
            </a:r>
            <a:r>
              <a:rPr kumimoji="1" lang="zh-CN" altLang="en-US" dirty="0">
                <a:solidFill>
                  <a:srgbClr val="333399"/>
                </a:solidFill>
                <a:latin typeface="微软雅黑 Light" panose="020B0502040204020203" pitchFamily="34" charset="-122"/>
                <a:ea typeface="微软雅黑 Light" panose="020B0502040204020203" pitchFamily="34" charset="-122"/>
              </a:rPr>
              <a:t>网</a:t>
            </a:r>
            <a:r>
              <a:rPr kumimoji="1" lang="zh-CN" altLang="en-US" sz="1000" dirty="0">
                <a:solidFill>
                  <a:srgbClr val="333399"/>
                </a:solidFill>
                <a:latin typeface="微软雅黑 Light" panose="020B0502040204020203" pitchFamily="34" charset="-122"/>
                <a:ea typeface="微软雅黑 Light" panose="020B0502040204020203" pitchFamily="34" charset="-122"/>
              </a:rPr>
              <a:t> </a:t>
            </a:r>
            <a:r>
              <a:rPr kumimoji="1" lang="en-US" altLang="zh-CN" dirty="0">
                <a:solidFill>
                  <a:srgbClr val="333399"/>
                </a:solidFill>
                <a:latin typeface="微软雅黑 Light" panose="020B0502040204020203" pitchFamily="34" charset="-122"/>
                <a:ea typeface="微软雅黑 Light" panose="020B0502040204020203" pitchFamily="34" charset="-122"/>
              </a:rPr>
              <a:t>4</a:t>
            </a:r>
            <a:endParaRPr kumimoji="1" lang="en-US" altLang="zh-CN" dirty="0">
              <a:solidFill>
                <a:srgbClr val="333399"/>
              </a:solidFill>
              <a:latin typeface="微软雅黑 Light" panose="020B0502040204020203" pitchFamily="34" charset="-122"/>
              <a:ea typeface="微软雅黑 Light" panose="020B0502040204020203" pitchFamily="34" charset="-122"/>
            </a:endParaRPr>
          </a:p>
          <a:p>
            <a:r>
              <a:rPr kumimoji="1" lang="en-US" altLang="zh-CN" dirty="0">
                <a:solidFill>
                  <a:srgbClr val="333399"/>
                </a:solidFill>
                <a:latin typeface="微软雅黑 Light" panose="020B0502040204020203" pitchFamily="34" charset="-122"/>
                <a:ea typeface="微软雅黑 Light" panose="020B0502040204020203" pitchFamily="34" charset="-122"/>
              </a:rPr>
              <a:t>40.0.0.0</a:t>
            </a:r>
            <a:endParaRPr kumimoji="1" lang="en-US" altLang="zh-CN" dirty="0">
              <a:solidFill>
                <a:srgbClr val="333399"/>
              </a:solidFill>
              <a:latin typeface="微软雅黑 Light" panose="020B0502040204020203" pitchFamily="34" charset="-122"/>
              <a:ea typeface="微软雅黑 Light" panose="020B0502040204020203" pitchFamily="34" charset="-122"/>
            </a:endParaRPr>
          </a:p>
        </p:txBody>
      </p:sp>
      <p:sp>
        <p:nvSpPr>
          <p:cNvPr id="709720" name="Text Box 88"/>
          <p:cNvSpPr txBox="1">
            <a:spLocks noChangeArrowheads="1"/>
          </p:cNvSpPr>
          <p:nvPr/>
        </p:nvSpPr>
        <p:spPr bwMode="auto">
          <a:xfrm>
            <a:off x="6951002" y="1525213"/>
            <a:ext cx="1080745"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dirty="0">
                <a:solidFill>
                  <a:srgbClr val="333399"/>
                </a:solidFill>
                <a:latin typeface="微软雅黑 Light" panose="020B0502040204020203" pitchFamily="34" charset="-122"/>
                <a:ea typeface="微软雅黑 Light" panose="020B0502040204020203" pitchFamily="34" charset="-122"/>
              </a:rPr>
              <a:t>   </a:t>
            </a:r>
            <a:r>
              <a:rPr kumimoji="1" lang="zh-CN" altLang="en-US" dirty="0">
                <a:solidFill>
                  <a:srgbClr val="333399"/>
                </a:solidFill>
                <a:latin typeface="微软雅黑 Light" panose="020B0502040204020203" pitchFamily="34" charset="-122"/>
                <a:ea typeface="微软雅黑 Light" panose="020B0502040204020203" pitchFamily="34" charset="-122"/>
              </a:rPr>
              <a:t>网</a:t>
            </a:r>
            <a:r>
              <a:rPr kumimoji="1" lang="zh-CN" altLang="en-US" sz="1200" dirty="0">
                <a:solidFill>
                  <a:srgbClr val="333399"/>
                </a:solidFill>
                <a:latin typeface="微软雅黑 Light" panose="020B0502040204020203" pitchFamily="34" charset="-122"/>
                <a:ea typeface="微软雅黑 Light" panose="020B0502040204020203" pitchFamily="34" charset="-122"/>
              </a:rPr>
              <a:t> </a:t>
            </a:r>
            <a:r>
              <a:rPr kumimoji="1" lang="en-US" altLang="zh-CN" dirty="0">
                <a:solidFill>
                  <a:srgbClr val="333399"/>
                </a:solidFill>
                <a:latin typeface="微软雅黑 Light" panose="020B0502040204020203" pitchFamily="34" charset="-122"/>
                <a:ea typeface="微软雅黑 Light" panose="020B0502040204020203" pitchFamily="34" charset="-122"/>
              </a:rPr>
              <a:t>3</a:t>
            </a:r>
            <a:endParaRPr kumimoji="1" lang="en-US" altLang="zh-CN" dirty="0">
              <a:solidFill>
                <a:srgbClr val="333399"/>
              </a:solidFill>
              <a:latin typeface="微软雅黑 Light" panose="020B0502040204020203" pitchFamily="34" charset="-122"/>
              <a:ea typeface="微软雅黑 Light" panose="020B0502040204020203" pitchFamily="34" charset="-122"/>
            </a:endParaRPr>
          </a:p>
          <a:p>
            <a:r>
              <a:rPr kumimoji="1" lang="en-US" altLang="zh-CN" dirty="0">
                <a:solidFill>
                  <a:srgbClr val="333399"/>
                </a:solidFill>
                <a:latin typeface="微软雅黑 Light" panose="020B0502040204020203" pitchFamily="34" charset="-122"/>
                <a:ea typeface="微软雅黑 Light" panose="020B0502040204020203" pitchFamily="34" charset="-122"/>
              </a:rPr>
              <a:t>30.0.0.0</a:t>
            </a:r>
            <a:endParaRPr kumimoji="1" lang="en-US" altLang="zh-CN" dirty="0">
              <a:solidFill>
                <a:srgbClr val="333399"/>
              </a:solidFill>
              <a:latin typeface="微软雅黑 Light" panose="020B0502040204020203" pitchFamily="34" charset="-122"/>
              <a:ea typeface="微软雅黑 Light" panose="020B0502040204020203" pitchFamily="34" charset="-122"/>
            </a:endParaRPr>
          </a:p>
        </p:txBody>
      </p:sp>
      <p:sp>
        <p:nvSpPr>
          <p:cNvPr id="709721" name="Text Box 89"/>
          <p:cNvSpPr txBox="1">
            <a:spLocks noChangeArrowheads="1"/>
          </p:cNvSpPr>
          <p:nvPr/>
        </p:nvSpPr>
        <p:spPr bwMode="auto">
          <a:xfrm>
            <a:off x="4334802" y="1525213"/>
            <a:ext cx="1080745"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dirty="0">
                <a:solidFill>
                  <a:srgbClr val="333399"/>
                </a:solidFill>
                <a:latin typeface="微软雅黑 Light" panose="020B0502040204020203" pitchFamily="34" charset="-122"/>
                <a:ea typeface="微软雅黑 Light" panose="020B0502040204020203" pitchFamily="34" charset="-122"/>
              </a:rPr>
              <a:t>   </a:t>
            </a:r>
            <a:r>
              <a:rPr kumimoji="1" lang="zh-CN" altLang="en-US" dirty="0">
                <a:solidFill>
                  <a:srgbClr val="333399"/>
                </a:solidFill>
                <a:latin typeface="微软雅黑 Light" panose="020B0502040204020203" pitchFamily="34" charset="-122"/>
                <a:ea typeface="微软雅黑 Light" panose="020B0502040204020203" pitchFamily="34" charset="-122"/>
              </a:rPr>
              <a:t>网</a:t>
            </a:r>
            <a:r>
              <a:rPr kumimoji="1" lang="zh-CN" altLang="en-US" sz="1000" dirty="0">
                <a:solidFill>
                  <a:srgbClr val="333399"/>
                </a:solidFill>
                <a:latin typeface="微软雅黑 Light" panose="020B0502040204020203" pitchFamily="34" charset="-122"/>
                <a:ea typeface="微软雅黑 Light" panose="020B0502040204020203" pitchFamily="34" charset="-122"/>
              </a:rPr>
              <a:t> </a:t>
            </a:r>
            <a:r>
              <a:rPr kumimoji="1" lang="en-US" altLang="zh-CN" dirty="0">
                <a:solidFill>
                  <a:srgbClr val="333399"/>
                </a:solidFill>
                <a:latin typeface="微软雅黑 Light" panose="020B0502040204020203" pitchFamily="34" charset="-122"/>
                <a:ea typeface="微软雅黑 Light" panose="020B0502040204020203" pitchFamily="34" charset="-122"/>
              </a:rPr>
              <a:t>2</a:t>
            </a:r>
            <a:endParaRPr kumimoji="1" lang="en-US" altLang="zh-CN" dirty="0">
              <a:solidFill>
                <a:srgbClr val="333399"/>
              </a:solidFill>
              <a:latin typeface="微软雅黑 Light" panose="020B0502040204020203" pitchFamily="34" charset="-122"/>
              <a:ea typeface="微软雅黑 Light" panose="020B0502040204020203" pitchFamily="34" charset="-122"/>
            </a:endParaRPr>
          </a:p>
          <a:p>
            <a:r>
              <a:rPr kumimoji="1" lang="en-US" altLang="zh-CN" dirty="0">
                <a:solidFill>
                  <a:srgbClr val="333399"/>
                </a:solidFill>
                <a:latin typeface="微软雅黑 Light" panose="020B0502040204020203" pitchFamily="34" charset="-122"/>
                <a:ea typeface="微软雅黑 Light" panose="020B0502040204020203" pitchFamily="34" charset="-122"/>
              </a:rPr>
              <a:t>20.0.0.0</a:t>
            </a:r>
            <a:endParaRPr kumimoji="1" lang="en-US" altLang="zh-CN" dirty="0">
              <a:solidFill>
                <a:srgbClr val="333399"/>
              </a:solidFill>
              <a:latin typeface="微软雅黑 Light" panose="020B0502040204020203" pitchFamily="34" charset="-122"/>
              <a:ea typeface="微软雅黑 Light" panose="020B0502040204020203" pitchFamily="34" charset="-122"/>
            </a:endParaRPr>
          </a:p>
        </p:txBody>
      </p:sp>
      <p:sp>
        <p:nvSpPr>
          <p:cNvPr id="709722" name="Text Box 90"/>
          <p:cNvSpPr txBox="1">
            <a:spLocks noChangeArrowheads="1"/>
          </p:cNvSpPr>
          <p:nvPr/>
        </p:nvSpPr>
        <p:spPr bwMode="auto">
          <a:xfrm>
            <a:off x="2274227" y="1095001"/>
            <a:ext cx="1042273"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dirty="0">
                <a:solidFill>
                  <a:srgbClr val="333399"/>
                </a:solidFill>
                <a:latin typeface="微软雅黑 Light" panose="020B0502040204020203" pitchFamily="34" charset="-122"/>
                <a:ea typeface="微软雅黑 Light" panose="020B0502040204020203" pitchFamily="34" charset="-122"/>
              </a:rPr>
              <a:t>10.0.0.4</a:t>
            </a:r>
            <a:endParaRPr kumimoji="1" lang="en-US" altLang="zh-CN" dirty="0">
              <a:solidFill>
                <a:srgbClr val="333399"/>
              </a:solidFill>
              <a:latin typeface="微软雅黑 Light" panose="020B0502040204020203" pitchFamily="34" charset="-122"/>
              <a:ea typeface="微软雅黑 Light" panose="020B0502040204020203" pitchFamily="34" charset="-122"/>
            </a:endParaRPr>
          </a:p>
        </p:txBody>
      </p:sp>
      <p:sp>
        <p:nvSpPr>
          <p:cNvPr id="709723" name="Text Box 91"/>
          <p:cNvSpPr txBox="1">
            <a:spLocks noChangeArrowheads="1"/>
          </p:cNvSpPr>
          <p:nvPr/>
        </p:nvSpPr>
        <p:spPr bwMode="auto">
          <a:xfrm>
            <a:off x="8730591" y="1095001"/>
            <a:ext cx="1090363"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dirty="0">
                <a:solidFill>
                  <a:srgbClr val="333399"/>
                </a:solidFill>
                <a:latin typeface="微软雅黑 Light" panose="020B0502040204020203" pitchFamily="34" charset="-122"/>
                <a:ea typeface="微软雅黑 Light" panose="020B0502040204020203" pitchFamily="34" charset="-122"/>
              </a:rPr>
              <a:t>40.0.0.4</a:t>
            </a:r>
            <a:endParaRPr kumimoji="1" lang="en-US" altLang="zh-CN" dirty="0">
              <a:solidFill>
                <a:srgbClr val="333399"/>
              </a:solidFill>
              <a:latin typeface="微软雅黑 Light" panose="020B0502040204020203" pitchFamily="34" charset="-122"/>
              <a:ea typeface="微软雅黑 Light" panose="020B0502040204020203" pitchFamily="34" charset="-122"/>
            </a:endParaRPr>
          </a:p>
        </p:txBody>
      </p:sp>
      <p:sp>
        <p:nvSpPr>
          <p:cNvPr id="709724" name="Text Box 92"/>
          <p:cNvSpPr txBox="1">
            <a:spLocks noChangeArrowheads="1"/>
          </p:cNvSpPr>
          <p:nvPr/>
        </p:nvSpPr>
        <p:spPr bwMode="auto">
          <a:xfrm>
            <a:off x="6276316" y="1095001"/>
            <a:ext cx="108074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dirty="0">
                <a:solidFill>
                  <a:srgbClr val="333399"/>
                </a:solidFill>
                <a:latin typeface="微软雅黑 Light" panose="020B0502040204020203" pitchFamily="34" charset="-122"/>
                <a:ea typeface="微软雅黑 Light" panose="020B0502040204020203" pitchFamily="34" charset="-122"/>
              </a:rPr>
              <a:t>30.0.0.2</a:t>
            </a:r>
            <a:endParaRPr kumimoji="1" lang="en-US" altLang="zh-CN" dirty="0">
              <a:solidFill>
                <a:srgbClr val="333399"/>
              </a:solidFill>
              <a:latin typeface="微软雅黑 Light" panose="020B0502040204020203" pitchFamily="34" charset="-122"/>
              <a:ea typeface="微软雅黑 Light" panose="020B0502040204020203" pitchFamily="34" charset="-122"/>
            </a:endParaRPr>
          </a:p>
        </p:txBody>
      </p:sp>
      <p:sp>
        <p:nvSpPr>
          <p:cNvPr id="709725" name="Text Box 93"/>
          <p:cNvSpPr txBox="1">
            <a:spLocks noChangeArrowheads="1"/>
          </p:cNvSpPr>
          <p:nvPr/>
        </p:nvSpPr>
        <p:spPr bwMode="auto">
          <a:xfrm>
            <a:off x="5025366" y="1095001"/>
            <a:ext cx="108074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dirty="0">
                <a:solidFill>
                  <a:srgbClr val="333399"/>
                </a:solidFill>
                <a:latin typeface="微软雅黑 Light" panose="020B0502040204020203" pitchFamily="34" charset="-122"/>
                <a:ea typeface="微软雅黑 Light" panose="020B0502040204020203" pitchFamily="34" charset="-122"/>
              </a:rPr>
              <a:t>20.0.0.9</a:t>
            </a:r>
            <a:endParaRPr kumimoji="1" lang="en-US" altLang="zh-CN" dirty="0">
              <a:solidFill>
                <a:srgbClr val="333399"/>
              </a:solidFill>
              <a:latin typeface="微软雅黑 Light" panose="020B0502040204020203" pitchFamily="34" charset="-122"/>
              <a:ea typeface="微软雅黑 Light" panose="020B0502040204020203" pitchFamily="34" charset="-122"/>
            </a:endParaRPr>
          </a:p>
        </p:txBody>
      </p:sp>
      <p:sp>
        <p:nvSpPr>
          <p:cNvPr id="709726" name="Text Box 94"/>
          <p:cNvSpPr txBox="1">
            <a:spLocks noChangeArrowheads="1"/>
          </p:cNvSpPr>
          <p:nvPr/>
        </p:nvSpPr>
        <p:spPr bwMode="auto">
          <a:xfrm>
            <a:off x="3498191" y="1095001"/>
            <a:ext cx="1075936"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dirty="0">
                <a:solidFill>
                  <a:srgbClr val="333399"/>
                </a:solidFill>
                <a:latin typeface="微软雅黑 Light" panose="020B0502040204020203" pitchFamily="34" charset="-122"/>
                <a:ea typeface="微软雅黑 Light" panose="020B0502040204020203" pitchFamily="34" charset="-122"/>
              </a:rPr>
              <a:t>20.0.0.7</a:t>
            </a:r>
            <a:endParaRPr kumimoji="1" lang="en-US" altLang="zh-CN" dirty="0">
              <a:solidFill>
                <a:srgbClr val="333399"/>
              </a:solidFill>
              <a:latin typeface="微软雅黑 Light" panose="020B0502040204020203" pitchFamily="34" charset="-122"/>
              <a:ea typeface="微软雅黑 Light" panose="020B0502040204020203" pitchFamily="34" charset="-122"/>
            </a:endParaRPr>
          </a:p>
        </p:txBody>
      </p:sp>
      <p:sp>
        <p:nvSpPr>
          <p:cNvPr id="709727" name="Line 95"/>
          <p:cNvSpPr>
            <a:spLocks noChangeShapeType="1"/>
          </p:cNvSpPr>
          <p:nvPr/>
        </p:nvSpPr>
        <p:spPr bwMode="auto">
          <a:xfrm>
            <a:off x="2948915" y="1498225"/>
            <a:ext cx="0" cy="404812"/>
          </a:xfrm>
          <a:prstGeom prst="line">
            <a:avLst/>
          </a:prstGeom>
          <a:noFill/>
          <a:ln w="38100">
            <a:solidFill>
              <a:schemeClr val="hlink"/>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709728" name="Line 96"/>
          <p:cNvSpPr>
            <a:spLocks noChangeShapeType="1"/>
          </p:cNvSpPr>
          <p:nvPr/>
        </p:nvSpPr>
        <p:spPr bwMode="auto">
          <a:xfrm>
            <a:off x="4050640" y="1498225"/>
            <a:ext cx="0" cy="404812"/>
          </a:xfrm>
          <a:prstGeom prst="line">
            <a:avLst/>
          </a:prstGeom>
          <a:noFill/>
          <a:ln w="38100">
            <a:solidFill>
              <a:schemeClr val="hlink"/>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709729" name="Line 97"/>
          <p:cNvSpPr>
            <a:spLocks noChangeShapeType="1"/>
          </p:cNvSpPr>
          <p:nvPr/>
        </p:nvSpPr>
        <p:spPr bwMode="auto">
          <a:xfrm>
            <a:off x="8144802" y="1498225"/>
            <a:ext cx="0" cy="404812"/>
          </a:xfrm>
          <a:prstGeom prst="line">
            <a:avLst/>
          </a:prstGeom>
          <a:noFill/>
          <a:ln w="38100">
            <a:solidFill>
              <a:schemeClr val="hlink"/>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709730" name="Line 98"/>
          <p:cNvSpPr>
            <a:spLocks noChangeShapeType="1"/>
          </p:cNvSpPr>
          <p:nvPr/>
        </p:nvSpPr>
        <p:spPr bwMode="auto">
          <a:xfrm>
            <a:off x="5704815" y="1498225"/>
            <a:ext cx="0" cy="404812"/>
          </a:xfrm>
          <a:prstGeom prst="line">
            <a:avLst/>
          </a:prstGeom>
          <a:noFill/>
          <a:ln w="38100">
            <a:solidFill>
              <a:schemeClr val="hlink"/>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709731" name="Line 99"/>
          <p:cNvSpPr>
            <a:spLocks noChangeShapeType="1"/>
          </p:cNvSpPr>
          <p:nvPr/>
        </p:nvSpPr>
        <p:spPr bwMode="auto">
          <a:xfrm>
            <a:off x="9248115" y="1477588"/>
            <a:ext cx="0" cy="403225"/>
          </a:xfrm>
          <a:prstGeom prst="line">
            <a:avLst/>
          </a:prstGeom>
          <a:noFill/>
          <a:ln w="38100">
            <a:solidFill>
              <a:schemeClr val="hlink"/>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709732" name="Line 100"/>
          <p:cNvSpPr>
            <a:spLocks noChangeShapeType="1"/>
          </p:cNvSpPr>
          <p:nvPr/>
        </p:nvSpPr>
        <p:spPr bwMode="auto">
          <a:xfrm>
            <a:off x="6728752" y="1498225"/>
            <a:ext cx="0" cy="404812"/>
          </a:xfrm>
          <a:prstGeom prst="line">
            <a:avLst/>
          </a:prstGeom>
          <a:noFill/>
          <a:ln w="38100">
            <a:solidFill>
              <a:schemeClr val="hlink"/>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709750" name="Text Box 118"/>
          <p:cNvSpPr txBox="1">
            <a:spLocks noChangeArrowheads="1"/>
          </p:cNvSpPr>
          <p:nvPr/>
        </p:nvSpPr>
        <p:spPr bwMode="auto">
          <a:xfrm>
            <a:off x="7549491" y="1095001"/>
            <a:ext cx="1037463"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dirty="0">
                <a:solidFill>
                  <a:srgbClr val="333399"/>
                </a:solidFill>
                <a:latin typeface="微软雅黑 Light" panose="020B0502040204020203" pitchFamily="34" charset="-122"/>
                <a:ea typeface="微软雅黑 Light" panose="020B0502040204020203" pitchFamily="34" charset="-122"/>
              </a:rPr>
              <a:t>30.0.0.1</a:t>
            </a:r>
            <a:endParaRPr kumimoji="1" lang="en-US" altLang="zh-CN" dirty="0">
              <a:solidFill>
                <a:srgbClr val="333399"/>
              </a:solidFill>
              <a:latin typeface="微软雅黑 Light" panose="020B0502040204020203" pitchFamily="34" charset="-122"/>
              <a:ea typeface="微软雅黑 Light" panose="020B0502040204020203" pitchFamily="34" charset="-122"/>
            </a:endParaRPr>
          </a:p>
        </p:txBody>
      </p:sp>
      <p:sp>
        <p:nvSpPr>
          <p:cNvPr id="709770" name="Text Box 138"/>
          <p:cNvSpPr txBox="1">
            <a:spLocks noChangeArrowheads="1"/>
          </p:cNvSpPr>
          <p:nvPr/>
        </p:nvSpPr>
        <p:spPr bwMode="auto">
          <a:xfrm>
            <a:off x="6006440" y="1314075"/>
            <a:ext cx="441146"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dirty="0">
                <a:solidFill>
                  <a:srgbClr val="333399"/>
                </a:solidFill>
                <a:latin typeface="微软雅黑 Light" panose="020B0502040204020203" pitchFamily="34" charset="-122"/>
                <a:ea typeface="微软雅黑 Light" panose="020B0502040204020203" pitchFamily="34" charset="-122"/>
              </a:rPr>
              <a:t>R</a:t>
            </a:r>
            <a:r>
              <a:rPr kumimoji="1" lang="en-US" altLang="zh-CN" baseline="-25000" dirty="0">
                <a:solidFill>
                  <a:srgbClr val="333399"/>
                </a:solidFill>
                <a:latin typeface="微软雅黑 Light" panose="020B0502040204020203" pitchFamily="34" charset="-122"/>
                <a:ea typeface="微软雅黑 Light" panose="020B0502040204020203" pitchFamily="34" charset="-122"/>
              </a:rPr>
              <a:t>2</a:t>
            </a:r>
            <a:endParaRPr kumimoji="1" lang="en-US" altLang="zh-CN" dirty="0">
              <a:solidFill>
                <a:srgbClr val="333399"/>
              </a:solidFill>
              <a:latin typeface="微软雅黑 Light" panose="020B0502040204020203" pitchFamily="34" charset="-122"/>
              <a:ea typeface="微软雅黑 Light" panose="020B0502040204020203" pitchFamily="34" charset="-122"/>
            </a:endParaRPr>
          </a:p>
        </p:txBody>
      </p:sp>
      <p:sp>
        <p:nvSpPr>
          <p:cNvPr id="709771" name="Text Box 139"/>
          <p:cNvSpPr txBox="1">
            <a:spLocks noChangeArrowheads="1"/>
          </p:cNvSpPr>
          <p:nvPr/>
        </p:nvSpPr>
        <p:spPr bwMode="auto">
          <a:xfrm>
            <a:off x="8551203" y="1314076"/>
            <a:ext cx="441146"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dirty="0">
                <a:solidFill>
                  <a:srgbClr val="333399"/>
                </a:solidFill>
                <a:latin typeface="微软雅黑 Light" panose="020B0502040204020203" pitchFamily="34" charset="-122"/>
                <a:ea typeface="微软雅黑 Light" panose="020B0502040204020203" pitchFamily="34" charset="-122"/>
              </a:rPr>
              <a:t>R</a:t>
            </a:r>
            <a:r>
              <a:rPr kumimoji="1" lang="en-US" altLang="zh-CN" baseline="-25000" dirty="0">
                <a:solidFill>
                  <a:srgbClr val="333399"/>
                </a:solidFill>
                <a:latin typeface="微软雅黑 Light" panose="020B0502040204020203" pitchFamily="34" charset="-122"/>
                <a:ea typeface="微软雅黑 Light" panose="020B0502040204020203" pitchFamily="34" charset="-122"/>
              </a:rPr>
              <a:t>3</a:t>
            </a:r>
            <a:endParaRPr kumimoji="1" lang="en-US" altLang="zh-CN" dirty="0">
              <a:solidFill>
                <a:srgbClr val="333399"/>
              </a:solidFill>
              <a:latin typeface="微软雅黑 Light" panose="020B0502040204020203" pitchFamily="34" charset="-122"/>
              <a:ea typeface="微软雅黑 Light" panose="020B0502040204020203" pitchFamily="34" charset="-122"/>
            </a:endParaRPr>
          </a:p>
        </p:txBody>
      </p:sp>
      <p:sp>
        <p:nvSpPr>
          <p:cNvPr id="709772" name="Text Box 140"/>
          <p:cNvSpPr txBox="1">
            <a:spLocks noChangeArrowheads="1"/>
          </p:cNvSpPr>
          <p:nvPr/>
        </p:nvSpPr>
        <p:spPr bwMode="auto">
          <a:xfrm>
            <a:off x="3290227" y="1314075"/>
            <a:ext cx="40427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dirty="0">
                <a:solidFill>
                  <a:srgbClr val="333399"/>
                </a:solidFill>
                <a:latin typeface="微软雅黑 Light" panose="020B0502040204020203" pitchFamily="34" charset="-122"/>
                <a:ea typeface="微软雅黑 Light" panose="020B0502040204020203" pitchFamily="34" charset="-122"/>
              </a:rPr>
              <a:t>R</a:t>
            </a:r>
            <a:r>
              <a:rPr kumimoji="1" lang="en-US" altLang="zh-CN" baseline="-25000" dirty="0">
                <a:solidFill>
                  <a:srgbClr val="333399"/>
                </a:solidFill>
                <a:latin typeface="微软雅黑 Light" panose="020B0502040204020203" pitchFamily="34" charset="-122"/>
                <a:ea typeface="微软雅黑 Light" panose="020B0502040204020203" pitchFamily="34" charset="-122"/>
              </a:rPr>
              <a:t>1</a:t>
            </a:r>
            <a:endParaRPr kumimoji="1" lang="en-US" altLang="zh-CN" dirty="0">
              <a:solidFill>
                <a:srgbClr val="333399"/>
              </a:solidFill>
              <a:latin typeface="微软雅黑 Light" panose="020B0502040204020203" pitchFamily="34" charset="-122"/>
              <a:ea typeface="微软雅黑 Light" panose="020B0502040204020203" pitchFamily="34" charset="-122"/>
            </a:endParaRPr>
          </a:p>
        </p:txBody>
      </p:sp>
      <p:sp>
        <p:nvSpPr>
          <p:cNvPr id="709773" name="Text Box 141"/>
          <p:cNvSpPr txBox="1">
            <a:spLocks noChangeArrowheads="1"/>
          </p:cNvSpPr>
          <p:nvPr/>
        </p:nvSpPr>
        <p:spPr bwMode="auto">
          <a:xfrm>
            <a:off x="5509552" y="1849063"/>
            <a:ext cx="32733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dirty="0">
                <a:solidFill>
                  <a:srgbClr val="333399"/>
                </a:solidFill>
                <a:latin typeface="微软雅黑 Light" panose="020B0502040204020203" pitchFamily="34" charset="-122"/>
                <a:ea typeface="微软雅黑 Light" panose="020B0502040204020203" pitchFamily="34" charset="-122"/>
              </a:rPr>
              <a:t>0</a:t>
            </a:r>
            <a:endParaRPr kumimoji="1" lang="en-US" altLang="zh-CN" dirty="0">
              <a:solidFill>
                <a:srgbClr val="333399"/>
              </a:solidFill>
              <a:latin typeface="微软雅黑 Light" panose="020B0502040204020203" pitchFamily="34" charset="-122"/>
              <a:ea typeface="微软雅黑 Light" panose="020B0502040204020203" pitchFamily="34" charset="-122"/>
            </a:endParaRPr>
          </a:p>
        </p:txBody>
      </p:sp>
      <p:sp>
        <p:nvSpPr>
          <p:cNvPr id="709774" name="Text Box 142"/>
          <p:cNvSpPr txBox="1">
            <a:spLocks noChangeArrowheads="1"/>
          </p:cNvSpPr>
          <p:nvPr/>
        </p:nvSpPr>
        <p:spPr bwMode="auto">
          <a:xfrm>
            <a:off x="6520790" y="1855412"/>
            <a:ext cx="284052"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dirty="0">
                <a:solidFill>
                  <a:srgbClr val="333399"/>
                </a:solidFill>
                <a:latin typeface="微软雅黑 Light" panose="020B0502040204020203" pitchFamily="34" charset="-122"/>
                <a:ea typeface="微软雅黑 Light" panose="020B0502040204020203" pitchFamily="34" charset="-122"/>
              </a:rPr>
              <a:t>1</a:t>
            </a:r>
            <a:endParaRPr kumimoji="1" lang="en-US" altLang="zh-CN" dirty="0">
              <a:solidFill>
                <a:srgbClr val="333399"/>
              </a:solidFill>
              <a:latin typeface="微软雅黑 Light" panose="020B0502040204020203" pitchFamily="34" charset="-122"/>
              <a:ea typeface="微软雅黑 Light" panose="020B0502040204020203" pitchFamily="34" charset="-122"/>
            </a:endParaRPr>
          </a:p>
        </p:txBody>
      </p:sp>
      <p:pic>
        <p:nvPicPr>
          <p:cNvPr id="151" name="图形 150"/>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3215122" y="1639682"/>
            <a:ext cx="539147" cy="539147"/>
          </a:xfrm>
          <a:prstGeom prst="rect">
            <a:avLst/>
          </a:prstGeom>
        </p:spPr>
      </p:pic>
      <p:sp>
        <p:nvSpPr>
          <p:cNvPr id="152" name="Line 25"/>
          <p:cNvSpPr>
            <a:spLocks noChangeShapeType="1"/>
          </p:cNvSpPr>
          <p:nvPr/>
        </p:nvSpPr>
        <p:spPr bwMode="auto">
          <a:xfrm>
            <a:off x="3729403" y="1925355"/>
            <a:ext cx="455148" cy="3114"/>
          </a:xfrm>
          <a:prstGeom prst="line">
            <a:avLst/>
          </a:prstGeom>
          <a:noFill/>
          <a:ln w="38100">
            <a:solidFill>
              <a:srgbClr val="3333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154" name="Line 25"/>
          <p:cNvSpPr>
            <a:spLocks noChangeShapeType="1"/>
          </p:cNvSpPr>
          <p:nvPr/>
        </p:nvSpPr>
        <p:spPr bwMode="auto">
          <a:xfrm>
            <a:off x="5444718" y="1893931"/>
            <a:ext cx="455148" cy="3114"/>
          </a:xfrm>
          <a:prstGeom prst="line">
            <a:avLst/>
          </a:prstGeom>
          <a:noFill/>
          <a:ln w="38100">
            <a:solidFill>
              <a:srgbClr val="3333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a typeface="微软雅黑 Light" panose="020B0502040204020203" pitchFamily="34" charset="-122"/>
            </a:endParaRPr>
          </a:p>
        </p:txBody>
      </p:sp>
      <p:pic>
        <p:nvPicPr>
          <p:cNvPr id="155" name="图形 154"/>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5881631" y="1630576"/>
            <a:ext cx="539147" cy="539147"/>
          </a:xfrm>
          <a:prstGeom prst="rect">
            <a:avLst/>
          </a:prstGeom>
        </p:spPr>
      </p:pic>
      <p:sp>
        <p:nvSpPr>
          <p:cNvPr id="156" name="Line 25"/>
          <p:cNvSpPr>
            <a:spLocks noChangeShapeType="1"/>
          </p:cNvSpPr>
          <p:nvPr/>
        </p:nvSpPr>
        <p:spPr bwMode="auto">
          <a:xfrm>
            <a:off x="6395912" y="1916249"/>
            <a:ext cx="455148" cy="3114"/>
          </a:xfrm>
          <a:prstGeom prst="line">
            <a:avLst/>
          </a:prstGeom>
          <a:noFill/>
          <a:ln w="38100">
            <a:solidFill>
              <a:srgbClr val="3333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157" name="Line 25"/>
          <p:cNvSpPr>
            <a:spLocks noChangeShapeType="1"/>
          </p:cNvSpPr>
          <p:nvPr/>
        </p:nvSpPr>
        <p:spPr bwMode="auto">
          <a:xfrm>
            <a:off x="8043032" y="1940376"/>
            <a:ext cx="455148" cy="3114"/>
          </a:xfrm>
          <a:prstGeom prst="line">
            <a:avLst/>
          </a:prstGeom>
          <a:noFill/>
          <a:ln w="38100">
            <a:solidFill>
              <a:srgbClr val="3333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a typeface="微软雅黑 Light" panose="020B0502040204020203" pitchFamily="34" charset="-122"/>
            </a:endParaRPr>
          </a:p>
        </p:txBody>
      </p:sp>
      <p:pic>
        <p:nvPicPr>
          <p:cNvPr id="158" name="图形 157"/>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8479945" y="1677021"/>
            <a:ext cx="539147" cy="539147"/>
          </a:xfrm>
          <a:prstGeom prst="rect">
            <a:avLst/>
          </a:prstGeom>
        </p:spPr>
      </p:pic>
      <p:sp>
        <p:nvSpPr>
          <p:cNvPr id="159" name="Line 25"/>
          <p:cNvSpPr>
            <a:spLocks noChangeShapeType="1"/>
          </p:cNvSpPr>
          <p:nvPr/>
        </p:nvSpPr>
        <p:spPr bwMode="auto">
          <a:xfrm>
            <a:off x="8994226" y="1962694"/>
            <a:ext cx="455148" cy="3114"/>
          </a:xfrm>
          <a:prstGeom prst="line">
            <a:avLst/>
          </a:prstGeom>
          <a:noFill/>
          <a:ln w="38100">
            <a:solidFill>
              <a:srgbClr val="3333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161" name="Text Box 117"/>
          <p:cNvSpPr txBox="1">
            <a:spLocks noChangeArrowheads="1"/>
          </p:cNvSpPr>
          <p:nvPr/>
        </p:nvSpPr>
        <p:spPr bwMode="auto">
          <a:xfrm>
            <a:off x="4668232" y="2711716"/>
            <a:ext cx="2845651" cy="4973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nSpc>
                <a:spcPct val="120000"/>
              </a:lnSpc>
            </a:pPr>
            <a:r>
              <a:rPr kumimoji="1" lang="zh-CN" altLang="en-US" sz="2400" dirty="0">
                <a:latin typeface="微软雅黑 Light" panose="020B0502040204020203" pitchFamily="34" charset="-122"/>
                <a:ea typeface="微软雅黑 Light" panose="020B0502040204020203" pitchFamily="34" charset="-122"/>
                <a:cs typeface="+mn-ea"/>
                <a:sym typeface="+mn-lt"/>
              </a:rPr>
              <a:t>路由器 </a:t>
            </a:r>
            <a:r>
              <a:rPr kumimoji="1" lang="en-US" altLang="zh-CN" sz="2400" dirty="0">
                <a:latin typeface="微软雅黑 Light" panose="020B0502040204020203" pitchFamily="34" charset="-122"/>
                <a:ea typeface="微软雅黑 Light" panose="020B0502040204020203" pitchFamily="34" charset="-122"/>
                <a:cs typeface="+mn-ea"/>
                <a:sym typeface="+mn-lt"/>
              </a:rPr>
              <a:t>R</a:t>
            </a:r>
            <a:r>
              <a:rPr kumimoji="1" lang="en-US" altLang="zh-CN" sz="2400" baseline="-25000" dirty="0">
                <a:latin typeface="微软雅黑 Light" panose="020B0502040204020203" pitchFamily="34" charset="-122"/>
                <a:ea typeface="微软雅黑 Light" panose="020B0502040204020203" pitchFamily="34" charset="-122"/>
                <a:cs typeface="+mn-ea"/>
                <a:sym typeface="+mn-lt"/>
              </a:rPr>
              <a:t>2</a:t>
            </a:r>
            <a:r>
              <a:rPr kumimoji="1" lang="en-US" altLang="zh-CN" sz="2400" dirty="0">
                <a:latin typeface="微软雅黑 Light" panose="020B0502040204020203" pitchFamily="34" charset="-122"/>
                <a:ea typeface="微软雅黑 Light" panose="020B0502040204020203" pitchFamily="34" charset="-122"/>
                <a:cs typeface="+mn-ea"/>
                <a:sym typeface="+mn-lt"/>
              </a:rPr>
              <a:t> </a:t>
            </a:r>
            <a:r>
              <a:rPr kumimoji="1" lang="zh-CN" altLang="en-US" sz="2400" dirty="0">
                <a:latin typeface="微软雅黑 Light" panose="020B0502040204020203" pitchFamily="34" charset="-122"/>
                <a:ea typeface="微软雅黑 Light" panose="020B0502040204020203" pitchFamily="34" charset="-122"/>
                <a:cs typeface="+mn-ea"/>
                <a:sym typeface="+mn-lt"/>
              </a:rPr>
              <a:t>的路由表</a:t>
            </a:r>
            <a:endParaRPr kumimoji="1" lang="zh-CN" altLang="en-US" sz="2400" dirty="0">
              <a:latin typeface="微软雅黑 Light" panose="020B0502040204020203" pitchFamily="34" charset="-122"/>
              <a:ea typeface="微软雅黑 Light" panose="020B0502040204020203" pitchFamily="34" charset="-122"/>
              <a:cs typeface="+mn-ea"/>
              <a:sym typeface="+mn-lt"/>
            </a:endParaRPr>
          </a:p>
        </p:txBody>
      </p:sp>
      <p:graphicFrame>
        <p:nvGraphicFramePr>
          <p:cNvPr id="162" name="表格 73"/>
          <p:cNvGraphicFramePr>
            <a:graphicFrameLocks noGrp="1"/>
          </p:cNvGraphicFramePr>
          <p:nvPr/>
        </p:nvGraphicFramePr>
        <p:xfrm>
          <a:off x="3567444" y="3212976"/>
          <a:ext cx="5057112" cy="1972630"/>
        </p:xfrm>
        <a:graphic>
          <a:graphicData uri="http://schemas.openxmlformats.org/drawingml/2006/table">
            <a:tbl>
              <a:tblPr firstRow="1" bandRow="1">
                <a:tableStyleId>{5940675A-B579-460E-94D1-54222C63F5DA}</a:tableStyleId>
              </a:tblPr>
              <a:tblGrid>
                <a:gridCol w="1685704"/>
                <a:gridCol w="1685704"/>
                <a:gridCol w="1685704"/>
              </a:tblGrid>
              <a:tr h="226695">
                <a:tc>
                  <a:txBody>
                    <a:bodyPr/>
                    <a:lstStyle/>
                    <a:p>
                      <a:pPr algn="ctr">
                        <a:lnSpc>
                          <a:spcPct val="120000"/>
                        </a:lnSpc>
                        <a:spcBef>
                          <a:spcPts val="0"/>
                        </a:spcBef>
                        <a:spcAft>
                          <a:spcPts val="0"/>
                        </a:spcAft>
                      </a:pPr>
                      <a:r>
                        <a:rPr lang="zh-CN" altLang="en-US" dirty="0">
                          <a:latin typeface="微软雅黑 Light" panose="020B0502040204020203" pitchFamily="34" charset="-122"/>
                          <a:ea typeface="微软雅黑 Light" panose="020B0502040204020203" pitchFamily="34" charset="-122"/>
                          <a:cs typeface="+mn-ea"/>
                          <a:sym typeface="+mn-lt"/>
                        </a:rPr>
                        <a:t>路由前缀</a:t>
                      </a:r>
                      <a:endParaRPr lang="zh-CN" altLang="en-US" dirty="0">
                        <a:latin typeface="微软雅黑 Light" panose="020B0502040204020203" pitchFamily="34" charset="-122"/>
                        <a:ea typeface="微软雅黑 Light" panose="020B0502040204020203" pitchFamily="34" charset="-122"/>
                        <a:cs typeface="+mn-ea"/>
                        <a:sym typeface="+mn-lt"/>
                      </a:endParaRPr>
                    </a:p>
                  </a:txBody>
                  <a:tcPr>
                    <a:solidFill>
                      <a:schemeClr val="accent6">
                        <a:lumMod val="20000"/>
                        <a:lumOff val="80000"/>
                      </a:schemeClr>
                    </a:solidFill>
                  </a:tcPr>
                </a:tc>
                <a:tc>
                  <a:txBody>
                    <a:bodyPr/>
                    <a:lstStyle/>
                    <a:p>
                      <a:pPr algn="ctr">
                        <a:lnSpc>
                          <a:spcPct val="120000"/>
                        </a:lnSpc>
                        <a:spcBef>
                          <a:spcPts val="0"/>
                        </a:spcBef>
                        <a:spcAft>
                          <a:spcPts val="0"/>
                        </a:spcAft>
                      </a:pPr>
                      <a:r>
                        <a:rPr lang="zh-CN" altLang="en-US" dirty="0">
                          <a:latin typeface="微软雅黑 Light" panose="020B0502040204020203" pitchFamily="34" charset="-122"/>
                          <a:ea typeface="微软雅黑 Light" panose="020B0502040204020203" pitchFamily="34" charset="-122"/>
                          <a:cs typeface="+mn-ea"/>
                          <a:sym typeface="+mn-lt"/>
                        </a:rPr>
                        <a:t>下一跳</a:t>
                      </a:r>
                      <a:endParaRPr lang="zh-CN" altLang="en-US" dirty="0">
                        <a:latin typeface="微软雅黑 Light" panose="020B0502040204020203" pitchFamily="34" charset="-122"/>
                        <a:ea typeface="微软雅黑 Light" panose="020B0502040204020203" pitchFamily="34" charset="-122"/>
                        <a:cs typeface="+mn-ea"/>
                        <a:sym typeface="+mn-lt"/>
                      </a:endParaRPr>
                    </a:p>
                  </a:txBody>
                  <a:tcPr>
                    <a:solidFill>
                      <a:schemeClr val="accent6">
                        <a:lumMod val="20000"/>
                        <a:lumOff val="80000"/>
                      </a:schemeClr>
                    </a:solidFill>
                  </a:tcPr>
                </a:tc>
                <a:tc>
                  <a:txBody>
                    <a:bodyPr/>
                    <a:lstStyle/>
                    <a:p>
                      <a:pPr algn="ctr">
                        <a:lnSpc>
                          <a:spcPct val="120000"/>
                        </a:lnSpc>
                        <a:spcBef>
                          <a:spcPts val="0"/>
                        </a:spcBef>
                        <a:spcAft>
                          <a:spcPts val="0"/>
                        </a:spcAft>
                      </a:pPr>
                      <a:r>
                        <a:rPr lang="zh-CN" altLang="en-US" dirty="0">
                          <a:latin typeface="微软雅黑 Light" panose="020B0502040204020203" pitchFamily="34" charset="-122"/>
                          <a:ea typeface="微软雅黑 Light" panose="020B0502040204020203" pitchFamily="34" charset="-122"/>
                          <a:cs typeface="+mn-ea"/>
                          <a:sym typeface="+mn-lt"/>
                        </a:rPr>
                        <a:t>出接口</a:t>
                      </a:r>
                      <a:endParaRPr lang="zh-CN" altLang="en-US" dirty="0">
                        <a:latin typeface="微软雅黑 Light" panose="020B0502040204020203" pitchFamily="34" charset="-122"/>
                        <a:ea typeface="微软雅黑 Light" panose="020B0502040204020203" pitchFamily="34" charset="-122"/>
                        <a:cs typeface="+mn-ea"/>
                        <a:sym typeface="+mn-lt"/>
                      </a:endParaRPr>
                    </a:p>
                  </a:txBody>
                  <a:tcPr>
                    <a:solidFill>
                      <a:schemeClr val="accent6">
                        <a:lumMod val="20000"/>
                        <a:lumOff val="80000"/>
                      </a:schemeClr>
                    </a:solidFill>
                  </a:tcPr>
                </a:tc>
              </a:tr>
              <a:tr h="226695">
                <a:tc>
                  <a:txBody>
                    <a:bodyPr/>
                    <a:lstStyle/>
                    <a:p>
                      <a:pPr algn="ctr">
                        <a:lnSpc>
                          <a:spcPct val="120000"/>
                        </a:lnSpc>
                        <a:spcBef>
                          <a:spcPts val="0"/>
                        </a:spcBef>
                        <a:spcAft>
                          <a:spcPts val="0"/>
                        </a:spcAft>
                      </a:pPr>
                      <a:r>
                        <a:rPr lang="en-US" altLang="zh-CN" dirty="0">
                          <a:latin typeface="微软雅黑 Light" panose="020B0502040204020203" pitchFamily="34" charset="-122"/>
                          <a:ea typeface="微软雅黑 Light" panose="020B0502040204020203" pitchFamily="34" charset="-122"/>
                          <a:cs typeface="+mn-ea"/>
                          <a:sym typeface="+mn-lt"/>
                        </a:rPr>
                        <a:t>20.0.0.0/8</a:t>
                      </a:r>
                      <a:endParaRPr lang="zh-CN" altLang="en-US" dirty="0">
                        <a:latin typeface="微软雅黑 Light" panose="020B0502040204020203" pitchFamily="34" charset="-122"/>
                        <a:ea typeface="微软雅黑 Light" panose="020B0502040204020203" pitchFamily="34" charset="-122"/>
                        <a:cs typeface="+mn-ea"/>
                        <a:sym typeface="+mn-lt"/>
                      </a:endParaRPr>
                    </a:p>
                  </a:txBody>
                  <a:tcPr>
                    <a:solidFill>
                      <a:schemeClr val="accent6">
                        <a:lumMod val="20000"/>
                        <a:lumOff val="80000"/>
                      </a:schemeClr>
                    </a:solidFill>
                  </a:tcPr>
                </a:tc>
                <a:tc>
                  <a:txBody>
                    <a:bodyPr/>
                    <a:lstStyle/>
                    <a:p>
                      <a:pPr algn="ctr">
                        <a:lnSpc>
                          <a:spcPct val="120000"/>
                        </a:lnSpc>
                        <a:spcBef>
                          <a:spcPts val="0"/>
                        </a:spcBef>
                        <a:spcAft>
                          <a:spcPts val="0"/>
                        </a:spcAft>
                      </a:pPr>
                      <a:r>
                        <a:rPr lang="en-US" altLang="zh-CN" dirty="0">
                          <a:latin typeface="微软雅黑 Light" panose="020B0502040204020203" pitchFamily="34" charset="-122"/>
                          <a:ea typeface="微软雅黑 Light" panose="020B0502040204020203" pitchFamily="34" charset="-122"/>
                          <a:cs typeface="+mn-ea"/>
                          <a:sym typeface="+mn-lt"/>
                        </a:rPr>
                        <a:t>Direct</a:t>
                      </a:r>
                      <a:endParaRPr lang="zh-CN" altLang="en-US" dirty="0">
                        <a:latin typeface="微软雅黑 Light" panose="020B0502040204020203" pitchFamily="34" charset="-122"/>
                        <a:ea typeface="微软雅黑 Light" panose="020B0502040204020203" pitchFamily="34" charset="-122"/>
                        <a:cs typeface="+mn-ea"/>
                        <a:sym typeface="+mn-lt"/>
                      </a:endParaRPr>
                    </a:p>
                  </a:txBody>
                  <a:tcPr>
                    <a:solidFill>
                      <a:schemeClr val="accent6">
                        <a:lumMod val="20000"/>
                        <a:lumOff val="80000"/>
                      </a:schemeClr>
                    </a:solidFill>
                  </a:tcPr>
                </a:tc>
                <a:tc>
                  <a:txBody>
                    <a:bodyPr/>
                    <a:lstStyle/>
                    <a:p>
                      <a:pPr algn="ctr">
                        <a:lnSpc>
                          <a:spcPct val="120000"/>
                        </a:lnSpc>
                        <a:spcBef>
                          <a:spcPts val="0"/>
                        </a:spcBef>
                        <a:spcAft>
                          <a:spcPts val="0"/>
                        </a:spcAft>
                      </a:pPr>
                      <a:r>
                        <a:rPr lang="zh-CN" altLang="en-US" dirty="0">
                          <a:latin typeface="微软雅黑 Light" panose="020B0502040204020203" pitchFamily="34" charset="-122"/>
                          <a:ea typeface="微软雅黑 Light" panose="020B0502040204020203" pitchFamily="34" charset="-122"/>
                          <a:cs typeface="+mn-ea"/>
                          <a:sym typeface="+mn-lt"/>
                        </a:rPr>
                        <a:t>接口</a:t>
                      </a:r>
                      <a:r>
                        <a:rPr lang="en-US" altLang="zh-CN" dirty="0">
                          <a:latin typeface="微软雅黑 Light" panose="020B0502040204020203" pitchFamily="34" charset="-122"/>
                          <a:ea typeface="微软雅黑 Light" panose="020B0502040204020203" pitchFamily="34" charset="-122"/>
                          <a:cs typeface="+mn-ea"/>
                          <a:sym typeface="+mn-lt"/>
                        </a:rPr>
                        <a:t>0</a:t>
                      </a:r>
                      <a:endParaRPr lang="zh-CN" altLang="en-US" dirty="0">
                        <a:latin typeface="微软雅黑 Light" panose="020B0502040204020203" pitchFamily="34" charset="-122"/>
                        <a:ea typeface="微软雅黑 Light" panose="020B0502040204020203" pitchFamily="34" charset="-122"/>
                        <a:cs typeface="+mn-ea"/>
                        <a:sym typeface="+mn-lt"/>
                      </a:endParaRPr>
                    </a:p>
                  </a:txBody>
                  <a:tcPr>
                    <a:solidFill>
                      <a:schemeClr val="accent6">
                        <a:lumMod val="20000"/>
                        <a:lumOff val="80000"/>
                      </a:schemeClr>
                    </a:solidFill>
                  </a:tcPr>
                </a:tc>
              </a:tr>
              <a:tr h="226695">
                <a:tc>
                  <a:txBody>
                    <a:bodyPr/>
                    <a:lstStyle/>
                    <a:p>
                      <a:pPr algn="ctr">
                        <a:lnSpc>
                          <a:spcPct val="120000"/>
                        </a:lnSpc>
                        <a:spcBef>
                          <a:spcPts val="0"/>
                        </a:spcBef>
                        <a:spcAft>
                          <a:spcPts val="0"/>
                        </a:spcAft>
                      </a:pPr>
                      <a:r>
                        <a:rPr lang="en-US" altLang="zh-CN" dirty="0">
                          <a:latin typeface="微软雅黑 Light" panose="020B0502040204020203" pitchFamily="34" charset="-122"/>
                          <a:ea typeface="微软雅黑 Light" panose="020B0502040204020203" pitchFamily="34" charset="-122"/>
                          <a:cs typeface="+mn-ea"/>
                          <a:sym typeface="+mn-lt"/>
                        </a:rPr>
                        <a:t>30.0.0.0/8</a:t>
                      </a:r>
                      <a:endParaRPr lang="zh-CN" altLang="en-US" dirty="0">
                        <a:latin typeface="微软雅黑 Light" panose="020B0502040204020203" pitchFamily="34" charset="-122"/>
                        <a:ea typeface="微软雅黑 Light" panose="020B0502040204020203" pitchFamily="34" charset="-122"/>
                        <a:cs typeface="+mn-ea"/>
                        <a:sym typeface="+mn-lt"/>
                      </a:endParaRPr>
                    </a:p>
                  </a:txBody>
                  <a:tcPr>
                    <a:solidFill>
                      <a:schemeClr val="accent6">
                        <a:lumMod val="20000"/>
                        <a:lumOff val="80000"/>
                      </a:schemeClr>
                    </a:solidFill>
                  </a:tcPr>
                </a:tc>
                <a:tc>
                  <a:txBody>
                    <a:bodyPr/>
                    <a:lstStyle/>
                    <a:p>
                      <a:pPr algn="ctr">
                        <a:lnSpc>
                          <a:spcPct val="120000"/>
                        </a:lnSpc>
                        <a:spcBef>
                          <a:spcPts val="0"/>
                        </a:spcBef>
                        <a:spcAft>
                          <a:spcPts val="0"/>
                        </a:spcAft>
                      </a:pPr>
                      <a:r>
                        <a:rPr lang="en-US" altLang="zh-CN" dirty="0">
                          <a:latin typeface="微软雅黑 Light" panose="020B0502040204020203" pitchFamily="34" charset="-122"/>
                          <a:ea typeface="微软雅黑 Light" panose="020B0502040204020203" pitchFamily="34" charset="-122"/>
                          <a:cs typeface="+mn-ea"/>
                          <a:sym typeface="+mn-lt"/>
                        </a:rPr>
                        <a:t>Direct</a:t>
                      </a:r>
                      <a:endParaRPr lang="zh-CN" altLang="en-US" dirty="0">
                        <a:latin typeface="微软雅黑 Light" panose="020B0502040204020203" pitchFamily="34" charset="-122"/>
                        <a:ea typeface="微软雅黑 Light" panose="020B0502040204020203" pitchFamily="34" charset="-122"/>
                        <a:cs typeface="+mn-ea"/>
                        <a:sym typeface="+mn-lt"/>
                      </a:endParaRPr>
                    </a:p>
                  </a:txBody>
                  <a:tcPr>
                    <a:solidFill>
                      <a:schemeClr val="accent6">
                        <a:lumMod val="20000"/>
                        <a:lumOff val="80000"/>
                      </a:schemeClr>
                    </a:solidFill>
                  </a:tcPr>
                </a:tc>
                <a:tc>
                  <a:txBody>
                    <a:bodyPr/>
                    <a:lstStyle/>
                    <a:p>
                      <a:pPr algn="ctr">
                        <a:lnSpc>
                          <a:spcPct val="120000"/>
                        </a:lnSpc>
                        <a:spcBef>
                          <a:spcPts val="0"/>
                        </a:spcBef>
                        <a:spcAft>
                          <a:spcPts val="0"/>
                        </a:spcAft>
                      </a:pPr>
                      <a:r>
                        <a:rPr lang="zh-CN" altLang="en-US" dirty="0">
                          <a:latin typeface="微软雅黑 Light" panose="020B0502040204020203" pitchFamily="34" charset="-122"/>
                          <a:ea typeface="微软雅黑 Light" panose="020B0502040204020203" pitchFamily="34" charset="-122"/>
                          <a:cs typeface="+mn-ea"/>
                          <a:sym typeface="+mn-lt"/>
                        </a:rPr>
                        <a:t>接口</a:t>
                      </a:r>
                      <a:r>
                        <a:rPr lang="en-US" altLang="zh-CN" dirty="0">
                          <a:latin typeface="微软雅黑 Light" panose="020B0502040204020203" pitchFamily="34" charset="-122"/>
                          <a:ea typeface="微软雅黑 Light" panose="020B0502040204020203" pitchFamily="34" charset="-122"/>
                          <a:cs typeface="+mn-ea"/>
                          <a:sym typeface="+mn-lt"/>
                        </a:rPr>
                        <a:t>1</a:t>
                      </a:r>
                      <a:endParaRPr lang="zh-CN" altLang="en-US" dirty="0">
                        <a:latin typeface="微软雅黑 Light" panose="020B0502040204020203" pitchFamily="34" charset="-122"/>
                        <a:ea typeface="微软雅黑 Light" panose="020B0502040204020203" pitchFamily="34" charset="-122"/>
                        <a:cs typeface="+mn-ea"/>
                        <a:sym typeface="+mn-lt"/>
                      </a:endParaRPr>
                    </a:p>
                  </a:txBody>
                  <a:tcPr>
                    <a:solidFill>
                      <a:schemeClr val="accent6">
                        <a:lumMod val="20000"/>
                        <a:lumOff val="80000"/>
                      </a:schemeClr>
                    </a:solidFill>
                  </a:tcPr>
                </a:tc>
              </a:tr>
              <a:tr h="226695">
                <a:tc>
                  <a:txBody>
                    <a:bodyPr/>
                    <a:lstStyle/>
                    <a:p>
                      <a:pPr algn="ctr">
                        <a:lnSpc>
                          <a:spcPct val="120000"/>
                        </a:lnSpc>
                        <a:spcBef>
                          <a:spcPts val="0"/>
                        </a:spcBef>
                        <a:spcAft>
                          <a:spcPts val="0"/>
                        </a:spcAft>
                      </a:pPr>
                      <a:r>
                        <a:rPr lang="en-US" altLang="zh-CN" dirty="0">
                          <a:latin typeface="微软雅黑 Light" panose="020B0502040204020203" pitchFamily="34" charset="-122"/>
                          <a:ea typeface="微软雅黑 Light" panose="020B0502040204020203" pitchFamily="34" charset="-122"/>
                          <a:cs typeface="+mn-ea"/>
                          <a:sym typeface="+mn-lt"/>
                        </a:rPr>
                        <a:t>10.0.0.0/8</a:t>
                      </a:r>
                      <a:endParaRPr lang="zh-CN" altLang="en-US" dirty="0">
                        <a:latin typeface="微软雅黑 Light" panose="020B0502040204020203" pitchFamily="34" charset="-122"/>
                        <a:ea typeface="微软雅黑 Light" panose="020B0502040204020203" pitchFamily="34" charset="-122"/>
                        <a:cs typeface="+mn-ea"/>
                        <a:sym typeface="+mn-lt"/>
                      </a:endParaRPr>
                    </a:p>
                  </a:txBody>
                  <a:tcPr>
                    <a:solidFill>
                      <a:schemeClr val="accent6">
                        <a:lumMod val="20000"/>
                        <a:lumOff val="80000"/>
                      </a:schemeClr>
                    </a:solidFill>
                  </a:tcPr>
                </a:tc>
                <a:tc>
                  <a:txBody>
                    <a:bodyPr/>
                    <a:lstStyle/>
                    <a:p>
                      <a:pPr algn="ctr">
                        <a:lnSpc>
                          <a:spcPct val="120000"/>
                        </a:lnSpc>
                        <a:spcBef>
                          <a:spcPts val="0"/>
                        </a:spcBef>
                        <a:spcAft>
                          <a:spcPts val="0"/>
                        </a:spcAft>
                      </a:pPr>
                      <a:r>
                        <a:rPr lang="en-US" altLang="zh-CN" dirty="0">
                          <a:latin typeface="微软雅黑 Light" panose="020B0502040204020203" pitchFamily="34" charset="-122"/>
                          <a:ea typeface="微软雅黑 Light" panose="020B0502040204020203" pitchFamily="34" charset="-122"/>
                          <a:cs typeface="+mn-ea"/>
                          <a:sym typeface="+mn-lt"/>
                        </a:rPr>
                        <a:t>20.0.0.7</a:t>
                      </a:r>
                      <a:endParaRPr lang="zh-CN" altLang="en-US" dirty="0">
                        <a:latin typeface="微软雅黑 Light" panose="020B0502040204020203" pitchFamily="34" charset="-122"/>
                        <a:ea typeface="微软雅黑 Light" panose="020B0502040204020203" pitchFamily="34" charset="-122"/>
                        <a:cs typeface="+mn-ea"/>
                        <a:sym typeface="+mn-lt"/>
                      </a:endParaRPr>
                    </a:p>
                  </a:txBody>
                  <a:tcPr>
                    <a:solidFill>
                      <a:schemeClr val="accent6">
                        <a:lumMod val="20000"/>
                        <a:lumOff val="80000"/>
                      </a:schemeClr>
                    </a:solidFill>
                  </a:tcPr>
                </a:tc>
                <a:tc>
                  <a:txBody>
                    <a:bodyPr/>
                    <a:lstStyle/>
                    <a:p>
                      <a:pPr algn="ctr">
                        <a:lnSpc>
                          <a:spcPct val="120000"/>
                        </a:lnSpc>
                        <a:spcBef>
                          <a:spcPts val="0"/>
                        </a:spcBef>
                        <a:spcAft>
                          <a:spcPts val="0"/>
                        </a:spcAft>
                      </a:pPr>
                      <a:r>
                        <a:rPr lang="zh-CN" altLang="en-US" dirty="0">
                          <a:latin typeface="微软雅黑 Light" panose="020B0502040204020203" pitchFamily="34" charset="-122"/>
                          <a:ea typeface="微软雅黑 Light" panose="020B0502040204020203" pitchFamily="34" charset="-122"/>
                          <a:cs typeface="+mn-ea"/>
                          <a:sym typeface="+mn-lt"/>
                        </a:rPr>
                        <a:t>接口</a:t>
                      </a:r>
                      <a:r>
                        <a:rPr lang="en-US" altLang="zh-CN" dirty="0">
                          <a:latin typeface="微软雅黑 Light" panose="020B0502040204020203" pitchFamily="34" charset="-122"/>
                          <a:ea typeface="微软雅黑 Light" panose="020B0502040204020203" pitchFamily="34" charset="-122"/>
                          <a:cs typeface="+mn-ea"/>
                          <a:sym typeface="+mn-lt"/>
                        </a:rPr>
                        <a:t>0</a:t>
                      </a:r>
                      <a:endParaRPr lang="zh-CN" altLang="en-US" dirty="0">
                        <a:latin typeface="微软雅黑 Light" panose="020B0502040204020203" pitchFamily="34" charset="-122"/>
                        <a:ea typeface="微软雅黑 Light" panose="020B0502040204020203" pitchFamily="34" charset="-122"/>
                        <a:cs typeface="+mn-ea"/>
                        <a:sym typeface="+mn-lt"/>
                      </a:endParaRPr>
                    </a:p>
                  </a:txBody>
                  <a:tcPr>
                    <a:solidFill>
                      <a:schemeClr val="accent6">
                        <a:lumMod val="20000"/>
                        <a:lumOff val="80000"/>
                      </a:schemeClr>
                    </a:solidFill>
                  </a:tcPr>
                </a:tc>
              </a:tr>
              <a:tr h="226695">
                <a:tc>
                  <a:txBody>
                    <a:bodyPr/>
                    <a:lstStyle/>
                    <a:p>
                      <a:pPr algn="ctr">
                        <a:lnSpc>
                          <a:spcPct val="120000"/>
                        </a:lnSpc>
                        <a:spcBef>
                          <a:spcPts val="0"/>
                        </a:spcBef>
                        <a:spcAft>
                          <a:spcPts val="0"/>
                        </a:spcAft>
                      </a:pPr>
                      <a:r>
                        <a:rPr lang="en-US" altLang="zh-CN" dirty="0">
                          <a:latin typeface="微软雅黑 Light" panose="020B0502040204020203" pitchFamily="34" charset="-122"/>
                          <a:ea typeface="微软雅黑 Light" panose="020B0502040204020203" pitchFamily="34" charset="-122"/>
                          <a:cs typeface="+mn-ea"/>
                          <a:sym typeface="+mn-lt"/>
                        </a:rPr>
                        <a:t>40.0.0.0/8</a:t>
                      </a:r>
                      <a:endParaRPr lang="zh-CN" altLang="en-US" dirty="0">
                        <a:latin typeface="微软雅黑 Light" panose="020B0502040204020203" pitchFamily="34" charset="-122"/>
                        <a:ea typeface="微软雅黑 Light" panose="020B0502040204020203" pitchFamily="34" charset="-122"/>
                        <a:cs typeface="+mn-ea"/>
                        <a:sym typeface="+mn-lt"/>
                      </a:endParaRPr>
                    </a:p>
                  </a:txBody>
                  <a:tcPr>
                    <a:solidFill>
                      <a:schemeClr val="accent6">
                        <a:lumMod val="20000"/>
                        <a:lumOff val="80000"/>
                      </a:schemeClr>
                    </a:solidFill>
                  </a:tcPr>
                </a:tc>
                <a:tc>
                  <a:txBody>
                    <a:bodyPr/>
                    <a:lstStyle/>
                    <a:p>
                      <a:pPr algn="ctr">
                        <a:lnSpc>
                          <a:spcPct val="120000"/>
                        </a:lnSpc>
                        <a:spcBef>
                          <a:spcPts val="0"/>
                        </a:spcBef>
                        <a:spcAft>
                          <a:spcPts val="0"/>
                        </a:spcAft>
                      </a:pPr>
                      <a:r>
                        <a:rPr lang="en-US" altLang="zh-CN" dirty="0">
                          <a:latin typeface="微软雅黑 Light" panose="020B0502040204020203" pitchFamily="34" charset="-122"/>
                          <a:ea typeface="微软雅黑 Light" panose="020B0502040204020203" pitchFamily="34" charset="-122"/>
                          <a:cs typeface="+mn-ea"/>
                          <a:sym typeface="+mn-lt"/>
                        </a:rPr>
                        <a:t>30.0.0.1</a:t>
                      </a:r>
                      <a:endParaRPr lang="zh-CN" altLang="en-US" dirty="0">
                        <a:latin typeface="微软雅黑 Light" panose="020B0502040204020203" pitchFamily="34" charset="-122"/>
                        <a:ea typeface="微软雅黑 Light" panose="020B0502040204020203" pitchFamily="34" charset="-122"/>
                        <a:cs typeface="+mn-ea"/>
                        <a:sym typeface="+mn-lt"/>
                      </a:endParaRPr>
                    </a:p>
                  </a:txBody>
                  <a:tcPr>
                    <a:solidFill>
                      <a:schemeClr val="accent6">
                        <a:lumMod val="20000"/>
                        <a:lumOff val="80000"/>
                      </a:schemeClr>
                    </a:solidFill>
                  </a:tcPr>
                </a:tc>
                <a:tc>
                  <a:txBody>
                    <a:bodyPr/>
                    <a:lstStyle/>
                    <a:p>
                      <a:pPr algn="ctr">
                        <a:lnSpc>
                          <a:spcPct val="120000"/>
                        </a:lnSpc>
                        <a:spcBef>
                          <a:spcPts val="0"/>
                        </a:spcBef>
                        <a:spcAft>
                          <a:spcPts val="0"/>
                        </a:spcAft>
                      </a:pPr>
                      <a:r>
                        <a:rPr lang="zh-CN" altLang="en-US" dirty="0">
                          <a:latin typeface="微软雅黑 Light" panose="020B0502040204020203" pitchFamily="34" charset="-122"/>
                          <a:ea typeface="微软雅黑 Light" panose="020B0502040204020203" pitchFamily="34" charset="-122"/>
                          <a:cs typeface="+mn-ea"/>
                          <a:sym typeface="+mn-lt"/>
                        </a:rPr>
                        <a:t>接口</a:t>
                      </a:r>
                      <a:r>
                        <a:rPr lang="en-US" altLang="zh-CN" dirty="0">
                          <a:latin typeface="微软雅黑 Light" panose="020B0502040204020203" pitchFamily="34" charset="-122"/>
                          <a:ea typeface="微软雅黑 Light" panose="020B0502040204020203" pitchFamily="34" charset="-122"/>
                          <a:cs typeface="+mn-ea"/>
                          <a:sym typeface="+mn-lt"/>
                        </a:rPr>
                        <a:t>1</a:t>
                      </a:r>
                      <a:endParaRPr lang="zh-CN" altLang="en-US" dirty="0">
                        <a:latin typeface="微软雅黑 Light" panose="020B0502040204020203" pitchFamily="34" charset="-122"/>
                        <a:ea typeface="微软雅黑 Light" panose="020B0502040204020203" pitchFamily="34" charset="-122"/>
                        <a:cs typeface="+mn-ea"/>
                        <a:sym typeface="+mn-lt"/>
                      </a:endParaRPr>
                    </a:p>
                  </a:txBody>
                  <a:tcPr>
                    <a:solidFill>
                      <a:schemeClr val="accent6">
                        <a:lumMod val="20000"/>
                        <a:lumOff val="80000"/>
                      </a:schemeClr>
                    </a:solidFill>
                  </a:tcPr>
                </a:tc>
              </a:tr>
            </a:tbl>
          </a:graphicData>
        </a:graphic>
      </p:graphicFrame>
      <p:sp>
        <p:nvSpPr>
          <p:cNvPr id="163" name="内容占位符 2"/>
          <p:cNvSpPr txBox="1"/>
          <p:nvPr/>
        </p:nvSpPr>
        <p:spPr>
          <a:xfrm>
            <a:off x="8771776" y="3189345"/>
            <a:ext cx="2937930" cy="21501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normAutofit fontScale="92500" lnSpcReduction="20000"/>
          </a:bodyPr>
          <a:lstStyle>
            <a:lvl1pPr marL="266700" indent="-266700">
              <a:lnSpc>
                <a:spcPct val="120000"/>
              </a:lnSpc>
              <a:spcBef>
                <a:spcPts val="0"/>
              </a:spcBef>
              <a:buClr>
                <a:srgbClr val="C80000"/>
              </a:buClr>
              <a:buSzPct val="80000"/>
              <a:buFont typeface="Wingdings" panose="05000000000000000000" pitchFamily="2" charset="2"/>
              <a:buChar char="n"/>
              <a:defRPr sz="2400" baseline="0">
                <a:solidFill>
                  <a:schemeClr val="accent2"/>
                </a:solidFill>
                <a:latin typeface="微软雅黑 Light" panose="020B0502040204020203" pitchFamily="34" charset="-122"/>
                <a:ea typeface="微软雅黑 Light" panose="020B0502040204020203" pitchFamily="34" charset="-122"/>
                <a:cs typeface="+mn-ea"/>
              </a:defRPr>
            </a:lvl1pPr>
            <a:lvl2pPr marL="742950" indent="-285750" eaLnBrk="1" hangingPunct="1">
              <a:spcBef>
                <a:spcPct val="20000"/>
              </a:spcBef>
              <a:buClr>
                <a:srgbClr val="00C800"/>
              </a:buClr>
              <a:buSzPct val="80000"/>
              <a:buFont typeface="Wingdings" panose="05000000000000000000" pitchFamily="2" charset="2"/>
              <a:buChar char="n"/>
              <a:defRPr sz="2400" baseline="0">
                <a:latin typeface="微软雅黑 Light" panose="020B0502040204020203" pitchFamily="34" charset="-122"/>
                <a:ea typeface="微软雅黑 Light" panose="020B0502040204020203" pitchFamily="34" charset="-122"/>
                <a:cs typeface="Times New Roman" panose="02020603050405020304" pitchFamily="18" charset="0"/>
              </a:defRPr>
            </a:lvl2pPr>
            <a:lvl3pPr marL="1143000" indent="-228600" eaLnBrk="1" hangingPunct="1">
              <a:spcBef>
                <a:spcPct val="20000"/>
              </a:spcBef>
              <a:buClr>
                <a:srgbClr val="0000C8"/>
              </a:buClr>
              <a:buSzPct val="80000"/>
              <a:buFont typeface="Wingdings" panose="05000000000000000000" pitchFamily="2" charset="2"/>
              <a:buChar char="n"/>
              <a:defRPr baseline="0">
                <a:latin typeface="微软雅黑 Light" panose="020B0502040204020203" pitchFamily="34" charset="-122"/>
                <a:ea typeface="微软雅黑 Light" panose="020B0502040204020203" pitchFamily="34" charset="-122"/>
                <a:cs typeface="Times New Roman" panose="02020603050405020304" pitchFamily="18" charset="0"/>
              </a:defRPr>
            </a:lvl3pPr>
            <a:lvl4pPr marL="1600200" indent="-228600" eaLnBrk="1" hangingPunct="1">
              <a:spcBef>
                <a:spcPct val="20000"/>
              </a:spcBef>
              <a:buClr>
                <a:srgbClr val="FF7F00"/>
              </a:buClr>
              <a:buSzPct val="80000"/>
              <a:buFont typeface="Wingdings" panose="05000000000000000000" pitchFamily="2" charset="2"/>
              <a:buChar char="u"/>
              <a:defRPr sz="1800" baseline="0">
                <a:latin typeface="微软雅黑 Light" panose="020B0502040204020203" pitchFamily="34" charset="-122"/>
                <a:ea typeface="微软雅黑 Light" panose="020B0502040204020203" pitchFamily="34" charset="-122"/>
                <a:cs typeface="Times New Roman" panose="02020603050405020304" pitchFamily="18" charset="0"/>
              </a:defRPr>
            </a:lvl4pPr>
            <a:lvl5pPr marL="2057400" indent="-228600" eaLnBrk="1" hangingPunct="1">
              <a:spcBef>
                <a:spcPct val="20000"/>
              </a:spcBef>
              <a:buSzPct val="80000"/>
              <a:buFont typeface="Wingdings" panose="05000000000000000000" pitchFamily="2" charset="2"/>
              <a:buChar char="Ø"/>
              <a:defRPr sz="1800" baseline="0">
                <a:latin typeface="微软雅黑 Light" panose="020B0502040204020203" pitchFamily="34" charset="-122"/>
                <a:ea typeface="微软雅黑 Light" panose="020B0502040204020203" pitchFamily="34" charset="-122"/>
                <a:cs typeface="Times New Roman" panose="02020603050405020304" pitchFamily="18" charset="0"/>
              </a:defRPr>
            </a:lvl5pPr>
            <a:lvl6pPr marL="2514600" indent="-228600" fontAlgn="base">
              <a:spcBef>
                <a:spcPct val="20000"/>
              </a:spcBef>
              <a:spcAft>
                <a:spcPct val="0"/>
              </a:spcAft>
              <a:buSzPct val="80000"/>
              <a:buFont typeface="Wingdings" panose="05000000000000000000" pitchFamily="2" charset="2"/>
              <a:buChar char="Ø"/>
              <a:defRPr>
                <a:latin typeface="+mn-lt"/>
                <a:ea typeface="+mn-ea"/>
              </a:defRPr>
            </a:lvl6pPr>
            <a:lvl7pPr marL="2971800" indent="-228600" fontAlgn="base">
              <a:spcBef>
                <a:spcPct val="20000"/>
              </a:spcBef>
              <a:spcAft>
                <a:spcPct val="0"/>
              </a:spcAft>
              <a:buSzPct val="80000"/>
              <a:buFont typeface="Wingdings" panose="05000000000000000000" pitchFamily="2" charset="2"/>
              <a:buChar char="Ø"/>
              <a:defRPr>
                <a:latin typeface="+mn-lt"/>
                <a:ea typeface="+mn-ea"/>
              </a:defRPr>
            </a:lvl7pPr>
            <a:lvl8pPr marL="3429000" indent="-228600" fontAlgn="base">
              <a:spcBef>
                <a:spcPct val="20000"/>
              </a:spcBef>
              <a:spcAft>
                <a:spcPct val="0"/>
              </a:spcAft>
              <a:buSzPct val="80000"/>
              <a:buFont typeface="Wingdings" panose="05000000000000000000" pitchFamily="2" charset="2"/>
              <a:buChar char="Ø"/>
              <a:defRPr>
                <a:latin typeface="+mn-lt"/>
                <a:ea typeface="+mn-ea"/>
              </a:defRPr>
            </a:lvl8pPr>
            <a:lvl9pPr marL="3886200" indent="-228600" fontAlgn="base">
              <a:spcBef>
                <a:spcPct val="20000"/>
              </a:spcBef>
              <a:spcAft>
                <a:spcPct val="0"/>
              </a:spcAft>
              <a:buSzPct val="80000"/>
              <a:buFont typeface="Wingdings" panose="05000000000000000000" pitchFamily="2" charset="2"/>
              <a:buChar char="Ø"/>
              <a:defRPr>
                <a:latin typeface="+mn-lt"/>
                <a:ea typeface="+mn-ea"/>
              </a:defRPr>
            </a:lvl9pPr>
          </a:lstStyle>
          <a:p>
            <a:pPr marL="0" indent="0">
              <a:buNone/>
            </a:pPr>
            <a:r>
              <a:rPr lang="zh-CN" altLang="en-US" dirty="0">
                <a:solidFill>
                  <a:schemeClr val="tx1"/>
                </a:solidFill>
                <a:sym typeface="+mn-lt"/>
              </a:rPr>
              <a:t>路由表的每一行应包含下面信息：</a:t>
            </a:r>
            <a:endParaRPr lang="zh-CN" altLang="en-US" dirty="0">
              <a:solidFill>
                <a:schemeClr val="tx1"/>
              </a:solidFill>
              <a:sym typeface="+mn-lt"/>
            </a:endParaRPr>
          </a:p>
          <a:p>
            <a:pPr marL="361950" lvl="1" indent="-180975"/>
            <a:r>
              <a:rPr lang="zh-CN" altLang="en-US" sz="1900" dirty="0">
                <a:sym typeface="+mn-lt"/>
              </a:rPr>
              <a:t>目的</a:t>
            </a:r>
            <a:r>
              <a:rPr lang="en-US" altLang="zh-CN" sz="1900" dirty="0">
                <a:sym typeface="+mn-lt"/>
              </a:rPr>
              <a:t>IP</a:t>
            </a:r>
            <a:r>
              <a:rPr lang="zh-CN" altLang="en-US" sz="1900" dirty="0">
                <a:sym typeface="+mn-lt"/>
              </a:rPr>
              <a:t>地址，即路由前缀</a:t>
            </a:r>
            <a:endParaRPr lang="en-US" altLang="zh-CN" sz="1900" dirty="0">
              <a:sym typeface="+mn-lt"/>
            </a:endParaRPr>
          </a:p>
          <a:p>
            <a:pPr marL="361950" lvl="1" indent="-180975"/>
            <a:r>
              <a:rPr lang="zh-CN" altLang="en-US" sz="1900" dirty="0">
                <a:sym typeface="+mn-lt"/>
              </a:rPr>
              <a:t>下一跳路由器的</a:t>
            </a:r>
            <a:r>
              <a:rPr lang="en-US" altLang="zh-CN" sz="1900" dirty="0">
                <a:sym typeface="+mn-lt"/>
              </a:rPr>
              <a:t>IP</a:t>
            </a:r>
            <a:r>
              <a:rPr lang="zh-CN" altLang="en-US" sz="1900" dirty="0">
                <a:sym typeface="+mn-lt"/>
              </a:rPr>
              <a:t>地址</a:t>
            </a:r>
            <a:endParaRPr lang="en-US" altLang="zh-CN" sz="1900" dirty="0">
              <a:sym typeface="+mn-lt"/>
            </a:endParaRPr>
          </a:p>
          <a:p>
            <a:pPr marL="361950" lvl="1" indent="-180975"/>
            <a:r>
              <a:rPr lang="zh-CN" altLang="en-US" sz="1900" dirty="0">
                <a:sym typeface="+mn-lt"/>
              </a:rPr>
              <a:t>为数据报的传输指定一个网络接口</a:t>
            </a:r>
            <a:endParaRPr lang="zh-CN" altLang="en-US" sz="1900" dirty="0">
              <a:sym typeface="+mn-lt"/>
            </a:endParaRPr>
          </a:p>
          <a:p>
            <a:endParaRPr lang="zh-CN" altLang="en-US" dirty="0">
              <a:sym typeface="+mn-lt"/>
            </a:endParaRPr>
          </a:p>
        </p:txBody>
      </p:sp>
      <p:sp>
        <p:nvSpPr>
          <p:cNvPr id="164" name="内容占位符 2"/>
          <p:cNvSpPr>
            <a:spLocks noGrp="1"/>
          </p:cNvSpPr>
          <p:nvPr>
            <p:ph idx="1"/>
          </p:nvPr>
        </p:nvSpPr>
        <p:spPr>
          <a:xfrm>
            <a:off x="487476" y="3134244"/>
            <a:ext cx="2752370" cy="2811922"/>
          </a:xfrm>
        </p:spPr>
        <p:txBody>
          <a:bodyPr vert="horz" lIns="91440" tIns="45720" rIns="91440" bIns="45720" rtlCol="0">
            <a:normAutofit fontScale="77500" lnSpcReduction="20000"/>
          </a:bodyPr>
          <a:lstStyle/>
          <a:p>
            <a:pPr marL="266700" indent="-266700" eaLnBrk="0" hangingPunct="0">
              <a:lnSpc>
                <a:spcPct val="120000"/>
              </a:lnSpc>
              <a:spcBef>
                <a:spcPts val="0"/>
              </a:spcBef>
            </a:pPr>
            <a:r>
              <a:rPr lang="zh-CN" altLang="en-US" sz="2400" kern="1200" dirty="0">
                <a:cs typeface="+mn-ea"/>
                <a:sym typeface="+mn-lt"/>
              </a:rPr>
              <a:t>路由器的主要功能是转发数据包，路由器内存中维护一个路由表。收到一个数据包后，提取数据包的目的</a:t>
            </a:r>
            <a:r>
              <a:rPr lang="en-US" altLang="zh-CN" sz="2400" kern="1200" dirty="0">
                <a:cs typeface="+mn-ea"/>
                <a:sym typeface="+mn-lt"/>
              </a:rPr>
              <a:t>IP</a:t>
            </a:r>
            <a:r>
              <a:rPr lang="zh-CN" altLang="en-US" sz="2400" kern="1200" dirty="0">
                <a:cs typeface="+mn-ea"/>
                <a:sym typeface="+mn-lt"/>
              </a:rPr>
              <a:t>地址作为</a:t>
            </a:r>
            <a:r>
              <a:rPr lang="en-US" altLang="zh-CN" sz="2400" kern="1200" dirty="0">
                <a:cs typeface="+mn-ea"/>
                <a:sym typeface="+mn-lt"/>
              </a:rPr>
              <a:t>Key</a:t>
            </a:r>
            <a:r>
              <a:rPr lang="zh-CN" altLang="en-US" sz="2400" kern="1200" dirty="0">
                <a:cs typeface="+mn-ea"/>
                <a:sym typeface="+mn-lt"/>
              </a:rPr>
              <a:t>，搜索路由表，基于检索结果将数据包从指定的接口转发出去</a:t>
            </a:r>
            <a:endParaRPr lang="zh-CN" altLang="en-US" sz="2400" kern="1200" dirty="0">
              <a:cs typeface="+mn-ea"/>
              <a:sym typeface="+mn-lt"/>
            </a:endParaRPr>
          </a:p>
          <a:p>
            <a:pPr marL="266700" indent="-266700" eaLnBrk="0" hangingPunct="0">
              <a:lnSpc>
                <a:spcPct val="120000"/>
              </a:lnSpc>
              <a:spcBef>
                <a:spcPts val="0"/>
              </a:spcBef>
            </a:pPr>
            <a:endParaRPr lang="zh-CN" altLang="en-US" sz="2400" kern="1200" dirty="0">
              <a:solidFill>
                <a:schemeClr val="accent2"/>
              </a:solidFill>
              <a:cs typeface="+mn-ea"/>
              <a:sym typeface="+mn-lt"/>
            </a:endParaRPr>
          </a:p>
        </p:txBody>
      </p:sp>
    </p:spTree>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IP</a:t>
            </a:r>
            <a:r>
              <a:rPr lang="zh-CN" altLang="en-US" dirty="0"/>
              <a:t>转发</a:t>
            </a:r>
            <a:endParaRPr lang="zh-CN" altLang="en-US" dirty="0"/>
          </a:p>
        </p:txBody>
      </p:sp>
      <p:sp>
        <p:nvSpPr>
          <p:cNvPr id="4" name="灯片编号占位符 3"/>
          <p:cNvSpPr>
            <a:spLocks noGrp="1"/>
          </p:cNvSpPr>
          <p:nvPr>
            <p:ph type="sldNum" sz="quarter" idx="12"/>
          </p:nvPr>
        </p:nvSpPr>
        <p:spPr/>
        <p:txBody>
          <a:bodyPr/>
          <a:lstStyle/>
          <a:p>
            <a:pPr>
              <a:defRPr/>
            </a:pPr>
            <a:fld id="{816960B2-2B11-492C-B588-5290E1274F96}" type="slidenum">
              <a:rPr lang="en-US" altLang="zh-CN" smtClean="0"/>
            </a:fld>
            <a:endParaRPr lang="en-US" altLang="zh-CN" dirty="0"/>
          </a:p>
        </p:txBody>
      </p:sp>
      <p:sp>
        <p:nvSpPr>
          <p:cNvPr id="5" name="直角三角形 4"/>
          <p:cNvSpPr/>
          <p:nvPr/>
        </p:nvSpPr>
        <p:spPr>
          <a:xfrm>
            <a:off x="6152085" y="2185281"/>
            <a:ext cx="5065028" cy="1076923"/>
          </a:xfrm>
          <a:prstGeom prst="rtTriangle">
            <a:avLst/>
          </a:prstGeom>
          <a:solidFill>
            <a:schemeClr val="accent6">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latin typeface="微软雅黑 Light" panose="020B0502040204020203" pitchFamily="34" charset="-122"/>
              <a:ea typeface="微软雅黑 Light" panose="020B0502040204020203" pitchFamily="34" charset="-122"/>
              <a:cs typeface="+mn-ea"/>
              <a:sym typeface="+mn-lt"/>
            </a:endParaRPr>
          </a:p>
        </p:txBody>
      </p:sp>
      <p:cxnSp>
        <p:nvCxnSpPr>
          <p:cNvPr id="6" name="直接连接符 5"/>
          <p:cNvCxnSpPr>
            <a:stCxn id="9" idx="3"/>
          </p:cNvCxnSpPr>
          <p:nvPr/>
        </p:nvCxnSpPr>
        <p:spPr>
          <a:xfrm>
            <a:off x="9402763" y="1895523"/>
            <a:ext cx="1390741" cy="0"/>
          </a:xfrm>
          <a:prstGeom prst="line">
            <a:avLst/>
          </a:prstGeom>
          <a:ln w="38100"/>
        </p:spPr>
        <p:style>
          <a:lnRef idx="3">
            <a:schemeClr val="accent4"/>
          </a:lnRef>
          <a:fillRef idx="0">
            <a:schemeClr val="accent4"/>
          </a:fillRef>
          <a:effectRef idx="2">
            <a:schemeClr val="accent4"/>
          </a:effectRef>
          <a:fontRef idx="minor">
            <a:schemeClr val="tx1"/>
          </a:fontRef>
        </p:style>
      </p:cxnSp>
      <p:pic>
        <p:nvPicPr>
          <p:cNvPr id="7" name="图形 6"/>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2954851" y="1625949"/>
            <a:ext cx="539147" cy="539147"/>
          </a:xfrm>
          <a:prstGeom prst="rect">
            <a:avLst/>
          </a:prstGeom>
        </p:spPr>
      </p:pic>
      <p:pic>
        <p:nvPicPr>
          <p:cNvPr id="8" name="图形 7"/>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5909234" y="1625949"/>
            <a:ext cx="539147" cy="539147"/>
          </a:xfrm>
          <a:prstGeom prst="rect">
            <a:avLst/>
          </a:prstGeom>
        </p:spPr>
      </p:pic>
      <p:pic>
        <p:nvPicPr>
          <p:cNvPr id="9" name="图形 8"/>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8863616" y="1625949"/>
            <a:ext cx="539147" cy="539147"/>
          </a:xfrm>
          <a:prstGeom prst="rect">
            <a:avLst/>
          </a:prstGeom>
        </p:spPr>
      </p:pic>
      <p:cxnSp>
        <p:nvCxnSpPr>
          <p:cNvPr id="10" name="直接连接符 9"/>
          <p:cNvCxnSpPr>
            <a:stCxn id="7" idx="3"/>
            <a:endCxn id="8" idx="1"/>
          </p:cNvCxnSpPr>
          <p:nvPr/>
        </p:nvCxnSpPr>
        <p:spPr>
          <a:xfrm>
            <a:off x="3493998" y="1895523"/>
            <a:ext cx="2415236" cy="0"/>
          </a:xfrm>
          <a:prstGeom prst="line">
            <a:avLst/>
          </a:prstGeom>
          <a:ln w="38100"/>
        </p:spPr>
        <p:style>
          <a:lnRef idx="3">
            <a:schemeClr val="accent4"/>
          </a:lnRef>
          <a:fillRef idx="0">
            <a:schemeClr val="accent4"/>
          </a:fillRef>
          <a:effectRef idx="2">
            <a:schemeClr val="accent4"/>
          </a:effectRef>
          <a:fontRef idx="minor">
            <a:schemeClr val="tx1"/>
          </a:fontRef>
        </p:style>
      </p:cxnSp>
      <p:cxnSp>
        <p:nvCxnSpPr>
          <p:cNvPr id="11" name="直接连接符 10"/>
          <p:cNvCxnSpPr>
            <a:stCxn id="8" idx="3"/>
            <a:endCxn id="9" idx="1"/>
          </p:cNvCxnSpPr>
          <p:nvPr/>
        </p:nvCxnSpPr>
        <p:spPr>
          <a:xfrm>
            <a:off x="6448381" y="1895523"/>
            <a:ext cx="2415235" cy="0"/>
          </a:xfrm>
          <a:prstGeom prst="line">
            <a:avLst/>
          </a:prstGeom>
          <a:ln w="38100"/>
        </p:spPr>
        <p:style>
          <a:lnRef idx="3">
            <a:schemeClr val="accent4"/>
          </a:lnRef>
          <a:fillRef idx="0">
            <a:schemeClr val="accent4"/>
          </a:fillRef>
          <a:effectRef idx="2">
            <a:schemeClr val="accent4"/>
          </a:effectRef>
          <a:fontRef idx="minor">
            <a:schemeClr val="tx1"/>
          </a:fontRef>
        </p:style>
      </p:cxnSp>
      <p:cxnSp>
        <p:nvCxnSpPr>
          <p:cNvPr id="12" name="直接连接符 11"/>
          <p:cNvCxnSpPr>
            <a:endCxn id="7" idx="1"/>
          </p:cNvCxnSpPr>
          <p:nvPr/>
        </p:nvCxnSpPr>
        <p:spPr>
          <a:xfrm>
            <a:off x="1336841" y="1895522"/>
            <a:ext cx="1618010" cy="1"/>
          </a:xfrm>
          <a:prstGeom prst="line">
            <a:avLst/>
          </a:prstGeom>
          <a:ln w="38100"/>
        </p:spPr>
        <p:style>
          <a:lnRef idx="3">
            <a:schemeClr val="accent4"/>
          </a:lnRef>
          <a:fillRef idx="0">
            <a:schemeClr val="accent4"/>
          </a:fillRef>
          <a:effectRef idx="2">
            <a:schemeClr val="accent4"/>
          </a:effectRef>
          <a:fontRef idx="minor">
            <a:schemeClr val="tx1"/>
          </a:fontRef>
        </p:style>
      </p:cxnSp>
      <p:sp>
        <p:nvSpPr>
          <p:cNvPr id="13" name="文本框 12"/>
          <p:cNvSpPr txBox="1"/>
          <p:nvPr/>
        </p:nvSpPr>
        <p:spPr>
          <a:xfrm>
            <a:off x="1989522" y="1121830"/>
            <a:ext cx="1042273" cy="432362"/>
          </a:xfrm>
          <a:prstGeom prst="rect">
            <a:avLst/>
          </a:prstGeom>
          <a:noFill/>
        </p:spPr>
        <p:txBody>
          <a:bodyPr wrap="none" rtlCol="0">
            <a:spAutoFit/>
          </a:bodyPr>
          <a:lstStyle/>
          <a:p>
            <a:pPr>
              <a:lnSpc>
                <a:spcPct val="120000"/>
              </a:lnSpc>
            </a:pPr>
            <a:r>
              <a:rPr lang="en-US" altLang="zh-CN" dirty="0">
                <a:latin typeface="微软雅黑 Light" panose="020B0502040204020203" pitchFamily="34" charset="-122"/>
                <a:ea typeface="微软雅黑 Light" panose="020B0502040204020203" pitchFamily="34" charset="-122"/>
                <a:cs typeface="+mn-ea"/>
                <a:sym typeface="+mn-lt"/>
              </a:rPr>
              <a:t>10.0.0.4</a:t>
            </a:r>
            <a:endParaRPr lang="zh-CN" altLang="en-US" dirty="0">
              <a:latin typeface="微软雅黑 Light" panose="020B0502040204020203" pitchFamily="34" charset="-122"/>
              <a:ea typeface="微软雅黑 Light" panose="020B0502040204020203" pitchFamily="34" charset="-122"/>
              <a:cs typeface="+mn-ea"/>
              <a:sym typeface="+mn-lt"/>
            </a:endParaRPr>
          </a:p>
        </p:txBody>
      </p:sp>
      <p:sp>
        <p:nvSpPr>
          <p:cNvPr id="14" name="文本框 13"/>
          <p:cNvSpPr txBox="1"/>
          <p:nvPr/>
        </p:nvSpPr>
        <p:spPr>
          <a:xfrm>
            <a:off x="3447337" y="1121830"/>
            <a:ext cx="1075936" cy="432362"/>
          </a:xfrm>
          <a:prstGeom prst="rect">
            <a:avLst/>
          </a:prstGeom>
          <a:noFill/>
        </p:spPr>
        <p:txBody>
          <a:bodyPr wrap="none" rtlCol="0">
            <a:spAutoFit/>
          </a:bodyPr>
          <a:lstStyle/>
          <a:p>
            <a:pPr>
              <a:lnSpc>
                <a:spcPct val="120000"/>
              </a:lnSpc>
            </a:pPr>
            <a:r>
              <a:rPr lang="en-US" altLang="zh-CN" dirty="0">
                <a:latin typeface="微软雅黑 Light" panose="020B0502040204020203" pitchFamily="34" charset="-122"/>
                <a:ea typeface="微软雅黑 Light" panose="020B0502040204020203" pitchFamily="34" charset="-122"/>
                <a:cs typeface="+mn-ea"/>
                <a:sym typeface="+mn-lt"/>
              </a:rPr>
              <a:t>20.0.0.7</a:t>
            </a:r>
            <a:endParaRPr lang="zh-CN" altLang="en-US" dirty="0">
              <a:latin typeface="微软雅黑 Light" panose="020B0502040204020203" pitchFamily="34" charset="-122"/>
              <a:ea typeface="微软雅黑 Light" panose="020B0502040204020203" pitchFamily="34" charset="-122"/>
              <a:cs typeface="+mn-ea"/>
              <a:sym typeface="+mn-lt"/>
            </a:endParaRPr>
          </a:p>
        </p:txBody>
      </p:sp>
      <p:sp>
        <p:nvSpPr>
          <p:cNvPr id="15" name="文本框 14"/>
          <p:cNvSpPr txBox="1"/>
          <p:nvPr/>
        </p:nvSpPr>
        <p:spPr>
          <a:xfrm>
            <a:off x="4905152" y="1121830"/>
            <a:ext cx="1080745" cy="432362"/>
          </a:xfrm>
          <a:prstGeom prst="rect">
            <a:avLst/>
          </a:prstGeom>
          <a:noFill/>
        </p:spPr>
        <p:txBody>
          <a:bodyPr wrap="none" rtlCol="0">
            <a:spAutoFit/>
          </a:bodyPr>
          <a:lstStyle/>
          <a:p>
            <a:pPr>
              <a:lnSpc>
                <a:spcPct val="120000"/>
              </a:lnSpc>
            </a:pPr>
            <a:r>
              <a:rPr lang="en-US" altLang="zh-CN" dirty="0">
                <a:latin typeface="微软雅黑 Light" panose="020B0502040204020203" pitchFamily="34" charset="-122"/>
                <a:ea typeface="微软雅黑 Light" panose="020B0502040204020203" pitchFamily="34" charset="-122"/>
                <a:cs typeface="+mn-ea"/>
                <a:sym typeface="+mn-lt"/>
              </a:rPr>
              <a:t>20.0.0.9</a:t>
            </a:r>
            <a:endParaRPr lang="zh-CN" altLang="en-US" dirty="0">
              <a:latin typeface="微软雅黑 Light" panose="020B0502040204020203" pitchFamily="34" charset="-122"/>
              <a:ea typeface="微软雅黑 Light" panose="020B0502040204020203" pitchFamily="34" charset="-122"/>
              <a:cs typeface="+mn-ea"/>
              <a:sym typeface="+mn-lt"/>
            </a:endParaRPr>
          </a:p>
        </p:txBody>
      </p:sp>
      <p:sp>
        <p:nvSpPr>
          <p:cNvPr id="16" name="文本框 15"/>
          <p:cNvSpPr txBox="1"/>
          <p:nvPr/>
        </p:nvSpPr>
        <p:spPr>
          <a:xfrm>
            <a:off x="6362967" y="1121830"/>
            <a:ext cx="1080745" cy="432362"/>
          </a:xfrm>
          <a:prstGeom prst="rect">
            <a:avLst/>
          </a:prstGeom>
          <a:noFill/>
        </p:spPr>
        <p:txBody>
          <a:bodyPr wrap="none" rtlCol="0">
            <a:spAutoFit/>
          </a:bodyPr>
          <a:lstStyle/>
          <a:p>
            <a:pPr>
              <a:lnSpc>
                <a:spcPct val="120000"/>
              </a:lnSpc>
            </a:pPr>
            <a:r>
              <a:rPr lang="en-US" altLang="zh-CN" dirty="0">
                <a:latin typeface="微软雅黑 Light" panose="020B0502040204020203" pitchFamily="34" charset="-122"/>
                <a:ea typeface="微软雅黑 Light" panose="020B0502040204020203" pitchFamily="34" charset="-122"/>
                <a:cs typeface="+mn-ea"/>
                <a:sym typeface="+mn-lt"/>
              </a:rPr>
              <a:t>30.0.0.2</a:t>
            </a:r>
            <a:endParaRPr lang="zh-CN" altLang="en-US" dirty="0">
              <a:latin typeface="微软雅黑 Light" panose="020B0502040204020203" pitchFamily="34" charset="-122"/>
              <a:ea typeface="微软雅黑 Light" panose="020B0502040204020203" pitchFamily="34" charset="-122"/>
              <a:cs typeface="+mn-ea"/>
              <a:sym typeface="+mn-lt"/>
            </a:endParaRPr>
          </a:p>
        </p:txBody>
      </p:sp>
      <p:sp>
        <p:nvSpPr>
          <p:cNvPr id="17" name="文本框 16"/>
          <p:cNvSpPr txBox="1"/>
          <p:nvPr/>
        </p:nvSpPr>
        <p:spPr>
          <a:xfrm>
            <a:off x="7820782" y="1121830"/>
            <a:ext cx="1037463" cy="432362"/>
          </a:xfrm>
          <a:prstGeom prst="rect">
            <a:avLst/>
          </a:prstGeom>
          <a:noFill/>
        </p:spPr>
        <p:txBody>
          <a:bodyPr wrap="none" rtlCol="0">
            <a:spAutoFit/>
          </a:bodyPr>
          <a:lstStyle/>
          <a:p>
            <a:pPr>
              <a:lnSpc>
                <a:spcPct val="120000"/>
              </a:lnSpc>
            </a:pPr>
            <a:r>
              <a:rPr lang="en-US" altLang="zh-CN" dirty="0">
                <a:latin typeface="微软雅黑 Light" panose="020B0502040204020203" pitchFamily="34" charset="-122"/>
                <a:ea typeface="微软雅黑 Light" panose="020B0502040204020203" pitchFamily="34" charset="-122"/>
                <a:cs typeface="+mn-ea"/>
                <a:sym typeface="+mn-lt"/>
              </a:rPr>
              <a:t>30.0.0.1</a:t>
            </a:r>
            <a:endParaRPr lang="zh-CN" altLang="en-US" dirty="0">
              <a:latin typeface="微软雅黑 Light" panose="020B0502040204020203" pitchFamily="34" charset="-122"/>
              <a:ea typeface="微软雅黑 Light" panose="020B0502040204020203" pitchFamily="34" charset="-122"/>
              <a:cs typeface="+mn-ea"/>
              <a:sym typeface="+mn-lt"/>
            </a:endParaRPr>
          </a:p>
        </p:txBody>
      </p:sp>
      <p:sp>
        <p:nvSpPr>
          <p:cNvPr id="18" name="文本框 17"/>
          <p:cNvSpPr txBox="1"/>
          <p:nvPr/>
        </p:nvSpPr>
        <p:spPr>
          <a:xfrm>
            <a:off x="9278596" y="1121830"/>
            <a:ext cx="1090363" cy="432362"/>
          </a:xfrm>
          <a:prstGeom prst="rect">
            <a:avLst/>
          </a:prstGeom>
          <a:noFill/>
        </p:spPr>
        <p:txBody>
          <a:bodyPr wrap="none" rtlCol="0">
            <a:spAutoFit/>
          </a:bodyPr>
          <a:lstStyle/>
          <a:p>
            <a:pPr>
              <a:lnSpc>
                <a:spcPct val="120000"/>
              </a:lnSpc>
            </a:pPr>
            <a:r>
              <a:rPr lang="en-US" altLang="zh-CN" dirty="0">
                <a:latin typeface="微软雅黑 Light" panose="020B0502040204020203" pitchFamily="34" charset="-122"/>
                <a:ea typeface="微软雅黑 Light" panose="020B0502040204020203" pitchFamily="34" charset="-122"/>
                <a:cs typeface="+mn-ea"/>
                <a:sym typeface="+mn-lt"/>
              </a:rPr>
              <a:t>40.0.0.4</a:t>
            </a:r>
            <a:endParaRPr lang="zh-CN" altLang="en-US" dirty="0">
              <a:latin typeface="微软雅黑 Light" panose="020B0502040204020203" pitchFamily="34" charset="-122"/>
              <a:ea typeface="微软雅黑 Light" panose="020B0502040204020203" pitchFamily="34" charset="-122"/>
              <a:cs typeface="+mn-ea"/>
              <a:sym typeface="+mn-lt"/>
            </a:endParaRPr>
          </a:p>
        </p:txBody>
      </p:sp>
      <p:cxnSp>
        <p:nvCxnSpPr>
          <p:cNvPr id="19" name="直接箭头连接符 18"/>
          <p:cNvCxnSpPr/>
          <p:nvPr/>
        </p:nvCxnSpPr>
        <p:spPr>
          <a:xfrm>
            <a:off x="2564289" y="1486612"/>
            <a:ext cx="0" cy="378823"/>
          </a:xfrm>
          <a:prstGeom prst="straightConnector1">
            <a:avLst/>
          </a:prstGeom>
          <a:ln w="38100">
            <a:solidFill>
              <a:schemeClr val="accent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0" name="直接箭头连接符 19"/>
          <p:cNvCxnSpPr/>
          <p:nvPr/>
        </p:nvCxnSpPr>
        <p:spPr>
          <a:xfrm>
            <a:off x="3887991" y="1486612"/>
            <a:ext cx="0" cy="378823"/>
          </a:xfrm>
          <a:prstGeom prst="straightConnector1">
            <a:avLst/>
          </a:prstGeom>
          <a:ln w="38100">
            <a:solidFill>
              <a:schemeClr val="accent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1" name="直接箭头连接符 20"/>
          <p:cNvCxnSpPr/>
          <p:nvPr/>
        </p:nvCxnSpPr>
        <p:spPr>
          <a:xfrm>
            <a:off x="5525203" y="1486612"/>
            <a:ext cx="0" cy="378823"/>
          </a:xfrm>
          <a:prstGeom prst="straightConnector1">
            <a:avLst/>
          </a:prstGeom>
          <a:ln w="38100">
            <a:solidFill>
              <a:schemeClr val="accent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2" name="直接箭头连接符 21"/>
          <p:cNvCxnSpPr/>
          <p:nvPr/>
        </p:nvCxnSpPr>
        <p:spPr>
          <a:xfrm>
            <a:off x="6814072" y="1486612"/>
            <a:ext cx="0" cy="378823"/>
          </a:xfrm>
          <a:prstGeom prst="straightConnector1">
            <a:avLst/>
          </a:prstGeom>
          <a:ln w="38100">
            <a:solidFill>
              <a:schemeClr val="accent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3" name="直接箭头连接符 22"/>
          <p:cNvCxnSpPr/>
          <p:nvPr/>
        </p:nvCxnSpPr>
        <p:spPr>
          <a:xfrm>
            <a:off x="8486117" y="1486612"/>
            <a:ext cx="0" cy="378823"/>
          </a:xfrm>
          <a:prstGeom prst="straightConnector1">
            <a:avLst/>
          </a:prstGeom>
          <a:ln w="38100">
            <a:solidFill>
              <a:schemeClr val="accent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4" name="直接箭头连接符 23"/>
          <p:cNvCxnSpPr/>
          <p:nvPr/>
        </p:nvCxnSpPr>
        <p:spPr>
          <a:xfrm>
            <a:off x="9722734" y="1486612"/>
            <a:ext cx="0" cy="378823"/>
          </a:xfrm>
          <a:prstGeom prst="straightConnector1">
            <a:avLst/>
          </a:prstGeom>
          <a:ln w="38100">
            <a:solidFill>
              <a:schemeClr val="accent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5" name="文本框 24"/>
          <p:cNvSpPr txBox="1"/>
          <p:nvPr/>
        </p:nvSpPr>
        <p:spPr>
          <a:xfrm>
            <a:off x="2989433" y="1256616"/>
            <a:ext cx="404278" cy="432362"/>
          </a:xfrm>
          <a:prstGeom prst="rect">
            <a:avLst/>
          </a:prstGeom>
          <a:noFill/>
        </p:spPr>
        <p:txBody>
          <a:bodyPr wrap="none" rtlCol="0">
            <a:spAutoFit/>
          </a:bodyPr>
          <a:lstStyle/>
          <a:p>
            <a:pPr>
              <a:lnSpc>
                <a:spcPct val="120000"/>
              </a:lnSpc>
            </a:pPr>
            <a:r>
              <a:rPr lang="en-US" altLang="zh-CN" dirty="0">
                <a:latin typeface="微软雅黑 Light" panose="020B0502040204020203" pitchFamily="34" charset="-122"/>
                <a:ea typeface="微软雅黑 Light" panose="020B0502040204020203" pitchFamily="34" charset="-122"/>
                <a:cs typeface="+mn-ea"/>
                <a:sym typeface="+mn-lt"/>
              </a:rPr>
              <a:t>R</a:t>
            </a:r>
            <a:r>
              <a:rPr lang="en-US" altLang="zh-CN" baseline="-25000" dirty="0">
                <a:latin typeface="微软雅黑 Light" panose="020B0502040204020203" pitchFamily="34" charset="-122"/>
                <a:ea typeface="微软雅黑 Light" panose="020B0502040204020203" pitchFamily="34" charset="-122"/>
                <a:cs typeface="+mn-ea"/>
                <a:sym typeface="+mn-lt"/>
              </a:rPr>
              <a:t>1</a:t>
            </a:r>
            <a:endParaRPr lang="zh-CN" altLang="en-US" baseline="-25000" dirty="0">
              <a:latin typeface="微软雅黑 Light" panose="020B0502040204020203" pitchFamily="34" charset="-122"/>
              <a:ea typeface="微软雅黑 Light" panose="020B0502040204020203" pitchFamily="34" charset="-122"/>
              <a:cs typeface="+mn-ea"/>
              <a:sym typeface="+mn-lt"/>
            </a:endParaRPr>
          </a:p>
        </p:txBody>
      </p:sp>
      <p:sp>
        <p:nvSpPr>
          <p:cNvPr id="26" name="文本框 25"/>
          <p:cNvSpPr txBox="1"/>
          <p:nvPr/>
        </p:nvSpPr>
        <p:spPr>
          <a:xfrm>
            <a:off x="5933916" y="1256616"/>
            <a:ext cx="433132" cy="432362"/>
          </a:xfrm>
          <a:prstGeom prst="rect">
            <a:avLst/>
          </a:prstGeom>
          <a:noFill/>
        </p:spPr>
        <p:txBody>
          <a:bodyPr wrap="none" rtlCol="0">
            <a:spAutoFit/>
          </a:bodyPr>
          <a:lstStyle/>
          <a:p>
            <a:pPr>
              <a:lnSpc>
                <a:spcPct val="120000"/>
              </a:lnSpc>
            </a:pPr>
            <a:r>
              <a:rPr lang="en-US" altLang="zh-CN" dirty="0">
                <a:latin typeface="微软雅黑 Light" panose="020B0502040204020203" pitchFamily="34" charset="-122"/>
                <a:ea typeface="微软雅黑 Light" panose="020B0502040204020203" pitchFamily="34" charset="-122"/>
                <a:cs typeface="+mn-ea"/>
                <a:sym typeface="+mn-lt"/>
              </a:rPr>
              <a:t>R</a:t>
            </a:r>
            <a:r>
              <a:rPr lang="en-US" altLang="zh-CN" baseline="-25000" dirty="0">
                <a:latin typeface="微软雅黑 Light" panose="020B0502040204020203" pitchFamily="34" charset="-122"/>
                <a:ea typeface="微软雅黑 Light" panose="020B0502040204020203" pitchFamily="34" charset="-122"/>
                <a:cs typeface="+mn-ea"/>
                <a:sym typeface="+mn-lt"/>
              </a:rPr>
              <a:t>2</a:t>
            </a:r>
            <a:endParaRPr lang="zh-CN" altLang="en-US" baseline="-25000" dirty="0">
              <a:latin typeface="微软雅黑 Light" panose="020B0502040204020203" pitchFamily="34" charset="-122"/>
              <a:ea typeface="微软雅黑 Light" panose="020B0502040204020203" pitchFamily="34" charset="-122"/>
              <a:cs typeface="+mn-ea"/>
              <a:sym typeface="+mn-lt"/>
            </a:endParaRPr>
          </a:p>
        </p:txBody>
      </p:sp>
      <p:sp>
        <p:nvSpPr>
          <p:cNvPr id="27" name="文本框 26"/>
          <p:cNvSpPr txBox="1"/>
          <p:nvPr/>
        </p:nvSpPr>
        <p:spPr>
          <a:xfrm>
            <a:off x="8893380" y="1256616"/>
            <a:ext cx="433132" cy="432362"/>
          </a:xfrm>
          <a:prstGeom prst="rect">
            <a:avLst/>
          </a:prstGeom>
          <a:noFill/>
        </p:spPr>
        <p:txBody>
          <a:bodyPr wrap="none" rtlCol="0">
            <a:spAutoFit/>
          </a:bodyPr>
          <a:lstStyle/>
          <a:p>
            <a:pPr>
              <a:lnSpc>
                <a:spcPct val="120000"/>
              </a:lnSpc>
            </a:pPr>
            <a:r>
              <a:rPr lang="en-US" altLang="zh-CN" dirty="0">
                <a:latin typeface="微软雅黑 Light" panose="020B0502040204020203" pitchFamily="34" charset="-122"/>
                <a:ea typeface="微软雅黑 Light" panose="020B0502040204020203" pitchFamily="34" charset="-122"/>
                <a:cs typeface="+mn-ea"/>
                <a:sym typeface="+mn-lt"/>
              </a:rPr>
              <a:t>R</a:t>
            </a:r>
            <a:r>
              <a:rPr lang="en-US" altLang="zh-CN" baseline="-25000" dirty="0">
                <a:latin typeface="微软雅黑 Light" panose="020B0502040204020203" pitchFamily="34" charset="-122"/>
                <a:ea typeface="微软雅黑 Light" panose="020B0502040204020203" pitchFamily="34" charset="-122"/>
                <a:cs typeface="+mn-ea"/>
                <a:sym typeface="+mn-lt"/>
              </a:rPr>
              <a:t>3</a:t>
            </a:r>
            <a:endParaRPr lang="zh-CN" altLang="en-US" baseline="-25000" dirty="0">
              <a:latin typeface="微软雅黑 Light" panose="020B0502040204020203" pitchFamily="34" charset="-122"/>
              <a:ea typeface="微软雅黑 Light" panose="020B0502040204020203" pitchFamily="34" charset="-122"/>
              <a:cs typeface="+mn-ea"/>
              <a:sym typeface="+mn-lt"/>
            </a:endParaRPr>
          </a:p>
        </p:txBody>
      </p:sp>
      <p:sp>
        <p:nvSpPr>
          <p:cNvPr id="28" name="Text Box 117"/>
          <p:cNvSpPr txBox="1">
            <a:spLocks noChangeArrowheads="1"/>
          </p:cNvSpPr>
          <p:nvPr/>
        </p:nvSpPr>
        <p:spPr bwMode="auto">
          <a:xfrm>
            <a:off x="6313789" y="2801080"/>
            <a:ext cx="2845651" cy="4973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nSpc>
                <a:spcPct val="120000"/>
              </a:lnSpc>
            </a:pPr>
            <a:r>
              <a:rPr kumimoji="1" lang="zh-CN" altLang="en-US" sz="2400" dirty="0">
                <a:latin typeface="微软雅黑 Light" panose="020B0502040204020203" pitchFamily="34" charset="-122"/>
                <a:ea typeface="微软雅黑 Light" panose="020B0502040204020203" pitchFamily="34" charset="-122"/>
                <a:cs typeface="+mn-ea"/>
                <a:sym typeface="+mn-lt"/>
              </a:rPr>
              <a:t>路由器 </a:t>
            </a:r>
            <a:r>
              <a:rPr kumimoji="1" lang="en-US" altLang="zh-CN" sz="2400" dirty="0">
                <a:latin typeface="微软雅黑 Light" panose="020B0502040204020203" pitchFamily="34" charset="-122"/>
                <a:ea typeface="微软雅黑 Light" panose="020B0502040204020203" pitchFamily="34" charset="-122"/>
                <a:cs typeface="+mn-ea"/>
                <a:sym typeface="+mn-lt"/>
              </a:rPr>
              <a:t>R</a:t>
            </a:r>
            <a:r>
              <a:rPr kumimoji="1" lang="en-US" altLang="zh-CN" sz="2400" baseline="-25000" dirty="0">
                <a:latin typeface="微软雅黑 Light" panose="020B0502040204020203" pitchFamily="34" charset="-122"/>
                <a:ea typeface="微软雅黑 Light" panose="020B0502040204020203" pitchFamily="34" charset="-122"/>
                <a:cs typeface="+mn-ea"/>
                <a:sym typeface="+mn-lt"/>
              </a:rPr>
              <a:t>2</a:t>
            </a:r>
            <a:r>
              <a:rPr kumimoji="1" lang="en-US" altLang="zh-CN" sz="2400" dirty="0">
                <a:latin typeface="微软雅黑 Light" panose="020B0502040204020203" pitchFamily="34" charset="-122"/>
                <a:ea typeface="微软雅黑 Light" panose="020B0502040204020203" pitchFamily="34" charset="-122"/>
                <a:cs typeface="+mn-ea"/>
                <a:sym typeface="+mn-lt"/>
              </a:rPr>
              <a:t> </a:t>
            </a:r>
            <a:r>
              <a:rPr kumimoji="1" lang="zh-CN" altLang="en-US" sz="2400" dirty="0">
                <a:latin typeface="微软雅黑 Light" panose="020B0502040204020203" pitchFamily="34" charset="-122"/>
                <a:ea typeface="微软雅黑 Light" panose="020B0502040204020203" pitchFamily="34" charset="-122"/>
                <a:cs typeface="+mn-ea"/>
                <a:sym typeface="+mn-lt"/>
              </a:rPr>
              <a:t>的路由表</a:t>
            </a:r>
            <a:endParaRPr kumimoji="1" lang="zh-CN" altLang="en-US" sz="2400" dirty="0">
              <a:latin typeface="微软雅黑 Light" panose="020B0502040204020203" pitchFamily="34" charset="-122"/>
              <a:ea typeface="微软雅黑 Light" panose="020B0502040204020203" pitchFamily="34" charset="-122"/>
              <a:cs typeface="+mn-ea"/>
              <a:sym typeface="+mn-lt"/>
            </a:endParaRPr>
          </a:p>
        </p:txBody>
      </p:sp>
      <p:sp>
        <p:nvSpPr>
          <p:cNvPr id="29" name="文本框 28"/>
          <p:cNvSpPr txBox="1"/>
          <p:nvPr/>
        </p:nvSpPr>
        <p:spPr>
          <a:xfrm>
            <a:off x="5137917" y="1902263"/>
            <a:ext cx="840295" cy="432362"/>
          </a:xfrm>
          <a:prstGeom prst="rect">
            <a:avLst/>
          </a:prstGeom>
          <a:noFill/>
        </p:spPr>
        <p:txBody>
          <a:bodyPr wrap="none" rtlCol="0">
            <a:spAutoFit/>
          </a:bodyPr>
          <a:lstStyle/>
          <a:p>
            <a:pPr>
              <a:lnSpc>
                <a:spcPct val="120000"/>
              </a:lnSpc>
            </a:pPr>
            <a:r>
              <a:rPr lang="zh-CN" altLang="en-US" dirty="0">
                <a:latin typeface="微软雅黑 Light" panose="020B0502040204020203" pitchFamily="34" charset="-122"/>
                <a:ea typeface="微软雅黑 Light" panose="020B0502040204020203" pitchFamily="34" charset="-122"/>
                <a:cs typeface="+mn-ea"/>
                <a:sym typeface="+mn-lt"/>
              </a:rPr>
              <a:t>接口</a:t>
            </a:r>
            <a:r>
              <a:rPr lang="en-US" altLang="zh-CN" dirty="0">
                <a:latin typeface="微软雅黑 Light" panose="020B0502040204020203" pitchFamily="34" charset="-122"/>
                <a:ea typeface="微软雅黑 Light" panose="020B0502040204020203" pitchFamily="34" charset="-122"/>
                <a:cs typeface="+mn-ea"/>
                <a:sym typeface="+mn-lt"/>
              </a:rPr>
              <a:t>0</a:t>
            </a:r>
            <a:endParaRPr lang="zh-CN" altLang="en-US" dirty="0">
              <a:latin typeface="微软雅黑 Light" panose="020B0502040204020203" pitchFamily="34" charset="-122"/>
              <a:ea typeface="微软雅黑 Light" panose="020B0502040204020203" pitchFamily="34" charset="-122"/>
              <a:cs typeface="+mn-ea"/>
              <a:sym typeface="+mn-lt"/>
            </a:endParaRPr>
          </a:p>
        </p:txBody>
      </p:sp>
      <p:sp>
        <p:nvSpPr>
          <p:cNvPr id="30" name="文本框 29"/>
          <p:cNvSpPr txBox="1"/>
          <p:nvPr/>
        </p:nvSpPr>
        <p:spPr>
          <a:xfrm>
            <a:off x="6426786" y="1902263"/>
            <a:ext cx="797013" cy="432362"/>
          </a:xfrm>
          <a:prstGeom prst="rect">
            <a:avLst/>
          </a:prstGeom>
          <a:noFill/>
        </p:spPr>
        <p:txBody>
          <a:bodyPr wrap="none" rtlCol="0">
            <a:spAutoFit/>
          </a:bodyPr>
          <a:lstStyle/>
          <a:p>
            <a:pPr>
              <a:lnSpc>
                <a:spcPct val="120000"/>
              </a:lnSpc>
            </a:pPr>
            <a:r>
              <a:rPr lang="zh-CN" altLang="en-US" dirty="0">
                <a:latin typeface="微软雅黑 Light" panose="020B0502040204020203" pitchFamily="34" charset="-122"/>
                <a:ea typeface="微软雅黑 Light" panose="020B0502040204020203" pitchFamily="34" charset="-122"/>
                <a:cs typeface="+mn-ea"/>
                <a:sym typeface="+mn-lt"/>
              </a:rPr>
              <a:t>接口</a:t>
            </a:r>
            <a:r>
              <a:rPr lang="en-US" altLang="zh-CN" dirty="0">
                <a:latin typeface="微软雅黑 Light" panose="020B0502040204020203" pitchFamily="34" charset="-122"/>
                <a:ea typeface="微软雅黑 Light" panose="020B0502040204020203" pitchFamily="34" charset="-122"/>
                <a:cs typeface="+mn-ea"/>
                <a:sym typeface="+mn-lt"/>
              </a:rPr>
              <a:t>1</a:t>
            </a:r>
            <a:endParaRPr lang="zh-CN" altLang="en-US" dirty="0">
              <a:latin typeface="微软雅黑 Light" panose="020B0502040204020203" pitchFamily="34" charset="-122"/>
              <a:ea typeface="微软雅黑 Light" panose="020B0502040204020203" pitchFamily="34" charset="-122"/>
              <a:cs typeface="+mn-ea"/>
              <a:sym typeface="+mn-lt"/>
            </a:endParaRPr>
          </a:p>
        </p:txBody>
      </p:sp>
      <p:sp>
        <p:nvSpPr>
          <p:cNvPr id="31" name="云形 30"/>
          <p:cNvSpPr/>
          <p:nvPr/>
        </p:nvSpPr>
        <p:spPr>
          <a:xfrm>
            <a:off x="1046411" y="1532967"/>
            <a:ext cx="1281171" cy="725109"/>
          </a:xfrm>
          <a:prstGeom prst="cloud">
            <a:avLst/>
          </a:prstGeom>
          <a:solidFill>
            <a:schemeClr val="accent1">
              <a:lumMod val="90000"/>
            </a:schemeClr>
          </a:solidFill>
          <a:ln>
            <a:noFill/>
          </a:ln>
        </p:spPr>
        <p:style>
          <a:lnRef idx="0">
            <a:scrgbClr r="0" g="0" b="0"/>
          </a:lnRef>
          <a:fillRef idx="0">
            <a:scrgbClr r="0" g="0" b="0"/>
          </a:fillRef>
          <a:effectRef idx="0">
            <a:scrgbClr r="0" g="0" b="0"/>
          </a:effectRef>
          <a:fontRef idx="minor">
            <a:schemeClr val="lt1"/>
          </a:fontRef>
        </p:style>
        <p:txBody>
          <a:bodyPr lIns="0" tIns="0" rIns="0" bIns="0" rtlCol="0" anchor="ctr"/>
          <a:lstStyle/>
          <a:p>
            <a:pPr algn="ctr">
              <a:lnSpc>
                <a:spcPct val="120000"/>
              </a:lnSpc>
            </a:pPr>
            <a:r>
              <a:rPr lang="zh-CN" altLang="en-US" sz="1600" dirty="0">
                <a:solidFill>
                  <a:schemeClr val="tx1"/>
                </a:solidFill>
                <a:latin typeface="微软雅黑 Light" panose="020B0502040204020203" pitchFamily="34" charset="-122"/>
                <a:ea typeface="微软雅黑 Light" panose="020B0502040204020203" pitchFamily="34" charset="-122"/>
                <a:cs typeface="+mn-ea"/>
                <a:sym typeface="+mn-lt"/>
              </a:rPr>
              <a:t>网络</a:t>
            </a:r>
            <a:r>
              <a:rPr lang="en-US" altLang="zh-CN" sz="1600" dirty="0">
                <a:solidFill>
                  <a:schemeClr val="tx1"/>
                </a:solidFill>
                <a:latin typeface="微软雅黑 Light" panose="020B0502040204020203" pitchFamily="34" charset="-122"/>
                <a:ea typeface="微软雅黑 Light" panose="020B0502040204020203" pitchFamily="34" charset="-122"/>
                <a:cs typeface="+mn-ea"/>
                <a:sym typeface="+mn-lt"/>
              </a:rPr>
              <a:t>1</a:t>
            </a:r>
            <a:endParaRPr lang="en-US" altLang="zh-CN" sz="1600" dirty="0">
              <a:solidFill>
                <a:schemeClr val="tx1"/>
              </a:solidFill>
              <a:latin typeface="微软雅黑 Light" panose="020B0502040204020203" pitchFamily="34" charset="-122"/>
              <a:ea typeface="微软雅黑 Light" panose="020B0502040204020203" pitchFamily="34" charset="-122"/>
              <a:cs typeface="+mn-ea"/>
              <a:sym typeface="+mn-lt"/>
            </a:endParaRPr>
          </a:p>
          <a:p>
            <a:pPr algn="ctr">
              <a:lnSpc>
                <a:spcPct val="120000"/>
              </a:lnSpc>
            </a:pPr>
            <a:r>
              <a:rPr lang="en-US" altLang="zh-CN" sz="1600" dirty="0">
                <a:solidFill>
                  <a:schemeClr val="tx1"/>
                </a:solidFill>
                <a:latin typeface="微软雅黑 Light" panose="020B0502040204020203" pitchFamily="34" charset="-122"/>
                <a:ea typeface="微软雅黑 Light" panose="020B0502040204020203" pitchFamily="34" charset="-122"/>
                <a:cs typeface="+mn-ea"/>
                <a:sym typeface="+mn-lt"/>
              </a:rPr>
              <a:t>10.0.0.0</a:t>
            </a:r>
            <a:endParaRPr lang="zh-CN" altLang="en-US" sz="1600" dirty="0">
              <a:solidFill>
                <a:schemeClr val="tx1"/>
              </a:solidFill>
              <a:latin typeface="微软雅黑 Light" panose="020B0502040204020203" pitchFamily="34" charset="-122"/>
              <a:ea typeface="微软雅黑 Light" panose="020B0502040204020203" pitchFamily="34" charset="-122"/>
              <a:cs typeface="+mn-ea"/>
              <a:sym typeface="+mn-lt"/>
            </a:endParaRPr>
          </a:p>
        </p:txBody>
      </p:sp>
      <p:sp>
        <p:nvSpPr>
          <p:cNvPr id="32" name="云形 31"/>
          <p:cNvSpPr/>
          <p:nvPr/>
        </p:nvSpPr>
        <p:spPr>
          <a:xfrm>
            <a:off x="3983033" y="1532967"/>
            <a:ext cx="1281171" cy="725109"/>
          </a:xfrm>
          <a:prstGeom prst="cloud">
            <a:avLst/>
          </a:prstGeom>
          <a:solidFill>
            <a:schemeClr val="accent1">
              <a:lumMod val="90000"/>
            </a:schemeClr>
          </a:solidFill>
          <a:ln>
            <a:noFill/>
          </a:ln>
        </p:spPr>
        <p:style>
          <a:lnRef idx="0">
            <a:scrgbClr r="0" g="0" b="0"/>
          </a:lnRef>
          <a:fillRef idx="0">
            <a:scrgbClr r="0" g="0" b="0"/>
          </a:fillRef>
          <a:effectRef idx="0">
            <a:scrgbClr r="0" g="0" b="0"/>
          </a:effectRef>
          <a:fontRef idx="minor">
            <a:schemeClr val="lt1"/>
          </a:fontRef>
        </p:style>
        <p:txBody>
          <a:bodyPr lIns="0" tIns="0" rIns="0" bIns="0" rtlCol="0" anchor="ctr"/>
          <a:lstStyle/>
          <a:p>
            <a:pPr algn="ctr">
              <a:lnSpc>
                <a:spcPct val="120000"/>
              </a:lnSpc>
            </a:pPr>
            <a:r>
              <a:rPr lang="zh-CN" altLang="en-US" sz="1600" dirty="0">
                <a:solidFill>
                  <a:schemeClr val="tx1"/>
                </a:solidFill>
                <a:latin typeface="微软雅黑 Light" panose="020B0502040204020203" pitchFamily="34" charset="-122"/>
                <a:ea typeface="微软雅黑 Light" panose="020B0502040204020203" pitchFamily="34" charset="-122"/>
                <a:cs typeface="+mn-ea"/>
                <a:sym typeface="+mn-lt"/>
              </a:rPr>
              <a:t>网络</a:t>
            </a:r>
            <a:r>
              <a:rPr lang="en-US" altLang="zh-CN" sz="1600" dirty="0">
                <a:solidFill>
                  <a:schemeClr val="tx1"/>
                </a:solidFill>
                <a:latin typeface="微软雅黑 Light" panose="020B0502040204020203" pitchFamily="34" charset="-122"/>
                <a:ea typeface="微软雅黑 Light" panose="020B0502040204020203" pitchFamily="34" charset="-122"/>
                <a:cs typeface="+mn-ea"/>
                <a:sym typeface="+mn-lt"/>
              </a:rPr>
              <a:t>2</a:t>
            </a:r>
            <a:endParaRPr lang="en-US" altLang="zh-CN" sz="1600" dirty="0">
              <a:solidFill>
                <a:schemeClr val="tx1"/>
              </a:solidFill>
              <a:latin typeface="微软雅黑 Light" panose="020B0502040204020203" pitchFamily="34" charset="-122"/>
              <a:ea typeface="微软雅黑 Light" panose="020B0502040204020203" pitchFamily="34" charset="-122"/>
              <a:cs typeface="+mn-ea"/>
              <a:sym typeface="+mn-lt"/>
            </a:endParaRPr>
          </a:p>
          <a:p>
            <a:pPr algn="ctr">
              <a:lnSpc>
                <a:spcPct val="120000"/>
              </a:lnSpc>
            </a:pPr>
            <a:r>
              <a:rPr lang="en-US" altLang="zh-CN" sz="1600" dirty="0">
                <a:solidFill>
                  <a:schemeClr val="tx1"/>
                </a:solidFill>
                <a:latin typeface="微软雅黑 Light" panose="020B0502040204020203" pitchFamily="34" charset="-122"/>
                <a:ea typeface="微软雅黑 Light" panose="020B0502040204020203" pitchFamily="34" charset="-122"/>
                <a:cs typeface="+mn-ea"/>
                <a:sym typeface="+mn-lt"/>
              </a:rPr>
              <a:t>20.0.0.0</a:t>
            </a:r>
            <a:endParaRPr lang="zh-CN" altLang="en-US" sz="1600" dirty="0">
              <a:solidFill>
                <a:schemeClr val="tx1"/>
              </a:solidFill>
              <a:latin typeface="微软雅黑 Light" panose="020B0502040204020203" pitchFamily="34" charset="-122"/>
              <a:ea typeface="微软雅黑 Light" panose="020B0502040204020203" pitchFamily="34" charset="-122"/>
              <a:cs typeface="+mn-ea"/>
              <a:sym typeface="+mn-lt"/>
            </a:endParaRPr>
          </a:p>
        </p:txBody>
      </p:sp>
      <p:sp>
        <p:nvSpPr>
          <p:cNvPr id="33" name="云形 32"/>
          <p:cNvSpPr/>
          <p:nvPr/>
        </p:nvSpPr>
        <p:spPr>
          <a:xfrm>
            <a:off x="7072337" y="1532967"/>
            <a:ext cx="1281171" cy="725109"/>
          </a:xfrm>
          <a:prstGeom prst="cloud">
            <a:avLst/>
          </a:prstGeom>
          <a:solidFill>
            <a:schemeClr val="accent1">
              <a:lumMod val="90000"/>
            </a:schemeClr>
          </a:solidFill>
          <a:ln>
            <a:noFill/>
          </a:ln>
        </p:spPr>
        <p:style>
          <a:lnRef idx="0">
            <a:scrgbClr r="0" g="0" b="0"/>
          </a:lnRef>
          <a:fillRef idx="0">
            <a:scrgbClr r="0" g="0" b="0"/>
          </a:fillRef>
          <a:effectRef idx="0">
            <a:scrgbClr r="0" g="0" b="0"/>
          </a:effectRef>
          <a:fontRef idx="minor">
            <a:schemeClr val="lt1"/>
          </a:fontRef>
        </p:style>
        <p:txBody>
          <a:bodyPr lIns="0" tIns="0" rIns="0" bIns="0" rtlCol="0" anchor="ctr"/>
          <a:lstStyle/>
          <a:p>
            <a:pPr algn="ctr">
              <a:lnSpc>
                <a:spcPct val="120000"/>
              </a:lnSpc>
            </a:pPr>
            <a:r>
              <a:rPr lang="zh-CN" altLang="en-US" sz="1600" dirty="0">
                <a:solidFill>
                  <a:schemeClr val="tx1"/>
                </a:solidFill>
                <a:latin typeface="微软雅黑 Light" panose="020B0502040204020203" pitchFamily="34" charset="-122"/>
                <a:ea typeface="微软雅黑 Light" panose="020B0502040204020203" pitchFamily="34" charset="-122"/>
                <a:cs typeface="+mn-ea"/>
                <a:sym typeface="+mn-lt"/>
              </a:rPr>
              <a:t>网络</a:t>
            </a:r>
            <a:r>
              <a:rPr lang="en-US" altLang="zh-CN" sz="1600" dirty="0">
                <a:solidFill>
                  <a:schemeClr val="tx1"/>
                </a:solidFill>
                <a:latin typeface="微软雅黑 Light" panose="020B0502040204020203" pitchFamily="34" charset="-122"/>
                <a:ea typeface="微软雅黑 Light" panose="020B0502040204020203" pitchFamily="34" charset="-122"/>
                <a:cs typeface="+mn-ea"/>
                <a:sym typeface="+mn-lt"/>
              </a:rPr>
              <a:t>3</a:t>
            </a:r>
            <a:endParaRPr lang="en-US" altLang="zh-CN" sz="1600" dirty="0">
              <a:solidFill>
                <a:schemeClr val="tx1"/>
              </a:solidFill>
              <a:latin typeface="微软雅黑 Light" panose="020B0502040204020203" pitchFamily="34" charset="-122"/>
              <a:ea typeface="微软雅黑 Light" panose="020B0502040204020203" pitchFamily="34" charset="-122"/>
              <a:cs typeface="+mn-ea"/>
              <a:sym typeface="+mn-lt"/>
            </a:endParaRPr>
          </a:p>
          <a:p>
            <a:pPr algn="ctr">
              <a:lnSpc>
                <a:spcPct val="120000"/>
              </a:lnSpc>
            </a:pPr>
            <a:r>
              <a:rPr lang="en-US" altLang="zh-CN" sz="1600" dirty="0">
                <a:solidFill>
                  <a:schemeClr val="tx1"/>
                </a:solidFill>
                <a:latin typeface="微软雅黑 Light" panose="020B0502040204020203" pitchFamily="34" charset="-122"/>
                <a:ea typeface="微软雅黑 Light" panose="020B0502040204020203" pitchFamily="34" charset="-122"/>
                <a:cs typeface="+mn-ea"/>
                <a:sym typeface="+mn-lt"/>
              </a:rPr>
              <a:t>30.0.0.0</a:t>
            </a:r>
            <a:endParaRPr lang="zh-CN" altLang="en-US" sz="1600" dirty="0">
              <a:solidFill>
                <a:schemeClr val="tx1"/>
              </a:solidFill>
              <a:latin typeface="微软雅黑 Light" panose="020B0502040204020203" pitchFamily="34" charset="-122"/>
              <a:ea typeface="微软雅黑 Light" panose="020B0502040204020203" pitchFamily="34" charset="-122"/>
              <a:cs typeface="+mn-ea"/>
              <a:sym typeface="+mn-lt"/>
            </a:endParaRPr>
          </a:p>
        </p:txBody>
      </p:sp>
      <p:sp>
        <p:nvSpPr>
          <p:cNvPr id="34" name="云形 33"/>
          <p:cNvSpPr/>
          <p:nvPr/>
        </p:nvSpPr>
        <p:spPr>
          <a:xfrm>
            <a:off x="9941649" y="1532967"/>
            <a:ext cx="1281171" cy="725109"/>
          </a:xfrm>
          <a:prstGeom prst="cloud">
            <a:avLst/>
          </a:prstGeom>
          <a:solidFill>
            <a:schemeClr val="accent1">
              <a:lumMod val="90000"/>
            </a:schemeClr>
          </a:solidFill>
          <a:ln>
            <a:noFill/>
          </a:ln>
        </p:spPr>
        <p:style>
          <a:lnRef idx="0">
            <a:scrgbClr r="0" g="0" b="0"/>
          </a:lnRef>
          <a:fillRef idx="0">
            <a:scrgbClr r="0" g="0" b="0"/>
          </a:fillRef>
          <a:effectRef idx="0">
            <a:scrgbClr r="0" g="0" b="0"/>
          </a:effectRef>
          <a:fontRef idx="minor">
            <a:schemeClr val="lt1"/>
          </a:fontRef>
        </p:style>
        <p:txBody>
          <a:bodyPr lIns="0" tIns="0" rIns="0" bIns="0" rtlCol="0" anchor="ctr"/>
          <a:lstStyle/>
          <a:p>
            <a:pPr algn="ctr">
              <a:lnSpc>
                <a:spcPct val="120000"/>
              </a:lnSpc>
            </a:pPr>
            <a:r>
              <a:rPr lang="zh-CN" altLang="en-US" sz="1600" dirty="0">
                <a:solidFill>
                  <a:schemeClr val="tx1"/>
                </a:solidFill>
                <a:latin typeface="微软雅黑 Light" panose="020B0502040204020203" pitchFamily="34" charset="-122"/>
                <a:ea typeface="微软雅黑 Light" panose="020B0502040204020203" pitchFamily="34" charset="-122"/>
                <a:cs typeface="+mn-ea"/>
                <a:sym typeface="+mn-lt"/>
              </a:rPr>
              <a:t>网络</a:t>
            </a:r>
            <a:r>
              <a:rPr lang="en-US" altLang="zh-CN" sz="1600" dirty="0">
                <a:solidFill>
                  <a:schemeClr val="tx1"/>
                </a:solidFill>
                <a:latin typeface="微软雅黑 Light" panose="020B0502040204020203" pitchFamily="34" charset="-122"/>
                <a:ea typeface="微软雅黑 Light" panose="020B0502040204020203" pitchFamily="34" charset="-122"/>
                <a:cs typeface="+mn-ea"/>
                <a:sym typeface="+mn-lt"/>
              </a:rPr>
              <a:t>4</a:t>
            </a:r>
            <a:endParaRPr lang="en-US" altLang="zh-CN" sz="1600" dirty="0">
              <a:solidFill>
                <a:schemeClr val="tx1"/>
              </a:solidFill>
              <a:latin typeface="微软雅黑 Light" panose="020B0502040204020203" pitchFamily="34" charset="-122"/>
              <a:ea typeface="微软雅黑 Light" panose="020B0502040204020203" pitchFamily="34" charset="-122"/>
              <a:cs typeface="+mn-ea"/>
              <a:sym typeface="+mn-lt"/>
            </a:endParaRPr>
          </a:p>
          <a:p>
            <a:pPr algn="ctr">
              <a:lnSpc>
                <a:spcPct val="120000"/>
              </a:lnSpc>
            </a:pPr>
            <a:r>
              <a:rPr lang="en-US" altLang="zh-CN" sz="1600" dirty="0">
                <a:solidFill>
                  <a:schemeClr val="tx1"/>
                </a:solidFill>
                <a:latin typeface="微软雅黑 Light" panose="020B0502040204020203" pitchFamily="34" charset="-122"/>
                <a:ea typeface="微软雅黑 Light" panose="020B0502040204020203" pitchFamily="34" charset="-122"/>
                <a:cs typeface="+mn-ea"/>
                <a:sym typeface="+mn-lt"/>
              </a:rPr>
              <a:t>40.0.0.0</a:t>
            </a:r>
            <a:endParaRPr lang="zh-CN" altLang="en-US" sz="1600" dirty="0">
              <a:solidFill>
                <a:schemeClr val="tx1"/>
              </a:solidFill>
              <a:latin typeface="微软雅黑 Light" panose="020B0502040204020203" pitchFamily="34" charset="-122"/>
              <a:ea typeface="微软雅黑 Light" panose="020B0502040204020203" pitchFamily="34" charset="-122"/>
              <a:cs typeface="+mn-ea"/>
              <a:sym typeface="+mn-lt"/>
            </a:endParaRPr>
          </a:p>
        </p:txBody>
      </p:sp>
      <p:graphicFrame>
        <p:nvGraphicFramePr>
          <p:cNvPr id="35" name="表格 73"/>
          <p:cNvGraphicFramePr>
            <a:graphicFrameLocks noGrp="1"/>
          </p:cNvGraphicFramePr>
          <p:nvPr/>
        </p:nvGraphicFramePr>
        <p:xfrm>
          <a:off x="6160001" y="3268996"/>
          <a:ext cx="5057112" cy="1972630"/>
        </p:xfrm>
        <a:graphic>
          <a:graphicData uri="http://schemas.openxmlformats.org/drawingml/2006/table">
            <a:tbl>
              <a:tblPr firstRow="1" bandRow="1">
                <a:tableStyleId>{5940675A-B579-460E-94D1-54222C63F5DA}</a:tableStyleId>
              </a:tblPr>
              <a:tblGrid>
                <a:gridCol w="1685704"/>
                <a:gridCol w="1685704"/>
                <a:gridCol w="1685704"/>
              </a:tblGrid>
              <a:tr h="226695">
                <a:tc>
                  <a:txBody>
                    <a:bodyPr/>
                    <a:lstStyle/>
                    <a:p>
                      <a:pPr algn="ctr">
                        <a:lnSpc>
                          <a:spcPct val="120000"/>
                        </a:lnSpc>
                        <a:spcBef>
                          <a:spcPts val="0"/>
                        </a:spcBef>
                        <a:spcAft>
                          <a:spcPts val="0"/>
                        </a:spcAft>
                      </a:pPr>
                      <a:r>
                        <a:rPr lang="zh-CN" altLang="en-US" dirty="0">
                          <a:latin typeface="微软雅黑 Light" panose="020B0502040204020203" pitchFamily="34" charset="-122"/>
                          <a:ea typeface="微软雅黑 Light" panose="020B0502040204020203" pitchFamily="34" charset="-122"/>
                          <a:cs typeface="+mn-ea"/>
                          <a:sym typeface="+mn-lt"/>
                        </a:rPr>
                        <a:t>路由前缀</a:t>
                      </a:r>
                      <a:endParaRPr lang="zh-CN" altLang="en-US" dirty="0">
                        <a:latin typeface="微软雅黑 Light" panose="020B0502040204020203" pitchFamily="34" charset="-122"/>
                        <a:ea typeface="微软雅黑 Light" panose="020B0502040204020203" pitchFamily="34" charset="-122"/>
                        <a:cs typeface="+mn-ea"/>
                        <a:sym typeface="+mn-lt"/>
                      </a:endParaRPr>
                    </a:p>
                  </a:txBody>
                  <a:tcPr>
                    <a:solidFill>
                      <a:schemeClr val="accent6">
                        <a:lumMod val="20000"/>
                        <a:lumOff val="80000"/>
                      </a:schemeClr>
                    </a:solidFill>
                  </a:tcPr>
                </a:tc>
                <a:tc>
                  <a:txBody>
                    <a:bodyPr/>
                    <a:lstStyle/>
                    <a:p>
                      <a:pPr algn="ctr">
                        <a:lnSpc>
                          <a:spcPct val="120000"/>
                        </a:lnSpc>
                        <a:spcBef>
                          <a:spcPts val="0"/>
                        </a:spcBef>
                        <a:spcAft>
                          <a:spcPts val="0"/>
                        </a:spcAft>
                      </a:pPr>
                      <a:r>
                        <a:rPr lang="zh-CN" altLang="en-US" dirty="0">
                          <a:latin typeface="微软雅黑 Light" panose="020B0502040204020203" pitchFamily="34" charset="-122"/>
                          <a:ea typeface="微软雅黑 Light" panose="020B0502040204020203" pitchFamily="34" charset="-122"/>
                          <a:cs typeface="+mn-ea"/>
                          <a:sym typeface="+mn-lt"/>
                        </a:rPr>
                        <a:t>下一跳</a:t>
                      </a:r>
                      <a:endParaRPr lang="zh-CN" altLang="en-US" dirty="0">
                        <a:latin typeface="微软雅黑 Light" panose="020B0502040204020203" pitchFamily="34" charset="-122"/>
                        <a:ea typeface="微软雅黑 Light" panose="020B0502040204020203" pitchFamily="34" charset="-122"/>
                        <a:cs typeface="+mn-ea"/>
                        <a:sym typeface="+mn-lt"/>
                      </a:endParaRPr>
                    </a:p>
                  </a:txBody>
                  <a:tcPr>
                    <a:solidFill>
                      <a:schemeClr val="accent6">
                        <a:lumMod val="20000"/>
                        <a:lumOff val="80000"/>
                      </a:schemeClr>
                    </a:solidFill>
                  </a:tcPr>
                </a:tc>
                <a:tc>
                  <a:txBody>
                    <a:bodyPr/>
                    <a:lstStyle/>
                    <a:p>
                      <a:pPr algn="ctr">
                        <a:lnSpc>
                          <a:spcPct val="120000"/>
                        </a:lnSpc>
                        <a:spcBef>
                          <a:spcPts val="0"/>
                        </a:spcBef>
                        <a:spcAft>
                          <a:spcPts val="0"/>
                        </a:spcAft>
                      </a:pPr>
                      <a:r>
                        <a:rPr lang="zh-CN" altLang="en-US" dirty="0">
                          <a:latin typeface="微软雅黑 Light" panose="020B0502040204020203" pitchFamily="34" charset="-122"/>
                          <a:ea typeface="微软雅黑 Light" panose="020B0502040204020203" pitchFamily="34" charset="-122"/>
                          <a:cs typeface="+mn-ea"/>
                          <a:sym typeface="+mn-lt"/>
                        </a:rPr>
                        <a:t>出接口</a:t>
                      </a:r>
                      <a:endParaRPr lang="zh-CN" altLang="en-US" dirty="0">
                        <a:latin typeface="微软雅黑 Light" panose="020B0502040204020203" pitchFamily="34" charset="-122"/>
                        <a:ea typeface="微软雅黑 Light" panose="020B0502040204020203" pitchFamily="34" charset="-122"/>
                        <a:cs typeface="+mn-ea"/>
                        <a:sym typeface="+mn-lt"/>
                      </a:endParaRPr>
                    </a:p>
                  </a:txBody>
                  <a:tcPr>
                    <a:solidFill>
                      <a:schemeClr val="accent6">
                        <a:lumMod val="20000"/>
                        <a:lumOff val="80000"/>
                      </a:schemeClr>
                    </a:solidFill>
                  </a:tcPr>
                </a:tc>
              </a:tr>
              <a:tr h="226695">
                <a:tc>
                  <a:txBody>
                    <a:bodyPr/>
                    <a:lstStyle/>
                    <a:p>
                      <a:pPr algn="ctr">
                        <a:lnSpc>
                          <a:spcPct val="120000"/>
                        </a:lnSpc>
                        <a:spcBef>
                          <a:spcPts val="0"/>
                        </a:spcBef>
                        <a:spcAft>
                          <a:spcPts val="0"/>
                        </a:spcAft>
                      </a:pPr>
                      <a:r>
                        <a:rPr lang="en-US" altLang="zh-CN" dirty="0">
                          <a:latin typeface="微软雅黑 Light" panose="020B0502040204020203" pitchFamily="34" charset="-122"/>
                          <a:ea typeface="微软雅黑 Light" panose="020B0502040204020203" pitchFamily="34" charset="-122"/>
                          <a:cs typeface="+mn-ea"/>
                          <a:sym typeface="+mn-lt"/>
                        </a:rPr>
                        <a:t>20.0.0.0/8</a:t>
                      </a:r>
                      <a:endParaRPr lang="zh-CN" altLang="en-US" dirty="0">
                        <a:latin typeface="微软雅黑 Light" panose="020B0502040204020203" pitchFamily="34" charset="-122"/>
                        <a:ea typeface="微软雅黑 Light" panose="020B0502040204020203" pitchFamily="34" charset="-122"/>
                        <a:cs typeface="+mn-ea"/>
                        <a:sym typeface="+mn-lt"/>
                      </a:endParaRPr>
                    </a:p>
                  </a:txBody>
                  <a:tcPr>
                    <a:solidFill>
                      <a:schemeClr val="accent6">
                        <a:lumMod val="20000"/>
                        <a:lumOff val="80000"/>
                      </a:schemeClr>
                    </a:solidFill>
                  </a:tcPr>
                </a:tc>
                <a:tc>
                  <a:txBody>
                    <a:bodyPr/>
                    <a:lstStyle/>
                    <a:p>
                      <a:pPr algn="ctr">
                        <a:lnSpc>
                          <a:spcPct val="120000"/>
                        </a:lnSpc>
                        <a:spcBef>
                          <a:spcPts val="0"/>
                        </a:spcBef>
                        <a:spcAft>
                          <a:spcPts val="0"/>
                        </a:spcAft>
                      </a:pPr>
                      <a:r>
                        <a:rPr lang="en-US" altLang="zh-CN" dirty="0">
                          <a:latin typeface="微软雅黑 Light" panose="020B0502040204020203" pitchFamily="34" charset="-122"/>
                          <a:ea typeface="微软雅黑 Light" panose="020B0502040204020203" pitchFamily="34" charset="-122"/>
                          <a:cs typeface="+mn-ea"/>
                          <a:sym typeface="+mn-lt"/>
                        </a:rPr>
                        <a:t>Direct</a:t>
                      </a:r>
                      <a:endParaRPr lang="zh-CN" altLang="en-US" dirty="0">
                        <a:latin typeface="微软雅黑 Light" panose="020B0502040204020203" pitchFamily="34" charset="-122"/>
                        <a:ea typeface="微软雅黑 Light" panose="020B0502040204020203" pitchFamily="34" charset="-122"/>
                        <a:cs typeface="+mn-ea"/>
                        <a:sym typeface="+mn-lt"/>
                      </a:endParaRPr>
                    </a:p>
                  </a:txBody>
                  <a:tcPr>
                    <a:solidFill>
                      <a:schemeClr val="accent6">
                        <a:lumMod val="20000"/>
                        <a:lumOff val="80000"/>
                      </a:schemeClr>
                    </a:solidFill>
                  </a:tcPr>
                </a:tc>
                <a:tc>
                  <a:txBody>
                    <a:bodyPr/>
                    <a:lstStyle/>
                    <a:p>
                      <a:pPr algn="ctr">
                        <a:lnSpc>
                          <a:spcPct val="120000"/>
                        </a:lnSpc>
                        <a:spcBef>
                          <a:spcPts val="0"/>
                        </a:spcBef>
                        <a:spcAft>
                          <a:spcPts val="0"/>
                        </a:spcAft>
                      </a:pPr>
                      <a:r>
                        <a:rPr lang="zh-CN" altLang="en-US" dirty="0">
                          <a:latin typeface="微软雅黑 Light" panose="020B0502040204020203" pitchFamily="34" charset="-122"/>
                          <a:ea typeface="微软雅黑 Light" panose="020B0502040204020203" pitchFamily="34" charset="-122"/>
                          <a:cs typeface="+mn-ea"/>
                          <a:sym typeface="+mn-lt"/>
                        </a:rPr>
                        <a:t>接口</a:t>
                      </a:r>
                      <a:r>
                        <a:rPr lang="en-US" altLang="zh-CN" dirty="0">
                          <a:latin typeface="微软雅黑 Light" panose="020B0502040204020203" pitchFamily="34" charset="-122"/>
                          <a:ea typeface="微软雅黑 Light" panose="020B0502040204020203" pitchFamily="34" charset="-122"/>
                          <a:cs typeface="+mn-ea"/>
                          <a:sym typeface="+mn-lt"/>
                        </a:rPr>
                        <a:t>0</a:t>
                      </a:r>
                      <a:endParaRPr lang="zh-CN" altLang="en-US" dirty="0">
                        <a:latin typeface="微软雅黑 Light" panose="020B0502040204020203" pitchFamily="34" charset="-122"/>
                        <a:ea typeface="微软雅黑 Light" panose="020B0502040204020203" pitchFamily="34" charset="-122"/>
                        <a:cs typeface="+mn-ea"/>
                        <a:sym typeface="+mn-lt"/>
                      </a:endParaRPr>
                    </a:p>
                  </a:txBody>
                  <a:tcPr>
                    <a:solidFill>
                      <a:schemeClr val="accent6">
                        <a:lumMod val="20000"/>
                        <a:lumOff val="80000"/>
                      </a:schemeClr>
                    </a:solidFill>
                  </a:tcPr>
                </a:tc>
              </a:tr>
              <a:tr h="226695">
                <a:tc>
                  <a:txBody>
                    <a:bodyPr/>
                    <a:lstStyle/>
                    <a:p>
                      <a:pPr algn="ctr">
                        <a:lnSpc>
                          <a:spcPct val="120000"/>
                        </a:lnSpc>
                        <a:spcBef>
                          <a:spcPts val="0"/>
                        </a:spcBef>
                        <a:spcAft>
                          <a:spcPts val="0"/>
                        </a:spcAft>
                      </a:pPr>
                      <a:r>
                        <a:rPr lang="en-US" altLang="zh-CN" dirty="0">
                          <a:latin typeface="微软雅黑 Light" panose="020B0502040204020203" pitchFamily="34" charset="-122"/>
                          <a:ea typeface="微软雅黑 Light" panose="020B0502040204020203" pitchFamily="34" charset="-122"/>
                          <a:cs typeface="+mn-ea"/>
                          <a:sym typeface="+mn-lt"/>
                        </a:rPr>
                        <a:t>30.0.0.0/8</a:t>
                      </a:r>
                      <a:endParaRPr lang="zh-CN" altLang="en-US" dirty="0">
                        <a:latin typeface="微软雅黑 Light" panose="020B0502040204020203" pitchFamily="34" charset="-122"/>
                        <a:ea typeface="微软雅黑 Light" panose="020B0502040204020203" pitchFamily="34" charset="-122"/>
                        <a:cs typeface="+mn-ea"/>
                        <a:sym typeface="+mn-lt"/>
                      </a:endParaRPr>
                    </a:p>
                  </a:txBody>
                  <a:tcPr>
                    <a:solidFill>
                      <a:schemeClr val="accent6">
                        <a:lumMod val="20000"/>
                        <a:lumOff val="80000"/>
                      </a:schemeClr>
                    </a:solidFill>
                  </a:tcPr>
                </a:tc>
                <a:tc>
                  <a:txBody>
                    <a:bodyPr/>
                    <a:lstStyle/>
                    <a:p>
                      <a:pPr algn="ctr">
                        <a:lnSpc>
                          <a:spcPct val="120000"/>
                        </a:lnSpc>
                        <a:spcBef>
                          <a:spcPts val="0"/>
                        </a:spcBef>
                        <a:spcAft>
                          <a:spcPts val="0"/>
                        </a:spcAft>
                      </a:pPr>
                      <a:r>
                        <a:rPr lang="en-US" altLang="zh-CN" dirty="0">
                          <a:latin typeface="微软雅黑 Light" panose="020B0502040204020203" pitchFamily="34" charset="-122"/>
                          <a:ea typeface="微软雅黑 Light" panose="020B0502040204020203" pitchFamily="34" charset="-122"/>
                          <a:cs typeface="+mn-ea"/>
                          <a:sym typeface="+mn-lt"/>
                        </a:rPr>
                        <a:t>Direct</a:t>
                      </a:r>
                      <a:endParaRPr lang="zh-CN" altLang="en-US" dirty="0">
                        <a:latin typeface="微软雅黑 Light" panose="020B0502040204020203" pitchFamily="34" charset="-122"/>
                        <a:ea typeface="微软雅黑 Light" panose="020B0502040204020203" pitchFamily="34" charset="-122"/>
                        <a:cs typeface="+mn-ea"/>
                        <a:sym typeface="+mn-lt"/>
                      </a:endParaRPr>
                    </a:p>
                  </a:txBody>
                  <a:tcPr>
                    <a:solidFill>
                      <a:schemeClr val="accent6">
                        <a:lumMod val="20000"/>
                        <a:lumOff val="80000"/>
                      </a:schemeClr>
                    </a:solidFill>
                  </a:tcPr>
                </a:tc>
                <a:tc>
                  <a:txBody>
                    <a:bodyPr/>
                    <a:lstStyle/>
                    <a:p>
                      <a:pPr algn="ctr">
                        <a:lnSpc>
                          <a:spcPct val="120000"/>
                        </a:lnSpc>
                        <a:spcBef>
                          <a:spcPts val="0"/>
                        </a:spcBef>
                        <a:spcAft>
                          <a:spcPts val="0"/>
                        </a:spcAft>
                      </a:pPr>
                      <a:r>
                        <a:rPr lang="zh-CN" altLang="en-US" dirty="0">
                          <a:latin typeface="微软雅黑 Light" panose="020B0502040204020203" pitchFamily="34" charset="-122"/>
                          <a:ea typeface="微软雅黑 Light" panose="020B0502040204020203" pitchFamily="34" charset="-122"/>
                          <a:cs typeface="+mn-ea"/>
                          <a:sym typeface="+mn-lt"/>
                        </a:rPr>
                        <a:t>接口</a:t>
                      </a:r>
                      <a:r>
                        <a:rPr lang="en-US" altLang="zh-CN" dirty="0">
                          <a:latin typeface="微软雅黑 Light" panose="020B0502040204020203" pitchFamily="34" charset="-122"/>
                          <a:ea typeface="微软雅黑 Light" panose="020B0502040204020203" pitchFamily="34" charset="-122"/>
                          <a:cs typeface="+mn-ea"/>
                          <a:sym typeface="+mn-lt"/>
                        </a:rPr>
                        <a:t>1</a:t>
                      </a:r>
                      <a:endParaRPr lang="zh-CN" altLang="en-US" dirty="0">
                        <a:latin typeface="微软雅黑 Light" panose="020B0502040204020203" pitchFamily="34" charset="-122"/>
                        <a:ea typeface="微软雅黑 Light" panose="020B0502040204020203" pitchFamily="34" charset="-122"/>
                        <a:cs typeface="+mn-ea"/>
                        <a:sym typeface="+mn-lt"/>
                      </a:endParaRPr>
                    </a:p>
                  </a:txBody>
                  <a:tcPr>
                    <a:solidFill>
                      <a:schemeClr val="accent6">
                        <a:lumMod val="20000"/>
                        <a:lumOff val="80000"/>
                      </a:schemeClr>
                    </a:solidFill>
                  </a:tcPr>
                </a:tc>
              </a:tr>
              <a:tr h="226695">
                <a:tc>
                  <a:txBody>
                    <a:bodyPr/>
                    <a:lstStyle/>
                    <a:p>
                      <a:pPr algn="ctr">
                        <a:lnSpc>
                          <a:spcPct val="120000"/>
                        </a:lnSpc>
                        <a:spcBef>
                          <a:spcPts val="0"/>
                        </a:spcBef>
                        <a:spcAft>
                          <a:spcPts val="0"/>
                        </a:spcAft>
                      </a:pPr>
                      <a:r>
                        <a:rPr lang="en-US" altLang="zh-CN" dirty="0">
                          <a:latin typeface="微软雅黑 Light" panose="020B0502040204020203" pitchFamily="34" charset="-122"/>
                          <a:ea typeface="微软雅黑 Light" panose="020B0502040204020203" pitchFamily="34" charset="-122"/>
                          <a:cs typeface="+mn-ea"/>
                          <a:sym typeface="+mn-lt"/>
                        </a:rPr>
                        <a:t>10.0.0.0/8</a:t>
                      </a:r>
                      <a:endParaRPr lang="zh-CN" altLang="en-US" dirty="0">
                        <a:latin typeface="微软雅黑 Light" panose="020B0502040204020203" pitchFamily="34" charset="-122"/>
                        <a:ea typeface="微软雅黑 Light" panose="020B0502040204020203" pitchFamily="34" charset="-122"/>
                        <a:cs typeface="+mn-ea"/>
                        <a:sym typeface="+mn-lt"/>
                      </a:endParaRPr>
                    </a:p>
                  </a:txBody>
                  <a:tcPr>
                    <a:solidFill>
                      <a:schemeClr val="accent6">
                        <a:lumMod val="20000"/>
                        <a:lumOff val="80000"/>
                      </a:schemeClr>
                    </a:solidFill>
                  </a:tcPr>
                </a:tc>
                <a:tc>
                  <a:txBody>
                    <a:bodyPr/>
                    <a:lstStyle/>
                    <a:p>
                      <a:pPr algn="ctr">
                        <a:lnSpc>
                          <a:spcPct val="120000"/>
                        </a:lnSpc>
                        <a:spcBef>
                          <a:spcPts val="0"/>
                        </a:spcBef>
                        <a:spcAft>
                          <a:spcPts val="0"/>
                        </a:spcAft>
                      </a:pPr>
                      <a:r>
                        <a:rPr lang="en-US" altLang="zh-CN" dirty="0">
                          <a:latin typeface="微软雅黑 Light" panose="020B0502040204020203" pitchFamily="34" charset="-122"/>
                          <a:ea typeface="微软雅黑 Light" panose="020B0502040204020203" pitchFamily="34" charset="-122"/>
                          <a:cs typeface="+mn-ea"/>
                          <a:sym typeface="+mn-lt"/>
                        </a:rPr>
                        <a:t>20.0.0.7</a:t>
                      </a:r>
                      <a:endParaRPr lang="zh-CN" altLang="en-US" dirty="0">
                        <a:latin typeface="微软雅黑 Light" panose="020B0502040204020203" pitchFamily="34" charset="-122"/>
                        <a:ea typeface="微软雅黑 Light" panose="020B0502040204020203" pitchFamily="34" charset="-122"/>
                        <a:cs typeface="+mn-ea"/>
                        <a:sym typeface="+mn-lt"/>
                      </a:endParaRPr>
                    </a:p>
                  </a:txBody>
                  <a:tcPr>
                    <a:solidFill>
                      <a:schemeClr val="accent6">
                        <a:lumMod val="20000"/>
                        <a:lumOff val="80000"/>
                      </a:schemeClr>
                    </a:solidFill>
                  </a:tcPr>
                </a:tc>
                <a:tc>
                  <a:txBody>
                    <a:bodyPr/>
                    <a:lstStyle/>
                    <a:p>
                      <a:pPr algn="ctr">
                        <a:lnSpc>
                          <a:spcPct val="120000"/>
                        </a:lnSpc>
                        <a:spcBef>
                          <a:spcPts val="0"/>
                        </a:spcBef>
                        <a:spcAft>
                          <a:spcPts val="0"/>
                        </a:spcAft>
                      </a:pPr>
                      <a:r>
                        <a:rPr lang="zh-CN" altLang="en-US" dirty="0">
                          <a:latin typeface="微软雅黑 Light" panose="020B0502040204020203" pitchFamily="34" charset="-122"/>
                          <a:ea typeface="微软雅黑 Light" panose="020B0502040204020203" pitchFamily="34" charset="-122"/>
                          <a:cs typeface="+mn-ea"/>
                          <a:sym typeface="+mn-lt"/>
                        </a:rPr>
                        <a:t>接口</a:t>
                      </a:r>
                      <a:r>
                        <a:rPr lang="en-US" altLang="zh-CN" dirty="0">
                          <a:latin typeface="微软雅黑 Light" panose="020B0502040204020203" pitchFamily="34" charset="-122"/>
                          <a:ea typeface="微软雅黑 Light" panose="020B0502040204020203" pitchFamily="34" charset="-122"/>
                          <a:cs typeface="+mn-ea"/>
                          <a:sym typeface="+mn-lt"/>
                        </a:rPr>
                        <a:t>0</a:t>
                      </a:r>
                      <a:endParaRPr lang="zh-CN" altLang="en-US" dirty="0">
                        <a:latin typeface="微软雅黑 Light" panose="020B0502040204020203" pitchFamily="34" charset="-122"/>
                        <a:ea typeface="微软雅黑 Light" panose="020B0502040204020203" pitchFamily="34" charset="-122"/>
                        <a:cs typeface="+mn-ea"/>
                        <a:sym typeface="+mn-lt"/>
                      </a:endParaRPr>
                    </a:p>
                  </a:txBody>
                  <a:tcPr>
                    <a:solidFill>
                      <a:schemeClr val="accent6">
                        <a:lumMod val="20000"/>
                        <a:lumOff val="80000"/>
                      </a:schemeClr>
                    </a:solidFill>
                  </a:tcPr>
                </a:tc>
              </a:tr>
              <a:tr h="226695">
                <a:tc>
                  <a:txBody>
                    <a:bodyPr/>
                    <a:lstStyle/>
                    <a:p>
                      <a:pPr algn="ctr">
                        <a:lnSpc>
                          <a:spcPct val="120000"/>
                        </a:lnSpc>
                        <a:spcBef>
                          <a:spcPts val="0"/>
                        </a:spcBef>
                        <a:spcAft>
                          <a:spcPts val="0"/>
                        </a:spcAft>
                      </a:pPr>
                      <a:r>
                        <a:rPr lang="en-US" altLang="zh-CN" dirty="0">
                          <a:latin typeface="微软雅黑 Light" panose="020B0502040204020203" pitchFamily="34" charset="-122"/>
                          <a:ea typeface="微软雅黑 Light" panose="020B0502040204020203" pitchFamily="34" charset="-122"/>
                          <a:cs typeface="+mn-ea"/>
                          <a:sym typeface="+mn-lt"/>
                        </a:rPr>
                        <a:t>40.0.0.0/8</a:t>
                      </a:r>
                      <a:endParaRPr lang="zh-CN" altLang="en-US" dirty="0">
                        <a:latin typeface="微软雅黑 Light" panose="020B0502040204020203" pitchFamily="34" charset="-122"/>
                        <a:ea typeface="微软雅黑 Light" panose="020B0502040204020203" pitchFamily="34" charset="-122"/>
                        <a:cs typeface="+mn-ea"/>
                        <a:sym typeface="+mn-lt"/>
                      </a:endParaRPr>
                    </a:p>
                  </a:txBody>
                  <a:tcPr>
                    <a:solidFill>
                      <a:schemeClr val="accent6">
                        <a:lumMod val="20000"/>
                        <a:lumOff val="80000"/>
                      </a:schemeClr>
                    </a:solidFill>
                  </a:tcPr>
                </a:tc>
                <a:tc>
                  <a:txBody>
                    <a:bodyPr/>
                    <a:lstStyle/>
                    <a:p>
                      <a:pPr algn="ctr">
                        <a:lnSpc>
                          <a:spcPct val="120000"/>
                        </a:lnSpc>
                        <a:spcBef>
                          <a:spcPts val="0"/>
                        </a:spcBef>
                        <a:spcAft>
                          <a:spcPts val="0"/>
                        </a:spcAft>
                      </a:pPr>
                      <a:r>
                        <a:rPr lang="en-US" altLang="zh-CN" dirty="0">
                          <a:latin typeface="微软雅黑 Light" panose="020B0502040204020203" pitchFamily="34" charset="-122"/>
                          <a:ea typeface="微软雅黑 Light" panose="020B0502040204020203" pitchFamily="34" charset="-122"/>
                          <a:cs typeface="+mn-ea"/>
                          <a:sym typeface="+mn-lt"/>
                        </a:rPr>
                        <a:t>30.0.0.1</a:t>
                      </a:r>
                      <a:endParaRPr lang="zh-CN" altLang="en-US" dirty="0">
                        <a:latin typeface="微软雅黑 Light" panose="020B0502040204020203" pitchFamily="34" charset="-122"/>
                        <a:ea typeface="微软雅黑 Light" panose="020B0502040204020203" pitchFamily="34" charset="-122"/>
                        <a:cs typeface="+mn-ea"/>
                        <a:sym typeface="+mn-lt"/>
                      </a:endParaRPr>
                    </a:p>
                  </a:txBody>
                  <a:tcPr>
                    <a:solidFill>
                      <a:schemeClr val="accent6">
                        <a:lumMod val="20000"/>
                        <a:lumOff val="80000"/>
                      </a:schemeClr>
                    </a:solidFill>
                  </a:tcPr>
                </a:tc>
                <a:tc>
                  <a:txBody>
                    <a:bodyPr/>
                    <a:lstStyle/>
                    <a:p>
                      <a:pPr algn="ctr">
                        <a:lnSpc>
                          <a:spcPct val="120000"/>
                        </a:lnSpc>
                        <a:spcBef>
                          <a:spcPts val="0"/>
                        </a:spcBef>
                        <a:spcAft>
                          <a:spcPts val="0"/>
                        </a:spcAft>
                      </a:pPr>
                      <a:r>
                        <a:rPr lang="zh-CN" altLang="en-US" dirty="0">
                          <a:latin typeface="微软雅黑 Light" panose="020B0502040204020203" pitchFamily="34" charset="-122"/>
                          <a:ea typeface="微软雅黑 Light" panose="020B0502040204020203" pitchFamily="34" charset="-122"/>
                          <a:cs typeface="+mn-ea"/>
                          <a:sym typeface="+mn-lt"/>
                        </a:rPr>
                        <a:t>接口</a:t>
                      </a:r>
                      <a:r>
                        <a:rPr lang="en-US" altLang="zh-CN" dirty="0">
                          <a:latin typeface="微软雅黑 Light" panose="020B0502040204020203" pitchFamily="34" charset="-122"/>
                          <a:ea typeface="微软雅黑 Light" panose="020B0502040204020203" pitchFamily="34" charset="-122"/>
                          <a:cs typeface="+mn-ea"/>
                          <a:sym typeface="+mn-lt"/>
                        </a:rPr>
                        <a:t>1</a:t>
                      </a:r>
                      <a:endParaRPr lang="zh-CN" altLang="en-US" dirty="0">
                        <a:latin typeface="微软雅黑 Light" panose="020B0502040204020203" pitchFamily="34" charset="-122"/>
                        <a:ea typeface="微软雅黑 Light" panose="020B0502040204020203" pitchFamily="34" charset="-122"/>
                        <a:cs typeface="+mn-ea"/>
                        <a:sym typeface="+mn-lt"/>
                      </a:endParaRPr>
                    </a:p>
                  </a:txBody>
                  <a:tcPr>
                    <a:solidFill>
                      <a:schemeClr val="accent6">
                        <a:lumMod val="20000"/>
                        <a:lumOff val="80000"/>
                      </a:schemeClr>
                    </a:solidFill>
                  </a:tcPr>
                </a:tc>
              </a:tr>
            </a:tbl>
          </a:graphicData>
        </a:graphic>
      </p:graphicFrame>
      <p:sp>
        <p:nvSpPr>
          <p:cNvPr id="36" name="流程图: 过程 35"/>
          <p:cNvSpPr/>
          <p:nvPr/>
        </p:nvSpPr>
        <p:spPr>
          <a:xfrm>
            <a:off x="4018228" y="2520831"/>
            <a:ext cx="1281171" cy="367553"/>
          </a:xfrm>
          <a:prstGeom prst="flowChartProcess">
            <a:avLst/>
          </a:prstGeom>
          <a:solidFill>
            <a:schemeClr val="accent5">
              <a:lumMod val="90000"/>
            </a:schemeClr>
          </a:solidFill>
          <a:ln w="12700">
            <a:solidFill>
              <a:schemeClr val="tx1"/>
            </a:solidFill>
          </a:ln>
        </p:spPr>
        <p:style>
          <a:lnRef idx="0">
            <a:scrgbClr r="0" g="0" b="0"/>
          </a:lnRef>
          <a:fillRef idx="0">
            <a:scrgbClr r="0" g="0" b="0"/>
          </a:fillRef>
          <a:effectRef idx="0">
            <a:scrgbClr r="0" g="0" b="0"/>
          </a:effectRef>
          <a:fontRef idx="minor">
            <a:schemeClr val="lt1"/>
          </a:fontRef>
        </p:style>
        <p:txBody>
          <a:bodyPr rtlCol="0" anchor="ctr"/>
          <a:lstStyle/>
          <a:p>
            <a:pPr algn="ctr">
              <a:lnSpc>
                <a:spcPct val="120000"/>
              </a:lnSpc>
            </a:pPr>
            <a:r>
              <a:rPr lang="zh-CN" altLang="en-US" sz="1400" dirty="0">
                <a:solidFill>
                  <a:schemeClr val="tx1"/>
                </a:solidFill>
                <a:latin typeface="微软雅黑 Light" panose="020B0502040204020203" pitchFamily="34" charset="-122"/>
                <a:ea typeface="微软雅黑 Light" panose="020B0502040204020203" pitchFamily="34" charset="-122"/>
                <a:cs typeface="+mn-ea"/>
                <a:sym typeface="+mn-lt"/>
              </a:rPr>
              <a:t>收到报文</a:t>
            </a:r>
            <a:endParaRPr lang="zh-CN" altLang="en-US" sz="1400" dirty="0">
              <a:solidFill>
                <a:schemeClr val="tx1"/>
              </a:solidFill>
              <a:latin typeface="微软雅黑 Light" panose="020B0502040204020203" pitchFamily="34" charset="-122"/>
              <a:ea typeface="微软雅黑 Light" panose="020B0502040204020203" pitchFamily="34" charset="-122"/>
              <a:cs typeface="+mn-ea"/>
              <a:sym typeface="+mn-lt"/>
            </a:endParaRPr>
          </a:p>
        </p:txBody>
      </p:sp>
      <p:sp>
        <p:nvSpPr>
          <p:cNvPr id="37" name="流程图: 过程 36"/>
          <p:cNvSpPr/>
          <p:nvPr/>
        </p:nvSpPr>
        <p:spPr>
          <a:xfrm>
            <a:off x="4018228" y="3020008"/>
            <a:ext cx="1281171" cy="367553"/>
          </a:xfrm>
          <a:prstGeom prst="flowChartProcess">
            <a:avLst/>
          </a:prstGeom>
          <a:solidFill>
            <a:schemeClr val="accent5">
              <a:lumMod val="90000"/>
            </a:schemeClr>
          </a:solidFill>
          <a:ln w="12700">
            <a:solidFill>
              <a:schemeClr val="tx1"/>
            </a:solidFill>
          </a:ln>
        </p:spPr>
        <p:style>
          <a:lnRef idx="0">
            <a:scrgbClr r="0" g="0" b="0"/>
          </a:lnRef>
          <a:fillRef idx="0">
            <a:scrgbClr r="0" g="0" b="0"/>
          </a:fillRef>
          <a:effectRef idx="0">
            <a:scrgbClr r="0" g="0" b="0"/>
          </a:effectRef>
          <a:fontRef idx="minor">
            <a:schemeClr val="lt1"/>
          </a:fontRef>
        </p:style>
        <p:txBody>
          <a:bodyPr rtlCol="0" anchor="ctr"/>
          <a:lstStyle/>
          <a:p>
            <a:pPr algn="ctr">
              <a:lnSpc>
                <a:spcPct val="120000"/>
              </a:lnSpc>
            </a:pPr>
            <a:r>
              <a:rPr lang="zh-CN" altLang="en-US" sz="1400" dirty="0">
                <a:solidFill>
                  <a:schemeClr val="tx1"/>
                </a:solidFill>
                <a:latin typeface="微软雅黑 Light" panose="020B0502040204020203" pitchFamily="34" charset="-122"/>
                <a:ea typeface="微软雅黑 Light" panose="020B0502040204020203" pitchFamily="34" charset="-122"/>
                <a:cs typeface="+mn-ea"/>
                <a:sym typeface="+mn-lt"/>
              </a:rPr>
              <a:t>合法性检查</a:t>
            </a:r>
            <a:endParaRPr lang="zh-CN" altLang="en-US" sz="1400" dirty="0">
              <a:solidFill>
                <a:schemeClr val="tx1"/>
              </a:solidFill>
              <a:latin typeface="微软雅黑 Light" panose="020B0502040204020203" pitchFamily="34" charset="-122"/>
              <a:ea typeface="微软雅黑 Light" panose="020B0502040204020203" pitchFamily="34" charset="-122"/>
              <a:cs typeface="+mn-ea"/>
              <a:sym typeface="+mn-lt"/>
            </a:endParaRPr>
          </a:p>
        </p:txBody>
      </p:sp>
      <p:sp>
        <p:nvSpPr>
          <p:cNvPr id="38" name="流程图: 决策 37"/>
          <p:cNvSpPr/>
          <p:nvPr/>
        </p:nvSpPr>
        <p:spPr>
          <a:xfrm>
            <a:off x="4018228" y="3519185"/>
            <a:ext cx="1281171" cy="367553"/>
          </a:xfrm>
          <a:prstGeom prst="flowChartDecision">
            <a:avLst/>
          </a:prstGeom>
          <a:solidFill>
            <a:schemeClr val="accent6">
              <a:lumMod val="20000"/>
              <a:lumOff val="80000"/>
            </a:schemeClr>
          </a:solidFill>
          <a:ln w="12700">
            <a:solidFill>
              <a:schemeClr val="tx1"/>
            </a:solidFill>
          </a:ln>
        </p:spPr>
        <p:style>
          <a:lnRef idx="0">
            <a:scrgbClr r="0" g="0" b="0"/>
          </a:lnRef>
          <a:fillRef idx="0">
            <a:scrgbClr r="0" g="0" b="0"/>
          </a:fillRef>
          <a:effectRef idx="0">
            <a:scrgbClr r="0" g="0" b="0"/>
          </a:effectRef>
          <a:fontRef idx="minor">
            <a:schemeClr val="lt1"/>
          </a:fontRef>
        </p:style>
        <p:txBody>
          <a:bodyPr rtlCol="0" anchor="ctr"/>
          <a:lstStyle/>
          <a:p>
            <a:pPr algn="ctr">
              <a:lnSpc>
                <a:spcPct val="120000"/>
              </a:lnSpc>
            </a:pPr>
            <a:r>
              <a:rPr lang="zh-CN" altLang="en-US" sz="1200" dirty="0">
                <a:solidFill>
                  <a:schemeClr val="tx1"/>
                </a:solidFill>
                <a:latin typeface="微软雅黑 Light" panose="020B0502040204020203" pitchFamily="34" charset="-122"/>
                <a:ea typeface="微软雅黑 Light" panose="020B0502040204020203" pitchFamily="34" charset="-122"/>
                <a:cs typeface="+mn-ea"/>
                <a:sym typeface="+mn-lt"/>
              </a:rPr>
              <a:t>合法？</a:t>
            </a:r>
            <a:endParaRPr lang="zh-CN" altLang="en-US" sz="1200" dirty="0">
              <a:solidFill>
                <a:schemeClr val="tx1"/>
              </a:solidFill>
              <a:latin typeface="微软雅黑 Light" panose="020B0502040204020203" pitchFamily="34" charset="-122"/>
              <a:ea typeface="微软雅黑 Light" panose="020B0502040204020203" pitchFamily="34" charset="-122"/>
              <a:cs typeface="+mn-ea"/>
              <a:sym typeface="+mn-lt"/>
            </a:endParaRPr>
          </a:p>
        </p:txBody>
      </p:sp>
      <p:sp>
        <p:nvSpPr>
          <p:cNvPr id="39" name="流程图: 过程 38"/>
          <p:cNvSpPr/>
          <p:nvPr/>
        </p:nvSpPr>
        <p:spPr>
          <a:xfrm>
            <a:off x="4018228" y="4018362"/>
            <a:ext cx="1281171" cy="801310"/>
          </a:xfrm>
          <a:prstGeom prst="flowChartProcess">
            <a:avLst/>
          </a:prstGeom>
          <a:solidFill>
            <a:schemeClr val="accent5">
              <a:lumMod val="90000"/>
            </a:schemeClr>
          </a:solidFill>
          <a:ln w="12700">
            <a:solidFill>
              <a:schemeClr val="tx1"/>
            </a:solidFill>
          </a:ln>
        </p:spPr>
        <p:style>
          <a:lnRef idx="0">
            <a:scrgbClr r="0" g="0" b="0"/>
          </a:lnRef>
          <a:fillRef idx="0">
            <a:scrgbClr r="0" g="0" b="0"/>
          </a:fillRef>
          <a:effectRef idx="0">
            <a:scrgbClr r="0" g="0" b="0"/>
          </a:effectRef>
          <a:fontRef idx="minor">
            <a:schemeClr val="lt1"/>
          </a:fontRef>
        </p:style>
        <p:txBody>
          <a:bodyPr rtlCol="0" anchor="ctr"/>
          <a:lstStyle/>
          <a:p>
            <a:pPr algn="ctr">
              <a:lnSpc>
                <a:spcPct val="120000"/>
              </a:lnSpc>
            </a:pPr>
            <a:r>
              <a:rPr lang="zh-CN" altLang="en-US" sz="1400" dirty="0">
                <a:solidFill>
                  <a:schemeClr val="tx1"/>
                </a:solidFill>
                <a:latin typeface="微软雅黑 Light" panose="020B0502040204020203" pitchFamily="34" charset="-122"/>
                <a:ea typeface="微软雅黑 Light" panose="020B0502040204020203" pitchFamily="34" charset="-122"/>
                <a:cs typeface="+mn-ea"/>
                <a:sym typeface="+mn-lt"/>
              </a:rPr>
              <a:t>目的</a:t>
            </a:r>
            <a:r>
              <a:rPr lang="en-US" altLang="zh-CN" sz="1400" dirty="0">
                <a:solidFill>
                  <a:schemeClr val="tx1"/>
                </a:solidFill>
                <a:latin typeface="微软雅黑 Light" panose="020B0502040204020203" pitchFamily="34" charset="-122"/>
                <a:ea typeface="微软雅黑 Light" panose="020B0502040204020203" pitchFamily="34" charset="-122"/>
                <a:cs typeface="+mn-ea"/>
                <a:sym typeface="+mn-lt"/>
              </a:rPr>
              <a:t>IP</a:t>
            </a:r>
            <a:r>
              <a:rPr lang="zh-CN" altLang="en-US" sz="1400" dirty="0">
                <a:solidFill>
                  <a:schemeClr val="tx1"/>
                </a:solidFill>
                <a:latin typeface="微软雅黑 Light" panose="020B0502040204020203" pitchFamily="34" charset="-122"/>
                <a:ea typeface="微软雅黑 Light" panose="020B0502040204020203" pitchFamily="34" charset="-122"/>
                <a:cs typeface="+mn-ea"/>
                <a:sym typeface="+mn-lt"/>
              </a:rPr>
              <a:t>作为</a:t>
            </a:r>
            <a:r>
              <a:rPr lang="en-US" altLang="zh-CN" sz="1400" dirty="0">
                <a:solidFill>
                  <a:schemeClr val="tx1"/>
                </a:solidFill>
                <a:latin typeface="微软雅黑 Light" panose="020B0502040204020203" pitchFamily="34" charset="-122"/>
                <a:ea typeface="微软雅黑 Light" panose="020B0502040204020203" pitchFamily="34" charset="-122"/>
                <a:cs typeface="+mn-ea"/>
                <a:sym typeface="+mn-lt"/>
              </a:rPr>
              <a:t>Key</a:t>
            </a:r>
            <a:r>
              <a:rPr lang="zh-CN" altLang="en-US" sz="1400" dirty="0">
                <a:solidFill>
                  <a:schemeClr val="tx1"/>
                </a:solidFill>
                <a:latin typeface="微软雅黑 Light" panose="020B0502040204020203" pitchFamily="34" charset="-122"/>
                <a:ea typeface="微软雅黑 Light" panose="020B0502040204020203" pitchFamily="34" charset="-122"/>
                <a:cs typeface="+mn-ea"/>
                <a:sym typeface="+mn-lt"/>
              </a:rPr>
              <a:t>查路由表（</a:t>
            </a:r>
            <a:r>
              <a:rPr lang="en-US" altLang="zh-CN" sz="1400" dirty="0">
                <a:solidFill>
                  <a:schemeClr val="tx1"/>
                </a:solidFill>
                <a:latin typeface="微软雅黑 Light" panose="020B0502040204020203" pitchFamily="34" charset="-122"/>
                <a:ea typeface="微软雅黑 Light" panose="020B0502040204020203" pitchFamily="34" charset="-122"/>
                <a:cs typeface="+mn-ea"/>
                <a:sym typeface="+mn-lt"/>
              </a:rPr>
              <a:t>LPM</a:t>
            </a:r>
            <a:r>
              <a:rPr lang="zh-CN" altLang="en-US" sz="1400" dirty="0">
                <a:solidFill>
                  <a:schemeClr val="tx1"/>
                </a:solidFill>
                <a:latin typeface="微软雅黑 Light" panose="020B0502040204020203" pitchFamily="34" charset="-122"/>
                <a:ea typeface="微软雅黑 Light" panose="020B0502040204020203" pitchFamily="34" charset="-122"/>
                <a:cs typeface="+mn-ea"/>
                <a:sym typeface="+mn-lt"/>
              </a:rPr>
              <a:t>）</a:t>
            </a:r>
            <a:endParaRPr lang="zh-CN" altLang="en-US" sz="1400" dirty="0">
              <a:solidFill>
                <a:schemeClr val="tx1"/>
              </a:solidFill>
              <a:latin typeface="微软雅黑 Light" panose="020B0502040204020203" pitchFamily="34" charset="-122"/>
              <a:ea typeface="微软雅黑 Light" panose="020B0502040204020203" pitchFamily="34" charset="-122"/>
              <a:cs typeface="+mn-ea"/>
              <a:sym typeface="+mn-lt"/>
            </a:endParaRPr>
          </a:p>
        </p:txBody>
      </p:sp>
      <p:sp>
        <p:nvSpPr>
          <p:cNvPr id="40" name="流程图: 决策 39"/>
          <p:cNvSpPr/>
          <p:nvPr/>
        </p:nvSpPr>
        <p:spPr>
          <a:xfrm>
            <a:off x="4018228" y="4951297"/>
            <a:ext cx="1281171" cy="367553"/>
          </a:xfrm>
          <a:prstGeom prst="flowChartDecision">
            <a:avLst/>
          </a:prstGeom>
          <a:solidFill>
            <a:schemeClr val="accent6">
              <a:lumMod val="20000"/>
              <a:lumOff val="80000"/>
            </a:schemeClr>
          </a:solidFill>
          <a:ln w="12700">
            <a:solidFill>
              <a:schemeClr val="tx1"/>
            </a:solidFill>
          </a:ln>
        </p:spPr>
        <p:style>
          <a:lnRef idx="0">
            <a:scrgbClr r="0" g="0" b="0"/>
          </a:lnRef>
          <a:fillRef idx="0">
            <a:scrgbClr r="0" g="0" b="0"/>
          </a:fillRef>
          <a:effectRef idx="0">
            <a:scrgbClr r="0" g="0" b="0"/>
          </a:effectRef>
          <a:fontRef idx="minor">
            <a:schemeClr val="lt1"/>
          </a:fontRef>
        </p:style>
        <p:txBody>
          <a:bodyPr rtlCol="0" anchor="ctr"/>
          <a:lstStyle/>
          <a:p>
            <a:pPr algn="ctr">
              <a:lnSpc>
                <a:spcPct val="120000"/>
              </a:lnSpc>
            </a:pPr>
            <a:r>
              <a:rPr lang="zh-CN" altLang="en-US" sz="1200" dirty="0">
                <a:solidFill>
                  <a:schemeClr val="tx1"/>
                </a:solidFill>
                <a:latin typeface="微软雅黑 Light" panose="020B0502040204020203" pitchFamily="34" charset="-122"/>
                <a:ea typeface="微软雅黑 Light" panose="020B0502040204020203" pitchFamily="34" charset="-122"/>
                <a:cs typeface="+mn-ea"/>
                <a:sym typeface="+mn-lt"/>
              </a:rPr>
              <a:t>命中？</a:t>
            </a:r>
            <a:endParaRPr lang="zh-CN" altLang="en-US" sz="1200" dirty="0">
              <a:solidFill>
                <a:schemeClr val="tx1"/>
              </a:solidFill>
              <a:latin typeface="微软雅黑 Light" panose="020B0502040204020203" pitchFamily="34" charset="-122"/>
              <a:ea typeface="微软雅黑 Light" panose="020B0502040204020203" pitchFamily="34" charset="-122"/>
              <a:cs typeface="+mn-ea"/>
              <a:sym typeface="+mn-lt"/>
            </a:endParaRPr>
          </a:p>
        </p:txBody>
      </p:sp>
      <p:sp>
        <p:nvSpPr>
          <p:cNvPr id="41" name="流程图: 过程 40"/>
          <p:cNvSpPr/>
          <p:nvPr/>
        </p:nvSpPr>
        <p:spPr>
          <a:xfrm>
            <a:off x="4018228" y="5445480"/>
            <a:ext cx="1281171" cy="502602"/>
          </a:xfrm>
          <a:prstGeom prst="flowChartProcess">
            <a:avLst/>
          </a:prstGeom>
          <a:solidFill>
            <a:schemeClr val="accent5">
              <a:lumMod val="90000"/>
            </a:schemeClr>
          </a:solidFill>
          <a:ln w="12700">
            <a:solidFill>
              <a:schemeClr val="tx1"/>
            </a:solidFill>
          </a:ln>
        </p:spPr>
        <p:style>
          <a:lnRef idx="0">
            <a:scrgbClr r="0" g="0" b="0"/>
          </a:lnRef>
          <a:fillRef idx="0">
            <a:scrgbClr r="0" g="0" b="0"/>
          </a:fillRef>
          <a:effectRef idx="0">
            <a:scrgbClr r="0" g="0" b="0"/>
          </a:effectRef>
          <a:fontRef idx="minor">
            <a:schemeClr val="lt1"/>
          </a:fontRef>
        </p:style>
        <p:txBody>
          <a:bodyPr rtlCol="0" anchor="ctr"/>
          <a:lstStyle/>
          <a:p>
            <a:pPr algn="ctr">
              <a:lnSpc>
                <a:spcPct val="120000"/>
              </a:lnSpc>
            </a:pPr>
            <a:r>
              <a:rPr lang="zh-CN" altLang="en-US" sz="1400" dirty="0">
                <a:solidFill>
                  <a:schemeClr val="tx1"/>
                </a:solidFill>
                <a:latin typeface="微软雅黑 Light" panose="020B0502040204020203" pitchFamily="34" charset="-122"/>
                <a:ea typeface="微软雅黑 Light" panose="020B0502040204020203" pitchFamily="34" charset="-122"/>
                <a:cs typeface="+mn-ea"/>
                <a:sym typeface="+mn-lt"/>
              </a:rPr>
              <a:t>下一跳</a:t>
            </a:r>
            <a:r>
              <a:rPr lang="en-US" altLang="zh-CN" sz="1400" dirty="0">
                <a:solidFill>
                  <a:schemeClr val="tx1"/>
                </a:solidFill>
                <a:latin typeface="微软雅黑 Light" panose="020B0502040204020203" pitchFamily="34" charset="-122"/>
                <a:ea typeface="微软雅黑 Light" panose="020B0502040204020203" pitchFamily="34" charset="-122"/>
                <a:cs typeface="+mn-ea"/>
                <a:sym typeface="+mn-lt"/>
              </a:rPr>
              <a:t>IP</a:t>
            </a:r>
            <a:r>
              <a:rPr lang="zh-CN" altLang="en-US" sz="1400" dirty="0">
                <a:solidFill>
                  <a:schemeClr val="tx1"/>
                </a:solidFill>
                <a:latin typeface="微软雅黑 Light" panose="020B0502040204020203" pitchFamily="34" charset="-122"/>
                <a:ea typeface="微软雅黑 Light" panose="020B0502040204020203" pitchFamily="34" charset="-122"/>
                <a:cs typeface="+mn-ea"/>
                <a:sym typeface="+mn-lt"/>
              </a:rPr>
              <a:t>查</a:t>
            </a:r>
            <a:r>
              <a:rPr lang="en-US" altLang="zh-CN" sz="1400" dirty="0">
                <a:solidFill>
                  <a:schemeClr val="tx1"/>
                </a:solidFill>
                <a:latin typeface="微软雅黑 Light" panose="020B0502040204020203" pitchFamily="34" charset="-122"/>
                <a:ea typeface="微软雅黑 Light" panose="020B0502040204020203" pitchFamily="34" charset="-122"/>
                <a:cs typeface="+mn-ea"/>
                <a:sym typeface="+mn-lt"/>
              </a:rPr>
              <a:t>ARP</a:t>
            </a:r>
            <a:r>
              <a:rPr lang="zh-CN" altLang="en-US" sz="1400" dirty="0">
                <a:solidFill>
                  <a:schemeClr val="tx1"/>
                </a:solidFill>
                <a:latin typeface="微软雅黑 Light" panose="020B0502040204020203" pitchFamily="34" charset="-122"/>
                <a:ea typeface="微软雅黑 Light" panose="020B0502040204020203" pitchFamily="34" charset="-122"/>
                <a:cs typeface="+mn-ea"/>
                <a:sym typeface="+mn-lt"/>
              </a:rPr>
              <a:t>表</a:t>
            </a:r>
            <a:endParaRPr lang="zh-CN" altLang="en-US" sz="1400" dirty="0">
              <a:solidFill>
                <a:schemeClr val="tx1"/>
              </a:solidFill>
              <a:latin typeface="微软雅黑 Light" panose="020B0502040204020203" pitchFamily="34" charset="-122"/>
              <a:ea typeface="微软雅黑 Light" panose="020B0502040204020203" pitchFamily="34" charset="-122"/>
              <a:cs typeface="+mn-ea"/>
              <a:sym typeface="+mn-lt"/>
            </a:endParaRPr>
          </a:p>
        </p:txBody>
      </p:sp>
      <p:sp>
        <p:nvSpPr>
          <p:cNvPr id="42" name="流程图: 过程 41"/>
          <p:cNvSpPr/>
          <p:nvPr/>
        </p:nvSpPr>
        <p:spPr>
          <a:xfrm>
            <a:off x="5807795" y="5445480"/>
            <a:ext cx="1281171" cy="502602"/>
          </a:xfrm>
          <a:prstGeom prst="flowChartProcess">
            <a:avLst/>
          </a:prstGeom>
          <a:solidFill>
            <a:schemeClr val="accent5">
              <a:lumMod val="90000"/>
            </a:schemeClr>
          </a:solidFill>
          <a:ln w="12700">
            <a:solidFill>
              <a:schemeClr val="tx1"/>
            </a:solidFill>
          </a:ln>
        </p:spPr>
        <p:style>
          <a:lnRef idx="0">
            <a:scrgbClr r="0" g="0" b="0"/>
          </a:lnRef>
          <a:fillRef idx="0">
            <a:scrgbClr r="0" g="0" b="0"/>
          </a:fillRef>
          <a:effectRef idx="0">
            <a:scrgbClr r="0" g="0" b="0"/>
          </a:effectRef>
          <a:fontRef idx="minor">
            <a:schemeClr val="lt1"/>
          </a:fontRef>
        </p:style>
        <p:txBody>
          <a:bodyPr rtlCol="0" anchor="ctr"/>
          <a:lstStyle/>
          <a:p>
            <a:pPr algn="ctr">
              <a:lnSpc>
                <a:spcPct val="120000"/>
              </a:lnSpc>
            </a:pPr>
            <a:r>
              <a:rPr lang="zh-CN" altLang="en-US" sz="1400" dirty="0">
                <a:solidFill>
                  <a:schemeClr val="tx1"/>
                </a:solidFill>
                <a:latin typeface="微软雅黑 Light" panose="020B0502040204020203" pitchFamily="34" charset="-122"/>
                <a:ea typeface="微软雅黑 Light" panose="020B0502040204020203" pitchFamily="34" charset="-122"/>
                <a:cs typeface="+mn-ea"/>
                <a:sym typeface="+mn-lt"/>
              </a:rPr>
              <a:t>封装报文</a:t>
            </a:r>
            <a:endParaRPr lang="zh-CN" altLang="en-US" sz="1400" dirty="0">
              <a:solidFill>
                <a:schemeClr val="tx1"/>
              </a:solidFill>
              <a:latin typeface="微软雅黑 Light" panose="020B0502040204020203" pitchFamily="34" charset="-122"/>
              <a:ea typeface="微软雅黑 Light" panose="020B0502040204020203" pitchFamily="34" charset="-122"/>
              <a:cs typeface="+mn-ea"/>
              <a:sym typeface="+mn-lt"/>
            </a:endParaRPr>
          </a:p>
        </p:txBody>
      </p:sp>
      <p:sp>
        <p:nvSpPr>
          <p:cNvPr id="43" name="流程图: 过程 42"/>
          <p:cNvSpPr/>
          <p:nvPr/>
        </p:nvSpPr>
        <p:spPr>
          <a:xfrm>
            <a:off x="7582445" y="5445480"/>
            <a:ext cx="1281171" cy="502602"/>
          </a:xfrm>
          <a:prstGeom prst="flowChartProcess">
            <a:avLst/>
          </a:prstGeom>
          <a:solidFill>
            <a:schemeClr val="accent5">
              <a:lumMod val="90000"/>
            </a:schemeClr>
          </a:solidFill>
          <a:ln w="12700">
            <a:solidFill>
              <a:schemeClr val="tx1"/>
            </a:solidFill>
          </a:ln>
        </p:spPr>
        <p:style>
          <a:lnRef idx="0">
            <a:scrgbClr r="0" g="0" b="0"/>
          </a:lnRef>
          <a:fillRef idx="0">
            <a:scrgbClr r="0" g="0" b="0"/>
          </a:fillRef>
          <a:effectRef idx="0">
            <a:scrgbClr r="0" g="0" b="0"/>
          </a:effectRef>
          <a:fontRef idx="minor">
            <a:schemeClr val="lt1"/>
          </a:fontRef>
        </p:style>
        <p:txBody>
          <a:bodyPr rtlCol="0" anchor="ctr"/>
          <a:lstStyle/>
          <a:p>
            <a:pPr algn="ctr">
              <a:lnSpc>
                <a:spcPct val="120000"/>
              </a:lnSpc>
            </a:pPr>
            <a:r>
              <a:rPr lang="zh-CN" altLang="en-US" sz="1400" dirty="0">
                <a:solidFill>
                  <a:schemeClr val="tx1"/>
                </a:solidFill>
                <a:latin typeface="微软雅黑 Light" panose="020B0502040204020203" pitchFamily="34" charset="-122"/>
                <a:ea typeface="微软雅黑 Light" panose="020B0502040204020203" pitchFamily="34" charset="-122"/>
                <a:cs typeface="+mn-ea"/>
                <a:sym typeface="+mn-lt"/>
              </a:rPr>
              <a:t>从指定接口发送报文</a:t>
            </a:r>
            <a:endParaRPr lang="zh-CN" altLang="en-US" sz="1400" dirty="0">
              <a:solidFill>
                <a:schemeClr val="tx1"/>
              </a:solidFill>
              <a:latin typeface="微软雅黑 Light" panose="020B0502040204020203" pitchFamily="34" charset="-122"/>
              <a:ea typeface="微软雅黑 Light" panose="020B0502040204020203" pitchFamily="34" charset="-122"/>
              <a:cs typeface="+mn-ea"/>
              <a:sym typeface="+mn-lt"/>
            </a:endParaRPr>
          </a:p>
        </p:txBody>
      </p:sp>
      <p:sp>
        <p:nvSpPr>
          <p:cNvPr id="44" name="流程图: 过程 43"/>
          <p:cNvSpPr/>
          <p:nvPr/>
        </p:nvSpPr>
        <p:spPr>
          <a:xfrm>
            <a:off x="2348847" y="3519184"/>
            <a:ext cx="1281171" cy="367553"/>
          </a:xfrm>
          <a:prstGeom prst="flowChartProcess">
            <a:avLst/>
          </a:prstGeom>
          <a:solidFill>
            <a:schemeClr val="accent5">
              <a:lumMod val="90000"/>
            </a:schemeClr>
          </a:solidFill>
          <a:ln w="12700">
            <a:solidFill>
              <a:schemeClr val="tx1"/>
            </a:solidFill>
          </a:ln>
        </p:spPr>
        <p:style>
          <a:lnRef idx="0">
            <a:scrgbClr r="0" g="0" b="0"/>
          </a:lnRef>
          <a:fillRef idx="0">
            <a:scrgbClr r="0" g="0" b="0"/>
          </a:fillRef>
          <a:effectRef idx="0">
            <a:scrgbClr r="0" g="0" b="0"/>
          </a:effectRef>
          <a:fontRef idx="minor">
            <a:schemeClr val="lt1"/>
          </a:fontRef>
        </p:style>
        <p:txBody>
          <a:bodyPr rtlCol="0" anchor="ctr"/>
          <a:lstStyle/>
          <a:p>
            <a:pPr algn="ctr">
              <a:lnSpc>
                <a:spcPct val="120000"/>
              </a:lnSpc>
            </a:pPr>
            <a:r>
              <a:rPr lang="zh-CN" altLang="en-US" sz="1400" dirty="0">
                <a:solidFill>
                  <a:schemeClr val="tx1"/>
                </a:solidFill>
                <a:latin typeface="微软雅黑 Light" panose="020B0502040204020203" pitchFamily="34" charset="-122"/>
                <a:ea typeface="微软雅黑 Light" panose="020B0502040204020203" pitchFamily="34" charset="-122"/>
                <a:cs typeface="+mn-ea"/>
                <a:sym typeface="+mn-lt"/>
              </a:rPr>
              <a:t>丢弃报文</a:t>
            </a:r>
            <a:endParaRPr lang="zh-CN" altLang="en-US" sz="1400" dirty="0">
              <a:solidFill>
                <a:schemeClr val="tx1"/>
              </a:solidFill>
              <a:latin typeface="微软雅黑 Light" panose="020B0502040204020203" pitchFamily="34" charset="-122"/>
              <a:ea typeface="微软雅黑 Light" panose="020B0502040204020203" pitchFamily="34" charset="-122"/>
              <a:cs typeface="+mn-ea"/>
              <a:sym typeface="+mn-lt"/>
            </a:endParaRPr>
          </a:p>
        </p:txBody>
      </p:sp>
      <p:cxnSp>
        <p:nvCxnSpPr>
          <p:cNvPr id="45" name="直接箭头连接符 44"/>
          <p:cNvCxnSpPr>
            <a:stCxn id="36" idx="2"/>
            <a:endCxn id="37" idx="0"/>
          </p:cNvCxnSpPr>
          <p:nvPr/>
        </p:nvCxnSpPr>
        <p:spPr>
          <a:xfrm>
            <a:off x="4658814" y="2888384"/>
            <a:ext cx="0" cy="131624"/>
          </a:xfrm>
          <a:prstGeom prst="straightConnector1">
            <a:avLst/>
          </a:prstGeom>
          <a:ln w="12700">
            <a:solidFill>
              <a:schemeClr val="accent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6" name="直接箭头连接符 45"/>
          <p:cNvCxnSpPr>
            <a:stCxn id="37" idx="2"/>
            <a:endCxn id="38" idx="0"/>
          </p:cNvCxnSpPr>
          <p:nvPr/>
        </p:nvCxnSpPr>
        <p:spPr>
          <a:xfrm>
            <a:off x="4658814" y="3387561"/>
            <a:ext cx="0" cy="131624"/>
          </a:xfrm>
          <a:prstGeom prst="straightConnector1">
            <a:avLst/>
          </a:prstGeom>
          <a:ln w="12700">
            <a:solidFill>
              <a:schemeClr val="accent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7" name="直接箭头连接符 46"/>
          <p:cNvCxnSpPr>
            <a:stCxn id="38" idx="2"/>
            <a:endCxn id="39" idx="0"/>
          </p:cNvCxnSpPr>
          <p:nvPr/>
        </p:nvCxnSpPr>
        <p:spPr>
          <a:xfrm>
            <a:off x="4658814" y="3886738"/>
            <a:ext cx="0" cy="131624"/>
          </a:xfrm>
          <a:prstGeom prst="straightConnector1">
            <a:avLst/>
          </a:prstGeom>
          <a:ln w="12700">
            <a:solidFill>
              <a:schemeClr val="accent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8" name="直接箭头连接符 47"/>
          <p:cNvCxnSpPr>
            <a:stCxn id="39" idx="2"/>
            <a:endCxn id="40" idx="0"/>
          </p:cNvCxnSpPr>
          <p:nvPr/>
        </p:nvCxnSpPr>
        <p:spPr>
          <a:xfrm>
            <a:off x="4658814" y="4819672"/>
            <a:ext cx="0" cy="131625"/>
          </a:xfrm>
          <a:prstGeom prst="straightConnector1">
            <a:avLst/>
          </a:prstGeom>
          <a:ln w="12700">
            <a:solidFill>
              <a:schemeClr val="accent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9" name="直接箭头连接符 48"/>
          <p:cNvCxnSpPr>
            <a:stCxn id="38" idx="1"/>
            <a:endCxn id="44" idx="3"/>
          </p:cNvCxnSpPr>
          <p:nvPr/>
        </p:nvCxnSpPr>
        <p:spPr>
          <a:xfrm flipH="1" flipV="1">
            <a:off x="3630018" y="3702961"/>
            <a:ext cx="388210" cy="1"/>
          </a:xfrm>
          <a:prstGeom prst="straightConnector1">
            <a:avLst/>
          </a:prstGeom>
          <a:ln w="12700">
            <a:solidFill>
              <a:schemeClr val="accent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50" name="连接符: 肘形 49"/>
          <p:cNvCxnSpPr>
            <a:stCxn id="40" idx="1"/>
            <a:endCxn id="44" idx="2"/>
          </p:cNvCxnSpPr>
          <p:nvPr/>
        </p:nvCxnSpPr>
        <p:spPr>
          <a:xfrm rot="10800000">
            <a:off x="2989434" y="3886738"/>
            <a:ext cx="1028795" cy="1248337"/>
          </a:xfrm>
          <a:prstGeom prst="bentConnector2">
            <a:avLst/>
          </a:prstGeom>
          <a:ln w="12700">
            <a:solidFill>
              <a:schemeClr val="accent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51" name="直接箭头连接符 50"/>
          <p:cNvCxnSpPr>
            <a:stCxn id="40" idx="2"/>
            <a:endCxn id="41" idx="0"/>
          </p:cNvCxnSpPr>
          <p:nvPr/>
        </p:nvCxnSpPr>
        <p:spPr>
          <a:xfrm>
            <a:off x="4658814" y="5318850"/>
            <a:ext cx="0" cy="126630"/>
          </a:xfrm>
          <a:prstGeom prst="straightConnector1">
            <a:avLst/>
          </a:prstGeom>
          <a:ln w="12700">
            <a:solidFill>
              <a:schemeClr val="accent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52" name="直接箭头连接符 51"/>
          <p:cNvCxnSpPr>
            <a:stCxn id="41" idx="3"/>
            <a:endCxn id="42" idx="1"/>
          </p:cNvCxnSpPr>
          <p:nvPr/>
        </p:nvCxnSpPr>
        <p:spPr>
          <a:xfrm>
            <a:off x="5299399" y="5696781"/>
            <a:ext cx="508396" cy="0"/>
          </a:xfrm>
          <a:prstGeom prst="straightConnector1">
            <a:avLst/>
          </a:prstGeom>
          <a:ln w="12700">
            <a:solidFill>
              <a:schemeClr val="accent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53" name="直接箭头连接符 52"/>
          <p:cNvCxnSpPr>
            <a:stCxn id="42" idx="3"/>
            <a:endCxn id="43" idx="1"/>
          </p:cNvCxnSpPr>
          <p:nvPr/>
        </p:nvCxnSpPr>
        <p:spPr>
          <a:xfrm>
            <a:off x="7088966" y="5696781"/>
            <a:ext cx="493479" cy="0"/>
          </a:xfrm>
          <a:prstGeom prst="straightConnector1">
            <a:avLst/>
          </a:prstGeom>
          <a:ln w="12700">
            <a:solidFill>
              <a:schemeClr val="accent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54" name="箭头: 右 53"/>
          <p:cNvSpPr/>
          <p:nvPr/>
        </p:nvSpPr>
        <p:spPr>
          <a:xfrm>
            <a:off x="5509369" y="4258195"/>
            <a:ext cx="333233" cy="321644"/>
          </a:xfrm>
          <a:prstGeom prst="rightArrow">
            <a:avLst/>
          </a:prstGeom>
          <a:solidFill>
            <a:schemeClr val="accent1">
              <a:lumMod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lnSpc>
                <a:spcPct val="120000"/>
              </a:lnSpc>
            </a:pPr>
            <a:endParaRPr lang="zh-CN" altLang="en-US">
              <a:latin typeface="微软雅黑 Light" panose="020B0502040204020203" pitchFamily="34" charset="-122"/>
              <a:ea typeface="微软雅黑 Light" panose="020B0502040204020203" pitchFamily="34" charset="-122"/>
              <a:cs typeface="+mn-ea"/>
              <a:sym typeface="+mn-lt"/>
            </a:endParaRPr>
          </a:p>
        </p:txBody>
      </p:sp>
    </p:spTree>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最长前缀匹配</a:t>
            </a:r>
            <a:endParaRPr lang="zh-CN" altLang="en-US" dirty="0"/>
          </a:p>
        </p:txBody>
      </p:sp>
      <p:sp>
        <p:nvSpPr>
          <p:cNvPr id="3" name="内容占位符 2"/>
          <p:cNvSpPr>
            <a:spLocks noGrp="1"/>
          </p:cNvSpPr>
          <p:nvPr>
            <p:ph idx="1"/>
          </p:nvPr>
        </p:nvSpPr>
        <p:spPr>
          <a:xfrm>
            <a:off x="334434" y="1052515"/>
            <a:ext cx="11523133" cy="1656406"/>
          </a:xfrm>
        </p:spPr>
        <p:txBody>
          <a:bodyPr/>
          <a:lstStyle/>
          <a:p>
            <a:r>
              <a:rPr lang="zh-CN" altLang="en-US" dirty="0"/>
              <a:t>在路由器中，路由表中的每条路由的基本信息包括 “网络前缀”、“下一跳地址”和</a:t>
            </a:r>
            <a:r>
              <a:rPr lang="en-US" altLang="zh-CN" dirty="0"/>
              <a:t>/</a:t>
            </a:r>
            <a:r>
              <a:rPr lang="zh-CN" altLang="en-US" dirty="0"/>
              <a:t>或“出接口”组成</a:t>
            </a:r>
            <a:endParaRPr lang="zh-CN" altLang="en-US" dirty="0"/>
          </a:p>
          <a:p>
            <a:r>
              <a:rPr lang="zh-CN" altLang="en-US" dirty="0"/>
              <a:t>网络前缀越长，其地址块就越小，因而路由就越具体</a:t>
            </a:r>
            <a:endParaRPr lang="zh-CN" altLang="en-US" dirty="0"/>
          </a:p>
        </p:txBody>
      </p:sp>
      <p:sp>
        <p:nvSpPr>
          <p:cNvPr id="4" name="灯片编号占位符 3"/>
          <p:cNvSpPr>
            <a:spLocks noGrp="1"/>
          </p:cNvSpPr>
          <p:nvPr>
            <p:ph type="sldNum" sz="quarter" idx="12"/>
          </p:nvPr>
        </p:nvSpPr>
        <p:spPr/>
        <p:txBody>
          <a:bodyPr/>
          <a:lstStyle/>
          <a:p>
            <a:pPr>
              <a:defRPr/>
            </a:pPr>
            <a:fld id="{816960B2-2B11-492C-B588-5290E1274F96}" type="slidenum">
              <a:rPr lang="en-US" altLang="zh-CN" smtClean="0"/>
            </a:fld>
            <a:endParaRPr lang="en-US" altLang="zh-CN" dirty="0"/>
          </a:p>
        </p:txBody>
      </p:sp>
      <p:pic>
        <p:nvPicPr>
          <p:cNvPr id="5" name="图片 4"/>
          <p:cNvPicPr>
            <a:picLocks noChangeAspect="1"/>
          </p:cNvPicPr>
          <p:nvPr/>
        </p:nvPicPr>
        <p:blipFill>
          <a:blip r:embed="rId1"/>
          <a:stretch>
            <a:fillRect/>
          </a:stretch>
        </p:blipFill>
        <p:spPr>
          <a:xfrm>
            <a:off x="6307109" y="2786377"/>
            <a:ext cx="5421313" cy="3019108"/>
          </a:xfrm>
          <a:prstGeom prst="rect">
            <a:avLst/>
          </a:prstGeom>
        </p:spPr>
      </p:pic>
      <p:pic>
        <p:nvPicPr>
          <p:cNvPr id="12" name="图片 11"/>
          <p:cNvPicPr>
            <a:picLocks noChangeAspect="1"/>
          </p:cNvPicPr>
          <p:nvPr/>
        </p:nvPicPr>
        <p:blipFill>
          <a:blip r:embed="rId2"/>
          <a:stretch>
            <a:fillRect/>
          </a:stretch>
        </p:blipFill>
        <p:spPr>
          <a:xfrm>
            <a:off x="1788698" y="3235934"/>
            <a:ext cx="496304" cy="496304"/>
          </a:xfrm>
          <a:prstGeom prst="rect">
            <a:avLst/>
          </a:prstGeom>
        </p:spPr>
      </p:pic>
      <p:pic>
        <p:nvPicPr>
          <p:cNvPr id="13" name="图片 12"/>
          <p:cNvPicPr>
            <a:picLocks noChangeAspect="1"/>
          </p:cNvPicPr>
          <p:nvPr/>
        </p:nvPicPr>
        <p:blipFill>
          <a:blip r:embed="rId2"/>
          <a:stretch>
            <a:fillRect/>
          </a:stretch>
        </p:blipFill>
        <p:spPr>
          <a:xfrm>
            <a:off x="2985038" y="2739630"/>
            <a:ext cx="496304" cy="496304"/>
          </a:xfrm>
          <a:prstGeom prst="rect">
            <a:avLst/>
          </a:prstGeom>
        </p:spPr>
      </p:pic>
      <p:pic>
        <p:nvPicPr>
          <p:cNvPr id="14" name="图片 13"/>
          <p:cNvPicPr>
            <a:picLocks noChangeAspect="1"/>
          </p:cNvPicPr>
          <p:nvPr/>
        </p:nvPicPr>
        <p:blipFill>
          <a:blip r:embed="rId2"/>
          <a:stretch>
            <a:fillRect/>
          </a:stretch>
        </p:blipFill>
        <p:spPr>
          <a:xfrm>
            <a:off x="4150898" y="3235934"/>
            <a:ext cx="496304" cy="496304"/>
          </a:xfrm>
          <a:prstGeom prst="rect">
            <a:avLst/>
          </a:prstGeom>
        </p:spPr>
      </p:pic>
      <p:pic>
        <p:nvPicPr>
          <p:cNvPr id="15" name="图片 14"/>
          <p:cNvPicPr>
            <a:picLocks noChangeAspect="1"/>
          </p:cNvPicPr>
          <p:nvPr/>
        </p:nvPicPr>
        <p:blipFill>
          <a:blip r:embed="rId2"/>
          <a:stretch>
            <a:fillRect/>
          </a:stretch>
        </p:blipFill>
        <p:spPr>
          <a:xfrm>
            <a:off x="2985038" y="4801844"/>
            <a:ext cx="496304" cy="496304"/>
          </a:xfrm>
          <a:prstGeom prst="rect">
            <a:avLst/>
          </a:prstGeom>
        </p:spPr>
      </p:pic>
      <p:cxnSp>
        <p:nvCxnSpPr>
          <p:cNvPr id="16" name="直接连接符 15"/>
          <p:cNvCxnSpPr>
            <a:stCxn id="13" idx="2"/>
            <a:endCxn id="15" idx="0"/>
          </p:cNvCxnSpPr>
          <p:nvPr/>
        </p:nvCxnSpPr>
        <p:spPr>
          <a:xfrm>
            <a:off x="3233190" y="3235934"/>
            <a:ext cx="0" cy="156591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7" name="直接连接符 16"/>
          <p:cNvCxnSpPr>
            <a:stCxn id="12" idx="2"/>
            <a:endCxn id="15" idx="1"/>
          </p:cNvCxnSpPr>
          <p:nvPr/>
        </p:nvCxnSpPr>
        <p:spPr>
          <a:xfrm>
            <a:off x="2036850" y="3732238"/>
            <a:ext cx="948188" cy="1317758"/>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8" name="直接连接符 17"/>
          <p:cNvCxnSpPr>
            <a:stCxn id="14" idx="2"/>
            <a:endCxn id="15" idx="3"/>
          </p:cNvCxnSpPr>
          <p:nvPr/>
        </p:nvCxnSpPr>
        <p:spPr>
          <a:xfrm flipH="1">
            <a:off x="3481342" y="3732238"/>
            <a:ext cx="917708" cy="1317758"/>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19" name="文本框 18"/>
          <p:cNvSpPr txBox="1"/>
          <p:nvPr/>
        </p:nvSpPr>
        <p:spPr>
          <a:xfrm>
            <a:off x="1875324" y="2987782"/>
            <a:ext cx="496304" cy="276999"/>
          </a:xfrm>
          <a:prstGeom prst="rect">
            <a:avLst/>
          </a:prstGeom>
          <a:noFill/>
        </p:spPr>
        <p:txBody>
          <a:bodyPr wrap="square" rtlCol="0">
            <a:spAutoFit/>
          </a:bodyPr>
          <a:lstStyle/>
          <a:p>
            <a:r>
              <a:rPr lang="en-US" altLang="zh-CN" sz="1200" dirty="0">
                <a:latin typeface="微软雅黑 Light" panose="020B0502040204020203" pitchFamily="34" charset="-122"/>
                <a:ea typeface="微软雅黑 Light" panose="020B0502040204020203" pitchFamily="34" charset="-122"/>
              </a:rPr>
              <a:t>R2</a:t>
            </a:r>
            <a:endParaRPr lang="zh-CN" altLang="en-US" sz="1200" dirty="0">
              <a:latin typeface="微软雅黑 Light" panose="020B0502040204020203" pitchFamily="34" charset="-122"/>
              <a:ea typeface="微软雅黑 Light" panose="020B0502040204020203" pitchFamily="34" charset="-122"/>
            </a:endParaRPr>
          </a:p>
        </p:txBody>
      </p:sp>
      <p:sp>
        <p:nvSpPr>
          <p:cNvPr id="20" name="文本框 19"/>
          <p:cNvSpPr txBox="1"/>
          <p:nvPr/>
        </p:nvSpPr>
        <p:spPr>
          <a:xfrm>
            <a:off x="3071664" y="2491579"/>
            <a:ext cx="496304" cy="276999"/>
          </a:xfrm>
          <a:prstGeom prst="rect">
            <a:avLst/>
          </a:prstGeom>
          <a:noFill/>
        </p:spPr>
        <p:txBody>
          <a:bodyPr wrap="square" rtlCol="0">
            <a:spAutoFit/>
          </a:bodyPr>
          <a:lstStyle/>
          <a:p>
            <a:r>
              <a:rPr lang="en-US" altLang="zh-CN" sz="1200" dirty="0">
                <a:latin typeface="微软雅黑 Light" panose="020B0502040204020203" pitchFamily="34" charset="-122"/>
                <a:ea typeface="微软雅黑 Light" panose="020B0502040204020203" pitchFamily="34" charset="-122"/>
              </a:rPr>
              <a:t>R3</a:t>
            </a:r>
            <a:endParaRPr lang="zh-CN" altLang="en-US" sz="1200" dirty="0">
              <a:latin typeface="微软雅黑 Light" panose="020B0502040204020203" pitchFamily="34" charset="-122"/>
              <a:ea typeface="微软雅黑 Light" panose="020B0502040204020203" pitchFamily="34" charset="-122"/>
            </a:endParaRPr>
          </a:p>
        </p:txBody>
      </p:sp>
      <p:sp>
        <p:nvSpPr>
          <p:cNvPr id="21" name="文本框 20"/>
          <p:cNvSpPr txBox="1"/>
          <p:nvPr/>
        </p:nvSpPr>
        <p:spPr>
          <a:xfrm>
            <a:off x="2510944" y="4897073"/>
            <a:ext cx="496304" cy="276999"/>
          </a:xfrm>
          <a:prstGeom prst="rect">
            <a:avLst/>
          </a:prstGeom>
          <a:noFill/>
        </p:spPr>
        <p:txBody>
          <a:bodyPr wrap="square" rtlCol="0">
            <a:spAutoFit/>
          </a:bodyPr>
          <a:lstStyle/>
          <a:p>
            <a:r>
              <a:rPr lang="en-US" altLang="zh-CN" sz="1200" dirty="0">
                <a:latin typeface="微软雅黑 Light" panose="020B0502040204020203" pitchFamily="34" charset="-122"/>
                <a:ea typeface="微软雅黑 Light" panose="020B0502040204020203" pitchFamily="34" charset="-122"/>
              </a:rPr>
              <a:t>S0</a:t>
            </a:r>
            <a:endParaRPr lang="zh-CN" altLang="en-US" sz="1200" dirty="0">
              <a:latin typeface="微软雅黑 Light" panose="020B0502040204020203" pitchFamily="34" charset="-122"/>
              <a:ea typeface="微软雅黑 Light" panose="020B0502040204020203" pitchFamily="34" charset="-122"/>
            </a:endParaRPr>
          </a:p>
        </p:txBody>
      </p:sp>
      <p:sp>
        <p:nvSpPr>
          <p:cNvPr id="22" name="文本框 21"/>
          <p:cNvSpPr txBox="1"/>
          <p:nvPr/>
        </p:nvSpPr>
        <p:spPr>
          <a:xfrm>
            <a:off x="2896906" y="4488064"/>
            <a:ext cx="496304" cy="276999"/>
          </a:xfrm>
          <a:prstGeom prst="rect">
            <a:avLst/>
          </a:prstGeom>
          <a:noFill/>
        </p:spPr>
        <p:txBody>
          <a:bodyPr wrap="square" rtlCol="0">
            <a:spAutoFit/>
          </a:bodyPr>
          <a:lstStyle/>
          <a:p>
            <a:r>
              <a:rPr lang="en-US" altLang="zh-CN" sz="1200" dirty="0">
                <a:latin typeface="微软雅黑 Light" panose="020B0502040204020203" pitchFamily="34" charset="-122"/>
                <a:ea typeface="微软雅黑 Light" panose="020B0502040204020203" pitchFamily="34" charset="-122"/>
              </a:rPr>
              <a:t>S1</a:t>
            </a:r>
            <a:endParaRPr lang="zh-CN" altLang="en-US" sz="1200" dirty="0">
              <a:latin typeface="微软雅黑 Light" panose="020B0502040204020203" pitchFamily="34" charset="-122"/>
              <a:ea typeface="微软雅黑 Light" panose="020B0502040204020203" pitchFamily="34" charset="-122"/>
            </a:endParaRPr>
          </a:p>
        </p:txBody>
      </p:sp>
      <p:sp>
        <p:nvSpPr>
          <p:cNvPr id="23" name="文本框 22"/>
          <p:cNvSpPr txBox="1"/>
          <p:nvPr/>
        </p:nvSpPr>
        <p:spPr>
          <a:xfrm>
            <a:off x="3567968" y="4897073"/>
            <a:ext cx="496304" cy="276999"/>
          </a:xfrm>
          <a:prstGeom prst="rect">
            <a:avLst/>
          </a:prstGeom>
          <a:noFill/>
        </p:spPr>
        <p:txBody>
          <a:bodyPr wrap="square" rtlCol="0">
            <a:spAutoFit/>
          </a:bodyPr>
          <a:lstStyle/>
          <a:p>
            <a:r>
              <a:rPr lang="en-US" altLang="zh-CN" sz="1200" dirty="0">
                <a:latin typeface="微软雅黑 Light" panose="020B0502040204020203" pitchFamily="34" charset="-122"/>
                <a:ea typeface="微软雅黑 Light" panose="020B0502040204020203" pitchFamily="34" charset="-122"/>
              </a:rPr>
              <a:t>S2</a:t>
            </a:r>
            <a:endParaRPr lang="zh-CN" altLang="en-US" sz="1200" dirty="0">
              <a:latin typeface="微软雅黑 Light" panose="020B0502040204020203" pitchFamily="34" charset="-122"/>
              <a:ea typeface="微软雅黑 Light" panose="020B0502040204020203" pitchFamily="34" charset="-122"/>
            </a:endParaRPr>
          </a:p>
        </p:txBody>
      </p:sp>
      <p:sp>
        <p:nvSpPr>
          <p:cNvPr id="24" name="文本框 23"/>
          <p:cNvSpPr txBox="1"/>
          <p:nvPr/>
        </p:nvSpPr>
        <p:spPr>
          <a:xfrm>
            <a:off x="3071664" y="5323930"/>
            <a:ext cx="496304" cy="276999"/>
          </a:xfrm>
          <a:prstGeom prst="rect">
            <a:avLst/>
          </a:prstGeom>
          <a:noFill/>
        </p:spPr>
        <p:txBody>
          <a:bodyPr wrap="square" rtlCol="0">
            <a:spAutoFit/>
          </a:bodyPr>
          <a:lstStyle/>
          <a:p>
            <a:r>
              <a:rPr lang="en-US" altLang="zh-CN" sz="1200" dirty="0">
                <a:latin typeface="微软雅黑 Light" panose="020B0502040204020203" pitchFamily="34" charset="-122"/>
                <a:ea typeface="微软雅黑 Light" panose="020B0502040204020203" pitchFamily="34" charset="-122"/>
              </a:rPr>
              <a:t>R1</a:t>
            </a:r>
            <a:endParaRPr lang="zh-CN" altLang="en-US" sz="1200" dirty="0">
              <a:latin typeface="微软雅黑 Light" panose="020B0502040204020203" pitchFamily="34" charset="-122"/>
              <a:ea typeface="微软雅黑 Light" panose="020B0502040204020203" pitchFamily="34" charset="-122"/>
            </a:endParaRPr>
          </a:p>
        </p:txBody>
      </p:sp>
      <p:graphicFrame>
        <p:nvGraphicFramePr>
          <p:cNvPr id="25" name="表格 21"/>
          <p:cNvGraphicFramePr>
            <a:graphicFrameLocks noGrp="1"/>
          </p:cNvGraphicFramePr>
          <p:nvPr/>
        </p:nvGraphicFramePr>
        <p:xfrm>
          <a:off x="327947" y="4703830"/>
          <a:ext cx="2167653" cy="1182534"/>
        </p:xfrm>
        <a:graphic>
          <a:graphicData uri="http://schemas.openxmlformats.org/drawingml/2006/table">
            <a:tbl>
              <a:tblPr firstRow="1" bandRow="1">
                <a:tableStyleId>{5940675A-B579-460E-94D1-54222C63F5DA}</a:tableStyleId>
              </a:tblPr>
              <a:tblGrid>
                <a:gridCol w="1066080"/>
                <a:gridCol w="1101573"/>
              </a:tblGrid>
              <a:tr h="215588">
                <a:tc>
                  <a:txBody>
                    <a:bodyPr/>
                    <a:lstStyle/>
                    <a:p>
                      <a:pPr algn="ctr"/>
                      <a:r>
                        <a:rPr lang="zh-CN" altLang="en-US" sz="1200" dirty="0"/>
                        <a:t>路由前缀</a:t>
                      </a:r>
                      <a:endParaRPr lang="zh-CN" altLang="en-US" sz="1200" dirty="0"/>
                    </a:p>
                  </a:txBody>
                  <a:tcPr/>
                </a:tc>
                <a:tc>
                  <a:txBody>
                    <a:bodyPr/>
                    <a:lstStyle/>
                    <a:p>
                      <a:pPr algn="ctr"/>
                      <a:r>
                        <a:rPr lang="zh-CN" altLang="en-US" sz="1200" dirty="0"/>
                        <a:t>出接口</a:t>
                      </a:r>
                      <a:endParaRPr lang="zh-CN" altLang="en-US" sz="1200" dirty="0"/>
                    </a:p>
                  </a:txBody>
                  <a:tcPr/>
                </a:tc>
              </a:tr>
              <a:tr h="263039">
                <a:tc>
                  <a:txBody>
                    <a:bodyPr/>
                    <a:lstStyle/>
                    <a:p>
                      <a:pPr algn="ctr"/>
                      <a:r>
                        <a:rPr lang="en-US" altLang="zh-CN" sz="1200" dirty="0"/>
                        <a:t>172.16.1.0/24</a:t>
                      </a:r>
                      <a:endParaRPr lang="zh-CN" altLang="en-US" sz="1200" dirty="0"/>
                    </a:p>
                  </a:txBody>
                  <a:tcPr/>
                </a:tc>
                <a:tc>
                  <a:txBody>
                    <a:bodyPr/>
                    <a:lstStyle/>
                    <a:p>
                      <a:pPr algn="ctr"/>
                      <a:r>
                        <a:rPr lang="en-US" altLang="zh-CN" sz="1200" dirty="0"/>
                        <a:t>S0</a:t>
                      </a:r>
                      <a:endParaRPr lang="zh-CN" altLang="en-US" sz="1200" dirty="0"/>
                    </a:p>
                  </a:txBody>
                  <a:tcPr/>
                </a:tc>
              </a:tr>
              <a:tr h="316947">
                <a:tc>
                  <a:txBody>
                    <a:bodyPr/>
                    <a:lstStyle/>
                    <a:p>
                      <a:pPr algn="ctr"/>
                      <a:r>
                        <a:rPr lang="en-US" altLang="zh-CN" sz="1200" dirty="0"/>
                        <a:t>172.16.1.0/16</a:t>
                      </a:r>
                      <a:endParaRPr lang="zh-CN" altLang="en-US" sz="12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1200" dirty="0"/>
                        <a:t>S1</a:t>
                      </a:r>
                      <a:endParaRPr lang="zh-CN" altLang="en-US" sz="1200" dirty="0"/>
                    </a:p>
                  </a:txBody>
                  <a:tcPr/>
                </a:tc>
              </a:tr>
              <a:tr h="316947">
                <a:tc>
                  <a:txBody>
                    <a:bodyPr/>
                    <a:lstStyle/>
                    <a:p>
                      <a:pPr algn="ctr"/>
                      <a:r>
                        <a:rPr lang="en-US" altLang="zh-CN" sz="1200" dirty="0"/>
                        <a:t>0.0.0.0/0</a:t>
                      </a:r>
                      <a:endParaRPr lang="zh-CN" altLang="en-US" sz="12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1200" dirty="0"/>
                        <a:t>S2</a:t>
                      </a:r>
                      <a:endParaRPr lang="zh-CN" altLang="en-US" sz="1200" dirty="0"/>
                    </a:p>
                  </a:txBody>
                  <a:tcPr/>
                </a:tc>
              </a:tr>
            </a:tbl>
          </a:graphicData>
        </a:graphic>
      </p:graphicFrame>
      <p:grpSp>
        <p:nvGrpSpPr>
          <p:cNvPr id="26" name="组合 25"/>
          <p:cNvGrpSpPr/>
          <p:nvPr/>
        </p:nvGrpSpPr>
        <p:grpSpPr>
          <a:xfrm>
            <a:off x="905227" y="5292140"/>
            <a:ext cx="2167653" cy="1095530"/>
            <a:chOff x="4899661" y="4329910"/>
            <a:chExt cx="2479305" cy="1095530"/>
          </a:xfrm>
        </p:grpSpPr>
        <p:cxnSp>
          <p:nvCxnSpPr>
            <p:cNvPr id="27" name="直接连接符 26"/>
            <p:cNvCxnSpPr/>
            <p:nvPr/>
          </p:nvCxnSpPr>
          <p:spPr>
            <a:xfrm>
              <a:off x="4899661" y="4922520"/>
              <a:ext cx="328545" cy="50292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28" name="直接连接符 27"/>
            <p:cNvCxnSpPr/>
            <p:nvPr/>
          </p:nvCxnSpPr>
          <p:spPr>
            <a:xfrm>
              <a:off x="5219700" y="5421630"/>
              <a:ext cx="1877178"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29" name="直接连接符 28"/>
            <p:cNvCxnSpPr/>
            <p:nvPr/>
          </p:nvCxnSpPr>
          <p:spPr>
            <a:xfrm flipV="1">
              <a:off x="7096878" y="4329910"/>
              <a:ext cx="282088" cy="1091720"/>
            </a:xfrm>
            <a:prstGeom prst="line">
              <a:avLst/>
            </a:prstGeom>
            <a:ln w="19050"/>
          </p:spPr>
          <p:style>
            <a:lnRef idx="1">
              <a:schemeClr val="accent1"/>
            </a:lnRef>
            <a:fillRef idx="0">
              <a:schemeClr val="accent1"/>
            </a:fillRef>
            <a:effectRef idx="0">
              <a:schemeClr val="accent1"/>
            </a:effectRef>
            <a:fontRef idx="minor">
              <a:schemeClr val="tx1"/>
            </a:fontRef>
          </p:style>
        </p:cxnSp>
      </p:grpSp>
      <p:cxnSp>
        <p:nvCxnSpPr>
          <p:cNvPr id="30" name="直接箭头连接符 29"/>
          <p:cNvCxnSpPr/>
          <p:nvPr/>
        </p:nvCxnSpPr>
        <p:spPr>
          <a:xfrm flipH="1">
            <a:off x="3719736" y="5133719"/>
            <a:ext cx="845820" cy="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graphicFrame>
        <p:nvGraphicFramePr>
          <p:cNvPr id="31" name="表格 32"/>
          <p:cNvGraphicFramePr>
            <a:graphicFrameLocks noGrp="1"/>
          </p:cNvGraphicFramePr>
          <p:nvPr/>
        </p:nvGraphicFramePr>
        <p:xfrm>
          <a:off x="4565556" y="4765063"/>
          <a:ext cx="1627638" cy="741680"/>
        </p:xfrm>
        <a:graphic>
          <a:graphicData uri="http://schemas.openxmlformats.org/drawingml/2006/table">
            <a:tbl>
              <a:tblPr firstRow="1" bandRow="1">
                <a:tableStyleId>{5940675A-B579-460E-94D1-54222C63F5DA}</a:tableStyleId>
              </a:tblPr>
              <a:tblGrid>
                <a:gridCol w="1627638"/>
              </a:tblGrid>
              <a:tr h="370840">
                <a:tc>
                  <a:txBody>
                    <a:bodyPr/>
                    <a:lstStyle/>
                    <a:p>
                      <a:pPr algn="ctr"/>
                      <a:r>
                        <a:rPr lang="en-US" altLang="zh-CN" dirty="0"/>
                        <a:t>To 172.16.1.1</a:t>
                      </a:r>
                      <a:endParaRPr lang="zh-CN" altLang="en-US" dirty="0"/>
                    </a:p>
                  </a:txBody>
                  <a:tcPr/>
                </a:tc>
              </a:tr>
              <a:tr h="370840">
                <a:tc>
                  <a:txBody>
                    <a:bodyPr/>
                    <a:lstStyle/>
                    <a:p>
                      <a:pPr algn="ctr"/>
                      <a:r>
                        <a:rPr lang="en-US" altLang="zh-CN" dirty="0"/>
                        <a:t>DATA</a:t>
                      </a:r>
                      <a:endParaRPr lang="zh-CN" altLang="en-US" dirty="0"/>
                    </a:p>
                  </a:txBody>
                  <a:tcPr/>
                </a:tc>
              </a:tr>
            </a:tbl>
          </a:graphicData>
        </a:graphic>
      </p:graphicFrame>
    </p:spTree>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最长前缀匹配</a:t>
            </a:r>
            <a:endParaRPr lang="zh-CN" altLang="en-US" dirty="0"/>
          </a:p>
        </p:txBody>
      </p:sp>
      <p:sp>
        <p:nvSpPr>
          <p:cNvPr id="3" name="内容占位符 2"/>
          <p:cNvSpPr>
            <a:spLocks noGrp="1"/>
          </p:cNvSpPr>
          <p:nvPr>
            <p:ph idx="1"/>
          </p:nvPr>
        </p:nvSpPr>
        <p:spPr>
          <a:xfrm>
            <a:off x="334434" y="1052515"/>
            <a:ext cx="11523133" cy="1584398"/>
          </a:xfrm>
        </p:spPr>
        <p:txBody>
          <a:bodyPr/>
          <a:lstStyle/>
          <a:p>
            <a:r>
              <a:rPr lang="zh-CN" altLang="en-US" dirty="0"/>
              <a:t>当路由器收到一个</a:t>
            </a:r>
            <a:r>
              <a:rPr lang="en-US" altLang="zh-CN" dirty="0"/>
              <a:t>IP</a:t>
            </a:r>
            <a:r>
              <a:rPr lang="zh-CN" altLang="en-US" dirty="0"/>
              <a:t>数据包时，会将数据包的目的</a:t>
            </a:r>
            <a:r>
              <a:rPr lang="en-US" altLang="zh-CN" dirty="0"/>
              <a:t>IP</a:t>
            </a:r>
            <a:r>
              <a:rPr lang="zh-CN" altLang="en-US" dirty="0"/>
              <a:t>地址与自己本地路由表中的所有路由表项进行逐位（</a:t>
            </a:r>
            <a:r>
              <a:rPr lang="en-US" altLang="zh-CN" dirty="0"/>
              <a:t>Bit-By-Bit</a:t>
            </a:r>
            <a:r>
              <a:rPr lang="zh-CN" altLang="en-US" dirty="0"/>
              <a:t>）比对，直到找到匹配度最长的条目，这就是最长前缀匹配机制</a:t>
            </a:r>
            <a:endParaRPr lang="zh-CN" altLang="en-US" dirty="0"/>
          </a:p>
        </p:txBody>
      </p:sp>
      <p:sp>
        <p:nvSpPr>
          <p:cNvPr id="4" name="灯片编号占位符 3"/>
          <p:cNvSpPr>
            <a:spLocks noGrp="1"/>
          </p:cNvSpPr>
          <p:nvPr>
            <p:ph type="sldNum" sz="quarter" idx="12"/>
          </p:nvPr>
        </p:nvSpPr>
        <p:spPr/>
        <p:txBody>
          <a:bodyPr/>
          <a:lstStyle/>
          <a:p>
            <a:pPr>
              <a:defRPr/>
            </a:pPr>
            <a:fld id="{816960B2-2B11-492C-B588-5290E1274F96}" type="slidenum">
              <a:rPr lang="en-US" altLang="zh-CN" smtClean="0"/>
            </a:fld>
            <a:endParaRPr lang="en-US" altLang="zh-CN" dirty="0"/>
          </a:p>
        </p:txBody>
      </p:sp>
      <p:sp>
        <p:nvSpPr>
          <p:cNvPr id="5" name="Rectangle 35"/>
          <p:cNvSpPr/>
          <p:nvPr/>
        </p:nvSpPr>
        <p:spPr bwMode="auto">
          <a:xfrm>
            <a:off x="5404883" y="3705423"/>
            <a:ext cx="2813883" cy="360788"/>
          </a:xfrm>
          <a:prstGeom prst="rect">
            <a:avLst/>
          </a:prstGeom>
          <a:solidFill>
            <a:srgbClr val="00B0F0"/>
          </a:solidFill>
          <a:ln w="38100" cap="flat" cmpd="sng" algn="ctr">
            <a:solidFill>
              <a:schemeClr val="bg1"/>
            </a:solid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784225" rtl="0" eaLnBrk="0" fontAlgn="base" latinLnBrk="0" hangingPunct="0">
              <a:lnSpc>
                <a:spcPct val="120000"/>
              </a:lnSpc>
              <a:spcBef>
                <a:spcPct val="0"/>
              </a:spcBef>
              <a:spcAft>
                <a:spcPct val="0"/>
              </a:spcAft>
              <a:buClrTx/>
              <a:buSzTx/>
              <a:buFontTx/>
              <a:buNone/>
            </a:pPr>
            <a:endParaRPr kumimoji="0" lang="zh-CN" altLang="en-US" sz="2100" b="0" i="0" u="none" strike="noStrike" cap="none" normalizeH="0" baseline="0">
              <a:ln>
                <a:noFill/>
              </a:ln>
              <a:solidFill>
                <a:schemeClr val="bg1"/>
              </a:solidFill>
              <a:effectLst/>
              <a:latin typeface="微软雅黑 Light" panose="020B0502040204020203" pitchFamily="34" charset="-122"/>
              <a:ea typeface="微软雅黑 Light" panose="020B0502040204020203" pitchFamily="34" charset="-122"/>
              <a:cs typeface="+mn-ea"/>
              <a:sym typeface="+mn-lt"/>
            </a:endParaRPr>
          </a:p>
        </p:txBody>
      </p:sp>
      <p:sp>
        <p:nvSpPr>
          <p:cNvPr id="6" name="矩形 2"/>
          <p:cNvSpPr/>
          <p:nvPr/>
        </p:nvSpPr>
        <p:spPr>
          <a:xfrm>
            <a:off x="1962346" y="3030691"/>
            <a:ext cx="2555508" cy="347339"/>
          </a:xfrm>
          <a:prstGeom prst="rect">
            <a:avLst/>
          </a:prstGeom>
        </p:spPr>
        <p:txBody>
          <a:bodyPr wrap="none">
            <a:spAutoFit/>
          </a:bodyPr>
          <a:lstStyle/>
          <a:p>
            <a:pPr>
              <a:lnSpc>
                <a:spcPct val="120000"/>
              </a:lnSpc>
            </a:pPr>
            <a:r>
              <a:rPr lang="zh-CN" altLang="en-US" sz="1500" dirty="0">
                <a:latin typeface="微软雅黑 Light" panose="020B0502040204020203" pitchFamily="34" charset="-122"/>
                <a:ea typeface="微软雅黑 Light" panose="020B0502040204020203" pitchFamily="34" charset="-122"/>
                <a:cs typeface="+mn-ea"/>
                <a:sym typeface="+mn-lt"/>
              </a:rPr>
              <a:t>数据包目的</a:t>
            </a:r>
            <a:r>
              <a:rPr lang="en-US" altLang="zh-CN" sz="1500" dirty="0">
                <a:latin typeface="微软雅黑 Light" panose="020B0502040204020203" pitchFamily="34" charset="-122"/>
                <a:ea typeface="微软雅黑 Light" panose="020B0502040204020203" pitchFamily="34" charset="-122"/>
                <a:cs typeface="+mn-ea"/>
                <a:sym typeface="+mn-lt"/>
              </a:rPr>
              <a:t>IP</a:t>
            </a:r>
            <a:r>
              <a:rPr lang="zh-CN" altLang="en-US" sz="1500" dirty="0">
                <a:latin typeface="微软雅黑 Light" panose="020B0502040204020203" pitchFamily="34" charset="-122"/>
                <a:ea typeface="微软雅黑 Light" panose="020B0502040204020203" pitchFamily="34" charset="-122"/>
                <a:cs typeface="+mn-ea"/>
                <a:sym typeface="+mn-lt"/>
              </a:rPr>
              <a:t>        </a:t>
            </a:r>
            <a:r>
              <a:rPr lang="en-US" altLang="zh-CN" sz="1500" dirty="0">
                <a:latin typeface="微软雅黑 Light" panose="020B0502040204020203" pitchFamily="34" charset="-122"/>
                <a:ea typeface="微软雅黑 Light" panose="020B0502040204020203" pitchFamily="34" charset="-122"/>
                <a:cs typeface="+mn-ea"/>
                <a:sym typeface="+mn-lt"/>
              </a:rPr>
              <a:t>172.16.2.1</a:t>
            </a:r>
            <a:endParaRPr lang="zh-CN" altLang="en-US" sz="1500" dirty="0">
              <a:latin typeface="微软雅黑 Light" panose="020B0502040204020203" pitchFamily="34" charset="-122"/>
              <a:ea typeface="微软雅黑 Light" panose="020B0502040204020203" pitchFamily="34" charset="-122"/>
              <a:cs typeface="+mn-ea"/>
              <a:sym typeface="+mn-lt"/>
            </a:endParaRPr>
          </a:p>
        </p:txBody>
      </p:sp>
      <p:sp>
        <p:nvSpPr>
          <p:cNvPr id="7" name="Line 29"/>
          <p:cNvSpPr>
            <a:spLocks noChangeShapeType="1"/>
          </p:cNvSpPr>
          <p:nvPr/>
        </p:nvSpPr>
        <p:spPr bwMode="auto">
          <a:xfrm flipH="1">
            <a:off x="5404883" y="2823959"/>
            <a:ext cx="4334326" cy="0"/>
          </a:xfrm>
          <a:prstGeom prst="line">
            <a:avLst/>
          </a:prstGeom>
          <a:noFill/>
          <a:ln w="25400">
            <a:solidFill>
              <a:srgbClr val="00B0F0"/>
            </a:solidFill>
            <a:round/>
            <a:headEnd type="triangl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nSpc>
                <a:spcPct val="120000"/>
              </a:lnSpc>
            </a:pPr>
            <a:endParaRPr lang="zh-CN" altLang="en-US" sz="1500">
              <a:solidFill>
                <a:srgbClr val="0070C0"/>
              </a:solidFill>
              <a:latin typeface="微软雅黑 Light" panose="020B0502040204020203" pitchFamily="34" charset="-122"/>
              <a:ea typeface="微软雅黑 Light" panose="020B0502040204020203" pitchFamily="34" charset="-122"/>
              <a:cs typeface="+mn-ea"/>
              <a:sym typeface="+mn-lt"/>
            </a:endParaRPr>
          </a:p>
        </p:txBody>
      </p:sp>
      <p:sp>
        <p:nvSpPr>
          <p:cNvPr id="8" name="矩形 49"/>
          <p:cNvSpPr/>
          <p:nvPr/>
        </p:nvSpPr>
        <p:spPr>
          <a:xfrm>
            <a:off x="5287437" y="2419061"/>
            <a:ext cx="1786066" cy="345479"/>
          </a:xfrm>
          <a:prstGeom prst="rect">
            <a:avLst/>
          </a:prstGeom>
        </p:spPr>
        <p:txBody>
          <a:bodyPr wrap="none">
            <a:spAutoFit/>
          </a:bodyPr>
          <a:lstStyle/>
          <a:p>
            <a:pPr>
              <a:lnSpc>
                <a:spcPct val="120000"/>
              </a:lnSpc>
            </a:pPr>
            <a:r>
              <a:rPr lang="en-US" altLang="zh-CN" sz="1500" dirty="0">
                <a:solidFill>
                  <a:srgbClr val="00B0F0"/>
                </a:solidFill>
                <a:latin typeface="微软雅黑 Light" panose="020B0502040204020203" pitchFamily="34" charset="-122"/>
                <a:ea typeface="微软雅黑 Light" panose="020B0502040204020203" pitchFamily="34" charset="-122"/>
                <a:cs typeface="+mn-ea"/>
                <a:sym typeface="+mn-lt"/>
              </a:rPr>
              <a:t>Bit By Bit </a:t>
            </a:r>
            <a:r>
              <a:rPr lang="zh-CN" altLang="en-US" sz="1500" dirty="0">
                <a:solidFill>
                  <a:srgbClr val="00B0F0"/>
                </a:solidFill>
                <a:latin typeface="微软雅黑 Light" panose="020B0502040204020203" pitchFamily="34" charset="-122"/>
                <a:ea typeface="微软雅黑 Light" panose="020B0502040204020203" pitchFamily="34" charset="-122"/>
                <a:cs typeface="+mn-ea"/>
                <a:sym typeface="+mn-lt"/>
              </a:rPr>
              <a:t>逐位匹配</a:t>
            </a:r>
            <a:endParaRPr lang="zh-CN" altLang="en-US" sz="1500" dirty="0">
              <a:solidFill>
                <a:srgbClr val="00B0F0"/>
              </a:solidFill>
              <a:latin typeface="微软雅黑 Light" panose="020B0502040204020203" pitchFamily="34" charset="-122"/>
              <a:ea typeface="微软雅黑 Light" panose="020B0502040204020203" pitchFamily="34" charset="-122"/>
              <a:cs typeface="+mn-ea"/>
              <a:sym typeface="+mn-lt"/>
            </a:endParaRPr>
          </a:p>
        </p:txBody>
      </p:sp>
      <p:sp>
        <p:nvSpPr>
          <p:cNvPr id="9" name="矩形 18"/>
          <p:cNvSpPr/>
          <p:nvPr/>
        </p:nvSpPr>
        <p:spPr>
          <a:xfrm>
            <a:off x="3546522" y="4361527"/>
            <a:ext cx="1417376" cy="620876"/>
          </a:xfrm>
          <a:prstGeom prst="rect">
            <a:avLst/>
          </a:prstGeom>
        </p:spPr>
        <p:txBody>
          <a:bodyPr wrap="none">
            <a:spAutoFit/>
          </a:bodyPr>
          <a:lstStyle/>
          <a:p>
            <a:pPr>
              <a:lnSpc>
                <a:spcPct val="120000"/>
              </a:lnSpc>
            </a:pPr>
            <a:r>
              <a:rPr lang="en-US" altLang="zh-CN" sz="1500" dirty="0">
                <a:latin typeface="微软雅黑 Light" panose="020B0502040204020203" pitchFamily="34" charset="-122"/>
                <a:ea typeface="微软雅黑 Light" panose="020B0502040204020203" pitchFamily="34" charset="-122"/>
                <a:cs typeface="+mn-ea"/>
                <a:sym typeface="+mn-lt"/>
              </a:rPr>
              <a:t>172.16.2.0</a:t>
            </a:r>
            <a:endParaRPr lang="en-US" altLang="zh-CN" sz="1500" dirty="0">
              <a:latin typeface="微软雅黑 Light" panose="020B0502040204020203" pitchFamily="34" charset="-122"/>
              <a:ea typeface="微软雅黑 Light" panose="020B0502040204020203" pitchFamily="34" charset="-122"/>
              <a:cs typeface="+mn-ea"/>
              <a:sym typeface="+mn-lt"/>
            </a:endParaRPr>
          </a:p>
          <a:p>
            <a:pPr>
              <a:lnSpc>
                <a:spcPct val="120000"/>
              </a:lnSpc>
            </a:pPr>
            <a:r>
              <a:rPr lang="en-US" altLang="zh-CN" sz="1500" dirty="0">
                <a:latin typeface="微软雅黑 Light" panose="020B0502040204020203" pitchFamily="34" charset="-122"/>
                <a:ea typeface="微软雅黑 Light" panose="020B0502040204020203" pitchFamily="34" charset="-122"/>
                <a:cs typeface="+mn-ea"/>
                <a:sym typeface="+mn-lt"/>
              </a:rPr>
              <a:t>255.255.255.0</a:t>
            </a:r>
            <a:endParaRPr lang="en-US" altLang="zh-CN" sz="1500" dirty="0">
              <a:latin typeface="微软雅黑 Light" panose="020B0502040204020203" pitchFamily="34" charset="-122"/>
              <a:ea typeface="微软雅黑 Light" panose="020B0502040204020203" pitchFamily="34" charset="-122"/>
              <a:cs typeface="+mn-ea"/>
              <a:sym typeface="+mn-lt"/>
            </a:endParaRPr>
          </a:p>
        </p:txBody>
      </p:sp>
      <p:sp>
        <p:nvSpPr>
          <p:cNvPr id="10" name="矩形 46"/>
          <p:cNvSpPr/>
          <p:nvPr/>
        </p:nvSpPr>
        <p:spPr>
          <a:xfrm>
            <a:off x="1962346" y="4526627"/>
            <a:ext cx="1061509" cy="345479"/>
          </a:xfrm>
          <a:prstGeom prst="rect">
            <a:avLst/>
          </a:prstGeom>
        </p:spPr>
        <p:txBody>
          <a:bodyPr wrap="none">
            <a:spAutoFit/>
          </a:bodyPr>
          <a:lstStyle/>
          <a:p>
            <a:pPr>
              <a:lnSpc>
                <a:spcPct val="120000"/>
              </a:lnSpc>
            </a:pPr>
            <a:r>
              <a:rPr lang="zh-CN" altLang="en-US" sz="1500" dirty="0">
                <a:latin typeface="微软雅黑 Light" panose="020B0502040204020203" pitchFamily="34" charset="-122"/>
                <a:ea typeface="微软雅黑 Light" panose="020B0502040204020203" pitchFamily="34" charset="-122"/>
                <a:cs typeface="+mn-ea"/>
                <a:sym typeface="+mn-lt"/>
              </a:rPr>
              <a:t>路由条目</a:t>
            </a:r>
            <a:r>
              <a:rPr lang="en-US" altLang="zh-CN" sz="1500" dirty="0">
                <a:latin typeface="微软雅黑 Light" panose="020B0502040204020203" pitchFamily="34" charset="-122"/>
                <a:ea typeface="微软雅黑 Light" panose="020B0502040204020203" pitchFamily="34" charset="-122"/>
                <a:cs typeface="+mn-ea"/>
                <a:sym typeface="+mn-lt"/>
              </a:rPr>
              <a:t>2</a:t>
            </a:r>
            <a:endParaRPr lang="zh-CN" altLang="en-US" sz="1500" dirty="0">
              <a:latin typeface="微软雅黑 Light" panose="020B0502040204020203" pitchFamily="34" charset="-122"/>
              <a:ea typeface="微软雅黑 Light" panose="020B0502040204020203" pitchFamily="34" charset="-122"/>
              <a:cs typeface="+mn-ea"/>
              <a:sym typeface="+mn-lt"/>
            </a:endParaRPr>
          </a:p>
        </p:txBody>
      </p:sp>
      <p:sp>
        <p:nvSpPr>
          <p:cNvPr id="11" name="矩形 10"/>
          <p:cNvSpPr/>
          <p:nvPr/>
        </p:nvSpPr>
        <p:spPr>
          <a:xfrm>
            <a:off x="1962346" y="5327223"/>
            <a:ext cx="1061509" cy="345479"/>
          </a:xfrm>
          <a:prstGeom prst="rect">
            <a:avLst/>
          </a:prstGeom>
        </p:spPr>
        <p:txBody>
          <a:bodyPr wrap="none">
            <a:spAutoFit/>
          </a:bodyPr>
          <a:lstStyle/>
          <a:p>
            <a:pPr>
              <a:lnSpc>
                <a:spcPct val="120000"/>
              </a:lnSpc>
            </a:pPr>
            <a:r>
              <a:rPr lang="zh-CN" altLang="en-US" sz="1500" dirty="0">
                <a:latin typeface="微软雅黑 Light" panose="020B0502040204020203" pitchFamily="34" charset="-122"/>
                <a:ea typeface="微软雅黑 Light" panose="020B0502040204020203" pitchFamily="34" charset="-122"/>
                <a:cs typeface="+mn-ea"/>
                <a:sym typeface="+mn-lt"/>
              </a:rPr>
              <a:t>路由条目</a:t>
            </a:r>
            <a:r>
              <a:rPr lang="en-US" altLang="zh-CN" sz="1500" dirty="0">
                <a:latin typeface="微软雅黑 Light" panose="020B0502040204020203" pitchFamily="34" charset="-122"/>
                <a:ea typeface="微软雅黑 Light" panose="020B0502040204020203" pitchFamily="34" charset="-122"/>
                <a:cs typeface="+mn-ea"/>
                <a:sym typeface="+mn-lt"/>
              </a:rPr>
              <a:t>3</a:t>
            </a:r>
            <a:endParaRPr lang="zh-CN" altLang="en-US" sz="1500" dirty="0">
              <a:latin typeface="微软雅黑 Light" panose="020B0502040204020203" pitchFamily="34" charset="-122"/>
              <a:ea typeface="微软雅黑 Light" panose="020B0502040204020203" pitchFamily="34" charset="-122"/>
              <a:cs typeface="+mn-ea"/>
              <a:sym typeface="+mn-lt"/>
            </a:endParaRPr>
          </a:p>
        </p:txBody>
      </p:sp>
      <p:sp>
        <p:nvSpPr>
          <p:cNvPr id="12" name="矩形 53"/>
          <p:cNvSpPr/>
          <p:nvPr/>
        </p:nvSpPr>
        <p:spPr>
          <a:xfrm>
            <a:off x="3546522" y="5200223"/>
            <a:ext cx="1202573" cy="620876"/>
          </a:xfrm>
          <a:prstGeom prst="rect">
            <a:avLst/>
          </a:prstGeom>
        </p:spPr>
        <p:txBody>
          <a:bodyPr wrap="none">
            <a:spAutoFit/>
          </a:bodyPr>
          <a:lstStyle/>
          <a:p>
            <a:pPr>
              <a:lnSpc>
                <a:spcPct val="120000"/>
              </a:lnSpc>
            </a:pPr>
            <a:r>
              <a:rPr lang="en-US" altLang="zh-CN" sz="1500" dirty="0">
                <a:latin typeface="微软雅黑 Light" panose="020B0502040204020203" pitchFamily="34" charset="-122"/>
                <a:ea typeface="微软雅黑 Light" panose="020B0502040204020203" pitchFamily="34" charset="-122"/>
                <a:cs typeface="+mn-ea"/>
                <a:sym typeface="+mn-lt"/>
              </a:rPr>
              <a:t>172.16.0.0</a:t>
            </a:r>
            <a:endParaRPr lang="en-US" altLang="zh-CN" sz="1500" dirty="0">
              <a:latin typeface="微软雅黑 Light" panose="020B0502040204020203" pitchFamily="34" charset="-122"/>
              <a:ea typeface="微软雅黑 Light" panose="020B0502040204020203" pitchFamily="34" charset="-122"/>
              <a:cs typeface="+mn-ea"/>
              <a:sym typeface="+mn-lt"/>
            </a:endParaRPr>
          </a:p>
          <a:p>
            <a:pPr>
              <a:lnSpc>
                <a:spcPct val="120000"/>
              </a:lnSpc>
            </a:pPr>
            <a:r>
              <a:rPr lang="en-US" altLang="zh-CN" sz="1500" dirty="0">
                <a:latin typeface="微软雅黑 Light" panose="020B0502040204020203" pitchFamily="34" charset="-122"/>
                <a:ea typeface="微软雅黑 Light" panose="020B0502040204020203" pitchFamily="34" charset="-122"/>
                <a:cs typeface="+mn-ea"/>
                <a:sym typeface="+mn-lt"/>
              </a:rPr>
              <a:t>255.255.0.0</a:t>
            </a:r>
            <a:endParaRPr lang="en-US" altLang="zh-CN" sz="1500" dirty="0">
              <a:latin typeface="微软雅黑 Light" panose="020B0502040204020203" pitchFamily="34" charset="-122"/>
              <a:ea typeface="微软雅黑 Light" panose="020B0502040204020203" pitchFamily="34" charset="-122"/>
              <a:cs typeface="+mn-ea"/>
              <a:sym typeface="+mn-lt"/>
            </a:endParaRPr>
          </a:p>
        </p:txBody>
      </p:sp>
      <p:sp>
        <p:nvSpPr>
          <p:cNvPr id="13" name="矩形 57"/>
          <p:cNvSpPr/>
          <p:nvPr/>
        </p:nvSpPr>
        <p:spPr>
          <a:xfrm>
            <a:off x="1962346" y="3743047"/>
            <a:ext cx="1061509" cy="345479"/>
          </a:xfrm>
          <a:prstGeom prst="rect">
            <a:avLst/>
          </a:prstGeom>
        </p:spPr>
        <p:txBody>
          <a:bodyPr wrap="none">
            <a:spAutoFit/>
          </a:bodyPr>
          <a:lstStyle/>
          <a:p>
            <a:pPr>
              <a:lnSpc>
                <a:spcPct val="120000"/>
              </a:lnSpc>
            </a:pPr>
            <a:r>
              <a:rPr lang="zh-CN" altLang="en-US" sz="1500" dirty="0">
                <a:latin typeface="微软雅黑 Light" panose="020B0502040204020203" pitchFamily="34" charset="-122"/>
                <a:ea typeface="微软雅黑 Light" panose="020B0502040204020203" pitchFamily="34" charset="-122"/>
                <a:cs typeface="+mn-ea"/>
                <a:sym typeface="+mn-lt"/>
              </a:rPr>
              <a:t>路由条目</a:t>
            </a:r>
            <a:r>
              <a:rPr lang="en-US" altLang="zh-CN" sz="1500" dirty="0">
                <a:latin typeface="微软雅黑 Light" panose="020B0502040204020203" pitchFamily="34" charset="-122"/>
                <a:ea typeface="微软雅黑 Light" panose="020B0502040204020203" pitchFamily="34" charset="-122"/>
                <a:cs typeface="+mn-ea"/>
                <a:sym typeface="+mn-lt"/>
              </a:rPr>
              <a:t>1</a:t>
            </a:r>
            <a:endParaRPr lang="zh-CN" altLang="en-US" sz="1500" dirty="0">
              <a:latin typeface="微软雅黑 Light" panose="020B0502040204020203" pitchFamily="34" charset="-122"/>
              <a:ea typeface="微软雅黑 Light" panose="020B0502040204020203" pitchFamily="34" charset="-122"/>
              <a:cs typeface="+mn-ea"/>
              <a:sym typeface="+mn-lt"/>
            </a:endParaRPr>
          </a:p>
        </p:txBody>
      </p:sp>
      <p:sp>
        <p:nvSpPr>
          <p:cNvPr id="14" name="矩形 59"/>
          <p:cNvSpPr/>
          <p:nvPr/>
        </p:nvSpPr>
        <p:spPr>
          <a:xfrm>
            <a:off x="3546522" y="3616047"/>
            <a:ext cx="1417376" cy="620876"/>
          </a:xfrm>
          <a:prstGeom prst="rect">
            <a:avLst/>
          </a:prstGeom>
        </p:spPr>
        <p:txBody>
          <a:bodyPr wrap="none">
            <a:spAutoFit/>
          </a:bodyPr>
          <a:lstStyle/>
          <a:p>
            <a:pPr>
              <a:lnSpc>
                <a:spcPct val="120000"/>
              </a:lnSpc>
            </a:pPr>
            <a:r>
              <a:rPr lang="en-US" altLang="zh-CN" sz="1500" dirty="0">
                <a:latin typeface="微软雅黑 Light" panose="020B0502040204020203" pitchFamily="34" charset="-122"/>
                <a:ea typeface="微软雅黑 Light" panose="020B0502040204020203" pitchFamily="34" charset="-122"/>
                <a:cs typeface="+mn-ea"/>
                <a:sym typeface="+mn-lt"/>
              </a:rPr>
              <a:t>172.16.1.0</a:t>
            </a:r>
            <a:endParaRPr lang="en-US" altLang="zh-CN" sz="1500" dirty="0">
              <a:latin typeface="微软雅黑 Light" panose="020B0502040204020203" pitchFamily="34" charset="-122"/>
              <a:ea typeface="微软雅黑 Light" panose="020B0502040204020203" pitchFamily="34" charset="-122"/>
              <a:cs typeface="+mn-ea"/>
              <a:sym typeface="+mn-lt"/>
            </a:endParaRPr>
          </a:p>
          <a:p>
            <a:pPr>
              <a:lnSpc>
                <a:spcPct val="120000"/>
              </a:lnSpc>
            </a:pPr>
            <a:r>
              <a:rPr lang="en-US" altLang="zh-CN" sz="1500" dirty="0">
                <a:latin typeface="微软雅黑 Light" panose="020B0502040204020203" pitchFamily="34" charset="-122"/>
                <a:ea typeface="微软雅黑 Light" panose="020B0502040204020203" pitchFamily="34" charset="-122"/>
                <a:cs typeface="+mn-ea"/>
                <a:sym typeface="+mn-lt"/>
              </a:rPr>
              <a:t>255.255.255.0</a:t>
            </a:r>
            <a:endParaRPr lang="en-US" altLang="zh-CN" sz="1500" dirty="0">
              <a:latin typeface="微软雅黑 Light" panose="020B0502040204020203" pitchFamily="34" charset="-122"/>
              <a:ea typeface="微软雅黑 Light" panose="020B0502040204020203" pitchFamily="34" charset="-122"/>
              <a:cs typeface="+mn-ea"/>
              <a:sym typeface="+mn-lt"/>
            </a:endParaRPr>
          </a:p>
        </p:txBody>
      </p:sp>
      <p:sp>
        <p:nvSpPr>
          <p:cNvPr id="15" name="矩形 62"/>
          <p:cNvSpPr/>
          <p:nvPr/>
        </p:nvSpPr>
        <p:spPr>
          <a:xfrm>
            <a:off x="5404884" y="3019623"/>
            <a:ext cx="648072" cy="369332"/>
          </a:xfrm>
          <a:prstGeom prst="rect">
            <a:avLst/>
          </a:prstGeom>
          <a:noFill/>
          <a:ln w="19050">
            <a:solidFill>
              <a:srgbClr val="99DFF9"/>
            </a:solidFill>
          </a:ln>
        </p:spPr>
        <p:txBody>
          <a:bodyPr wrap="square" anchor="ctr" anchorCtr="0">
            <a:noAutofit/>
          </a:bodyPr>
          <a:lstStyle/>
          <a:p>
            <a:pPr algn="ctr">
              <a:lnSpc>
                <a:spcPct val="120000"/>
              </a:lnSpc>
            </a:pPr>
            <a:r>
              <a:rPr lang="en-US" altLang="zh-CN" sz="1500">
                <a:latin typeface="微软雅黑 Light" panose="020B0502040204020203" pitchFamily="34" charset="-122"/>
                <a:ea typeface="微软雅黑 Light" panose="020B0502040204020203" pitchFamily="34" charset="-122"/>
                <a:cs typeface="+mn-ea"/>
                <a:sym typeface="+mn-lt"/>
              </a:rPr>
              <a:t>172.</a:t>
            </a:r>
            <a:endParaRPr lang="en-US" altLang="zh-CN" sz="1500">
              <a:latin typeface="微软雅黑 Light" panose="020B0502040204020203" pitchFamily="34" charset="-122"/>
              <a:ea typeface="微软雅黑 Light" panose="020B0502040204020203" pitchFamily="34" charset="-122"/>
              <a:cs typeface="+mn-ea"/>
              <a:sym typeface="+mn-lt"/>
            </a:endParaRPr>
          </a:p>
        </p:txBody>
      </p:sp>
      <p:sp>
        <p:nvSpPr>
          <p:cNvPr id="16" name="矩形 63"/>
          <p:cNvSpPr/>
          <p:nvPr/>
        </p:nvSpPr>
        <p:spPr>
          <a:xfrm>
            <a:off x="6052956" y="3019623"/>
            <a:ext cx="648072" cy="369332"/>
          </a:xfrm>
          <a:prstGeom prst="rect">
            <a:avLst/>
          </a:prstGeom>
          <a:noFill/>
          <a:ln w="19050">
            <a:solidFill>
              <a:srgbClr val="99DFF9"/>
            </a:solidFill>
          </a:ln>
        </p:spPr>
        <p:txBody>
          <a:bodyPr wrap="square" anchor="ctr" anchorCtr="0">
            <a:noAutofit/>
          </a:bodyPr>
          <a:lstStyle/>
          <a:p>
            <a:pPr algn="ctr">
              <a:lnSpc>
                <a:spcPct val="120000"/>
              </a:lnSpc>
            </a:pPr>
            <a:r>
              <a:rPr lang="en-US" altLang="zh-CN" sz="1500">
                <a:latin typeface="微软雅黑 Light" panose="020B0502040204020203" pitchFamily="34" charset="-122"/>
                <a:ea typeface="微软雅黑 Light" panose="020B0502040204020203" pitchFamily="34" charset="-122"/>
                <a:cs typeface="+mn-ea"/>
                <a:sym typeface="+mn-lt"/>
              </a:rPr>
              <a:t>16.</a:t>
            </a:r>
            <a:endParaRPr lang="en-US" altLang="zh-CN" sz="1500">
              <a:latin typeface="微软雅黑 Light" panose="020B0502040204020203" pitchFamily="34" charset="-122"/>
              <a:ea typeface="微软雅黑 Light" panose="020B0502040204020203" pitchFamily="34" charset="-122"/>
              <a:cs typeface="+mn-ea"/>
              <a:sym typeface="+mn-lt"/>
            </a:endParaRPr>
          </a:p>
        </p:txBody>
      </p:sp>
      <p:sp>
        <p:nvSpPr>
          <p:cNvPr id="17" name="矩形 65"/>
          <p:cNvSpPr/>
          <p:nvPr/>
        </p:nvSpPr>
        <p:spPr>
          <a:xfrm>
            <a:off x="6701028" y="3019623"/>
            <a:ext cx="1520443" cy="369332"/>
          </a:xfrm>
          <a:prstGeom prst="rect">
            <a:avLst/>
          </a:prstGeom>
          <a:noFill/>
          <a:ln w="19050">
            <a:solidFill>
              <a:srgbClr val="99DFF9"/>
            </a:solidFill>
          </a:ln>
        </p:spPr>
        <p:txBody>
          <a:bodyPr wrap="square" anchor="ctr" anchorCtr="0">
            <a:noAutofit/>
          </a:bodyPr>
          <a:lstStyle/>
          <a:p>
            <a:pPr algn="ctr">
              <a:lnSpc>
                <a:spcPct val="120000"/>
              </a:lnSpc>
            </a:pPr>
            <a:r>
              <a:rPr lang="en-US" altLang="zh-CN" sz="1500">
                <a:latin typeface="微软雅黑 Light" panose="020B0502040204020203" pitchFamily="34" charset="-122"/>
                <a:ea typeface="微软雅黑 Light" panose="020B0502040204020203" pitchFamily="34" charset="-122"/>
                <a:cs typeface="+mn-ea"/>
                <a:sym typeface="+mn-lt"/>
              </a:rPr>
              <a:t>0 0 0 0 0 0 1 0</a:t>
            </a:r>
            <a:endParaRPr lang="en-US" altLang="zh-CN" sz="1500">
              <a:latin typeface="微软雅黑 Light" panose="020B0502040204020203" pitchFamily="34" charset="-122"/>
              <a:ea typeface="微软雅黑 Light" panose="020B0502040204020203" pitchFamily="34" charset="-122"/>
              <a:cs typeface="+mn-ea"/>
              <a:sym typeface="+mn-lt"/>
            </a:endParaRPr>
          </a:p>
        </p:txBody>
      </p:sp>
      <p:sp>
        <p:nvSpPr>
          <p:cNvPr id="18" name="矩形 65"/>
          <p:cNvSpPr/>
          <p:nvPr/>
        </p:nvSpPr>
        <p:spPr>
          <a:xfrm>
            <a:off x="8218767" y="3019623"/>
            <a:ext cx="1520443" cy="369332"/>
          </a:xfrm>
          <a:prstGeom prst="rect">
            <a:avLst/>
          </a:prstGeom>
          <a:noFill/>
          <a:ln w="19050">
            <a:solidFill>
              <a:srgbClr val="99DFF9"/>
            </a:solidFill>
          </a:ln>
        </p:spPr>
        <p:txBody>
          <a:bodyPr wrap="square" anchor="ctr" anchorCtr="0">
            <a:noAutofit/>
          </a:bodyPr>
          <a:lstStyle/>
          <a:p>
            <a:pPr algn="ctr">
              <a:lnSpc>
                <a:spcPct val="120000"/>
              </a:lnSpc>
            </a:pPr>
            <a:r>
              <a:rPr lang="en-US" altLang="zh-CN" sz="1500">
                <a:latin typeface="微软雅黑 Light" panose="020B0502040204020203" pitchFamily="34" charset="-122"/>
                <a:ea typeface="微软雅黑 Light" panose="020B0502040204020203" pitchFamily="34" charset="-122"/>
                <a:cs typeface="+mn-ea"/>
                <a:sym typeface="+mn-lt"/>
              </a:rPr>
              <a:t>0 0 0 0 0 0 0 1</a:t>
            </a:r>
            <a:endParaRPr lang="en-US" altLang="zh-CN" sz="1500">
              <a:latin typeface="微软雅黑 Light" panose="020B0502040204020203" pitchFamily="34" charset="-122"/>
              <a:ea typeface="微软雅黑 Light" panose="020B0502040204020203" pitchFamily="34" charset="-122"/>
              <a:cs typeface="+mn-ea"/>
              <a:sym typeface="+mn-lt"/>
            </a:endParaRPr>
          </a:p>
        </p:txBody>
      </p:sp>
      <p:sp>
        <p:nvSpPr>
          <p:cNvPr id="19" name="矩形 62"/>
          <p:cNvSpPr/>
          <p:nvPr/>
        </p:nvSpPr>
        <p:spPr>
          <a:xfrm>
            <a:off x="5404884" y="3705423"/>
            <a:ext cx="648072" cy="369332"/>
          </a:xfrm>
          <a:prstGeom prst="rect">
            <a:avLst/>
          </a:prstGeom>
          <a:solidFill>
            <a:schemeClr val="accent5">
              <a:lumMod val="75000"/>
            </a:schemeClr>
          </a:solidFill>
          <a:ln w="19050">
            <a:solidFill>
              <a:schemeClr val="bg1"/>
            </a:solidFill>
          </a:ln>
        </p:spPr>
        <p:txBody>
          <a:bodyPr wrap="square" anchor="ctr" anchorCtr="0">
            <a:noAutofit/>
          </a:bodyPr>
          <a:lstStyle/>
          <a:p>
            <a:pPr algn="ctr">
              <a:lnSpc>
                <a:spcPct val="120000"/>
              </a:lnSpc>
            </a:pPr>
            <a:r>
              <a:rPr lang="en-US" altLang="zh-CN" sz="1500" dirty="0">
                <a:latin typeface="微软雅黑 Light" panose="020B0502040204020203" pitchFamily="34" charset="-122"/>
                <a:ea typeface="微软雅黑 Light" panose="020B0502040204020203" pitchFamily="34" charset="-122"/>
                <a:cs typeface="+mn-ea"/>
                <a:sym typeface="+mn-lt"/>
              </a:rPr>
              <a:t>172.</a:t>
            </a:r>
            <a:endParaRPr lang="en-US" altLang="zh-CN" sz="1500" dirty="0">
              <a:latin typeface="微软雅黑 Light" panose="020B0502040204020203" pitchFamily="34" charset="-122"/>
              <a:ea typeface="微软雅黑 Light" panose="020B0502040204020203" pitchFamily="34" charset="-122"/>
              <a:cs typeface="+mn-ea"/>
              <a:sym typeface="+mn-lt"/>
            </a:endParaRPr>
          </a:p>
        </p:txBody>
      </p:sp>
      <p:sp>
        <p:nvSpPr>
          <p:cNvPr id="20" name="矩形 63"/>
          <p:cNvSpPr/>
          <p:nvPr/>
        </p:nvSpPr>
        <p:spPr>
          <a:xfrm>
            <a:off x="6052956" y="3705423"/>
            <a:ext cx="648072" cy="369332"/>
          </a:xfrm>
          <a:prstGeom prst="rect">
            <a:avLst/>
          </a:prstGeom>
          <a:solidFill>
            <a:schemeClr val="accent5">
              <a:lumMod val="75000"/>
            </a:schemeClr>
          </a:solidFill>
          <a:ln w="19050">
            <a:solidFill>
              <a:schemeClr val="bg1"/>
            </a:solidFill>
          </a:ln>
        </p:spPr>
        <p:txBody>
          <a:bodyPr wrap="square" anchor="ctr" anchorCtr="0">
            <a:noAutofit/>
          </a:bodyPr>
          <a:lstStyle/>
          <a:p>
            <a:pPr algn="ctr">
              <a:lnSpc>
                <a:spcPct val="120000"/>
              </a:lnSpc>
            </a:pPr>
            <a:r>
              <a:rPr lang="en-US" altLang="zh-CN" sz="1500">
                <a:latin typeface="微软雅黑 Light" panose="020B0502040204020203" pitchFamily="34" charset="-122"/>
                <a:ea typeface="微软雅黑 Light" panose="020B0502040204020203" pitchFamily="34" charset="-122"/>
                <a:cs typeface="+mn-ea"/>
                <a:sym typeface="+mn-lt"/>
              </a:rPr>
              <a:t>16.</a:t>
            </a:r>
            <a:endParaRPr lang="en-US" altLang="zh-CN" sz="1500">
              <a:latin typeface="微软雅黑 Light" panose="020B0502040204020203" pitchFamily="34" charset="-122"/>
              <a:ea typeface="微软雅黑 Light" panose="020B0502040204020203" pitchFamily="34" charset="-122"/>
              <a:cs typeface="+mn-ea"/>
              <a:sym typeface="+mn-lt"/>
            </a:endParaRPr>
          </a:p>
        </p:txBody>
      </p:sp>
      <p:sp>
        <p:nvSpPr>
          <p:cNvPr id="21" name="矩形 20"/>
          <p:cNvSpPr/>
          <p:nvPr/>
        </p:nvSpPr>
        <p:spPr>
          <a:xfrm>
            <a:off x="6701028" y="3705423"/>
            <a:ext cx="1520443" cy="369332"/>
          </a:xfrm>
          <a:prstGeom prst="rect">
            <a:avLst/>
          </a:prstGeom>
          <a:solidFill>
            <a:schemeClr val="accent5">
              <a:lumMod val="75000"/>
            </a:schemeClr>
          </a:solidFill>
          <a:ln w="19050">
            <a:solidFill>
              <a:schemeClr val="bg1"/>
            </a:solidFill>
          </a:ln>
        </p:spPr>
        <p:txBody>
          <a:bodyPr wrap="square" anchor="ctr" anchorCtr="0">
            <a:noAutofit/>
          </a:bodyPr>
          <a:lstStyle/>
          <a:p>
            <a:pPr algn="ctr">
              <a:lnSpc>
                <a:spcPct val="120000"/>
              </a:lnSpc>
            </a:pPr>
            <a:r>
              <a:rPr lang="en-US" altLang="zh-CN" sz="1500" dirty="0">
                <a:latin typeface="微软雅黑 Light" panose="020B0502040204020203" pitchFamily="34" charset="-122"/>
                <a:ea typeface="微软雅黑 Light" panose="020B0502040204020203" pitchFamily="34" charset="-122"/>
                <a:cs typeface="+mn-ea"/>
                <a:sym typeface="+mn-lt"/>
              </a:rPr>
              <a:t>0 0 0 0 0 0 </a:t>
            </a:r>
            <a:r>
              <a:rPr lang="en-US" altLang="zh-CN" sz="1500" b="1" dirty="0">
                <a:latin typeface="微软雅黑 Light" panose="020B0502040204020203" pitchFamily="34" charset="-122"/>
                <a:ea typeface="微软雅黑 Light" panose="020B0502040204020203" pitchFamily="34" charset="-122"/>
                <a:cs typeface="+mn-ea"/>
                <a:sym typeface="+mn-lt"/>
              </a:rPr>
              <a:t>0</a:t>
            </a:r>
            <a:r>
              <a:rPr lang="en-US" altLang="zh-CN" sz="1500" dirty="0">
                <a:latin typeface="微软雅黑 Light" panose="020B0502040204020203" pitchFamily="34" charset="-122"/>
                <a:ea typeface="微软雅黑 Light" panose="020B0502040204020203" pitchFamily="34" charset="-122"/>
                <a:cs typeface="+mn-ea"/>
                <a:sym typeface="+mn-lt"/>
              </a:rPr>
              <a:t> 1</a:t>
            </a:r>
            <a:endParaRPr lang="en-US" altLang="zh-CN" sz="1500" dirty="0">
              <a:latin typeface="微软雅黑 Light" panose="020B0502040204020203" pitchFamily="34" charset="-122"/>
              <a:ea typeface="微软雅黑 Light" panose="020B0502040204020203" pitchFamily="34" charset="-122"/>
              <a:cs typeface="+mn-ea"/>
              <a:sym typeface="+mn-lt"/>
            </a:endParaRPr>
          </a:p>
        </p:txBody>
      </p:sp>
      <p:sp>
        <p:nvSpPr>
          <p:cNvPr id="22" name="矩形 65"/>
          <p:cNvSpPr/>
          <p:nvPr/>
        </p:nvSpPr>
        <p:spPr>
          <a:xfrm>
            <a:off x="8218767" y="3705423"/>
            <a:ext cx="1520443" cy="369332"/>
          </a:xfrm>
          <a:prstGeom prst="rect">
            <a:avLst/>
          </a:prstGeom>
          <a:solidFill>
            <a:srgbClr val="D9D9D9"/>
          </a:solidFill>
          <a:ln w="19050">
            <a:solidFill>
              <a:schemeClr val="bg1"/>
            </a:solidFill>
          </a:ln>
        </p:spPr>
        <p:txBody>
          <a:bodyPr wrap="square" anchor="ctr" anchorCtr="0">
            <a:noAutofit/>
          </a:bodyPr>
          <a:lstStyle/>
          <a:p>
            <a:pPr algn="ctr">
              <a:lnSpc>
                <a:spcPct val="120000"/>
              </a:lnSpc>
            </a:pPr>
            <a:r>
              <a:rPr lang="en-US" altLang="zh-CN" sz="1500" spc="60">
                <a:solidFill>
                  <a:schemeClr val="bg1"/>
                </a:solidFill>
                <a:latin typeface="微软雅黑 Light" panose="020B0502040204020203" pitchFamily="34" charset="-122"/>
                <a:ea typeface="微软雅黑 Light" panose="020B0502040204020203" pitchFamily="34" charset="-122"/>
                <a:cs typeface="+mn-ea"/>
                <a:sym typeface="+mn-lt"/>
              </a:rPr>
              <a:t>x x x x x x x x </a:t>
            </a:r>
            <a:endParaRPr lang="en-US" altLang="zh-CN" sz="1500" spc="60">
              <a:solidFill>
                <a:schemeClr val="bg1"/>
              </a:solidFill>
              <a:latin typeface="微软雅黑 Light" panose="020B0502040204020203" pitchFamily="34" charset="-122"/>
              <a:ea typeface="微软雅黑 Light" panose="020B0502040204020203" pitchFamily="34" charset="-122"/>
              <a:cs typeface="+mn-ea"/>
              <a:sym typeface="+mn-lt"/>
            </a:endParaRPr>
          </a:p>
        </p:txBody>
      </p:sp>
      <p:sp>
        <p:nvSpPr>
          <p:cNvPr id="23" name="矩形 62"/>
          <p:cNvSpPr/>
          <p:nvPr/>
        </p:nvSpPr>
        <p:spPr>
          <a:xfrm>
            <a:off x="5404884" y="4480123"/>
            <a:ext cx="648072" cy="369332"/>
          </a:xfrm>
          <a:prstGeom prst="rect">
            <a:avLst/>
          </a:prstGeom>
          <a:solidFill>
            <a:schemeClr val="accent5">
              <a:lumMod val="75000"/>
            </a:schemeClr>
          </a:solidFill>
          <a:ln w="19050">
            <a:solidFill>
              <a:schemeClr val="bg1"/>
            </a:solidFill>
          </a:ln>
        </p:spPr>
        <p:txBody>
          <a:bodyPr wrap="square" anchor="ctr" anchorCtr="0">
            <a:noAutofit/>
          </a:bodyPr>
          <a:lstStyle/>
          <a:p>
            <a:pPr algn="ctr">
              <a:lnSpc>
                <a:spcPct val="120000"/>
              </a:lnSpc>
            </a:pPr>
            <a:r>
              <a:rPr lang="en-US" altLang="zh-CN" sz="1500">
                <a:latin typeface="微软雅黑 Light" panose="020B0502040204020203" pitchFamily="34" charset="-122"/>
                <a:ea typeface="微软雅黑 Light" panose="020B0502040204020203" pitchFamily="34" charset="-122"/>
                <a:cs typeface="+mn-ea"/>
                <a:sym typeface="+mn-lt"/>
              </a:rPr>
              <a:t>172.</a:t>
            </a:r>
            <a:endParaRPr lang="en-US" altLang="zh-CN" sz="1500">
              <a:latin typeface="微软雅黑 Light" panose="020B0502040204020203" pitchFamily="34" charset="-122"/>
              <a:ea typeface="微软雅黑 Light" panose="020B0502040204020203" pitchFamily="34" charset="-122"/>
              <a:cs typeface="+mn-ea"/>
              <a:sym typeface="+mn-lt"/>
            </a:endParaRPr>
          </a:p>
        </p:txBody>
      </p:sp>
      <p:sp>
        <p:nvSpPr>
          <p:cNvPr id="24" name="矩形 63"/>
          <p:cNvSpPr/>
          <p:nvPr/>
        </p:nvSpPr>
        <p:spPr>
          <a:xfrm>
            <a:off x="6052956" y="4480123"/>
            <a:ext cx="648072" cy="369332"/>
          </a:xfrm>
          <a:prstGeom prst="rect">
            <a:avLst/>
          </a:prstGeom>
          <a:solidFill>
            <a:schemeClr val="accent5">
              <a:lumMod val="75000"/>
            </a:schemeClr>
          </a:solidFill>
          <a:ln w="19050">
            <a:solidFill>
              <a:schemeClr val="bg1"/>
            </a:solidFill>
          </a:ln>
        </p:spPr>
        <p:txBody>
          <a:bodyPr wrap="square" anchor="ctr" anchorCtr="0">
            <a:noAutofit/>
          </a:bodyPr>
          <a:lstStyle/>
          <a:p>
            <a:pPr algn="ctr">
              <a:lnSpc>
                <a:spcPct val="120000"/>
              </a:lnSpc>
            </a:pPr>
            <a:r>
              <a:rPr lang="en-US" altLang="zh-CN" sz="1500">
                <a:latin typeface="微软雅黑 Light" panose="020B0502040204020203" pitchFamily="34" charset="-122"/>
                <a:ea typeface="微软雅黑 Light" panose="020B0502040204020203" pitchFamily="34" charset="-122"/>
                <a:cs typeface="+mn-ea"/>
                <a:sym typeface="+mn-lt"/>
              </a:rPr>
              <a:t>16.</a:t>
            </a:r>
            <a:endParaRPr lang="en-US" altLang="zh-CN" sz="1500">
              <a:latin typeface="微软雅黑 Light" panose="020B0502040204020203" pitchFamily="34" charset="-122"/>
              <a:ea typeface="微软雅黑 Light" panose="020B0502040204020203" pitchFamily="34" charset="-122"/>
              <a:cs typeface="+mn-ea"/>
              <a:sym typeface="+mn-lt"/>
            </a:endParaRPr>
          </a:p>
        </p:txBody>
      </p:sp>
      <p:sp>
        <p:nvSpPr>
          <p:cNvPr id="25" name="矩形 65"/>
          <p:cNvSpPr/>
          <p:nvPr/>
        </p:nvSpPr>
        <p:spPr>
          <a:xfrm>
            <a:off x="6701028" y="4480123"/>
            <a:ext cx="1520443" cy="369332"/>
          </a:xfrm>
          <a:prstGeom prst="rect">
            <a:avLst/>
          </a:prstGeom>
          <a:solidFill>
            <a:schemeClr val="accent5">
              <a:lumMod val="75000"/>
            </a:schemeClr>
          </a:solidFill>
          <a:ln w="19050">
            <a:solidFill>
              <a:schemeClr val="bg1"/>
            </a:solidFill>
          </a:ln>
        </p:spPr>
        <p:txBody>
          <a:bodyPr wrap="square" anchor="ctr" anchorCtr="0">
            <a:noAutofit/>
          </a:bodyPr>
          <a:lstStyle/>
          <a:p>
            <a:pPr algn="ctr">
              <a:lnSpc>
                <a:spcPct val="120000"/>
              </a:lnSpc>
            </a:pPr>
            <a:r>
              <a:rPr lang="en-US" altLang="zh-CN" sz="1500">
                <a:latin typeface="微软雅黑 Light" panose="020B0502040204020203" pitchFamily="34" charset="-122"/>
                <a:ea typeface="微软雅黑 Light" panose="020B0502040204020203" pitchFamily="34" charset="-122"/>
                <a:cs typeface="+mn-ea"/>
                <a:sym typeface="+mn-lt"/>
              </a:rPr>
              <a:t>0 0 0 0 0 0 1 0</a:t>
            </a:r>
            <a:endParaRPr lang="en-US" altLang="zh-CN" sz="1500">
              <a:latin typeface="微软雅黑 Light" panose="020B0502040204020203" pitchFamily="34" charset="-122"/>
              <a:ea typeface="微软雅黑 Light" panose="020B0502040204020203" pitchFamily="34" charset="-122"/>
              <a:cs typeface="+mn-ea"/>
              <a:sym typeface="+mn-lt"/>
            </a:endParaRPr>
          </a:p>
        </p:txBody>
      </p:sp>
      <p:sp>
        <p:nvSpPr>
          <p:cNvPr id="26" name="矩形 65"/>
          <p:cNvSpPr/>
          <p:nvPr/>
        </p:nvSpPr>
        <p:spPr>
          <a:xfrm>
            <a:off x="8218767" y="4480123"/>
            <a:ext cx="1520443" cy="369332"/>
          </a:xfrm>
          <a:prstGeom prst="rect">
            <a:avLst/>
          </a:prstGeom>
          <a:solidFill>
            <a:srgbClr val="D9D9D9"/>
          </a:solidFill>
          <a:ln w="19050">
            <a:solidFill>
              <a:schemeClr val="bg1"/>
            </a:solidFill>
          </a:ln>
        </p:spPr>
        <p:txBody>
          <a:bodyPr wrap="square" anchor="ctr" anchorCtr="0">
            <a:noAutofit/>
          </a:bodyPr>
          <a:lstStyle/>
          <a:p>
            <a:pPr algn="ctr">
              <a:lnSpc>
                <a:spcPct val="120000"/>
              </a:lnSpc>
            </a:pPr>
            <a:r>
              <a:rPr lang="en-US" altLang="zh-CN" sz="1500" spc="60">
                <a:solidFill>
                  <a:schemeClr val="bg1"/>
                </a:solidFill>
                <a:latin typeface="微软雅黑 Light" panose="020B0502040204020203" pitchFamily="34" charset="-122"/>
                <a:ea typeface="微软雅黑 Light" panose="020B0502040204020203" pitchFamily="34" charset="-122"/>
                <a:cs typeface="+mn-ea"/>
                <a:sym typeface="+mn-lt"/>
              </a:rPr>
              <a:t>x x x x x x x x </a:t>
            </a:r>
            <a:endParaRPr lang="en-US" altLang="zh-CN" sz="1500" spc="60">
              <a:solidFill>
                <a:schemeClr val="bg1"/>
              </a:solidFill>
              <a:latin typeface="微软雅黑 Light" panose="020B0502040204020203" pitchFamily="34" charset="-122"/>
              <a:ea typeface="微软雅黑 Light" panose="020B0502040204020203" pitchFamily="34" charset="-122"/>
              <a:cs typeface="+mn-ea"/>
              <a:sym typeface="+mn-lt"/>
            </a:endParaRPr>
          </a:p>
        </p:txBody>
      </p:sp>
      <p:sp>
        <p:nvSpPr>
          <p:cNvPr id="27" name="矩形 62"/>
          <p:cNvSpPr/>
          <p:nvPr/>
        </p:nvSpPr>
        <p:spPr>
          <a:xfrm>
            <a:off x="5404884" y="5289123"/>
            <a:ext cx="648072" cy="369332"/>
          </a:xfrm>
          <a:prstGeom prst="rect">
            <a:avLst/>
          </a:prstGeom>
          <a:solidFill>
            <a:schemeClr val="accent5">
              <a:lumMod val="75000"/>
            </a:schemeClr>
          </a:solidFill>
          <a:ln w="19050">
            <a:solidFill>
              <a:schemeClr val="bg1"/>
            </a:solidFill>
          </a:ln>
        </p:spPr>
        <p:txBody>
          <a:bodyPr wrap="square" anchor="ctr" anchorCtr="0">
            <a:noAutofit/>
          </a:bodyPr>
          <a:lstStyle/>
          <a:p>
            <a:pPr algn="ctr">
              <a:lnSpc>
                <a:spcPct val="120000"/>
              </a:lnSpc>
            </a:pPr>
            <a:r>
              <a:rPr lang="en-US" altLang="zh-CN" sz="1500">
                <a:latin typeface="微软雅黑 Light" panose="020B0502040204020203" pitchFamily="34" charset="-122"/>
                <a:ea typeface="微软雅黑 Light" panose="020B0502040204020203" pitchFamily="34" charset="-122"/>
                <a:cs typeface="+mn-ea"/>
                <a:sym typeface="+mn-lt"/>
              </a:rPr>
              <a:t>172.</a:t>
            </a:r>
            <a:endParaRPr lang="en-US" altLang="zh-CN" sz="1500">
              <a:latin typeface="微软雅黑 Light" panose="020B0502040204020203" pitchFamily="34" charset="-122"/>
              <a:ea typeface="微软雅黑 Light" panose="020B0502040204020203" pitchFamily="34" charset="-122"/>
              <a:cs typeface="+mn-ea"/>
              <a:sym typeface="+mn-lt"/>
            </a:endParaRPr>
          </a:p>
        </p:txBody>
      </p:sp>
      <p:sp>
        <p:nvSpPr>
          <p:cNvPr id="28" name="矩形 63"/>
          <p:cNvSpPr/>
          <p:nvPr/>
        </p:nvSpPr>
        <p:spPr>
          <a:xfrm>
            <a:off x="6052956" y="5289123"/>
            <a:ext cx="648072" cy="369332"/>
          </a:xfrm>
          <a:prstGeom prst="rect">
            <a:avLst/>
          </a:prstGeom>
          <a:solidFill>
            <a:schemeClr val="accent5">
              <a:lumMod val="75000"/>
            </a:schemeClr>
          </a:solidFill>
          <a:ln w="19050">
            <a:solidFill>
              <a:schemeClr val="bg1"/>
            </a:solidFill>
          </a:ln>
        </p:spPr>
        <p:txBody>
          <a:bodyPr wrap="square" anchor="ctr" anchorCtr="0">
            <a:noAutofit/>
          </a:bodyPr>
          <a:lstStyle/>
          <a:p>
            <a:pPr algn="ctr">
              <a:lnSpc>
                <a:spcPct val="120000"/>
              </a:lnSpc>
            </a:pPr>
            <a:r>
              <a:rPr lang="en-US" altLang="zh-CN" sz="1500">
                <a:latin typeface="微软雅黑 Light" panose="020B0502040204020203" pitchFamily="34" charset="-122"/>
                <a:ea typeface="微软雅黑 Light" panose="020B0502040204020203" pitchFamily="34" charset="-122"/>
                <a:cs typeface="+mn-ea"/>
                <a:sym typeface="+mn-lt"/>
              </a:rPr>
              <a:t>16.</a:t>
            </a:r>
            <a:endParaRPr lang="en-US" altLang="zh-CN" sz="1500">
              <a:latin typeface="微软雅黑 Light" panose="020B0502040204020203" pitchFamily="34" charset="-122"/>
              <a:ea typeface="微软雅黑 Light" panose="020B0502040204020203" pitchFamily="34" charset="-122"/>
              <a:cs typeface="+mn-ea"/>
              <a:sym typeface="+mn-lt"/>
            </a:endParaRPr>
          </a:p>
        </p:txBody>
      </p:sp>
      <p:sp>
        <p:nvSpPr>
          <p:cNvPr id="29" name="矩形 65"/>
          <p:cNvSpPr/>
          <p:nvPr/>
        </p:nvSpPr>
        <p:spPr>
          <a:xfrm>
            <a:off x="6701028" y="5289123"/>
            <a:ext cx="1520443" cy="369332"/>
          </a:xfrm>
          <a:prstGeom prst="rect">
            <a:avLst/>
          </a:prstGeom>
          <a:solidFill>
            <a:srgbClr val="D9D9D9"/>
          </a:solidFill>
          <a:ln w="19050">
            <a:solidFill>
              <a:schemeClr val="bg1"/>
            </a:solidFill>
          </a:ln>
        </p:spPr>
        <p:txBody>
          <a:bodyPr wrap="square" anchor="ctr" anchorCtr="0">
            <a:noAutofit/>
          </a:bodyPr>
          <a:lstStyle/>
          <a:p>
            <a:pPr lvl="0" algn="ctr">
              <a:lnSpc>
                <a:spcPct val="120000"/>
              </a:lnSpc>
            </a:pPr>
            <a:r>
              <a:rPr lang="en-US" altLang="zh-CN" sz="1500" spc="60" dirty="0">
                <a:solidFill>
                  <a:schemeClr val="bg1"/>
                </a:solidFill>
                <a:latin typeface="微软雅黑 Light" panose="020B0502040204020203" pitchFamily="34" charset="-122"/>
                <a:ea typeface="微软雅黑 Light" panose="020B0502040204020203" pitchFamily="34" charset="-122"/>
                <a:cs typeface="+mn-ea"/>
                <a:sym typeface="+mn-lt"/>
              </a:rPr>
              <a:t>x </a:t>
            </a:r>
            <a:r>
              <a:rPr lang="en-US" altLang="zh-CN" sz="1500" spc="60" dirty="0" err="1">
                <a:solidFill>
                  <a:schemeClr val="bg1"/>
                </a:solidFill>
                <a:latin typeface="微软雅黑 Light" panose="020B0502040204020203" pitchFamily="34" charset="-122"/>
                <a:ea typeface="微软雅黑 Light" panose="020B0502040204020203" pitchFamily="34" charset="-122"/>
                <a:cs typeface="+mn-ea"/>
                <a:sym typeface="+mn-lt"/>
              </a:rPr>
              <a:t>x</a:t>
            </a:r>
            <a:r>
              <a:rPr lang="en-US" altLang="zh-CN" sz="1500" spc="60" dirty="0">
                <a:solidFill>
                  <a:schemeClr val="bg1"/>
                </a:solidFill>
                <a:latin typeface="微软雅黑 Light" panose="020B0502040204020203" pitchFamily="34" charset="-122"/>
                <a:ea typeface="微软雅黑 Light" panose="020B0502040204020203" pitchFamily="34" charset="-122"/>
                <a:cs typeface="+mn-ea"/>
                <a:sym typeface="+mn-lt"/>
              </a:rPr>
              <a:t> </a:t>
            </a:r>
            <a:r>
              <a:rPr lang="en-US" altLang="zh-CN" sz="1500" spc="60" dirty="0" err="1">
                <a:solidFill>
                  <a:schemeClr val="bg1"/>
                </a:solidFill>
                <a:latin typeface="微软雅黑 Light" panose="020B0502040204020203" pitchFamily="34" charset="-122"/>
                <a:ea typeface="微软雅黑 Light" panose="020B0502040204020203" pitchFamily="34" charset="-122"/>
                <a:cs typeface="+mn-ea"/>
                <a:sym typeface="+mn-lt"/>
              </a:rPr>
              <a:t>x</a:t>
            </a:r>
            <a:r>
              <a:rPr lang="en-US" altLang="zh-CN" sz="1500" spc="60" dirty="0">
                <a:solidFill>
                  <a:schemeClr val="bg1"/>
                </a:solidFill>
                <a:latin typeface="微软雅黑 Light" panose="020B0502040204020203" pitchFamily="34" charset="-122"/>
                <a:ea typeface="微软雅黑 Light" panose="020B0502040204020203" pitchFamily="34" charset="-122"/>
                <a:cs typeface="+mn-ea"/>
                <a:sym typeface="+mn-lt"/>
              </a:rPr>
              <a:t> </a:t>
            </a:r>
            <a:r>
              <a:rPr lang="en-US" altLang="zh-CN" sz="1500" spc="60" dirty="0" err="1">
                <a:solidFill>
                  <a:schemeClr val="bg1"/>
                </a:solidFill>
                <a:latin typeface="微软雅黑 Light" panose="020B0502040204020203" pitchFamily="34" charset="-122"/>
                <a:ea typeface="微软雅黑 Light" panose="020B0502040204020203" pitchFamily="34" charset="-122"/>
                <a:cs typeface="+mn-ea"/>
                <a:sym typeface="+mn-lt"/>
              </a:rPr>
              <a:t>x</a:t>
            </a:r>
            <a:r>
              <a:rPr lang="en-US" altLang="zh-CN" sz="1500" spc="60" dirty="0">
                <a:solidFill>
                  <a:schemeClr val="bg1"/>
                </a:solidFill>
                <a:latin typeface="微软雅黑 Light" panose="020B0502040204020203" pitchFamily="34" charset="-122"/>
                <a:ea typeface="微软雅黑 Light" panose="020B0502040204020203" pitchFamily="34" charset="-122"/>
                <a:cs typeface="+mn-ea"/>
                <a:sym typeface="+mn-lt"/>
              </a:rPr>
              <a:t> </a:t>
            </a:r>
            <a:r>
              <a:rPr lang="en-US" altLang="zh-CN" sz="1500" spc="60" dirty="0" err="1">
                <a:solidFill>
                  <a:schemeClr val="bg1"/>
                </a:solidFill>
                <a:latin typeface="微软雅黑 Light" panose="020B0502040204020203" pitchFamily="34" charset="-122"/>
                <a:ea typeface="微软雅黑 Light" panose="020B0502040204020203" pitchFamily="34" charset="-122"/>
                <a:cs typeface="+mn-ea"/>
                <a:sym typeface="+mn-lt"/>
              </a:rPr>
              <a:t>x</a:t>
            </a:r>
            <a:r>
              <a:rPr lang="en-US" altLang="zh-CN" sz="1500" spc="60" dirty="0">
                <a:solidFill>
                  <a:schemeClr val="bg1"/>
                </a:solidFill>
                <a:latin typeface="微软雅黑 Light" panose="020B0502040204020203" pitchFamily="34" charset="-122"/>
                <a:ea typeface="微软雅黑 Light" panose="020B0502040204020203" pitchFamily="34" charset="-122"/>
                <a:cs typeface="+mn-ea"/>
                <a:sym typeface="+mn-lt"/>
              </a:rPr>
              <a:t> </a:t>
            </a:r>
            <a:r>
              <a:rPr lang="en-US" altLang="zh-CN" sz="1500" spc="60" dirty="0" err="1">
                <a:solidFill>
                  <a:schemeClr val="bg1"/>
                </a:solidFill>
                <a:latin typeface="微软雅黑 Light" panose="020B0502040204020203" pitchFamily="34" charset="-122"/>
                <a:ea typeface="微软雅黑 Light" panose="020B0502040204020203" pitchFamily="34" charset="-122"/>
                <a:cs typeface="+mn-ea"/>
                <a:sym typeface="+mn-lt"/>
              </a:rPr>
              <a:t>x</a:t>
            </a:r>
            <a:r>
              <a:rPr lang="en-US" altLang="zh-CN" sz="1500" spc="60" dirty="0">
                <a:solidFill>
                  <a:schemeClr val="bg1"/>
                </a:solidFill>
                <a:latin typeface="微软雅黑 Light" panose="020B0502040204020203" pitchFamily="34" charset="-122"/>
                <a:ea typeface="微软雅黑 Light" panose="020B0502040204020203" pitchFamily="34" charset="-122"/>
                <a:cs typeface="+mn-ea"/>
                <a:sym typeface="+mn-lt"/>
              </a:rPr>
              <a:t> </a:t>
            </a:r>
            <a:r>
              <a:rPr lang="en-US" altLang="zh-CN" sz="1500" spc="60" dirty="0" err="1">
                <a:solidFill>
                  <a:schemeClr val="bg1"/>
                </a:solidFill>
                <a:latin typeface="微软雅黑 Light" panose="020B0502040204020203" pitchFamily="34" charset="-122"/>
                <a:ea typeface="微软雅黑 Light" panose="020B0502040204020203" pitchFamily="34" charset="-122"/>
                <a:cs typeface="+mn-ea"/>
                <a:sym typeface="+mn-lt"/>
              </a:rPr>
              <a:t>x</a:t>
            </a:r>
            <a:r>
              <a:rPr lang="en-US" altLang="zh-CN" sz="1500" spc="60" dirty="0">
                <a:solidFill>
                  <a:schemeClr val="bg1"/>
                </a:solidFill>
                <a:latin typeface="微软雅黑 Light" panose="020B0502040204020203" pitchFamily="34" charset="-122"/>
                <a:ea typeface="微软雅黑 Light" panose="020B0502040204020203" pitchFamily="34" charset="-122"/>
                <a:cs typeface="+mn-ea"/>
                <a:sym typeface="+mn-lt"/>
              </a:rPr>
              <a:t> </a:t>
            </a:r>
            <a:r>
              <a:rPr lang="en-US" altLang="zh-CN" sz="1500" spc="60" dirty="0" err="1">
                <a:solidFill>
                  <a:schemeClr val="bg1"/>
                </a:solidFill>
                <a:latin typeface="微软雅黑 Light" panose="020B0502040204020203" pitchFamily="34" charset="-122"/>
                <a:ea typeface="微软雅黑 Light" panose="020B0502040204020203" pitchFamily="34" charset="-122"/>
                <a:cs typeface="+mn-ea"/>
                <a:sym typeface="+mn-lt"/>
              </a:rPr>
              <a:t>x</a:t>
            </a:r>
            <a:r>
              <a:rPr lang="en-US" altLang="zh-CN" sz="1500" spc="60" dirty="0">
                <a:solidFill>
                  <a:schemeClr val="bg1"/>
                </a:solidFill>
                <a:latin typeface="微软雅黑 Light" panose="020B0502040204020203" pitchFamily="34" charset="-122"/>
                <a:ea typeface="微软雅黑 Light" panose="020B0502040204020203" pitchFamily="34" charset="-122"/>
                <a:cs typeface="+mn-ea"/>
                <a:sym typeface="+mn-lt"/>
              </a:rPr>
              <a:t> </a:t>
            </a:r>
            <a:endParaRPr lang="en-US" altLang="zh-CN" sz="1500" spc="60" dirty="0">
              <a:solidFill>
                <a:schemeClr val="bg1"/>
              </a:solidFill>
              <a:latin typeface="微软雅黑 Light" panose="020B0502040204020203" pitchFamily="34" charset="-122"/>
              <a:ea typeface="微软雅黑 Light" panose="020B0502040204020203" pitchFamily="34" charset="-122"/>
              <a:cs typeface="+mn-ea"/>
              <a:sym typeface="+mn-lt"/>
            </a:endParaRPr>
          </a:p>
        </p:txBody>
      </p:sp>
      <p:sp>
        <p:nvSpPr>
          <p:cNvPr id="30" name="矩形 65"/>
          <p:cNvSpPr/>
          <p:nvPr/>
        </p:nvSpPr>
        <p:spPr>
          <a:xfrm>
            <a:off x="8218767" y="5289123"/>
            <a:ext cx="1520443" cy="369332"/>
          </a:xfrm>
          <a:prstGeom prst="rect">
            <a:avLst/>
          </a:prstGeom>
          <a:solidFill>
            <a:srgbClr val="D9D9D9"/>
          </a:solidFill>
          <a:ln w="19050">
            <a:solidFill>
              <a:schemeClr val="bg1"/>
            </a:solidFill>
          </a:ln>
        </p:spPr>
        <p:txBody>
          <a:bodyPr wrap="square" anchor="ctr" anchorCtr="0">
            <a:noAutofit/>
          </a:bodyPr>
          <a:lstStyle/>
          <a:p>
            <a:pPr algn="ctr">
              <a:lnSpc>
                <a:spcPct val="120000"/>
              </a:lnSpc>
            </a:pPr>
            <a:r>
              <a:rPr lang="en-US" altLang="zh-CN" sz="1500" spc="60">
                <a:solidFill>
                  <a:schemeClr val="bg1"/>
                </a:solidFill>
                <a:latin typeface="微软雅黑 Light" panose="020B0502040204020203" pitchFamily="34" charset="-122"/>
                <a:ea typeface="微软雅黑 Light" panose="020B0502040204020203" pitchFamily="34" charset="-122"/>
                <a:cs typeface="+mn-ea"/>
                <a:sym typeface="+mn-lt"/>
              </a:rPr>
              <a:t>x x x x x x x x </a:t>
            </a:r>
            <a:endParaRPr lang="en-US" altLang="zh-CN" sz="1500" spc="60">
              <a:solidFill>
                <a:schemeClr val="bg1"/>
              </a:solidFill>
              <a:latin typeface="微软雅黑 Light" panose="020B0502040204020203" pitchFamily="34" charset="-122"/>
              <a:ea typeface="微软雅黑 Light" panose="020B0502040204020203" pitchFamily="34" charset="-122"/>
              <a:cs typeface="+mn-ea"/>
              <a:sym typeface="+mn-lt"/>
            </a:endParaRPr>
          </a:p>
        </p:txBody>
      </p:sp>
      <p:sp>
        <p:nvSpPr>
          <p:cNvPr id="31" name="矩形 62"/>
          <p:cNvSpPr/>
          <p:nvPr/>
        </p:nvSpPr>
        <p:spPr>
          <a:xfrm rot="2376533">
            <a:off x="8996028" y="3687750"/>
            <a:ext cx="877163" cy="396134"/>
          </a:xfrm>
          <a:prstGeom prst="rect">
            <a:avLst/>
          </a:prstGeom>
        </p:spPr>
        <p:txBody>
          <a:bodyPr wrap="none">
            <a:spAutoFit/>
          </a:bodyPr>
          <a:lstStyle/>
          <a:p>
            <a:pPr>
              <a:lnSpc>
                <a:spcPct val="120000"/>
              </a:lnSpc>
            </a:pPr>
            <a:r>
              <a:rPr lang="zh-CN" altLang="en-US" sz="1800" b="1" dirty="0">
                <a:solidFill>
                  <a:srgbClr val="EC7061"/>
                </a:solidFill>
                <a:latin typeface="微软雅黑 Light" panose="020B0502040204020203" pitchFamily="34" charset="-122"/>
                <a:ea typeface="微软雅黑 Light" panose="020B0502040204020203" pitchFamily="34" charset="-122"/>
                <a:cs typeface="+mn-ea"/>
                <a:sym typeface="+mn-lt"/>
              </a:rPr>
              <a:t>不匹配</a:t>
            </a:r>
            <a:endParaRPr lang="zh-CN" altLang="en-US" sz="1800" b="1" dirty="0">
              <a:solidFill>
                <a:srgbClr val="EC7061"/>
              </a:solidFill>
              <a:latin typeface="微软雅黑 Light" panose="020B0502040204020203" pitchFamily="34" charset="-122"/>
              <a:ea typeface="微软雅黑 Light" panose="020B0502040204020203" pitchFamily="34" charset="-122"/>
              <a:cs typeface="+mn-ea"/>
              <a:sym typeface="+mn-lt"/>
            </a:endParaRPr>
          </a:p>
        </p:txBody>
      </p:sp>
      <p:sp>
        <p:nvSpPr>
          <p:cNvPr id="32" name="矩形 62"/>
          <p:cNvSpPr/>
          <p:nvPr/>
        </p:nvSpPr>
        <p:spPr>
          <a:xfrm rot="2376533">
            <a:off x="9111444" y="4449750"/>
            <a:ext cx="646331" cy="396134"/>
          </a:xfrm>
          <a:prstGeom prst="rect">
            <a:avLst/>
          </a:prstGeom>
        </p:spPr>
        <p:txBody>
          <a:bodyPr wrap="none">
            <a:spAutoFit/>
          </a:bodyPr>
          <a:lstStyle/>
          <a:p>
            <a:pPr>
              <a:lnSpc>
                <a:spcPct val="120000"/>
              </a:lnSpc>
            </a:pPr>
            <a:r>
              <a:rPr lang="zh-CN" altLang="en-US" sz="1800" b="1" dirty="0">
                <a:solidFill>
                  <a:srgbClr val="EC7061"/>
                </a:solidFill>
                <a:latin typeface="微软雅黑 Light" panose="020B0502040204020203" pitchFamily="34" charset="-122"/>
                <a:ea typeface="微软雅黑 Light" panose="020B0502040204020203" pitchFamily="34" charset="-122"/>
                <a:cs typeface="+mn-ea"/>
                <a:sym typeface="+mn-lt"/>
              </a:rPr>
              <a:t>胜利</a:t>
            </a:r>
            <a:endParaRPr lang="zh-CN" altLang="en-US" sz="1800" b="1" dirty="0">
              <a:solidFill>
                <a:srgbClr val="EC7061"/>
              </a:solidFill>
              <a:latin typeface="微软雅黑 Light" panose="020B0502040204020203" pitchFamily="34" charset="-122"/>
              <a:ea typeface="微软雅黑 Light" panose="020B0502040204020203" pitchFamily="34" charset="-122"/>
              <a:cs typeface="+mn-ea"/>
              <a:sym typeface="+mn-lt"/>
            </a:endParaRPr>
          </a:p>
        </p:txBody>
      </p:sp>
      <p:sp>
        <p:nvSpPr>
          <p:cNvPr id="33" name="矩形 62"/>
          <p:cNvSpPr/>
          <p:nvPr/>
        </p:nvSpPr>
        <p:spPr>
          <a:xfrm rot="2376533">
            <a:off x="8880613" y="5237150"/>
            <a:ext cx="1107996" cy="396134"/>
          </a:xfrm>
          <a:prstGeom prst="rect">
            <a:avLst/>
          </a:prstGeom>
        </p:spPr>
        <p:txBody>
          <a:bodyPr wrap="none">
            <a:spAutoFit/>
          </a:bodyPr>
          <a:lstStyle/>
          <a:p>
            <a:pPr>
              <a:lnSpc>
                <a:spcPct val="120000"/>
              </a:lnSpc>
            </a:pPr>
            <a:r>
              <a:rPr lang="zh-CN" altLang="en-US" sz="1800" b="1" dirty="0">
                <a:solidFill>
                  <a:srgbClr val="EC7061"/>
                </a:solidFill>
                <a:latin typeface="微软雅黑 Light" panose="020B0502040204020203" pitchFamily="34" charset="-122"/>
                <a:ea typeface="微软雅黑 Light" panose="020B0502040204020203" pitchFamily="34" charset="-122"/>
                <a:cs typeface="+mn-ea"/>
                <a:sym typeface="+mn-lt"/>
              </a:rPr>
              <a:t>不是最长</a:t>
            </a:r>
            <a:endParaRPr lang="zh-CN" altLang="en-US" sz="1800" b="1" dirty="0">
              <a:solidFill>
                <a:srgbClr val="EC7061"/>
              </a:solidFill>
              <a:latin typeface="微软雅黑 Light" panose="020B0502040204020203" pitchFamily="34" charset="-122"/>
              <a:ea typeface="微软雅黑 Light" panose="020B0502040204020203" pitchFamily="34" charset="-122"/>
              <a:cs typeface="+mn-ea"/>
              <a:sym typeface="+mn-lt"/>
            </a:endParaRPr>
          </a:p>
        </p:txBody>
      </p:sp>
    </p:spTree>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最长匹配示例</a:t>
            </a:r>
            <a:endParaRPr lang="zh-CN" altLang="en-US" dirty="0"/>
          </a:p>
        </p:txBody>
      </p:sp>
      <p:sp>
        <p:nvSpPr>
          <p:cNvPr id="3" name="内容占位符 2"/>
          <p:cNvSpPr>
            <a:spLocks noGrp="1"/>
          </p:cNvSpPr>
          <p:nvPr>
            <p:ph idx="1"/>
          </p:nvPr>
        </p:nvSpPr>
        <p:spPr>
          <a:xfrm>
            <a:off x="334435" y="1052514"/>
            <a:ext cx="5545542" cy="5437187"/>
          </a:xfrm>
        </p:spPr>
        <p:txBody>
          <a:bodyPr/>
          <a:lstStyle/>
          <a:p>
            <a:r>
              <a:rPr lang="zh-CN" altLang="en-US" dirty="0"/>
              <a:t>根据最长匹配原则进行匹配，能够匹配</a:t>
            </a:r>
            <a:r>
              <a:rPr lang="en-US" altLang="zh-CN" dirty="0"/>
              <a:t>192.168.2.2</a:t>
            </a:r>
            <a:r>
              <a:rPr lang="zh-CN" altLang="en-US" dirty="0"/>
              <a:t>的路由存在两条</a:t>
            </a:r>
            <a:endParaRPr lang="en-US" altLang="zh-CN" dirty="0"/>
          </a:p>
          <a:p>
            <a:r>
              <a:rPr lang="zh-CN" altLang="en-US" dirty="0"/>
              <a:t>路由的掩码长度中，一个为</a:t>
            </a:r>
            <a:r>
              <a:rPr lang="en-US" altLang="zh-CN" dirty="0"/>
              <a:t>16 bit</a:t>
            </a:r>
            <a:r>
              <a:rPr lang="zh-CN" altLang="en-US" dirty="0"/>
              <a:t>，另一个为</a:t>
            </a:r>
            <a:r>
              <a:rPr lang="en-US" altLang="zh-CN" dirty="0"/>
              <a:t>24 bit</a:t>
            </a:r>
            <a:endParaRPr lang="en-US" altLang="zh-CN" dirty="0"/>
          </a:p>
          <a:p>
            <a:r>
              <a:rPr lang="zh-CN" altLang="en-US" dirty="0"/>
              <a:t>掩码长度为</a:t>
            </a:r>
            <a:r>
              <a:rPr lang="en-US" altLang="zh-CN" dirty="0"/>
              <a:t>24 bit</a:t>
            </a:r>
            <a:r>
              <a:rPr lang="zh-CN" altLang="en-US" dirty="0"/>
              <a:t>的路由满足最长匹配原则</a:t>
            </a:r>
            <a:endParaRPr lang="en-US" altLang="zh-CN" dirty="0"/>
          </a:p>
          <a:p>
            <a:r>
              <a:rPr lang="zh-CN" altLang="en-US" dirty="0"/>
              <a:t>被选择用于指导发往</a:t>
            </a:r>
            <a:r>
              <a:rPr lang="en-US" altLang="zh-CN" dirty="0"/>
              <a:t>192.168.2.2</a:t>
            </a:r>
            <a:r>
              <a:rPr lang="zh-CN" altLang="en-US" dirty="0"/>
              <a:t>的报文转发</a:t>
            </a:r>
            <a:endParaRPr lang="zh-CN" altLang="en-US" dirty="0"/>
          </a:p>
          <a:p>
            <a:endParaRPr lang="zh-CN" altLang="en-US" dirty="0"/>
          </a:p>
        </p:txBody>
      </p:sp>
      <p:sp>
        <p:nvSpPr>
          <p:cNvPr id="4" name="灯片编号占位符 3"/>
          <p:cNvSpPr>
            <a:spLocks noGrp="1"/>
          </p:cNvSpPr>
          <p:nvPr>
            <p:ph type="sldNum" sz="quarter" idx="12"/>
          </p:nvPr>
        </p:nvSpPr>
        <p:spPr/>
        <p:txBody>
          <a:bodyPr/>
          <a:lstStyle/>
          <a:p>
            <a:pPr>
              <a:defRPr/>
            </a:pPr>
            <a:fld id="{816960B2-2B11-492C-B588-5290E1274F96}" type="slidenum">
              <a:rPr lang="en-US" altLang="zh-CN" smtClean="0"/>
            </a:fld>
            <a:endParaRPr lang="en-US" altLang="zh-CN" dirty="0"/>
          </a:p>
        </p:txBody>
      </p:sp>
      <p:cxnSp>
        <p:nvCxnSpPr>
          <p:cNvPr id="6" name="直接连接符 5"/>
          <p:cNvCxnSpPr/>
          <p:nvPr/>
        </p:nvCxnSpPr>
        <p:spPr bwMode="auto">
          <a:xfrm flipV="1">
            <a:off x="8941456" y="1633080"/>
            <a:ext cx="1763056" cy="972108"/>
          </a:xfrm>
          <a:prstGeom prst="line">
            <a:avLst/>
          </a:prstGeom>
          <a:noFill/>
          <a:ln w="19050" algn="ctr">
            <a:solidFill>
              <a:schemeClr val="tx1"/>
            </a:solidFill>
            <a:round/>
          </a:ln>
          <a:extLst>
            <a:ext uri="{909E8E84-426E-40DD-AFC4-6F175D3DCCD1}">
              <a14:hiddenFill xmlns:a14="http://schemas.microsoft.com/office/drawing/2010/main">
                <a:noFill/>
              </a14:hiddenFill>
            </a:ext>
          </a:extLst>
        </p:spPr>
      </p:cxnSp>
      <p:cxnSp>
        <p:nvCxnSpPr>
          <p:cNvPr id="7" name="直接连接符 6"/>
          <p:cNvCxnSpPr/>
          <p:nvPr/>
        </p:nvCxnSpPr>
        <p:spPr bwMode="auto">
          <a:xfrm>
            <a:off x="8941456" y="2605188"/>
            <a:ext cx="1763056" cy="0"/>
          </a:xfrm>
          <a:prstGeom prst="line">
            <a:avLst/>
          </a:prstGeom>
          <a:noFill/>
          <a:ln w="19050" algn="ctr">
            <a:solidFill>
              <a:schemeClr val="tx1"/>
            </a:solidFill>
            <a:round/>
          </a:ln>
          <a:extLst>
            <a:ext uri="{909E8E84-426E-40DD-AFC4-6F175D3DCCD1}">
              <a14:hiddenFill xmlns:a14="http://schemas.microsoft.com/office/drawing/2010/main">
                <a:noFill/>
              </a14:hiddenFill>
            </a:ext>
          </a:extLst>
        </p:spPr>
      </p:cxnSp>
      <p:cxnSp>
        <p:nvCxnSpPr>
          <p:cNvPr id="8" name="直接连接符 7"/>
          <p:cNvCxnSpPr/>
          <p:nvPr/>
        </p:nvCxnSpPr>
        <p:spPr bwMode="auto">
          <a:xfrm>
            <a:off x="8941456" y="2605188"/>
            <a:ext cx="1763056" cy="858026"/>
          </a:xfrm>
          <a:prstGeom prst="line">
            <a:avLst/>
          </a:prstGeom>
          <a:noFill/>
          <a:ln w="19050" algn="ctr">
            <a:solidFill>
              <a:schemeClr val="tx1"/>
            </a:solidFill>
            <a:round/>
          </a:ln>
          <a:extLst>
            <a:ext uri="{909E8E84-426E-40DD-AFC4-6F175D3DCCD1}">
              <a14:hiddenFill xmlns:a14="http://schemas.microsoft.com/office/drawing/2010/main">
                <a:noFill/>
              </a14:hiddenFill>
            </a:ext>
          </a:extLst>
        </p:spPr>
      </p:cxnSp>
      <p:sp>
        <p:nvSpPr>
          <p:cNvPr id="9" name="TextBox 31"/>
          <p:cNvSpPr txBox="1">
            <a:spLocks noChangeArrowheads="1"/>
          </p:cNvSpPr>
          <p:nvPr/>
        </p:nvSpPr>
        <p:spPr bwMode="auto">
          <a:xfrm>
            <a:off x="9588388" y="1447684"/>
            <a:ext cx="989373" cy="3304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100">
                <a:solidFill>
                  <a:schemeClr val="tx1"/>
                </a:solidFill>
                <a:latin typeface="Arial" panose="020B0604020202020204" pitchFamily="34" charset="0"/>
                <a:ea typeface="MS PGothic" panose="020B0600070205080204" pitchFamily="34" charset="-128"/>
              </a:defRPr>
            </a:lvl1pPr>
            <a:lvl2pPr marL="742950" indent="-285750">
              <a:defRPr sz="2100">
                <a:solidFill>
                  <a:schemeClr val="tx1"/>
                </a:solidFill>
                <a:latin typeface="Arial" panose="020B0604020202020204" pitchFamily="34" charset="0"/>
                <a:ea typeface="MS PGothic" panose="020B0600070205080204" pitchFamily="34" charset="-128"/>
              </a:defRPr>
            </a:lvl2pPr>
            <a:lvl3pPr marL="1143000" indent="-228600">
              <a:defRPr sz="2100">
                <a:solidFill>
                  <a:schemeClr val="tx1"/>
                </a:solidFill>
                <a:latin typeface="Arial" panose="020B0604020202020204" pitchFamily="34" charset="0"/>
                <a:ea typeface="MS PGothic" panose="020B0600070205080204" pitchFamily="34" charset="-128"/>
              </a:defRPr>
            </a:lvl3pPr>
            <a:lvl4pPr marL="1600200" indent="-228600">
              <a:defRPr sz="2100">
                <a:solidFill>
                  <a:schemeClr val="tx1"/>
                </a:solidFill>
                <a:latin typeface="Arial" panose="020B0604020202020204" pitchFamily="34" charset="0"/>
                <a:ea typeface="MS PGothic" panose="020B0600070205080204" pitchFamily="34" charset="-128"/>
              </a:defRPr>
            </a:lvl4pPr>
            <a:lvl5pPr marL="2057400" indent="-228600">
              <a:defRPr sz="2100">
                <a:solidFill>
                  <a:schemeClr val="tx1"/>
                </a:solidFill>
                <a:latin typeface="Arial" panose="020B0604020202020204" pitchFamily="34" charset="0"/>
                <a:ea typeface="MS PGothic" panose="020B0600070205080204" pitchFamily="34" charset="-128"/>
              </a:defRPr>
            </a:lvl5pPr>
            <a:lvl6pPr marL="25146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6pPr>
            <a:lvl7pPr marL="29718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7pPr>
            <a:lvl8pPr marL="34290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8pPr>
            <a:lvl9pPr marL="38862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9pPr>
          </a:lstStyle>
          <a:p>
            <a:pPr>
              <a:lnSpc>
                <a:spcPct val="120000"/>
              </a:lnSpc>
            </a:pPr>
            <a:r>
              <a:rPr lang="en-US" altLang="zh-CN" sz="1400" dirty="0">
                <a:latin typeface="微软雅黑 Light" panose="020B0502040204020203" pitchFamily="34" charset="-122"/>
                <a:ea typeface="微软雅黑 Light" panose="020B0502040204020203" pitchFamily="34" charset="-122"/>
                <a:cs typeface="+mn-ea"/>
                <a:sym typeface="+mn-lt"/>
              </a:rPr>
              <a:t>10.1.1.2/30</a:t>
            </a:r>
            <a:endParaRPr lang="zh-CN" altLang="en-US" sz="1400" dirty="0">
              <a:latin typeface="微软雅黑 Light" panose="020B0502040204020203" pitchFamily="34" charset="-122"/>
              <a:ea typeface="微软雅黑 Light" panose="020B0502040204020203" pitchFamily="34" charset="-122"/>
              <a:cs typeface="+mn-ea"/>
              <a:sym typeface="+mn-lt"/>
            </a:endParaRPr>
          </a:p>
        </p:txBody>
      </p:sp>
      <p:sp>
        <p:nvSpPr>
          <p:cNvPr id="10" name="TextBox 31"/>
          <p:cNvSpPr txBox="1">
            <a:spLocks noChangeArrowheads="1"/>
          </p:cNvSpPr>
          <p:nvPr/>
        </p:nvSpPr>
        <p:spPr bwMode="auto">
          <a:xfrm>
            <a:off x="9588388" y="2287464"/>
            <a:ext cx="1019831" cy="3304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100">
                <a:solidFill>
                  <a:schemeClr val="tx1"/>
                </a:solidFill>
                <a:latin typeface="Arial" panose="020B0604020202020204" pitchFamily="34" charset="0"/>
                <a:ea typeface="MS PGothic" panose="020B0600070205080204" pitchFamily="34" charset="-128"/>
              </a:defRPr>
            </a:lvl1pPr>
            <a:lvl2pPr marL="742950" indent="-285750">
              <a:defRPr sz="2100">
                <a:solidFill>
                  <a:schemeClr val="tx1"/>
                </a:solidFill>
                <a:latin typeface="Arial" panose="020B0604020202020204" pitchFamily="34" charset="0"/>
                <a:ea typeface="MS PGothic" panose="020B0600070205080204" pitchFamily="34" charset="-128"/>
              </a:defRPr>
            </a:lvl2pPr>
            <a:lvl3pPr marL="1143000" indent="-228600">
              <a:defRPr sz="2100">
                <a:solidFill>
                  <a:schemeClr val="tx1"/>
                </a:solidFill>
                <a:latin typeface="Arial" panose="020B0604020202020204" pitchFamily="34" charset="0"/>
                <a:ea typeface="MS PGothic" panose="020B0600070205080204" pitchFamily="34" charset="-128"/>
              </a:defRPr>
            </a:lvl3pPr>
            <a:lvl4pPr marL="1600200" indent="-228600">
              <a:defRPr sz="2100">
                <a:solidFill>
                  <a:schemeClr val="tx1"/>
                </a:solidFill>
                <a:latin typeface="Arial" panose="020B0604020202020204" pitchFamily="34" charset="0"/>
                <a:ea typeface="MS PGothic" panose="020B0600070205080204" pitchFamily="34" charset="-128"/>
              </a:defRPr>
            </a:lvl4pPr>
            <a:lvl5pPr marL="2057400" indent="-228600">
              <a:defRPr sz="2100">
                <a:solidFill>
                  <a:schemeClr val="tx1"/>
                </a:solidFill>
                <a:latin typeface="Arial" panose="020B0604020202020204" pitchFamily="34" charset="0"/>
                <a:ea typeface="MS PGothic" panose="020B0600070205080204" pitchFamily="34" charset="-128"/>
              </a:defRPr>
            </a:lvl5pPr>
            <a:lvl6pPr marL="25146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6pPr>
            <a:lvl7pPr marL="29718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7pPr>
            <a:lvl8pPr marL="34290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8pPr>
            <a:lvl9pPr marL="38862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9pPr>
          </a:lstStyle>
          <a:p>
            <a:pPr>
              <a:lnSpc>
                <a:spcPct val="120000"/>
              </a:lnSpc>
            </a:pPr>
            <a:r>
              <a:rPr lang="en-US" altLang="zh-CN" sz="1400" dirty="0">
                <a:latin typeface="微软雅黑 Light" panose="020B0502040204020203" pitchFamily="34" charset="-122"/>
                <a:ea typeface="微软雅黑 Light" panose="020B0502040204020203" pitchFamily="34" charset="-122"/>
                <a:cs typeface="+mn-ea"/>
                <a:sym typeface="+mn-lt"/>
              </a:rPr>
              <a:t>20.1.1.2/30</a:t>
            </a:r>
            <a:endParaRPr lang="zh-CN" altLang="en-US" sz="1400" dirty="0">
              <a:latin typeface="微软雅黑 Light" panose="020B0502040204020203" pitchFamily="34" charset="-122"/>
              <a:ea typeface="微软雅黑 Light" panose="020B0502040204020203" pitchFamily="34" charset="-122"/>
              <a:cs typeface="+mn-ea"/>
              <a:sym typeface="+mn-lt"/>
            </a:endParaRPr>
          </a:p>
        </p:txBody>
      </p:sp>
      <p:sp>
        <p:nvSpPr>
          <p:cNvPr id="11" name="TextBox 31"/>
          <p:cNvSpPr txBox="1">
            <a:spLocks noChangeArrowheads="1"/>
          </p:cNvSpPr>
          <p:nvPr/>
        </p:nvSpPr>
        <p:spPr bwMode="auto">
          <a:xfrm>
            <a:off x="9588388" y="3391900"/>
            <a:ext cx="1019831" cy="3304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100">
                <a:solidFill>
                  <a:schemeClr val="tx1"/>
                </a:solidFill>
                <a:latin typeface="Arial" panose="020B0604020202020204" pitchFamily="34" charset="0"/>
                <a:ea typeface="MS PGothic" panose="020B0600070205080204" pitchFamily="34" charset="-128"/>
              </a:defRPr>
            </a:lvl1pPr>
            <a:lvl2pPr marL="742950" indent="-285750">
              <a:defRPr sz="2100">
                <a:solidFill>
                  <a:schemeClr val="tx1"/>
                </a:solidFill>
                <a:latin typeface="Arial" panose="020B0604020202020204" pitchFamily="34" charset="0"/>
                <a:ea typeface="MS PGothic" panose="020B0600070205080204" pitchFamily="34" charset="-128"/>
              </a:defRPr>
            </a:lvl2pPr>
            <a:lvl3pPr marL="1143000" indent="-228600">
              <a:defRPr sz="2100">
                <a:solidFill>
                  <a:schemeClr val="tx1"/>
                </a:solidFill>
                <a:latin typeface="Arial" panose="020B0604020202020204" pitchFamily="34" charset="0"/>
                <a:ea typeface="MS PGothic" panose="020B0600070205080204" pitchFamily="34" charset="-128"/>
              </a:defRPr>
            </a:lvl3pPr>
            <a:lvl4pPr marL="1600200" indent="-228600">
              <a:defRPr sz="2100">
                <a:solidFill>
                  <a:schemeClr val="tx1"/>
                </a:solidFill>
                <a:latin typeface="Arial" panose="020B0604020202020204" pitchFamily="34" charset="0"/>
                <a:ea typeface="MS PGothic" panose="020B0600070205080204" pitchFamily="34" charset="-128"/>
              </a:defRPr>
            </a:lvl4pPr>
            <a:lvl5pPr marL="2057400" indent="-228600">
              <a:defRPr sz="2100">
                <a:solidFill>
                  <a:schemeClr val="tx1"/>
                </a:solidFill>
                <a:latin typeface="Arial" panose="020B0604020202020204" pitchFamily="34" charset="0"/>
                <a:ea typeface="MS PGothic" panose="020B0600070205080204" pitchFamily="34" charset="-128"/>
              </a:defRPr>
            </a:lvl5pPr>
            <a:lvl6pPr marL="25146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6pPr>
            <a:lvl7pPr marL="29718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7pPr>
            <a:lvl8pPr marL="34290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8pPr>
            <a:lvl9pPr marL="38862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9pPr>
          </a:lstStyle>
          <a:p>
            <a:pPr>
              <a:lnSpc>
                <a:spcPct val="120000"/>
              </a:lnSpc>
            </a:pPr>
            <a:r>
              <a:rPr lang="en-US" altLang="zh-CN" sz="1400" dirty="0">
                <a:latin typeface="微软雅黑 Light" panose="020B0502040204020203" pitchFamily="34" charset="-122"/>
                <a:ea typeface="微软雅黑 Light" panose="020B0502040204020203" pitchFamily="34" charset="-122"/>
                <a:cs typeface="+mn-ea"/>
                <a:sym typeface="+mn-lt"/>
              </a:rPr>
              <a:t>30.1.1.2/30</a:t>
            </a:r>
            <a:endParaRPr lang="zh-CN" altLang="en-US" sz="1400" dirty="0">
              <a:latin typeface="微软雅黑 Light" panose="020B0502040204020203" pitchFamily="34" charset="-122"/>
              <a:ea typeface="微软雅黑 Light" panose="020B0502040204020203" pitchFamily="34" charset="-122"/>
              <a:cs typeface="+mn-ea"/>
              <a:sym typeface="+mn-lt"/>
            </a:endParaRPr>
          </a:p>
        </p:txBody>
      </p:sp>
      <p:grpSp>
        <p:nvGrpSpPr>
          <p:cNvPr id="12" name="组合 11"/>
          <p:cNvGrpSpPr/>
          <p:nvPr/>
        </p:nvGrpSpPr>
        <p:grpSpPr>
          <a:xfrm>
            <a:off x="6487516" y="1430947"/>
            <a:ext cx="1628552" cy="1638815"/>
            <a:chOff x="7011351" y="1101367"/>
            <a:chExt cx="1116124" cy="1213033"/>
          </a:xfrm>
        </p:grpSpPr>
        <p:sp>
          <p:nvSpPr>
            <p:cNvPr id="13" name="矩形 12"/>
            <p:cNvSpPr/>
            <p:nvPr/>
          </p:nvSpPr>
          <p:spPr>
            <a:xfrm>
              <a:off x="7369539" y="2082031"/>
              <a:ext cx="376429" cy="232369"/>
            </a:xfrm>
            <a:prstGeom prst="rect">
              <a:avLst/>
            </a:prstGeom>
          </p:spPr>
          <p:txBody>
            <a:bodyPr wrap="none">
              <a:spAutoFit/>
            </a:bodyPr>
            <a:lstStyle/>
            <a:p>
              <a:pPr lvl="0" algn="ctr" defTabSz="914400" fontAlgn="t">
                <a:lnSpc>
                  <a:spcPct val="120000"/>
                </a:lnSpc>
                <a:spcBef>
                  <a:spcPct val="0"/>
                </a:spcBef>
                <a:spcAft>
                  <a:spcPct val="0"/>
                </a:spcAft>
              </a:pPr>
              <a:r>
                <a:rPr lang="en-US" altLang="zh-CN" sz="1200" b="1" dirty="0">
                  <a:solidFill>
                    <a:prstClr val="black"/>
                  </a:solidFill>
                  <a:latin typeface="微软雅黑 Light" panose="020B0502040204020203" pitchFamily="34" charset="-122"/>
                  <a:ea typeface="微软雅黑 Light" panose="020B0502040204020203" pitchFamily="34" charset="-122"/>
                  <a:cs typeface="+mn-ea"/>
                  <a:sym typeface="+mn-lt"/>
                </a:rPr>
                <a:t>DATA</a:t>
              </a:r>
              <a:endParaRPr lang="zh-CN" altLang="en-US" sz="1200" b="1" dirty="0">
                <a:solidFill>
                  <a:prstClr val="black"/>
                </a:solidFill>
                <a:latin typeface="微软雅黑 Light" panose="020B0502040204020203" pitchFamily="34" charset="-122"/>
                <a:ea typeface="微软雅黑 Light" panose="020B0502040204020203" pitchFamily="34" charset="-122"/>
                <a:cs typeface="+mn-ea"/>
                <a:sym typeface="+mn-lt"/>
              </a:endParaRPr>
            </a:p>
          </p:txBody>
        </p:sp>
        <p:sp>
          <p:nvSpPr>
            <p:cNvPr id="14" name="云形 13"/>
            <p:cNvSpPr/>
            <p:nvPr/>
          </p:nvSpPr>
          <p:spPr bwMode="auto">
            <a:xfrm>
              <a:off x="7011351" y="1101367"/>
              <a:ext cx="1116124" cy="599616"/>
            </a:xfrm>
            <a:prstGeom prst="cloud">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914400" rtl="0" eaLnBrk="1" fontAlgn="base" latinLnBrk="0" hangingPunct="1">
                <a:lnSpc>
                  <a:spcPct val="120000"/>
                </a:lnSpc>
                <a:spcBef>
                  <a:spcPct val="0"/>
                </a:spcBef>
                <a:spcAft>
                  <a:spcPct val="0"/>
                </a:spcAft>
                <a:buClrTx/>
                <a:buSzTx/>
                <a:buFontTx/>
                <a:buNone/>
              </a:pPr>
              <a:r>
                <a:rPr lang="zh-CN" altLang="en-US" sz="1200" b="1" dirty="0">
                  <a:latin typeface="微软雅黑 Light" panose="020B0502040204020203" pitchFamily="34" charset="-122"/>
                  <a:ea typeface="微软雅黑 Light" panose="020B0502040204020203" pitchFamily="34" charset="-122"/>
                  <a:cs typeface="+mn-ea"/>
                  <a:sym typeface="+mn-lt"/>
                </a:rPr>
                <a:t>目的</a:t>
              </a:r>
              <a:r>
                <a:rPr lang="en-US" altLang="zh-CN" sz="1200" b="1" dirty="0">
                  <a:latin typeface="微软雅黑 Light" panose="020B0502040204020203" pitchFamily="34" charset="-122"/>
                  <a:ea typeface="微软雅黑 Light" panose="020B0502040204020203" pitchFamily="34" charset="-122"/>
                  <a:cs typeface="+mn-ea"/>
                  <a:sym typeface="+mn-lt"/>
                </a:rPr>
                <a:t>IP</a:t>
              </a:r>
              <a:r>
                <a:rPr lang="zh-CN" altLang="en-US" sz="1200" b="1" dirty="0">
                  <a:latin typeface="微软雅黑 Light" panose="020B0502040204020203" pitchFamily="34" charset="-122"/>
                  <a:ea typeface="微软雅黑 Light" panose="020B0502040204020203" pitchFamily="34" charset="-122"/>
                  <a:cs typeface="+mn-ea"/>
                  <a:sym typeface="+mn-lt"/>
                </a:rPr>
                <a:t>地址：</a:t>
              </a:r>
              <a:endParaRPr lang="en-US" altLang="zh-CN" sz="1200" b="1" dirty="0">
                <a:latin typeface="微软雅黑 Light" panose="020B0502040204020203" pitchFamily="34" charset="-122"/>
                <a:ea typeface="微软雅黑 Light" panose="020B0502040204020203" pitchFamily="34" charset="-122"/>
                <a:cs typeface="+mn-ea"/>
                <a:sym typeface="+mn-lt"/>
              </a:endParaRPr>
            </a:p>
            <a:p>
              <a:pPr marL="0" marR="0" indent="0" algn="l" defTabSz="914400" rtl="0" eaLnBrk="1" fontAlgn="base" latinLnBrk="0" hangingPunct="1">
                <a:lnSpc>
                  <a:spcPct val="120000"/>
                </a:lnSpc>
                <a:spcBef>
                  <a:spcPct val="0"/>
                </a:spcBef>
                <a:spcAft>
                  <a:spcPct val="0"/>
                </a:spcAft>
                <a:buClrTx/>
                <a:buSzTx/>
                <a:buFontTx/>
                <a:buNone/>
              </a:pPr>
              <a:r>
                <a:rPr kumimoji="0" lang="en-US" altLang="zh-CN" sz="1200" b="1"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cs typeface="+mn-ea"/>
                  <a:sym typeface="+mn-lt"/>
                </a:rPr>
                <a:t>192.168.2.2</a:t>
              </a:r>
              <a:endParaRPr kumimoji="0" lang="zh-CN" altLang="en-US" sz="1200" b="1"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cs typeface="+mn-ea"/>
                <a:sym typeface="+mn-lt"/>
              </a:endParaRPr>
            </a:p>
          </p:txBody>
        </p:sp>
      </p:grpSp>
      <p:cxnSp>
        <p:nvCxnSpPr>
          <p:cNvPr id="15" name="直接箭头连接符 14"/>
          <p:cNvCxnSpPr/>
          <p:nvPr/>
        </p:nvCxnSpPr>
        <p:spPr bwMode="auto">
          <a:xfrm>
            <a:off x="7572164" y="2599812"/>
            <a:ext cx="792088" cy="5376"/>
          </a:xfrm>
          <a:prstGeom prst="straightConnector1">
            <a:avLst/>
          </a:prstGeom>
          <a:solidFill>
            <a:schemeClr val="accent1"/>
          </a:solidFill>
          <a:ln w="19050" cap="flat" cmpd="sng" algn="ctr">
            <a:solidFill>
              <a:schemeClr val="tx1"/>
            </a:solidFill>
            <a:prstDash val="solid"/>
            <a:round/>
            <a:headEnd type="none" w="med" len="med"/>
            <a:tailEnd type="arrow" w="med" len="med"/>
          </a:ln>
          <a:effectLst/>
        </p:spPr>
      </p:cxnSp>
      <p:sp>
        <p:nvSpPr>
          <p:cNvPr id="16" name="TextBox 35"/>
          <p:cNvSpPr txBox="1">
            <a:spLocks noChangeArrowheads="1"/>
          </p:cNvSpPr>
          <p:nvPr/>
        </p:nvSpPr>
        <p:spPr bwMode="auto">
          <a:xfrm>
            <a:off x="8352926" y="1998497"/>
            <a:ext cx="612068" cy="328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100">
                <a:solidFill>
                  <a:schemeClr val="tx1"/>
                </a:solidFill>
                <a:latin typeface="Arial" panose="020B0604020202020204" pitchFamily="34" charset="0"/>
                <a:ea typeface="MS PGothic" panose="020B0600070205080204" pitchFamily="34" charset="-128"/>
              </a:defRPr>
            </a:lvl1pPr>
            <a:lvl2pPr marL="742950" indent="-285750">
              <a:defRPr sz="2100">
                <a:solidFill>
                  <a:schemeClr val="tx1"/>
                </a:solidFill>
                <a:latin typeface="Arial" panose="020B0604020202020204" pitchFamily="34" charset="0"/>
                <a:ea typeface="MS PGothic" panose="020B0600070205080204" pitchFamily="34" charset="-128"/>
              </a:defRPr>
            </a:lvl2pPr>
            <a:lvl3pPr marL="1143000" indent="-228600">
              <a:defRPr sz="2100">
                <a:solidFill>
                  <a:schemeClr val="tx1"/>
                </a:solidFill>
                <a:latin typeface="Arial" panose="020B0604020202020204" pitchFamily="34" charset="0"/>
                <a:ea typeface="MS PGothic" panose="020B0600070205080204" pitchFamily="34" charset="-128"/>
              </a:defRPr>
            </a:lvl3pPr>
            <a:lvl4pPr marL="1600200" indent="-228600">
              <a:defRPr sz="2100">
                <a:solidFill>
                  <a:schemeClr val="tx1"/>
                </a:solidFill>
                <a:latin typeface="Arial" panose="020B0604020202020204" pitchFamily="34" charset="0"/>
                <a:ea typeface="MS PGothic" panose="020B0600070205080204" pitchFamily="34" charset="-128"/>
              </a:defRPr>
            </a:lvl4pPr>
            <a:lvl5pPr marL="2057400" indent="-228600">
              <a:defRPr sz="2100">
                <a:solidFill>
                  <a:schemeClr val="tx1"/>
                </a:solidFill>
                <a:latin typeface="Arial" panose="020B0604020202020204" pitchFamily="34" charset="0"/>
                <a:ea typeface="MS PGothic" panose="020B0600070205080204" pitchFamily="34" charset="-128"/>
              </a:defRPr>
            </a:lvl5pPr>
            <a:lvl6pPr marL="25146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6pPr>
            <a:lvl7pPr marL="29718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7pPr>
            <a:lvl8pPr marL="34290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8pPr>
            <a:lvl9pPr marL="38862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9pPr>
          </a:lstStyle>
          <a:p>
            <a:pPr algn="ctr">
              <a:lnSpc>
                <a:spcPct val="120000"/>
              </a:lnSpc>
            </a:pPr>
            <a:r>
              <a:rPr lang="en-US" altLang="zh-CN" sz="1400" b="1" dirty="0">
                <a:latin typeface="微软雅黑 Light" panose="020B0502040204020203" pitchFamily="34" charset="-122"/>
                <a:ea typeface="微软雅黑 Light" panose="020B0502040204020203" pitchFamily="34" charset="-122"/>
                <a:cs typeface="+mn-ea"/>
                <a:sym typeface="+mn-lt"/>
              </a:rPr>
              <a:t>R1</a:t>
            </a:r>
            <a:endParaRPr lang="zh-CN" altLang="en-US" sz="1400" b="1" dirty="0">
              <a:latin typeface="微软雅黑 Light" panose="020B0502040204020203" pitchFamily="34" charset="-122"/>
              <a:ea typeface="微软雅黑 Light" panose="020B0502040204020203" pitchFamily="34" charset="-122"/>
              <a:cs typeface="+mn-ea"/>
              <a:sym typeface="+mn-lt"/>
            </a:endParaRPr>
          </a:p>
        </p:txBody>
      </p:sp>
      <p:sp>
        <p:nvSpPr>
          <p:cNvPr id="17" name="圆角矩形 75"/>
          <p:cNvSpPr/>
          <p:nvPr/>
        </p:nvSpPr>
        <p:spPr>
          <a:xfrm>
            <a:off x="5951985" y="1239469"/>
            <a:ext cx="5606152" cy="4681486"/>
          </a:xfrm>
          <a:prstGeom prst="roundRect">
            <a:avLst>
              <a:gd name="adj" fmla="val 874"/>
            </a:avLst>
          </a:prstGeom>
          <a:no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72000" tIns="36000" rIns="72000" bIns="36000" rtlCol="0" anchor="t" anchorCtr="0">
            <a:noAutofit/>
          </a:bodyPr>
          <a:lstStyle/>
          <a:p>
            <a:pPr algn="just" fontAlgn="auto">
              <a:lnSpc>
                <a:spcPct val="120000"/>
              </a:lnSpc>
            </a:pPr>
            <a:endParaRPr lang="en-US" altLang="zh-CN" sz="1600" dirty="0">
              <a:solidFill>
                <a:prstClr val="black"/>
              </a:solidFill>
              <a:latin typeface="微软雅黑 Light" panose="020B0502040204020203" pitchFamily="34" charset="-122"/>
              <a:ea typeface="微软雅黑 Light" panose="020B0502040204020203" pitchFamily="34" charset="-122"/>
              <a:cs typeface="+mn-ea"/>
              <a:sym typeface="+mn-lt"/>
            </a:endParaRPr>
          </a:p>
        </p:txBody>
      </p:sp>
      <p:sp>
        <p:nvSpPr>
          <p:cNvPr id="18" name="Text Box 12"/>
          <p:cNvSpPr txBox="1">
            <a:spLocks noChangeArrowheads="1"/>
          </p:cNvSpPr>
          <p:nvPr/>
        </p:nvSpPr>
        <p:spPr bwMode="auto">
          <a:xfrm>
            <a:off x="8112224" y="3655724"/>
            <a:ext cx="1656184" cy="328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l" eaLnBrk="0" hangingPunct="0">
              <a:defRPr>
                <a:solidFill>
                  <a:schemeClr val="tx1"/>
                </a:solidFill>
                <a:latin typeface="Arial" panose="020B0604020202020204" pitchFamily="34" charset="0"/>
                <a:ea typeface="宋体" panose="02010600030101010101" pitchFamily="2" charset="-122"/>
              </a:defRPr>
            </a:lvl1pPr>
            <a:lvl2pPr marL="742950" indent="-285750" algn="l" eaLnBrk="0" hangingPunct="0">
              <a:defRPr>
                <a:solidFill>
                  <a:schemeClr val="tx1"/>
                </a:solidFill>
                <a:latin typeface="Arial" panose="020B0604020202020204" pitchFamily="34" charset="0"/>
                <a:ea typeface="宋体" panose="02010600030101010101" pitchFamily="2" charset="-122"/>
              </a:defRPr>
            </a:lvl2pPr>
            <a:lvl3pPr marL="1143000" indent="-228600" algn="l" eaLnBrk="0" hangingPunct="0">
              <a:defRPr>
                <a:solidFill>
                  <a:schemeClr val="tx1"/>
                </a:solidFill>
                <a:latin typeface="Arial" panose="020B0604020202020204" pitchFamily="34" charset="0"/>
                <a:ea typeface="宋体" panose="02010600030101010101" pitchFamily="2" charset="-122"/>
              </a:defRPr>
            </a:lvl3pPr>
            <a:lvl4pPr marL="1600200" indent="-228600" algn="l" eaLnBrk="0" hangingPunct="0">
              <a:defRPr>
                <a:solidFill>
                  <a:schemeClr val="tx1"/>
                </a:solidFill>
                <a:latin typeface="Arial" panose="020B0604020202020204" pitchFamily="34" charset="0"/>
                <a:ea typeface="宋体" panose="02010600030101010101" pitchFamily="2" charset="-122"/>
              </a:defRPr>
            </a:lvl4pPr>
            <a:lvl5pPr marL="2057400" indent="-228600" algn="l"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20000"/>
              </a:lnSpc>
              <a:spcBef>
                <a:spcPct val="0"/>
              </a:spcBef>
            </a:pPr>
            <a:r>
              <a:rPr lang="en-US" altLang="zh-CN" sz="1400" b="1" dirty="0">
                <a:latin typeface="微软雅黑 Light" panose="020B0502040204020203" pitchFamily="34" charset="-122"/>
                <a:ea typeface="微软雅黑 Light" panose="020B0502040204020203" pitchFamily="34" charset="-122"/>
                <a:cs typeface="+mn-ea"/>
                <a:sym typeface="+mn-lt"/>
              </a:rPr>
              <a:t>R1</a:t>
            </a:r>
            <a:r>
              <a:rPr lang="zh-CN" altLang="en-US" sz="1400" b="1" dirty="0">
                <a:latin typeface="微软雅黑 Light" panose="020B0502040204020203" pitchFamily="34" charset="-122"/>
                <a:ea typeface="微软雅黑 Light" panose="020B0502040204020203" pitchFamily="34" charset="-122"/>
                <a:cs typeface="+mn-ea"/>
                <a:sym typeface="+mn-lt"/>
              </a:rPr>
              <a:t>路由表</a:t>
            </a:r>
            <a:endParaRPr lang="zh-CN" altLang="en-US" sz="1400" b="1" dirty="0">
              <a:latin typeface="微软雅黑 Light" panose="020B0502040204020203" pitchFamily="34" charset="-122"/>
              <a:ea typeface="微软雅黑 Light" panose="020B0502040204020203" pitchFamily="34" charset="-122"/>
              <a:cs typeface="+mn-ea"/>
              <a:sym typeface="+mn-lt"/>
            </a:endParaRPr>
          </a:p>
        </p:txBody>
      </p:sp>
      <p:graphicFrame>
        <p:nvGraphicFramePr>
          <p:cNvPr id="19" name="表格 18"/>
          <p:cNvGraphicFramePr>
            <a:graphicFrameLocks noGrp="1"/>
          </p:cNvGraphicFramePr>
          <p:nvPr/>
        </p:nvGraphicFramePr>
        <p:xfrm>
          <a:off x="8112224" y="4005064"/>
          <a:ext cx="2541037" cy="1308864"/>
        </p:xfrm>
        <a:graphic>
          <a:graphicData uri="http://schemas.openxmlformats.org/drawingml/2006/table">
            <a:tbl>
              <a:tblPr/>
              <a:tblGrid>
                <a:gridCol w="1531564"/>
                <a:gridCol w="1009473"/>
              </a:tblGrid>
              <a:tr h="0">
                <a:tc>
                  <a:txBody>
                    <a:bodyPr/>
                    <a:lstStyle/>
                    <a:p>
                      <a:pPr marL="0" algn="ctr" defTabSz="1219200" rtl="0" eaLnBrk="1" latinLnBrk="0" hangingPunct="1">
                        <a:lnSpc>
                          <a:spcPct val="120000"/>
                        </a:lnSpc>
                        <a:spcBef>
                          <a:spcPts val="0"/>
                        </a:spcBef>
                        <a:spcAft>
                          <a:spcPts val="0"/>
                        </a:spcAft>
                      </a:pPr>
                      <a:r>
                        <a:rPr lang="zh-CN" altLang="en-US" sz="1400" b="1" kern="1200" dirty="0">
                          <a:solidFill>
                            <a:schemeClr val="tx1"/>
                          </a:solidFill>
                          <a:effectLst/>
                          <a:latin typeface="微软雅黑 Light" panose="020B0502040204020203" pitchFamily="34" charset="-122"/>
                          <a:ea typeface="微软雅黑 Light" panose="020B0502040204020203" pitchFamily="34" charset="-122"/>
                          <a:cs typeface="+mn-ea"/>
                          <a:sym typeface="+mn-lt"/>
                        </a:rPr>
                        <a:t>目的网络</a:t>
                      </a:r>
                      <a:r>
                        <a:rPr lang="en-US" altLang="zh-CN" sz="1400" b="1" kern="1200" dirty="0">
                          <a:solidFill>
                            <a:schemeClr val="tx1"/>
                          </a:solidFill>
                          <a:effectLst/>
                          <a:latin typeface="微软雅黑 Light" panose="020B0502040204020203" pitchFamily="34" charset="-122"/>
                          <a:ea typeface="微软雅黑 Light" panose="020B0502040204020203" pitchFamily="34" charset="-122"/>
                          <a:cs typeface="+mn-ea"/>
                          <a:sym typeface="+mn-lt"/>
                        </a:rPr>
                        <a:t>/</a:t>
                      </a:r>
                      <a:r>
                        <a:rPr lang="zh-CN" altLang="en-US" sz="1400" b="1" kern="1200" dirty="0">
                          <a:solidFill>
                            <a:schemeClr val="tx1"/>
                          </a:solidFill>
                          <a:effectLst/>
                          <a:latin typeface="微软雅黑 Light" panose="020B0502040204020203" pitchFamily="34" charset="-122"/>
                          <a:ea typeface="微软雅黑 Light" panose="020B0502040204020203" pitchFamily="34" charset="-122"/>
                          <a:cs typeface="+mn-ea"/>
                          <a:sym typeface="+mn-lt"/>
                        </a:rPr>
                        <a:t>掩码</a:t>
                      </a:r>
                      <a:endParaRPr lang="zh-CN" altLang="en-US" sz="1400" b="1" kern="1200" dirty="0">
                        <a:solidFill>
                          <a:schemeClr val="tx1"/>
                        </a:solidFill>
                        <a:effectLst/>
                        <a:latin typeface="微软雅黑 Light" panose="020B0502040204020203" pitchFamily="34" charset="-122"/>
                        <a:ea typeface="微软雅黑 Light" panose="020B0502040204020203" pitchFamily="34" charset="-122"/>
                        <a:cs typeface="+mn-ea"/>
                        <a:sym typeface="+mn-lt"/>
                      </a:endParaRPr>
                    </a:p>
                  </a:txBody>
                  <a:tcPr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solidFill>
                      <a:schemeClr val="accent5">
                        <a:lumMod val="75000"/>
                      </a:schemeClr>
                    </a:solidFill>
                  </a:tcPr>
                </a:tc>
                <a:tc>
                  <a:txBody>
                    <a:bodyPr/>
                    <a:lstStyle/>
                    <a:p>
                      <a:pPr marL="0" algn="ctr" defTabSz="1219200" rtl="0" eaLnBrk="1" latinLnBrk="0" hangingPunct="1">
                        <a:lnSpc>
                          <a:spcPct val="120000"/>
                        </a:lnSpc>
                        <a:spcBef>
                          <a:spcPts val="0"/>
                        </a:spcBef>
                        <a:spcAft>
                          <a:spcPts val="0"/>
                        </a:spcAft>
                      </a:pPr>
                      <a:r>
                        <a:rPr lang="zh-CN" altLang="en-US" sz="1400" b="1" kern="1200" dirty="0">
                          <a:solidFill>
                            <a:schemeClr val="tx1"/>
                          </a:solidFill>
                          <a:effectLst/>
                          <a:latin typeface="微软雅黑 Light" panose="020B0502040204020203" pitchFamily="34" charset="-122"/>
                          <a:ea typeface="微软雅黑 Light" panose="020B0502040204020203" pitchFamily="34" charset="-122"/>
                          <a:cs typeface="+mn-ea"/>
                          <a:sym typeface="+mn-lt"/>
                        </a:rPr>
                        <a:t>下一跳</a:t>
                      </a:r>
                      <a:endParaRPr lang="zh-CN" altLang="en-US" sz="1400" b="1" kern="1200" dirty="0">
                        <a:solidFill>
                          <a:schemeClr val="tx1"/>
                        </a:solidFill>
                        <a:effectLst/>
                        <a:latin typeface="微软雅黑 Light" panose="020B0502040204020203" pitchFamily="34" charset="-122"/>
                        <a:ea typeface="微软雅黑 Light" panose="020B0502040204020203" pitchFamily="34" charset="-122"/>
                        <a:cs typeface="+mn-ea"/>
                        <a:sym typeface="+mn-lt"/>
                      </a:endParaRPr>
                    </a:p>
                  </a:txBody>
                  <a:tcPr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solidFill>
                      <a:schemeClr val="accent5">
                        <a:lumMod val="75000"/>
                      </a:schemeClr>
                    </a:solidFill>
                  </a:tcPr>
                </a:tc>
              </a:tr>
              <a:tr h="0">
                <a:tc>
                  <a:txBody>
                    <a:bodyPr/>
                    <a:lstStyle/>
                    <a:p>
                      <a:pPr marL="0" marR="0" lvl="0" indent="0" algn="ctr" defTabSz="914400" rtl="0" eaLnBrk="1" fontAlgn="auto" latinLnBrk="0" hangingPunct="1">
                        <a:lnSpc>
                          <a:spcPct val="120000"/>
                        </a:lnSpc>
                        <a:spcBef>
                          <a:spcPts val="0"/>
                        </a:spcBef>
                        <a:spcAft>
                          <a:spcPts val="0"/>
                        </a:spcAft>
                        <a:buClrTx/>
                        <a:buSzTx/>
                        <a:buFontTx/>
                        <a:buNone/>
                        <a:defRPr/>
                      </a:pPr>
                      <a:r>
                        <a:rPr lang="en-US" altLang="zh-CN" sz="1400" dirty="0">
                          <a:solidFill>
                            <a:schemeClr val="tx1"/>
                          </a:solidFill>
                          <a:latin typeface="微软雅黑 Light" panose="020B0502040204020203" pitchFamily="34" charset="-122"/>
                          <a:ea typeface="微软雅黑 Light" panose="020B0502040204020203" pitchFamily="34" charset="-122"/>
                          <a:cs typeface="+mn-ea"/>
                          <a:sym typeface="+mn-lt"/>
                        </a:rPr>
                        <a:t>192.168.0.0/16</a:t>
                      </a:r>
                      <a:endParaRPr lang="zh-CN" altLang="en-US" sz="1400" dirty="0">
                        <a:solidFill>
                          <a:schemeClr val="tx1"/>
                        </a:solidFill>
                        <a:latin typeface="微软雅黑 Light" panose="020B0502040204020203" pitchFamily="34" charset="-122"/>
                        <a:ea typeface="微软雅黑 Light" panose="020B0502040204020203" pitchFamily="34" charset="-122"/>
                        <a:cs typeface="+mn-ea"/>
                        <a:sym typeface="+mn-lt"/>
                      </a:endParaRPr>
                    </a:p>
                  </a:txBody>
                  <a:tcPr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tcPr>
                </a:tc>
                <a:tc>
                  <a:txBody>
                    <a:bodyPr/>
                    <a:lstStyle/>
                    <a:p>
                      <a:pPr algn="ctr">
                        <a:lnSpc>
                          <a:spcPct val="120000"/>
                        </a:lnSpc>
                        <a:spcBef>
                          <a:spcPts val="0"/>
                        </a:spcBef>
                        <a:spcAft>
                          <a:spcPts val="0"/>
                        </a:spcAft>
                      </a:pPr>
                      <a:r>
                        <a:rPr lang="en-US" altLang="zh-CN" sz="1400" dirty="0">
                          <a:solidFill>
                            <a:schemeClr val="tx1"/>
                          </a:solidFill>
                          <a:latin typeface="微软雅黑 Light" panose="020B0502040204020203" pitchFamily="34" charset="-122"/>
                          <a:ea typeface="微软雅黑 Light" panose="020B0502040204020203" pitchFamily="34" charset="-122"/>
                          <a:cs typeface="+mn-ea"/>
                          <a:sym typeface="+mn-lt"/>
                        </a:rPr>
                        <a:t>10.1.1.2</a:t>
                      </a:r>
                      <a:endParaRPr lang="zh-CN" altLang="en-US" sz="1400" dirty="0">
                        <a:solidFill>
                          <a:schemeClr val="tx1"/>
                        </a:solidFill>
                        <a:latin typeface="微软雅黑 Light" panose="020B0502040204020203" pitchFamily="34" charset="-122"/>
                        <a:ea typeface="微软雅黑 Light" panose="020B0502040204020203" pitchFamily="34" charset="-122"/>
                        <a:cs typeface="+mn-ea"/>
                        <a:sym typeface="+mn-lt"/>
                      </a:endParaRPr>
                    </a:p>
                  </a:txBody>
                  <a:tcPr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tcPr>
                </a:tc>
              </a:tr>
              <a:tr h="0">
                <a:tc>
                  <a:txBody>
                    <a:bodyPr/>
                    <a:lstStyle/>
                    <a:p>
                      <a:pPr algn="ctr">
                        <a:lnSpc>
                          <a:spcPct val="120000"/>
                        </a:lnSpc>
                        <a:spcBef>
                          <a:spcPts val="0"/>
                        </a:spcBef>
                        <a:spcAft>
                          <a:spcPts val="0"/>
                        </a:spcAft>
                      </a:pPr>
                      <a:r>
                        <a:rPr lang="en-US" altLang="zh-CN" sz="1400" b="1" dirty="0">
                          <a:solidFill>
                            <a:srgbClr val="EC7061"/>
                          </a:solidFill>
                          <a:latin typeface="微软雅黑 Light" panose="020B0502040204020203" pitchFamily="34" charset="-122"/>
                          <a:ea typeface="微软雅黑 Light" panose="020B0502040204020203" pitchFamily="34" charset="-122"/>
                          <a:cs typeface="+mn-ea"/>
                          <a:sym typeface="+mn-lt"/>
                        </a:rPr>
                        <a:t>192.168.2.0/24 </a:t>
                      </a:r>
                      <a:endParaRPr lang="zh-CN" altLang="en-US" sz="1400" b="1" dirty="0">
                        <a:solidFill>
                          <a:srgbClr val="EC7061"/>
                        </a:solidFill>
                        <a:latin typeface="微软雅黑 Light" panose="020B0502040204020203" pitchFamily="34" charset="-122"/>
                        <a:ea typeface="微软雅黑 Light" panose="020B0502040204020203" pitchFamily="34" charset="-122"/>
                        <a:cs typeface="+mn-ea"/>
                        <a:sym typeface="+mn-lt"/>
                      </a:endParaRPr>
                    </a:p>
                  </a:txBody>
                  <a:tcPr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tcPr>
                </a:tc>
                <a:tc>
                  <a:txBody>
                    <a:bodyPr/>
                    <a:lstStyle/>
                    <a:p>
                      <a:pPr algn="ctr">
                        <a:lnSpc>
                          <a:spcPct val="120000"/>
                        </a:lnSpc>
                        <a:spcBef>
                          <a:spcPts val="0"/>
                        </a:spcBef>
                        <a:spcAft>
                          <a:spcPts val="0"/>
                        </a:spcAft>
                      </a:pPr>
                      <a:r>
                        <a:rPr lang="en-US" altLang="zh-CN" sz="1400" b="1" dirty="0">
                          <a:solidFill>
                            <a:srgbClr val="EC7061"/>
                          </a:solidFill>
                          <a:latin typeface="微软雅黑 Light" panose="020B0502040204020203" pitchFamily="34" charset="-122"/>
                          <a:ea typeface="微软雅黑 Light" panose="020B0502040204020203" pitchFamily="34" charset="-122"/>
                          <a:cs typeface="+mn-ea"/>
                          <a:sym typeface="+mn-lt"/>
                        </a:rPr>
                        <a:t>20.1.1.2</a:t>
                      </a:r>
                      <a:endParaRPr lang="zh-CN" altLang="en-US" sz="1400" b="1" dirty="0">
                        <a:solidFill>
                          <a:srgbClr val="EC7061"/>
                        </a:solidFill>
                        <a:latin typeface="微软雅黑 Light" panose="020B0502040204020203" pitchFamily="34" charset="-122"/>
                        <a:ea typeface="微软雅黑 Light" panose="020B0502040204020203" pitchFamily="34" charset="-122"/>
                        <a:cs typeface="+mn-ea"/>
                        <a:sym typeface="+mn-lt"/>
                      </a:endParaRPr>
                    </a:p>
                  </a:txBody>
                  <a:tcPr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tcPr>
                </a:tc>
              </a:tr>
              <a:tr h="0">
                <a:tc>
                  <a:txBody>
                    <a:bodyPr/>
                    <a:lstStyle/>
                    <a:p>
                      <a:pPr algn="ctr">
                        <a:lnSpc>
                          <a:spcPct val="120000"/>
                        </a:lnSpc>
                        <a:spcBef>
                          <a:spcPts val="0"/>
                        </a:spcBef>
                        <a:spcAft>
                          <a:spcPts val="0"/>
                        </a:spcAft>
                      </a:pPr>
                      <a:r>
                        <a:rPr lang="en-US" altLang="zh-CN" sz="1400" dirty="0">
                          <a:solidFill>
                            <a:schemeClr val="tx1"/>
                          </a:solidFill>
                          <a:latin typeface="微软雅黑 Light" panose="020B0502040204020203" pitchFamily="34" charset="-122"/>
                          <a:ea typeface="微软雅黑 Light" panose="020B0502040204020203" pitchFamily="34" charset="-122"/>
                          <a:cs typeface="+mn-ea"/>
                          <a:sym typeface="+mn-lt"/>
                        </a:rPr>
                        <a:t>192.168.3.0/24</a:t>
                      </a:r>
                      <a:endParaRPr lang="zh-CN" altLang="en-US" sz="1400" dirty="0">
                        <a:solidFill>
                          <a:schemeClr val="tx1"/>
                        </a:solidFill>
                        <a:latin typeface="微软雅黑 Light" panose="020B0502040204020203" pitchFamily="34" charset="-122"/>
                        <a:ea typeface="微软雅黑 Light" panose="020B0502040204020203" pitchFamily="34" charset="-122"/>
                        <a:cs typeface="+mn-ea"/>
                        <a:sym typeface="+mn-lt"/>
                      </a:endParaRPr>
                    </a:p>
                  </a:txBody>
                  <a:tcPr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tcPr>
                </a:tc>
                <a:tc>
                  <a:txBody>
                    <a:bodyPr/>
                    <a:lstStyle/>
                    <a:p>
                      <a:pPr algn="ctr">
                        <a:lnSpc>
                          <a:spcPct val="120000"/>
                        </a:lnSpc>
                        <a:spcBef>
                          <a:spcPts val="0"/>
                        </a:spcBef>
                        <a:spcAft>
                          <a:spcPts val="0"/>
                        </a:spcAft>
                      </a:pPr>
                      <a:r>
                        <a:rPr lang="en-US" altLang="zh-CN" sz="1400" dirty="0">
                          <a:solidFill>
                            <a:schemeClr val="tx1"/>
                          </a:solidFill>
                          <a:latin typeface="微软雅黑 Light" panose="020B0502040204020203" pitchFamily="34" charset="-122"/>
                          <a:ea typeface="微软雅黑 Light" panose="020B0502040204020203" pitchFamily="34" charset="-122"/>
                          <a:cs typeface="+mn-ea"/>
                          <a:sym typeface="+mn-lt"/>
                        </a:rPr>
                        <a:t>30.1.1.2</a:t>
                      </a:r>
                      <a:endParaRPr lang="zh-CN" altLang="en-US" sz="1400" dirty="0">
                        <a:solidFill>
                          <a:schemeClr val="tx1"/>
                        </a:solidFill>
                        <a:latin typeface="微软雅黑 Light" panose="020B0502040204020203" pitchFamily="34" charset="-122"/>
                        <a:ea typeface="微软雅黑 Light" panose="020B0502040204020203" pitchFamily="34" charset="-122"/>
                        <a:cs typeface="+mn-ea"/>
                        <a:sym typeface="+mn-lt"/>
                      </a:endParaRPr>
                    </a:p>
                  </a:txBody>
                  <a:tcPr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tcPr>
                </a:tc>
              </a:tr>
            </a:tbl>
          </a:graphicData>
        </a:graphic>
      </p:graphicFrame>
      <p:sp>
        <p:nvSpPr>
          <p:cNvPr id="20" name="下箭头 63"/>
          <p:cNvSpPr/>
          <p:nvPr/>
        </p:nvSpPr>
        <p:spPr>
          <a:xfrm rot="10800000" flipV="1">
            <a:off x="8130856" y="2962841"/>
            <a:ext cx="1080000" cy="635358"/>
          </a:xfrm>
          <a:custGeom>
            <a:avLst/>
            <a:gdLst>
              <a:gd name="connsiteX0" fmla="*/ 0 w 1035535"/>
              <a:gd name="connsiteY0" fmla="*/ 468495 h 794114"/>
              <a:gd name="connsiteX1" fmla="*/ 258884 w 1035535"/>
              <a:gd name="connsiteY1" fmla="*/ 468495 h 794114"/>
              <a:gd name="connsiteX2" fmla="*/ 258884 w 1035535"/>
              <a:gd name="connsiteY2" fmla="*/ 0 h 794114"/>
              <a:gd name="connsiteX3" fmla="*/ 776651 w 1035535"/>
              <a:gd name="connsiteY3" fmla="*/ 0 h 794114"/>
              <a:gd name="connsiteX4" fmla="*/ 776651 w 1035535"/>
              <a:gd name="connsiteY4" fmla="*/ 468495 h 794114"/>
              <a:gd name="connsiteX5" fmla="*/ 1035535 w 1035535"/>
              <a:gd name="connsiteY5" fmla="*/ 468495 h 794114"/>
              <a:gd name="connsiteX6" fmla="*/ 517768 w 1035535"/>
              <a:gd name="connsiteY6" fmla="*/ 794114 h 794114"/>
              <a:gd name="connsiteX7" fmla="*/ 0 w 1035535"/>
              <a:gd name="connsiteY7" fmla="*/ 468495 h 794114"/>
              <a:gd name="connsiteX0-1" fmla="*/ 258884 w 1035535"/>
              <a:gd name="connsiteY0-2" fmla="*/ 0 h 794114"/>
              <a:gd name="connsiteX1-3" fmla="*/ 776651 w 1035535"/>
              <a:gd name="connsiteY1-4" fmla="*/ 0 h 794114"/>
              <a:gd name="connsiteX2-5" fmla="*/ 776651 w 1035535"/>
              <a:gd name="connsiteY2-6" fmla="*/ 468495 h 794114"/>
              <a:gd name="connsiteX3-7" fmla="*/ 1035535 w 1035535"/>
              <a:gd name="connsiteY3-8" fmla="*/ 468495 h 794114"/>
              <a:gd name="connsiteX4-9" fmla="*/ 517768 w 1035535"/>
              <a:gd name="connsiteY4-10" fmla="*/ 794114 h 794114"/>
              <a:gd name="connsiteX5-11" fmla="*/ 0 w 1035535"/>
              <a:gd name="connsiteY5-12" fmla="*/ 468495 h 794114"/>
              <a:gd name="connsiteX6-13" fmla="*/ 258884 w 1035535"/>
              <a:gd name="connsiteY6-14" fmla="*/ 468495 h 794114"/>
              <a:gd name="connsiteX7-15" fmla="*/ 350324 w 1035535"/>
              <a:gd name="connsiteY7-16" fmla="*/ 91440 h 794114"/>
              <a:gd name="connsiteX0-17" fmla="*/ 258884 w 1035535"/>
              <a:gd name="connsiteY0-18" fmla="*/ 0 h 794114"/>
              <a:gd name="connsiteX1-19" fmla="*/ 776651 w 1035535"/>
              <a:gd name="connsiteY1-20" fmla="*/ 468495 h 794114"/>
              <a:gd name="connsiteX2-21" fmla="*/ 1035535 w 1035535"/>
              <a:gd name="connsiteY2-22" fmla="*/ 468495 h 794114"/>
              <a:gd name="connsiteX3-23" fmla="*/ 517768 w 1035535"/>
              <a:gd name="connsiteY3-24" fmla="*/ 794114 h 794114"/>
              <a:gd name="connsiteX4-25" fmla="*/ 0 w 1035535"/>
              <a:gd name="connsiteY4-26" fmla="*/ 468495 h 794114"/>
              <a:gd name="connsiteX5-27" fmla="*/ 258884 w 1035535"/>
              <a:gd name="connsiteY5-28" fmla="*/ 468495 h 794114"/>
              <a:gd name="connsiteX6-29" fmla="*/ 350324 w 1035535"/>
              <a:gd name="connsiteY6-30" fmla="*/ 91440 h 794114"/>
              <a:gd name="connsiteX0-31" fmla="*/ 1016121 w 1035535"/>
              <a:gd name="connsiteY0-32" fmla="*/ 0 h 794114"/>
              <a:gd name="connsiteX1-33" fmla="*/ 776651 w 1035535"/>
              <a:gd name="connsiteY1-34" fmla="*/ 468495 h 794114"/>
              <a:gd name="connsiteX2-35" fmla="*/ 1035535 w 1035535"/>
              <a:gd name="connsiteY2-36" fmla="*/ 468495 h 794114"/>
              <a:gd name="connsiteX3-37" fmla="*/ 517768 w 1035535"/>
              <a:gd name="connsiteY3-38" fmla="*/ 794114 h 794114"/>
              <a:gd name="connsiteX4-39" fmla="*/ 0 w 1035535"/>
              <a:gd name="connsiteY4-40" fmla="*/ 468495 h 794114"/>
              <a:gd name="connsiteX5-41" fmla="*/ 258884 w 1035535"/>
              <a:gd name="connsiteY5-42" fmla="*/ 468495 h 794114"/>
              <a:gd name="connsiteX6-43" fmla="*/ 350324 w 1035535"/>
              <a:gd name="connsiteY6-44" fmla="*/ 91440 h 794114"/>
              <a:gd name="connsiteX0-45" fmla="*/ 1018222 w 1037636"/>
              <a:gd name="connsiteY0-46" fmla="*/ 0 h 794114"/>
              <a:gd name="connsiteX1-47" fmla="*/ 778752 w 1037636"/>
              <a:gd name="connsiteY1-48" fmla="*/ 468495 h 794114"/>
              <a:gd name="connsiteX2-49" fmla="*/ 1037636 w 1037636"/>
              <a:gd name="connsiteY2-50" fmla="*/ 468495 h 794114"/>
              <a:gd name="connsiteX3-51" fmla="*/ 519869 w 1037636"/>
              <a:gd name="connsiteY3-52" fmla="*/ 794114 h 794114"/>
              <a:gd name="connsiteX4-53" fmla="*/ 2101 w 1037636"/>
              <a:gd name="connsiteY4-54" fmla="*/ 468495 h 794114"/>
              <a:gd name="connsiteX5-55" fmla="*/ 260985 w 1037636"/>
              <a:gd name="connsiteY5-56" fmla="*/ 468495 h 794114"/>
              <a:gd name="connsiteX6-57" fmla="*/ 0 w 1037636"/>
              <a:gd name="connsiteY6-58" fmla="*/ 86678 h 794114"/>
              <a:gd name="connsiteX0-59" fmla="*/ 1027747 w 1047161"/>
              <a:gd name="connsiteY0-60" fmla="*/ 0 h 794114"/>
              <a:gd name="connsiteX1-61" fmla="*/ 788277 w 1047161"/>
              <a:gd name="connsiteY1-62" fmla="*/ 468495 h 794114"/>
              <a:gd name="connsiteX2-63" fmla="*/ 1047161 w 1047161"/>
              <a:gd name="connsiteY2-64" fmla="*/ 468495 h 794114"/>
              <a:gd name="connsiteX3-65" fmla="*/ 529394 w 1047161"/>
              <a:gd name="connsiteY3-66" fmla="*/ 794114 h 794114"/>
              <a:gd name="connsiteX4-67" fmla="*/ 11626 w 1047161"/>
              <a:gd name="connsiteY4-68" fmla="*/ 468495 h 794114"/>
              <a:gd name="connsiteX5-69" fmla="*/ 270510 w 1047161"/>
              <a:gd name="connsiteY5-70" fmla="*/ 468495 h 794114"/>
              <a:gd name="connsiteX6-71" fmla="*/ 0 w 1047161"/>
              <a:gd name="connsiteY6-72" fmla="*/ 10478 h 794114"/>
              <a:gd name="connsiteX0-73" fmla="*/ 1016121 w 1035535"/>
              <a:gd name="connsiteY0-74" fmla="*/ 13335 h 807449"/>
              <a:gd name="connsiteX1-75" fmla="*/ 776651 w 1035535"/>
              <a:gd name="connsiteY1-76" fmla="*/ 481830 h 807449"/>
              <a:gd name="connsiteX2-77" fmla="*/ 1035535 w 1035535"/>
              <a:gd name="connsiteY2-78" fmla="*/ 481830 h 807449"/>
              <a:gd name="connsiteX3-79" fmla="*/ 517768 w 1035535"/>
              <a:gd name="connsiteY3-80" fmla="*/ 807449 h 807449"/>
              <a:gd name="connsiteX4-81" fmla="*/ 0 w 1035535"/>
              <a:gd name="connsiteY4-82" fmla="*/ 481830 h 807449"/>
              <a:gd name="connsiteX5-83" fmla="*/ 258884 w 1035535"/>
              <a:gd name="connsiteY5-84" fmla="*/ 481830 h 807449"/>
              <a:gd name="connsiteX6-85" fmla="*/ 12187 w 1035535"/>
              <a:gd name="connsiteY6-86" fmla="*/ 0 h 807449"/>
              <a:gd name="connsiteX0-87" fmla="*/ 1016121 w 1035535"/>
              <a:gd name="connsiteY0-88" fmla="*/ 13335 h 807449"/>
              <a:gd name="connsiteX1-89" fmla="*/ 776651 w 1035535"/>
              <a:gd name="connsiteY1-90" fmla="*/ 481830 h 807449"/>
              <a:gd name="connsiteX2-91" fmla="*/ 1035535 w 1035535"/>
              <a:gd name="connsiteY2-92" fmla="*/ 481830 h 807449"/>
              <a:gd name="connsiteX3-93" fmla="*/ 517768 w 1035535"/>
              <a:gd name="connsiteY3-94" fmla="*/ 807449 h 807449"/>
              <a:gd name="connsiteX4-95" fmla="*/ 0 w 1035535"/>
              <a:gd name="connsiteY4-96" fmla="*/ 481830 h 807449"/>
              <a:gd name="connsiteX5-97" fmla="*/ 392234 w 1035535"/>
              <a:gd name="connsiteY5-98" fmla="*/ 486592 h 807449"/>
              <a:gd name="connsiteX6-99" fmla="*/ 12187 w 1035535"/>
              <a:gd name="connsiteY6-100" fmla="*/ 0 h 807449"/>
              <a:gd name="connsiteX0-101" fmla="*/ 1016121 w 1035535"/>
              <a:gd name="connsiteY0-102" fmla="*/ 13335 h 807449"/>
              <a:gd name="connsiteX1-103" fmla="*/ 619488 w 1035535"/>
              <a:gd name="connsiteY1-104" fmla="*/ 481830 h 807449"/>
              <a:gd name="connsiteX2-105" fmla="*/ 1035535 w 1035535"/>
              <a:gd name="connsiteY2-106" fmla="*/ 481830 h 807449"/>
              <a:gd name="connsiteX3-107" fmla="*/ 517768 w 1035535"/>
              <a:gd name="connsiteY3-108" fmla="*/ 807449 h 807449"/>
              <a:gd name="connsiteX4-109" fmla="*/ 0 w 1035535"/>
              <a:gd name="connsiteY4-110" fmla="*/ 481830 h 807449"/>
              <a:gd name="connsiteX5-111" fmla="*/ 392234 w 1035535"/>
              <a:gd name="connsiteY5-112" fmla="*/ 486592 h 807449"/>
              <a:gd name="connsiteX6-113" fmla="*/ 12187 w 1035535"/>
              <a:gd name="connsiteY6-114" fmla="*/ 0 h 807449"/>
              <a:gd name="connsiteX0-115" fmla="*/ 1016121 w 1035535"/>
              <a:gd name="connsiteY0-116" fmla="*/ 13335 h 807449"/>
              <a:gd name="connsiteX1-117" fmla="*/ 619488 w 1035535"/>
              <a:gd name="connsiteY1-118" fmla="*/ 481830 h 807449"/>
              <a:gd name="connsiteX2-119" fmla="*/ 1035535 w 1035535"/>
              <a:gd name="connsiteY2-120" fmla="*/ 481830 h 807449"/>
              <a:gd name="connsiteX3-121" fmla="*/ 517768 w 1035535"/>
              <a:gd name="connsiteY3-122" fmla="*/ 807449 h 807449"/>
              <a:gd name="connsiteX4-123" fmla="*/ 0 w 1035535"/>
              <a:gd name="connsiteY4-124" fmla="*/ 481830 h 807449"/>
              <a:gd name="connsiteX5-125" fmla="*/ 392234 w 1035535"/>
              <a:gd name="connsiteY5-126" fmla="*/ 486592 h 807449"/>
              <a:gd name="connsiteX6-127" fmla="*/ 12187 w 1035535"/>
              <a:gd name="connsiteY6-128" fmla="*/ 0 h 807449"/>
              <a:gd name="connsiteX0-129" fmla="*/ 1016121 w 1035535"/>
              <a:gd name="connsiteY0-130" fmla="*/ 13335 h 807449"/>
              <a:gd name="connsiteX1-131" fmla="*/ 619488 w 1035535"/>
              <a:gd name="connsiteY1-132" fmla="*/ 481830 h 807449"/>
              <a:gd name="connsiteX2-133" fmla="*/ 1035535 w 1035535"/>
              <a:gd name="connsiteY2-134" fmla="*/ 481830 h 807449"/>
              <a:gd name="connsiteX3-135" fmla="*/ 517768 w 1035535"/>
              <a:gd name="connsiteY3-136" fmla="*/ 807449 h 807449"/>
              <a:gd name="connsiteX4-137" fmla="*/ 0 w 1035535"/>
              <a:gd name="connsiteY4-138" fmla="*/ 481830 h 807449"/>
              <a:gd name="connsiteX5-139" fmla="*/ 392234 w 1035535"/>
              <a:gd name="connsiteY5-140" fmla="*/ 486592 h 807449"/>
              <a:gd name="connsiteX6-141" fmla="*/ 12187 w 1035535"/>
              <a:gd name="connsiteY6-142" fmla="*/ 0 h 807449"/>
              <a:gd name="connsiteX0-143" fmla="*/ 1044696 w 1044696"/>
              <a:gd name="connsiteY0-144" fmla="*/ 0 h 832214"/>
              <a:gd name="connsiteX1-145" fmla="*/ 619488 w 1044696"/>
              <a:gd name="connsiteY1-146" fmla="*/ 506595 h 832214"/>
              <a:gd name="connsiteX2-147" fmla="*/ 1035535 w 1044696"/>
              <a:gd name="connsiteY2-148" fmla="*/ 506595 h 832214"/>
              <a:gd name="connsiteX3-149" fmla="*/ 517768 w 1044696"/>
              <a:gd name="connsiteY3-150" fmla="*/ 832214 h 832214"/>
              <a:gd name="connsiteX4-151" fmla="*/ 0 w 1044696"/>
              <a:gd name="connsiteY4-152" fmla="*/ 506595 h 832214"/>
              <a:gd name="connsiteX5-153" fmla="*/ 392234 w 1044696"/>
              <a:gd name="connsiteY5-154" fmla="*/ 511357 h 832214"/>
              <a:gd name="connsiteX6-155" fmla="*/ 12187 w 1044696"/>
              <a:gd name="connsiteY6-156" fmla="*/ 24765 h 832214"/>
              <a:gd name="connsiteX0-157" fmla="*/ 1032509 w 1032509"/>
              <a:gd name="connsiteY0-158" fmla="*/ 0 h 832214"/>
              <a:gd name="connsiteX1-159" fmla="*/ 607301 w 1032509"/>
              <a:gd name="connsiteY1-160" fmla="*/ 506595 h 832214"/>
              <a:gd name="connsiteX2-161" fmla="*/ 1023348 w 1032509"/>
              <a:gd name="connsiteY2-162" fmla="*/ 506595 h 832214"/>
              <a:gd name="connsiteX3-163" fmla="*/ 505581 w 1032509"/>
              <a:gd name="connsiteY3-164" fmla="*/ 832214 h 832214"/>
              <a:gd name="connsiteX4-165" fmla="*/ 237844 w 1032509"/>
              <a:gd name="connsiteY4-166" fmla="*/ 508976 h 832214"/>
              <a:gd name="connsiteX5-167" fmla="*/ 380047 w 1032509"/>
              <a:gd name="connsiteY5-168" fmla="*/ 511357 h 832214"/>
              <a:gd name="connsiteX6-169" fmla="*/ 0 w 1032509"/>
              <a:gd name="connsiteY6-170" fmla="*/ 24765 h 832214"/>
              <a:gd name="connsiteX0-171" fmla="*/ 1032509 w 1032509"/>
              <a:gd name="connsiteY0-172" fmla="*/ 0 h 832214"/>
              <a:gd name="connsiteX1-173" fmla="*/ 607301 w 1032509"/>
              <a:gd name="connsiteY1-174" fmla="*/ 506595 h 832214"/>
              <a:gd name="connsiteX2-175" fmla="*/ 804276 w 1032509"/>
              <a:gd name="connsiteY2-176" fmla="*/ 513741 h 832214"/>
              <a:gd name="connsiteX3-177" fmla="*/ 505581 w 1032509"/>
              <a:gd name="connsiteY3-178" fmla="*/ 832214 h 832214"/>
              <a:gd name="connsiteX4-179" fmla="*/ 237844 w 1032509"/>
              <a:gd name="connsiteY4-180" fmla="*/ 508976 h 832214"/>
              <a:gd name="connsiteX5-181" fmla="*/ 380047 w 1032509"/>
              <a:gd name="connsiteY5-182" fmla="*/ 511357 h 832214"/>
              <a:gd name="connsiteX6-183" fmla="*/ 0 w 1032509"/>
              <a:gd name="connsiteY6-184" fmla="*/ 24765 h 832214"/>
              <a:gd name="connsiteX0-185" fmla="*/ 1032509 w 1032509"/>
              <a:gd name="connsiteY0-186" fmla="*/ 0 h 722679"/>
              <a:gd name="connsiteX1-187" fmla="*/ 607301 w 1032509"/>
              <a:gd name="connsiteY1-188" fmla="*/ 506595 h 722679"/>
              <a:gd name="connsiteX2-189" fmla="*/ 804276 w 1032509"/>
              <a:gd name="connsiteY2-190" fmla="*/ 513741 h 722679"/>
              <a:gd name="connsiteX3-191" fmla="*/ 507965 w 1032509"/>
              <a:gd name="connsiteY3-192" fmla="*/ 722679 h 722679"/>
              <a:gd name="connsiteX4-193" fmla="*/ 237844 w 1032509"/>
              <a:gd name="connsiteY4-194" fmla="*/ 508976 h 722679"/>
              <a:gd name="connsiteX5-195" fmla="*/ 380047 w 1032509"/>
              <a:gd name="connsiteY5-196" fmla="*/ 511357 h 722679"/>
              <a:gd name="connsiteX6-197" fmla="*/ 0 w 1032509"/>
              <a:gd name="connsiteY6-198" fmla="*/ 24765 h 722679"/>
              <a:gd name="connsiteX0-199" fmla="*/ 1032509 w 1032509"/>
              <a:gd name="connsiteY0-200" fmla="*/ 0 h 722679"/>
              <a:gd name="connsiteX1-201" fmla="*/ 607301 w 1032509"/>
              <a:gd name="connsiteY1-202" fmla="*/ 506595 h 722679"/>
              <a:gd name="connsiteX2-203" fmla="*/ 804276 w 1032509"/>
              <a:gd name="connsiteY2-204" fmla="*/ 513741 h 722679"/>
              <a:gd name="connsiteX3-205" fmla="*/ 498440 w 1032509"/>
              <a:gd name="connsiteY3-206" fmla="*/ 722679 h 722679"/>
              <a:gd name="connsiteX4-207" fmla="*/ 237844 w 1032509"/>
              <a:gd name="connsiteY4-208" fmla="*/ 508976 h 722679"/>
              <a:gd name="connsiteX5-209" fmla="*/ 380047 w 1032509"/>
              <a:gd name="connsiteY5-210" fmla="*/ 511357 h 722679"/>
              <a:gd name="connsiteX6-211" fmla="*/ 0 w 1032509"/>
              <a:gd name="connsiteY6-212" fmla="*/ 24765 h 722679"/>
              <a:gd name="connsiteX0-213" fmla="*/ 1032509 w 1032509"/>
              <a:gd name="connsiteY0-214" fmla="*/ 0 h 722679"/>
              <a:gd name="connsiteX1-215" fmla="*/ 607301 w 1032509"/>
              <a:gd name="connsiteY1-216" fmla="*/ 506595 h 722679"/>
              <a:gd name="connsiteX2-217" fmla="*/ 792369 w 1032509"/>
              <a:gd name="connsiteY2-218" fmla="*/ 515732 h 722679"/>
              <a:gd name="connsiteX3-219" fmla="*/ 498440 w 1032509"/>
              <a:gd name="connsiteY3-220" fmla="*/ 722679 h 722679"/>
              <a:gd name="connsiteX4-221" fmla="*/ 237844 w 1032509"/>
              <a:gd name="connsiteY4-222" fmla="*/ 508976 h 722679"/>
              <a:gd name="connsiteX5-223" fmla="*/ 380047 w 1032509"/>
              <a:gd name="connsiteY5-224" fmla="*/ 511357 h 722679"/>
              <a:gd name="connsiteX6-225" fmla="*/ 0 w 1032509"/>
              <a:gd name="connsiteY6-226" fmla="*/ 24765 h 722679"/>
              <a:gd name="connsiteX0-227" fmla="*/ 1032509 w 1032509"/>
              <a:gd name="connsiteY0-228" fmla="*/ 0 h 720688"/>
              <a:gd name="connsiteX1-229" fmla="*/ 607301 w 1032509"/>
              <a:gd name="connsiteY1-230" fmla="*/ 506595 h 720688"/>
              <a:gd name="connsiteX2-231" fmla="*/ 792369 w 1032509"/>
              <a:gd name="connsiteY2-232" fmla="*/ 515732 h 720688"/>
              <a:gd name="connsiteX3-233" fmla="*/ 503202 w 1032509"/>
              <a:gd name="connsiteY3-234" fmla="*/ 720688 h 720688"/>
              <a:gd name="connsiteX4-235" fmla="*/ 237844 w 1032509"/>
              <a:gd name="connsiteY4-236" fmla="*/ 508976 h 720688"/>
              <a:gd name="connsiteX5-237" fmla="*/ 380047 w 1032509"/>
              <a:gd name="connsiteY5-238" fmla="*/ 511357 h 720688"/>
              <a:gd name="connsiteX6-239" fmla="*/ 0 w 1032509"/>
              <a:gd name="connsiteY6-240" fmla="*/ 24765 h 720688"/>
              <a:gd name="connsiteX0-241" fmla="*/ 1044414 w 1044414"/>
              <a:gd name="connsiteY0-242" fmla="*/ 0 h 720688"/>
              <a:gd name="connsiteX1-243" fmla="*/ 619206 w 1044414"/>
              <a:gd name="connsiteY1-244" fmla="*/ 506595 h 720688"/>
              <a:gd name="connsiteX2-245" fmla="*/ 804274 w 1044414"/>
              <a:gd name="connsiteY2-246" fmla="*/ 515732 h 720688"/>
              <a:gd name="connsiteX3-247" fmla="*/ 515107 w 1044414"/>
              <a:gd name="connsiteY3-248" fmla="*/ 720688 h 720688"/>
              <a:gd name="connsiteX4-249" fmla="*/ 249749 w 1044414"/>
              <a:gd name="connsiteY4-250" fmla="*/ 508976 h 720688"/>
              <a:gd name="connsiteX5-251" fmla="*/ 391952 w 1044414"/>
              <a:gd name="connsiteY5-252" fmla="*/ 511357 h 720688"/>
              <a:gd name="connsiteX6-253" fmla="*/ 0 w 1044414"/>
              <a:gd name="connsiteY6-254" fmla="*/ 4852 h 720688"/>
              <a:gd name="connsiteX0-255" fmla="*/ 1082514 w 1082514"/>
              <a:gd name="connsiteY0-256" fmla="*/ 0 h 722679"/>
              <a:gd name="connsiteX1-257" fmla="*/ 619206 w 1082514"/>
              <a:gd name="connsiteY1-258" fmla="*/ 508586 h 722679"/>
              <a:gd name="connsiteX2-259" fmla="*/ 804274 w 1082514"/>
              <a:gd name="connsiteY2-260" fmla="*/ 517723 h 722679"/>
              <a:gd name="connsiteX3-261" fmla="*/ 515107 w 1082514"/>
              <a:gd name="connsiteY3-262" fmla="*/ 722679 h 722679"/>
              <a:gd name="connsiteX4-263" fmla="*/ 249749 w 1082514"/>
              <a:gd name="connsiteY4-264" fmla="*/ 510967 h 722679"/>
              <a:gd name="connsiteX5-265" fmla="*/ 391952 w 1082514"/>
              <a:gd name="connsiteY5-266" fmla="*/ 513348 h 722679"/>
              <a:gd name="connsiteX6-267" fmla="*/ 0 w 1082514"/>
              <a:gd name="connsiteY6-268" fmla="*/ 6843 h 722679"/>
              <a:gd name="connsiteX0-269" fmla="*/ 1082514 w 1082514"/>
              <a:gd name="connsiteY0-270" fmla="*/ 0 h 724672"/>
              <a:gd name="connsiteX1-271" fmla="*/ 619206 w 1082514"/>
              <a:gd name="connsiteY1-272" fmla="*/ 508586 h 724672"/>
              <a:gd name="connsiteX2-273" fmla="*/ 804274 w 1082514"/>
              <a:gd name="connsiteY2-274" fmla="*/ 517723 h 724672"/>
              <a:gd name="connsiteX3-275" fmla="*/ 534160 w 1082514"/>
              <a:gd name="connsiteY3-276" fmla="*/ 724672 h 724672"/>
              <a:gd name="connsiteX4-277" fmla="*/ 249749 w 1082514"/>
              <a:gd name="connsiteY4-278" fmla="*/ 510967 h 724672"/>
              <a:gd name="connsiteX5-279" fmla="*/ 391952 w 1082514"/>
              <a:gd name="connsiteY5-280" fmla="*/ 513348 h 724672"/>
              <a:gd name="connsiteX6-281" fmla="*/ 0 w 1082514"/>
              <a:gd name="connsiteY6-282" fmla="*/ 6843 h 724672"/>
              <a:gd name="connsiteX0-283" fmla="*/ 1082514 w 1082514"/>
              <a:gd name="connsiteY0-284" fmla="*/ 0 h 724672"/>
              <a:gd name="connsiteX1-285" fmla="*/ 619206 w 1082514"/>
              <a:gd name="connsiteY1-286" fmla="*/ 508586 h 724672"/>
              <a:gd name="connsiteX2-287" fmla="*/ 804274 w 1082514"/>
              <a:gd name="connsiteY2-288" fmla="*/ 517723 h 724672"/>
              <a:gd name="connsiteX3-289" fmla="*/ 534160 w 1082514"/>
              <a:gd name="connsiteY3-290" fmla="*/ 724672 h 724672"/>
              <a:gd name="connsiteX4-291" fmla="*/ 249749 w 1082514"/>
              <a:gd name="connsiteY4-292" fmla="*/ 510967 h 724672"/>
              <a:gd name="connsiteX5-293" fmla="*/ 380046 w 1082514"/>
              <a:gd name="connsiteY5-294" fmla="*/ 533263 h 724672"/>
              <a:gd name="connsiteX6-295" fmla="*/ 0 w 1082514"/>
              <a:gd name="connsiteY6-296" fmla="*/ 6843 h 724672"/>
              <a:gd name="connsiteX0-297" fmla="*/ 1082514 w 1082514"/>
              <a:gd name="connsiteY0-298" fmla="*/ 0 h 724672"/>
              <a:gd name="connsiteX1-299" fmla="*/ 619206 w 1082514"/>
              <a:gd name="connsiteY1-300" fmla="*/ 508586 h 724672"/>
              <a:gd name="connsiteX2-301" fmla="*/ 804274 w 1082514"/>
              <a:gd name="connsiteY2-302" fmla="*/ 517723 h 724672"/>
              <a:gd name="connsiteX3-303" fmla="*/ 534160 w 1082514"/>
              <a:gd name="connsiteY3-304" fmla="*/ 724672 h 724672"/>
              <a:gd name="connsiteX4-305" fmla="*/ 249749 w 1082514"/>
              <a:gd name="connsiteY4-306" fmla="*/ 510967 h 724672"/>
              <a:gd name="connsiteX5-307" fmla="*/ 380046 w 1082514"/>
              <a:gd name="connsiteY5-308" fmla="*/ 533263 h 724672"/>
              <a:gd name="connsiteX6-309" fmla="*/ 0 w 1082514"/>
              <a:gd name="connsiteY6-310" fmla="*/ 6843 h 724672"/>
              <a:gd name="connsiteX0-311" fmla="*/ 1082514 w 1082514"/>
              <a:gd name="connsiteY0-312" fmla="*/ 0 h 724672"/>
              <a:gd name="connsiteX1-313" fmla="*/ 619206 w 1082514"/>
              <a:gd name="connsiteY1-314" fmla="*/ 508586 h 724672"/>
              <a:gd name="connsiteX2-315" fmla="*/ 804274 w 1082514"/>
              <a:gd name="connsiteY2-316" fmla="*/ 517723 h 724672"/>
              <a:gd name="connsiteX3-317" fmla="*/ 534160 w 1082514"/>
              <a:gd name="connsiteY3-318" fmla="*/ 724672 h 724672"/>
              <a:gd name="connsiteX4-319" fmla="*/ 249749 w 1082514"/>
              <a:gd name="connsiteY4-320" fmla="*/ 510967 h 724672"/>
              <a:gd name="connsiteX5-321" fmla="*/ 380046 w 1082514"/>
              <a:gd name="connsiteY5-322" fmla="*/ 533263 h 724672"/>
              <a:gd name="connsiteX6-323" fmla="*/ 0 w 1082514"/>
              <a:gd name="connsiteY6-324" fmla="*/ 6843 h 724672"/>
              <a:gd name="connsiteX0-325" fmla="*/ 1082514 w 1082514"/>
              <a:gd name="connsiteY0-326" fmla="*/ 0 h 724672"/>
              <a:gd name="connsiteX1-327" fmla="*/ 619206 w 1082514"/>
              <a:gd name="connsiteY1-328" fmla="*/ 508586 h 724672"/>
              <a:gd name="connsiteX2-329" fmla="*/ 804274 w 1082514"/>
              <a:gd name="connsiteY2-330" fmla="*/ 517723 h 724672"/>
              <a:gd name="connsiteX3-331" fmla="*/ 534160 w 1082514"/>
              <a:gd name="connsiteY3-332" fmla="*/ 724672 h 724672"/>
              <a:gd name="connsiteX4-333" fmla="*/ 233080 w 1082514"/>
              <a:gd name="connsiteY4-334" fmla="*/ 526899 h 724672"/>
              <a:gd name="connsiteX5-335" fmla="*/ 380046 w 1082514"/>
              <a:gd name="connsiteY5-336" fmla="*/ 533263 h 724672"/>
              <a:gd name="connsiteX6-337" fmla="*/ 0 w 1082514"/>
              <a:gd name="connsiteY6-338" fmla="*/ 6843 h 724672"/>
              <a:gd name="connsiteX0-339" fmla="*/ 1082514 w 1082514"/>
              <a:gd name="connsiteY0-340" fmla="*/ 0 h 724672"/>
              <a:gd name="connsiteX1-341" fmla="*/ 619206 w 1082514"/>
              <a:gd name="connsiteY1-342" fmla="*/ 508586 h 724672"/>
              <a:gd name="connsiteX2-343" fmla="*/ 804274 w 1082514"/>
              <a:gd name="connsiteY2-344" fmla="*/ 517723 h 724672"/>
              <a:gd name="connsiteX3-345" fmla="*/ 534160 w 1082514"/>
              <a:gd name="connsiteY3-346" fmla="*/ 724672 h 724672"/>
              <a:gd name="connsiteX4-347" fmla="*/ 237842 w 1082514"/>
              <a:gd name="connsiteY4-348" fmla="*/ 532873 h 724672"/>
              <a:gd name="connsiteX5-349" fmla="*/ 380046 w 1082514"/>
              <a:gd name="connsiteY5-350" fmla="*/ 533263 h 724672"/>
              <a:gd name="connsiteX6-351" fmla="*/ 0 w 1082514"/>
              <a:gd name="connsiteY6-352" fmla="*/ 6843 h 724672"/>
              <a:gd name="connsiteX0-353" fmla="*/ 1082514 w 1082514"/>
              <a:gd name="connsiteY0-354" fmla="*/ 0 h 724672"/>
              <a:gd name="connsiteX1-355" fmla="*/ 690644 w 1082514"/>
              <a:gd name="connsiteY1-356" fmla="*/ 532484 h 724672"/>
              <a:gd name="connsiteX2-357" fmla="*/ 804274 w 1082514"/>
              <a:gd name="connsiteY2-358" fmla="*/ 517723 h 724672"/>
              <a:gd name="connsiteX3-359" fmla="*/ 534160 w 1082514"/>
              <a:gd name="connsiteY3-360" fmla="*/ 724672 h 724672"/>
              <a:gd name="connsiteX4-361" fmla="*/ 237842 w 1082514"/>
              <a:gd name="connsiteY4-362" fmla="*/ 532873 h 724672"/>
              <a:gd name="connsiteX5-363" fmla="*/ 380046 w 1082514"/>
              <a:gd name="connsiteY5-364" fmla="*/ 533263 h 724672"/>
              <a:gd name="connsiteX6-365" fmla="*/ 0 w 1082514"/>
              <a:gd name="connsiteY6-366" fmla="*/ 6843 h 724672"/>
              <a:gd name="connsiteX0-367" fmla="*/ 1082514 w 1082514"/>
              <a:gd name="connsiteY0-368" fmla="*/ 0 h 724672"/>
              <a:gd name="connsiteX1-369" fmla="*/ 690644 w 1082514"/>
              <a:gd name="connsiteY1-370" fmla="*/ 532484 h 724672"/>
              <a:gd name="connsiteX2-371" fmla="*/ 804274 w 1082514"/>
              <a:gd name="connsiteY2-372" fmla="*/ 517723 h 724672"/>
              <a:gd name="connsiteX3-373" fmla="*/ 534160 w 1082514"/>
              <a:gd name="connsiteY3-374" fmla="*/ 724672 h 724672"/>
              <a:gd name="connsiteX4-375" fmla="*/ 237842 w 1082514"/>
              <a:gd name="connsiteY4-376" fmla="*/ 532873 h 724672"/>
              <a:gd name="connsiteX5-377" fmla="*/ 380046 w 1082514"/>
              <a:gd name="connsiteY5-378" fmla="*/ 533263 h 724672"/>
              <a:gd name="connsiteX6-379" fmla="*/ 0 w 1082514"/>
              <a:gd name="connsiteY6-380" fmla="*/ 6843 h 724672"/>
              <a:gd name="connsiteX0-381" fmla="*/ 1082514 w 1082514"/>
              <a:gd name="connsiteY0-382" fmla="*/ 0 h 724672"/>
              <a:gd name="connsiteX1-383" fmla="*/ 690644 w 1082514"/>
              <a:gd name="connsiteY1-384" fmla="*/ 532484 h 724672"/>
              <a:gd name="connsiteX2-385" fmla="*/ 830468 w 1082514"/>
              <a:gd name="connsiteY2-386" fmla="*/ 531664 h 724672"/>
              <a:gd name="connsiteX3-387" fmla="*/ 534160 w 1082514"/>
              <a:gd name="connsiteY3-388" fmla="*/ 724672 h 724672"/>
              <a:gd name="connsiteX4-389" fmla="*/ 237842 w 1082514"/>
              <a:gd name="connsiteY4-390" fmla="*/ 532873 h 724672"/>
              <a:gd name="connsiteX5-391" fmla="*/ 380046 w 1082514"/>
              <a:gd name="connsiteY5-392" fmla="*/ 533263 h 724672"/>
              <a:gd name="connsiteX6-393" fmla="*/ 0 w 1082514"/>
              <a:gd name="connsiteY6-394" fmla="*/ 6843 h 724672"/>
              <a:gd name="connsiteX0-395" fmla="*/ 1082514 w 1082514"/>
              <a:gd name="connsiteY0-396" fmla="*/ 0 h 724672"/>
              <a:gd name="connsiteX1-397" fmla="*/ 690644 w 1082514"/>
              <a:gd name="connsiteY1-398" fmla="*/ 532484 h 724672"/>
              <a:gd name="connsiteX2-399" fmla="*/ 830468 w 1082514"/>
              <a:gd name="connsiteY2-400" fmla="*/ 531664 h 724672"/>
              <a:gd name="connsiteX3-401" fmla="*/ 534160 w 1082514"/>
              <a:gd name="connsiteY3-402" fmla="*/ 724672 h 724672"/>
              <a:gd name="connsiteX4-403" fmla="*/ 237842 w 1082514"/>
              <a:gd name="connsiteY4-404" fmla="*/ 532873 h 724672"/>
              <a:gd name="connsiteX5-405" fmla="*/ 434815 w 1082514"/>
              <a:gd name="connsiteY5-406" fmla="*/ 533263 h 724672"/>
              <a:gd name="connsiteX6-407" fmla="*/ 0 w 1082514"/>
              <a:gd name="connsiteY6-408" fmla="*/ 6843 h 724672"/>
              <a:gd name="connsiteX0-409" fmla="*/ 1082514 w 1082514"/>
              <a:gd name="connsiteY0-410" fmla="*/ 0 h 724672"/>
              <a:gd name="connsiteX1-411" fmla="*/ 690644 w 1082514"/>
              <a:gd name="connsiteY1-412" fmla="*/ 532484 h 724672"/>
              <a:gd name="connsiteX2-413" fmla="*/ 830468 w 1082514"/>
              <a:gd name="connsiteY2-414" fmla="*/ 531664 h 724672"/>
              <a:gd name="connsiteX3-415" fmla="*/ 534160 w 1082514"/>
              <a:gd name="connsiteY3-416" fmla="*/ 724672 h 724672"/>
              <a:gd name="connsiteX4-417" fmla="*/ 297373 w 1082514"/>
              <a:gd name="connsiteY4-418" fmla="*/ 532873 h 724672"/>
              <a:gd name="connsiteX5-419" fmla="*/ 434815 w 1082514"/>
              <a:gd name="connsiteY5-420" fmla="*/ 533263 h 724672"/>
              <a:gd name="connsiteX6-421" fmla="*/ 0 w 1082514"/>
              <a:gd name="connsiteY6-422" fmla="*/ 6843 h 724672"/>
              <a:gd name="connsiteX0-423" fmla="*/ 1082514 w 1082514"/>
              <a:gd name="connsiteY0-424" fmla="*/ 0 h 724672"/>
              <a:gd name="connsiteX1-425" fmla="*/ 690644 w 1082514"/>
              <a:gd name="connsiteY1-426" fmla="*/ 532484 h 724672"/>
              <a:gd name="connsiteX2-427" fmla="*/ 768555 w 1082514"/>
              <a:gd name="connsiteY2-428" fmla="*/ 531664 h 724672"/>
              <a:gd name="connsiteX3-429" fmla="*/ 534160 w 1082514"/>
              <a:gd name="connsiteY3-430" fmla="*/ 724672 h 724672"/>
              <a:gd name="connsiteX4-431" fmla="*/ 297373 w 1082514"/>
              <a:gd name="connsiteY4-432" fmla="*/ 532873 h 724672"/>
              <a:gd name="connsiteX5-433" fmla="*/ 434815 w 1082514"/>
              <a:gd name="connsiteY5-434" fmla="*/ 533263 h 724672"/>
              <a:gd name="connsiteX6-435" fmla="*/ 0 w 1082514"/>
              <a:gd name="connsiteY6-436" fmla="*/ 6843 h 724672"/>
              <a:gd name="connsiteX0-437" fmla="*/ 1082514 w 1082514"/>
              <a:gd name="connsiteY0-438" fmla="*/ 0 h 724672"/>
              <a:gd name="connsiteX1-439" fmla="*/ 638256 w 1082514"/>
              <a:gd name="connsiteY1-440" fmla="*/ 534476 h 724672"/>
              <a:gd name="connsiteX2-441" fmla="*/ 768555 w 1082514"/>
              <a:gd name="connsiteY2-442" fmla="*/ 531664 h 724672"/>
              <a:gd name="connsiteX3-443" fmla="*/ 534160 w 1082514"/>
              <a:gd name="connsiteY3-444" fmla="*/ 724672 h 724672"/>
              <a:gd name="connsiteX4-445" fmla="*/ 297373 w 1082514"/>
              <a:gd name="connsiteY4-446" fmla="*/ 532873 h 724672"/>
              <a:gd name="connsiteX5-447" fmla="*/ 434815 w 1082514"/>
              <a:gd name="connsiteY5-448" fmla="*/ 533263 h 724672"/>
              <a:gd name="connsiteX6-449" fmla="*/ 0 w 1082514"/>
              <a:gd name="connsiteY6-450" fmla="*/ 6843 h 724672"/>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1082514" h="724672">
                <a:moveTo>
                  <a:pt x="1082514" y="0"/>
                </a:moveTo>
                <a:cubicBezTo>
                  <a:pt x="788378" y="227602"/>
                  <a:pt x="727605" y="349736"/>
                  <a:pt x="638256" y="534476"/>
                </a:cubicBezTo>
                <a:lnTo>
                  <a:pt x="768555" y="531664"/>
                </a:lnTo>
                <a:lnTo>
                  <a:pt x="534160" y="724672"/>
                </a:lnTo>
                <a:lnTo>
                  <a:pt x="297373" y="532873"/>
                </a:lnTo>
                <a:lnTo>
                  <a:pt x="434815" y="533263"/>
                </a:lnTo>
                <a:cubicBezTo>
                  <a:pt x="434815" y="377098"/>
                  <a:pt x="0" y="6843"/>
                  <a:pt x="0" y="6843"/>
                </a:cubicBezTo>
              </a:path>
            </a:pathLst>
          </a:custGeom>
          <a:gradFill flip="none" rotWithShape="1">
            <a:gsLst>
              <a:gs pos="15000">
                <a:srgbClr val="FFC000"/>
              </a:gs>
              <a:gs pos="100000">
                <a:schemeClr val="bg1">
                  <a:alpha val="0"/>
                </a:schemeClr>
              </a:gs>
            </a:gsLst>
            <a:lin ang="16200000" scaled="1"/>
            <a:tileRect/>
          </a:gradFill>
          <a:ln w="19050">
            <a:gradFill flip="none" rotWithShape="1">
              <a:gsLst>
                <a:gs pos="100000">
                  <a:schemeClr val="bg1">
                    <a:lumMod val="100000"/>
                    <a:alpha val="0"/>
                  </a:schemeClr>
                </a:gs>
                <a:gs pos="31000">
                  <a:srgbClr val="FF9933"/>
                </a:gs>
              </a:gsLst>
              <a:lin ang="162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lnSpc>
                <a:spcPct val="120000"/>
              </a:lnSpc>
            </a:pPr>
            <a:endParaRPr lang="zh-CN" altLang="en-US" sz="1800">
              <a:solidFill>
                <a:prstClr val="white"/>
              </a:solidFill>
              <a:latin typeface="微软雅黑 Light" panose="020B0502040204020203" pitchFamily="34" charset="-122"/>
              <a:ea typeface="微软雅黑 Light" panose="020B0502040204020203" pitchFamily="34" charset="-122"/>
              <a:cs typeface="+mn-ea"/>
              <a:sym typeface="+mn-lt"/>
            </a:endParaRPr>
          </a:p>
        </p:txBody>
      </p:sp>
      <p:grpSp>
        <p:nvGrpSpPr>
          <p:cNvPr id="21" name="组合 20"/>
          <p:cNvGrpSpPr/>
          <p:nvPr/>
        </p:nvGrpSpPr>
        <p:grpSpPr>
          <a:xfrm rot="10800000">
            <a:off x="7066028" y="2403408"/>
            <a:ext cx="506136" cy="339795"/>
            <a:chOff x="7383369" y="3528374"/>
            <a:chExt cx="321775" cy="216024"/>
          </a:xfrm>
        </p:grpSpPr>
        <p:sp>
          <p:nvSpPr>
            <p:cNvPr id="22" name="同侧圆角矩形 28"/>
            <p:cNvSpPr/>
            <p:nvPr/>
          </p:nvSpPr>
          <p:spPr bwMode="auto">
            <a:xfrm>
              <a:off x="7383369" y="3528374"/>
              <a:ext cx="321775" cy="216024"/>
            </a:xfrm>
            <a:prstGeom prst="round2SameRect">
              <a:avLst/>
            </a:prstGeom>
            <a:solidFill>
              <a:srgbClr val="FFD17D"/>
            </a:solidFill>
            <a:ln w="9525" cap="flat" cmpd="sng" algn="ctr">
              <a:solidFill>
                <a:schemeClr val="bg1"/>
              </a:solid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914400" rtl="0" eaLnBrk="1" fontAlgn="t" latinLnBrk="0" hangingPunct="1">
                <a:lnSpc>
                  <a:spcPct val="120000"/>
                </a:lnSpc>
                <a:spcBef>
                  <a:spcPct val="0"/>
                </a:spcBef>
                <a:spcAft>
                  <a:spcPct val="0"/>
                </a:spcAft>
                <a:buClrTx/>
                <a:buSzTx/>
                <a:buFontTx/>
                <a:buNone/>
              </a:pPr>
              <a:endParaRPr kumimoji="0" lang="zh-CN" altLang="en-US" sz="1000" b="0" i="0" u="none" strike="noStrike" cap="none" normalizeH="0" baseline="0">
                <a:ln>
                  <a:noFill/>
                </a:ln>
                <a:solidFill>
                  <a:schemeClr val="tx1"/>
                </a:solidFill>
                <a:effectLst/>
                <a:latin typeface="微软雅黑 Light" panose="020B0502040204020203" pitchFamily="34" charset="-122"/>
                <a:ea typeface="微软雅黑 Light" panose="020B0502040204020203" pitchFamily="34" charset="-122"/>
                <a:cs typeface="+mn-ea"/>
                <a:sym typeface="+mn-lt"/>
              </a:endParaRPr>
            </a:p>
          </p:txBody>
        </p:sp>
        <p:sp>
          <p:nvSpPr>
            <p:cNvPr id="23" name="等腰三角形 22"/>
            <p:cNvSpPr/>
            <p:nvPr/>
          </p:nvSpPr>
          <p:spPr>
            <a:xfrm>
              <a:off x="7386180" y="3590032"/>
              <a:ext cx="316152" cy="154366"/>
            </a:xfrm>
            <a:prstGeom prst="triangle">
              <a:avLst/>
            </a:prstGeom>
            <a:solidFill>
              <a:srgbClr val="FFD17D"/>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latin typeface="微软雅黑 Light" panose="020B0502040204020203" pitchFamily="34" charset="-122"/>
                <a:ea typeface="微软雅黑 Light" panose="020B0502040204020203" pitchFamily="34" charset="-122"/>
                <a:cs typeface="+mn-ea"/>
                <a:sym typeface="+mn-lt"/>
              </a:endParaRPr>
            </a:p>
          </p:txBody>
        </p:sp>
      </p:grpSp>
      <p:sp>
        <p:nvSpPr>
          <p:cNvPr id="24" name="Right Arrow 157"/>
          <p:cNvSpPr/>
          <p:nvPr/>
        </p:nvSpPr>
        <p:spPr>
          <a:xfrm flipH="1">
            <a:off x="10748558" y="4683776"/>
            <a:ext cx="365698" cy="258203"/>
          </a:xfrm>
          <a:prstGeom prst="rightArrow">
            <a:avLst>
              <a:gd name="adj1" fmla="val 40000"/>
              <a:gd name="adj2" fmla="val 50000"/>
            </a:avLst>
          </a:prstGeom>
          <a:gradFill flip="none" rotWithShape="1">
            <a:gsLst>
              <a:gs pos="15000">
                <a:schemeClr val="accent1">
                  <a:lumMod val="5000"/>
                  <a:lumOff val="95000"/>
                  <a:alpha val="0"/>
                </a:schemeClr>
              </a:gs>
              <a:gs pos="81000">
                <a:srgbClr val="99DFF9"/>
              </a:gs>
            </a:gsLst>
            <a:lin ang="0" scaled="1"/>
            <a:tileRect/>
          </a:gradFill>
          <a:ln w="15875">
            <a:gradFill flip="none" rotWithShape="1">
              <a:gsLst>
                <a:gs pos="0">
                  <a:schemeClr val="accent1">
                    <a:lumMod val="5000"/>
                    <a:lumOff val="95000"/>
                  </a:schemeClr>
                </a:gs>
                <a:gs pos="100000">
                  <a:srgbClr val="00B0F0"/>
                </a:gs>
              </a:gsLst>
              <a:lin ang="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latin typeface="微软雅黑 Light" panose="020B0502040204020203" pitchFamily="34" charset="-122"/>
              <a:ea typeface="微软雅黑 Light" panose="020B0502040204020203" pitchFamily="34" charset="-122"/>
              <a:cs typeface="+mn-ea"/>
              <a:sym typeface="+mn-lt"/>
            </a:endParaRPr>
          </a:p>
        </p:txBody>
      </p:sp>
      <p:pic>
        <p:nvPicPr>
          <p:cNvPr id="25" name="图形 24"/>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694176" y="3190096"/>
            <a:ext cx="563860" cy="563860"/>
          </a:xfrm>
          <a:prstGeom prst="rect">
            <a:avLst/>
          </a:prstGeom>
        </p:spPr>
      </p:pic>
      <p:pic>
        <p:nvPicPr>
          <p:cNvPr id="26" name="图形 25"/>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8344978" y="2304310"/>
            <a:ext cx="620016" cy="559495"/>
          </a:xfrm>
          <a:prstGeom prst="rect">
            <a:avLst/>
          </a:prstGeom>
        </p:spPr>
      </p:pic>
      <p:pic>
        <p:nvPicPr>
          <p:cNvPr id="27" name="图形 26"/>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707215" y="1351966"/>
            <a:ext cx="563860" cy="563860"/>
          </a:xfrm>
          <a:prstGeom prst="rect">
            <a:avLst/>
          </a:prstGeom>
        </p:spPr>
      </p:pic>
      <p:pic>
        <p:nvPicPr>
          <p:cNvPr id="28" name="图形 27"/>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704512" y="2325574"/>
            <a:ext cx="563860" cy="563860"/>
          </a:xfrm>
          <a:prstGeom prst="rect">
            <a:avLst/>
          </a:prstGeom>
        </p:spPr>
      </p:pic>
      <p:sp>
        <p:nvSpPr>
          <p:cNvPr id="29" name="TextBox 55"/>
          <p:cNvSpPr txBox="1"/>
          <p:nvPr/>
        </p:nvSpPr>
        <p:spPr>
          <a:xfrm>
            <a:off x="11053695" y="4581128"/>
            <a:ext cx="565003" cy="456656"/>
          </a:xfrm>
          <a:prstGeom prst="rect">
            <a:avLst/>
          </a:prstGeom>
          <a:noFill/>
        </p:spPr>
        <p:txBody>
          <a:bodyPr wrap="square" rtlCol="0" anchor="ctr">
            <a:noAutofit/>
          </a:bodyPr>
          <a:lstStyle/>
          <a:p>
            <a:pPr fontAlgn="ctr">
              <a:lnSpc>
                <a:spcPct val="120000"/>
              </a:lnSpc>
            </a:pPr>
            <a:r>
              <a:rPr lang="zh-CN" altLang="en-US" sz="1400" dirty="0">
                <a:latin typeface="微软雅黑 Light" panose="020B0502040204020203" pitchFamily="34" charset="-122"/>
                <a:ea typeface="微软雅黑 Light" panose="020B0502040204020203" pitchFamily="34" charset="-122"/>
                <a:cs typeface="+mn-ea"/>
                <a:sym typeface="+mn-lt"/>
              </a:rPr>
              <a:t>匹配</a:t>
            </a:r>
            <a:endParaRPr lang="en-US" altLang="zh-CN" sz="1400" dirty="0">
              <a:latin typeface="微软雅黑 Light" panose="020B0502040204020203" pitchFamily="34" charset="-122"/>
              <a:ea typeface="微软雅黑 Light" panose="020B0502040204020203" pitchFamily="34" charset="-122"/>
              <a:cs typeface="+mn-ea"/>
              <a:sym typeface="+mn-lt"/>
            </a:endParaRPr>
          </a:p>
        </p:txBody>
      </p:sp>
    </p:spTree>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最长匹配示例</a:t>
            </a:r>
            <a:endParaRPr lang="zh-CN" altLang="en-US" dirty="0"/>
          </a:p>
        </p:txBody>
      </p:sp>
      <p:sp>
        <p:nvSpPr>
          <p:cNvPr id="3" name="内容占位符 2"/>
          <p:cNvSpPr>
            <a:spLocks noGrp="1"/>
          </p:cNvSpPr>
          <p:nvPr>
            <p:ph idx="1"/>
          </p:nvPr>
        </p:nvSpPr>
        <p:spPr>
          <a:xfrm>
            <a:off x="334434" y="1052514"/>
            <a:ext cx="5238937" cy="5437187"/>
          </a:xfrm>
        </p:spPr>
        <p:txBody>
          <a:bodyPr/>
          <a:lstStyle/>
          <a:p>
            <a:r>
              <a:rPr lang="zh-CN" altLang="en-US" dirty="0"/>
              <a:t>根据最长匹配原则匹配，能够匹配到</a:t>
            </a:r>
            <a:r>
              <a:rPr lang="en-US" altLang="zh-CN" dirty="0"/>
              <a:t>192.168.3.2</a:t>
            </a:r>
            <a:r>
              <a:rPr lang="zh-CN" altLang="en-US" dirty="0"/>
              <a:t>的路由只有一条，此路由为最终转发依据</a:t>
            </a:r>
            <a:endParaRPr lang="zh-CN" altLang="en-US" dirty="0"/>
          </a:p>
          <a:p>
            <a:endParaRPr lang="zh-CN" altLang="en-US" dirty="0"/>
          </a:p>
        </p:txBody>
      </p:sp>
      <p:sp>
        <p:nvSpPr>
          <p:cNvPr id="4" name="灯片编号占位符 3"/>
          <p:cNvSpPr>
            <a:spLocks noGrp="1"/>
          </p:cNvSpPr>
          <p:nvPr>
            <p:ph type="sldNum" sz="quarter" idx="12"/>
          </p:nvPr>
        </p:nvSpPr>
        <p:spPr/>
        <p:txBody>
          <a:bodyPr/>
          <a:lstStyle/>
          <a:p>
            <a:pPr>
              <a:defRPr/>
            </a:pPr>
            <a:fld id="{816960B2-2B11-492C-B588-5290E1274F96}" type="slidenum">
              <a:rPr lang="en-US" altLang="zh-CN" smtClean="0"/>
            </a:fld>
            <a:endParaRPr lang="en-US" altLang="zh-CN" dirty="0"/>
          </a:p>
        </p:txBody>
      </p:sp>
      <p:pic>
        <p:nvPicPr>
          <p:cNvPr id="5" name="Picture 2" descr="G:\做的项目\公共\扁平图标切换\更新2015_01_21\oss扁平图标库2015_01_21更新-04.png"/>
          <p:cNvPicPr>
            <a:picLocks noChangeAspect="1" noChangeArrowheads="1"/>
          </p:cNvPicPr>
          <p:nvPr/>
        </p:nvPicPr>
        <p:blipFill>
          <a:blip r:embed="rId1" cstate="print"/>
          <a:stretch>
            <a:fillRect/>
          </a:stretch>
        </p:blipFill>
        <p:spPr bwMode="auto">
          <a:xfrm>
            <a:off x="8453632" y="2532268"/>
            <a:ext cx="541200" cy="442799"/>
          </a:xfrm>
          <a:prstGeom prst="rect">
            <a:avLst/>
          </a:prstGeom>
          <a:noFill/>
        </p:spPr>
      </p:pic>
      <p:pic>
        <p:nvPicPr>
          <p:cNvPr id="6" name="Picture 2" descr="G:\做的项目\公共\扁平图标切换\更新2015_01_21\oss扁平图标库2015_01_21更新-04.png"/>
          <p:cNvPicPr>
            <a:picLocks noChangeAspect="1" noChangeArrowheads="1"/>
          </p:cNvPicPr>
          <p:nvPr/>
        </p:nvPicPr>
        <p:blipFill>
          <a:blip r:embed="rId1" cstate="print"/>
          <a:stretch>
            <a:fillRect/>
          </a:stretch>
        </p:blipFill>
        <p:spPr bwMode="auto">
          <a:xfrm>
            <a:off x="10757888" y="2532268"/>
            <a:ext cx="541200" cy="442799"/>
          </a:xfrm>
          <a:prstGeom prst="rect">
            <a:avLst/>
          </a:prstGeom>
          <a:noFill/>
        </p:spPr>
      </p:pic>
      <p:pic>
        <p:nvPicPr>
          <p:cNvPr id="7" name="Picture 2" descr="G:\做的项目\公共\扁平图标切换\更新2015_01_21\oss扁平图标库2015_01_21更新-04.png"/>
          <p:cNvPicPr>
            <a:picLocks noChangeAspect="1" noChangeArrowheads="1"/>
          </p:cNvPicPr>
          <p:nvPr/>
        </p:nvPicPr>
        <p:blipFill>
          <a:blip r:embed="rId1" cstate="print"/>
          <a:stretch>
            <a:fillRect/>
          </a:stretch>
        </p:blipFill>
        <p:spPr bwMode="auto">
          <a:xfrm>
            <a:off x="10757888" y="1560160"/>
            <a:ext cx="541200" cy="442799"/>
          </a:xfrm>
          <a:prstGeom prst="rect">
            <a:avLst/>
          </a:prstGeom>
          <a:noFill/>
        </p:spPr>
      </p:pic>
      <p:pic>
        <p:nvPicPr>
          <p:cNvPr id="8" name="Picture 2" descr="G:\做的项目\公共\扁平图标切换\更新2015_01_21\oss扁平图标库2015_01_21更新-04.png"/>
          <p:cNvPicPr>
            <a:picLocks noChangeAspect="1" noChangeArrowheads="1"/>
          </p:cNvPicPr>
          <p:nvPr/>
        </p:nvPicPr>
        <p:blipFill>
          <a:blip r:embed="rId1" cstate="print"/>
          <a:stretch>
            <a:fillRect/>
          </a:stretch>
        </p:blipFill>
        <p:spPr bwMode="auto">
          <a:xfrm>
            <a:off x="10757888" y="3390294"/>
            <a:ext cx="541200" cy="442799"/>
          </a:xfrm>
          <a:prstGeom prst="rect">
            <a:avLst/>
          </a:prstGeom>
          <a:noFill/>
        </p:spPr>
      </p:pic>
      <p:cxnSp>
        <p:nvCxnSpPr>
          <p:cNvPr id="9" name="直接连接符 8"/>
          <p:cNvCxnSpPr>
            <a:stCxn id="5" idx="3"/>
            <a:endCxn id="7" idx="1"/>
          </p:cNvCxnSpPr>
          <p:nvPr/>
        </p:nvCxnSpPr>
        <p:spPr bwMode="auto">
          <a:xfrm flipV="1">
            <a:off x="8994832" y="1781560"/>
            <a:ext cx="1763056" cy="972108"/>
          </a:xfrm>
          <a:prstGeom prst="line">
            <a:avLst/>
          </a:prstGeom>
          <a:noFill/>
          <a:ln w="19050" algn="ctr">
            <a:solidFill>
              <a:schemeClr val="tx1"/>
            </a:solidFill>
            <a:round/>
          </a:ln>
          <a:extLst>
            <a:ext uri="{909E8E84-426E-40DD-AFC4-6F175D3DCCD1}">
              <a14:hiddenFill xmlns:a14="http://schemas.microsoft.com/office/drawing/2010/main">
                <a:noFill/>
              </a14:hiddenFill>
            </a:ext>
          </a:extLst>
        </p:spPr>
      </p:cxnSp>
      <p:cxnSp>
        <p:nvCxnSpPr>
          <p:cNvPr id="10" name="直接连接符 9"/>
          <p:cNvCxnSpPr>
            <a:stCxn id="5" idx="3"/>
            <a:endCxn id="6" idx="1"/>
          </p:cNvCxnSpPr>
          <p:nvPr/>
        </p:nvCxnSpPr>
        <p:spPr bwMode="auto">
          <a:xfrm>
            <a:off x="8994832" y="2753668"/>
            <a:ext cx="1763056" cy="0"/>
          </a:xfrm>
          <a:prstGeom prst="line">
            <a:avLst/>
          </a:prstGeom>
          <a:noFill/>
          <a:ln w="19050" algn="ctr">
            <a:solidFill>
              <a:schemeClr val="tx1"/>
            </a:solidFill>
            <a:round/>
          </a:ln>
          <a:extLst>
            <a:ext uri="{909E8E84-426E-40DD-AFC4-6F175D3DCCD1}">
              <a14:hiddenFill xmlns:a14="http://schemas.microsoft.com/office/drawing/2010/main">
                <a:noFill/>
              </a14:hiddenFill>
            </a:ext>
          </a:extLst>
        </p:spPr>
      </p:cxnSp>
      <p:cxnSp>
        <p:nvCxnSpPr>
          <p:cNvPr id="11" name="直接连接符 10"/>
          <p:cNvCxnSpPr>
            <a:stCxn id="5" idx="3"/>
            <a:endCxn id="8" idx="1"/>
          </p:cNvCxnSpPr>
          <p:nvPr/>
        </p:nvCxnSpPr>
        <p:spPr bwMode="auto">
          <a:xfrm>
            <a:off x="8994832" y="2753668"/>
            <a:ext cx="1763056" cy="858026"/>
          </a:xfrm>
          <a:prstGeom prst="line">
            <a:avLst/>
          </a:prstGeom>
          <a:noFill/>
          <a:ln w="19050" algn="ctr">
            <a:solidFill>
              <a:schemeClr val="tx1"/>
            </a:solidFill>
            <a:round/>
          </a:ln>
          <a:extLst>
            <a:ext uri="{909E8E84-426E-40DD-AFC4-6F175D3DCCD1}">
              <a14:hiddenFill xmlns:a14="http://schemas.microsoft.com/office/drawing/2010/main">
                <a:noFill/>
              </a14:hiddenFill>
            </a:ext>
          </a:extLst>
        </p:spPr>
      </p:cxnSp>
      <p:sp>
        <p:nvSpPr>
          <p:cNvPr id="12" name="TextBox 31"/>
          <p:cNvSpPr txBox="1">
            <a:spLocks noChangeArrowheads="1"/>
          </p:cNvSpPr>
          <p:nvPr/>
        </p:nvSpPr>
        <p:spPr bwMode="auto">
          <a:xfrm>
            <a:off x="9641764" y="1596164"/>
            <a:ext cx="989373" cy="3304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100">
                <a:solidFill>
                  <a:schemeClr val="tx1"/>
                </a:solidFill>
                <a:latin typeface="Arial" panose="020B0604020202020204" pitchFamily="34" charset="0"/>
                <a:ea typeface="MS PGothic" panose="020B0600070205080204" pitchFamily="34" charset="-128"/>
              </a:defRPr>
            </a:lvl1pPr>
            <a:lvl2pPr marL="742950" indent="-285750">
              <a:defRPr sz="2100">
                <a:solidFill>
                  <a:schemeClr val="tx1"/>
                </a:solidFill>
                <a:latin typeface="Arial" panose="020B0604020202020204" pitchFamily="34" charset="0"/>
                <a:ea typeface="MS PGothic" panose="020B0600070205080204" pitchFamily="34" charset="-128"/>
              </a:defRPr>
            </a:lvl2pPr>
            <a:lvl3pPr marL="1143000" indent="-228600">
              <a:defRPr sz="2100">
                <a:solidFill>
                  <a:schemeClr val="tx1"/>
                </a:solidFill>
                <a:latin typeface="Arial" panose="020B0604020202020204" pitchFamily="34" charset="0"/>
                <a:ea typeface="MS PGothic" panose="020B0600070205080204" pitchFamily="34" charset="-128"/>
              </a:defRPr>
            </a:lvl3pPr>
            <a:lvl4pPr marL="1600200" indent="-228600">
              <a:defRPr sz="2100">
                <a:solidFill>
                  <a:schemeClr val="tx1"/>
                </a:solidFill>
                <a:latin typeface="Arial" panose="020B0604020202020204" pitchFamily="34" charset="0"/>
                <a:ea typeface="MS PGothic" panose="020B0600070205080204" pitchFamily="34" charset="-128"/>
              </a:defRPr>
            </a:lvl4pPr>
            <a:lvl5pPr marL="2057400" indent="-228600">
              <a:defRPr sz="2100">
                <a:solidFill>
                  <a:schemeClr val="tx1"/>
                </a:solidFill>
                <a:latin typeface="Arial" panose="020B0604020202020204" pitchFamily="34" charset="0"/>
                <a:ea typeface="MS PGothic" panose="020B0600070205080204" pitchFamily="34" charset="-128"/>
              </a:defRPr>
            </a:lvl5pPr>
            <a:lvl6pPr marL="25146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6pPr>
            <a:lvl7pPr marL="29718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7pPr>
            <a:lvl8pPr marL="34290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8pPr>
            <a:lvl9pPr marL="38862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9pPr>
          </a:lstStyle>
          <a:p>
            <a:pPr>
              <a:lnSpc>
                <a:spcPct val="120000"/>
              </a:lnSpc>
            </a:pPr>
            <a:r>
              <a:rPr lang="en-US" altLang="zh-CN" sz="1400" dirty="0">
                <a:latin typeface="微软雅黑 Light" panose="020B0502040204020203" pitchFamily="34" charset="-122"/>
                <a:ea typeface="微软雅黑 Light" panose="020B0502040204020203" pitchFamily="34" charset="-122"/>
                <a:cs typeface="+mn-ea"/>
                <a:sym typeface="+mn-lt"/>
              </a:rPr>
              <a:t>10.1.1.2/30</a:t>
            </a:r>
            <a:endParaRPr lang="zh-CN" altLang="en-US" sz="1400" dirty="0">
              <a:latin typeface="微软雅黑 Light" panose="020B0502040204020203" pitchFamily="34" charset="-122"/>
              <a:ea typeface="微软雅黑 Light" panose="020B0502040204020203" pitchFamily="34" charset="-122"/>
              <a:cs typeface="+mn-ea"/>
              <a:sym typeface="+mn-lt"/>
            </a:endParaRPr>
          </a:p>
        </p:txBody>
      </p:sp>
      <p:sp>
        <p:nvSpPr>
          <p:cNvPr id="13" name="TextBox 31"/>
          <p:cNvSpPr txBox="1">
            <a:spLocks noChangeArrowheads="1"/>
          </p:cNvSpPr>
          <p:nvPr/>
        </p:nvSpPr>
        <p:spPr bwMode="auto">
          <a:xfrm>
            <a:off x="9641764" y="2449592"/>
            <a:ext cx="1019831" cy="3304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100">
                <a:solidFill>
                  <a:schemeClr val="tx1"/>
                </a:solidFill>
                <a:latin typeface="Arial" panose="020B0604020202020204" pitchFamily="34" charset="0"/>
                <a:ea typeface="MS PGothic" panose="020B0600070205080204" pitchFamily="34" charset="-128"/>
              </a:defRPr>
            </a:lvl1pPr>
            <a:lvl2pPr marL="742950" indent="-285750">
              <a:defRPr sz="2100">
                <a:solidFill>
                  <a:schemeClr val="tx1"/>
                </a:solidFill>
                <a:latin typeface="Arial" panose="020B0604020202020204" pitchFamily="34" charset="0"/>
                <a:ea typeface="MS PGothic" panose="020B0600070205080204" pitchFamily="34" charset="-128"/>
              </a:defRPr>
            </a:lvl2pPr>
            <a:lvl3pPr marL="1143000" indent="-228600">
              <a:defRPr sz="2100">
                <a:solidFill>
                  <a:schemeClr val="tx1"/>
                </a:solidFill>
                <a:latin typeface="Arial" panose="020B0604020202020204" pitchFamily="34" charset="0"/>
                <a:ea typeface="MS PGothic" panose="020B0600070205080204" pitchFamily="34" charset="-128"/>
              </a:defRPr>
            </a:lvl3pPr>
            <a:lvl4pPr marL="1600200" indent="-228600">
              <a:defRPr sz="2100">
                <a:solidFill>
                  <a:schemeClr val="tx1"/>
                </a:solidFill>
                <a:latin typeface="Arial" panose="020B0604020202020204" pitchFamily="34" charset="0"/>
                <a:ea typeface="MS PGothic" panose="020B0600070205080204" pitchFamily="34" charset="-128"/>
              </a:defRPr>
            </a:lvl4pPr>
            <a:lvl5pPr marL="2057400" indent="-228600">
              <a:defRPr sz="2100">
                <a:solidFill>
                  <a:schemeClr val="tx1"/>
                </a:solidFill>
                <a:latin typeface="Arial" panose="020B0604020202020204" pitchFamily="34" charset="0"/>
                <a:ea typeface="MS PGothic" panose="020B0600070205080204" pitchFamily="34" charset="-128"/>
              </a:defRPr>
            </a:lvl5pPr>
            <a:lvl6pPr marL="25146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6pPr>
            <a:lvl7pPr marL="29718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7pPr>
            <a:lvl8pPr marL="34290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8pPr>
            <a:lvl9pPr marL="38862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9pPr>
          </a:lstStyle>
          <a:p>
            <a:pPr>
              <a:lnSpc>
                <a:spcPct val="120000"/>
              </a:lnSpc>
            </a:pPr>
            <a:r>
              <a:rPr lang="en-US" altLang="zh-CN" sz="1400" dirty="0">
                <a:latin typeface="微软雅黑 Light" panose="020B0502040204020203" pitchFamily="34" charset="-122"/>
                <a:ea typeface="微软雅黑 Light" panose="020B0502040204020203" pitchFamily="34" charset="-122"/>
                <a:cs typeface="+mn-ea"/>
                <a:sym typeface="+mn-lt"/>
              </a:rPr>
              <a:t>20.1.1.2/30</a:t>
            </a:r>
            <a:endParaRPr lang="zh-CN" altLang="en-US" sz="1400" dirty="0">
              <a:latin typeface="微软雅黑 Light" panose="020B0502040204020203" pitchFamily="34" charset="-122"/>
              <a:ea typeface="微软雅黑 Light" panose="020B0502040204020203" pitchFamily="34" charset="-122"/>
              <a:cs typeface="+mn-ea"/>
              <a:sym typeface="+mn-lt"/>
            </a:endParaRPr>
          </a:p>
        </p:txBody>
      </p:sp>
      <p:sp>
        <p:nvSpPr>
          <p:cNvPr id="14" name="TextBox 31"/>
          <p:cNvSpPr txBox="1">
            <a:spLocks noChangeArrowheads="1"/>
          </p:cNvSpPr>
          <p:nvPr/>
        </p:nvSpPr>
        <p:spPr bwMode="auto">
          <a:xfrm>
            <a:off x="9641764" y="3540380"/>
            <a:ext cx="1019831" cy="3304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100">
                <a:solidFill>
                  <a:schemeClr val="tx1"/>
                </a:solidFill>
                <a:latin typeface="Arial" panose="020B0604020202020204" pitchFamily="34" charset="0"/>
                <a:ea typeface="MS PGothic" panose="020B0600070205080204" pitchFamily="34" charset="-128"/>
              </a:defRPr>
            </a:lvl1pPr>
            <a:lvl2pPr marL="742950" indent="-285750">
              <a:defRPr sz="2100">
                <a:solidFill>
                  <a:schemeClr val="tx1"/>
                </a:solidFill>
                <a:latin typeface="Arial" panose="020B0604020202020204" pitchFamily="34" charset="0"/>
                <a:ea typeface="MS PGothic" panose="020B0600070205080204" pitchFamily="34" charset="-128"/>
              </a:defRPr>
            </a:lvl2pPr>
            <a:lvl3pPr marL="1143000" indent="-228600">
              <a:defRPr sz="2100">
                <a:solidFill>
                  <a:schemeClr val="tx1"/>
                </a:solidFill>
                <a:latin typeface="Arial" panose="020B0604020202020204" pitchFamily="34" charset="0"/>
                <a:ea typeface="MS PGothic" panose="020B0600070205080204" pitchFamily="34" charset="-128"/>
              </a:defRPr>
            </a:lvl3pPr>
            <a:lvl4pPr marL="1600200" indent="-228600">
              <a:defRPr sz="2100">
                <a:solidFill>
                  <a:schemeClr val="tx1"/>
                </a:solidFill>
                <a:latin typeface="Arial" panose="020B0604020202020204" pitchFamily="34" charset="0"/>
                <a:ea typeface="MS PGothic" panose="020B0600070205080204" pitchFamily="34" charset="-128"/>
              </a:defRPr>
            </a:lvl4pPr>
            <a:lvl5pPr marL="2057400" indent="-228600">
              <a:defRPr sz="2100">
                <a:solidFill>
                  <a:schemeClr val="tx1"/>
                </a:solidFill>
                <a:latin typeface="Arial" panose="020B0604020202020204" pitchFamily="34" charset="0"/>
                <a:ea typeface="MS PGothic" panose="020B0600070205080204" pitchFamily="34" charset="-128"/>
              </a:defRPr>
            </a:lvl5pPr>
            <a:lvl6pPr marL="25146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6pPr>
            <a:lvl7pPr marL="29718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7pPr>
            <a:lvl8pPr marL="34290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8pPr>
            <a:lvl9pPr marL="38862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9pPr>
          </a:lstStyle>
          <a:p>
            <a:pPr>
              <a:lnSpc>
                <a:spcPct val="120000"/>
              </a:lnSpc>
            </a:pPr>
            <a:r>
              <a:rPr lang="en-US" altLang="zh-CN" sz="1400" dirty="0">
                <a:latin typeface="微软雅黑 Light" panose="020B0502040204020203" pitchFamily="34" charset="-122"/>
                <a:ea typeface="微软雅黑 Light" panose="020B0502040204020203" pitchFamily="34" charset="-122"/>
                <a:cs typeface="+mn-ea"/>
                <a:sym typeface="+mn-lt"/>
              </a:rPr>
              <a:t>30.1.1.2/30</a:t>
            </a:r>
            <a:endParaRPr lang="zh-CN" altLang="en-US" sz="1400" dirty="0">
              <a:latin typeface="微软雅黑 Light" panose="020B0502040204020203" pitchFamily="34" charset="-122"/>
              <a:ea typeface="微软雅黑 Light" panose="020B0502040204020203" pitchFamily="34" charset="-122"/>
              <a:cs typeface="+mn-ea"/>
              <a:sym typeface="+mn-lt"/>
            </a:endParaRPr>
          </a:p>
        </p:txBody>
      </p:sp>
      <p:cxnSp>
        <p:nvCxnSpPr>
          <p:cNvPr id="15" name="直接箭头连接符 14"/>
          <p:cNvCxnSpPr/>
          <p:nvPr/>
        </p:nvCxnSpPr>
        <p:spPr bwMode="auto">
          <a:xfrm>
            <a:off x="7625540" y="2748292"/>
            <a:ext cx="792088" cy="5376"/>
          </a:xfrm>
          <a:prstGeom prst="straightConnector1">
            <a:avLst/>
          </a:prstGeom>
          <a:solidFill>
            <a:schemeClr val="accent1"/>
          </a:solidFill>
          <a:ln w="19050" cap="flat" cmpd="sng" algn="ctr">
            <a:solidFill>
              <a:schemeClr val="tx1"/>
            </a:solidFill>
            <a:prstDash val="solid"/>
            <a:round/>
            <a:headEnd type="none" w="med" len="med"/>
            <a:tailEnd type="arrow" w="med" len="med"/>
          </a:ln>
          <a:effectLst/>
        </p:spPr>
      </p:cxnSp>
      <p:sp>
        <p:nvSpPr>
          <p:cNvPr id="16" name="TextBox 35"/>
          <p:cNvSpPr txBox="1">
            <a:spLocks noChangeArrowheads="1"/>
          </p:cNvSpPr>
          <p:nvPr/>
        </p:nvSpPr>
        <p:spPr bwMode="auto">
          <a:xfrm>
            <a:off x="8419512" y="2209328"/>
            <a:ext cx="612068" cy="3304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100">
                <a:solidFill>
                  <a:schemeClr val="tx1"/>
                </a:solidFill>
                <a:latin typeface="Arial" panose="020B0604020202020204" pitchFamily="34" charset="0"/>
                <a:ea typeface="MS PGothic" panose="020B0600070205080204" pitchFamily="34" charset="-128"/>
              </a:defRPr>
            </a:lvl1pPr>
            <a:lvl2pPr marL="742950" indent="-285750">
              <a:defRPr sz="2100">
                <a:solidFill>
                  <a:schemeClr val="tx1"/>
                </a:solidFill>
                <a:latin typeface="Arial" panose="020B0604020202020204" pitchFamily="34" charset="0"/>
                <a:ea typeface="MS PGothic" panose="020B0600070205080204" pitchFamily="34" charset="-128"/>
              </a:defRPr>
            </a:lvl2pPr>
            <a:lvl3pPr marL="1143000" indent="-228600">
              <a:defRPr sz="2100">
                <a:solidFill>
                  <a:schemeClr val="tx1"/>
                </a:solidFill>
                <a:latin typeface="Arial" panose="020B0604020202020204" pitchFamily="34" charset="0"/>
                <a:ea typeface="MS PGothic" panose="020B0600070205080204" pitchFamily="34" charset="-128"/>
              </a:defRPr>
            </a:lvl3pPr>
            <a:lvl4pPr marL="1600200" indent="-228600">
              <a:defRPr sz="2100">
                <a:solidFill>
                  <a:schemeClr val="tx1"/>
                </a:solidFill>
                <a:latin typeface="Arial" panose="020B0604020202020204" pitchFamily="34" charset="0"/>
                <a:ea typeface="MS PGothic" panose="020B0600070205080204" pitchFamily="34" charset="-128"/>
              </a:defRPr>
            </a:lvl4pPr>
            <a:lvl5pPr marL="2057400" indent="-228600">
              <a:defRPr sz="2100">
                <a:solidFill>
                  <a:schemeClr val="tx1"/>
                </a:solidFill>
                <a:latin typeface="Arial" panose="020B0604020202020204" pitchFamily="34" charset="0"/>
                <a:ea typeface="MS PGothic" panose="020B0600070205080204" pitchFamily="34" charset="-128"/>
              </a:defRPr>
            </a:lvl5pPr>
            <a:lvl6pPr marL="25146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6pPr>
            <a:lvl7pPr marL="29718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7pPr>
            <a:lvl8pPr marL="34290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8pPr>
            <a:lvl9pPr marL="38862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9pPr>
          </a:lstStyle>
          <a:p>
            <a:pPr algn="ctr">
              <a:lnSpc>
                <a:spcPct val="120000"/>
              </a:lnSpc>
            </a:pPr>
            <a:r>
              <a:rPr lang="en-US" altLang="zh-CN" sz="1400" b="1" dirty="0">
                <a:latin typeface="微软雅黑 Light" panose="020B0502040204020203" pitchFamily="34" charset="-122"/>
                <a:ea typeface="微软雅黑 Light" panose="020B0502040204020203" pitchFamily="34" charset="-122"/>
                <a:cs typeface="+mn-ea"/>
                <a:sym typeface="+mn-lt"/>
              </a:rPr>
              <a:t>R1</a:t>
            </a:r>
            <a:endParaRPr lang="zh-CN" altLang="en-US" sz="1400" b="1" dirty="0">
              <a:latin typeface="微软雅黑 Light" panose="020B0502040204020203" pitchFamily="34" charset="-122"/>
              <a:ea typeface="微软雅黑 Light" panose="020B0502040204020203" pitchFamily="34" charset="-122"/>
              <a:cs typeface="+mn-ea"/>
              <a:sym typeface="+mn-lt"/>
            </a:endParaRPr>
          </a:p>
        </p:txBody>
      </p:sp>
      <p:sp>
        <p:nvSpPr>
          <p:cNvPr id="17" name="圆角矩形 75"/>
          <p:cNvSpPr/>
          <p:nvPr/>
        </p:nvSpPr>
        <p:spPr>
          <a:xfrm>
            <a:off x="6005361" y="1380692"/>
            <a:ext cx="5606152" cy="4681486"/>
          </a:xfrm>
          <a:prstGeom prst="roundRect">
            <a:avLst>
              <a:gd name="adj" fmla="val 874"/>
            </a:avLst>
          </a:prstGeom>
          <a:no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72000" tIns="36000" rIns="72000" bIns="36000" rtlCol="0" anchor="t" anchorCtr="0">
            <a:noAutofit/>
          </a:bodyPr>
          <a:lstStyle/>
          <a:p>
            <a:pPr algn="just" fontAlgn="auto">
              <a:lnSpc>
                <a:spcPct val="120000"/>
              </a:lnSpc>
            </a:pPr>
            <a:endParaRPr lang="en-US" altLang="zh-CN" sz="1600" dirty="0">
              <a:solidFill>
                <a:prstClr val="black"/>
              </a:solidFill>
              <a:cs typeface="+mn-ea"/>
              <a:sym typeface="+mn-lt"/>
            </a:endParaRPr>
          </a:p>
        </p:txBody>
      </p:sp>
      <p:sp>
        <p:nvSpPr>
          <p:cNvPr id="18" name="Text Box 12"/>
          <p:cNvSpPr txBox="1">
            <a:spLocks noChangeArrowheads="1"/>
          </p:cNvSpPr>
          <p:nvPr/>
        </p:nvSpPr>
        <p:spPr bwMode="auto">
          <a:xfrm>
            <a:off x="8165600" y="3804204"/>
            <a:ext cx="1656184" cy="328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l" eaLnBrk="0" hangingPunct="0">
              <a:defRPr>
                <a:solidFill>
                  <a:schemeClr val="tx1"/>
                </a:solidFill>
                <a:latin typeface="Arial" panose="020B0604020202020204" pitchFamily="34" charset="0"/>
                <a:ea typeface="宋体" panose="02010600030101010101" pitchFamily="2" charset="-122"/>
              </a:defRPr>
            </a:lvl1pPr>
            <a:lvl2pPr marL="742950" indent="-285750" algn="l" eaLnBrk="0" hangingPunct="0">
              <a:defRPr>
                <a:solidFill>
                  <a:schemeClr val="tx1"/>
                </a:solidFill>
                <a:latin typeface="Arial" panose="020B0604020202020204" pitchFamily="34" charset="0"/>
                <a:ea typeface="宋体" panose="02010600030101010101" pitchFamily="2" charset="-122"/>
              </a:defRPr>
            </a:lvl2pPr>
            <a:lvl3pPr marL="1143000" indent="-228600" algn="l" eaLnBrk="0" hangingPunct="0">
              <a:defRPr>
                <a:solidFill>
                  <a:schemeClr val="tx1"/>
                </a:solidFill>
                <a:latin typeface="Arial" panose="020B0604020202020204" pitchFamily="34" charset="0"/>
                <a:ea typeface="宋体" panose="02010600030101010101" pitchFamily="2" charset="-122"/>
              </a:defRPr>
            </a:lvl3pPr>
            <a:lvl4pPr marL="1600200" indent="-228600" algn="l" eaLnBrk="0" hangingPunct="0">
              <a:defRPr>
                <a:solidFill>
                  <a:schemeClr val="tx1"/>
                </a:solidFill>
                <a:latin typeface="Arial" panose="020B0604020202020204" pitchFamily="34" charset="0"/>
                <a:ea typeface="宋体" panose="02010600030101010101" pitchFamily="2" charset="-122"/>
              </a:defRPr>
            </a:lvl4pPr>
            <a:lvl5pPr marL="2057400" indent="-228600" algn="l"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20000"/>
              </a:lnSpc>
              <a:spcBef>
                <a:spcPct val="0"/>
              </a:spcBef>
            </a:pPr>
            <a:r>
              <a:rPr lang="en-US" altLang="zh-CN" sz="1400" b="1" dirty="0">
                <a:latin typeface="微软雅黑 Light" panose="020B0502040204020203" pitchFamily="34" charset="-122"/>
                <a:ea typeface="微软雅黑 Light" panose="020B0502040204020203" pitchFamily="34" charset="-122"/>
                <a:cs typeface="+mn-ea"/>
                <a:sym typeface="+mn-lt"/>
              </a:rPr>
              <a:t>R1</a:t>
            </a:r>
            <a:r>
              <a:rPr lang="zh-CN" altLang="en-US" sz="1400" b="1" dirty="0">
                <a:latin typeface="微软雅黑 Light" panose="020B0502040204020203" pitchFamily="34" charset="-122"/>
                <a:ea typeface="微软雅黑 Light" panose="020B0502040204020203" pitchFamily="34" charset="-122"/>
                <a:cs typeface="+mn-ea"/>
                <a:sym typeface="+mn-lt"/>
              </a:rPr>
              <a:t>路由表</a:t>
            </a:r>
            <a:endParaRPr lang="zh-CN" altLang="en-US" sz="1400" b="1" dirty="0">
              <a:latin typeface="微软雅黑 Light" panose="020B0502040204020203" pitchFamily="34" charset="-122"/>
              <a:ea typeface="微软雅黑 Light" panose="020B0502040204020203" pitchFamily="34" charset="-122"/>
              <a:cs typeface="+mn-ea"/>
              <a:sym typeface="+mn-lt"/>
            </a:endParaRPr>
          </a:p>
        </p:txBody>
      </p:sp>
      <p:graphicFrame>
        <p:nvGraphicFramePr>
          <p:cNvPr id="19" name="表格 18"/>
          <p:cNvGraphicFramePr>
            <a:graphicFrameLocks noGrp="1"/>
          </p:cNvGraphicFramePr>
          <p:nvPr/>
        </p:nvGraphicFramePr>
        <p:xfrm>
          <a:off x="8165600" y="4153544"/>
          <a:ext cx="2541037" cy="1308864"/>
        </p:xfrm>
        <a:graphic>
          <a:graphicData uri="http://schemas.openxmlformats.org/drawingml/2006/table">
            <a:tbl>
              <a:tblPr/>
              <a:tblGrid>
                <a:gridCol w="1531564"/>
                <a:gridCol w="1009473"/>
              </a:tblGrid>
              <a:tr h="0">
                <a:tc>
                  <a:txBody>
                    <a:bodyPr/>
                    <a:lstStyle/>
                    <a:p>
                      <a:pPr marL="0" algn="ctr" defTabSz="1219200" rtl="0" eaLnBrk="1" latinLnBrk="0" hangingPunct="1">
                        <a:lnSpc>
                          <a:spcPct val="120000"/>
                        </a:lnSpc>
                        <a:spcBef>
                          <a:spcPts val="0"/>
                        </a:spcBef>
                        <a:spcAft>
                          <a:spcPts val="0"/>
                        </a:spcAft>
                      </a:pPr>
                      <a:r>
                        <a:rPr lang="zh-CN" altLang="en-US" sz="1400" b="1" kern="1200" dirty="0">
                          <a:solidFill>
                            <a:schemeClr val="tx1"/>
                          </a:solidFill>
                          <a:effectLst/>
                          <a:latin typeface="微软雅黑 Light" panose="020B0502040204020203" pitchFamily="34" charset="-122"/>
                          <a:ea typeface="微软雅黑 Light" panose="020B0502040204020203" pitchFamily="34" charset="-122"/>
                          <a:cs typeface="+mn-ea"/>
                          <a:sym typeface="+mn-lt"/>
                        </a:rPr>
                        <a:t>目的网络</a:t>
                      </a:r>
                      <a:r>
                        <a:rPr lang="en-US" altLang="zh-CN" sz="1400" b="1" kern="1200" dirty="0">
                          <a:solidFill>
                            <a:schemeClr val="tx1"/>
                          </a:solidFill>
                          <a:effectLst/>
                          <a:latin typeface="微软雅黑 Light" panose="020B0502040204020203" pitchFamily="34" charset="-122"/>
                          <a:ea typeface="微软雅黑 Light" panose="020B0502040204020203" pitchFamily="34" charset="-122"/>
                          <a:cs typeface="+mn-ea"/>
                          <a:sym typeface="+mn-lt"/>
                        </a:rPr>
                        <a:t>/</a:t>
                      </a:r>
                      <a:r>
                        <a:rPr lang="zh-CN" altLang="en-US" sz="1400" b="1" kern="1200" dirty="0">
                          <a:solidFill>
                            <a:schemeClr val="tx1"/>
                          </a:solidFill>
                          <a:effectLst/>
                          <a:latin typeface="微软雅黑 Light" panose="020B0502040204020203" pitchFamily="34" charset="-122"/>
                          <a:ea typeface="微软雅黑 Light" panose="020B0502040204020203" pitchFamily="34" charset="-122"/>
                          <a:cs typeface="+mn-ea"/>
                          <a:sym typeface="+mn-lt"/>
                        </a:rPr>
                        <a:t>掩码</a:t>
                      </a:r>
                      <a:endParaRPr lang="zh-CN" altLang="en-US" sz="1400" b="1" kern="1200" dirty="0">
                        <a:solidFill>
                          <a:schemeClr val="tx1"/>
                        </a:solidFill>
                        <a:effectLst/>
                        <a:latin typeface="微软雅黑 Light" panose="020B0502040204020203" pitchFamily="34" charset="-122"/>
                        <a:ea typeface="微软雅黑 Light" panose="020B0502040204020203" pitchFamily="34" charset="-122"/>
                        <a:cs typeface="+mn-ea"/>
                        <a:sym typeface="+mn-lt"/>
                      </a:endParaRPr>
                    </a:p>
                  </a:txBody>
                  <a:tcPr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solidFill>
                      <a:schemeClr val="accent5">
                        <a:lumMod val="75000"/>
                      </a:schemeClr>
                    </a:solidFill>
                  </a:tcPr>
                </a:tc>
                <a:tc>
                  <a:txBody>
                    <a:bodyPr/>
                    <a:lstStyle/>
                    <a:p>
                      <a:pPr marL="0" algn="ctr" defTabSz="1219200" rtl="0" eaLnBrk="1" latinLnBrk="0" hangingPunct="1">
                        <a:lnSpc>
                          <a:spcPct val="120000"/>
                        </a:lnSpc>
                        <a:spcBef>
                          <a:spcPts val="0"/>
                        </a:spcBef>
                        <a:spcAft>
                          <a:spcPts val="0"/>
                        </a:spcAft>
                      </a:pPr>
                      <a:r>
                        <a:rPr lang="zh-CN" altLang="en-US" sz="1400" b="1" kern="1200" dirty="0">
                          <a:solidFill>
                            <a:schemeClr val="tx1"/>
                          </a:solidFill>
                          <a:effectLst/>
                          <a:latin typeface="微软雅黑 Light" panose="020B0502040204020203" pitchFamily="34" charset="-122"/>
                          <a:ea typeface="微软雅黑 Light" panose="020B0502040204020203" pitchFamily="34" charset="-122"/>
                          <a:cs typeface="+mn-ea"/>
                          <a:sym typeface="+mn-lt"/>
                        </a:rPr>
                        <a:t>下一跳</a:t>
                      </a:r>
                      <a:endParaRPr lang="zh-CN" altLang="en-US" sz="1400" b="1" kern="1200" dirty="0">
                        <a:solidFill>
                          <a:schemeClr val="tx1"/>
                        </a:solidFill>
                        <a:effectLst/>
                        <a:latin typeface="微软雅黑 Light" panose="020B0502040204020203" pitchFamily="34" charset="-122"/>
                        <a:ea typeface="微软雅黑 Light" panose="020B0502040204020203" pitchFamily="34" charset="-122"/>
                        <a:cs typeface="+mn-ea"/>
                        <a:sym typeface="+mn-lt"/>
                      </a:endParaRPr>
                    </a:p>
                  </a:txBody>
                  <a:tcPr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solidFill>
                      <a:schemeClr val="accent5">
                        <a:lumMod val="75000"/>
                      </a:schemeClr>
                    </a:solidFill>
                  </a:tcPr>
                </a:tc>
              </a:tr>
              <a:tr h="0">
                <a:tc>
                  <a:txBody>
                    <a:bodyPr/>
                    <a:lstStyle/>
                    <a:p>
                      <a:pPr marL="0" marR="0" lvl="0" indent="0" algn="ctr" defTabSz="914400" rtl="0" eaLnBrk="1" fontAlgn="auto" latinLnBrk="0" hangingPunct="1">
                        <a:lnSpc>
                          <a:spcPct val="120000"/>
                        </a:lnSpc>
                        <a:spcBef>
                          <a:spcPts val="0"/>
                        </a:spcBef>
                        <a:spcAft>
                          <a:spcPts val="0"/>
                        </a:spcAft>
                        <a:buClrTx/>
                        <a:buSzTx/>
                        <a:buFontTx/>
                        <a:buNone/>
                        <a:defRPr/>
                      </a:pPr>
                      <a:r>
                        <a:rPr lang="en-US" altLang="zh-CN" sz="1400">
                          <a:solidFill>
                            <a:schemeClr val="tx1"/>
                          </a:solidFill>
                          <a:latin typeface="微软雅黑 Light" panose="020B0502040204020203" pitchFamily="34" charset="-122"/>
                          <a:ea typeface="微软雅黑 Light" panose="020B0502040204020203" pitchFamily="34" charset="-122"/>
                          <a:cs typeface="+mn-ea"/>
                          <a:sym typeface="+mn-lt"/>
                        </a:rPr>
                        <a:t>192.168.0.0/16</a:t>
                      </a:r>
                      <a:endParaRPr lang="zh-CN" altLang="en-US" sz="1400" dirty="0">
                        <a:solidFill>
                          <a:schemeClr val="tx1"/>
                        </a:solidFill>
                        <a:latin typeface="微软雅黑 Light" panose="020B0502040204020203" pitchFamily="34" charset="-122"/>
                        <a:ea typeface="微软雅黑 Light" panose="020B0502040204020203" pitchFamily="34" charset="-122"/>
                        <a:cs typeface="+mn-ea"/>
                        <a:sym typeface="+mn-lt"/>
                      </a:endParaRPr>
                    </a:p>
                  </a:txBody>
                  <a:tcPr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tcPr>
                </a:tc>
                <a:tc>
                  <a:txBody>
                    <a:bodyPr/>
                    <a:lstStyle/>
                    <a:p>
                      <a:pPr algn="ctr">
                        <a:lnSpc>
                          <a:spcPct val="120000"/>
                        </a:lnSpc>
                        <a:spcBef>
                          <a:spcPts val="0"/>
                        </a:spcBef>
                        <a:spcAft>
                          <a:spcPts val="0"/>
                        </a:spcAft>
                      </a:pPr>
                      <a:r>
                        <a:rPr lang="en-US" altLang="zh-CN" sz="1400" dirty="0">
                          <a:solidFill>
                            <a:schemeClr val="tx1"/>
                          </a:solidFill>
                          <a:latin typeface="微软雅黑 Light" panose="020B0502040204020203" pitchFamily="34" charset="-122"/>
                          <a:ea typeface="微软雅黑 Light" panose="020B0502040204020203" pitchFamily="34" charset="-122"/>
                          <a:cs typeface="+mn-ea"/>
                          <a:sym typeface="+mn-lt"/>
                        </a:rPr>
                        <a:t>10.1.1.2</a:t>
                      </a:r>
                      <a:endParaRPr lang="zh-CN" altLang="en-US" sz="1400" dirty="0">
                        <a:solidFill>
                          <a:schemeClr val="tx1"/>
                        </a:solidFill>
                        <a:latin typeface="微软雅黑 Light" panose="020B0502040204020203" pitchFamily="34" charset="-122"/>
                        <a:ea typeface="微软雅黑 Light" panose="020B0502040204020203" pitchFamily="34" charset="-122"/>
                        <a:cs typeface="+mn-ea"/>
                        <a:sym typeface="+mn-lt"/>
                      </a:endParaRPr>
                    </a:p>
                  </a:txBody>
                  <a:tcPr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tcPr>
                </a:tc>
              </a:tr>
              <a:tr h="0">
                <a:tc>
                  <a:txBody>
                    <a:bodyPr/>
                    <a:lstStyle/>
                    <a:p>
                      <a:pPr marL="0" algn="ctr" defTabSz="913765" rtl="0" eaLnBrk="1" latinLnBrk="0" hangingPunct="1">
                        <a:lnSpc>
                          <a:spcPct val="120000"/>
                        </a:lnSpc>
                        <a:spcBef>
                          <a:spcPts val="0"/>
                        </a:spcBef>
                        <a:spcAft>
                          <a:spcPts val="0"/>
                        </a:spcAft>
                      </a:pPr>
                      <a:r>
                        <a:rPr lang="en-US" altLang="zh-CN" sz="1400" kern="1200" dirty="0">
                          <a:solidFill>
                            <a:schemeClr val="tx1"/>
                          </a:solidFill>
                          <a:latin typeface="微软雅黑 Light" panose="020B0502040204020203" pitchFamily="34" charset="-122"/>
                          <a:ea typeface="微软雅黑 Light" panose="020B0502040204020203" pitchFamily="34" charset="-122"/>
                          <a:cs typeface="+mn-ea"/>
                          <a:sym typeface="+mn-lt"/>
                        </a:rPr>
                        <a:t>192.168.2.0/24 </a:t>
                      </a:r>
                      <a:endParaRPr lang="zh-CN" altLang="en-US" sz="1400" kern="1200" dirty="0">
                        <a:solidFill>
                          <a:schemeClr val="tx1"/>
                        </a:solidFill>
                        <a:latin typeface="微软雅黑 Light" panose="020B0502040204020203" pitchFamily="34" charset="-122"/>
                        <a:ea typeface="微软雅黑 Light" panose="020B0502040204020203" pitchFamily="34" charset="-122"/>
                        <a:cs typeface="+mn-ea"/>
                        <a:sym typeface="+mn-lt"/>
                      </a:endParaRPr>
                    </a:p>
                  </a:txBody>
                  <a:tcPr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tcPr>
                </a:tc>
                <a:tc>
                  <a:txBody>
                    <a:bodyPr/>
                    <a:lstStyle/>
                    <a:p>
                      <a:pPr marL="0" algn="ctr" defTabSz="913765" rtl="0" eaLnBrk="1" latinLnBrk="0" hangingPunct="1">
                        <a:lnSpc>
                          <a:spcPct val="120000"/>
                        </a:lnSpc>
                        <a:spcBef>
                          <a:spcPts val="0"/>
                        </a:spcBef>
                        <a:spcAft>
                          <a:spcPts val="0"/>
                        </a:spcAft>
                      </a:pPr>
                      <a:r>
                        <a:rPr lang="en-US" altLang="zh-CN" sz="1400" kern="1200" dirty="0">
                          <a:solidFill>
                            <a:schemeClr val="tx1"/>
                          </a:solidFill>
                          <a:latin typeface="微软雅黑 Light" panose="020B0502040204020203" pitchFamily="34" charset="-122"/>
                          <a:ea typeface="微软雅黑 Light" panose="020B0502040204020203" pitchFamily="34" charset="-122"/>
                          <a:cs typeface="+mn-ea"/>
                          <a:sym typeface="+mn-lt"/>
                        </a:rPr>
                        <a:t>20.1.1.2</a:t>
                      </a:r>
                      <a:endParaRPr lang="zh-CN" altLang="en-US" sz="1400" kern="1200" dirty="0">
                        <a:solidFill>
                          <a:schemeClr val="tx1"/>
                        </a:solidFill>
                        <a:latin typeface="微软雅黑 Light" panose="020B0502040204020203" pitchFamily="34" charset="-122"/>
                        <a:ea typeface="微软雅黑 Light" panose="020B0502040204020203" pitchFamily="34" charset="-122"/>
                        <a:cs typeface="+mn-ea"/>
                        <a:sym typeface="+mn-lt"/>
                      </a:endParaRPr>
                    </a:p>
                  </a:txBody>
                  <a:tcPr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tcPr>
                </a:tc>
              </a:tr>
              <a:tr h="0">
                <a:tc>
                  <a:txBody>
                    <a:bodyPr/>
                    <a:lstStyle/>
                    <a:p>
                      <a:pPr marL="0" algn="ctr" defTabSz="913765" rtl="0" eaLnBrk="1" latinLnBrk="0" hangingPunct="1">
                        <a:lnSpc>
                          <a:spcPct val="120000"/>
                        </a:lnSpc>
                        <a:spcBef>
                          <a:spcPts val="0"/>
                        </a:spcBef>
                        <a:spcAft>
                          <a:spcPts val="0"/>
                        </a:spcAft>
                      </a:pPr>
                      <a:r>
                        <a:rPr lang="en-US" altLang="zh-CN" sz="1400" b="1" kern="1200" dirty="0">
                          <a:solidFill>
                            <a:srgbClr val="EC7061"/>
                          </a:solidFill>
                          <a:latin typeface="微软雅黑 Light" panose="020B0502040204020203" pitchFamily="34" charset="-122"/>
                          <a:ea typeface="微软雅黑 Light" panose="020B0502040204020203" pitchFamily="34" charset="-122"/>
                          <a:cs typeface="+mn-ea"/>
                          <a:sym typeface="+mn-lt"/>
                        </a:rPr>
                        <a:t>192.168.3.0/24</a:t>
                      </a:r>
                      <a:endParaRPr lang="zh-CN" altLang="en-US" sz="1400" b="1" kern="1200" dirty="0">
                        <a:solidFill>
                          <a:srgbClr val="EC7061"/>
                        </a:solidFill>
                        <a:latin typeface="微软雅黑 Light" panose="020B0502040204020203" pitchFamily="34" charset="-122"/>
                        <a:ea typeface="微软雅黑 Light" panose="020B0502040204020203" pitchFamily="34" charset="-122"/>
                        <a:cs typeface="+mn-ea"/>
                        <a:sym typeface="+mn-lt"/>
                      </a:endParaRPr>
                    </a:p>
                  </a:txBody>
                  <a:tcPr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tcPr>
                </a:tc>
                <a:tc>
                  <a:txBody>
                    <a:bodyPr/>
                    <a:lstStyle/>
                    <a:p>
                      <a:pPr marL="0" algn="ctr" defTabSz="913765" rtl="0" eaLnBrk="1" latinLnBrk="0" hangingPunct="1">
                        <a:lnSpc>
                          <a:spcPct val="120000"/>
                        </a:lnSpc>
                        <a:spcBef>
                          <a:spcPts val="0"/>
                        </a:spcBef>
                        <a:spcAft>
                          <a:spcPts val="0"/>
                        </a:spcAft>
                      </a:pPr>
                      <a:r>
                        <a:rPr lang="en-US" altLang="zh-CN" sz="1400" b="1" kern="1200" dirty="0">
                          <a:solidFill>
                            <a:srgbClr val="EC7061"/>
                          </a:solidFill>
                          <a:latin typeface="微软雅黑 Light" panose="020B0502040204020203" pitchFamily="34" charset="-122"/>
                          <a:ea typeface="微软雅黑 Light" panose="020B0502040204020203" pitchFamily="34" charset="-122"/>
                          <a:cs typeface="+mn-ea"/>
                          <a:sym typeface="+mn-lt"/>
                        </a:rPr>
                        <a:t>30.1.1.2</a:t>
                      </a:r>
                      <a:endParaRPr lang="zh-CN" altLang="en-US" sz="1400" b="1" kern="1200" dirty="0">
                        <a:solidFill>
                          <a:srgbClr val="EC7061"/>
                        </a:solidFill>
                        <a:latin typeface="微软雅黑 Light" panose="020B0502040204020203" pitchFamily="34" charset="-122"/>
                        <a:ea typeface="微软雅黑 Light" panose="020B0502040204020203" pitchFamily="34" charset="-122"/>
                        <a:cs typeface="+mn-ea"/>
                        <a:sym typeface="+mn-lt"/>
                      </a:endParaRPr>
                    </a:p>
                  </a:txBody>
                  <a:tcPr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tcPr>
                </a:tc>
              </a:tr>
            </a:tbl>
          </a:graphicData>
        </a:graphic>
      </p:graphicFrame>
      <p:sp>
        <p:nvSpPr>
          <p:cNvPr id="20" name="下箭头 63"/>
          <p:cNvSpPr/>
          <p:nvPr/>
        </p:nvSpPr>
        <p:spPr>
          <a:xfrm rot="10800000" flipV="1">
            <a:off x="8184232" y="3111321"/>
            <a:ext cx="1080000" cy="635358"/>
          </a:xfrm>
          <a:custGeom>
            <a:avLst/>
            <a:gdLst>
              <a:gd name="connsiteX0" fmla="*/ 0 w 1035535"/>
              <a:gd name="connsiteY0" fmla="*/ 468495 h 794114"/>
              <a:gd name="connsiteX1" fmla="*/ 258884 w 1035535"/>
              <a:gd name="connsiteY1" fmla="*/ 468495 h 794114"/>
              <a:gd name="connsiteX2" fmla="*/ 258884 w 1035535"/>
              <a:gd name="connsiteY2" fmla="*/ 0 h 794114"/>
              <a:gd name="connsiteX3" fmla="*/ 776651 w 1035535"/>
              <a:gd name="connsiteY3" fmla="*/ 0 h 794114"/>
              <a:gd name="connsiteX4" fmla="*/ 776651 w 1035535"/>
              <a:gd name="connsiteY4" fmla="*/ 468495 h 794114"/>
              <a:gd name="connsiteX5" fmla="*/ 1035535 w 1035535"/>
              <a:gd name="connsiteY5" fmla="*/ 468495 h 794114"/>
              <a:gd name="connsiteX6" fmla="*/ 517768 w 1035535"/>
              <a:gd name="connsiteY6" fmla="*/ 794114 h 794114"/>
              <a:gd name="connsiteX7" fmla="*/ 0 w 1035535"/>
              <a:gd name="connsiteY7" fmla="*/ 468495 h 794114"/>
              <a:gd name="connsiteX0-1" fmla="*/ 258884 w 1035535"/>
              <a:gd name="connsiteY0-2" fmla="*/ 0 h 794114"/>
              <a:gd name="connsiteX1-3" fmla="*/ 776651 w 1035535"/>
              <a:gd name="connsiteY1-4" fmla="*/ 0 h 794114"/>
              <a:gd name="connsiteX2-5" fmla="*/ 776651 w 1035535"/>
              <a:gd name="connsiteY2-6" fmla="*/ 468495 h 794114"/>
              <a:gd name="connsiteX3-7" fmla="*/ 1035535 w 1035535"/>
              <a:gd name="connsiteY3-8" fmla="*/ 468495 h 794114"/>
              <a:gd name="connsiteX4-9" fmla="*/ 517768 w 1035535"/>
              <a:gd name="connsiteY4-10" fmla="*/ 794114 h 794114"/>
              <a:gd name="connsiteX5-11" fmla="*/ 0 w 1035535"/>
              <a:gd name="connsiteY5-12" fmla="*/ 468495 h 794114"/>
              <a:gd name="connsiteX6-13" fmla="*/ 258884 w 1035535"/>
              <a:gd name="connsiteY6-14" fmla="*/ 468495 h 794114"/>
              <a:gd name="connsiteX7-15" fmla="*/ 350324 w 1035535"/>
              <a:gd name="connsiteY7-16" fmla="*/ 91440 h 794114"/>
              <a:gd name="connsiteX0-17" fmla="*/ 258884 w 1035535"/>
              <a:gd name="connsiteY0-18" fmla="*/ 0 h 794114"/>
              <a:gd name="connsiteX1-19" fmla="*/ 776651 w 1035535"/>
              <a:gd name="connsiteY1-20" fmla="*/ 468495 h 794114"/>
              <a:gd name="connsiteX2-21" fmla="*/ 1035535 w 1035535"/>
              <a:gd name="connsiteY2-22" fmla="*/ 468495 h 794114"/>
              <a:gd name="connsiteX3-23" fmla="*/ 517768 w 1035535"/>
              <a:gd name="connsiteY3-24" fmla="*/ 794114 h 794114"/>
              <a:gd name="connsiteX4-25" fmla="*/ 0 w 1035535"/>
              <a:gd name="connsiteY4-26" fmla="*/ 468495 h 794114"/>
              <a:gd name="connsiteX5-27" fmla="*/ 258884 w 1035535"/>
              <a:gd name="connsiteY5-28" fmla="*/ 468495 h 794114"/>
              <a:gd name="connsiteX6-29" fmla="*/ 350324 w 1035535"/>
              <a:gd name="connsiteY6-30" fmla="*/ 91440 h 794114"/>
              <a:gd name="connsiteX0-31" fmla="*/ 1016121 w 1035535"/>
              <a:gd name="connsiteY0-32" fmla="*/ 0 h 794114"/>
              <a:gd name="connsiteX1-33" fmla="*/ 776651 w 1035535"/>
              <a:gd name="connsiteY1-34" fmla="*/ 468495 h 794114"/>
              <a:gd name="connsiteX2-35" fmla="*/ 1035535 w 1035535"/>
              <a:gd name="connsiteY2-36" fmla="*/ 468495 h 794114"/>
              <a:gd name="connsiteX3-37" fmla="*/ 517768 w 1035535"/>
              <a:gd name="connsiteY3-38" fmla="*/ 794114 h 794114"/>
              <a:gd name="connsiteX4-39" fmla="*/ 0 w 1035535"/>
              <a:gd name="connsiteY4-40" fmla="*/ 468495 h 794114"/>
              <a:gd name="connsiteX5-41" fmla="*/ 258884 w 1035535"/>
              <a:gd name="connsiteY5-42" fmla="*/ 468495 h 794114"/>
              <a:gd name="connsiteX6-43" fmla="*/ 350324 w 1035535"/>
              <a:gd name="connsiteY6-44" fmla="*/ 91440 h 794114"/>
              <a:gd name="connsiteX0-45" fmla="*/ 1018222 w 1037636"/>
              <a:gd name="connsiteY0-46" fmla="*/ 0 h 794114"/>
              <a:gd name="connsiteX1-47" fmla="*/ 778752 w 1037636"/>
              <a:gd name="connsiteY1-48" fmla="*/ 468495 h 794114"/>
              <a:gd name="connsiteX2-49" fmla="*/ 1037636 w 1037636"/>
              <a:gd name="connsiteY2-50" fmla="*/ 468495 h 794114"/>
              <a:gd name="connsiteX3-51" fmla="*/ 519869 w 1037636"/>
              <a:gd name="connsiteY3-52" fmla="*/ 794114 h 794114"/>
              <a:gd name="connsiteX4-53" fmla="*/ 2101 w 1037636"/>
              <a:gd name="connsiteY4-54" fmla="*/ 468495 h 794114"/>
              <a:gd name="connsiteX5-55" fmla="*/ 260985 w 1037636"/>
              <a:gd name="connsiteY5-56" fmla="*/ 468495 h 794114"/>
              <a:gd name="connsiteX6-57" fmla="*/ 0 w 1037636"/>
              <a:gd name="connsiteY6-58" fmla="*/ 86678 h 794114"/>
              <a:gd name="connsiteX0-59" fmla="*/ 1027747 w 1047161"/>
              <a:gd name="connsiteY0-60" fmla="*/ 0 h 794114"/>
              <a:gd name="connsiteX1-61" fmla="*/ 788277 w 1047161"/>
              <a:gd name="connsiteY1-62" fmla="*/ 468495 h 794114"/>
              <a:gd name="connsiteX2-63" fmla="*/ 1047161 w 1047161"/>
              <a:gd name="connsiteY2-64" fmla="*/ 468495 h 794114"/>
              <a:gd name="connsiteX3-65" fmla="*/ 529394 w 1047161"/>
              <a:gd name="connsiteY3-66" fmla="*/ 794114 h 794114"/>
              <a:gd name="connsiteX4-67" fmla="*/ 11626 w 1047161"/>
              <a:gd name="connsiteY4-68" fmla="*/ 468495 h 794114"/>
              <a:gd name="connsiteX5-69" fmla="*/ 270510 w 1047161"/>
              <a:gd name="connsiteY5-70" fmla="*/ 468495 h 794114"/>
              <a:gd name="connsiteX6-71" fmla="*/ 0 w 1047161"/>
              <a:gd name="connsiteY6-72" fmla="*/ 10478 h 794114"/>
              <a:gd name="connsiteX0-73" fmla="*/ 1016121 w 1035535"/>
              <a:gd name="connsiteY0-74" fmla="*/ 13335 h 807449"/>
              <a:gd name="connsiteX1-75" fmla="*/ 776651 w 1035535"/>
              <a:gd name="connsiteY1-76" fmla="*/ 481830 h 807449"/>
              <a:gd name="connsiteX2-77" fmla="*/ 1035535 w 1035535"/>
              <a:gd name="connsiteY2-78" fmla="*/ 481830 h 807449"/>
              <a:gd name="connsiteX3-79" fmla="*/ 517768 w 1035535"/>
              <a:gd name="connsiteY3-80" fmla="*/ 807449 h 807449"/>
              <a:gd name="connsiteX4-81" fmla="*/ 0 w 1035535"/>
              <a:gd name="connsiteY4-82" fmla="*/ 481830 h 807449"/>
              <a:gd name="connsiteX5-83" fmla="*/ 258884 w 1035535"/>
              <a:gd name="connsiteY5-84" fmla="*/ 481830 h 807449"/>
              <a:gd name="connsiteX6-85" fmla="*/ 12187 w 1035535"/>
              <a:gd name="connsiteY6-86" fmla="*/ 0 h 807449"/>
              <a:gd name="connsiteX0-87" fmla="*/ 1016121 w 1035535"/>
              <a:gd name="connsiteY0-88" fmla="*/ 13335 h 807449"/>
              <a:gd name="connsiteX1-89" fmla="*/ 776651 w 1035535"/>
              <a:gd name="connsiteY1-90" fmla="*/ 481830 h 807449"/>
              <a:gd name="connsiteX2-91" fmla="*/ 1035535 w 1035535"/>
              <a:gd name="connsiteY2-92" fmla="*/ 481830 h 807449"/>
              <a:gd name="connsiteX3-93" fmla="*/ 517768 w 1035535"/>
              <a:gd name="connsiteY3-94" fmla="*/ 807449 h 807449"/>
              <a:gd name="connsiteX4-95" fmla="*/ 0 w 1035535"/>
              <a:gd name="connsiteY4-96" fmla="*/ 481830 h 807449"/>
              <a:gd name="connsiteX5-97" fmla="*/ 392234 w 1035535"/>
              <a:gd name="connsiteY5-98" fmla="*/ 486592 h 807449"/>
              <a:gd name="connsiteX6-99" fmla="*/ 12187 w 1035535"/>
              <a:gd name="connsiteY6-100" fmla="*/ 0 h 807449"/>
              <a:gd name="connsiteX0-101" fmla="*/ 1016121 w 1035535"/>
              <a:gd name="connsiteY0-102" fmla="*/ 13335 h 807449"/>
              <a:gd name="connsiteX1-103" fmla="*/ 619488 w 1035535"/>
              <a:gd name="connsiteY1-104" fmla="*/ 481830 h 807449"/>
              <a:gd name="connsiteX2-105" fmla="*/ 1035535 w 1035535"/>
              <a:gd name="connsiteY2-106" fmla="*/ 481830 h 807449"/>
              <a:gd name="connsiteX3-107" fmla="*/ 517768 w 1035535"/>
              <a:gd name="connsiteY3-108" fmla="*/ 807449 h 807449"/>
              <a:gd name="connsiteX4-109" fmla="*/ 0 w 1035535"/>
              <a:gd name="connsiteY4-110" fmla="*/ 481830 h 807449"/>
              <a:gd name="connsiteX5-111" fmla="*/ 392234 w 1035535"/>
              <a:gd name="connsiteY5-112" fmla="*/ 486592 h 807449"/>
              <a:gd name="connsiteX6-113" fmla="*/ 12187 w 1035535"/>
              <a:gd name="connsiteY6-114" fmla="*/ 0 h 807449"/>
              <a:gd name="connsiteX0-115" fmla="*/ 1016121 w 1035535"/>
              <a:gd name="connsiteY0-116" fmla="*/ 13335 h 807449"/>
              <a:gd name="connsiteX1-117" fmla="*/ 619488 w 1035535"/>
              <a:gd name="connsiteY1-118" fmla="*/ 481830 h 807449"/>
              <a:gd name="connsiteX2-119" fmla="*/ 1035535 w 1035535"/>
              <a:gd name="connsiteY2-120" fmla="*/ 481830 h 807449"/>
              <a:gd name="connsiteX3-121" fmla="*/ 517768 w 1035535"/>
              <a:gd name="connsiteY3-122" fmla="*/ 807449 h 807449"/>
              <a:gd name="connsiteX4-123" fmla="*/ 0 w 1035535"/>
              <a:gd name="connsiteY4-124" fmla="*/ 481830 h 807449"/>
              <a:gd name="connsiteX5-125" fmla="*/ 392234 w 1035535"/>
              <a:gd name="connsiteY5-126" fmla="*/ 486592 h 807449"/>
              <a:gd name="connsiteX6-127" fmla="*/ 12187 w 1035535"/>
              <a:gd name="connsiteY6-128" fmla="*/ 0 h 807449"/>
              <a:gd name="connsiteX0-129" fmla="*/ 1016121 w 1035535"/>
              <a:gd name="connsiteY0-130" fmla="*/ 13335 h 807449"/>
              <a:gd name="connsiteX1-131" fmla="*/ 619488 w 1035535"/>
              <a:gd name="connsiteY1-132" fmla="*/ 481830 h 807449"/>
              <a:gd name="connsiteX2-133" fmla="*/ 1035535 w 1035535"/>
              <a:gd name="connsiteY2-134" fmla="*/ 481830 h 807449"/>
              <a:gd name="connsiteX3-135" fmla="*/ 517768 w 1035535"/>
              <a:gd name="connsiteY3-136" fmla="*/ 807449 h 807449"/>
              <a:gd name="connsiteX4-137" fmla="*/ 0 w 1035535"/>
              <a:gd name="connsiteY4-138" fmla="*/ 481830 h 807449"/>
              <a:gd name="connsiteX5-139" fmla="*/ 392234 w 1035535"/>
              <a:gd name="connsiteY5-140" fmla="*/ 486592 h 807449"/>
              <a:gd name="connsiteX6-141" fmla="*/ 12187 w 1035535"/>
              <a:gd name="connsiteY6-142" fmla="*/ 0 h 807449"/>
              <a:gd name="connsiteX0-143" fmla="*/ 1044696 w 1044696"/>
              <a:gd name="connsiteY0-144" fmla="*/ 0 h 832214"/>
              <a:gd name="connsiteX1-145" fmla="*/ 619488 w 1044696"/>
              <a:gd name="connsiteY1-146" fmla="*/ 506595 h 832214"/>
              <a:gd name="connsiteX2-147" fmla="*/ 1035535 w 1044696"/>
              <a:gd name="connsiteY2-148" fmla="*/ 506595 h 832214"/>
              <a:gd name="connsiteX3-149" fmla="*/ 517768 w 1044696"/>
              <a:gd name="connsiteY3-150" fmla="*/ 832214 h 832214"/>
              <a:gd name="connsiteX4-151" fmla="*/ 0 w 1044696"/>
              <a:gd name="connsiteY4-152" fmla="*/ 506595 h 832214"/>
              <a:gd name="connsiteX5-153" fmla="*/ 392234 w 1044696"/>
              <a:gd name="connsiteY5-154" fmla="*/ 511357 h 832214"/>
              <a:gd name="connsiteX6-155" fmla="*/ 12187 w 1044696"/>
              <a:gd name="connsiteY6-156" fmla="*/ 24765 h 832214"/>
              <a:gd name="connsiteX0-157" fmla="*/ 1032509 w 1032509"/>
              <a:gd name="connsiteY0-158" fmla="*/ 0 h 832214"/>
              <a:gd name="connsiteX1-159" fmla="*/ 607301 w 1032509"/>
              <a:gd name="connsiteY1-160" fmla="*/ 506595 h 832214"/>
              <a:gd name="connsiteX2-161" fmla="*/ 1023348 w 1032509"/>
              <a:gd name="connsiteY2-162" fmla="*/ 506595 h 832214"/>
              <a:gd name="connsiteX3-163" fmla="*/ 505581 w 1032509"/>
              <a:gd name="connsiteY3-164" fmla="*/ 832214 h 832214"/>
              <a:gd name="connsiteX4-165" fmla="*/ 237844 w 1032509"/>
              <a:gd name="connsiteY4-166" fmla="*/ 508976 h 832214"/>
              <a:gd name="connsiteX5-167" fmla="*/ 380047 w 1032509"/>
              <a:gd name="connsiteY5-168" fmla="*/ 511357 h 832214"/>
              <a:gd name="connsiteX6-169" fmla="*/ 0 w 1032509"/>
              <a:gd name="connsiteY6-170" fmla="*/ 24765 h 832214"/>
              <a:gd name="connsiteX0-171" fmla="*/ 1032509 w 1032509"/>
              <a:gd name="connsiteY0-172" fmla="*/ 0 h 832214"/>
              <a:gd name="connsiteX1-173" fmla="*/ 607301 w 1032509"/>
              <a:gd name="connsiteY1-174" fmla="*/ 506595 h 832214"/>
              <a:gd name="connsiteX2-175" fmla="*/ 804276 w 1032509"/>
              <a:gd name="connsiteY2-176" fmla="*/ 513741 h 832214"/>
              <a:gd name="connsiteX3-177" fmla="*/ 505581 w 1032509"/>
              <a:gd name="connsiteY3-178" fmla="*/ 832214 h 832214"/>
              <a:gd name="connsiteX4-179" fmla="*/ 237844 w 1032509"/>
              <a:gd name="connsiteY4-180" fmla="*/ 508976 h 832214"/>
              <a:gd name="connsiteX5-181" fmla="*/ 380047 w 1032509"/>
              <a:gd name="connsiteY5-182" fmla="*/ 511357 h 832214"/>
              <a:gd name="connsiteX6-183" fmla="*/ 0 w 1032509"/>
              <a:gd name="connsiteY6-184" fmla="*/ 24765 h 832214"/>
              <a:gd name="connsiteX0-185" fmla="*/ 1032509 w 1032509"/>
              <a:gd name="connsiteY0-186" fmla="*/ 0 h 722679"/>
              <a:gd name="connsiteX1-187" fmla="*/ 607301 w 1032509"/>
              <a:gd name="connsiteY1-188" fmla="*/ 506595 h 722679"/>
              <a:gd name="connsiteX2-189" fmla="*/ 804276 w 1032509"/>
              <a:gd name="connsiteY2-190" fmla="*/ 513741 h 722679"/>
              <a:gd name="connsiteX3-191" fmla="*/ 507965 w 1032509"/>
              <a:gd name="connsiteY3-192" fmla="*/ 722679 h 722679"/>
              <a:gd name="connsiteX4-193" fmla="*/ 237844 w 1032509"/>
              <a:gd name="connsiteY4-194" fmla="*/ 508976 h 722679"/>
              <a:gd name="connsiteX5-195" fmla="*/ 380047 w 1032509"/>
              <a:gd name="connsiteY5-196" fmla="*/ 511357 h 722679"/>
              <a:gd name="connsiteX6-197" fmla="*/ 0 w 1032509"/>
              <a:gd name="connsiteY6-198" fmla="*/ 24765 h 722679"/>
              <a:gd name="connsiteX0-199" fmla="*/ 1032509 w 1032509"/>
              <a:gd name="connsiteY0-200" fmla="*/ 0 h 722679"/>
              <a:gd name="connsiteX1-201" fmla="*/ 607301 w 1032509"/>
              <a:gd name="connsiteY1-202" fmla="*/ 506595 h 722679"/>
              <a:gd name="connsiteX2-203" fmla="*/ 804276 w 1032509"/>
              <a:gd name="connsiteY2-204" fmla="*/ 513741 h 722679"/>
              <a:gd name="connsiteX3-205" fmla="*/ 498440 w 1032509"/>
              <a:gd name="connsiteY3-206" fmla="*/ 722679 h 722679"/>
              <a:gd name="connsiteX4-207" fmla="*/ 237844 w 1032509"/>
              <a:gd name="connsiteY4-208" fmla="*/ 508976 h 722679"/>
              <a:gd name="connsiteX5-209" fmla="*/ 380047 w 1032509"/>
              <a:gd name="connsiteY5-210" fmla="*/ 511357 h 722679"/>
              <a:gd name="connsiteX6-211" fmla="*/ 0 w 1032509"/>
              <a:gd name="connsiteY6-212" fmla="*/ 24765 h 722679"/>
              <a:gd name="connsiteX0-213" fmla="*/ 1032509 w 1032509"/>
              <a:gd name="connsiteY0-214" fmla="*/ 0 h 722679"/>
              <a:gd name="connsiteX1-215" fmla="*/ 607301 w 1032509"/>
              <a:gd name="connsiteY1-216" fmla="*/ 506595 h 722679"/>
              <a:gd name="connsiteX2-217" fmla="*/ 792369 w 1032509"/>
              <a:gd name="connsiteY2-218" fmla="*/ 515732 h 722679"/>
              <a:gd name="connsiteX3-219" fmla="*/ 498440 w 1032509"/>
              <a:gd name="connsiteY3-220" fmla="*/ 722679 h 722679"/>
              <a:gd name="connsiteX4-221" fmla="*/ 237844 w 1032509"/>
              <a:gd name="connsiteY4-222" fmla="*/ 508976 h 722679"/>
              <a:gd name="connsiteX5-223" fmla="*/ 380047 w 1032509"/>
              <a:gd name="connsiteY5-224" fmla="*/ 511357 h 722679"/>
              <a:gd name="connsiteX6-225" fmla="*/ 0 w 1032509"/>
              <a:gd name="connsiteY6-226" fmla="*/ 24765 h 722679"/>
              <a:gd name="connsiteX0-227" fmla="*/ 1032509 w 1032509"/>
              <a:gd name="connsiteY0-228" fmla="*/ 0 h 720688"/>
              <a:gd name="connsiteX1-229" fmla="*/ 607301 w 1032509"/>
              <a:gd name="connsiteY1-230" fmla="*/ 506595 h 720688"/>
              <a:gd name="connsiteX2-231" fmla="*/ 792369 w 1032509"/>
              <a:gd name="connsiteY2-232" fmla="*/ 515732 h 720688"/>
              <a:gd name="connsiteX3-233" fmla="*/ 503202 w 1032509"/>
              <a:gd name="connsiteY3-234" fmla="*/ 720688 h 720688"/>
              <a:gd name="connsiteX4-235" fmla="*/ 237844 w 1032509"/>
              <a:gd name="connsiteY4-236" fmla="*/ 508976 h 720688"/>
              <a:gd name="connsiteX5-237" fmla="*/ 380047 w 1032509"/>
              <a:gd name="connsiteY5-238" fmla="*/ 511357 h 720688"/>
              <a:gd name="connsiteX6-239" fmla="*/ 0 w 1032509"/>
              <a:gd name="connsiteY6-240" fmla="*/ 24765 h 720688"/>
              <a:gd name="connsiteX0-241" fmla="*/ 1044414 w 1044414"/>
              <a:gd name="connsiteY0-242" fmla="*/ 0 h 720688"/>
              <a:gd name="connsiteX1-243" fmla="*/ 619206 w 1044414"/>
              <a:gd name="connsiteY1-244" fmla="*/ 506595 h 720688"/>
              <a:gd name="connsiteX2-245" fmla="*/ 804274 w 1044414"/>
              <a:gd name="connsiteY2-246" fmla="*/ 515732 h 720688"/>
              <a:gd name="connsiteX3-247" fmla="*/ 515107 w 1044414"/>
              <a:gd name="connsiteY3-248" fmla="*/ 720688 h 720688"/>
              <a:gd name="connsiteX4-249" fmla="*/ 249749 w 1044414"/>
              <a:gd name="connsiteY4-250" fmla="*/ 508976 h 720688"/>
              <a:gd name="connsiteX5-251" fmla="*/ 391952 w 1044414"/>
              <a:gd name="connsiteY5-252" fmla="*/ 511357 h 720688"/>
              <a:gd name="connsiteX6-253" fmla="*/ 0 w 1044414"/>
              <a:gd name="connsiteY6-254" fmla="*/ 4852 h 720688"/>
              <a:gd name="connsiteX0-255" fmla="*/ 1082514 w 1082514"/>
              <a:gd name="connsiteY0-256" fmla="*/ 0 h 722679"/>
              <a:gd name="connsiteX1-257" fmla="*/ 619206 w 1082514"/>
              <a:gd name="connsiteY1-258" fmla="*/ 508586 h 722679"/>
              <a:gd name="connsiteX2-259" fmla="*/ 804274 w 1082514"/>
              <a:gd name="connsiteY2-260" fmla="*/ 517723 h 722679"/>
              <a:gd name="connsiteX3-261" fmla="*/ 515107 w 1082514"/>
              <a:gd name="connsiteY3-262" fmla="*/ 722679 h 722679"/>
              <a:gd name="connsiteX4-263" fmla="*/ 249749 w 1082514"/>
              <a:gd name="connsiteY4-264" fmla="*/ 510967 h 722679"/>
              <a:gd name="connsiteX5-265" fmla="*/ 391952 w 1082514"/>
              <a:gd name="connsiteY5-266" fmla="*/ 513348 h 722679"/>
              <a:gd name="connsiteX6-267" fmla="*/ 0 w 1082514"/>
              <a:gd name="connsiteY6-268" fmla="*/ 6843 h 722679"/>
              <a:gd name="connsiteX0-269" fmla="*/ 1082514 w 1082514"/>
              <a:gd name="connsiteY0-270" fmla="*/ 0 h 724672"/>
              <a:gd name="connsiteX1-271" fmla="*/ 619206 w 1082514"/>
              <a:gd name="connsiteY1-272" fmla="*/ 508586 h 724672"/>
              <a:gd name="connsiteX2-273" fmla="*/ 804274 w 1082514"/>
              <a:gd name="connsiteY2-274" fmla="*/ 517723 h 724672"/>
              <a:gd name="connsiteX3-275" fmla="*/ 534160 w 1082514"/>
              <a:gd name="connsiteY3-276" fmla="*/ 724672 h 724672"/>
              <a:gd name="connsiteX4-277" fmla="*/ 249749 w 1082514"/>
              <a:gd name="connsiteY4-278" fmla="*/ 510967 h 724672"/>
              <a:gd name="connsiteX5-279" fmla="*/ 391952 w 1082514"/>
              <a:gd name="connsiteY5-280" fmla="*/ 513348 h 724672"/>
              <a:gd name="connsiteX6-281" fmla="*/ 0 w 1082514"/>
              <a:gd name="connsiteY6-282" fmla="*/ 6843 h 724672"/>
              <a:gd name="connsiteX0-283" fmla="*/ 1082514 w 1082514"/>
              <a:gd name="connsiteY0-284" fmla="*/ 0 h 724672"/>
              <a:gd name="connsiteX1-285" fmla="*/ 619206 w 1082514"/>
              <a:gd name="connsiteY1-286" fmla="*/ 508586 h 724672"/>
              <a:gd name="connsiteX2-287" fmla="*/ 804274 w 1082514"/>
              <a:gd name="connsiteY2-288" fmla="*/ 517723 h 724672"/>
              <a:gd name="connsiteX3-289" fmla="*/ 534160 w 1082514"/>
              <a:gd name="connsiteY3-290" fmla="*/ 724672 h 724672"/>
              <a:gd name="connsiteX4-291" fmla="*/ 249749 w 1082514"/>
              <a:gd name="connsiteY4-292" fmla="*/ 510967 h 724672"/>
              <a:gd name="connsiteX5-293" fmla="*/ 380046 w 1082514"/>
              <a:gd name="connsiteY5-294" fmla="*/ 533263 h 724672"/>
              <a:gd name="connsiteX6-295" fmla="*/ 0 w 1082514"/>
              <a:gd name="connsiteY6-296" fmla="*/ 6843 h 724672"/>
              <a:gd name="connsiteX0-297" fmla="*/ 1082514 w 1082514"/>
              <a:gd name="connsiteY0-298" fmla="*/ 0 h 724672"/>
              <a:gd name="connsiteX1-299" fmla="*/ 619206 w 1082514"/>
              <a:gd name="connsiteY1-300" fmla="*/ 508586 h 724672"/>
              <a:gd name="connsiteX2-301" fmla="*/ 804274 w 1082514"/>
              <a:gd name="connsiteY2-302" fmla="*/ 517723 h 724672"/>
              <a:gd name="connsiteX3-303" fmla="*/ 534160 w 1082514"/>
              <a:gd name="connsiteY3-304" fmla="*/ 724672 h 724672"/>
              <a:gd name="connsiteX4-305" fmla="*/ 249749 w 1082514"/>
              <a:gd name="connsiteY4-306" fmla="*/ 510967 h 724672"/>
              <a:gd name="connsiteX5-307" fmla="*/ 380046 w 1082514"/>
              <a:gd name="connsiteY5-308" fmla="*/ 533263 h 724672"/>
              <a:gd name="connsiteX6-309" fmla="*/ 0 w 1082514"/>
              <a:gd name="connsiteY6-310" fmla="*/ 6843 h 724672"/>
              <a:gd name="connsiteX0-311" fmla="*/ 1082514 w 1082514"/>
              <a:gd name="connsiteY0-312" fmla="*/ 0 h 724672"/>
              <a:gd name="connsiteX1-313" fmla="*/ 619206 w 1082514"/>
              <a:gd name="connsiteY1-314" fmla="*/ 508586 h 724672"/>
              <a:gd name="connsiteX2-315" fmla="*/ 804274 w 1082514"/>
              <a:gd name="connsiteY2-316" fmla="*/ 517723 h 724672"/>
              <a:gd name="connsiteX3-317" fmla="*/ 534160 w 1082514"/>
              <a:gd name="connsiteY3-318" fmla="*/ 724672 h 724672"/>
              <a:gd name="connsiteX4-319" fmla="*/ 249749 w 1082514"/>
              <a:gd name="connsiteY4-320" fmla="*/ 510967 h 724672"/>
              <a:gd name="connsiteX5-321" fmla="*/ 380046 w 1082514"/>
              <a:gd name="connsiteY5-322" fmla="*/ 533263 h 724672"/>
              <a:gd name="connsiteX6-323" fmla="*/ 0 w 1082514"/>
              <a:gd name="connsiteY6-324" fmla="*/ 6843 h 724672"/>
              <a:gd name="connsiteX0-325" fmla="*/ 1082514 w 1082514"/>
              <a:gd name="connsiteY0-326" fmla="*/ 0 h 724672"/>
              <a:gd name="connsiteX1-327" fmla="*/ 619206 w 1082514"/>
              <a:gd name="connsiteY1-328" fmla="*/ 508586 h 724672"/>
              <a:gd name="connsiteX2-329" fmla="*/ 804274 w 1082514"/>
              <a:gd name="connsiteY2-330" fmla="*/ 517723 h 724672"/>
              <a:gd name="connsiteX3-331" fmla="*/ 534160 w 1082514"/>
              <a:gd name="connsiteY3-332" fmla="*/ 724672 h 724672"/>
              <a:gd name="connsiteX4-333" fmla="*/ 233080 w 1082514"/>
              <a:gd name="connsiteY4-334" fmla="*/ 526899 h 724672"/>
              <a:gd name="connsiteX5-335" fmla="*/ 380046 w 1082514"/>
              <a:gd name="connsiteY5-336" fmla="*/ 533263 h 724672"/>
              <a:gd name="connsiteX6-337" fmla="*/ 0 w 1082514"/>
              <a:gd name="connsiteY6-338" fmla="*/ 6843 h 724672"/>
              <a:gd name="connsiteX0-339" fmla="*/ 1082514 w 1082514"/>
              <a:gd name="connsiteY0-340" fmla="*/ 0 h 724672"/>
              <a:gd name="connsiteX1-341" fmla="*/ 619206 w 1082514"/>
              <a:gd name="connsiteY1-342" fmla="*/ 508586 h 724672"/>
              <a:gd name="connsiteX2-343" fmla="*/ 804274 w 1082514"/>
              <a:gd name="connsiteY2-344" fmla="*/ 517723 h 724672"/>
              <a:gd name="connsiteX3-345" fmla="*/ 534160 w 1082514"/>
              <a:gd name="connsiteY3-346" fmla="*/ 724672 h 724672"/>
              <a:gd name="connsiteX4-347" fmla="*/ 237842 w 1082514"/>
              <a:gd name="connsiteY4-348" fmla="*/ 532873 h 724672"/>
              <a:gd name="connsiteX5-349" fmla="*/ 380046 w 1082514"/>
              <a:gd name="connsiteY5-350" fmla="*/ 533263 h 724672"/>
              <a:gd name="connsiteX6-351" fmla="*/ 0 w 1082514"/>
              <a:gd name="connsiteY6-352" fmla="*/ 6843 h 724672"/>
              <a:gd name="connsiteX0-353" fmla="*/ 1082514 w 1082514"/>
              <a:gd name="connsiteY0-354" fmla="*/ 0 h 724672"/>
              <a:gd name="connsiteX1-355" fmla="*/ 690644 w 1082514"/>
              <a:gd name="connsiteY1-356" fmla="*/ 532484 h 724672"/>
              <a:gd name="connsiteX2-357" fmla="*/ 804274 w 1082514"/>
              <a:gd name="connsiteY2-358" fmla="*/ 517723 h 724672"/>
              <a:gd name="connsiteX3-359" fmla="*/ 534160 w 1082514"/>
              <a:gd name="connsiteY3-360" fmla="*/ 724672 h 724672"/>
              <a:gd name="connsiteX4-361" fmla="*/ 237842 w 1082514"/>
              <a:gd name="connsiteY4-362" fmla="*/ 532873 h 724672"/>
              <a:gd name="connsiteX5-363" fmla="*/ 380046 w 1082514"/>
              <a:gd name="connsiteY5-364" fmla="*/ 533263 h 724672"/>
              <a:gd name="connsiteX6-365" fmla="*/ 0 w 1082514"/>
              <a:gd name="connsiteY6-366" fmla="*/ 6843 h 724672"/>
              <a:gd name="connsiteX0-367" fmla="*/ 1082514 w 1082514"/>
              <a:gd name="connsiteY0-368" fmla="*/ 0 h 724672"/>
              <a:gd name="connsiteX1-369" fmla="*/ 690644 w 1082514"/>
              <a:gd name="connsiteY1-370" fmla="*/ 532484 h 724672"/>
              <a:gd name="connsiteX2-371" fmla="*/ 804274 w 1082514"/>
              <a:gd name="connsiteY2-372" fmla="*/ 517723 h 724672"/>
              <a:gd name="connsiteX3-373" fmla="*/ 534160 w 1082514"/>
              <a:gd name="connsiteY3-374" fmla="*/ 724672 h 724672"/>
              <a:gd name="connsiteX4-375" fmla="*/ 237842 w 1082514"/>
              <a:gd name="connsiteY4-376" fmla="*/ 532873 h 724672"/>
              <a:gd name="connsiteX5-377" fmla="*/ 380046 w 1082514"/>
              <a:gd name="connsiteY5-378" fmla="*/ 533263 h 724672"/>
              <a:gd name="connsiteX6-379" fmla="*/ 0 w 1082514"/>
              <a:gd name="connsiteY6-380" fmla="*/ 6843 h 724672"/>
              <a:gd name="connsiteX0-381" fmla="*/ 1082514 w 1082514"/>
              <a:gd name="connsiteY0-382" fmla="*/ 0 h 724672"/>
              <a:gd name="connsiteX1-383" fmla="*/ 690644 w 1082514"/>
              <a:gd name="connsiteY1-384" fmla="*/ 532484 h 724672"/>
              <a:gd name="connsiteX2-385" fmla="*/ 830468 w 1082514"/>
              <a:gd name="connsiteY2-386" fmla="*/ 531664 h 724672"/>
              <a:gd name="connsiteX3-387" fmla="*/ 534160 w 1082514"/>
              <a:gd name="connsiteY3-388" fmla="*/ 724672 h 724672"/>
              <a:gd name="connsiteX4-389" fmla="*/ 237842 w 1082514"/>
              <a:gd name="connsiteY4-390" fmla="*/ 532873 h 724672"/>
              <a:gd name="connsiteX5-391" fmla="*/ 380046 w 1082514"/>
              <a:gd name="connsiteY5-392" fmla="*/ 533263 h 724672"/>
              <a:gd name="connsiteX6-393" fmla="*/ 0 w 1082514"/>
              <a:gd name="connsiteY6-394" fmla="*/ 6843 h 724672"/>
              <a:gd name="connsiteX0-395" fmla="*/ 1082514 w 1082514"/>
              <a:gd name="connsiteY0-396" fmla="*/ 0 h 724672"/>
              <a:gd name="connsiteX1-397" fmla="*/ 690644 w 1082514"/>
              <a:gd name="connsiteY1-398" fmla="*/ 532484 h 724672"/>
              <a:gd name="connsiteX2-399" fmla="*/ 830468 w 1082514"/>
              <a:gd name="connsiteY2-400" fmla="*/ 531664 h 724672"/>
              <a:gd name="connsiteX3-401" fmla="*/ 534160 w 1082514"/>
              <a:gd name="connsiteY3-402" fmla="*/ 724672 h 724672"/>
              <a:gd name="connsiteX4-403" fmla="*/ 237842 w 1082514"/>
              <a:gd name="connsiteY4-404" fmla="*/ 532873 h 724672"/>
              <a:gd name="connsiteX5-405" fmla="*/ 434815 w 1082514"/>
              <a:gd name="connsiteY5-406" fmla="*/ 533263 h 724672"/>
              <a:gd name="connsiteX6-407" fmla="*/ 0 w 1082514"/>
              <a:gd name="connsiteY6-408" fmla="*/ 6843 h 724672"/>
              <a:gd name="connsiteX0-409" fmla="*/ 1082514 w 1082514"/>
              <a:gd name="connsiteY0-410" fmla="*/ 0 h 724672"/>
              <a:gd name="connsiteX1-411" fmla="*/ 690644 w 1082514"/>
              <a:gd name="connsiteY1-412" fmla="*/ 532484 h 724672"/>
              <a:gd name="connsiteX2-413" fmla="*/ 830468 w 1082514"/>
              <a:gd name="connsiteY2-414" fmla="*/ 531664 h 724672"/>
              <a:gd name="connsiteX3-415" fmla="*/ 534160 w 1082514"/>
              <a:gd name="connsiteY3-416" fmla="*/ 724672 h 724672"/>
              <a:gd name="connsiteX4-417" fmla="*/ 297373 w 1082514"/>
              <a:gd name="connsiteY4-418" fmla="*/ 532873 h 724672"/>
              <a:gd name="connsiteX5-419" fmla="*/ 434815 w 1082514"/>
              <a:gd name="connsiteY5-420" fmla="*/ 533263 h 724672"/>
              <a:gd name="connsiteX6-421" fmla="*/ 0 w 1082514"/>
              <a:gd name="connsiteY6-422" fmla="*/ 6843 h 724672"/>
              <a:gd name="connsiteX0-423" fmla="*/ 1082514 w 1082514"/>
              <a:gd name="connsiteY0-424" fmla="*/ 0 h 724672"/>
              <a:gd name="connsiteX1-425" fmla="*/ 690644 w 1082514"/>
              <a:gd name="connsiteY1-426" fmla="*/ 532484 h 724672"/>
              <a:gd name="connsiteX2-427" fmla="*/ 768555 w 1082514"/>
              <a:gd name="connsiteY2-428" fmla="*/ 531664 h 724672"/>
              <a:gd name="connsiteX3-429" fmla="*/ 534160 w 1082514"/>
              <a:gd name="connsiteY3-430" fmla="*/ 724672 h 724672"/>
              <a:gd name="connsiteX4-431" fmla="*/ 297373 w 1082514"/>
              <a:gd name="connsiteY4-432" fmla="*/ 532873 h 724672"/>
              <a:gd name="connsiteX5-433" fmla="*/ 434815 w 1082514"/>
              <a:gd name="connsiteY5-434" fmla="*/ 533263 h 724672"/>
              <a:gd name="connsiteX6-435" fmla="*/ 0 w 1082514"/>
              <a:gd name="connsiteY6-436" fmla="*/ 6843 h 724672"/>
              <a:gd name="connsiteX0-437" fmla="*/ 1082514 w 1082514"/>
              <a:gd name="connsiteY0-438" fmla="*/ 0 h 724672"/>
              <a:gd name="connsiteX1-439" fmla="*/ 638256 w 1082514"/>
              <a:gd name="connsiteY1-440" fmla="*/ 534476 h 724672"/>
              <a:gd name="connsiteX2-441" fmla="*/ 768555 w 1082514"/>
              <a:gd name="connsiteY2-442" fmla="*/ 531664 h 724672"/>
              <a:gd name="connsiteX3-443" fmla="*/ 534160 w 1082514"/>
              <a:gd name="connsiteY3-444" fmla="*/ 724672 h 724672"/>
              <a:gd name="connsiteX4-445" fmla="*/ 297373 w 1082514"/>
              <a:gd name="connsiteY4-446" fmla="*/ 532873 h 724672"/>
              <a:gd name="connsiteX5-447" fmla="*/ 434815 w 1082514"/>
              <a:gd name="connsiteY5-448" fmla="*/ 533263 h 724672"/>
              <a:gd name="connsiteX6-449" fmla="*/ 0 w 1082514"/>
              <a:gd name="connsiteY6-450" fmla="*/ 6843 h 724672"/>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1082514" h="724672">
                <a:moveTo>
                  <a:pt x="1082514" y="0"/>
                </a:moveTo>
                <a:cubicBezTo>
                  <a:pt x="788378" y="227602"/>
                  <a:pt x="727605" y="349736"/>
                  <a:pt x="638256" y="534476"/>
                </a:cubicBezTo>
                <a:lnTo>
                  <a:pt x="768555" y="531664"/>
                </a:lnTo>
                <a:lnTo>
                  <a:pt x="534160" y="724672"/>
                </a:lnTo>
                <a:lnTo>
                  <a:pt x="297373" y="532873"/>
                </a:lnTo>
                <a:lnTo>
                  <a:pt x="434815" y="533263"/>
                </a:lnTo>
                <a:cubicBezTo>
                  <a:pt x="434815" y="377098"/>
                  <a:pt x="0" y="6843"/>
                  <a:pt x="0" y="6843"/>
                </a:cubicBezTo>
              </a:path>
            </a:pathLst>
          </a:custGeom>
          <a:gradFill flip="none" rotWithShape="1">
            <a:gsLst>
              <a:gs pos="15000">
                <a:srgbClr val="FFC000"/>
              </a:gs>
              <a:gs pos="100000">
                <a:schemeClr val="bg1">
                  <a:alpha val="0"/>
                </a:schemeClr>
              </a:gs>
            </a:gsLst>
            <a:lin ang="16200000" scaled="1"/>
            <a:tileRect/>
          </a:gradFill>
          <a:ln w="19050">
            <a:gradFill flip="none" rotWithShape="1">
              <a:gsLst>
                <a:gs pos="100000">
                  <a:schemeClr val="bg1">
                    <a:lumMod val="100000"/>
                    <a:alpha val="0"/>
                  </a:schemeClr>
                </a:gs>
                <a:gs pos="31000">
                  <a:srgbClr val="FF9933"/>
                </a:gs>
              </a:gsLst>
              <a:lin ang="162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lnSpc>
                <a:spcPct val="120000"/>
              </a:lnSpc>
            </a:pPr>
            <a:endParaRPr lang="zh-CN" altLang="en-US" sz="1800">
              <a:solidFill>
                <a:prstClr val="white"/>
              </a:solidFill>
              <a:latin typeface="微软雅黑 Light" panose="020B0502040204020203" pitchFamily="34" charset="-122"/>
              <a:ea typeface="微软雅黑 Light" panose="020B0502040204020203" pitchFamily="34" charset="-122"/>
              <a:cs typeface="+mn-ea"/>
              <a:sym typeface="+mn-lt"/>
            </a:endParaRPr>
          </a:p>
        </p:txBody>
      </p:sp>
      <p:sp>
        <p:nvSpPr>
          <p:cNvPr id="21" name="TextBox 55"/>
          <p:cNvSpPr txBox="1"/>
          <p:nvPr/>
        </p:nvSpPr>
        <p:spPr>
          <a:xfrm>
            <a:off x="11113550" y="5178826"/>
            <a:ext cx="815098" cy="266398"/>
          </a:xfrm>
          <a:prstGeom prst="rect">
            <a:avLst/>
          </a:prstGeom>
          <a:noFill/>
        </p:spPr>
        <p:txBody>
          <a:bodyPr wrap="square" rtlCol="0" anchor="ctr">
            <a:noAutofit/>
          </a:bodyPr>
          <a:lstStyle/>
          <a:p>
            <a:pPr fontAlgn="ctr">
              <a:lnSpc>
                <a:spcPct val="120000"/>
              </a:lnSpc>
            </a:pPr>
            <a:r>
              <a:rPr lang="zh-CN" altLang="en-US" sz="1400" dirty="0">
                <a:latin typeface="微软雅黑 Light" panose="020B0502040204020203" pitchFamily="34" charset="-122"/>
                <a:ea typeface="微软雅黑 Light" panose="020B0502040204020203" pitchFamily="34" charset="-122"/>
                <a:cs typeface="+mn-ea"/>
                <a:sym typeface="+mn-lt"/>
              </a:rPr>
              <a:t>匹配</a:t>
            </a:r>
            <a:endParaRPr lang="en-US" altLang="zh-CN" sz="1400" dirty="0">
              <a:latin typeface="微软雅黑 Light" panose="020B0502040204020203" pitchFamily="34" charset="-122"/>
              <a:ea typeface="微软雅黑 Light" panose="020B0502040204020203" pitchFamily="34" charset="-122"/>
              <a:cs typeface="+mn-ea"/>
              <a:sym typeface="+mn-lt"/>
            </a:endParaRPr>
          </a:p>
        </p:txBody>
      </p:sp>
      <p:sp>
        <p:nvSpPr>
          <p:cNvPr id="22" name="Right Arrow 157"/>
          <p:cNvSpPr/>
          <p:nvPr/>
        </p:nvSpPr>
        <p:spPr>
          <a:xfrm flipH="1">
            <a:off x="10747852" y="5178826"/>
            <a:ext cx="365698" cy="258203"/>
          </a:xfrm>
          <a:prstGeom prst="rightArrow">
            <a:avLst>
              <a:gd name="adj1" fmla="val 40000"/>
              <a:gd name="adj2" fmla="val 50000"/>
            </a:avLst>
          </a:prstGeom>
          <a:gradFill flip="none" rotWithShape="1">
            <a:gsLst>
              <a:gs pos="15000">
                <a:schemeClr val="accent1">
                  <a:lumMod val="5000"/>
                  <a:lumOff val="95000"/>
                  <a:alpha val="0"/>
                </a:schemeClr>
              </a:gs>
              <a:gs pos="81000">
                <a:srgbClr val="99DFF9"/>
              </a:gs>
            </a:gsLst>
            <a:lin ang="0" scaled="1"/>
            <a:tileRect/>
          </a:gradFill>
          <a:ln w="15875">
            <a:gradFill flip="none" rotWithShape="1">
              <a:gsLst>
                <a:gs pos="0">
                  <a:schemeClr val="accent1">
                    <a:lumMod val="5000"/>
                    <a:lumOff val="95000"/>
                  </a:schemeClr>
                </a:gs>
                <a:gs pos="100000">
                  <a:srgbClr val="00B0F0"/>
                </a:gs>
              </a:gsLst>
              <a:lin ang="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latin typeface="微软雅黑 Light" panose="020B0502040204020203" pitchFamily="34" charset="-122"/>
              <a:ea typeface="微软雅黑 Light" panose="020B0502040204020203" pitchFamily="34" charset="-122"/>
              <a:cs typeface="+mn-ea"/>
              <a:sym typeface="+mn-lt"/>
            </a:endParaRPr>
          </a:p>
        </p:txBody>
      </p:sp>
      <p:grpSp>
        <p:nvGrpSpPr>
          <p:cNvPr id="23" name="组合 22"/>
          <p:cNvGrpSpPr/>
          <p:nvPr/>
        </p:nvGrpSpPr>
        <p:grpSpPr>
          <a:xfrm>
            <a:off x="6540892" y="1579427"/>
            <a:ext cx="1628552" cy="1638815"/>
            <a:chOff x="7011351" y="1101367"/>
            <a:chExt cx="1116124" cy="1213033"/>
          </a:xfrm>
        </p:grpSpPr>
        <p:sp>
          <p:nvSpPr>
            <p:cNvPr id="24" name="矩形 23"/>
            <p:cNvSpPr/>
            <p:nvPr/>
          </p:nvSpPr>
          <p:spPr>
            <a:xfrm>
              <a:off x="7369539" y="2082031"/>
              <a:ext cx="376429" cy="232369"/>
            </a:xfrm>
            <a:prstGeom prst="rect">
              <a:avLst/>
            </a:prstGeom>
          </p:spPr>
          <p:txBody>
            <a:bodyPr wrap="none">
              <a:spAutoFit/>
            </a:bodyPr>
            <a:lstStyle/>
            <a:p>
              <a:pPr lvl="0" algn="ctr" defTabSz="914400" fontAlgn="t">
                <a:lnSpc>
                  <a:spcPct val="120000"/>
                </a:lnSpc>
                <a:spcBef>
                  <a:spcPct val="0"/>
                </a:spcBef>
                <a:spcAft>
                  <a:spcPct val="0"/>
                </a:spcAft>
              </a:pPr>
              <a:r>
                <a:rPr lang="en-US" altLang="zh-CN" sz="1200" b="1" dirty="0">
                  <a:solidFill>
                    <a:prstClr val="black"/>
                  </a:solidFill>
                  <a:latin typeface="微软雅黑 Light" panose="020B0502040204020203" pitchFamily="34" charset="-122"/>
                  <a:ea typeface="微软雅黑 Light" panose="020B0502040204020203" pitchFamily="34" charset="-122"/>
                  <a:cs typeface="+mn-ea"/>
                  <a:sym typeface="+mn-lt"/>
                </a:rPr>
                <a:t>DATA</a:t>
              </a:r>
              <a:endParaRPr lang="zh-CN" altLang="en-US" sz="1200" b="1" dirty="0">
                <a:solidFill>
                  <a:prstClr val="black"/>
                </a:solidFill>
                <a:latin typeface="微软雅黑 Light" panose="020B0502040204020203" pitchFamily="34" charset="-122"/>
                <a:ea typeface="微软雅黑 Light" panose="020B0502040204020203" pitchFamily="34" charset="-122"/>
                <a:cs typeface="+mn-ea"/>
                <a:sym typeface="+mn-lt"/>
              </a:endParaRPr>
            </a:p>
          </p:txBody>
        </p:sp>
        <p:sp>
          <p:nvSpPr>
            <p:cNvPr id="25" name="云形 24"/>
            <p:cNvSpPr/>
            <p:nvPr/>
          </p:nvSpPr>
          <p:spPr bwMode="auto">
            <a:xfrm>
              <a:off x="7011351" y="1101367"/>
              <a:ext cx="1116124" cy="599616"/>
            </a:xfrm>
            <a:prstGeom prst="cloud">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914400" rtl="0" eaLnBrk="1" fontAlgn="base" latinLnBrk="0" hangingPunct="1">
                <a:lnSpc>
                  <a:spcPct val="120000"/>
                </a:lnSpc>
                <a:spcBef>
                  <a:spcPct val="0"/>
                </a:spcBef>
                <a:spcAft>
                  <a:spcPct val="0"/>
                </a:spcAft>
                <a:buClrTx/>
                <a:buSzTx/>
                <a:buFontTx/>
                <a:buNone/>
              </a:pPr>
              <a:r>
                <a:rPr lang="zh-CN" altLang="en-US" sz="1200" b="1" dirty="0">
                  <a:latin typeface="微软雅黑 Light" panose="020B0502040204020203" pitchFamily="34" charset="-122"/>
                  <a:ea typeface="微软雅黑 Light" panose="020B0502040204020203" pitchFamily="34" charset="-122"/>
                  <a:cs typeface="+mn-ea"/>
                  <a:sym typeface="+mn-lt"/>
                </a:rPr>
                <a:t>目的</a:t>
              </a:r>
              <a:r>
                <a:rPr lang="en-US" altLang="zh-CN" sz="1200" b="1" dirty="0">
                  <a:latin typeface="微软雅黑 Light" panose="020B0502040204020203" pitchFamily="34" charset="-122"/>
                  <a:ea typeface="微软雅黑 Light" panose="020B0502040204020203" pitchFamily="34" charset="-122"/>
                  <a:cs typeface="+mn-ea"/>
                  <a:sym typeface="+mn-lt"/>
                </a:rPr>
                <a:t>IP</a:t>
              </a:r>
              <a:r>
                <a:rPr lang="zh-CN" altLang="en-US" sz="1200" b="1" dirty="0">
                  <a:latin typeface="微软雅黑 Light" panose="020B0502040204020203" pitchFamily="34" charset="-122"/>
                  <a:ea typeface="微软雅黑 Light" panose="020B0502040204020203" pitchFamily="34" charset="-122"/>
                  <a:cs typeface="+mn-ea"/>
                  <a:sym typeface="+mn-lt"/>
                </a:rPr>
                <a:t>地址：</a:t>
              </a:r>
              <a:endParaRPr lang="en-US" altLang="zh-CN" sz="1200" b="1" dirty="0">
                <a:latin typeface="微软雅黑 Light" panose="020B0502040204020203" pitchFamily="34" charset="-122"/>
                <a:ea typeface="微软雅黑 Light" panose="020B0502040204020203" pitchFamily="34" charset="-122"/>
                <a:cs typeface="+mn-ea"/>
                <a:sym typeface="+mn-lt"/>
              </a:endParaRPr>
            </a:p>
            <a:p>
              <a:pPr marL="0" marR="0" indent="0" algn="l" defTabSz="914400" rtl="0" eaLnBrk="1" fontAlgn="base" latinLnBrk="0" hangingPunct="1">
                <a:lnSpc>
                  <a:spcPct val="120000"/>
                </a:lnSpc>
                <a:spcBef>
                  <a:spcPct val="0"/>
                </a:spcBef>
                <a:spcAft>
                  <a:spcPct val="0"/>
                </a:spcAft>
                <a:buClrTx/>
                <a:buSzTx/>
                <a:buFontTx/>
                <a:buNone/>
              </a:pPr>
              <a:r>
                <a:rPr kumimoji="0" lang="en-US" altLang="zh-CN" sz="1200" b="1"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cs typeface="+mn-ea"/>
                  <a:sym typeface="+mn-lt"/>
                </a:rPr>
                <a:t>192.168.3.2</a:t>
              </a:r>
              <a:endParaRPr kumimoji="0" lang="zh-CN" altLang="en-US" sz="1200" b="1"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cs typeface="+mn-ea"/>
                <a:sym typeface="+mn-lt"/>
              </a:endParaRPr>
            </a:p>
          </p:txBody>
        </p:sp>
      </p:grpSp>
      <p:grpSp>
        <p:nvGrpSpPr>
          <p:cNvPr id="26" name="组合 25"/>
          <p:cNvGrpSpPr/>
          <p:nvPr/>
        </p:nvGrpSpPr>
        <p:grpSpPr>
          <a:xfrm rot="10800000">
            <a:off x="7119404" y="2551888"/>
            <a:ext cx="506136" cy="339795"/>
            <a:chOff x="7383369" y="3528374"/>
            <a:chExt cx="321775" cy="216024"/>
          </a:xfrm>
        </p:grpSpPr>
        <p:sp>
          <p:nvSpPr>
            <p:cNvPr id="27" name="同侧圆角矩形 58"/>
            <p:cNvSpPr/>
            <p:nvPr/>
          </p:nvSpPr>
          <p:spPr bwMode="auto">
            <a:xfrm>
              <a:off x="7383369" y="3528374"/>
              <a:ext cx="321775" cy="216024"/>
            </a:xfrm>
            <a:prstGeom prst="round2SameRect">
              <a:avLst/>
            </a:prstGeom>
            <a:solidFill>
              <a:srgbClr val="FFD17D"/>
            </a:solidFill>
            <a:ln w="9525" cap="flat" cmpd="sng" algn="ctr">
              <a:solidFill>
                <a:schemeClr val="bg1"/>
              </a:solid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914400" rtl="0" eaLnBrk="1" fontAlgn="t" latinLnBrk="0" hangingPunct="1">
                <a:lnSpc>
                  <a:spcPct val="120000"/>
                </a:lnSpc>
                <a:spcBef>
                  <a:spcPct val="0"/>
                </a:spcBef>
                <a:spcAft>
                  <a:spcPct val="0"/>
                </a:spcAft>
                <a:buClrTx/>
                <a:buSzTx/>
                <a:buFontTx/>
                <a:buNone/>
              </a:pPr>
              <a:endParaRPr kumimoji="0" lang="zh-CN" altLang="en-US" sz="1000" b="0" i="0" u="none" strike="noStrike" cap="none" normalizeH="0" baseline="0">
                <a:ln>
                  <a:noFill/>
                </a:ln>
                <a:solidFill>
                  <a:schemeClr val="tx1"/>
                </a:solidFill>
                <a:effectLst/>
                <a:latin typeface="微软雅黑 Light" panose="020B0502040204020203" pitchFamily="34" charset="-122"/>
                <a:ea typeface="微软雅黑 Light" panose="020B0502040204020203" pitchFamily="34" charset="-122"/>
                <a:cs typeface="+mn-ea"/>
                <a:sym typeface="+mn-lt"/>
              </a:endParaRPr>
            </a:p>
          </p:txBody>
        </p:sp>
        <p:sp>
          <p:nvSpPr>
            <p:cNvPr id="28" name="等腰三角形 27"/>
            <p:cNvSpPr/>
            <p:nvPr/>
          </p:nvSpPr>
          <p:spPr>
            <a:xfrm>
              <a:off x="7386180" y="3590032"/>
              <a:ext cx="316152" cy="154366"/>
            </a:xfrm>
            <a:prstGeom prst="triangle">
              <a:avLst/>
            </a:prstGeom>
            <a:solidFill>
              <a:srgbClr val="FFD17D"/>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latin typeface="微软雅黑 Light" panose="020B0502040204020203" pitchFamily="34" charset="-122"/>
                <a:ea typeface="微软雅黑 Light" panose="020B0502040204020203" pitchFamily="34" charset="-122"/>
                <a:cs typeface="+mn-ea"/>
                <a:sym typeface="+mn-lt"/>
              </a:endParaRPr>
            </a:p>
          </p:txBody>
        </p:sp>
      </p:grpSp>
      <p:pic>
        <p:nvPicPr>
          <p:cNvPr id="29" name="图片 28"/>
          <p:cNvPicPr>
            <a:picLocks noChangeAspect="1"/>
          </p:cNvPicPr>
          <p:nvPr/>
        </p:nvPicPr>
        <p:blipFill>
          <a:blip r:embed="rId2"/>
          <a:stretch>
            <a:fillRect/>
          </a:stretch>
        </p:blipFill>
        <p:spPr>
          <a:xfrm>
            <a:off x="8442291" y="2503384"/>
            <a:ext cx="563880" cy="563880"/>
          </a:xfrm>
          <a:prstGeom prst="rect">
            <a:avLst/>
          </a:prstGeom>
        </p:spPr>
      </p:pic>
      <p:pic>
        <p:nvPicPr>
          <p:cNvPr id="30" name="图片 29"/>
          <p:cNvPicPr>
            <a:picLocks noChangeAspect="1"/>
          </p:cNvPicPr>
          <p:nvPr/>
        </p:nvPicPr>
        <p:blipFill>
          <a:blip r:embed="rId2"/>
          <a:stretch>
            <a:fillRect/>
          </a:stretch>
        </p:blipFill>
        <p:spPr>
          <a:xfrm>
            <a:off x="10746548" y="1508397"/>
            <a:ext cx="563880" cy="563880"/>
          </a:xfrm>
          <a:prstGeom prst="rect">
            <a:avLst/>
          </a:prstGeom>
        </p:spPr>
      </p:pic>
      <p:pic>
        <p:nvPicPr>
          <p:cNvPr id="31" name="图片 30"/>
          <p:cNvPicPr>
            <a:picLocks noChangeAspect="1"/>
          </p:cNvPicPr>
          <p:nvPr/>
        </p:nvPicPr>
        <p:blipFill>
          <a:blip r:embed="rId2"/>
          <a:stretch>
            <a:fillRect/>
          </a:stretch>
        </p:blipFill>
        <p:spPr>
          <a:xfrm>
            <a:off x="10746548" y="2485698"/>
            <a:ext cx="563880" cy="563880"/>
          </a:xfrm>
          <a:prstGeom prst="rect">
            <a:avLst/>
          </a:prstGeom>
        </p:spPr>
      </p:pic>
      <p:pic>
        <p:nvPicPr>
          <p:cNvPr id="32" name="图片 31"/>
          <p:cNvPicPr>
            <a:picLocks noChangeAspect="1"/>
          </p:cNvPicPr>
          <p:nvPr/>
        </p:nvPicPr>
        <p:blipFill>
          <a:blip r:embed="rId2"/>
          <a:stretch>
            <a:fillRect/>
          </a:stretch>
        </p:blipFill>
        <p:spPr>
          <a:xfrm>
            <a:off x="10734898" y="3337950"/>
            <a:ext cx="563880" cy="563880"/>
          </a:xfrm>
          <a:prstGeom prst="rect">
            <a:avLst/>
          </a:prstGeom>
        </p:spPr>
      </p:pic>
    </p:spTree>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5"/>
          <p:cNvSpPr>
            <a:spLocks noGrp="1"/>
          </p:cNvSpPr>
          <p:nvPr>
            <p:ph type="sldNum" sz="quarter" idx="12"/>
          </p:nvPr>
        </p:nvSpPr>
        <p:spPr/>
        <p:txBody>
          <a:bodyPr/>
          <a:lstStyle/>
          <a:p>
            <a:fld id="{F4BA9949-9D94-4D9A-A918-963DACCDB2BB}" type="slidenum">
              <a:rPr lang="en-US" altLang="zh-CN"/>
            </a:fld>
            <a:endParaRPr lang="en-US" altLang="zh-CN"/>
          </a:p>
        </p:txBody>
      </p:sp>
      <p:sp>
        <p:nvSpPr>
          <p:cNvPr id="644098" name="Rectangle 2"/>
          <p:cNvSpPr>
            <a:spLocks noGrp="1" noChangeArrowheads="1"/>
          </p:cNvSpPr>
          <p:nvPr>
            <p:ph type="title"/>
          </p:nvPr>
        </p:nvSpPr>
        <p:spPr/>
        <p:txBody>
          <a:bodyPr/>
          <a:lstStyle/>
          <a:p>
            <a:r>
              <a:rPr lang="zh-CN" altLang="en-US" dirty="0"/>
              <a:t>路由器转发分组的算法</a:t>
            </a:r>
            <a:endParaRPr lang="zh-CN" altLang="en-US" dirty="0"/>
          </a:p>
        </p:txBody>
      </p:sp>
      <p:sp>
        <p:nvSpPr>
          <p:cNvPr id="644099" name="Rectangle 3"/>
          <p:cNvSpPr>
            <a:spLocks noGrp="1" noChangeArrowheads="1"/>
          </p:cNvSpPr>
          <p:nvPr>
            <p:ph type="body" idx="1"/>
          </p:nvPr>
        </p:nvSpPr>
        <p:spPr/>
        <p:txBody>
          <a:bodyPr/>
          <a:lstStyle/>
          <a:p>
            <a:pPr marL="355600" indent="-355600">
              <a:lnSpc>
                <a:spcPct val="90000"/>
              </a:lnSpc>
              <a:buFont typeface="Wingdings" panose="05000000000000000000" pitchFamily="2" charset="2"/>
              <a:buAutoNum type="arabicPeriod"/>
            </a:pPr>
            <a:r>
              <a:rPr lang="zh-CN" altLang="en-US" sz="2800" dirty="0"/>
              <a:t>从分组的首部提取目的主机的 </a:t>
            </a:r>
            <a:r>
              <a:rPr lang="en-US" altLang="zh-CN" sz="2800" dirty="0"/>
              <a:t>IP </a:t>
            </a:r>
            <a:r>
              <a:rPr lang="zh-CN" altLang="en-US" sz="2800" dirty="0"/>
              <a:t>地址 </a:t>
            </a:r>
            <a:r>
              <a:rPr lang="en-US" altLang="zh-CN" sz="2800" dirty="0"/>
              <a:t>D</a:t>
            </a:r>
            <a:r>
              <a:rPr lang="zh-CN" altLang="en-US" sz="2800" dirty="0"/>
              <a:t>，得出目的网络地址为 </a:t>
            </a:r>
            <a:r>
              <a:rPr lang="en-US" altLang="zh-CN" sz="2800" dirty="0"/>
              <a:t>N</a:t>
            </a:r>
            <a:endParaRPr lang="zh-CN" altLang="en-US" sz="2800" dirty="0"/>
          </a:p>
          <a:p>
            <a:pPr marL="355600" indent="-355600">
              <a:lnSpc>
                <a:spcPct val="90000"/>
              </a:lnSpc>
              <a:buFont typeface="Wingdings" panose="05000000000000000000" pitchFamily="2" charset="2"/>
              <a:buAutoNum type="arabicPeriod"/>
            </a:pPr>
            <a:r>
              <a:rPr lang="zh-CN" altLang="en-US" sz="2800" dirty="0"/>
              <a:t>若网络 </a:t>
            </a:r>
            <a:r>
              <a:rPr lang="en-US" altLang="zh-CN" sz="2800" dirty="0"/>
              <a:t>N </a:t>
            </a:r>
            <a:r>
              <a:rPr lang="zh-CN" altLang="en-US" sz="2800" dirty="0"/>
              <a:t>与此路由器直接相连，则把分组直接交付目的主机 </a:t>
            </a:r>
            <a:r>
              <a:rPr lang="en-US" altLang="zh-CN" sz="2800" dirty="0"/>
              <a:t>D</a:t>
            </a:r>
            <a:r>
              <a:rPr lang="zh-CN" altLang="en-US" sz="2800" dirty="0"/>
              <a:t>；否则是间接交付，执行</a:t>
            </a:r>
            <a:r>
              <a:rPr lang="en-US" altLang="zh-CN" sz="2800" dirty="0"/>
              <a:t>(3)</a:t>
            </a:r>
            <a:endParaRPr lang="zh-CN" altLang="en-US" sz="2800" dirty="0"/>
          </a:p>
          <a:p>
            <a:pPr marL="355600" indent="-355600">
              <a:lnSpc>
                <a:spcPct val="90000"/>
              </a:lnSpc>
              <a:buFont typeface="Wingdings" panose="05000000000000000000" pitchFamily="2" charset="2"/>
              <a:buAutoNum type="arabicPeriod"/>
            </a:pPr>
            <a:r>
              <a:rPr lang="zh-CN" altLang="en-US" sz="2800" dirty="0"/>
              <a:t>若路由表中有目的地址为 </a:t>
            </a:r>
            <a:r>
              <a:rPr lang="en-US" altLang="zh-CN" sz="2800" dirty="0"/>
              <a:t>D </a:t>
            </a:r>
            <a:r>
              <a:rPr lang="zh-CN" altLang="en-US" sz="2800" dirty="0"/>
              <a:t>的特定主机路由，则把分组传送给路由表中所指明的下一跳路由器；否则，执行</a:t>
            </a:r>
            <a:r>
              <a:rPr lang="en-US" altLang="zh-CN" sz="2800" dirty="0"/>
              <a:t>(4)</a:t>
            </a:r>
            <a:endParaRPr lang="zh-CN" altLang="en-US" sz="2800" dirty="0"/>
          </a:p>
          <a:p>
            <a:pPr marL="355600" indent="-355600">
              <a:lnSpc>
                <a:spcPct val="90000"/>
              </a:lnSpc>
              <a:buFont typeface="Wingdings" panose="05000000000000000000" pitchFamily="2" charset="2"/>
              <a:buAutoNum type="arabicPeriod"/>
            </a:pPr>
            <a:r>
              <a:rPr lang="zh-CN" altLang="en-US" sz="2800" dirty="0"/>
              <a:t>若路由表中有到达网络 </a:t>
            </a:r>
            <a:r>
              <a:rPr lang="en-US" altLang="zh-CN" sz="2800" dirty="0"/>
              <a:t>N </a:t>
            </a:r>
            <a:r>
              <a:rPr lang="zh-CN" altLang="en-US" sz="2800" dirty="0"/>
              <a:t>的路由，则把分组传送给路由表指明的下一跳路由器；否则，执行</a:t>
            </a:r>
            <a:r>
              <a:rPr lang="en-US" altLang="zh-CN" sz="2800" dirty="0"/>
              <a:t>(5)</a:t>
            </a:r>
            <a:endParaRPr lang="zh-CN" altLang="en-US" sz="2800" dirty="0"/>
          </a:p>
          <a:p>
            <a:pPr marL="355600" indent="-355600">
              <a:lnSpc>
                <a:spcPct val="90000"/>
              </a:lnSpc>
              <a:buFont typeface="Wingdings" panose="05000000000000000000" pitchFamily="2" charset="2"/>
              <a:buAutoNum type="arabicPeriod"/>
            </a:pPr>
            <a:r>
              <a:rPr lang="zh-CN" altLang="en-US" sz="2800" dirty="0"/>
              <a:t>若路由表中有一个默认路由，则把分组传送给路由表中所指明的默认路由器；否则，执行</a:t>
            </a:r>
            <a:r>
              <a:rPr lang="en-US" altLang="zh-CN" sz="2800" dirty="0"/>
              <a:t>(6)</a:t>
            </a:r>
            <a:endParaRPr lang="zh-CN" altLang="en-US" sz="2800" dirty="0"/>
          </a:p>
          <a:p>
            <a:pPr marL="355600" indent="-355600">
              <a:lnSpc>
                <a:spcPct val="90000"/>
              </a:lnSpc>
              <a:buFont typeface="Wingdings" panose="05000000000000000000" pitchFamily="2" charset="2"/>
              <a:buAutoNum type="arabicPeriod"/>
            </a:pPr>
            <a:r>
              <a:rPr lang="zh-CN" altLang="en-US" sz="2800" dirty="0"/>
              <a:t>报告转发分组出错 </a:t>
            </a:r>
            <a:endParaRPr lang="zh-CN" altLang="en-US" sz="2800" dirty="0"/>
          </a:p>
        </p:txBody>
      </p:sp>
    </p:spTree>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p:txBody>
          <a:bodyPr/>
          <a:lstStyle/>
          <a:p>
            <a:fld id="{FF0731BA-B6E8-4E9A-AFB7-AAFCEF172E70}" type="slidenum">
              <a:rPr lang="en-US" altLang="zh-CN"/>
            </a:fld>
            <a:endParaRPr lang="en-US" altLang="zh-CN"/>
          </a:p>
        </p:txBody>
      </p:sp>
      <p:sp>
        <p:nvSpPr>
          <p:cNvPr id="490498" name="Rectangle 2"/>
          <p:cNvSpPr>
            <a:spLocks noGrp="1" noChangeArrowheads="1"/>
          </p:cNvSpPr>
          <p:nvPr>
            <p:ph type="title"/>
          </p:nvPr>
        </p:nvSpPr>
        <p:spPr/>
        <p:txBody>
          <a:bodyPr/>
          <a:lstStyle/>
          <a:p>
            <a:r>
              <a:rPr lang="en-US" altLang="zh-CN" dirty="0"/>
              <a:t>ARP</a:t>
            </a:r>
            <a:r>
              <a:rPr lang="zh-CN" altLang="en-US" dirty="0"/>
              <a:t>协议</a:t>
            </a:r>
            <a:endParaRPr lang="zh-CN" altLang="en-US" dirty="0"/>
          </a:p>
        </p:txBody>
      </p:sp>
      <p:sp>
        <p:nvSpPr>
          <p:cNvPr id="490499" name="Rectangle 3"/>
          <p:cNvSpPr>
            <a:spLocks noGrp="1" noChangeArrowheads="1"/>
          </p:cNvSpPr>
          <p:nvPr>
            <p:ph type="body" idx="1"/>
          </p:nvPr>
        </p:nvSpPr>
        <p:spPr/>
        <p:txBody>
          <a:bodyPr/>
          <a:lstStyle/>
          <a:p>
            <a:r>
              <a:rPr lang="en-US" altLang="zh-CN" dirty="0"/>
              <a:t>ARP</a:t>
            </a:r>
            <a:r>
              <a:rPr lang="zh-CN" altLang="en-US" dirty="0"/>
              <a:t>地址解析协议，就是将主机</a:t>
            </a:r>
            <a:r>
              <a:rPr lang="en-US" altLang="zh-CN" dirty="0"/>
              <a:t>IP</a:t>
            </a:r>
            <a:r>
              <a:rPr lang="zh-CN" altLang="en-US" dirty="0"/>
              <a:t>地址映射为硬件地址</a:t>
            </a:r>
            <a:endParaRPr lang="zh-CN" altLang="en-US" dirty="0"/>
          </a:p>
          <a:p>
            <a:r>
              <a:rPr lang="zh-CN" altLang="en-US" dirty="0"/>
              <a:t>在局域网中，网络中实际传输的单元是“数据帧”，数据帧的首部有目的主机的</a:t>
            </a:r>
            <a:r>
              <a:rPr lang="en-US" altLang="zh-CN" dirty="0"/>
              <a:t>MAC</a:t>
            </a:r>
            <a:r>
              <a:rPr lang="zh-CN" altLang="en-US" dirty="0"/>
              <a:t>地址</a:t>
            </a:r>
            <a:endParaRPr lang="zh-CN" altLang="en-US" dirty="0"/>
          </a:p>
          <a:p>
            <a:r>
              <a:rPr lang="zh-CN" altLang="en-US" dirty="0"/>
              <a:t>在以太网中，一个主机要和另一个主机进行直接通信，必须通过地址解析协议获得目的主机的</a:t>
            </a:r>
            <a:r>
              <a:rPr lang="en-US" altLang="zh-CN" dirty="0"/>
              <a:t>MAC</a:t>
            </a:r>
            <a:r>
              <a:rPr lang="zh-CN" altLang="en-US" dirty="0"/>
              <a:t>地址</a:t>
            </a:r>
            <a:endParaRPr lang="zh-CN" altLang="en-US" dirty="0"/>
          </a:p>
          <a:p>
            <a:r>
              <a:rPr lang="en-US" altLang="zh-CN" dirty="0"/>
              <a:t>ARP</a:t>
            </a:r>
            <a:r>
              <a:rPr lang="zh-CN" altLang="en-US" dirty="0"/>
              <a:t>协议的基本功能就是通过目的设备的</a:t>
            </a:r>
            <a:r>
              <a:rPr lang="en-US" altLang="zh-CN" dirty="0"/>
              <a:t>IP</a:t>
            </a:r>
            <a:r>
              <a:rPr lang="zh-CN" altLang="en-US" dirty="0"/>
              <a:t>地址，查询目的设备的</a:t>
            </a:r>
            <a:r>
              <a:rPr lang="en-US" altLang="zh-CN" dirty="0"/>
              <a:t>MAC</a:t>
            </a:r>
            <a:r>
              <a:rPr lang="zh-CN" altLang="en-US" dirty="0"/>
              <a:t>地址，以保证通信的顺利进行</a:t>
            </a:r>
            <a:endParaRPr lang="zh-CN" altLang="en-US" dirty="0"/>
          </a:p>
        </p:txBody>
      </p:sp>
    </p:spTree>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ARP</a:t>
            </a:r>
            <a:r>
              <a:rPr lang="zh-CN" altLang="en-US" dirty="0"/>
              <a:t>协议</a:t>
            </a:r>
            <a:endParaRPr lang="zh-CN" altLang="en-US" dirty="0"/>
          </a:p>
        </p:txBody>
      </p:sp>
      <p:sp>
        <p:nvSpPr>
          <p:cNvPr id="3" name="内容占位符 2"/>
          <p:cNvSpPr>
            <a:spLocks noGrp="1"/>
          </p:cNvSpPr>
          <p:nvPr>
            <p:ph idx="1"/>
          </p:nvPr>
        </p:nvSpPr>
        <p:spPr>
          <a:xfrm>
            <a:off x="334434" y="1052515"/>
            <a:ext cx="11523133" cy="4536725"/>
          </a:xfrm>
        </p:spPr>
        <p:txBody>
          <a:bodyPr>
            <a:normAutofit/>
          </a:bodyPr>
          <a:lstStyle/>
          <a:p>
            <a:r>
              <a:rPr lang="en-US" altLang="zh-CN" dirty="0"/>
              <a:t>IP</a:t>
            </a:r>
            <a:r>
              <a:rPr lang="zh-CN" altLang="en-US" dirty="0"/>
              <a:t>协议设计的目的是将不同的物理网络，如以太网、</a:t>
            </a:r>
            <a:r>
              <a:rPr lang="en-US" altLang="zh-CN" dirty="0"/>
              <a:t>FDDI</a:t>
            </a:r>
            <a:r>
              <a:rPr lang="zh-CN" altLang="en-US" dirty="0"/>
              <a:t>、令牌环网、帧中继、</a:t>
            </a:r>
            <a:r>
              <a:rPr lang="en-US" altLang="zh-CN" dirty="0"/>
              <a:t>X.25</a:t>
            </a:r>
            <a:r>
              <a:rPr lang="zh-CN" altLang="en-US" dirty="0"/>
              <a:t>等连接在一起</a:t>
            </a:r>
            <a:endParaRPr lang="zh-CN" altLang="en-US" dirty="0"/>
          </a:p>
          <a:p>
            <a:r>
              <a:rPr lang="zh-CN" altLang="en-US" dirty="0"/>
              <a:t>在一个物理网络中（如以太网），当主机有数据要发送给另一台主机时，需要知道对方的网络层地址，即</a:t>
            </a:r>
            <a:r>
              <a:rPr lang="en-US" altLang="zh-CN" dirty="0"/>
              <a:t>IP</a:t>
            </a:r>
            <a:r>
              <a:rPr lang="zh-CN" altLang="en-US" dirty="0"/>
              <a:t>地址</a:t>
            </a:r>
            <a:endParaRPr lang="en-US" altLang="zh-CN" dirty="0"/>
          </a:p>
          <a:p>
            <a:r>
              <a:rPr lang="en-US" altLang="zh-CN" dirty="0"/>
              <a:t>IP</a:t>
            </a:r>
            <a:r>
              <a:rPr lang="zh-CN" altLang="en-US" dirty="0"/>
              <a:t>报文必须封装成帧才能通过物理网络发送，发送方需要知道接收方的物理地址（在以太网中是</a:t>
            </a:r>
            <a:r>
              <a:rPr lang="en-US" altLang="zh-CN" dirty="0"/>
              <a:t>MAC</a:t>
            </a:r>
            <a:r>
              <a:rPr lang="zh-CN" altLang="en-US" dirty="0"/>
              <a:t>地址），这就需要一个通过</a:t>
            </a:r>
            <a:r>
              <a:rPr lang="en-US" altLang="zh-CN" dirty="0"/>
              <a:t>IP</a:t>
            </a:r>
            <a:r>
              <a:rPr lang="zh-CN" altLang="en-US" dirty="0"/>
              <a:t>地址获取物理地址的协议，以完成从</a:t>
            </a:r>
            <a:r>
              <a:rPr lang="en-US" altLang="zh-CN" dirty="0"/>
              <a:t>IP</a:t>
            </a:r>
            <a:r>
              <a:rPr lang="zh-CN" altLang="en-US" dirty="0"/>
              <a:t>地址到</a:t>
            </a:r>
            <a:r>
              <a:rPr lang="en-US" altLang="zh-CN" dirty="0"/>
              <a:t>MAC</a:t>
            </a:r>
            <a:r>
              <a:rPr lang="zh-CN" altLang="en-US" dirty="0"/>
              <a:t>地址的映射</a:t>
            </a:r>
            <a:endParaRPr lang="zh-CN" altLang="en-US" dirty="0"/>
          </a:p>
          <a:p>
            <a:r>
              <a:rPr lang="zh-CN" altLang="en-US" dirty="0"/>
              <a:t>在以太网络中，地址解析协议</a:t>
            </a:r>
            <a:r>
              <a:rPr lang="en-US" altLang="zh-CN" dirty="0"/>
              <a:t>ARP</a:t>
            </a:r>
            <a:r>
              <a:rPr lang="zh-CN" altLang="en-US" dirty="0"/>
              <a:t>即用于实现将</a:t>
            </a:r>
            <a:r>
              <a:rPr lang="en-US" altLang="zh-CN" dirty="0"/>
              <a:t>IP</a:t>
            </a:r>
            <a:r>
              <a:rPr lang="zh-CN" altLang="en-US" dirty="0"/>
              <a:t>地址解析为</a:t>
            </a:r>
            <a:r>
              <a:rPr lang="en-US" altLang="zh-CN" dirty="0"/>
              <a:t>MAC</a:t>
            </a:r>
            <a:r>
              <a:rPr lang="zh-CN" altLang="en-US" dirty="0"/>
              <a:t>地址</a:t>
            </a:r>
            <a:endParaRPr lang="zh-CN" altLang="en-US" dirty="0"/>
          </a:p>
          <a:p>
            <a:pPr marL="0" indent="0">
              <a:buNone/>
            </a:pPr>
            <a:endParaRPr lang="zh-CN" altLang="en-US" dirty="0"/>
          </a:p>
        </p:txBody>
      </p:sp>
      <p:sp>
        <p:nvSpPr>
          <p:cNvPr id="4" name="灯片编号占位符 3"/>
          <p:cNvSpPr>
            <a:spLocks noGrp="1"/>
          </p:cNvSpPr>
          <p:nvPr>
            <p:ph type="sldNum" sz="quarter" idx="12"/>
          </p:nvPr>
        </p:nvSpPr>
        <p:spPr/>
        <p:txBody>
          <a:bodyPr/>
          <a:lstStyle/>
          <a:p>
            <a:pPr>
              <a:defRPr/>
            </a:pPr>
            <a:fld id="{816960B2-2B11-492C-B588-5290E1274F96}" type="slidenum">
              <a:rPr lang="en-US" altLang="zh-CN" smtClean="0"/>
            </a:fld>
            <a:endParaRPr lang="en-US" altLang="zh-CN" dirty="0"/>
          </a:p>
        </p:txBody>
      </p:sp>
    </p:spTree>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5"/>
          <p:cNvSpPr>
            <a:spLocks noGrp="1"/>
          </p:cNvSpPr>
          <p:nvPr>
            <p:ph type="sldNum" sz="quarter" idx="12"/>
          </p:nvPr>
        </p:nvSpPr>
        <p:spPr/>
        <p:txBody>
          <a:bodyPr/>
          <a:lstStyle/>
          <a:p>
            <a:fld id="{5771899A-0776-4320-A51F-DE3EDBA1BCC1}" type="slidenum">
              <a:rPr lang="en-US" altLang="zh-CN"/>
            </a:fld>
            <a:endParaRPr lang="en-US" altLang="zh-CN"/>
          </a:p>
        </p:txBody>
      </p:sp>
      <p:sp>
        <p:nvSpPr>
          <p:cNvPr id="491522" name="Rectangle 2"/>
          <p:cNvSpPr>
            <a:spLocks noGrp="1" noChangeArrowheads="1"/>
          </p:cNvSpPr>
          <p:nvPr>
            <p:ph type="title"/>
          </p:nvPr>
        </p:nvSpPr>
        <p:spPr/>
        <p:txBody>
          <a:bodyPr/>
          <a:lstStyle/>
          <a:p>
            <a:r>
              <a:rPr lang="en-US" altLang="zh-CN"/>
              <a:t>ARP</a:t>
            </a:r>
            <a:r>
              <a:rPr lang="zh-CN" altLang="en-US"/>
              <a:t>协议的工作原理</a:t>
            </a:r>
            <a:endParaRPr lang="zh-CN" altLang="en-US"/>
          </a:p>
        </p:txBody>
      </p:sp>
      <p:sp>
        <p:nvSpPr>
          <p:cNvPr id="491523" name="Rectangle 3"/>
          <p:cNvSpPr>
            <a:spLocks noGrp="1" noChangeArrowheads="1"/>
          </p:cNvSpPr>
          <p:nvPr>
            <p:ph type="body" idx="1"/>
          </p:nvPr>
        </p:nvSpPr>
        <p:spPr>
          <a:xfrm>
            <a:off x="334434" y="1052515"/>
            <a:ext cx="11523133" cy="3240582"/>
          </a:xfrm>
        </p:spPr>
        <p:txBody>
          <a:bodyPr/>
          <a:lstStyle/>
          <a:p>
            <a:r>
              <a:rPr lang="en-US" altLang="zh-CN" dirty="0"/>
              <a:t>ARP</a:t>
            </a:r>
            <a:r>
              <a:rPr lang="zh-CN" altLang="en-US" dirty="0"/>
              <a:t>协议的请求包是以广播方式发送的</a:t>
            </a:r>
            <a:endParaRPr lang="zh-CN" altLang="en-US" dirty="0"/>
          </a:p>
          <a:p>
            <a:r>
              <a:rPr lang="zh-CN" altLang="en-US" dirty="0"/>
              <a:t>网段中的所有主机都会接收到这个包，如果一个主机的</a:t>
            </a:r>
            <a:r>
              <a:rPr lang="en-US" altLang="zh-CN" dirty="0"/>
              <a:t>IP</a:t>
            </a:r>
            <a:r>
              <a:rPr lang="zh-CN" altLang="en-US" dirty="0"/>
              <a:t>地址和</a:t>
            </a:r>
            <a:r>
              <a:rPr lang="en-US" altLang="zh-CN" dirty="0"/>
              <a:t>ARP</a:t>
            </a:r>
            <a:r>
              <a:rPr lang="zh-CN" altLang="en-US" dirty="0"/>
              <a:t>请求中的目的</a:t>
            </a:r>
            <a:r>
              <a:rPr lang="en-US" altLang="zh-CN" dirty="0"/>
              <a:t>IP</a:t>
            </a:r>
            <a:r>
              <a:rPr lang="zh-CN" altLang="en-US" dirty="0"/>
              <a:t>地址相同，该主机会对这个请求数据包作出</a:t>
            </a:r>
            <a:r>
              <a:rPr lang="en-US" altLang="zh-CN" dirty="0"/>
              <a:t>ARP</a:t>
            </a:r>
            <a:r>
              <a:rPr lang="zh-CN" altLang="en-US" dirty="0"/>
              <a:t>应答，将其</a:t>
            </a:r>
            <a:r>
              <a:rPr lang="en-US" altLang="zh-CN" dirty="0"/>
              <a:t>MAC</a:t>
            </a:r>
            <a:r>
              <a:rPr lang="zh-CN" altLang="en-US" dirty="0"/>
              <a:t>地址发送给源端</a:t>
            </a:r>
            <a:endParaRPr lang="en-US" altLang="zh-CN" dirty="0"/>
          </a:p>
          <a:p>
            <a:r>
              <a:rPr lang="zh-CN" altLang="en-US" dirty="0"/>
              <a:t>主机或三层网络设备上会维护一张</a:t>
            </a:r>
            <a:r>
              <a:rPr lang="en-US" altLang="zh-CN" dirty="0"/>
              <a:t>ARP</a:t>
            </a:r>
            <a:r>
              <a:rPr lang="zh-CN" altLang="en-US" dirty="0"/>
              <a:t>表，用于存储</a:t>
            </a:r>
            <a:r>
              <a:rPr lang="en-US" altLang="zh-CN" dirty="0"/>
              <a:t>IP</a:t>
            </a:r>
            <a:r>
              <a:rPr lang="zh-CN" altLang="en-US" dirty="0"/>
              <a:t>地址和</a:t>
            </a:r>
            <a:r>
              <a:rPr lang="en-US" altLang="zh-CN" dirty="0"/>
              <a:t>MAC</a:t>
            </a:r>
            <a:r>
              <a:rPr lang="zh-CN" altLang="en-US" dirty="0"/>
              <a:t>地址的映射关系，一般</a:t>
            </a:r>
            <a:r>
              <a:rPr lang="en-US" altLang="zh-CN" dirty="0"/>
              <a:t>ARP</a:t>
            </a:r>
            <a:r>
              <a:rPr lang="zh-CN" altLang="en-US" dirty="0"/>
              <a:t>表项包括动态</a:t>
            </a:r>
            <a:r>
              <a:rPr lang="en-US" altLang="zh-CN" dirty="0"/>
              <a:t>ARP</a:t>
            </a:r>
            <a:r>
              <a:rPr lang="zh-CN" altLang="en-US" dirty="0"/>
              <a:t>表项和静态</a:t>
            </a:r>
            <a:r>
              <a:rPr lang="en-US" altLang="zh-CN" dirty="0"/>
              <a:t>ARP</a:t>
            </a:r>
            <a:r>
              <a:rPr lang="zh-CN" altLang="en-US" dirty="0"/>
              <a:t>表项</a:t>
            </a:r>
            <a:endParaRPr lang="zh-CN" altLang="en-US" dirty="0"/>
          </a:p>
        </p:txBody>
      </p:sp>
      <p:pic>
        <p:nvPicPr>
          <p:cNvPr id="17" name="图形 16"/>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3465026" y="4162028"/>
            <a:ext cx="815181" cy="617209"/>
          </a:xfrm>
          <a:prstGeom prst="rect">
            <a:avLst/>
          </a:prstGeom>
        </p:spPr>
      </p:pic>
      <p:pic>
        <p:nvPicPr>
          <p:cNvPr id="18" name="图形 17"/>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824192" y="4168186"/>
            <a:ext cx="815181" cy="617209"/>
          </a:xfrm>
          <a:prstGeom prst="rect">
            <a:avLst/>
          </a:prstGeom>
        </p:spPr>
      </p:pic>
      <p:pic>
        <p:nvPicPr>
          <p:cNvPr id="19" name="图形 18"/>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702836" y="4124349"/>
            <a:ext cx="698726" cy="698726"/>
          </a:xfrm>
          <a:prstGeom prst="rect">
            <a:avLst/>
          </a:prstGeom>
        </p:spPr>
      </p:pic>
      <p:cxnSp>
        <p:nvCxnSpPr>
          <p:cNvPr id="20" name="直接连接符 19"/>
          <p:cNvCxnSpPr>
            <a:stCxn id="17" idx="3"/>
            <a:endCxn id="19" idx="1"/>
          </p:cNvCxnSpPr>
          <p:nvPr/>
        </p:nvCxnSpPr>
        <p:spPr>
          <a:xfrm>
            <a:off x="4280207" y="4470633"/>
            <a:ext cx="1422629" cy="3079"/>
          </a:xfrm>
          <a:prstGeom prst="line">
            <a:avLst/>
          </a:prstGeom>
        </p:spPr>
        <p:style>
          <a:lnRef idx="3">
            <a:schemeClr val="accent4"/>
          </a:lnRef>
          <a:fillRef idx="0">
            <a:schemeClr val="accent4"/>
          </a:fillRef>
          <a:effectRef idx="2">
            <a:schemeClr val="accent4"/>
          </a:effectRef>
          <a:fontRef idx="minor">
            <a:schemeClr val="tx1"/>
          </a:fontRef>
        </p:style>
      </p:cxnSp>
      <p:cxnSp>
        <p:nvCxnSpPr>
          <p:cNvPr id="21" name="直接连接符 20"/>
          <p:cNvCxnSpPr>
            <a:stCxn id="19" idx="3"/>
            <a:endCxn id="18" idx="1"/>
          </p:cNvCxnSpPr>
          <p:nvPr/>
        </p:nvCxnSpPr>
        <p:spPr>
          <a:xfrm>
            <a:off x="6401562" y="4473712"/>
            <a:ext cx="1422630" cy="3079"/>
          </a:xfrm>
          <a:prstGeom prst="line">
            <a:avLst/>
          </a:prstGeom>
        </p:spPr>
        <p:style>
          <a:lnRef idx="3">
            <a:schemeClr val="accent4"/>
          </a:lnRef>
          <a:fillRef idx="0">
            <a:schemeClr val="accent4"/>
          </a:fillRef>
          <a:effectRef idx="2">
            <a:schemeClr val="accent4"/>
          </a:effectRef>
          <a:fontRef idx="minor">
            <a:schemeClr val="tx1"/>
          </a:fontRef>
        </p:style>
      </p:cxnSp>
      <p:sp>
        <p:nvSpPr>
          <p:cNvPr id="22" name="文本框 21"/>
          <p:cNvSpPr txBox="1"/>
          <p:nvPr/>
        </p:nvSpPr>
        <p:spPr>
          <a:xfrm>
            <a:off x="3465026" y="4806933"/>
            <a:ext cx="1495922" cy="844142"/>
          </a:xfrm>
          <a:prstGeom prst="rect">
            <a:avLst/>
          </a:prstGeom>
          <a:noFill/>
        </p:spPr>
        <p:txBody>
          <a:bodyPr wrap="none" rtlCol="0">
            <a:spAutoFit/>
          </a:bodyPr>
          <a:lstStyle/>
          <a:p>
            <a:pPr>
              <a:lnSpc>
                <a:spcPct val="120000"/>
              </a:lnSpc>
            </a:pPr>
            <a:r>
              <a:rPr lang="en-US" altLang="zh-CN" sz="1400" dirty="0">
                <a:latin typeface="微软雅黑 Light" panose="020B0502040204020203" pitchFamily="34" charset="-122"/>
                <a:ea typeface="微软雅黑 Light" panose="020B0502040204020203" pitchFamily="34" charset="-122"/>
                <a:cs typeface="+mn-ea"/>
                <a:sym typeface="+mn-lt"/>
              </a:rPr>
              <a:t>Host-1</a:t>
            </a:r>
            <a:endParaRPr lang="en-US" altLang="zh-CN" sz="1400" dirty="0">
              <a:latin typeface="微软雅黑 Light" panose="020B0502040204020203" pitchFamily="34" charset="-122"/>
              <a:ea typeface="微软雅黑 Light" panose="020B0502040204020203" pitchFamily="34" charset="-122"/>
              <a:cs typeface="+mn-ea"/>
              <a:sym typeface="+mn-lt"/>
            </a:endParaRPr>
          </a:p>
          <a:p>
            <a:pPr>
              <a:lnSpc>
                <a:spcPct val="120000"/>
              </a:lnSpc>
            </a:pPr>
            <a:r>
              <a:rPr lang="en-US" altLang="zh-CN" sz="1400" dirty="0">
                <a:latin typeface="微软雅黑 Light" panose="020B0502040204020203" pitchFamily="34" charset="-122"/>
                <a:ea typeface="微软雅黑 Light" panose="020B0502040204020203" pitchFamily="34" charset="-122"/>
                <a:cs typeface="+mn-ea"/>
                <a:sym typeface="+mn-lt"/>
              </a:rPr>
              <a:t>172.16.1.10/16</a:t>
            </a:r>
            <a:endParaRPr lang="en-US" altLang="zh-CN" sz="1400" dirty="0">
              <a:latin typeface="微软雅黑 Light" panose="020B0502040204020203" pitchFamily="34" charset="-122"/>
              <a:ea typeface="微软雅黑 Light" panose="020B0502040204020203" pitchFamily="34" charset="-122"/>
              <a:cs typeface="+mn-ea"/>
              <a:sym typeface="+mn-lt"/>
            </a:endParaRPr>
          </a:p>
          <a:p>
            <a:pPr>
              <a:lnSpc>
                <a:spcPct val="120000"/>
              </a:lnSpc>
            </a:pPr>
            <a:r>
              <a:rPr lang="en-US" altLang="zh-CN" sz="1400" dirty="0">
                <a:latin typeface="微软雅黑 Light" panose="020B0502040204020203" pitchFamily="34" charset="-122"/>
                <a:ea typeface="微软雅黑 Light" panose="020B0502040204020203" pitchFamily="34" charset="-122"/>
                <a:cs typeface="+mn-ea"/>
                <a:sym typeface="+mn-lt"/>
              </a:rPr>
              <a:t>0025-9301-0001</a:t>
            </a:r>
            <a:endParaRPr lang="zh-CN" altLang="en-US" sz="1400" dirty="0">
              <a:latin typeface="微软雅黑 Light" panose="020B0502040204020203" pitchFamily="34" charset="-122"/>
              <a:ea typeface="微软雅黑 Light" panose="020B0502040204020203" pitchFamily="34" charset="-122"/>
              <a:cs typeface="+mn-ea"/>
              <a:sym typeface="+mn-lt"/>
            </a:endParaRPr>
          </a:p>
        </p:txBody>
      </p:sp>
      <p:sp>
        <p:nvSpPr>
          <p:cNvPr id="23" name="文本框 22"/>
          <p:cNvSpPr txBox="1"/>
          <p:nvPr/>
        </p:nvSpPr>
        <p:spPr>
          <a:xfrm>
            <a:off x="7824192" y="4806933"/>
            <a:ext cx="1495922" cy="844142"/>
          </a:xfrm>
          <a:prstGeom prst="rect">
            <a:avLst/>
          </a:prstGeom>
          <a:noFill/>
        </p:spPr>
        <p:txBody>
          <a:bodyPr wrap="none" rtlCol="0">
            <a:spAutoFit/>
          </a:bodyPr>
          <a:lstStyle/>
          <a:p>
            <a:pPr>
              <a:lnSpc>
                <a:spcPct val="120000"/>
              </a:lnSpc>
            </a:pPr>
            <a:r>
              <a:rPr lang="en-US" altLang="zh-CN" sz="1400" dirty="0">
                <a:latin typeface="微软雅黑 Light" panose="020B0502040204020203" pitchFamily="34" charset="-122"/>
                <a:ea typeface="微软雅黑 Light" panose="020B0502040204020203" pitchFamily="34" charset="-122"/>
                <a:cs typeface="+mn-ea"/>
                <a:sym typeface="+mn-lt"/>
              </a:rPr>
              <a:t>Host-2</a:t>
            </a:r>
            <a:endParaRPr lang="en-US" altLang="zh-CN" sz="1400" dirty="0">
              <a:latin typeface="微软雅黑 Light" panose="020B0502040204020203" pitchFamily="34" charset="-122"/>
              <a:ea typeface="微软雅黑 Light" panose="020B0502040204020203" pitchFamily="34" charset="-122"/>
              <a:cs typeface="+mn-ea"/>
              <a:sym typeface="+mn-lt"/>
            </a:endParaRPr>
          </a:p>
          <a:p>
            <a:pPr>
              <a:lnSpc>
                <a:spcPct val="120000"/>
              </a:lnSpc>
            </a:pPr>
            <a:r>
              <a:rPr lang="en-US" altLang="zh-CN" sz="1400" dirty="0">
                <a:latin typeface="微软雅黑 Light" panose="020B0502040204020203" pitchFamily="34" charset="-122"/>
                <a:ea typeface="微软雅黑 Light" panose="020B0502040204020203" pitchFamily="34" charset="-122"/>
                <a:cs typeface="+mn-ea"/>
                <a:sym typeface="+mn-lt"/>
              </a:rPr>
              <a:t>172.16.1.20</a:t>
            </a:r>
            <a:endParaRPr lang="en-US" altLang="zh-CN" sz="1400" dirty="0">
              <a:latin typeface="微软雅黑 Light" panose="020B0502040204020203" pitchFamily="34" charset="-122"/>
              <a:ea typeface="微软雅黑 Light" panose="020B0502040204020203" pitchFamily="34" charset="-122"/>
              <a:cs typeface="+mn-ea"/>
              <a:sym typeface="+mn-lt"/>
            </a:endParaRPr>
          </a:p>
          <a:p>
            <a:pPr>
              <a:lnSpc>
                <a:spcPct val="120000"/>
              </a:lnSpc>
            </a:pPr>
            <a:r>
              <a:rPr lang="en-US" altLang="zh-CN" sz="1400" dirty="0">
                <a:latin typeface="微软雅黑 Light" panose="020B0502040204020203" pitchFamily="34" charset="-122"/>
                <a:ea typeface="微软雅黑 Light" panose="020B0502040204020203" pitchFamily="34" charset="-122"/>
                <a:cs typeface="+mn-ea"/>
                <a:sym typeface="+mn-lt"/>
              </a:rPr>
              <a:t>0025-9301-0002</a:t>
            </a:r>
            <a:endParaRPr lang="zh-CN" altLang="en-US" sz="1400" dirty="0">
              <a:latin typeface="微软雅黑 Light" panose="020B0502040204020203" pitchFamily="34" charset="-122"/>
              <a:ea typeface="微软雅黑 Light" panose="020B0502040204020203" pitchFamily="34" charset="-122"/>
              <a:cs typeface="+mn-ea"/>
              <a:sym typeface="+mn-lt"/>
            </a:endParaRPr>
          </a:p>
        </p:txBody>
      </p:sp>
      <p:graphicFrame>
        <p:nvGraphicFramePr>
          <p:cNvPr id="24" name="表格 19"/>
          <p:cNvGraphicFramePr>
            <a:graphicFrameLocks noGrp="1"/>
          </p:cNvGraphicFramePr>
          <p:nvPr/>
        </p:nvGraphicFramePr>
        <p:xfrm>
          <a:off x="2784284" y="5780532"/>
          <a:ext cx="2646863" cy="654432"/>
        </p:xfrm>
        <a:graphic>
          <a:graphicData uri="http://schemas.openxmlformats.org/drawingml/2006/table">
            <a:tbl>
              <a:tblPr firstRow="1" bandRow="1">
                <a:tableStyleId>{5C22544A-7EE6-4342-B048-85BDC9FD1C3A}</a:tableStyleId>
              </a:tblPr>
              <a:tblGrid>
                <a:gridCol w="1144634"/>
                <a:gridCol w="1502229"/>
              </a:tblGrid>
              <a:tr h="137161">
                <a:tc>
                  <a:txBody>
                    <a:bodyPr/>
                    <a:lstStyle/>
                    <a:p>
                      <a:pPr algn="ctr">
                        <a:lnSpc>
                          <a:spcPct val="120000"/>
                        </a:lnSpc>
                        <a:spcBef>
                          <a:spcPts val="0"/>
                        </a:spcBef>
                        <a:spcAft>
                          <a:spcPts val="0"/>
                        </a:spcAft>
                      </a:pPr>
                      <a:r>
                        <a:rPr lang="en-US" altLang="zh-CN" sz="1400" dirty="0">
                          <a:solidFill>
                            <a:schemeClr val="tx2"/>
                          </a:solidFill>
                          <a:latin typeface="微软雅黑 Light" panose="020B0502040204020203" pitchFamily="34" charset="-122"/>
                          <a:ea typeface="微软雅黑 Light" panose="020B0502040204020203" pitchFamily="34" charset="-122"/>
                          <a:cs typeface="+mn-ea"/>
                          <a:sym typeface="+mn-lt"/>
                        </a:rPr>
                        <a:t>IP</a:t>
                      </a:r>
                      <a:r>
                        <a:rPr lang="zh-CN" altLang="en-US" sz="1400" dirty="0">
                          <a:solidFill>
                            <a:schemeClr val="tx2"/>
                          </a:solidFill>
                          <a:latin typeface="微软雅黑 Light" panose="020B0502040204020203" pitchFamily="34" charset="-122"/>
                          <a:ea typeface="微软雅黑 Light" panose="020B0502040204020203" pitchFamily="34" charset="-122"/>
                          <a:cs typeface="+mn-ea"/>
                          <a:sym typeface="+mn-lt"/>
                        </a:rPr>
                        <a:t>地址</a:t>
                      </a:r>
                      <a:endParaRPr lang="zh-CN" altLang="en-US" sz="1400" dirty="0">
                        <a:solidFill>
                          <a:schemeClr val="tx2"/>
                        </a:solidFill>
                        <a:latin typeface="微软雅黑 Light" panose="020B0502040204020203" pitchFamily="34" charset="-122"/>
                        <a:ea typeface="微软雅黑 Light" panose="020B0502040204020203" pitchFamily="34" charset="-122"/>
                        <a:cs typeface="+mn-ea"/>
                        <a:sym typeface="+mn-lt"/>
                      </a:endParaRPr>
                    </a:p>
                  </a:txBody>
                  <a:tcPr/>
                </a:tc>
                <a:tc>
                  <a:txBody>
                    <a:bodyPr/>
                    <a:lstStyle/>
                    <a:p>
                      <a:pPr algn="ctr">
                        <a:lnSpc>
                          <a:spcPct val="120000"/>
                        </a:lnSpc>
                        <a:spcBef>
                          <a:spcPts val="0"/>
                        </a:spcBef>
                        <a:spcAft>
                          <a:spcPts val="0"/>
                        </a:spcAft>
                      </a:pPr>
                      <a:r>
                        <a:rPr lang="en-US" altLang="zh-CN" sz="1400" dirty="0">
                          <a:solidFill>
                            <a:schemeClr val="tx2"/>
                          </a:solidFill>
                          <a:latin typeface="微软雅黑 Light" panose="020B0502040204020203" pitchFamily="34" charset="-122"/>
                          <a:ea typeface="微软雅黑 Light" panose="020B0502040204020203" pitchFamily="34" charset="-122"/>
                          <a:cs typeface="+mn-ea"/>
                          <a:sym typeface="+mn-lt"/>
                        </a:rPr>
                        <a:t>MAC</a:t>
                      </a:r>
                      <a:r>
                        <a:rPr lang="zh-CN" altLang="en-US" sz="1400" dirty="0">
                          <a:solidFill>
                            <a:schemeClr val="tx2"/>
                          </a:solidFill>
                          <a:latin typeface="微软雅黑 Light" panose="020B0502040204020203" pitchFamily="34" charset="-122"/>
                          <a:ea typeface="微软雅黑 Light" panose="020B0502040204020203" pitchFamily="34" charset="-122"/>
                          <a:cs typeface="+mn-ea"/>
                          <a:sym typeface="+mn-lt"/>
                        </a:rPr>
                        <a:t>地址</a:t>
                      </a:r>
                      <a:endParaRPr lang="zh-CN" altLang="en-US" sz="1400" dirty="0">
                        <a:solidFill>
                          <a:schemeClr val="tx2"/>
                        </a:solidFill>
                        <a:latin typeface="微软雅黑 Light" panose="020B0502040204020203" pitchFamily="34" charset="-122"/>
                        <a:ea typeface="微软雅黑 Light" panose="020B0502040204020203" pitchFamily="34" charset="-122"/>
                        <a:cs typeface="+mn-ea"/>
                        <a:sym typeface="+mn-lt"/>
                      </a:endParaRPr>
                    </a:p>
                  </a:txBody>
                  <a:tcPr/>
                </a:tc>
              </a:tr>
              <a:tr h="137161">
                <a:tc>
                  <a:txBody>
                    <a:bodyPr/>
                    <a:lstStyle/>
                    <a:p>
                      <a:pPr algn="ctr">
                        <a:lnSpc>
                          <a:spcPct val="120000"/>
                        </a:lnSpc>
                        <a:spcBef>
                          <a:spcPts val="0"/>
                        </a:spcBef>
                        <a:spcAft>
                          <a:spcPts val="0"/>
                        </a:spcAft>
                      </a:pPr>
                      <a:r>
                        <a:rPr lang="en-US" altLang="zh-CN" sz="1400" dirty="0">
                          <a:solidFill>
                            <a:schemeClr val="tx2"/>
                          </a:solidFill>
                          <a:latin typeface="微软雅黑 Light" panose="020B0502040204020203" pitchFamily="34" charset="-122"/>
                          <a:ea typeface="微软雅黑 Light" panose="020B0502040204020203" pitchFamily="34" charset="-122"/>
                          <a:cs typeface="+mn-ea"/>
                          <a:sym typeface="+mn-lt"/>
                        </a:rPr>
                        <a:t>172.16.1.20</a:t>
                      </a:r>
                      <a:endParaRPr lang="zh-CN" altLang="en-US" sz="1400" dirty="0">
                        <a:solidFill>
                          <a:schemeClr val="tx2"/>
                        </a:solidFill>
                        <a:latin typeface="微软雅黑 Light" panose="020B0502040204020203" pitchFamily="34" charset="-122"/>
                        <a:ea typeface="微软雅黑 Light" panose="020B0502040204020203" pitchFamily="34" charset="-122"/>
                        <a:cs typeface="+mn-ea"/>
                        <a:sym typeface="+mn-lt"/>
                      </a:endParaRPr>
                    </a:p>
                  </a:txBody>
                  <a:tcPr/>
                </a:tc>
                <a:tc>
                  <a:txBody>
                    <a:bodyPr/>
                    <a:lstStyle/>
                    <a:p>
                      <a:pPr algn="ctr">
                        <a:lnSpc>
                          <a:spcPct val="120000"/>
                        </a:lnSpc>
                        <a:spcBef>
                          <a:spcPts val="0"/>
                        </a:spcBef>
                        <a:spcAft>
                          <a:spcPts val="0"/>
                        </a:spcAft>
                      </a:pPr>
                      <a:r>
                        <a:rPr lang="en-US" altLang="zh-CN" sz="1400" dirty="0">
                          <a:solidFill>
                            <a:schemeClr val="tx2"/>
                          </a:solidFill>
                          <a:latin typeface="微软雅黑 Light" panose="020B0502040204020203" pitchFamily="34" charset="-122"/>
                          <a:ea typeface="微软雅黑 Light" panose="020B0502040204020203" pitchFamily="34" charset="-122"/>
                          <a:cs typeface="+mn-ea"/>
                          <a:sym typeface="+mn-lt"/>
                        </a:rPr>
                        <a:t>0025-9301-0002</a:t>
                      </a:r>
                      <a:endParaRPr lang="zh-CN" altLang="en-US" sz="1400" dirty="0">
                        <a:solidFill>
                          <a:schemeClr val="tx2"/>
                        </a:solidFill>
                        <a:latin typeface="微软雅黑 Light" panose="020B0502040204020203" pitchFamily="34" charset="-122"/>
                        <a:ea typeface="微软雅黑 Light" panose="020B0502040204020203" pitchFamily="34" charset="-122"/>
                        <a:cs typeface="+mn-ea"/>
                        <a:sym typeface="+mn-lt"/>
                      </a:endParaRPr>
                    </a:p>
                  </a:txBody>
                  <a:tcPr/>
                </a:tc>
              </a:tr>
            </a:tbl>
          </a:graphicData>
        </a:graphic>
      </p:graphicFrame>
      <p:graphicFrame>
        <p:nvGraphicFramePr>
          <p:cNvPr id="26" name="表格 19"/>
          <p:cNvGraphicFramePr>
            <a:graphicFrameLocks noGrp="1"/>
          </p:cNvGraphicFramePr>
          <p:nvPr/>
        </p:nvGraphicFramePr>
        <p:xfrm>
          <a:off x="7112877" y="5730250"/>
          <a:ext cx="2646863" cy="654432"/>
        </p:xfrm>
        <a:graphic>
          <a:graphicData uri="http://schemas.openxmlformats.org/drawingml/2006/table">
            <a:tbl>
              <a:tblPr firstRow="1" bandRow="1">
                <a:tableStyleId>{5C22544A-7EE6-4342-B048-85BDC9FD1C3A}</a:tableStyleId>
              </a:tblPr>
              <a:tblGrid>
                <a:gridCol w="1144634"/>
                <a:gridCol w="1502229"/>
              </a:tblGrid>
              <a:tr h="137161">
                <a:tc>
                  <a:txBody>
                    <a:bodyPr/>
                    <a:lstStyle/>
                    <a:p>
                      <a:pPr algn="ctr">
                        <a:lnSpc>
                          <a:spcPct val="120000"/>
                        </a:lnSpc>
                        <a:spcBef>
                          <a:spcPts val="0"/>
                        </a:spcBef>
                        <a:spcAft>
                          <a:spcPts val="0"/>
                        </a:spcAft>
                      </a:pPr>
                      <a:r>
                        <a:rPr lang="en-US" altLang="zh-CN" sz="1400" dirty="0">
                          <a:solidFill>
                            <a:schemeClr val="tx2"/>
                          </a:solidFill>
                          <a:latin typeface="微软雅黑 Light" panose="020B0502040204020203" pitchFamily="34" charset="-122"/>
                          <a:ea typeface="微软雅黑 Light" panose="020B0502040204020203" pitchFamily="34" charset="-122"/>
                          <a:cs typeface="+mn-ea"/>
                          <a:sym typeface="+mn-lt"/>
                        </a:rPr>
                        <a:t>IP</a:t>
                      </a:r>
                      <a:r>
                        <a:rPr lang="zh-CN" altLang="en-US" sz="1400" dirty="0">
                          <a:solidFill>
                            <a:schemeClr val="tx2"/>
                          </a:solidFill>
                          <a:latin typeface="微软雅黑 Light" panose="020B0502040204020203" pitchFamily="34" charset="-122"/>
                          <a:ea typeface="微软雅黑 Light" panose="020B0502040204020203" pitchFamily="34" charset="-122"/>
                          <a:cs typeface="+mn-ea"/>
                          <a:sym typeface="+mn-lt"/>
                        </a:rPr>
                        <a:t>地址</a:t>
                      </a:r>
                      <a:endParaRPr lang="zh-CN" altLang="en-US" sz="1400" dirty="0">
                        <a:solidFill>
                          <a:schemeClr val="tx2"/>
                        </a:solidFill>
                        <a:latin typeface="微软雅黑 Light" panose="020B0502040204020203" pitchFamily="34" charset="-122"/>
                        <a:ea typeface="微软雅黑 Light" panose="020B0502040204020203" pitchFamily="34" charset="-122"/>
                        <a:cs typeface="+mn-ea"/>
                        <a:sym typeface="+mn-lt"/>
                      </a:endParaRPr>
                    </a:p>
                  </a:txBody>
                  <a:tcPr/>
                </a:tc>
                <a:tc>
                  <a:txBody>
                    <a:bodyPr/>
                    <a:lstStyle/>
                    <a:p>
                      <a:pPr algn="ctr">
                        <a:lnSpc>
                          <a:spcPct val="120000"/>
                        </a:lnSpc>
                        <a:spcBef>
                          <a:spcPts val="0"/>
                        </a:spcBef>
                        <a:spcAft>
                          <a:spcPts val="0"/>
                        </a:spcAft>
                      </a:pPr>
                      <a:r>
                        <a:rPr lang="en-US" altLang="zh-CN" sz="1400" dirty="0">
                          <a:solidFill>
                            <a:schemeClr val="tx2"/>
                          </a:solidFill>
                          <a:latin typeface="微软雅黑 Light" panose="020B0502040204020203" pitchFamily="34" charset="-122"/>
                          <a:ea typeface="微软雅黑 Light" panose="020B0502040204020203" pitchFamily="34" charset="-122"/>
                          <a:cs typeface="+mn-ea"/>
                          <a:sym typeface="+mn-lt"/>
                        </a:rPr>
                        <a:t>MAC</a:t>
                      </a:r>
                      <a:r>
                        <a:rPr lang="zh-CN" altLang="en-US" sz="1400" dirty="0">
                          <a:solidFill>
                            <a:schemeClr val="tx2"/>
                          </a:solidFill>
                          <a:latin typeface="微软雅黑 Light" panose="020B0502040204020203" pitchFamily="34" charset="-122"/>
                          <a:ea typeface="微软雅黑 Light" panose="020B0502040204020203" pitchFamily="34" charset="-122"/>
                          <a:cs typeface="+mn-ea"/>
                          <a:sym typeface="+mn-lt"/>
                        </a:rPr>
                        <a:t>地址</a:t>
                      </a:r>
                      <a:endParaRPr lang="zh-CN" altLang="en-US" sz="1400" dirty="0">
                        <a:solidFill>
                          <a:schemeClr val="tx2"/>
                        </a:solidFill>
                        <a:latin typeface="微软雅黑 Light" panose="020B0502040204020203" pitchFamily="34" charset="-122"/>
                        <a:ea typeface="微软雅黑 Light" panose="020B0502040204020203" pitchFamily="34" charset="-122"/>
                        <a:cs typeface="+mn-ea"/>
                        <a:sym typeface="+mn-lt"/>
                      </a:endParaRPr>
                    </a:p>
                  </a:txBody>
                  <a:tcPr/>
                </a:tc>
              </a:tr>
              <a:tr h="137161">
                <a:tc>
                  <a:txBody>
                    <a:bodyPr/>
                    <a:lstStyle/>
                    <a:p>
                      <a:pPr algn="ctr">
                        <a:lnSpc>
                          <a:spcPct val="120000"/>
                        </a:lnSpc>
                        <a:spcBef>
                          <a:spcPts val="0"/>
                        </a:spcBef>
                        <a:spcAft>
                          <a:spcPts val="0"/>
                        </a:spcAft>
                      </a:pPr>
                      <a:r>
                        <a:rPr lang="en-US" altLang="zh-CN" sz="1400" dirty="0">
                          <a:solidFill>
                            <a:schemeClr val="tx2"/>
                          </a:solidFill>
                          <a:latin typeface="微软雅黑 Light" panose="020B0502040204020203" pitchFamily="34" charset="-122"/>
                          <a:ea typeface="微软雅黑 Light" panose="020B0502040204020203" pitchFamily="34" charset="-122"/>
                          <a:cs typeface="+mn-ea"/>
                          <a:sym typeface="+mn-lt"/>
                        </a:rPr>
                        <a:t>172.16.1.10</a:t>
                      </a:r>
                      <a:endParaRPr lang="zh-CN" altLang="en-US" sz="1400" dirty="0">
                        <a:solidFill>
                          <a:schemeClr val="tx2"/>
                        </a:solidFill>
                        <a:latin typeface="微软雅黑 Light" panose="020B0502040204020203" pitchFamily="34" charset="-122"/>
                        <a:ea typeface="微软雅黑 Light" panose="020B0502040204020203" pitchFamily="34" charset="-122"/>
                        <a:cs typeface="+mn-ea"/>
                        <a:sym typeface="+mn-lt"/>
                      </a:endParaRPr>
                    </a:p>
                  </a:txBody>
                  <a:tcPr/>
                </a:tc>
                <a:tc>
                  <a:txBody>
                    <a:bodyPr/>
                    <a:lstStyle/>
                    <a:p>
                      <a:pPr algn="ctr">
                        <a:lnSpc>
                          <a:spcPct val="120000"/>
                        </a:lnSpc>
                        <a:spcBef>
                          <a:spcPts val="0"/>
                        </a:spcBef>
                        <a:spcAft>
                          <a:spcPts val="0"/>
                        </a:spcAft>
                      </a:pPr>
                      <a:r>
                        <a:rPr lang="en-US" altLang="zh-CN" sz="1400" dirty="0">
                          <a:solidFill>
                            <a:schemeClr val="tx2"/>
                          </a:solidFill>
                          <a:latin typeface="微软雅黑 Light" panose="020B0502040204020203" pitchFamily="34" charset="-122"/>
                          <a:ea typeface="微软雅黑 Light" panose="020B0502040204020203" pitchFamily="34" charset="-122"/>
                          <a:cs typeface="+mn-ea"/>
                          <a:sym typeface="+mn-lt"/>
                        </a:rPr>
                        <a:t>0025-9301-0001</a:t>
                      </a:r>
                      <a:endParaRPr lang="zh-CN" altLang="en-US" sz="1400" dirty="0">
                        <a:solidFill>
                          <a:schemeClr val="tx2"/>
                        </a:solidFill>
                        <a:latin typeface="微软雅黑 Light" panose="020B0502040204020203" pitchFamily="34" charset="-122"/>
                        <a:ea typeface="微软雅黑 Light" panose="020B0502040204020203" pitchFamily="34" charset="-122"/>
                        <a:cs typeface="+mn-ea"/>
                        <a:sym typeface="+mn-lt"/>
                      </a:endParaRPr>
                    </a:p>
                  </a:txBody>
                  <a:tcPr/>
                </a:tc>
              </a:tr>
            </a:tbl>
          </a:graphicData>
        </a:graphic>
      </p:graphicFrame>
    </p:spTree>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 name="灯片编号占位符 5"/>
          <p:cNvSpPr>
            <a:spLocks noGrp="1"/>
          </p:cNvSpPr>
          <p:nvPr>
            <p:ph type="sldNum" sz="quarter" idx="12"/>
          </p:nvPr>
        </p:nvSpPr>
        <p:spPr/>
        <p:txBody>
          <a:bodyPr/>
          <a:lstStyle/>
          <a:p>
            <a:fld id="{BEA83D33-1855-452E-9104-60EF3125663A}" type="slidenum">
              <a:rPr lang="en-US" altLang="zh-CN"/>
            </a:fld>
            <a:endParaRPr lang="en-US" altLang="zh-CN"/>
          </a:p>
        </p:txBody>
      </p:sp>
      <p:sp>
        <p:nvSpPr>
          <p:cNvPr id="327689" name="Rectangle 9"/>
          <p:cNvSpPr>
            <a:spLocks noGrp="1" noChangeArrowheads="1"/>
          </p:cNvSpPr>
          <p:nvPr>
            <p:ph type="title"/>
          </p:nvPr>
        </p:nvSpPr>
        <p:spPr>
          <a:noFill/>
        </p:spPr>
        <p:txBody>
          <a:bodyPr/>
          <a:lstStyle/>
          <a:p>
            <a:r>
              <a:rPr lang="en-US" altLang="zh-CN"/>
              <a:t>ARP</a:t>
            </a:r>
            <a:r>
              <a:rPr lang="zh-CN" altLang="en-US"/>
              <a:t>工作示例</a:t>
            </a:r>
            <a:endParaRPr lang="zh-CN" altLang="en-US"/>
          </a:p>
        </p:txBody>
      </p:sp>
      <p:sp>
        <p:nvSpPr>
          <p:cNvPr id="327706" name="Line 26"/>
          <p:cNvSpPr>
            <a:spLocks noChangeShapeType="1"/>
          </p:cNvSpPr>
          <p:nvPr/>
        </p:nvSpPr>
        <p:spPr bwMode="auto">
          <a:xfrm>
            <a:off x="3216276" y="1843089"/>
            <a:ext cx="5543550" cy="0"/>
          </a:xfrm>
          <a:prstGeom prst="line">
            <a:avLst/>
          </a:prstGeom>
          <a:noFill/>
          <a:ln w="19050">
            <a:solidFill>
              <a:srgbClr val="0066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dirty="0">
              <a:latin typeface="微软雅黑 Light" panose="020B0502040204020203" pitchFamily="34" charset="-122"/>
              <a:ea typeface="微软雅黑 Light" panose="020B0502040204020203" pitchFamily="34" charset="-122"/>
            </a:endParaRPr>
          </a:p>
        </p:txBody>
      </p:sp>
      <p:grpSp>
        <p:nvGrpSpPr>
          <p:cNvPr id="327711" name="Group 31"/>
          <p:cNvGrpSpPr/>
          <p:nvPr/>
        </p:nvGrpSpPr>
        <p:grpSpPr bwMode="auto">
          <a:xfrm>
            <a:off x="4367214" y="1843089"/>
            <a:ext cx="360363" cy="889000"/>
            <a:chOff x="1837" y="1026"/>
            <a:chExt cx="227" cy="635"/>
          </a:xfrm>
        </p:grpSpPr>
        <p:sp>
          <p:nvSpPr>
            <p:cNvPr id="327703" name="Arc 23"/>
            <p:cNvSpPr/>
            <p:nvPr/>
          </p:nvSpPr>
          <p:spPr bwMode="auto">
            <a:xfrm>
              <a:off x="1837" y="1026"/>
              <a:ext cx="226" cy="182"/>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0" y="0"/>
                  </a:moveTo>
                  <a:cubicBezTo>
                    <a:pt x="11929" y="0"/>
                    <a:pt x="21600" y="9670"/>
                    <a:pt x="21600" y="21600"/>
                  </a:cubicBezTo>
                </a:path>
                <a:path w="21600" h="21600" stroke="0" extrusionOk="0">
                  <a:moveTo>
                    <a:pt x="0" y="0"/>
                  </a:moveTo>
                  <a:cubicBezTo>
                    <a:pt x="11929" y="0"/>
                    <a:pt x="21600" y="9670"/>
                    <a:pt x="21600" y="21600"/>
                  </a:cubicBezTo>
                  <a:lnTo>
                    <a:pt x="0" y="21600"/>
                  </a:lnTo>
                  <a:close/>
                </a:path>
              </a:pathLst>
            </a:custGeom>
            <a:noFill/>
            <a:ln w="19050">
              <a:solidFill>
                <a:srgbClr val="006600"/>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dirty="0">
                <a:latin typeface="微软雅黑 Light" panose="020B0502040204020203" pitchFamily="34" charset="-122"/>
                <a:ea typeface="微软雅黑 Light" panose="020B0502040204020203" pitchFamily="34" charset="-122"/>
              </a:endParaRPr>
            </a:p>
          </p:txBody>
        </p:sp>
        <p:sp>
          <p:nvSpPr>
            <p:cNvPr id="327707" name="Line 27"/>
            <p:cNvSpPr>
              <a:spLocks noChangeShapeType="1"/>
            </p:cNvSpPr>
            <p:nvPr/>
          </p:nvSpPr>
          <p:spPr bwMode="auto">
            <a:xfrm>
              <a:off x="2064" y="1207"/>
              <a:ext cx="0" cy="454"/>
            </a:xfrm>
            <a:prstGeom prst="line">
              <a:avLst/>
            </a:prstGeom>
            <a:noFill/>
            <a:ln w="19050">
              <a:solidFill>
                <a:srgbClr val="0066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dirty="0">
                <a:latin typeface="微软雅黑 Light" panose="020B0502040204020203" pitchFamily="34" charset="-122"/>
                <a:ea typeface="微软雅黑 Light" panose="020B0502040204020203" pitchFamily="34" charset="-122"/>
              </a:endParaRPr>
            </a:p>
          </p:txBody>
        </p:sp>
      </p:grpSp>
      <p:grpSp>
        <p:nvGrpSpPr>
          <p:cNvPr id="327710" name="Group 30"/>
          <p:cNvGrpSpPr/>
          <p:nvPr/>
        </p:nvGrpSpPr>
        <p:grpSpPr bwMode="auto">
          <a:xfrm>
            <a:off x="6527801" y="1843089"/>
            <a:ext cx="360363" cy="889000"/>
            <a:chOff x="3152" y="1026"/>
            <a:chExt cx="227" cy="635"/>
          </a:xfrm>
        </p:grpSpPr>
        <p:sp>
          <p:nvSpPr>
            <p:cNvPr id="327704" name="Arc 24"/>
            <p:cNvSpPr/>
            <p:nvPr/>
          </p:nvSpPr>
          <p:spPr bwMode="auto">
            <a:xfrm>
              <a:off x="3152" y="1026"/>
              <a:ext cx="226" cy="182"/>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0" y="0"/>
                  </a:moveTo>
                  <a:cubicBezTo>
                    <a:pt x="11929" y="0"/>
                    <a:pt x="21600" y="9670"/>
                    <a:pt x="21600" y="21600"/>
                  </a:cubicBezTo>
                </a:path>
                <a:path w="21600" h="21600" stroke="0" extrusionOk="0">
                  <a:moveTo>
                    <a:pt x="0" y="0"/>
                  </a:moveTo>
                  <a:cubicBezTo>
                    <a:pt x="11929" y="0"/>
                    <a:pt x="21600" y="9670"/>
                    <a:pt x="21600" y="21600"/>
                  </a:cubicBezTo>
                  <a:lnTo>
                    <a:pt x="0" y="21600"/>
                  </a:lnTo>
                  <a:close/>
                </a:path>
              </a:pathLst>
            </a:custGeom>
            <a:noFill/>
            <a:ln w="19050">
              <a:solidFill>
                <a:srgbClr val="006600"/>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dirty="0">
                <a:latin typeface="微软雅黑 Light" panose="020B0502040204020203" pitchFamily="34" charset="-122"/>
                <a:ea typeface="微软雅黑 Light" panose="020B0502040204020203" pitchFamily="34" charset="-122"/>
              </a:endParaRPr>
            </a:p>
          </p:txBody>
        </p:sp>
        <p:sp>
          <p:nvSpPr>
            <p:cNvPr id="327708" name="Line 28"/>
            <p:cNvSpPr>
              <a:spLocks noChangeShapeType="1"/>
            </p:cNvSpPr>
            <p:nvPr/>
          </p:nvSpPr>
          <p:spPr bwMode="auto">
            <a:xfrm>
              <a:off x="3379" y="1207"/>
              <a:ext cx="0" cy="454"/>
            </a:xfrm>
            <a:prstGeom prst="line">
              <a:avLst/>
            </a:prstGeom>
            <a:noFill/>
            <a:ln w="19050">
              <a:solidFill>
                <a:srgbClr val="0066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dirty="0">
                <a:latin typeface="微软雅黑 Light" panose="020B0502040204020203" pitchFamily="34" charset="-122"/>
                <a:ea typeface="微软雅黑 Light" panose="020B0502040204020203" pitchFamily="34" charset="-122"/>
              </a:endParaRPr>
            </a:p>
          </p:txBody>
        </p:sp>
      </p:grpSp>
      <p:grpSp>
        <p:nvGrpSpPr>
          <p:cNvPr id="327712" name="Group 32"/>
          <p:cNvGrpSpPr/>
          <p:nvPr/>
        </p:nvGrpSpPr>
        <p:grpSpPr bwMode="auto">
          <a:xfrm>
            <a:off x="8688389" y="1843089"/>
            <a:ext cx="360363" cy="889000"/>
            <a:chOff x="4558" y="1026"/>
            <a:chExt cx="227" cy="635"/>
          </a:xfrm>
        </p:grpSpPr>
        <p:sp>
          <p:nvSpPr>
            <p:cNvPr id="327705" name="Arc 25"/>
            <p:cNvSpPr/>
            <p:nvPr/>
          </p:nvSpPr>
          <p:spPr bwMode="auto">
            <a:xfrm>
              <a:off x="4558" y="1026"/>
              <a:ext cx="226" cy="182"/>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0" y="0"/>
                  </a:moveTo>
                  <a:cubicBezTo>
                    <a:pt x="11929" y="0"/>
                    <a:pt x="21600" y="9670"/>
                    <a:pt x="21600" y="21600"/>
                  </a:cubicBezTo>
                </a:path>
                <a:path w="21600" h="21600" stroke="0" extrusionOk="0">
                  <a:moveTo>
                    <a:pt x="0" y="0"/>
                  </a:moveTo>
                  <a:cubicBezTo>
                    <a:pt x="11929" y="0"/>
                    <a:pt x="21600" y="9670"/>
                    <a:pt x="21600" y="21600"/>
                  </a:cubicBezTo>
                  <a:lnTo>
                    <a:pt x="0" y="21600"/>
                  </a:lnTo>
                  <a:close/>
                </a:path>
              </a:pathLst>
            </a:custGeom>
            <a:noFill/>
            <a:ln w="19050">
              <a:solidFill>
                <a:srgbClr val="006600"/>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dirty="0">
                <a:latin typeface="微软雅黑 Light" panose="020B0502040204020203" pitchFamily="34" charset="-122"/>
                <a:ea typeface="微软雅黑 Light" panose="020B0502040204020203" pitchFamily="34" charset="-122"/>
              </a:endParaRPr>
            </a:p>
          </p:txBody>
        </p:sp>
        <p:sp>
          <p:nvSpPr>
            <p:cNvPr id="327709" name="Line 29"/>
            <p:cNvSpPr>
              <a:spLocks noChangeShapeType="1"/>
            </p:cNvSpPr>
            <p:nvPr/>
          </p:nvSpPr>
          <p:spPr bwMode="auto">
            <a:xfrm>
              <a:off x="4785" y="1207"/>
              <a:ext cx="0" cy="454"/>
            </a:xfrm>
            <a:prstGeom prst="line">
              <a:avLst/>
            </a:prstGeom>
            <a:noFill/>
            <a:ln w="19050">
              <a:solidFill>
                <a:srgbClr val="0066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dirty="0">
                <a:latin typeface="微软雅黑 Light" panose="020B0502040204020203" pitchFamily="34" charset="-122"/>
                <a:ea typeface="微软雅黑 Light" panose="020B0502040204020203" pitchFamily="34" charset="-122"/>
              </a:endParaRPr>
            </a:p>
          </p:txBody>
        </p:sp>
      </p:grpSp>
      <p:pic>
        <p:nvPicPr>
          <p:cNvPr id="327714" name="Picture 34" descr="MC900441454[1]"/>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3503614" y="1700214"/>
            <a:ext cx="576263" cy="431800"/>
          </a:xfrm>
          <a:prstGeom prst="rect">
            <a:avLst/>
          </a:prstGeom>
          <a:noFill/>
          <a:extLst>
            <a:ext uri="{909E8E84-426E-40DD-AFC4-6F175D3DCCD1}">
              <a14:hiddenFill xmlns:a14="http://schemas.microsoft.com/office/drawing/2010/main">
                <a:solidFill>
                  <a:srgbClr val="FFFFFF"/>
                </a:solidFill>
              </a14:hiddenFill>
            </a:ext>
          </a:extLst>
        </p:spPr>
      </p:pic>
      <p:sp>
        <p:nvSpPr>
          <p:cNvPr id="327715" name="Text Box 35"/>
          <p:cNvSpPr txBox="1">
            <a:spLocks noChangeArrowheads="1"/>
          </p:cNvSpPr>
          <p:nvPr/>
        </p:nvSpPr>
        <p:spPr bwMode="auto">
          <a:xfrm>
            <a:off x="4008439" y="3379789"/>
            <a:ext cx="1254125"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600" dirty="0">
                <a:latin typeface="微软雅黑 Light" panose="020B0502040204020203" pitchFamily="34" charset="-122"/>
                <a:ea typeface="微软雅黑 Light" panose="020B0502040204020203" pitchFamily="34" charset="-122"/>
              </a:rPr>
              <a:t>172.16.0.110</a:t>
            </a:r>
            <a:endParaRPr lang="en-US" altLang="zh-CN" sz="1600" dirty="0">
              <a:latin typeface="微软雅黑 Light" panose="020B0502040204020203" pitchFamily="34" charset="-122"/>
              <a:ea typeface="微软雅黑 Light" panose="020B0502040204020203" pitchFamily="34" charset="-122"/>
            </a:endParaRPr>
          </a:p>
        </p:txBody>
      </p:sp>
      <p:sp>
        <p:nvSpPr>
          <p:cNvPr id="327716" name="Text Box 36"/>
          <p:cNvSpPr txBox="1">
            <a:spLocks noChangeArrowheads="1"/>
          </p:cNvSpPr>
          <p:nvPr/>
        </p:nvSpPr>
        <p:spPr bwMode="auto">
          <a:xfrm>
            <a:off x="6167439" y="3379789"/>
            <a:ext cx="1262063"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600" dirty="0">
                <a:latin typeface="微软雅黑 Light" panose="020B0502040204020203" pitchFamily="34" charset="-122"/>
                <a:ea typeface="微软雅黑 Light" panose="020B0502040204020203" pitchFamily="34" charset="-122"/>
              </a:rPr>
              <a:t>172.16.0.120</a:t>
            </a:r>
            <a:endParaRPr lang="en-US" altLang="zh-CN" sz="1600" dirty="0">
              <a:latin typeface="微软雅黑 Light" panose="020B0502040204020203" pitchFamily="34" charset="-122"/>
              <a:ea typeface="微软雅黑 Light" panose="020B0502040204020203" pitchFamily="34" charset="-122"/>
            </a:endParaRPr>
          </a:p>
        </p:txBody>
      </p:sp>
      <p:sp>
        <p:nvSpPr>
          <p:cNvPr id="327717" name="Text Box 37"/>
          <p:cNvSpPr txBox="1">
            <a:spLocks noChangeArrowheads="1"/>
          </p:cNvSpPr>
          <p:nvPr/>
        </p:nvSpPr>
        <p:spPr bwMode="auto">
          <a:xfrm>
            <a:off x="8397876" y="3379789"/>
            <a:ext cx="1262063"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600" dirty="0">
                <a:latin typeface="微软雅黑 Light" panose="020B0502040204020203" pitchFamily="34" charset="-122"/>
                <a:ea typeface="微软雅黑 Light" panose="020B0502040204020203" pitchFamily="34" charset="-122"/>
              </a:rPr>
              <a:t>172.16.0.130</a:t>
            </a:r>
            <a:endParaRPr lang="en-US" altLang="zh-CN" sz="1600" dirty="0">
              <a:latin typeface="微软雅黑 Light" panose="020B0502040204020203" pitchFamily="34" charset="-122"/>
              <a:ea typeface="微软雅黑 Light" panose="020B0502040204020203" pitchFamily="34" charset="-122"/>
            </a:endParaRPr>
          </a:p>
        </p:txBody>
      </p:sp>
      <p:sp>
        <p:nvSpPr>
          <p:cNvPr id="327718" name="Text Box 38"/>
          <p:cNvSpPr txBox="1">
            <a:spLocks noChangeArrowheads="1"/>
          </p:cNvSpPr>
          <p:nvPr/>
        </p:nvSpPr>
        <p:spPr bwMode="auto">
          <a:xfrm>
            <a:off x="2279651" y="1076327"/>
            <a:ext cx="1262063"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600" dirty="0">
                <a:latin typeface="微软雅黑 Light" panose="020B0502040204020203" pitchFamily="34" charset="-122"/>
                <a:ea typeface="微软雅黑 Light" panose="020B0502040204020203" pitchFamily="34" charset="-122"/>
              </a:rPr>
              <a:t>172.16.0.100</a:t>
            </a:r>
            <a:endParaRPr lang="en-US" altLang="zh-CN" sz="1600" dirty="0">
              <a:latin typeface="微软雅黑 Light" panose="020B0502040204020203" pitchFamily="34" charset="-122"/>
              <a:ea typeface="微软雅黑 Light" panose="020B0502040204020203" pitchFamily="34" charset="-122"/>
            </a:endParaRPr>
          </a:p>
        </p:txBody>
      </p:sp>
      <p:sp>
        <p:nvSpPr>
          <p:cNvPr id="327719" name="AutoShape 39"/>
          <p:cNvSpPr>
            <a:spLocks noChangeArrowheads="1"/>
          </p:cNvSpPr>
          <p:nvPr/>
        </p:nvSpPr>
        <p:spPr bwMode="auto">
          <a:xfrm>
            <a:off x="4008439" y="1052514"/>
            <a:ext cx="2663825" cy="503238"/>
          </a:xfrm>
          <a:prstGeom prst="wedgeRectCallout">
            <a:avLst>
              <a:gd name="adj1" fmla="val -51847"/>
              <a:gd name="adj2" fmla="val 99213"/>
            </a:avLst>
          </a:prstGeom>
          <a:solidFill>
            <a:schemeClr val="accent1"/>
          </a:solidFill>
          <a:ln w="9525"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r>
              <a:rPr lang="en-US" altLang="zh-CN" sz="1600" dirty="0">
                <a:latin typeface="微软雅黑 Light" panose="020B0502040204020203" pitchFamily="34" charset="-122"/>
                <a:ea typeface="微软雅黑 Light" panose="020B0502040204020203" pitchFamily="34" charset="-122"/>
              </a:rPr>
              <a:t>ARP</a:t>
            </a:r>
            <a:r>
              <a:rPr lang="zh-CN" altLang="en-US" sz="1600" dirty="0">
                <a:latin typeface="微软雅黑 Light" panose="020B0502040204020203" pitchFamily="34" charset="-122"/>
                <a:ea typeface="微软雅黑 Light" panose="020B0502040204020203" pitchFamily="34" charset="-122"/>
              </a:rPr>
              <a:t>请求：</a:t>
            </a:r>
            <a:r>
              <a:rPr lang="en-US" altLang="zh-CN" sz="1600" dirty="0">
                <a:latin typeface="微软雅黑 Light" panose="020B0502040204020203" pitchFamily="34" charset="-122"/>
                <a:ea typeface="微软雅黑 Light" panose="020B0502040204020203" pitchFamily="34" charset="-122"/>
              </a:rPr>
              <a:t>172.16.0.110</a:t>
            </a:r>
            <a:endParaRPr lang="en-US" altLang="zh-CN" sz="1600" dirty="0">
              <a:latin typeface="微软雅黑 Light" panose="020B0502040204020203" pitchFamily="34" charset="-122"/>
              <a:ea typeface="微软雅黑 Light" panose="020B0502040204020203" pitchFamily="34" charset="-122"/>
            </a:endParaRPr>
          </a:p>
          <a:p>
            <a:r>
              <a:rPr lang="zh-CN" altLang="en-US" sz="1600" dirty="0">
                <a:latin typeface="微软雅黑 Light" panose="020B0502040204020203" pitchFamily="34" charset="-122"/>
                <a:ea typeface="微软雅黑 Light" panose="020B0502040204020203" pitchFamily="34" charset="-122"/>
              </a:rPr>
              <a:t>的物理地址是什么？</a:t>
            </a:r>
            <a:endParaRPr lang="zh-CN" altLang="en-US" sz="1600" dirty="0">
              <a:latin typeface="微软雅黑 Light" panose="020B0502040204020203" pitchFamily="34" charset="-122"/>
              <a:ea typeface="微软雅黑 Light" panose="020B0502040204020203" pitchFamily="34" charset="-122"/>
            </a:endParaRPr>
          </a:p>
        </p:txBody>
      </p:sp>
      <p:sp>
        <p:nvSpPr>
          <p:cNvPr id="327729" name="Line 49"/>
          <p:cNvSpPr>
            <a:spLocks noChangeShapeType="1"/>
          </p:cNvSpPr>
          <p:nvPr/>
        </p:nvSpPr>
        <p:spPr bwMode="auto">
          <a:xfrm flipV="1">
            <a:off x="3216275" y="4797425"/>
            <a:ext cx="1150938" cy="0"/>
          </a:xfrm>
          <a:prstGeom prst="line">
            <a:avLst/>
          </a:prstGeom>
          <a:noFill/>
          <a:ln w="19050">
            <a:solidFill>
              <a:srgbClr val="006600"/>
            </a:solidFill>
            <a:round/>
            <a:head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dirty="0">
              <a:latin typeface="微软雅黑 Light" panose="020B0502040204020203" pitchFamily="34" charset="-122"/>
              <a:ea typeface="微软雅黑 Light" panose="020B0502040204020203" pitchFamily="34" charset="-122"/>
            </a:endParaRPr>
          </a:p>
        </p:txBody>
      </p:sp>
      <p:grpSp>
        <p:nvGrpSpPr>
          <p:cNvPr id="327730" name="Group 50"/>
          <p:cNvGrpSpPr/>
          <p:nvPr/>
        </p:nvGrpSpPr>
        <p:grpSpPr bwMode="auto">
          <a:xfrm>
            <a:off x="4367213" y="4797425"/>
            <a:ext cx="360362" cy="863600"/>
            <a:chOff x="1837" y="1026"/>
            <a:chExt cx="227" cy="635"/>
          </a:xfrm>
        </p:grpSpPr>
        <p:sp>
          <p:nvSpPr>
            <p:cNvPr id="327731" name="Arc 51"/>
            <p:cNvSpPr/>
            <p:nvPr/>
          </p:nvSpPr>
          <p:spPr bwMode="auto">
            <a:xfrm>
              <a:off x="1837" y="1026"/>
              <a:ext cx="226" cy="182"/>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0" y="0"/>
                  </a:moveTo>
                  <a:cubicBezTo>
                    <a:pt x="11929" y="0"/>
                    <a:pt x="21600" y="9670"/>
                    <a:pt x="21600" y="21600"/>
                  </a:cubicBezTo>
                </a:path>
                <a:path w="21600" h="21600" stroke="0" extrusionOk="0">
                  <a:moveTo>
                    <a:pt x="0" y="0"/>
                  </a:moveTo>
                  <a:cubicBezTo>
                    <a:pt x="11929" y="0"/>
                    <a:pt x="21600" y="9670"/>
                    <a:pt x="21600" y="21600"/>
                  </a:cubicBezTo>
                  <a:lnTo>
                    <a:pt x="0" y="21600"/>
                  </a:lnTo>
                  <a:close/>
                </a:path>
              </a:pathLst>
            </a:custGeom>
            <a:noFill/>
            <a:ln w="19050">
              <a:solidFill>
                <a:srgbClr val="006600"/>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dirty="0">
                <a:latin typeface="微软雅黑 Light" panose="020B0502040204020203" pitchFamily="34" charset="-122"/>
                <a:ea typeface="微软雅黑 Light" panose="020B0502040204020203" pitchFamily="34" charset="-122"/>
              </a:endParaRPr>
            </a:p>
          </p:txBody>
        </p:sp>
        <p:sp>
          <p:nvSpPr>
            <p:cNvPr id="327732" name="Line 52"/>
            <p:cNvSpPr>
              <a:spLocks noChangeShapeType="1"/>
            </p:cNvSpPr>
            <p:nvPr/>
          </p:nvSpPr>
          <p:spPr bwMode="auto">
            <a:xfrm>
              <a:off x="2064" y="1207"/>
              <a:ext cx="0" cy="454"/>
            </a:xfrm>
            <a:prstGeom prst="line">
              <a:avLst/>
            </a:prstGeom>
            <a:noFill/>
            <a:ln w="19050">
              <a:solidFill>
                <a:srgbClr val="0066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dirty="0">
                <a:latin typeface="微软雅黑 Light" panose="020B0502040204020203" pitchFamily="34" charset="-122"/>
                <a:ea typeface="微软雅黑 Light" panose="020B0502040204020203" pitchFamily="34" charset="-122"/>
              </a:endParaRPr>
            </a:p>
          </p:txBody>
        </p:sp>
      </p:grpSp>
      <p:pic>
        <p:nvPicPr>
          <p:cNvPr id="327739" name="Picture 59" descr="MC900441454[1]"/>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3503613" y="4652963"/>
            <a:ext cx="576262" cy="431800"/>
          </a:xfrm>
          <a:prstGeom prst="rect">
            <a:avLst/>
          </a:prstGeom>
          <a:noFill/>
          <a:extLst>
            <a:ext uri="{909E8E84-426E-40DD-AFC4-6F175D3DCCD1}">
              <a14:hiddenFill xmlns:a14="http://schemas.microsoft.com/office/drawing/2010/main">
                <a:solidFill>
                  <a:srgbClr val="FFFFFF"/>
                </a:solidFill>
              </a14:hiddenFill>
            </a:ext>
          </a:extLst>
        </p:spPr>
      </p:pic>
      <p:sp>
        <p:nvSpPr>
          <p:cNvPr id="327740" name="Text Box 60"/>
          <p:cNvSpPr txBox="1">
            <a:spLocks noChangeArrowheads="1"/>
          </p:cNvSpPr>
          <p:nvPr/>
        </p:nvSpPr>
        <p:spPr bwMode="auto">
          <a:xfrm>
            <a:off x="4008438" y="6332538"/>
            <a:ext cx="1254254"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600" dirty="0">
                <a:latin typeface="微软雅黑 Light" panose="020B0502040204020203" pitchFamily="34" charset="-122"/>
                <a:ea typeface="微软雅黑 Light" panose="020B0502040204020203" pitchFamily="34" charset="-122"/>
              </a:rPr>
              <a:t>172.16.0.110</a:t>
            </a:r>
            <a:endParaRPr lang="en-US" altLang="zh-CN" sz="1600" dirty="0">
              <a:latin typeface="微软雅黑 Light" panose="020B0502040204020203" pitchFamily="34" charset="-122"/>
              <a:ea typeface="微软雅黑 Light" panose="020B0502040204020203" pitchFamily="34" charset="-122"/>
            </a:endParaRPr>
          </a:p>
        </p:txBody>
      </p:sp>
      <p:sp>
        <p:nvSpPr>
          <p:cNvPr id="327741" name="Text Box 61"/>
          <p:cNvSpPr txBox="1">
            <a:spLocks noChangeArrowheads="1"/>
          </p:cNvSpPr>
          <p:nvPr/>
        </p:nvSpPr>
        <p:spPr bwMode="auto">
          <a:xfrm>
            <a:off x="6167438" y="6332538"/>
            <a:ext cx="1261884"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600" dirty="0">
                <a:latin typeface="微软雅黑 Light" panose="020B0502040204020203" pitchFamily="34" charset="-122"/>
                <a:ea typeface="微软雅黑 Light" panose="020B0502040204020203" pitchFamily="34" charset="-122"/>
              </a:rPr>
              <a:t>172.16.0.120</a:t>
            </a:r>
            <a:endParaRPr lang="en-US" altLang="zh-CN" sz="1600" dirty="0">
              <a:latin typeface="微软雅黑 Light" panose="020B0502040204020203" pitchFamily="34" charset="-122"/>
              <a:ea typeface="微软雅黑 Light" panose="020B0502040204020203" pitchFamily="34" charset="-122"/>
            </a:endParaRPr>
          </a:p>
        </p:txBody>
      </p:sp>
      <p:sp>
        <p:nvSpPr>
          <p:cNvPr id="327742" name="Text Box 62"/>
          <p:cNvSpPr txBox="1">
            <a:spLocks noChangeArrowheads="1"/>
          </p:cNvSpPr>
          <p:nvPr/>
        </p:nvSpPr>
        <p:spPr bwMode="auto">
          <a:xfrm>
            <a:off x="8397876" y="6332538"/>
            <a:ext cx="1261884"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600" dirty="0">
                <a:latin typeface="微软雅黑 Light" panose="020B0502040204020203" pitchFamily="34" charset="-122"/>
                <a:ea typeface="微软雅黑 Light" panose="020B0502040204020203" pitchFamily="34" charset="-122"/>
              </a:rPr>
              <a:t>172.16.0.130</a:t>
            </a:r>
            <a:endParaRPr lang="en-US" altLang="zh-CN" sz="1600" dirty="0">
              <a:latin typeface="微软雅黑 Light" panose="020B0502040204020203" pitchFamily="34" charset="-122"/>
              <a:ea typeface="微软雅黑 Light" panose="020B0502040204020203" pitchFamily="34" charset="-122"/>
            </a:endParaRPr>
          </a:p>
        </p:txBody>
      </p:sp>
      <p:sp>
        <p:nvSpPr>
          <p:cNvPr id="327744" name="AutoShape 64"/>
          <p:cNvSpPr>
            <a:spLocks noChangeArrowheads="1"/>
          </p:cNvSpPr>
          <p:nvPr/>
        </p:nvSpPr>
        <p:spPr bwMode="auto">
          <a:xfrm>
            <a:off x="4008439" y="4005264"/>
            <a:ext cx="2879725" cy="503237"/>
          </a:xfrm>
          <a:prstGeom prst="wedgeRectCallout">
            <a:avLst>
              <a:gd name="adj1" fmla="val -51708"/>
              <a:gd name="adj2" fmla="val 99213"/>
            </a:avLst>
          </a:prstGeom>
          <a:solidFill>
            <a:schemeClr val="accent1"/>
          </a:solidFill>
          <a:ln w="9525"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r>
              <a:rPr lang="en-US" altLang="zh-CN" sz="1600" dirty="0">
                <a:latin typeface="微软雅黑 Light" panose="020B0502040204020203" pitchFamily="34" charset="-122"/>
                <a:ea typeface="微软雅黑 Light" panose="020B0502040204020203" pitchFamily="34" charset="-122"/>
              </a:rPr>
              <a:t>ARP</a:t>
            </a:r>
            <a:r>
              <a:rPr lang="zh-CN" altLang="en-US" sz="1600" dirty="0">
                <a:latin typeface="微软雅黑 Light" panose="020B0502040204020203" pitchFamily="34" charset="-122"/>
                <a:ea typeface="微软雅黑 Light" panose="020B0502040204020203" pitchFamily="34" charset="-122"/>
              </a:rPr>
              <a:t>应答：</a:t>
            </a:r>
            <a:r>
              <a:rPr lang="en-US" altLang="zh-CN" sz="1600" dirty="0">
                <a:latin typeface="微软雅黑 Light" panose="020B0502040204020203" pitchFamily="34" charset="-122"/>
                <a:ea typeface="微软雅黑 Light" panose="020B0502040204020203" pitchFamily="34" charset="-122"/>
              </a:rPr>
              <a:t>172.16.0.110</a:t>
            </a:r>
            <a:endParaRPr lang="en-US" altLang="zh-CN" sz="1600" dirty="0">
              <a:latin typeface="微软雅黑 Light" panose="020B0502040204020203" pitchFamily="34" charset="-122"/>
              <a:ea typeface="微软雅黑 Light" panose="020B0502040204020203" pitchFamily="34" charset="-122"/>
            </a:endParaRPr>
          </a:p>
          <a:p>
            <a:r>
              <a:rPr lang="zh-CN" altLang="en-US" sz="1600" dirty="0">
                <a:latin typeface="微软雅黑 Light" panose="020B0502040204020203" pitchFamily="34" charset="-122"/>
                <a:ea typeface="微软雅黑 Light" panose="020B0502040204020203" pitchFamily="34" charset="-122"/>
              </a:rPr>
              <a:t>的物理地址是</a:t>
            </a:r>
            <a:r>
              <a:rPr lang="en-US" altLang="zh-CN" sz="1600" dirty="0">
                <a:latin typeface="微软雅黑 Light" panose="020B0502040204020203" pitchFamily="34" charset="-122"/>
                <a:ea typeface="微软雅黑 Light" panose="020B0502040204020203" pitchFamily="34" charset="-122"/>
              </a:rPr>
              <a:t>00E04c414744</a:t>
            </a:r>
            <a:endParaRPr lang="en-US" altLang="zh-CN" sz="1600" dirty="0">
              <a:latin typeface="微软雅黑 Light" panose="020B0502040204020203" pitchFamily="34" charset="-122"/>
              <a:ea typeface="微软雅黑 Light" panose="020B0502040204020203" pitchFamily="34" charset="-122"/>
            </a:endParaRPr>
          </a:p>
        </p:txBody>
      </p:sp>
      <p:grpSp>
        <p:nvGrpSpPr>
          <p:cNvPr id="2" name="组合 1"/>
          <p:cNvGrpSpPr/>
          <p:nvPr/>
        </p:nvGrpSpPr>
        <p:grpSpPr>
          <a:xfrm>
            <a:off x="2640014" y="1633726"/>
            <a:ext cx="7200900" cy="1539889"/>
            <a:chOff x="2640014" y="1633726"/>
            <a:chExt cx="7200900" cy="1539889"/>
          </a:xfrm>
        </p:grpSpPr>
        <p:sp>
          <p:nvSpPr>
            <p:cNvPr id="327693" name="Line 13"/>
            <p:cNvSpPr>
              <a:spLocks noChangeShapeType="1"/>
            </p:cNvSpPr>
            <p:nvPr/>
          </p:nvSpPr>
          <p:spPr bwMode="auto">
            <a:xfrm>
              <a:off x="2640014" y="2444752"/>
              <a:ext cx="7200900"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327697" name="Line 17"/>
            <p:cNvSpPr>
              <a:spLocks noChangeShapeType="1"/>
            </p:cNvSpPr>
            <p:nvPr/>
          </p:nvSpPr>
          <p:spPr bwMode="auto">
            <a:xfrm>
              <a:off x="2997202" y="2096488"/>
              <a:ext cx="0" cy="336941"/>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327698" name="Line 18"/>
            <p:cNvSpPr>
              <a:spLocks noChangeShapeType="1"/>
            </p:cNvSpPr>
            <p:nvPr/>
          </p:nvSpPr>
          <p:spPr bwMode="auto">
            <a:xfrm flipH="1">
              <a:off x="4799014" y="2444752"/>
              <a:ext cx="1587" cy="285102"/>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327699" name="Line 19"/>
            <p:cNvSpPr>
              <a:spLocks noChangeShapeType="1"/>
            </p:cNvSpPr>
            <p:nvPr/>
          </p:nvSpPr>
          <p:spPr bwMode="auto">
            <a:xfrm flipH="1">
              <a:off x="6959600" y="2444751"/>
              <a:ext cx="1" cy="276023"/>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327700" name="Line 20"/>
            <p:cNvSpPr>
              <a:spLocks noChangeShapeType="1"/>
            </p:cNvSpPr>
            <p:nvPr/>
          </p:nvSpPr>
          <p:spPr bwMode="auto">
            <a:xfrm flipH="1">
              <a:off x="9120188" y="2444752"/>
              <a:ext cx="1" cy="302014"/>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dirty="0">
                <a:latin typeface="微软雅黑 Light" panose="020B0502040204020203" pitchFamily="34" charset="-122"/>
                <a:ea typeface="微软雅黑 Light" panose="020B0502040204020203" pitchFamily="34" charset="-122"/>
              </a:endParaRPr>
            </a:p>
          </p:txBody>
        </p:sp>
        <p:pic>
          <p:nvPicPr>
            <p:cNvPr id="49" name="图形 48"/>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53906" y="1633726"/>
              <a:ext cx="598090" cy="452840"/>
            </a:xfrm>
            <a:prstGeom prst="rect">
              <a:avLst/>
            </a:prstGeom>
          </p:spPr>
        </p:pic>
        <p:pic>
          <p:nvPicPr>
            <p:cNvPr id="50" name="图形 49"/>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430012" y="2720775"/>
              <a:ext cx="598090" cy="452840"/>
            </a:xfrm>
            <a:prstGeom prst="rect">
              <a:avLst/>
            </a:prstGeom>
          </p:spPr>
        </p:pic>
        <p:pic>
          <p:nvPicPr>
            <p:cNvPr id="52" name="图形 51"/>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7531" y="2720775"/>
              <a:ext cx="598090" cy="452840"/>
            </a:xfrm>
            <a:prstGeom prst="rect">
              <a:avLst/>
            </a:prstGeom>
          </p:spPr>
        </p:pic>
        <p:pic>
          <p:nvPicPr>
            <p:cNvPr id="53" name="图形 52"/>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729773" y="2720775"/>
              <a:ext cx="598090" cy="452840"/>
            </a:xfrm>
            <a:prstGeom prst="rect">
              <a:avLst/>
            </a:prstGeom>
          </p:spPr>
        </p:pic>
      </p:grpSp>
      <p:grpSp>
        <p:nvGrpSpPr>
          <p:cNvPr id="54" name="组合 53"/>
          <p:cNvGrpSpPr/>
          <p:nvPr/>
        </p:nvGrpSpPr>
        <p:grpSpPr>
          <a:xfrm>
            <a:off x="2653906" y="4565440"/>
            <a:ext cx="7200900" cy="1539889"/>
            <a:chOff x="2640014" y="1633726"/>
            <a:chExt cx="7200900" cy="1539889"/>
          </a:xfrm>
        </p:grpSpPr>
        <p:sp>
          <p:nvSpPr>
            <p:cNvPr id="55" name="Line 13"/>
            <p:cNvSpPr>
              <a:spLocks noChangeShapeType="1"/>
            </p:cNvSpPr>
            <p:nvPr/>
          </p:nvSpPr>
          <p:spPr bwMode="auto">
            <a:xfrm>
              <a:off x="2640014" y="2444752"/>
              <a:ext cx="7200900"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56" name="Line 17"/>
            <p:cNvSpPr>
              <a:spLocks noChangeShapeType="1"/>
            </p:cNvSpPr>
            <p:nvPr/>
          </p:nvSpPr>
          <p:spPr bwMode="auto">
            <a:xfrm>
              <a:off x="2997202" y="2096488"/>
              <a:ext cx="0" cy="336941"/>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57" name="Line 18"/>
            <p:cNvSpPr>
              <a:spLocks noChangeShapeType="1"/>
            </p:cNvSpPr>
            <p:nvPr/>
          </p:nvSpPr>
          <p:spPr bwMode="auto">
            <a:xfrm flipH="1">
              <a:off x="4799014" y="2444752"/>
              <a:ext cx="1587" cy="285102"/>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58" name="Line 19"/>
            <p:cNvSpPr>
              <a:spLocks noChangeShapeType="1"/>
            </p:cNvSpPr>
            <p:nvPr/>
          </p:nvSpPr>
          <p:spPr bwMode="auto">
            <a:xfrm flipH="1">
              <a:off x="6959600" y="2444751"/>
              <a:ext cx="1" cy="276023"/>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59" name="Line 20"/>
            <p:cNvSpPr>
              <a:spLocks noChangeShapeType="1"/>
            </p:cNvSpPr>
            <p:nvPr/>
          </p:nvSpPr>
          <p:spPr bwMode="auto">
            <a:xfrm flipH="1">
              <a:off x="9120188" y="2444752"/>
              <a:ext cx="1" cy="302014"/>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dirty="0">
                <a:latin typeface="微软雅黑 Light" panose="020B0502040204020203" pitchFamily="34" charset="-122"/>
                <a:ea typeface="微软雅黑 Light" panose="020B0502040204020203" pitchFamily="34" charset="-122"/>
              </a:endParaRPr>
            </a:p>
          </p:txBody>
        </p:sp>
        <p:pic>
          <p:nvPicPr>
            <p:cNvPr id="60" name="图形 59"/>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53906" y="1633726"/>
              <a:ext cx="598090" cy="452840"/>
            </a:xfrm>
            <a:prstGeom prst="rect">
              <a:avLst/>
            </a:prstGeom>
          </p:spPr>
        </p:pic>
        <p:pic>
          <p:nvPicPr>
            <p:cNvPr id="61" name="图形 60"/>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430012" y="2720775"/>
              <a:ext cx="598090" cy="452840"/>
            </a:xfrm>
            <a:prstGeom prst="rect">
              <a:avLst/>
            </a:prstGeom>
          </p:spPr>
        </p:pic>
        <p:pic>
          <p:nvPicPr>
            <p:cNvPr id="62" name="图形 61"/>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7531" y="2720775"/>
              <a:ext cx="598090" cy="452840"/>
            </a:xfrm>
            <a:prstGeom prst="rect">
              <a:avLst/>
            </a:prstGeom>
          </p:spPr>
        </p:pic>
        <p:pic>
          <p:nvPicPr>
            <p:cNvPr id="63" name="图形 62"/>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729773" y="2720775"/>
              <a:ext cx="598090" cy="452840"/>
            </a:xfrm>
            <a:prstGeom prst="rect">
              <a:avLst/>
            </a:prstGeom>
          </p:spPr>
        </p:pic>
      </p:grpSp>
    </p:spTree>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 name="灯片编号占位符 5"/>
          <p:cNvSpPr>
            <a:spLocks noGrp="1"/>
          </p:cNvSpPr>
          <p:nvPr>
            <p:ph type="sldNum" sz="quarter" idx="12"/>
          </p:nvPr>
        </p:nvSpPr>
        <p:spPr/>
        <p:txBody>
          <a:bodyPr/>
          <a:lstStyle/>
          <a:p>
            <a:fld id="{1B0FC870-ECD4-45CD-97A4-85915B4D28A8}" type="slidenum">
              <a:rPr lang="en-US" altLang="zh-CN"/>
            </a:fld>
            <a:endParaRPr lang="en-US" altLang="zh-CN"/>
          </a:p>
        </p:txBody>
      </p:sp>
      <p:sp>
        <p:nvSpPr>
          <p:cNvPr id="494893" name="Freeform 301"/>
          <p:cNvSpPr/>
          <p:nvPr/>
        </p:nvSpPr>
        <p:spPr bwMode="auto">
          <a:xfrm>
            <a:off x="2784476" y="1790700"/>
            <a:ext cx="7192963" cy="1246188"/>
          </a:xfrm>
          <a:custGeom>
            <a:avLst/>
            <a:gdLst>
              <a:gd name="T0" fmla="*/ 4531 w 4531"/>
              <a:gd name="T1" fmla="*/ 781 h 785"/>
              <a:gd name="T2" fmla="*/ 3709 w 4531"/>
              <a:gd name="T3" fmla="*/ 243 h 785"/>
              <a:gd name="T4" fmla="*/ 3709 w 4531"/>
              <a:gd name="T5" fmla="*/ 0 h 785"/>
              <a:gd name="T6" fmla="*/ 2638 w 4531"/>
              <a:gd name="T7" fmla="*/ 0 h 785"/>
              <a:gd name="T8" fmla="*/ 2638 w 4531"/>
              <a:gd name="T9" fmla="*/ 240 h 785"/>
              <a:gd name="T10" fmla="*/ 0 w 4531"/>
              <a:gd name="T11" fmla="*/ 785 h 785"/>
            </a:gdLst>
            <a:ahLst/>
            <a:cxnLst>
              <a:cxn ang="0">
                <a:pos x="T0" y="T1"/>
              </a:cxn>
              <a:cxn ang="0">
                <a:pos x="T2" y="T3"/>
              </a:cxn>
              <a:cxn ang="0">
                <a:pos x="T4" y="T5"/>
              </a:cxn>
              <a:cxn ang="0">
                <a:pos x="T6" y="T7"/>
              </a:cxn>
              <a:cxn ang="0">
                <a:pos x="T8" y="T9"/>
              </a:cxn>
              <a:cxn ang="0">
                <a:pos x="T10" y="T11"/>
              </a:cxn>
            </a:cxnLst>
            <a:rect l="0" t="0" r="r" b="b"/>
            <a:pathLst>
              <a:path w="4531" h="785">
                <a:moveTo>
                  <a:pt x="4531" y="781"/>
                </a:moveTo>
                <a:lnTo>
                  <a:pt x="3709" y="243"/>
                </a:lnTo>
                <a:lnTo>
                  <a:pt x="3709" y="0"/>
                </a:lnTo>
                <a:lnTo>
                  <a:pt x="2638" y="0"/>
                </a:lnTo>
                <a:lnTo>
                  <a:pt x="2638" y="240"/>
                </a:lnTo>
                <a:lnTo>
                  <a:pt x="0" y="785"/>
                </a:lnTo>
              </a:path>
            </a:pathLst>
          </a:custGeom>
          <a:gradFill rotWithShape="1">
            <a:gsLst>
              <a:gs pos="0">
                <a:schemeClr val="accent5">
                  <a:lumMod val="75000"/>
                </a:schemeClr>
              </a:gs>
              <a:gs pos="100000">
                <a:schemeClr val="accent5">
                  <a:lumMod val="90000"/>
                </a:schemeClr>
              </a:gs>
            </a:gsLst>
            <a:lin ang="5400000" scaled="1"/>
          </a:gradFill>
          <a:ln w="9525" cap="flat" cmpd="sng">
            <a:solidFill>
              <a:schemeClr val="accent5">
                <a:lumMod val="90000"/>
              </a:schemeClr>
            </a:solidFill>
            <a:prstDash val="solid"/>
            <a:round/>
            <a:headEnd type="none" w="med" len="med"/>
            <a:tailEnd type="none" w="med" len="med"/>
          </a:ln>
          <a:effectLst/>
        </p:spPr>
        <p:txBody>
          <a:bodyPr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494594" name="Rectangle 2"/>
          <p:cNvSpPr>
            <a:spLocks noGrp="1" noChangeArrowheads="1"/>
          </p:cNvSpPr>
          <p:nvPr>
            <p:ph type="title"/>
          </p:nvPr>
        </p:nvSpPr>
        <p:spPr/>
        <p:txBody>
          <a:bodyPr/>
          <a:lstStyle/>
          <a:p>
            <a:r>
              <a:rPr lang="en-US" altLang="zh-CN"/>
              <a:t>ARP</a:t>
            </a:r>
            <a:r>
              <a:rPr lang="zh-CN" altLang="en-US"/>
              <a:t>封装与报文格式</a:t>
            </a:r>
            <a:endParaRPr lang="zh-CN" altLang="en-US"/>
          </a:p>
        </p:txBody>
      </p:sp>
      <p:graphicFrame>
        <p:nvGraphicFramePr>
          <p:cNvPr id="494910" name="Group 318"/>
          <p:cNvGraphicFramePr>
            <a:graphicFrameLocks noGrp="1"/>
          </p:cNvGraphicFramePr>
          <p:nvPr>
            <p:ph idx="4294967295"/>
          </p:nvPr>
        </p:nvGraphicFramePr>
        <p:xfrm>
          <a:off x="1774825" y="1381125"/>
          <a:ext cx="8642350" cy="792480"/>
        </p:xfrm>
        <a:graphic>
          <a:graphicData uri="http://schemas.openxmlformats.org/drawingml/2006/table">
            <a:tbl>
              <a:tblPr/>
              <a:tblGrid>
                <a:gridCol w="1728788"/>
                <a:gridCol w="1728787"/>
                <a:gridCol w="1727200"/>
                <a:gridCol w="1728788"/>
                <a:gridCol w="1728787"/>
              </a:tblGrid>
              <a:tr h="323850">
                <a:tc>
                  <a:txBody>
                    <a:bodyPr/>
                    <a:lstStyle>
                      <a:lvl1pPr>
                        <a:spcBef>
                          <a:spcPct val="20000"/>
                        </a:spcBef>
                        <a:buClr>
                          <a:srgbClr val="C80000"/>
                        </a:buClr>
                        <a:buSzPct val="80000"/>
                        <a:buFont typeface="Wingdings" panose="05000000000000000000" pitchFamily="2" charset="2"/>
                        <a:defRPr sz="2800">
                          <a:solidFill>
                            <a:schemeClr val="tx1"/>
                          </a:solidFill>
                          <a:latin typeface="Times New Roman" panose="02020603050405020304" pitchFamily="18" charset="0"/>
                          <a:ea typeface="宋体" panose="02010600030101010101" pitchFamily="2" charset="-122"/>
                        </a:defRPr>
                      </a:lvl1pPr>
                      <a:lvl2pPr>
                        <a:spcBef>
                          <a:spcPct val="20000"/>
                        </a:spcBef>
                        <a:buClr>
                          <a:srgbClr val="00C800"/>
                        </a:buClr>
                        <a:buSzPct val="8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2pPr>
                      <a:lvl3pPr>
                        <a:spcBef>
                          <a:spcPct val="20000"/>
                        </a:spcBef>
                        <a:buClr>
                          <a:srgbClr val="0000C8"/>
                        </a:buClr>
                        <a:buSzPct val="80000"/>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3pPr>
                      <a:lvl4pPr>
                        <a:spcBef>
                          <a:spcPct val="20000"/>
                        </a:spcBef>
                        <a:buClr>
                          <a:srgbClr val="FF7F00"/>
                        </a:buClr>
                        <a:buSzPct val="8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4pPr>
                      <a:lvl5pPr>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0" lang="en-US" altLang="zh-CN" sz="20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rPr>
                        <a:t>6B</a:t>
                      </a:r>
                      <a:endParaRPr kumimoji="0" lang="en-US" altLang="zh-CN" sz="20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endParaRPr>
                    </a:p>
                  </a:txBody>
                  <a:tcPr horzOverflow="overflow">
                    <a:lnL cap="flat">
                      <a:noFill/>
                    </a:lnL>
                    <a:lnR>
                      <a:noFill/>
                    </a:lnR>
                    <a:lnT cap="fla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C80000"/>
                        </a:buClr>
                        <a:buSzPct val="80000"/>
                        <a:buFont typeface="Wingdings" panose="05000000000000000000" pitchFamily="2" charset="2"/>
                        <a:defRPr sz="2800">
                          <a:solidFill>
                            <a:schemeClr val="tx1"/>
                          </a:solidFill>
                          <a:latin typeface="Times New Roman" panose="02020603050405020304" pitchFamily="18" charset="0"/>
                          <a:ea typeface="宋体" panose="02010600030101010101" pitchFamily="2" charset="-122"/>
                        </a:defRPr>
                      </a:lvl1pPr>
                      <a:lvl2pPr>
                        <a:spcBef>
                          <a:spcPct val="20000"/>
                        </a:spcBef>
                        <a:buClr>
                          <a:srgbClr val="00C800"/>
                        </a:buClr>
                        <a:buSzPct val="8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2pPr>
                      <a:lvl3pPr>
                        <a:spcBef>
                          <a:spcPct val="20000"/>
                        </a:spcBef>
                        <a:buClr>
                          <a:srgbClr val="0000C8"/>
                        </a:buClr>
                        <a:buSzPct val="80000"/>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3pPr>
                      <a:lvl4pPr>
                        <a:spcBef>
                          <a:spcPct val="20000"/>
                        </a:spcBef>
                        <a:buClr>
                          <a:srgbClr val="FF7F00"/>
                        </a:buClr>
                        <a:buSzPct val="8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4pPr>
                      <a:lvl5pPr>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0" lang="en-US" altLang="zh-CN" sz="20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rPr>
                        <a:t>6B</a:t>
                      </a:r>
                      <a:endParaRPr kumimoji="0" lang="en-US" altLang="zh-CN" sz="20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endParaRPr>
                    </a:p>
                  </a:txBody>
                  <a:tcPr horzOverflow="overflow">
                    <a:lnL>
                      <a:noFill/>
                    </a:lnL>
                    <a:lnR>
                      <a:noFill/>
                    </a:lnR>
                    <a:lnT cap="fla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C80000"/>
                        </a:buClr>
                        <a:buSzPct val="80000"/>
                        <a:buFont typeface="Wingdings" panose="05000000000000000000" pitchFamily="2" charset="2"/>
                        <a:defRPr sz="2800">
                          <a:solidFill>
                            <a:schemeClr val="tx1"/>
                          </a:solidFill>
                          <a:latin typeface="Times New Roman" panose="02020603050405020304" pitchFamily="18" charset="0"/>
                          <a:ea typeface="宋体" panose="02010600030101010101" pitchFamily="2" charset="-122"/>
                        </a:defRPr>
                      </a:lvl1pPr>
                      <a:lvl2pPr>
                        <a:spcBef>
                          <a:spcPct val="20000"/>
                        </a:spcBef>
                        <a:buClr>
                          <a:srgbClr val="00C800"/>
                        </a:buClr>
                        <a:buSzPct val="8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2pPr>
                      <a:lvl3pPr>
                        <a:spcBef>
                          <a:spcPct val="20000"/>
                        </a:spcBef>
                        <a:buClr>
                          <a:srgbClr val="0000C8"/>
                        </a:buClr>
                        <a:buSzPct val="80000"/>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3pPr>
                      <a:lvl4pPr>
                        <a:spcBef>
                          <a:spcPct val="20000"/>
                        </a:spcBef>
                        <a:buClr>
                          <a:srgbClr val="FF7F00"/>
                        </a:buClr>
                        <a:buSzPct val="8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4pPr>
                      <a:lvl5pPr>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0" lang="en-US" altLang="zh-CN" sz="20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rPr>
                        <a:t>2B</a:t>
                      </a:r>
                      <a:endParaRPr kumimoji="0" lang="en-US" altLang="zh-CN" sz="20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endParaRPr>
                    </a:p>
                  </a:txBody>
                  <a:tcPr horzOverflow="overflow">
                    <a:lnL>
                      <a:noFill/>
                    </a:lnL>
                    <a:lnR>
                      <a:noFill/>
                    </a:lnR>
                    <a:lnT cap="fla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C80000"/>
                        </a:buClr>
                        <a:buSzPct val="80000"/>
                        <a:buFont typeface="Wingdings" panose="05000000000000000000" pitchFamily="2" charset="2"/>
                        <a:defRPr sz="2800">
                          <a:solidFill>
                            <a:schemeClr val="tx1"/>
                          </a:solidFill>
                          <a:latin typeface="Times New Roman" panose="02020603050405020304" pitchFamily="18" charset="0"/>
                          <a:ea typeface="宋体" panose="02010600030101010101" pitchFamily="2" charset="-122"/>
                        </a:defRPr>
                      </a:lvl1pPr>
                      <a:lvl2pPr>
                        <a:spcBef>
                          <a:spcPct val="20000"/>
                        </a:spcBef>
                        <a:buClr>
                          <a:srgbClr val="00C800"/>
                        </a:buClr>
                        <a:buSzPct val="8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2pPr>
                      <a:lvl3pPr>
                        <a:spcBef>
                          <a:spcPct val="20000"/>
                        </a:spcBef>
                        <a:buClr>
                          <a:srgbClr val="0000C8"/>
                        </a:buClr>
                        <a:buSzPct val="80000"/>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3pPr>
                      <a:lvl4pPr>
                        <a:spcBef>
                          <a:spcPct val="20000"/>
                        </a:spcBef>
                        <a:buClr>
                          <a:srgbClr val="FF7F00"/>
                        </a:buClr>
                        <a:buSzPct val="8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4pPr>
                      <a:lvl5pPr>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0" lang="en-US" altLang="zh-CN" sz="20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rPr>
                        <a:t>28B</a:t>
                      </a:r>
                      <a:endParaRPr kumimoji="0" lang="en-US" altLang="zh-CN" sz="20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endParaRPr>
                    </a:p>
                  </a:txBody>
                  <a:tcPr horzOverflow="overflow">
                    <a:lnL>
                      <a:noFill/>
                    </a:lnL>
                    <a:lnR>
                      <a:noFill/>
                    </a:lnR>
                    <a:lnT cap="fla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C80000"/>
                        </a:buClr>
                        <a:buSzPct val="80000"/>
                        <a:buFont typeface="Wingdings" panose="05000000000000000000" pitchFamily="2" charset="2"/>
                        <a:defRPr sz="2800">
                          <a:solidFill>
                            <a:schemeClr val="tx1"/>
                          </a:solidFill>
                          <a:latin typeface="Times New Roman" panose="02020603050405020304" pitchFamily="18" charset="0"/>
                          <a:ea typeface="宋体" panose="02010600030101010101" pitchFamily="2" charset="-122"/>
                        </a:defRPr>
                      </a:lvl1pPr>
                      <a:lvl2pPr>
                        <a:spcBef>
                          <a:spcPct val="20000"/>
                        </a:spcBef>
                        <a:buClr>
                          <a:srgbClr val="00C800"/>
                        </a:buClr>
                        <a:buSzPct val="8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2pPr>
                      <a:lvl3pPr>
                        <a:spcBef>
                          <a:spcPct val="20000"/>
                        </a:spcBef>
                        <a:buClr>
                          <a:srgbClr val="0000C8"/>
                        </a:buClr>
                        <a:buSzPct val="80000"/>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3pPr>
                      <a:lvl4pPr>
                        <a:spcBef>
                          <a:spcPct val="20000"/>
                        </a:spcBef>
                        <a:buClr>
                          <a:srgbClr val="FF7F00"/>
                        </a:buClr>
                        <a:buSzPct val="8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4pPr>
                      <a:lvl5pPr>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0" lang="en-US" altLang="zh-CN" sz="20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rPr>
                        <a:t>4B</a:t>
                      </a:r>
                      <a:endParaRPr kumimoji="0" lang="en-US" altLang="zh-CN" sz="20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endParaRPr>
                    </a:p>
                  </a:txBody>
                  <a:tcPr horzOverflow="overflow">
                    <a:lnL>
                      <a:noFill/>
                    </a:lnL>
                    <a:lnR cap="flat">
                      <a:noFill/>
                    </a:lnR>
                    <a:lnT cap="flat">
                      <a:noFill/>
                    </a:lnT>
                    <a:lnB w="12700" cap="flat" cmpd="sng" algn="ctr">
                      <a:solidFill>
                        <a:schemeClr val="tx1"/>
                      </a:solidFill>
                      <a:prstDash val="solid"/>
                      <a:round/>
                      <a:headEnd type="none" w="med" len="med"/>
                      <a:tailEnd type="none" w="med" len="med"/>
                    </a:lnB>
                    <a:lnTlToBr>
                      <a:noFill/>
                    </a:lnTlToBr>
                    <a:lnBlToTr>
                      <a:noFill/>
                    </a:lnBlToTr>
                    <a:noFill/>
                  </a:tcPr>
                </a:tc>
              </a:tr>
              <a:tr h="323850">
                <a:tc>
                  <a:txBody>
                    <a:bodyPr/>
                    <a:lstStyle>
                      <a:lvl1pPr>
                        <a:spcBef>
                          <a:spcPct val="20000"/>
                        </a:spcBef>
                        <a:buClr>
                          <a:srgbClr val="C80000"/>
                        </a:buClr>
                        <a:buSzPct val="80000"/>
                        <a:buFont typeface="Wingdings" panose="05000000000000000000" pitchFamily="2" charset="2"/>
                        <a:defRPr sz="2800">
                          <a:solidFill>
                            <a:schemeClr val="tx1"/>
                          </a:solidFill>
                          <a:latin typeface="Times New Roman" panose="02020603050405020304" pitchFamily="18" charset="0"/>
                          <a:ea typeface="宋体" panose="02010600030101010101" pitchFamily="2" charset="-122"/>
                        </a:defRPr>
                      </a:lvl1pPr>
                      <a:lvl2pPr>
                        <a:spcBef>
                          <a:spcPct val="20000"/>
                        </a:spcBef>
                        <a:buClr>
                          <a:srgbClr val="00C800"/>
                        </a:buClr>
                        <a:buSzPct val="8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2pPr>
                      <a:lvl3pPr>
                        <a:spcBef>
                          <a:spcPct val="20000"/>
                        </a:spcBef>
                        <a:buClr>
                          <a:srgbClr val="0000C8"/>
                        </a:buClr>
                        <a:buSzPct val="80000"/>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3pPr>
                      <a:lvl4pPr>
                        <a:spcBef>
                          <a:spcPct val="20000"/>
                        </a:spcBef>
                        <a:buClr>
                          <a:srgbClr val="FF7F00"/>
                        </a:buClr>
                        <a:buSzPct val="8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4pPr>
                      <a:lvl5pPr>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0" lang="zh-CN" altLang="en-US" sz="20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rPr>
                        <a:t>目的地址</a:t>
                      </a:r>
                      <a:endParaRPr kumimoji="0" lang="zh-CN" altLang="en-US" sz="20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C80000"/>
                        </a:buClr>
                        <a:buSzPct val="80000"/>
                        <a:buFont typeface="Wingdings" panose="05000000000000000000" pitchFamily="2" charset="2"/>
                        <a:defRPr sz="2800">
                          <a:solidFill>
                            <a:schemeClr val="tx1"/>
                          </a:solidFill>
                          <a:latin typeface="Times New Roman" panose="02020603050405020304" pitchFamily="18" charset="0"/>
                          <a:ea typeface="宋体" panose="02010600030101010101" pitchFamily="2" charset="-122"/>
                        </a:defRPr>
                      </a:lvl1pPr>
                      <a:lvl2pPr>
                        <a:spcBef>
                          <a:spcPct val="20000"/>
                        </a:spcBef>
                        <a:buClr>
                          <a:srgbClr val="00C800"/>
                        </a:buClr>
                        <a:buSzPct val="8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2pPr>
                      <a:lvl3pPr>
                        <a:spcBef>
                          <a:spcPct val="20000"/>
                        </a:spcBef>
                        <a:buClr>
                          <a:srgbClr val="0000C8"/>
                        </a:buClr>
                        <a:buSzPct val="80000"/>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3pPr>
                      <a:lvl4pPr>
                        <a:spcBef>
                          <a:spcPct val="20000"/>
                        </a:spcBef>
                        <a:buClr>
                          <a:srgbClr val="FF7F00"/>
                        </a:buClr>
                        <a:buSzPct val="8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4pPr>
                      <a:lvl5pPr>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0" lang="zh-CN" altLang="en-US" sz="20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rPr>
                        <a:t>源地址</a:t>
                      </a:r>
                      <a:endParaRPr kumimoji="0" lang="zh-CN" altLang="en-US" sz="20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C80000"/>
                        </a:buClr>
                        <a:buSzPct val="80000"/>
                        <a:buFont typeface="Wingdings" panose="05000000000000000000" pitchFamily="2" charset="2"/>
                        <a:defRPr sz="2800">
                          <a:solidFill>
                            <a:schemeClr val="tx1"/>
                          </a:solidFill>
                          <a:latin typeface="Times New Roman" panose="02020603050405020304" pitchFamily="18" charset="0"/>
                          <a:ea typeface="宋体" panose="02010600030101010101" pitchFamily="2" charset="-122"/>
                        </a:defRPr>
                      </a:lvl1pPr>
                      <a:lvl2pPr>
                        <a:spcBef>
                          <a:spcPct val="20000"/>
                        </a:spcBef>
                        <a:buClr>
                          <a:srgbClr val="00C800"/>
                        </a:buClr>
                        <a:buSzPct val="8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2pPr>
                      <a:lvl3pPr>
                        <a:spcBef>
                          <a:spcPct val="20000"/>
                        </a:spcBef>
                        <a:buClr>
                          <a:srgbClr val="0000C8"/>
                        </a:buClr>
                        <a:buSzPct val="80000"/>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3pPr>
                      <a:lvl4pPr>
                        <a:spcBef>
                          <a:spcPct val="20000"/>
                        </a:spcBef>
                        <a:buClr>
                          <a:srgbClr val="FF7F00"/>
                        </a:buClr>
                        <a:buSzPct val="8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4pPr>
                      <a:lvl5pPr>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0" lang="zh-CN" altLang="en-US" sz="20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rPr>
                        <a:t>类型</a:t>
                      </a:r>
                      <a:r>
                        <a:rPr kumimoji="0" lang="en-US" altLang="zh-CN" sz="12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rPr>
                        <a:t>(</a:t>
                      </a:r>
                      <a:r>
                        <a:rPr kumimoji="0" lang="zh-CN" altLang="en-US" sz="12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rPr>
                        <a:t>以太帧</a:t>
                      </a:r>
                      <a:r>
                        <a:rPr kumimoji="0" lang="en-US" altLang="zh-CN" sz="12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rPr>
                        <a:t>0x0806)</a:t>
                      </a:r>
                      <a:endParaRPr kumimoji="0" lang="en-US" altLang="zh-CN" sz="12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C80000"/>
                        </a:buClr>
                        <a:buSzPct val="80000"/>
                        <a:buFont typeface="Wingdings" panose="05000000000000000000" pitchFamily="2" charset="2"/>
                        <a:defRPr sz="2800">
                          <a:solidFill>
                            <a:schemeClr val="tx1"/>
                          </a:solidFill>
                          <a:latin typeface="Times New Roman" panose="02020603050405020304" pitchFamily="18" charset="0"/>
                          <a:ea typeface="宋体" panose="02010600030101010101" pitchFamily="2" charset="-122"/>
                        </a:defRPr>
                      </a:lvl1pPr>
                      <a:lvl2pPr>
                        <a:spcBef>
                          <a:spcPct val="20000"/>
                        </a:spcBef>
                        <a:buClr>
                          <a:srgbClr val="00C800"/>
                        </a:buClr>
                        <a:buSzPct val="8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2pPr>
                      <a:lvl3pPr>
                        <a:spcBef>
                          <a:spcPct val="20000"/>
                        </a:spcBef>
                        <a:buClr>
                          <a:srgbClr val="0000C8"/>
                        </a:buClr>
                        <a:buSzPct val="80000"/>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3pPr>
                      <a:lvl4pPr>
                        <a:spcBef>
                          <a:spcPct val="20000"/>
                        </a:spcBef>
                        <a:buClr>
                          <a:srgbClr val="FF7F00"/>
                        </a:buClr>
                        <a:buSzPct val="8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4pPr>
                      <a:lvl5pPr>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0" lang="zh-CN" altLang="en-US" sz="20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rPr>
                        <a:t>数据</a:t>
                      </a:r>
                      <a:endParaRPr kumimoji="0" lang="zh-CN" altLang="en-US" sz="20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C80000"/>
                        </a:buClr>
                        <a:buSzPct val="80000"/>
                        <a:buFont typeface="Wingdings" panose="05000000000000000000" pitchFamily="2" charset="2"/>
                        <a:defRPr sz="2800">
                          <a:solidFill>
                            <a:schemeClr val="tx1"/>
                          </a:solidFill>
                          <a:latin typeface="Times New Roman" panose="02020603050405020304" pitchFamily="18" charset="0"/>
                          <a:ea typeface="宋体" panose="02010600030101010101" pitchFamily="2" charset="-122"/>
                        </a:defRPr>
                      </a:lvl1pPr>
                      <a:lvl2pPr>
                        <a:spcBef>
                          <a:spcPct val="20000"/>
                        </a:spcBef>
                        <a:buClr>
                          <a:srgbClr val="00C800"/>
                        </a:buClr>
                        <a:buSzPct val="8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2pPr>
                      <a:lvl3pPr>
                        <a:spcBef>
                          <a:spcPct val="20000"/>
                        </a:spcBef>
                        <a:buClr>
                          <a:srgbClr val="0000C8"/>
                        </a:buClr>
                        <a:buSzPct val="80000"/>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3pPr>
                      <a:lvl4pPr>
                        <a:spcBef>
                          <a:spcPct val="20000"/>
                        </a:spcBef>
                        <a:buClr>
                          <a:srgbClr val="FF7F00"/>
                        </a:buClr>
                        <a:buSzPct val="8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4pPr>
                      <a:lvl5pPr>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0" lang="en-US" altLang="zh-CN" sz="20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rPr>
                        <a:t>CRC</a:t>
                      </a:r>
                      <a:endParaRPr kumimoji="0" lang="en-US" altLang="zh-CN" sz="20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bl>
          </a:graphicData>
        </a:graphic>
      </p:graphicFrame>
      <p:graphicFrame>
        <p:nvGraphicFramePr>
          <p:cNvPr id="494888" name="Group 296"/>
          <p:cNvGraphicFramePr>
            <a:graphicFrameLocks noGrp="1"/>
          </p:cNvGraphicFramePr>
          <p:nvPr/>
        </p:nvGraphicFramePr>
        <p:xfrm>
          <a:off x="2782888" y="3036888"/>
          <a:ext cx="7199312" cy="2773680"/>
        </p:xfrm>
        <a:graphic>
          <a:graphicData uri="http://schemas.openxmlformats.org/drawingml/2006/table">
            <a:tbl>
              <a:tblPr/>
              <a:tblGrid>
                <a:gridCol w="1800225"/>
                <a:gridCol w="1800225"/>
                <a:gridCol w="3598862"/>
              </a:tblGrid>
              <a:tr h="261938">
                <a:tc gridSpan="2">
                  <a:txBody>
                    <a:bodyPr/>
                    <a:lstStyle>
                      <a:lvl1pPr>
                        <a:spcBef>
                          <a:spcPct val="20000"/>
                        </a:spcBef>
                        <a:buClr>
                          <a:srgbClr val="C80000"/>
                        </a:buClr>
                        <a:buSzPct val="80000"/>
                        <a:buFont typeface="Wingdings" panose="05000000000000000000" pitchFamily="2" charset="2"/>
                        <a:defRPr sz="2800">
                          <a:solidFill>
                            <a:schemeClr val="tx1"/>
                          </a:solidFill>
                          <a:latin typeface="Times New Roman" panose="02020603050405020304" pitchFamily="18" charset="0"/>
                          <a:ea typeface="宋体" panose="02010600030101010101" pitchFamily="2" charset="-122"/>
                        </a:defRPr>
                      </a:lvl1pPr>
                      <a:lvl2pPr>
                        <a:spcBef>
                          <a:spcPct val="20000"/>
                        </a:spcBef>
                        <a:buClr>
                          <a:srgbClr val="00C800"/>
                        </a:buClr>
                        <a:buSzPct val="8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2pPr>
                      <a:lvl3pPr>
                        <a:spcBef>
                          <a:spcPct val="20000"/>
                        </a:spcBef>
                        <a:buClr>
                          <a:srgbClr val="0000C8"/>
                        </a:buClr>
                        <a:buSzPct val="80000"/>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3pPr>
                      <a:lvl4pPr>
                        <a:spcBef>
                          <a:spcPct val="20000"/>
                        </a:spcBef>
                        <a:buClr>
                          <a:srgbClr val="FF7F00"/>
                        </a:buClr>
                        <a:buSzPct val="8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4pPr>
                      <a:lvl5pPr>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0" lang="zh-CN" altLang="en-US" sz="20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rPr>
                        <a:t>硬件类型</a:t>
                      </a:r>
                      <a:r>
                        <a:rPr kumimoji="0" lang="en-US" altLang="zh-CN" sz="20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rPr>
                        <a:t>(</a:t>
                      </a:r>
                      <a:r>
                        <a:rPr kumimoji="0" lang="zh-CN" altLang="en-US" sz="20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rPr>
                        <a:t>以太网</a:t>
                      </a:r>
                      <a:r>
                        <a:rPr kumimoji="0" lang="en-US" altLang="zh-CN" sz="20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rPr>
                        <a:t>1)</a:t>
                      </a:r>
                      <a:endParaRPr kumimoji="0" lang="en-US" altLang="zh-CN" sz="20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5">
                        <a:lumMod val="90000"/>
                      </a:schemeClr>
                    </a:solidFill>
                  </a:tcPr>
                </a:tc>
                <a:tc hMerge="1">
                  <a:tcPr/>
                </a:tc>
                <a:tc>
                  <a:txBody>
                    <a:bodyPr/>
                    <a:lstStyle>
                      <a:lvl1pPr>
                        <a:spcBef>
                          <a:spcPct val="20000"/>
                        </a:spcBef>
                        <a:buClr>
                          <a:srgbClr val="C80000"/>
                        </a:buClr>
                        <a:buSzPct val="80000"/>
                        <a:buFont typeface="Wingdings" panose="05000000000000000000" pitchFamily="2" charset="2"/>
                        <a:defRPr sz="2800">
                          <a:solidFill>
                            <a:schemeClr val="tx1"/>
                          </a:solidFill>
                          <a:latin typeface="Times New Roman" panose="02020603050405020304" pitchFamily="18" charset="0"/>
                          <a:ea typeface="宋体" panose="02010600030101010101" pitchFamily="2" charset="-122"/>
                        </a:defRPr>
                      </a:lvl1pPr>
                      <a:lvl2pPr>
                        <a:spcBef>
                          <a:spcPct val="20000"/>
                        </a:spcBef>
                        <a:buClr>
                          <a:srgbClr val="00C800"/>
                        </a:buClr>
                        <a:buSzPct val="8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2pPr>
                      <a:lvl3pPr>
                        <a:spcBef>
                          <a:spcPct val="20000"/>
                        </a:spcBef>
                        <a:buClr>
                          <a:srgbClr val="0000C8"/>
                        </a:buClr>
                        <a:buSzPct val="80000"/>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3pPr>
                      <a:lvl4pPr>
                        <a:spcBef>
                          <a:spcPct val="20000"/>
                        </a:spcBef>
                        <a:buClr>
                          <a:srgbClr val="FF7F00"/>
                        </a:buClr>
                        <a:buSzPct val="8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4pPr>
                      <a:lvl5pPr>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0" lang="zh-CN" altLang="en-US" sz="20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rPr>
                        <a:t>协议类型</a:t>
                      </a:r>
                      <a:r>
                        <a:rPr kumimoji="0" lang="en-US" altLang="zh-CN" sz="20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rPr>
                        <a:t>(IP: 0x0800)</a:t>
                      </a:r>
                      <a:endParaRPr kumimoji="0" lang="en-US" altLang="zh-CN" sz="20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5">
                        <a:lumMod val="90000"/>
                      </a:schemeClr>
                    </a:solidFill>
                  </a:tcPr>
                </a:tc>
              </a:tr>
              <a:tr h="322263">
                <a:tc>
                  <a:txBody>
                    <a:bodyPr/>
                    <a:lstStyle>
                      <a:lvl1pPr>
                        <a:spcBef>
                          <a:spcPct val="20000"/>
                        </a:spcBef>
                        <a:buClr>
                          <a:srgbClr val="C80000"/>
                        </a:buClr>
                        <a:buSzPct val="80000"/>
                        <a:buFont typeface="Wingdings" panose="05000000000000000000" pitchFamily="2" charset="2"/>
                        <a:defRPr sz="2800">
                          <a:solidFill>
                            <a:schemeClr val="tx1"/>
                          </a:solidFill>
                          <a:latin typeface="Times New Roman" panose="02020603050405020304" pitchFamily="18" charset="0"/>
                          <a:ea typeface="宋体" panose="02010600030101010101" pitchFamily="2" charset="-122"/>
                        </a:defRPr>
                      </a:lvl1pPr>
                      <a:lvl2pPr>
                        <a:spcBef>
                          <a:spcPct val="20000"/>
                        </a:spcBef>
                        <a:buClr>
                          <a:srgbClr val="00C800"/>
                        </a:buClr>
                        <a:buSzPct val="8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2pPr>
                      <a:lvl3pPr>
                        <a:spcBef>
                          <a:spcPct val="20000"/>
                        </a:spcBef>
                        <a:buClr>
                          <a:srgbClr val="0000C8"/>
                        </a:buClr>
                        <a:buSzPct val="80000"/>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3pPr>
                      <a:lvl4pPr>
                        <a:spcBef>
                          <a:spcPct val="20000"/>
                        </a:spcBef>
                        <a:buClr>
                          <a:srgbClr val="FF7F00"/>
                        </a:buClr>
                        <a:buSzPct val="8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4pPr>
                      <a:lvl5pPr>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0" lang="zh-CN" altLang="en-US" sz="20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rPr>
                        <a:t>硬件地址长度</a:t>
                      </a:r>
                      <a:endParaRPr kumimoji="0" lang="zh-CN" altLang="en-US" sz="20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5">
                        <a:lumMod val="90000"/>
                      </a:schemeClr>
                    </a:solidFill>
                  </a:tcPr>
                </a:tc>
                <a:tc>
                  <a:txBody>
                    <a:bodyPr/>
                    <a:lstStyle>
                      <a:lvl1pPr>
                        <a:spcBef>
                          <a:spcPct val="20000"/>
                        </a:spcBef>
                        <a:buClr>
                          <a:srgbClr val="C80000"/>
                        </a:buClr>
                        <a:buSzPct val="80000"/>
                        <a:buFont typeface="Wingdings" panose="05000000000000000000" pitchFamily="2" charset="2"/>
                        <a:defRPr sz="2800">
                          <a:solidFill>
                            <a:schemeClr val="tx1"/>
                          </a:solidFill>
                          <a:latin typeface="Times New Roman" panose="02020603050405020304" pitchFamily="18" charset="0"/>
                          <a:ea typeface="宋体" panose="02010600030101010101" pitchFamily="2" charset="-122"/>
                        </a:defRPr>
                      </a:lvl1pPr>
                      <a:lvl2pPr>
                        <a:spcBef>
                          <a:spcPct val="20000"/>
                        </a:spcBef>
                        <a:buClr>
                          <a:srgbClr val="00C800"/>
                        </a:buClr>
                        <a:buSzPct val="8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2pPr>
                      <a:lvl3pPr>
                        <a:spcBef>
                          <a:spcPct val="20000"/>
                        </a:spcBef>
                        <a:buClr>
                          <a:srgbClr val="0000C8"/>
                        </a:buClr>
                        <a:buSzPct val="80000"/>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3pPr>
                      <a:lvl4pPr>
                        <a:spcBef>
                          <a:spcPct val="20000"/>
                        </a:spcBef>
                        <a:buClr>
                          <a:srgbClr val="FF7F00"/>
                        </a:buClr>
                        <a:buSzPct val="8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4pPr>
                      <a:lvl5pPr>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0" lang="zh-CN" altLang="en-US" sz="20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rPr>
                        <a:t>协议地址长度</a:t>
                      </a:r>
                      <a:endParaRPr kumimoji="0" lang="zh-CN" altLang="en-US" sz="20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5">
                        <a:lumMod val="90000"/>
                      </a:schemeClr>
                    </a:solidFill>
                  </a:tcPr>
                </a:tc>
                <a:tc>
                  <a:txBody>
                    <a:bodyPr/>
                    <a:lstStyle>
                      <a:lvl1pPr>
                        <a:spcBef>
                          <a:spcPct val="20000"/>
                        </a:spcBef>
                        <a:buClr>
                          <a:srgbClr val="C80000"/>
                        </a:buClr>
                        <a:buSzPct val="80000"/>
                        <a:buFont typeface="Wingdings" panose="05000000000000000000" pitchFamily="2" charset="2"/>
                        <a:defRPr sz="2800">
                          <a:solidFill>
                            <a:schemeClr val="tx1"/>
                          </a:solidFill>
                          <a:latin typeface="Times New Roman" panose="02020603050405020304" pitchFamily="18" charset="0"/>
                          <a:ea typeface="宋体" panose="02010600030101010101" pitchFamily="2" charset="-122"/>
                        </a:defRPr>
                      </a:lvl1pPr>
                      <a:lvl2pPr>
                        <a:spcBef>
                          <a:spcPct val="20000"/>
                        </a:spcBef>
                        <a:buClr>
                          <a:srgbClr val="00C800"/>
                        </a:buClr>
                        <a:buSzPct val="8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2pPr>
                      <a:lvl3pPr>
                        <a:spcBef>
                          <a:spcPct val="20000"/>
                        </a:spcBef>
                        <a:buClr>
                          <a:srgbClr val="0000C8"/>
                        </a:buClr>
                        <a:buSzPct val="80000"/>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3pPr>
                      <a:lvl4pPr>
                        <a:spcBef>
                          <a:spcPct val="20000"/>
                        </a:spcBef>
                        <a:buClr>
                          <a:srgbClr val="FF7F00"/>
                        </a:buClr>
                        <a:buSzPct val="8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4pPr>
                      <a:lvl5pPr>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0" lang="zh-CN" altLang="en-US" sz="20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rPr>
                        <a:t>操作</a:t>
                      </a:r>
                      <a:r>
                        <a:rPr kumimoji="0" lang="en-US" altLang="zh-CN" sz="20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rPr>
                        <a:t>(ARP</a:t>
                      </a:r>
                      <a:r>
                        <a:rPr kumimoji="0" lang="zh-CN" altLang="en-US" sz="20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rPr>
                        <a:t>请求</a:t>
                      </a:r>
                      <a:r>
                        <a:rPr kumimoji="0" lang="en-US" altLang="zh-CN" sz="20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rPr>
                        <a:t>1</a:t>
                      </a:r>
                      <a:r>
                        <a:rPr kumimoji="0" lang="zh-CN" altLang="en-US" sz="20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rPr>
                        <a:t>、应答</a:t>
                      </a:r>
                      <a:r>
                        <a:rPr kumimoji="0" lang="en-US" altLang="zh-CN" sz="20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rPr>
                        <a:t>2)</a:t>
                      </a:r>
                      <a:endParaRPr kumimoji="0" lang="en-US" altLang="zh-CN" sz="20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5">
                        <a:lumMod val="90000"/>
                      </a:schemeClr>
                    </a:solidFill>
                  </a:tcPr>
                </a:tc>
              </a:tr>
              <a:tr h="261938">
                <a:tc gridSpan="3">
                  <a:txBody>
                    <a:bodyPr/>
                    <a:lstStyle>
                      <a:lvl1pPr>
                        <a:spcBef>
                          <a:spcPct val="20000"/>
                        </a:spcBef>
                        <a:buClr>
                          <a:srgbClr val="C80000"/>
                        </a:buClr>
                        <a:buSzPct val="80000"/>
                        <a:buFont typeface="Wingdings" panose="05000000000000000000" pitchFamily="2" charset="2"/>
                        <a:defRPr sz="2800">
                          <a:solidFill>
                            <a:schemeClr val="tx1"/>
                          </a:solidFill>
                          <a:latin typeface="Times New Roman" panose="02020603050405020304" pitchFamily="18" charset="0"/>
                          <a:ea typeface="宋体" panose="02010600030101010101" pitchFamily="2" charset="-122"/>
                        </a:defRPr>
                      </a:lvl1pPr>
                      <a:lvl2pPr>
                        <a:spcBef>
                          <a:spcPct val="20000"/>
                        </a:spcBef>
                        <a:buClr>
                          <a:srgbClr val="00C800"/>
                        </a:buClr>
                        <a:buSzPct val="8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2pPr>
                      <a:lvl3pPr>
                        <a:spcBef>
                          <a:spcPct val="20000"/>
                        </a:spcBef>
                        <a:buClr>
                          <a:srgbClr val="0000C8"/>
                        </a:buClr>
                        <a:buSzPct val="80000"/>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3pPr>
                      <a:lvl4pPr>
                        <a:spcBef>
                          <a:spcPct val="20000"/>
                        </a:spcBef>
                        <a:buClr>
                          <a:srgbClr val="FF7F00"/>
                        </a:buClr>
                        <a:buSzPct val="8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4pPr>
                      <a:lvl5pPr>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0" lang="zh-CN" altLang="en-US" sz="20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rPr>
                        <a:t>发送方硬件地址</a:t>
                      </a:r>
                      <a:r>
                        <a:rPr kumimoji="0" lang="en-US" altLang="zh-CN" sz="20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rPr>
                        <a:t>(0~3</a:t>
                      </a:r>
                      <a:r>
                        <a:rPr kumimoji="0" lang="zh-CN" altLang="en-US" sz="20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rPr>
                        <a:t>字节</a:t>
                      </a:r>
                      <a:r>
                        <a:rPr kumimoji="0" lang="en-US" altLang="zh-CN" sz="20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rPr>
                        <a:t>)</a:t>
                      </a:r>
                      <a:endParaRPr kumimoji="0" lang="en-US" altLang="zh-CN" sz="20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5">
                        <a:lumMod val="90000"/>
                      </a:schemeClr>
                    </a:solidFill>
                  </a:tcPr>
                </a:tc>
                <a:tc hMerge="1">
                  <a:tcPr/>
                </a:tc>
                <a:tc hMerge="1">
                  <a:tcPr/>
                </a:tc>
              </a:tr>
              <a:tr h="261938">
                <a:tc gridSpan="2">
                  <a:txBody>
                    <a:bodyPr/>
                    <a:lstStyle>
                      <a:lvl1pPr>
                        <a:spcBef>
                          <a:spcPct val="20000"/>
                        </a:spcBef>
                        <a:buClr>
                          <a:srgbClr val="C80000"/>
                        </a:buClr>
                        <a:buSzPct val="80000"/>
                        <a:buFont typeface="Wingdings" panose="05000000000000000000" pitchFamily="2" charset="2"/>
                        <a:defRPr sz="2800">
                          <a:solidFill>
                            <a:schemeClr val="tx1"/>
                          </a:solidFill>
                          <a:latin typeface="Times New Roman" panose="02020603050405020304" pitchFamily="18" charset="0"/>
                          <a:ea typeface="宋体" panose="02010600030101010101" pitchFamily="2" charset="-122"/>
                        </a:defRPr>
                      </a:lvl1pPr>
                      <a:lvl2pPr>
                        <a:spcBef>
                          <a:spcPct val="20000"/>
                        </a:spcBef>
                        <a:buClr>
                          <a:srgbClr val="00C800"/>
                        </a:buClr>
                        <a:buSzPct val="8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2pPr>
                      <a:lvl3pPr>
                        <a:spcBef>
                          <a:spcPct val="20000"/>
                        </a:spcBef>
                        <a:buClr>
                          <a:srgbClr val="0000C8"/>
                        </a:buClr>
                        <a:buSzPct val="80000"/>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3pPr>
                      <a:lvl4pPr>
                        <a:spcBef>
                          <a:spcPct val="20000"/>
                        </a:spcBef>
                        <a:buClr>
                          <a:srgbClr val="FF7F00"/>
                        </a:buClr>
                        <a:buSzPct val="8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4pPr>
                      <a:lvl5pPr>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0" lang="zh-CN" altLang="en-US" sz="20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rPr>
                        <a:t>发送方硬件地址</a:t>
                      </a:r>
                      <a:r>
                        <a:rPr kumimoji="0" lang="en-US" altLang="zh-CN" sz="20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rPr>
                        <a:t>(4~5</a:t>
                      </a:r>
                      <a:r>
                        <a:rPr kumimoji="0" lang="zh-CN" altLang="en-US" sz="20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rPr>
                        <a:t>字节</a:t>
                      </a:r>
                      <a:r>
                        <a:rPr kumimoji="0" lang="en-US" altLang="zh-CN" sz="20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rPr>
                        <a:t>)</a:t>
                      </a:r>
                      <a:endParaRPr kumimoji="0" lang="en-US" altLang="zh-CN" sz="20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5">
                        <a:lumMod val="90000"/>
                      </a:schemeClr>
                    </a:solidFill>
                  </a:tcPr>
                </a:tc>
                <a:tc hMerge="1">
                  <a:tcPr/>
                </a:tc>
                <a:tc>
                  <a:txBody>
                    <a:bodyPr/>
                    <a:lstStyle>
                      <a:lvl1pPr>
                        <a:spcBef>
                          <a:spcPct val="20000"/>
                        </a:spcBef>
                        <a:buClr>
                          <a:srgbClr val="C80000"/>
                        </a:buClr>
                        <a:buSzPct val="80000"/>
                        <a:buFont typeface="Wingdings" panose="05000000000000000000" pitchFamily="2" charset="2"/>
                        <a:defRPr sz="2800">
                          <a:solidFill>
                            <a:schemeClr val="tx1"/>
                          </a:solidFill>
                          <a:latin typeface="Times New Roman" panose="02020603050405020304" pitchFamily="18" charset="0"/>
                          <a:ea typeface="宋体" panose="02010600030101010101" pitchFamily="2" charset="-122"/>
                        </a:defRPr>
                      </a:lvl1pPr>
                      <a:lvl2pPr>
                        <a:spcBef>
                          <a:spcPct val="20000"/>
                        </a:spcBef>
                        <a:buClr>
                          <a:srgbClr val="00C800"/>
                        </a:buClr>
                        <a:buSzPct val="8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2pPr>
                      <a:lvl3pPr>
                        <a:spcBef>
                          <a:spcPct val="20000"/>
                        </a:spcBef>
                        <a:buClr>
                          <a:srgbClr val="0000C8"/>
                        </a:buClr>
                        <a:buSzPct val="80000"/>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3pPr>
                      <a:lvl4pPr>
                        <a:spcBef>
                          <a:spcPct val="20000"/>
                        </a:spcBef>
                        <a:buClr>
                          <a:srgbClr val="FF7F00"/>
                        </a:buClr>
                        <a:buSzPct val="8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4pPr>
                      <a:lvl5pPr>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0" lang="zh-CN" altLang="en-US" sz="20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rPr>
                        <a:t>发送方协议地址</a:t>
                      </a:r>
                      <a:r>
                        <a:rPr kumimoji="0" lang="en-US" altLang="zh-CN" sz="20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rPr>
                        <a:t>(0~1</a:t>
                      </a:r>
                      <a:r>
                        <a:rPr kumimoji="0" lang="zh-CN" altLang="en-US" sz="20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rPr>
                        <a:t>字节</a:t>
                      </a:r>
                      <a:r>
                        <a:rPr kumimoji="0" lang="en-US" altLang="zh-CN" sz="20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rPr>
                        <a:t>)</a:t>
                      </a:r>
                      <a:endParaRPr kumimoji="0" lang="en-US" altLang="zh-CN" sz="20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5">
                        <a:lumMod val="90000"/>
                      </a:schemeClr>
                    </a:solidFill>
                  </a:tcPr>
                </a:tc>
              </a:tr>
              <a:tr h="261938">
                <a:tc gridSpan="2">
                  <a:txBody>
                    <a:bodyPr/>
                    <a:lstStyle>
                      <a:lvl1pPr>
                        <a:spcBef>
                          <a:spcPct val="20000"/>
                        </a:spcBef>
                        <a:buClr>
                          <a:srgbClr val="C80000"/>
                        </a:buClr>
                        <a:buSzPct val="80000"/>
                        <a:buFont typeface="Wingdings" panose="05000000000000000000" pitchFamily="2" charset="2"/>
                        <a:defRPr sz="2800">
                          <a:solidFill>
                            <a:schemeClr val="tx1"/>
                          </a:solidFill>
                          <a:latin typeface="Times New Roman" panose="02020603050405020304" pitchFamily="18" charset="0"/>
                          <a:ea typeface="宋体" panose="02010600030101010101" pitchFamily="2" charset="-122"/>
                        </a:defRPr>
                      </a:lvl1pPr>
                      <a:lvl2pPr>
                        <a:spcBef>
                          <a:spcPct val="20000"/>
                        </a:spcBef>
                        <a:buClr>
                          <a:srgbClr val="00C800"/>
                        </a:buClr>
                        <a:buSzPct val="8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2pPr>
                      <a:lvl3pPr>
                        <a:spcBef>
                          <a:spcPct val="20000"/>
                        </a:spcBef>
                        <a:buClr>
                          <a:srgbClr val="0000C8"/>
                        </a:buClr>
                        <a:buSzPct val="80000"/>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3pPr>
                      <a:lvl4pPr>
                        <a:spcBef>
                          <a:spcPct val="20000"/>
                        </a:spcBef>
                        <a:buClr>
                          <a:srgbClr val="FF7F00"/>
                        </a:buClr>
                        <a:buSzPct val="8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4pPr>
                      <a:lvl5pPr>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0" lang="zh-CN" altLang="en-US" sz="20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rPr>
                        <a:t>发送方协议地址</a:t>
                      </a:r>
                      <a:r>
                        <a:rPr kumimoji="0" lang="en-US" altLang="zh-CN" sz="20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rPr>
                        <a:t>(2~3</a:t>
                      </a:r>
                      <a:r>
                        <a:rPr kumimoji="0" lang="zh-CN" altLang="en-US" sz="20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rPr>
                        <a:t>字节</a:t>
                      </a:r>
                      <a:r>
                        <a:rPr kumimoji="0" lang="en-US" altLang="zh-CN" sz="20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rPr>
                        <a:t>)</a:t>
                      </a:r>
                      <a:endParaRPr kumimoji="0" lang="en-US" altLang="zh-CN" sz="20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5">
                        <a:lumMod val="90000"/>
                      </a:schemeClr>
                    </a:solidFill>
                  </a:tcPr>
                </a:tc>
                <a:tc hMerge="1">
                  <a:tcPr/>
                </a:tc>
                <a:tc>
                  <a:txBody>
                    <a:bodyPr/>
                    <a:lstStyle>
                      <a:lvl1pPr>
                        <a:spcBef>
                          <a:spcPct val="20000"/>
                        </a:spcBef>
                        <a:buClr>
                          <a:srgbClr val="C80000"/>
                        </a:buClr>
                        <a:buSzPct val="80000"/>
                        <a:buFont typeface="Wingdings" panose="05000000000000000000" pitchFamily="2" charset="2"/>
                        <a:defRPr sz="2800">
                          <a:solidFill>
                            <a:schemeClr val="tx1"/>
                          </a:solidFill>
                          <a:latin typeface="Times New Roman" panose="02020603050405020304" pitchFamily="18" charset="0"/>
                          <a:ea typeface="宋体" panose="02010600030101010101" pitchFamily="2" charset="-122"/>
                        </a:defRPr>
                      </a:lvl1pPr>
                      <a:lvl2pPr>
                        <a:spcBef>
                          <a:spcPct val="20000"/>
                        </a:spcBef>
                        <a:buClr>
                          <a:srgbClr val="00C800"/>
                        </a:buClr>
                        <a:buSzPct val="8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2pPr>
                      <a:lvl3pPr>
                        <a:spcBef>
                          <a:spcPct val="20000"/>
                        </a:spcBef>
                        <a:buClr>
                          <a:srgbClr val="0000C8"/>
                        </a:buClr>
                        <a:buSzPct val="80000"/>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3pPr>
                      <a:lvl4pPr>
                        <a:spcBef>
                          <a:spcPct val="20000"/>
                        </a:spcBef>
                        <a:buClr>
                          <a:srgbClr val="FF7F00"/>
                        </a:buClr>
                        <a:buSzPct val="8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4pPr>
                      <a:lvl5pPr>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0" lang="zh-CN" altLang="en-US" sz="20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rPr>
                        <a:t>目的硬件地址</a:t>
                      </a:r>
                      <a:r>
                        <a:rPr kumimoji="0" lang="en-US" altLang="zh-CN" sz="20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rPr>
                        <a:t>(0~1</a:t>
                      </a:r>
                      <a:r>
                        <a:rPr kumimoji="0" lang="zh-CN" altLang="en-US" sz="20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rPr>
                        <a:t>字节</a:t>
                      </a:r>
                      <a:r>
                        <a:rPr kumimoji="0" lang="en-US" altLang="zh-CN" sz="20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rPr>
                        <a:t>)</a:t>
                      </a:r>
                      <a:endParaRPr kumimoji="0" lang="en-US" altLang="zh-CN" sz="20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5">
                        <a:lumMod val="90000"/>
                      </a:schemeClr>
                    </a:solidFill>
                  </a:tcPr>
                </a:tc>
              </a:tr>
              <a:tr h="260350">
                <a:tc gridSpan="3">
                  <a:txBody>
                    <a:bodyPr/>
                    <a:lstStyle>
                      <a:lvl1pPr>
                        <a:spcBef>
                          <a:spcPct val="20000"/>
                        </a:spcBef>
                        <a:buClr>
                          <a:srgbClr val="C80000"/>
                        </a:buClr>
                        <a:buSzPct val="80000"/>
                        <a:buFont typeface="Wingdings" panose="05000000000000000000" pitchFamily="2" charset="2"/>
                        <a:defRPr sz="2800">
                          <a:solidFill>
                            <a:schemeClr val="tx1"/>
                          </a:solidFill>
                          <a:latin typeface="Times New Roman" panose="02020603050405020304" pitchFamily="18" charset="0"/>
                          <a:ea typeface="宋体" panose="02010600030101010101" pitchFamily="2" charset="-122"/>
                        </a:defRPr>
                      </a:lvl1pPr>
                      <a:lvl2pPr>
                        <a:spcBef>
                          <a:spcPct val="20000"/>
                        </a:spcBef>
                        <a:buClr>
                          <a:srgbClr val="00C800"/>
                        </a:buClr>
                        <a:buSzPct val="8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2pPr>
                      <a:lvl3pPr>
                        <a:spcBef>
                          <a:spcPct val="20000"/>
                        </a:spcBef>
                        <a:buClr>
                          <a:srgbClr val="0000C8"/>
                        </a:buClr>
                        <a:buSzPct val="80000"/>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3pPr>
                      <a:lvl4pPr>
                        <a:spcBef>
                          <a:spcPct val="20000"/>
                        </a:spcBef>
                        <a:buClr>
                          <a:srgbClr val="FF7F00"/>
                        </a:buClr>
                        <a:buSzPct val="8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4pPr>
                      <a:lvl5pPr>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0" lang="zh-CN" altLang="en-US" sz="20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rPr>
                        <a:t>目的硬件地址</a:t>
                      </a:r>
                      <a:r>
                        <a:rPr kumimoji="0" lang="en-US" altLang="zh-CN" sz="20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rPr>
                        <a:t>(2~5</a:t>
                      </a:r>
                      <a:r>
                        <a:rPr kumimoji="0" lang="zh-CN" altLang="en-US" sz="20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rPr>
                        <a:t>字节</a:t>
                      </a:r>
                      <a:r>
                        <a:rPr kumimoji="0" lang="en-US" altLang="zh-CN" sz="20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rPr>
                        <a:t>)</a:t>
                      </a:r>
                      <a:endParaRPr kumimoji="0" lang="en-US" altLang="zh-CN" sz="20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5">
                        <a:lumMod val="90000"/>
                      </a:schemeClr>
                    </a:solidFill>
                  </a:tcPr>
                </a:tc>
                <a:tc hMerge="1">
                  <a:tcPr/>
                </a:tc>
                <a:tc hMerge="1">
                  <a:tcPr/>
                </a:tc>
              </a:tr>
              <a:tr h="342900">
                <a:tc gridSpan="3">
                  <a:txBody>
                    <a:bodyPr/>
                    <a:lstStyle>
                      <a:lvl1pPr>
                        <a:spcBef>
                          <a:spcPct val="20000"/>
                        </a:spcBef>
                        <a:buClr>
                          <a:srgbClr val="C80000"/>
                        </a:buClr>
                        <a:buSzPct val="80000"/>
                        <a:buFont typeface="Wingdings" panose="05000000000000000000" pitchFamily="2" charset="2"/>
                        <a:defRPr sz="2800">
                          <a:solidFill>
                            <a:schemeClr val="tx1"/>
                          </a:solidFill>
                          <a:latin typeface="Times New Roman" panose="02020603050405020304" pitchFamily="18" charset="0"/>
                          <a:ea typeface="宋体" panose="02010600030101010101" pitchFamily="2" charset="-122"/>
                        </a:defRPr>
                      </a:lvl1pPr>
                      <a:lvl2pPr>
                        <a:spcBef>
                          <a:spcPct val="20000"/>
                        </a:spcBef>
                        <a:buClr>
                          <a:srgbClr val="00C800"/>
                        </a:buClr>
                        <a:buSzPct val="8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2pPr>
                      <a:lvl3pPr>
                        <a:spcBef>
                          <a:spcPct val="20000"/>
                        </a:spcBef>
                        <a:buClr>
                          <a:srgbClr val="0000C8"/>
                        </a:buClr>
                        <a:buSzPct val="80000"/>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3pPr>
                      <a:lvl4pPr>
                        <a:spcBef>
                          <a:spcPct val="20000"/>
                        </a:spcBef>
                        <a:buClr>
                          <a:srgbClr val="FF7F00"/>
                        </a:buClr>
                        <a:buSzPct val="8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4pPr>
                      <a:lvl5pPr>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0" lang="zh-CN" altLang="en-US" sz="20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rPr>
                        <a:t>目的协议地址</a:t>
                      </a:r>
                      <a:r>
                        <a:rPr kumimoji="0" lang="en-US" altLang="zh-CN" sz="20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rPr>
                        <a:t>(0~3</a:t>
                      </a:r>
                      <a:r>
                        <a:rPr kumimoji="0" lang="zh-CN" altLang="en-US" sz="20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rPr>
                        <a:t>字节</a:t>
                      </a:r>
                      <a:r>
                        <a:rPr kumimoji="0" lang="en-US" altLang="zh-CN" sz="20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rPr>
                        <a:t>)</a:t>
                      </a:r>
                      <a:endParaRPr kumimoji="0" lang="en-US" altLang="zh-CN" sz="20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5">
                        <a:lumMod val="90000"/>
                      </a:schemeClr>
                    </a:solidFill>
                  </a:tcPr>
                </a:tc>
                <a:tc hMerge="1">
                  <a:tcPr/>
                </a:tc>
                <a:tc hMerge="1">
                  <a:tcPr/>
                </a:tc>
              </a:tr>
            </a:tbl>
          </a:graphicData>
        </a:graphic>
      </p:graphicFrame>
      <p:sp>
        <p:nvSpPr>
          <p:cNvPr id="494889" name="Text Box 297"/>
          <p:cNvSpPr txBox="1">
            <a:spLocks noChangeArrowheads="1"/>
          </p:cNvSpPr>
          <p:nvPr/>
        </p:nvSpPr>
        <p:spPr bwMode="auto">
          <a:xfrm>
            <a:off x="2653352" y="2725739"/>
            <a:ext cx="32733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dirty="0">
                <a:latin typeface="微软雅黑 Light" panose="020B0502040204020203" pitchFamily="34" charset="-122"/>
                <a:ea typeface="微软雅黑 Light" panose="020B0502040204020203" pitchFamily="34" charset="-122"/>
              </a:rPr>
              <a:t>0</a:t>
            </a:r>
            <a:endParaRPr lang="en-US" altLang="zh-CN" dirty="0">
              <a:latin typeface="微软雅黑 Light" panose="020B0502040204020203" pitchFamily="34" charset="-122"/>
              <a:ea typeface="微软雅黑 Light" panose="020B0502040204020203" pitchFamily="34" charset="-122"/>
            </a:endParaRPr>
          </a:p>
        </p:txBody>
      </p:sp>
      <p:sp>
        <p:nvSpPr>
          <p:cNvPr id="494890" name="Text Box 298"/>
          <p:cNvSpPr txBox="1">
            <a:spLocks noChangeArrowheads="1"/>
          </p:cNvSpPr>
          <p:nvPr/>
        </p:nvSpPr>
        <p:spPr bwMode="auto">
          <a:xfrm>
            <a:off x="5937430" y="2725739"/>
            <a:ext cx="441146"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r"/>
            <a:r>
              <a:rPr lang="en-US" altLang="zh-CN" dirty="0">
                <a:latin typeface="微软雅黑 Light" panose="020B0502040204020203" pitchFamily="34" charset="-122"/>
                <a:ea typeface="微软雅黑 Light" panose="020B0502040204020203" pitchFamily="34" charset="-122"/>
              </a:rPr>
              <a:t>15</a:t>
            </a:r>
            <a:endParaRPr lang="en-US" altLang="zh-CN" dirty="0">
              <a:latin typeface="微软雅黑 Light" panose="020B0502040204020203" pitchFamily="34" charset="-122"/>
              <a:ea typeface="微软雅黑 Light" panose="020B0502040204020203" pitchFamily="34" charset="-122"/>
            </a:endParaRPr>
          </a:p>
        </p:txBody>
      </p:sp>
      <p:sp>
        <p:nvSpPr>
          <p:cNvPr id="494891" name="Text Box 299"/>
          <p:cNvSpPr txBox="1">
            <a:spLocks noChangeArrowheads="1"/>
          </p:cNvSpPr>
          <p:nvPr/>
        </p:nvSpPr>
        <p:spPr bwMode="auto">
          <a:xfrm>
            <a:off x="6311901" y="2725739"/>
            <a:ext cx="441146"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dirty="0">
                <a:latin typeface="微软雅黑 Light" panose="020B0502040204020203" pitchFamily="34" charset="-122"/>
                <a:ea typeface="微软雅黑 Light" panose="020B0502040204020203" pitchFamily="34" charset="-122"/>
              </a:rPr>
              <a:t>16</a:t>
            </a:r>
            <a:endParaRPr lang="en-US" altLang="zh-CN" dirty="0">
              <a:latin typeface="微软雅黑 Light" panose="020B0502040204020203" pitchFamily="34" charset="-122"/>
              <a:ea typeface="微软雅黑 Light" panose="020B0502040204020203" pitchFamily="34" charset="-122"/>
            </a:endParaRPr>
          </a:p>
        </p:txBody>
      </p:sp>
      <p:sp>
        <p:nvSpPr>
          <p:cNvPr id="494892" name="Text Box 300"/>
          <p:cNvSpPr txBox="1">
            <a:spLocks noChangeArrowheads="1"/>
          </p:cNvSpPr>
          <p:nvPr/>
        </p:nvSpPr>
        <p:spPr bwMode="auto">
          <a:xfrm>
            <a:off x="9650593" y="2725739"/>
            <a:ext cx="441146"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r"/>
            <a:r>
              <a:rPr lang="en-US" altLang="zh-CN" dirty="0">
                <a:latin typeface="微软雅黑 Light" panose="020B0502040204020203" pitchFamily="34" charset="-122"/>
                <a:ea typeface="微软雅黑 Light" panose="020B0502040204020203" pitchFamily="34" charset="-122"/>
              </a:rPr>
              <a:t>31</a:t>
            </a:r>
            <a:endParaRPr lang="en-US" altLang="zh-CN" dirty="0">
              <a:latin typeface="微软雅黑 Light" panose="020B0502040204020203" pitchFamily="34" charset="-122"/>
              <a:ea typeface="微软雅黑 Light" panose="020B0502040204020203" pitchFamily="34" charset="-122"/>
            </a:endParaRPr>
          </a:p>
        </p:txBody>
      </p:sp>
      <p:grpSp>
        <p:nvGrpSpPr>
          <p:cNvPr id="494901" name="Group 309"/>
          <p:cNvGrpSpPr/>
          <p:nvPr/>
        </p:nvGrpSpPr>
        <p:grpSpPr bwMode="auto">
          <a:xfrm>
            <a:off x="1774826" y="1123950"/>
            <a:ext cx="5184775" cy="647700"/>
            <a:chOff x="158" y="754"/>
            <a:chExt cx="3266" cy="544"/>
          </a:xfrm>
        </p:grpSpPr>
        <p:sp>
          <p:nvSpPr>
            <p:cNvPr id="494896" name="Line 304"/>
            <p:cNvSpPr>
              <a:spLocks noChangeShapeType="1"/>
            </p:cNvSpPr>
            <p:nvPr/>
          </p:nvSpPr>
          <p:spPr bwMode="auto">
            <a:xfrm>
              <a:off x="158" y="754"/>
              <a:ext cx="0" cy="544"/>
            </a:xfrm>
            <a:prstGeom prst="line">
              <a:avLst/>
            </a:prstGeom>
            <a:noFill/>
            <a:ln w="9525">
              <a:solidFill>
                <a:schemeClr val="tx1"/>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494897" name="Line 305"/>
            <p:cNvSpPr>
              <a:spLocks noChangeShapeType="1"/>
            </p:cNvSpPr>
            <p:nvPr/>
          </p:nvSpPr>
          <p:spPr bwMode="auto">
            <a:xfrm>
              <a:off x="3424" y="754"/>
              <a:ext cx="0" cy="544"/>
            </a:xfrm>
            <a:prstGeom prst="line">
              <a:avLst/>
            </a:prstGeom>
            <a:noFill/>
            <a:ln w="9525">
              <a:solidFill>
                <a:schemeClr val="tx1"/>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494898" name="Line 306"/>
            <p:cNvSpPr>
              <a:spLocks noChangeShapeType="1"/>
            </p:cNvSpPr>
            <p:nvPr/>
          </p:nvSpPr>
          <p:spPr bwMode="auto">
            <a:xfrm>
              <a:off x="158" y="890"/>
              <a:ext cx="3266" cy="0"/>
            </a:xfrm>
            <a:prstGeom prst="line">
              <a:avLst/>
            </a:prstGeom>
            <a:noFill/>
            <a:ln w="9525">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dirty="0">
                <a:latin typeface="微软雅黑 Light" panose="020B0502040204020203" pitchFamily="34" charset="-122"/>
                <a:ea typeface="微软雅黑 Light" panose="020B0502040204020203" pitchFamily="34" charset="-122"/>
              </a:endParaRPr>
            </a:p>
          </p:txBody>
        </p:sp>
      </p:grpSp>
      <p:sp>
        <p:nvSpPr>
          <p:cNvPr id="494900" name="Text Box 308"/>
          <p:cNvSpPr txBox="1">
            <a:spLocks noChangeArrowheads="1"/>
          </p:cNvSpPr>
          <p:nvPr/>
        </p:nvSpPr>
        <p:spPr bwMode="auto">
          <a:xfrm>
            <a:off x="3432175" y="1052514"/>
            <a:ext cx="1454150" cy="396875"/>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dirty="0">
                <a:latin typeface="微软雅黑 Light" panose="020B0502040204020203" pitchFamily="34" charset="-122"/>
                <a:ea typeface="微软雅黑 Light" panose="020B0502040204020203" pitchFamily="34" charset="-122"/>
              </a:rPr>
              <a:t>以太网首部</a:t>
            </a:r>
            <a:endParaRPr lang="zh-CN" altLang="en-US" dirty="0">
              <a:latin typeface="微软雅黑 Light" panose="020B0502040204020203" pitchFamily="34" charset="-122"/>
              <a:ea typeface="微软雅黑 Light" panose="020B0502040204020203" pitchFamily="34" charset="-122"/>
            </a:endParaRPr>
          </a:p>
        </p:txBody>
      </p:sp>
    </p:spTree>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灯片编号占位符 5"/>
          <p:cNvSpPr>
            <a:spLocks noGrp="1"/>
          </p:cNvSpPr>
          <p:nvPr>
            <p:ph type="sldNum" sz="quarter" idx="12"/>
          </p:nvPr>
        </p:nvSpPr>
        <p:spPr/>
        <p:txBody>
          <a:bodyPr/>
          <a:lstStyle/>
          <a:p>
            <a:fld id="{3BE457E0-C643-43BC-950C-8E9B05277BA0}" type="slidenum">
              <a:rPr lang="en-US" altLang="zh-CN"/>
            </a:fld>
            <a:endParaRPr lang="en-US" altLang="zh-CN"/>
          </a:p>
        </p:txBody>
      </p:sp>
      <p:sp>
        <p:nvSpPr>
          <p:cNvPr id="654338" name="Rectangle 2"/>
          <p:cNvSpPr>
            <a:spLocks noGrp="1" noChangeArrowheads="1"/>
          </p:cNvSpPr>
          <p:nvPr>
            <p:ph type="title"/>
          </p:nvPr>
        </p:nvSpPr>
        <p:spPr/>
        <p:txBody>
          <a:bodyPr/>
          <a:lstStyle/>
          <a:p>
            <a:r>
              <a:rPr lang="en-US" altLang="zh-CN"/>
              <a:t>ARP</a:t>
            </a:r>
            <a:r>
              <a:rPr lang="zh-CN" altLang="en-US"/>
              <a:t>工作流程</a:t>
            </a:r>
            <a:endParaRPr lang="zh-CN" altLang="en-US"/>
          </a:p>
        </p:txBody>
      </p:sp>
      <p:sp>
        <p:nvSpPr>
          <p:cNvPr id="654341" name="AutoShape 5"/>
          <p:cNvSpPr>
            <a:spLocks noChangeArrowheads="1"/>
          </p:cNvSpPr>
          <p:nvPr/>
        </p:nvSpPr>
        <p:spPr bwMode="auto">
          <a:xfrm>
            <a:off x="4940301" y="981076"/>
            <a:ext cx="2955925" cy="576263"/>
          </a:xfrm>
          <a:prstGeom prst="roundRect">
            <a:avLst>
              <a:gd name="adj" fmla="val 16667"/>
            </a:avLst>
          </a:prstGeom>
          <a:solidFill>
            <a:schemeClr val="accent1"/>
          </a:solidFill>
          <a:ln w="9525" algn="ctr">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600" dirty="0">
                <a:latin typeface="微软雅黑 Light" panose="020B0502040204020203" pitchFamily="34" charset="-122"/>
                <a:ea typeface="微软雅黑 Light" panose="020B0502040204020203" pitchFamily="34" charset="-122"/>
              </a:rPr>
              <a:t>ARP</a:t>
            </a:r>
            <a:r>
              <a:rPr lang="zh-CN" altLang="en-US" sz="1600" dirty="0">
                <a:latin typeface="微软雅黑 Light" panose="020B0502040204020203" pitchFamily="34" charset="-122"/>
                <a:ea typeface="微软雅黑 Light" panose="020B0502040204020203" pitchFamily="34" charset="-122"/>
              </a:rPr>
              <a:t>模块接收上层协议</a:t>
            </a:r>
            <a:r>
              <a:rPr lang="en-US" altLang="zh-CN" sz="1600" dirty="0">
                <a:latin typeface="微软雅黑 Light" panose="020B0502040204020203" pitchFamily="34" charset="-122"/>
                <a:ea typeface="微软雅黑 Light" panose="020B0502040204020203" pitchFamily="34" charset="-122"/>
              </a:rPr>
              <a:t>(IP)</a:t>
            </a:r>
            <a:r>
              <a:rPr lang="zh-CN" altLang="en-US" sz="1600" dirty="0">
                <a:latin typeface="微软雅黑 Light" panose="020B0502040204020203" pitchFamily="34" charset="-122"/>
                <a:ea typeface="微软雅黑 Light" panose="020B0502040204020203" pitchFamily="34" charset="-122"/>
              </a:rPr>
              <a:t>的</a:t>
            </a:r>
            <a:endParaRPr lang="zh-CN" altLang="en-US" sz="1600" dirty="0">
              <a:latin typeface="微软雅黑 Light" panose="020B0502040204020203" pitchFamily="34" charset="-122"/>
              <a:ea typeface="微软雅黑 Light" panose="020B0502040204020203" pitchFamily="34" charset="-122"/>
            </a:endParaRPr>
          </a:p>
          <a:p>
            <a:pPr algn="ctr"/>
            <a:r>
              <a:rPr lang="zh-CN" altLang="en-US" sz="1600" dirty="0">
                <a:latin typeface="微软雅黑 Light" panose="020B0502040204020203" pitchFamily="34" charset="-122"/>
                <a:ea typeface="微软雅黑 Light" panose="020B0502040204020203" pitchFamily="34" charset="-122"/>
              </a:rPr>
              <a:t>数据报后，提取下一跳</a:t>
            </a:r>
            <a:r>
              <a:rPr lang="en-US" altLang="zh-CN" sz="1600" dirty="0">
                <a:latin typeface="微软雅黑 Light" panose="020B0502040204020203" pitchFamily="34" charset="-122"/>
                <a:ea typeface="微软雅黑 Light" panose="020B0502040204020203" pitchFamily="34" charset="-122"/>
              </a:rPr>
              <a:t>IP</a:t>
            </a:r>
            <a:r>
              <a:rPr lang="zh-CN" altLang="en-US" sz="1600" dirty="0">
                <a:latin typeface="微软雅黑 Light" panose="020B0502040204020203" pitchFamily="34" charset="-122"/>
                <a:ea typeface="微软雅黑 Light" panose="020B0502040204020203" pitchFamily="34" charset="-122"/>
              </a:rPr>
              <a:t>地址</a:t>
            </a:r>
            <a:endParaRPr lang="zh-CN" altLang="en-US" sz="1600" dirty="0">
              <a:latin typeface="微软雅黑 Light" panose="020B0502040204020203" pitchFamily="34" charset="-122"/>
              <a:ea typeface="微软雅黑 Light" panose="020B0502040204020203" pitchFamily="34" charset="-122"/>
            </a:endParaRPr>
          </a:p>
        </p:txBody>
      </p:sp>
      <p:sp>
        <p:nvSpPr>
          <p:cNvPr id="654342" name="AutoShape 6"/>
          <p:cNvSpPr>
            <a:spLocks noChangeArrowheads="1"/>
          </p:cNvSpPr>
          <p:nvPr/>
        </p:nvSpPr>
        <p:spPr bwMode="auto">
          <a:xfrm>
            <a:off x="4364038" y="1773239"/>
            <a:ext cx="4108450" cy="865187"/>
          </a:xfrm>
          <a:prstGeom prst="diamond">
            <a:avLst/>
          </a:prstGeom>
          <a:solidFill>
            <a:schemeClr val="accent6">
              <a:lumMod val="20000"/>
              <a:lumOff val="80000"/>
            </a:schemeClr>
          </a:solidFill>
          <a:ln w="9525" algn="ctr">
            <a:solidFill>
              <a:schemeClr val="tx1"/>
            </a:solidFill>
            <a:miter lim="800000"/>
          </a:ln>
          <a:effectLst/>
        </p:spPr>
        <p:txBody>
          <a:bodyPr wrap="none" anchor="ctr"/>
          <a:lstStyle/>
          <a:p>
            <a:pPr algn="ctr"/>
            <a:r>
              <a:rPr lang="zh-CN" altLang="en-US" sz="1600" dirty="0">
                <a:latin typeface="微软雅黑 Light" panose="020B0502040204020203" pitchFamily="34" charset="-122"/>
                <a:ea typeface="微软雅黑 Light" panose="020B0502040204020203" pitchFamily="34" charset="-122"/>
              </a:rPr>
              <a:t>下一跳</a:t>
            </a:r>
            <a:r>
              <a:rPr lang="en-US" altLang="zh-CN" sz="1600" dirty="0">
                <a:latin typeface="微软雅黑 Light" panose="020B0502040204020203" pitchFamily="34" charset="-122"/>
                <a:ea typeface="微软雅黑 Light" panose="020B0502040204020203" pitchFamily="34" charset="-122"/>
              </a:rPr>
              <a:t>IP</a:t>
            </a:r>
            <a:r>
              <a:rPr lang="zh-CN" altLang="en-US" sz="1600" dirty="0">
                <a:latin typeface="微软雅黑 Light" panose="020B0502040204020203" pitchFamily="34" charset="-122"/>
                <a:ea typeface="微软雅黑 Light" panose="020B0502040204020203" pitchFamily="34" charset="-122"/>
              </a:rPr>
              <a:t>地址在</a:t>
            </a:r>
            <a:r>
              <a:rPr lang="en-US" altLang="zh-CN" sz="1600" dirty="0">
                <a:latin typeface="微软雅黑 Light" panose="020B0502040204020203" pitchFamily="34" charset="-122"/>
                <a:ea typeface="微软雅黑 Light" panose="020B0502040204020203" pitchFamily="34" charset="-122"/>
              </a:rPr>
              <a:t>ARP</a:t>
            </a:r>
            <a:r>
              <a:rPr lang="zh-CN" altLang="en-US" sz="1600" dirty="0">
                <a:latin typeface="微软雅黑 Light" panose="020B0502040204020203" pitchFamily="34" charset="-122"/>
                <a:ea typeface="微软雅黑 Light" panose="020B0502040204020203" pitchFamily="34" charset="-122"/>
              </a:rPr>
              <a:t>高</a:t>
            </a:r>
            <a:endParaRPr lang="zh-CN" altLang="en-US" sz="1600" dirty="0">
              <a:latin typeface="微软雅黑 Light" panose="020B0502040204020203" pitchFamily="34" charset="-122"/>
              <a:ea typeface="微软雅黑 Light" panose="020B0502040204020203" pitchFamily="34" charset="-122"/>
            </a:endParaRPr>
          </a:p>
          <a:p>
            <a:pPr algn="ctr"/>
            <a:r>
              <a:rPr lang="zh-CN" altLang="en-US" sz="1600" dirty="0">
                <a:latin typeface="微软雅黑 Light" panose="020B0502040204020203" pitchFamily="34" charset="-122"/>
                <a:ea typeface="微软雅黑 Light" panose="020B0502040204020203" pitchFamily="34" charset="-122"/>
              </a:rPr>
              <a:t>速缓存中有对应项目</a:t>
            </a:r>
            <a:r>
              <a:rPr lang="en-US" altLang="zh-CN" sz="1600" dirty="0">
                <a:latin typeface="微软雅黑 Light" panose="020B0502040204020203" pitchFamily="34" charset="-122"/>
                <a:ea typeface="微软雅黑 Light" panose="020B0502040204020203" pitchFamily="34" charset="-122"/>
              </a:rPr>
              <a:t>?</a:t>
            </a:r>
            <a:endParaRPr lang="en-US" altLang="zh-CN" sz="1600" dirty="0">
              <a:latin typeface="微软雅黑 Light" panose="020B0502040204020203" pitchFamily="34" charset="-122"/>
              <a:ea typeface="微软雅黑 Light" panose="020B0502040204020203" pitchFamily="34" charset="-122"/>
            </a:endParaRPr>
          </a:p>
        </p:txBody>
      </p:sp>
      <p:sp>
        <p:nvSpPr>
          <p:cNvPr id="654343" name="Rectangle 7"/>
          <p:cNvSpPr>
            <a:spLocks noChangeArrowheads="1"/>
          </p:cNvSpPr>
          <p:nvPr/>
        </p:nvSpPr>
        <p:spPr bwMode="auto">
          <a:xfrm>
            <a:off x="4906964" y="2997200"/>
            <a:ext cx="3024187" cy="503238"/>
          </a:xfrm>
          <a:prstGeom prst="rect">
            <a:avLst/>
          </a:prstGeom>
          <a:solidFill>
            <a:schemeClr val="accent1"/>
          </a:solidFill>
          <a:ln w="9525"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1600" dirty="0">
                <a:latin typeface="微软雅黑 Light" panose="020B0502040204020203" pitchFamily="34" charset="-122"/>
                <a:ea typeface="微软雅黑 Light" panose="020B0502040204020203" pitchFamily="34" charset="-122"/>
              </a:rPr>
              <a:t>发送</a:t>
            </a:r>
            <a:r>
              <a:rPr lang="en-US" altLang="zh-CN" sz="1600" dirty="0">
                <a:latin typeface="微软雅黑 Light" panose="020B0502040204020203" pitchFamily="34" charset="-122"/>
                <a:ea typeface="微软雅黑 Light" panose="020B0502040204020203" pitchFamily="34" charset="-122"/>
              </a:rPr>
              <a:t>ARP</a:t>
            </a:r>
            <a:r>
              <a:rPr lang="zh-CN" altLang="en-US" sz="1600" dirty="0">
                <a:latin typeface="微软雅黑 Light" panose="020B0502040204020203" pitchFamily="34" charset="-122"/>
                <a:ea typeface="微软雅黑 Light" panose="020B0502040204020203" pitchFamily="34" charset="-122"/>
              </a:rPr>
              <a:t>请求广播报文来获取</a:t>
            </a:r>
            <a:endParaRPr lang="zh-CN" altLang="en-US" sz="1600" dirty="0">
              <a:latin typeface="微软雅黑 Light" panose="020B0502040204020203" pitchFamily="34" charset="-122"/>
              <a:ea typeface="微软雅黑 Light" panose="020B0502040204020203" pitchFamily="34" charset="-122"/>
            </a:endParaRPr>
          </a:p>
          <a:p>
            <a:pPr algn="ctr"/>
            <a:r>
              <a:rPr lang="zh-CN" altLang="en-US" sz="1600" dirty="0">
                <a:latin typeface="微软雅黑 Light" panose="020B0502040204020203" pitchFamily="34" charset="-122"/>
                <a:ea typeface="微软雅黑 Light" panose="020B0502040204020203" pitchFamily="34" charset="-122"/>
              </a:rPr>
              <a:t>下一跳</a:t>
            </a:r>
            <a:r>
              <a:rPr lang="en-US" altLang="zh-CN" sz="1600" dirty="0">
                <a:latin typeface="微软雅黑 Light" panose="020B0502040204020203" pitchFamily="34" charset="-122"/>
                <a:ea typeface="微软雅黑 Light" panose="020B0502040204020203" pitchFamily="34" charset="-122"/>
              </a:rPr>
              <a:t>IP</a:t>
            </a:r>
            <a:r>
              <a:rPr lang="zh-CN" altLang="en-US" sz="1600" dirty="0">
                <a:latin typeface="微软雅黑 Light" panose="020B0502040204020203" pitchFamily="34" charset="-122"/>
                <a:ea typeface="微软雅黑 Light" panose="020B0502040204020203" pitchFamily="34" charset="-122"/>
              </a:rPr>
              <a:t>地址对应的物理地址</a:t>
            </a:r>
            <a:endParaRPr lang="zh-CN" altLang="en-US" sz="1600" dirty="0">
              <a:latin typeface="微软雅黑 Light" panose="020B0502040204020203" pitchFamily="34" charset="-122"/>
              <a:ea typeface="微软雅黑 Light" panose="020B0502040204020203" pitchFamily="34" charset="-122"/>
            </a:endParaRPr>
          </a:p>
        </p:txBody>
      </p:sp>
      <p:sp>
        <p:nvSpPr>
          <p:cNvPr id="654344" name="Rectangle 8"/>
          <p:cNvSpPr>
            <a:spLocks noChangeArrowheads="1"/>
          </p:cNvSpPr>
          <p:nvPr/>
        </p:nvSpPr>
        <p:spPr bwMode="auto">
          <a:xfrm>
            <a:off x="4906964" y="3789364"/>
            <a:ext cx="3024187" cy="287337"/>
          </a:xfrm>
          <a:prstGeom prst="rect">
            <a:avLst/>
          </a:prstGeom>
          <a:solidFill>
            <a:schemeClr val="accent1"/>
          </a:solidFill>
          <a:ln w="9525"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1600" dirty="0">
                <a:latin typeface="微软雅黑 Light" panose="020B0502040204020203" pitchFamily="34" charset="-122"/>
                <a:ea typeface="微软雅黑 Light" panose="020B0502040204020203" pitchFamily="34" charset="-122"/>
              </a:rPr>
              <a:t>等待接收</a:t>
            </a:r>
            <a:r>
              <a:rPr lang="en-US" altLang="zh-CN" sz="1600" dirty="0">
                <a:latin typeface="微软雅黑 Light" panose="020B0502040204020203" pitchFamily="34" charset="-122"/>
                <a:ea typeface="微软雅黑 Light" panose="020B0502040204020203" pitchFamily="34" charset="-122"/>
              </a:rPr>
              <a:t>ARP</a:t>
            </a:r>
            <a:r>
              <a:rPr lang="zh-CN" altLang="en-US" sz="1600" dirty="0">
                <a:latin typeface="微软雅黑 Light" panose="020B0502040204020203" pitchFamily="34" charset="-122"/>
                <a:ea typeface="微软雅黑 Light" panose="020B0502040204020203" pitchFamily="34" charset="-122"/>
              </a:rPr>
              <a:t>应答</a:t>
            </a:r>
            <a:endParaRPr lang="zh-CN" altLang="en-US" sz="1600" dirty="0">
              <a:latin typeface="微软雅黑 Light" panose="020B0502040204020203" pitchFamily="34" charset="-122"/>
              <a:ea typeface="微软雅黑 Light" panose="020B0502040204020203" pitchFamily="34" charset="-122"/>
            </a:endParaRPr>
          </a:p>
        </p:txBody>
      </p:sp>
      <p:sp>
        <p:nvSpPr>
          <p:cNvPr id="654345" name="AutoShape 9"/>
          <p:cNvSpPr>
            <a:spLocks noChangeArrowheads="1"/>
          </p:cNvSpPr>
          <p:nvPr/>
        </p:nvSpPr>
        <p:spPr bwMode="auto">
          <a:xfrm>
            <a:off x="5014914" y="4365626"/>
            <a:ext cx="2809875" cy="504825"/>
          </a:xfrm>
          <a:prstGeom prst="diamond">
            <a:avLst/>
          </a:prstGeom>
          <a:solidFill>
            <a:schemeClr val="accent6">
              <a:lumMod val="20000"/>
              <a:lumOff val="80000"/>
            </a:schemeClr>
          </a:solidFill>
          <a:ln w="9525" algn="ctr">
            <a:solidFill>
              <a:schemeClr val="tx1"/>
            </a:solidFill>
            <a:miter lim="800000"/>
          </a:ln>
          <a:effectLst/>
        </p:spPr>
        <p:txBody>
          <a:bodyPr wrap="none" anchor="ctr"/>
          <a:lstStyle/>
          <a:p>
            <a:pPr algn="ctr"/>
            <a:r>
              <a:rPr lang="zh-CN" altLang="en-US" sz="1600" dirty="0">
                <a:latin typeface="微软雅黑 Light" panose="020B0502040204020203" pitchFamily="34" charset="-122"/>
                <a:ea typeface="微软雅黑 Light" panose="020B0502040204020203" pitchFamily="34" charset="-122"/>
              </a:rPr>
              <a:t>收到</a:t>
            </a:r>
            <a:r>
              <a:rPr lang="en-US" altLang="zh-CN" sz="1600" dirty="0">
                <a:latin typeface="微软雅黑 Light" panose="020B0502040204020203" pitchFamily="34" charset="-122"/>
                <a:ea typeface="微软雅黑 Light" panose="020B0502040204020203" pitchFamily="34" charset="-122"/>
              </a:rPr>
              <a:t>ARP</a:t>
            </a:r>
            <a:r>
              <a:rPr lang="zh-CN" altLang="en-US" sz="1600" dirty="0">
                <a:latin typeface="微软雅黑 Light" panose="020B0502040204020203" pitchFamily="34" charset="-122"/>
                <a:ea typeface="微软雅黑 Light" panose="020B0502040204020203" pitchFamily="34" charset="-122"/>
              </a:rPr>
              <a:t>应答</a:t>
            </a:r>
            <a:r>
              <a:rPr lang="en-US" altLang="zh-CN" sz="1600" dirty="0">
                <a:latin typeface="微软雅黑 Light" panose="020B0502040204020203" pitchFamily="34" charset="-122"/>
                <a:ea typeface="微软雅黑 Light" panose="020B0502040204020203" pitchFamily="34" charset="-122"/>
              </a:rPr>
              <a:t>?</a:t>
            </a:r>
            <a:endParaRPr lang="en-US" altLang="zh-CN" sz="1600" dirty="0">
              <a:latin typeface="微软雅黑 Light" panose="020B0502040204020203" pitchFamily="34" charset="-122"/>
              <a:ea typeface="微软雅黑 Light" panose="020B0502040204020203" pitchFamily="34" charset="-122"/>
            </a:endParaRPr>
          </a:p>
        </p:txBody>
      </p:sp>
      <p:sp>
        <p:nvSpPr>
          <p:cNvPr id="654346" name="Rectangle 10"/>
          <p:cNvSpPr>
            <a:spLocks noChangeArrowheads="1"/>
          </p:cNvSpPr>
          <p:nvPr/>
        </p:nvSpPr>
        <p:spPr bwMode="auto">
          <a:xfrm>
            <a:off x="4906964" y="5300664"/>
            <a:ext cx="3024187" cy="503237"/>
          </a:xfrm>
          <a:prstGeom prst="rect">
            <a:avLst/>
          </a:prstGeom>
          <a:solidFill>
            <a:schemeClr val="accent1"/>
          </a:solidFill>
          <a:ln w="9525"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1600" dirty="0">
                <a:latin typeface="微软雅黑 Light" panose="020B0502040204020203" pitchFamily="34" charset="-122"/>
                <a:ea typeface="微软雅黑 Light" panose="020B0502040204020203" pitchFamily="34" charset="-122"/>
              </a:rPr>
              <a:t>使用应答中的物理地址</a:t>
            </a:r>
            <a:r>
              <a:rPr lang="en-US" altLang="zh-CN" sz="1600" dirty="0">
                <a:latin typeface="微软雅黑 Light" panose="020B0502040204020203" pitchFamily="34" charset="-122"/>
                <a:ea typeface="微软雅黑 Light" panose="020B0502040204020203" pitchFamily="34" charset="-122"/>
              </a:rPr>
              <a:t>(MAC)</a:t>
            </a:r>
            <a:endParaRPr lang="en-US" altLang="zh-CN" sz="1600" dirty="0">
              <a:latin typeface="微软雅黑 Light" panose="020B0502040204020203" pitchFamily="34" charset="-122"/>
              <a:ea typeface="微软雅黑 Light" panose="020B0502040204020203" pitchFamily="34" charset="-122"/>
            </a:endParaRPr>
          </a:p>
          <a:p>
            <a:pPr algn="ctr"/>
            <a:r>
              <a:rPr lang="zh-CN" altLang="en-US" sz="1600" dirty="0">
                <a:latin typeface="微软雅黑 Light" panose="020B0502040204020203" pitchFamily="34" charset="-122"/>
                <a:ea typeface="微软雅黑 Light" panose="020B0502040204020203" pitchFamily="34" charset="-122"/>
              </a:rPr>
              <a:t>作为数据报的目的</a:t>
            </a:r>
            <a:r>
              <a:rPr lang="en-US" altLang="zh-CN" sz="1600" dirty="0">
                <a:latin typeface="微软雅黑 Light" panose="020B0502040204020203" pitchFamily="34" charset="-122"/>
                <a:ea typeface="微软雅黑 Light" panose="020B0502040204020203" pitchFamily="34" charset="-122"/>
              </a:rPr>
              <a:t>MAC</a:t>
            </a:r>
            <a:r>
              <a:rPr lang="zh-CN" altLang="en-US" sz="1600" dirty="0">
                <a:latin typeface="微软雅黑 Light" panose="020B0502040204020203" pitchFamily="34" charset="-122"/>
                <a:ea typeface="微软雅黑 Light" panose="020B0502040204020203" pitchFamily="34" charset="-122"/>
              </a:rPr>
              <a:t>地址</a:t>
            </a:r>
            <a:endParaRPr lang="zh-CN" altLang="en-US" sz="1600" dirty="0">
              <a:latin typeface="微软雅黑 Light" panose="020B0502040204020203" pitchFamily="34" charset="-122"/>
              <a:ea typeface="微软雅黑 Light" panose="020B0502040204020203" pitchFamily="34" charset="-122"/>
            </a:endParaRPr>
          </a:p>
        </p:txBody>
      </p:sp>
      <p:sp>
        <p:nvSpPr>
          <p:cNvPr id="654347" name="Rectangle 11"/>
          <p:cNvSpPr>
            <a:spLocks noChangeArrowheads="1"/>
          </p:cNvSpPr>
          <p:nvPr/>
        </p:nvSpPr>
        <p:spPr bwMode="auto">
          <a:xfrm>
            <a:off x="4906964" y="6092825"/>
            <a:ext cx="3024187" cy="503238"/>
          </a:xfrm>
          <a:prstGeom prst="rect">
            <a:avLst/>
          </a:prstGeom>
          <a:solidFill>
            <a:schemeClr val="accent1"/>
          </a:solidFill>
          <a:ln w="9525"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1600" dirty="0">
                <a:latin typeface="微软雅黑 Light" panose="020B0502040204020203" pitchFamily="34" charset="-122"/>
                <a:ea typeface="微软雅黑 Light" panose="020B0502040204020203" pitchFamily="34" charset="-122"/>
              </a:rPr>
              <a:t>将下一跳</a:t>
            </a:r>
            <a:r>
              <a:rPr lang="en-US" altLang="zh-CN" sz="1600" dirty="0">
                <a:latin typeface="微软雅黑 Light" panose="020B0502040204020203" pitchFamily="34" charset="-122"/>
                <a:ea typeface="微软雅黑 Light" panose="020B0502040204020203" pitchFamily="34" charset="-122"/>
              </a:rPr>
              <a:t>IP</a:t>
            </a:r>
            <a:r>
              <a:rPr lang="zh-CN" altLang="en-US" sz="1600" dirty="0">
                <a:latin typeface="微软雅黑 Light" panose="020B0502040204020203" pitchFamily="34" charset="-122"/>
                <a:ea typeface="微软雅黑 Light" panose="020B0502040204020203" pitchFamily="34" charset="-122"/>
              </a:rPr>
              <a:t>地址和应答中的物</a:t>
            </a:r>
            <a:endParaRPr lang="zh-CN" altLang="en-US" sz="1600" dirty="0">
              <a:latin typeface="微软雅黑 Light" panose="020B0502040204020203" pitchFamily="34" charset="-122"/>
              <a:ea typeface="微软雅黑 Light" panose="020B0502040204020203" pitchFamily="34" charset="-122"/>
            </a:endParaRPr>
          </a:p>
          <a:p>
            <a:pPr algn="ctr"/>
            <a:r>
              <a:rPr lang="zh-CN" altLang="en-US" sz="1600" dirty="0">
                <a:latin typeface="微软雅黑 Light" panose="020B0502040204020203" pitchFamily="34" charset="-122"/>
                <a:ea typeface="微软雅黑 Light" panose="020B0502040204020203" pitchFamily="34" charset="-122"/>
              </a:rPr>
              <a:t>理地址添加到</a:t>
            </a:r>
            <a:r>
              <a:rPr lang="en-US" altLang="zh-CN" sz="1600" dirty="0">
                <a:latin typeface="微软雅黑 Light" panose="020B0502040204020203" pitchFamily="34" charset="-122"/>
                <a:ea typeface="微软雅黑 Light" panose="020B0502040204020203" pitchFamily="34" charset="-122"/>
              </a:rPr>
              <a:t>ARP</a:t>
            </a:r>
            <a:r>
              <a:rPr lang="zh-CN" altLang="en-US" sz="1600" dirty="0">
                <a:latin typeface="微软雅黑 Light" panose="020B0502040204020203" pitchFamily="34" charset="-122"/>
                <a:ea typeface="微软雅黑 Light" panose="020B0502040204020203" pitchFamily="34" charset="-122"/>
              </a:rPr>
              <a:t>高速缓存中</a:t>
            </a:r>
            <a:endParaRPr lang="zh-CN" altLang="en-US" sz="1600" dirty="0">
              <a:latin typeface="微软雅黑 Light" panose="020B0502040204020203" pitchFamily="34" charset="-122"/>
              <a:ea typeface="微软雅黑 Light" panose="020B0502040204020203" pitchFamily="34" charset="-122"/>
            </a:endParaRPr>
          </a:p>
        </p:txBody>
      </p:sp>
      <p:sp>
        <p:nvSpPr>
          <p:cNvPr id="654350" name="Line 14"/>
          <p:cNvSpPr>
            <a:spLocks noChangeShapeType="1"/>
          </p:cNvSpPr>
          <p:nvPr/>
        </p:nvSpPr>
        <p:spPr bwMode="auto">
          <a:xfrm>
            <a:off x="6418263" y="1557338"/>
            <a:ext cx="0" cy="215900"/>
          </a:xfrm>
          <a:prstGeom prst="line">
            <a:avLst/>
          </a:prstGeom>
          <a:noFill/>
          <a:ln w="19050">
            <a:solidFill>
              <a:srgbClr val="0066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654351" name="Line 15"/>
          <p:cNvSpPr>
            <a:spLocks noChangeShapeType="1"/>
          </p:cNvSpPr>
          <p:nvPr/>
        </p:nvSpPr>
        <p:spPr bwMode="auto">
          <a:xfrm>
            <a:off x="6418263" y="2636838"/>
            <a:ext cx="0" cy="360362"/>
          </a:xfrm>
          <a:prstGeom prst="line">
            <a:avLst/>
          </a:prstGeom>
          <a:noFill/>
          <a:ln w="19050">
            <a:solidFill>
              <a:srgbClr val="0066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654352" name="Line 16"/>
          <p:cNvSpPr>
            <a:spLocks noChangeShapeType="1"/>
          </p:cNvSpPr>
          <p:nvPr/>
        </p:nvSpPr>
        <p:spPr bwMode="auto">
          <a:xfrm>
            <a:off x="6418263" y="3500439"/>
            <a:ext cx="0" cy="288925"/>
          </a:xfrm>
          <a:prstGeom prst="line">
            <a:avLst/>
          </a:prstGeom>
          <a:noFill/>
          <a:ln w="19050">
            <a:solidFill>
              <a:srgbClr val="0066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654353" name="Line 17"/>
          <p:cNvSpPr>
            <a:spLocks noChangeShapeType="1"/>
          </p:cNvSpPr>
          <p:nvPr/>
        </p:nvSpPr>
        <p:spPr bwMode="auto">
          <a:xfrm>
            <a:off x="6418263" y="4076701"/>
            <a:ext cx="0" cy="288925"/>
          </a:xfrm>
          <a:prstGeom prst="line">
            <a:avLst/>
          </a:prstGeom>
          <a:noFill/>
          <a:ln w="19050">
            <a:solidFill>
              <a:srgbClr val="0066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654354" name="Line 18"/>
          <p:cNvSpPr>
            <a:spLocks noChangeShapeType="1"/>
          </p:cNvSpPr>
          <p:nvPr/>
        </p:nvSpPr>
        <p:spPr bwMode="auto">
          <a:xfrm>
            <a:off x="6418263" y="4868863"/>
            <a:ext cx="0" cy="431800"/>
          </a:xfrm>
          <a:prstGeom prst="line">
            <a:avLst/>
          </a:prstGeom>
          <a:noFill/>
          <a:ln w="19050">
            <a:solidFill>
              <a:srgbClr val="0066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654355" name="Line 19"/>
          <p:cNvSpPr>
            <a:spLocks noChangeShapeType="1"/>
          </p:cNvSpPr>
          <p:nvPr/>
        </p:nvSpPr>
        <p:spPr bwMode="auto">
          <a:xfrm>
            <a:off x="6418263" y="5805489"/>
            <a:ext cx="0" cy="288925"/>
          </a:xfrm>
          <a:prstGeom prst="line">
            <a:avLst/>
          </a:prstGeom>
          <a:noFill/>
          <a:ln w="19050">
            <a:solidFill>
              <a:srgbClr val="0066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654356" name="Rectangle 20"/>
          <p:cNvSpPr>
            <a:spLocks noChangeArrowheads="1"/>
          </p:cNvSpPr>
          <p:nvPr/>
        </p:nvSpPr>
        <p:spPr bwMode="auto">
          <a:xfrm>
            <a:off x="8328026" y="6308725"/>
            <a:ext cx="1800225" cy="287338"/>
          </a:xfrm>
          <a:prstGeom prst="rect">
            <a:avLst/>
          </a:prstGeom>
          <a:solidFill>
            <a:schemeClr val="accent1"/>
          </a:solidFill>
          <a:ln w="9525"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1600" dirty="0">
                <a:latin typeface="微软雅黑 Light" panose="020B0502040204020203" pitchFamily="34" charset="-122"/>
                <a:ea typeface="微软雅黑 Light" panose="020B0502040204020203" pitchFamily="34" charset="-122"/>
              </a:rPr>
              <a:t>停止发送数据</a:t>
            </a:r>
            <a:endParaRPr lang="zh-CN" altLang="en-US" sz="1600" dirty="0">
              <a:latin typeface="微软雅黑 Light" panose="020B0502040204020203" pitchFamily="34" charset="-122"/>
              <a:ea typeface="微软雅黑 Light" panose="020B0502040204020203" pitchFamily="34" charset="-122"/>
            </a:endParaRPr>
          </a:p>
        </p:txBody>
      </p:sp>
      <p:sp>
        <p:nvSpPr>
          <p:cNvPr id="654358" name="Rectangle 22"/>
          <p:cNvSpPr>
            <a:spLocks noChangeArrowheads="1"/>
          </p:cNvSpPr>
          <p:nvPr/>
        </p:nvSpPr>
        <p:spPr bwMode="auto">
          <a:xfrm>
            <a:off x="1919288" y="6092825"/>
            <a:ext cx="2736850" cy="503238"/>
          </a:xfrm>
          <a:prstGeom prst="rect">
            <a:avLst/>
          </a:prstGeom>
          <a:solidFill>
            <a:schemeClr val="accent1"/>
          </a:solidFill>
          <a:ln w="9525"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1600" dirty="0">
                <a:latin typeface="微软雅黑 Light" panose="020B0502040204020203" pitchFamily="34" charset="-122"/>
                <a:ea typeface="微软雅黑 Light" panose="020B0502040204020203" pitchFamily="34" charset="-122"/>
              </a:rPr>
              <a:t>使用对应项的物理地址</a:t>
            </a:r>
            <a:r>
              <a:rPr lang="en-US" altLang="zh-CN" sz="1600" dirty="0">
                <a:latin typeface="微软雅黑 Light" panose="020B0502040204020203" pitchFamily="34" charset="-122"/>
                <a:ea typeface="微软雅黑 Light" panose="020B0502040204020203" pitchFamily="34" charset="-122"/>
              </a:rPr>
              <a:t>(MAC)</a:t>
            </a:r>
            <a:endParaRPr lang="en-US" altLang="zh-CN" sz="1600" dirty="0">
              <a:latin typeface="微软雅黑 Light" panose="020B0502040204020203" pitchFamily="34" charset="-122"/>
              <a:ea typeface="微软雅黑 Light" panose="020B0502040204020203" pitchFamily="34" charset="-122"/>
            </a:endParaRPr>
          </a:p>
          <a:p>
            <a:pPr algn="ctr"/>
            <a:r>
              <a:rPr lang="zh-CN" altLang="en-US" sz="1600" dirty="0">
                <a:latin typeface="微软雅黑 Light" panose="020B0502040204020203" pitchFamily="34" charset="-122"/>
                <a:ea typeface="微软雅黑 Light" panose="020B0502040204020203" pitchFamily="34" charset="-122"/>
              </a:rPr>
              <a:t>作为数据报的目的</a:t>
            </a:r>
            <a:r>
              <a:rPr lang="en-US" altLang="zh-CN" sz="1600" dirty="0">
                <a:latin typeface="微软雅黑 Light" panose="020B0502040204020203" pitchFamily="34" charset="-122"/>
                <a:ea typeface="微软雅黑 Light" panose="020B0502040204020203" pitchFamily="34" charset="-122"/>
              </a:rPr>
              <a:t>MAC</a:t>
            </a:r>
            <a:r>
              <a:rPr lang="zh-CN" altLang="en-US" sz="1600" dirty="0">
                <a:latin typeface="微软雅黑 Light" panose="020B0502040204020203" pitchFamily="34" charset="-122"/>
                <a:ea typeface="微软雅黑 Light" panose="020B0502040204020203" pitchFamily="34" charset="-122"/>
              </a:rPr>
              <a:t>地址</a:t>
            </a:r>
            <a:endParaRPr lang="zh-CN" altLang="en-US" sz="1600" dirty="0">
              <a:latin typeface="微软雅黑 Light" panose="020B0502040204020203" pitchFamily="34" charset="-122"/>
              <a:ea typeface="微软雅黑 Light" panose="020B0502040204020203" pitchFamily="34" charset="-122"/>
            </a:endParaRPr>
          </a:p>
        </p:txBody>
      </p:sp>
      <p:sp>
        <p:nvSpPr>
          <p:cNvPr id="654359" name="Freeform 23"/>
          <p:cNvSpPr/>
          <p:nvPr/>
        </p:nvSpPr>
        <p:spPr bwMode="auto">
          <a:xfrm>
            <a:off x="7824788" y="4622801"/>
            <a:ext cx="1439862" cy="1685925"/>
          </a:xfrm>
          <a:custGeom>
            <a:avLst/>
            <a:gdLst>
              <a:gd name="T0" fmla="*/ 0 w 1025"/>
              <a:gd name="T1" fmla="*/ 0 h 1062"/>
              <a:gd name="T2" fmla="*/ 1025 w 1025"/>
              <a:gd name="T3" fmla="*/ 0 h 1062"/>
              <a:gd name="T4" fmla="*/ 1025 w 1025"/>
              <a:gd name="T5" fmla="*/ 1062 h 1062"/>
            </a:gdLst>
            <a:ahLst/>
            <a:cxnLst>
              <a:cxn ang="0">
                <a:pos x="T0" y="T1"/>
              </a:cxn>
              <a:cxn ang="0">
                <a:pos x="T2" y="T3"/>
              </a:cxn>
              <a:cxn ang="0">
                <a:pos x="T4" y="T5"/>
              </a:cxn>
            </a:cxnLst>
            <a:rect l="0" t="0" r="r" b="b"/>
            <a:pathLst>
              <a:path w="1025" h="1062">
                <a:moveTo>
                  <a:pt x="0" y="0"/>
                </a:moveTo>
                <a:lnTo>
                  <a:pt x="1025" y="0"/>
                </a:lnTo>
                <a:lnTo>
                  <a:pt x="1025" y="1062"/>
                </a:lnTo>
              </a:path>
            </a:pathLst>
          </a:custGeom>
          <a:noFill/>
          <a:ln w="19050" cap="flat" cmpd="sng">
            <a:solidFill>
              <a:srgbClr val="006600"/>
            </a:solidFill>
            <a:prstDash val="solid"/>
            <a:round/>
            <a:headEnd type="none" w="med" len="med"/>
            <a:tailEnd type="triangle" w="med" len="med"/>
          </a:ln>
          <a:effectLst/>
          <a:extLst>
            <a:ext uri="{909E8E84-426E-40DD-AFC4-6F175D3DCCD1}">
              <a14:hiddenFill xmlns:a14="http://schemas.microsoft.com/office/drawing/2010/main">
                <a:solidFill>
                  <a:srgbClr val="0066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654360" name="Freeform 24"/>
          <p:cNvSpPr/>
          <p:nvPr/>
        </p:nvSpPr>
        <p:spPr bwMode="auto">
          <a:xfrm>
            <a:off x="3289301" y="2203451"/>
            <a:ext cx="1077913" cy="3889375"/>
          </a:xfrm>
          <a:custGeom>
            <a:avLst/>
            <a:gdLst>
              <a:gd name="T0" fmla="*/ 861 w 861"/>
              <a:gd name="T1" fmla="*/ 1 h 2450"/>
              <a:gd name="T2" fmla="*/ 0 w 861"/>
              <a:gd name="T3" fmla="*/ 0 h 2450"/>
              <a:gd name="T4" fmla="*/ 0 w 861"/>
              <a:gd name="T5" fmla="*/ 2450 h 2450"/>
            </a:gdLst>
            <a:ahLst/>
            <a:cxnLst>
              <a:cxn ang="0">
                <a:pos x="T0" y="T1"/>
              </a:cxn>
              <a:cxn ang="0">
                <a:pos x="T2" y="T3"/>
              </a:cxn>
              <a:cxn ang="0">
                <a:pos x="T4" y="T5"/>
              </a:cxn>
            </a:cxnLst>
            <a:rect l="0" t="0" r="r" b="b"/>
            <a:pathLst>
              <a:path w="861" h="2450">
                <a:moveTo>
                  <a:pt x="861" y="1"/>
                </a:moveTo>
                <a:lnTo>
                  <a:pt x="0" y="0"/>
                </a:lnTo>
                <a:lnTo>
                  <a:pt x="0" y="2450"/>
                </a:lnTo>
              </a:path>
            </a:pathLst>
          </a:custGeom>
          <a:noFill/>
          <a:ln w="19050" cap="flat" cmpd="sng">
            <a:solidFill>
              <a:srgbClr val="006600"/>
            </a:solidFill>
            <a:prstDash val="solid"/>
            <a:round/>
            <a:headEnd type="none" w="med" len="med"/>
            <a:tailEnd type="triangle" w="med" len="med"/>
          </a:ln>
          <a:effectLst/>
          <a:extLst>
            <a:ext uri="{909E8E84-426E-40DD-AFC4-6F175D3DCCD1}">
              <a14:hiddenFill xmlns:a14="http://schemas.microsoft.com/office/drawing/2010/main">
                <a:solidFill>
                  <a:srgbClr val="0066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654361" name="Text Box 25"/>
          <p:cNvSpPr txBox="1">
            <a:spLocks noChangeArrowheads="1"/>
          </p:cNvSpPr>
          <p:nvPr/>
        </p:nvSpPr>
        <p:spPr bwMode="auto">
          <a:xfrm>
            <a:off x="6454775" y="2638426"/>
            <a:ext cx="360996" cy="369332"/>
          </a:xfrm>
          <a:prstGeom prst="rect">
            <a:avLst/>
          </a:prstGeom>
          <a:noFill/>
          <a:ln>
            <a:noFill/>
          </a:ln>
          <a:effectLst/>
          <a:extLst>
            <a:ext uri="{909E8E84-426E-40DD-AFC4-6F175D3DCCD1}">
              <a14:hiddenFill xmlns:a14="http://schemas.microsoft.com/office/drawing/2010/main">
                <a:solidFill>
                  <a:srgbClr val="006600"/>
                </a:solidFill>
              </a14:hiddenFill>
            </a:ext>
            <a:ext uri="{91240B29-F687-4F45-9708-019B960494DF}">
              <a14:hiddenLine xmlns:a14="http://schemas.microsoft.com/office/drawing/2010/main" w="9525">
                <a:solidFill>
                  <a:srgbClr val="0066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800" dirty="0">
                <a:solidFill>
                  <a:srgbClr val="FF3300"/>
                </a:solidFill>
                <a:latin typeface="微软雅黑 Light" panose="020B0502040204020203" pitchFamily="34" charset="-122"/>
                <a:ea typeface="微软雅黑 Light" panose="020B0502040204020203" pitchFamily="34" charset="-122"/>
              </a:rPr>
              <a:t>N</a:t>
            </a:r>
            <a:endParaRPr lang="en-US" altLang="zh-CN" sz="1800" dirty="0">
              <a:solidFill>
                <a:srgbClr val="FF3300"/>
              </a:solidFill>
              <a:latin typeface="微软雅黑 Light" panose="020B0502040204020203" pitchFamily="34" charset="-122"/>
              <a:ea typeface="微软雅黑 Light" panose="020B0502040204020203" pitchFamily="34" charset="-122"/>
            </a:endParaRPr>
          </a:p>
        </p:txBody>
      </p:sp>
      <p:sp>
        <p:nvSpPr>
          <p:cNvPr id="654362" name="Text Box 26"/>
          <p:cNvSpPr txBox="1">
            <a:spLocks noChangeArrowheads="1"/>
          </p:cNvSpPr>
          <p:nvPr/>
        </p:nvSpPr>
        <p:spPr bwMode="auto">
          <a:xfrm>
            <a:off x="7967663" y="4294188"/>
            <a:ext cx="360996" cy="369332"/>
          </a:xfrm>
          <a:prstGeom prst="rect">
            <a:avLst/>
          </a:prstGeom>
          <a:noFill/>
          <a:ln>
            <a:noFill/>
          </a:ln>
          <a:effectLst/>
          <a:extLst>
            <a:ext uri="{909E8E84-426E-40DD-AFC4-6F175D3DCCD1}">
              <a14:hiddenFill xmlns:a14="http://schemas.microsoft.com/office/drawing/2010/main">
                <a:solidFill>
                  <a:srgbClr val="006600"/>
                </a:solidFill>
              </a14:hiddenFill>
            </a:ext>
            <a:ext uri="{91240B29-F687-4F45-9708-019B960494DF}">
              <a14:hiddenLine xmlns:a14="http://schemas.microsoft.com/office/drawing/2010/main" w="9525">
                <a:solidFill>
                  <a:srgbClr val="0066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800" dirty="0">
                <a:solidFill>
                  <a:srgbClr val="FF3300"/>
                </a:solidFill>
                <a:latin typeface="微软雅黑 Light" panose="020B0502040204020203" pitchFamily="34" charset="-122"/>
                <a:ea typeface="微软雅黑 Light" panose="020B0502040204020203" pitchFamily="34" charset="-122"/>
              </a:rPr>
              <a:t>N</a:t>
            </a:r>
            <a:endParaRPr lang="en-US" altLang="zh-CN" sz="1800" dirty="0">
              <a:solidFill>
                <a:srgbClr val="FF3300"/>
              </a:solidFill>
              <a:latin typeface="微软雅黑 Light" panose="020B0502040204020203" pitchFamily="34" charset="-122"/>
              <a:ea typeface="微软雅黑 Light" panose="020B0502040204020203" pitchFamily="34" charset="-122"/>
            </a:endParaRPr>
          </a:p>
        </p:txBody>
      </p:sp>
      <p:sp>
        <p:nvSpPr>
          <p:cNvPr id="654363" name="Text Box 27"/>
          <p:cNvSpPr txBox="1">
            <a:spLocks noChangeArrowheads="1"/>
          </p:cNvSpPr>
          <p:nvPr/>
        </p:nvSpPr>
        <p:spPr bwMode="auto">
          <a:xfrm>
            <a:off x="6454775" y="4941888"/>
            <a:ext cx="319318" cy="369332"/>
          </a:xfrm>
          <a:prstGeom prst="rect">
            <a:avLst/>
          </a:prstGeom>
          <a:noFill/>
          <a:ln>
            <a:noFill/>
          </a:ln>
          <a:effectLst/>
          <a:extLst>
            <a:ext uri="{909E8E84-426E-40DD-AFC4-6F175D3DCCD1}">
              <a14:hiddenFill xmlns:a14="http://schemas.microsoft.com/office/drawing/2010/main">
                <a:solidFill>
                  <a:srgbClr val="006600"/>
                </a:solidFill>
              </a14:hiddenFill>
            </a:ext>
            <a:ext uri="{91240B29-F687-4F45-9708-019B960494DF}">
              <a14:hiddenLine xmlns:a14="http://schemas.microsoft.com/office/drawing/2010/main" w="9525">
                <a:solidFill>
                  <a:srgbClr val="0066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800" dirty="0">
                <a:solidFill>
                  <a:srgbClr val="FF3300"/>
                </a:solidFill>
                <a:latin typeface="微软雅黑 Light" panose="020B0502040204020203" pitchFamily="34" charset="-122"/>
                <a:ea typeface="微软雅黑 Light" panose="020B0502040204020203" pitchFamily="34" charset="-122"/>
              </a:rPr>
              <a:t>Y</a:t>
            </a:r>
            <a:endParaRPr lang="en-US" altLang="zh-CN" sz="1800" dirty="0">
              <a:solidFill>
                <a:srgbClr val="FF3300"/>
              </a:solidFill>
              <a:latin typeface="微软雅黑 Light" panose="020B0502040204020203" pitchFamily="34" charset="-122"/>
              <a:ea typeface="微软雅黑 Light" panose="020B0502040204020203" pitchFamily="34" charset="-122"/>
            </a:endParaRPr>
          </a:p>
        </p:txBody>
      </p:sp>
      <p:sp>
        <p:nvSpPr>
          <p:cNvPr id="654364" name="Text Box 28"/>
          <p:cNvSpPr txBox="1">
            <a:spLocks noChangeArrowheads="1"/>
          </p:cNvSpPr>
          <p:nvPr/>
        </p:nvSpPr>
        <p:spPr bwMode="auto">
          <a:xfrm>
            <a:off x="3935413" y="1844676"/>
            <a:ext cx="319318" cy="369332"/>
          </a:xfrm>
          <a:prstGeom prst="rect">
            <a:avLst/>
          </a:prstGeom>
          <a:noFill/>
          <a:ln>
            <a:noFill/>
          </a:ln>
          <a:effectLst/>
          <a:extLst>
            <a:ext uri="{909E8E84-426E-40DD-AFC4-6F175D3DCCD1}">
              <a14:hiddenFill xmlns:a14="http://schemas.microsoft.com/office/drawing/2010/main">
                <a:solidFill>
                  <a:srgbClr val="006600"/>
                </a:solidFill>
              </a14:hiddenFill>
            </a:ext>
            <a:ext uri="{91240B29-F687-4F45-9708-019B960494DF}">
              <a14:hiddenLine xmlns:a14="http://schemas.microsoft.com/office/drawing/2010/main" w="9525">
                <a:solidFill>
                  <a:srgbClr val="0066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800" dirty="0">
                <a:solidFill>
                  <a:srgbClr val="FF3300"/>
                </a:solidFill>
                <a:latin typeface="微软雅黑 Light" panose="020B0502040204020203" pitchFamily="34" charset="-122"/>
                <a:ea typeface="微软雅黑 Light" panose="020B0502040204020203" pitchFamily="34" charset="-122"/>
              </a:rPr>
              <a:t>Y</a:t>
            </a:r>
            <a:endParaRPr lang="en-US" altLang="zh-CN" sz="1800" dirty="0">
              <a:solidFill>
                <a:srgbClr val="FF3300"/>
              </a:solidFill>
              <a:latin typeface="微软雅黑 Light" panose="020B0502040204020203" pitchFamily="34" charset="-122"/>
              <a:ea typeface="微软雅黑 Light" panose="020B0502040204020203" pitchFamily="34" charset="-122"/>
            </a:endParaRPr>
          </a:p>
        </p:txBody>
      </p:sp>
    </p:spTree>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5"/>
          <p:cNvSpPr>
            <a:spLocks noGrp="1"/>
          </p:cNvSpPr>
          <p:nvPr>
            <p:ph type="sldNum" sz="quarter" idx="12"/>
          </p:nvPr>
        </p:nvSpPr>
        <p:spPr/>
        <p:txBody>
          <a:bodyPr/>
          <a:lstStyle/>
          <a:p>
            <a:fld id="{55F5497B-5C9A-4581-8D3B-DFF2BA3B2BE1}" type="slidenum">
              <a:rPr lang="en-US" altLang="zh-CN"/>
            </a:fld>
            <a:endParaRPr lang="en-US" altLang="zh-CN"/>
          </a:p>
        </p:txBody>
      </p:sp>
      <p:sp>
        <p:nvSpPr>
          <p:cNvPr id="492546" name="Rectangle 2"/>
          <p:cNvSpPr>
            <a:spLocks noGrp="1" noChangeArrowheads="1"/>
          </p:cNvSpPr>
          <p:nvPr>
            <p:ph type="title"/>
          </p:nvPr>
        </p:nvSpPr>
        <p:spPr/>
        <p:txBody>
          <a:bodyPr/>
          <a:lstStyle/>
          <a:p>
            <a:r>
              <a:rPr lang="en-US" altLang="zh-CN"/>
              <a:t>ARP</a:t>
            </a:r>
            <a:r>
              <a:rPr lang="zh-CN" altLang="en-US"/>
              <a:t>高速缓存</a:t>
            </a:r>
            <a:endParaRPr lang="zh-CN" altLang="en-US"/>
          </a:p>
        </p:txBody>
      </p:sp>
      <p:sp>
        <p:nvSpPr>
          <p:cNvPr id="492547" name="Rectangle 3"/>
          <p:cNvSpPr>
            <a:spLocks noGrp="1" noChangeArrowheads="1"/>
          </p:cNvSpPr>
          <p:nvPr>
            <p:ph type="body" idx="1"/>
          </p:nvPr>
        </p:nvSpPr>
        <p:spPr/>
        <p:txBody>
          <a:bodyPr/>
          <a:lstStyle/>
          <a:p>
            <a:r>
              <a:rPr lang="en-US" altLang="zh-CN" dirty="0"/>
              <a:t>ARP</a:t>
            </a:r>
            <a:r>
              <a:rPr lang="zh-CN" altLang="en-US" dirty="0"/>
              <a:t>高速运行的关键是由于每个主机上都有一个</a:t>
            </a:r>
            <a:r>
              <a:rPr lang="en-US" altLang="zh-CN" dirty="0"/>
              <a:t>ARP</a:t>
            </a:r>
            <a:r>
              <a:rPr lang="zh-CN" altLang="en-US" dirty="0"/>
              <a:t>高速缓存。这个高速缓存存放了最近</a:t>
            </a:r>
            <a:r>
              <a:rPr lang="en-US" altLang="zh-CN" dirty="0"/>
              <a:t>IP</a:t>
            </a:r>
            <a:r>
              <a:rPr lang="zh-CN" altLang="en-US" dirty="0"/>
              <a:t>地址到硬件地址之间的映射</a:t>
            </a:r>
            <a:endParaRPr lang="zh-CN" altLang="en-US" dirty="0"/>
          </a:p>
          <a:p>
            <a:r>
              <a:rPr lang="zh-CN" altLang="en-US" dirty="0"/>
              <a:t>通过使用</a:t>
            </a:r>
            <a:r>
              <a:rPr lang="en-US" altLang="zh-CN" dirty="0"/>
              <a:t>ARP</a:t>
            </a:r>
            <a:r>
              <a:rPr lang="zh-CN" altLang="en-US" dirty="0"/>
              <a:t>高速缓存，可以在高速缓存中发现</a:t>
            </a:r>
            <a:r>
              <a:rPr lang="en-US" altLang="zh-CN" dirty="0"/>
              <a:t>IP</a:t>
            </a:r>
            <a:r>
              <a:rPr lang="zh-CN" altLang="en-US" dirty="0"/>
              <a:t>地址和硬件地址之间的映射，从而可以避免远程访问的开销，提高效率</a:t>
            </a:r>
            <a:endParaRPr lang="en-US" altLang="zh-CN" dirty="0"/>
          </a:p>
          <a:p>
            <a:r>
              <a:rPr lang="en-US" altLang="zh-CN" dirty="0"/>
              <a:t>ARP</a:t>
            </a:r>
            <a:r>
              <a:rPr lang="zh-CN" altLang="en-US" dirty="0"/>
              <a:t>类型：</a:t>
            </a:r>
            <a:endParaRPr lang="zh-CN" altLang="en-US" dirty="0"/>
          </a:p>
          <a:p>
            <a:pPr lvl="1"/>
            <a:r>
              <a:rPr lang="zh-CN" altLang="en-US" dirty="0"/>
              <a:t>动态</a:t>
            </a:r>
            <a:r>
              <a:rPr lang="en-US" altLang="zh-CN" dirty="0"/>
              <a:t>ARP</a:t>
            </a:r>
            <a:r>
              <a:rPr lang="zh-CN" altLang="en-US" dirty="0"/>
              <a:t>：动态</a:t>
            </a:r>
            <a:r>
              <a:rPr lang="en-US" altLang="zh-CN" dirty="0"/>
              <a:t>ARP</a:t>
            </a:r>
            <a:r>
              <a:rPr lang="zh-CN" altLang="en-US" dirty="0"/>
              <a:t>表项由</a:t>
            </a:r>
            <a:r>
              <a:rPr lang="en-US" altLang="zh-CN" dirty="0"/>
              <a:t>ARP</a:t>
            </a:r>
            <a:r>
              <a:rPr lang="zh-CN" altLang="en-US" dirty="0"/>
              <a:t>协议通过</a:t>
            </a:r>
            <a:r>
              <a:rPr lang="en-US" altLang="zh-CN" dirty="0"/>
              <a:t>ARP</a:t>
            </a:r>
            <a:r>
              <a:rPr lang="zh-CN" altLang="en-US" dirty="0"/>
              <a:t>报文自动生成和维护，可以被到期删除，可以被新的</a:t>
            </a:r>
            <a:r>
              <a:rPr lang="en-US" altLang="zh-CN" dirty="0"/>
              <a:t>ARP</a:t>
            </a:r>
            <a:r>
              <a:rPr lang="zh-CN" altLang="en-US" dirty="0"/>
              <a:t>报文更新，也可以被静态</a:t>
            </a:r>
            <a:r>
              <a:rPr lang="en-US" altLang="zh-CN" dirty="0"/>
              <a:t>ARP</a:t>
            </a:r>
            <a:r>
              <a:rPr lang="zh-CN" altLang="en-US" dirty="0"/>
              <a:t>表项覆盖</a:t>
            </a:r>
            <a:endParaRPr lang="zh-CN" altLang="en-US" dirty="0"/>
          </a:p>
          <a:p>
            <a:pPr lvl="1"/>
            <a:r>
              <a:rPr lang="zh-CN" altLang="en-US" dirty="0"/>
              <a:t>静态</a:t>
            </a:r>
            <a:r>
              <a:rPr lang="en-US" altLang="zh-CN" dirty="0"/>
              <a:t>ARP</a:t>
            </a:r>
            <a:r>
              <a:rPr lang="zh-CN" altLang="en-US" dirty="0"/>
              <a:t>：静态</a:t>
            </a:r>
            <a:r>
              <a:rPr lang="en-US" altLang="zh-CN" dirty="0"/>
              <a:t>ARP</a:t>
            </a:r>
            <a:r>
              <a:rPr lang="zh-CN" altLang="en-US" dirty="0"/>
              <a:t>表项是由网络管理员手工建立的</a:t>
            </a:r>
            <a:r>
              <a:rPr lang="en-US" altLang="zh-CN" dirty="0"/>
              <a:t>IP</a:t>
            </a:r>
            <a:r>
              <a:rPr lang="zh-CN" altLang="en-US" dirty="0"/>
              <a:t>地址和</a:t>
            </a:r>
            <a:r>
              <a:rPr lang="en-US" altLang="zh-CN" dirty="0"/>
              <a:t>MAC</a:t>
            </a:r>
            <a:r>
              <a:rPr lang="zh-CN" altLang="en-US" dirty="0"/>
              <a:t>地址之间固定的映射关系。静态</a:t>
            </a:r>
            <a:r>
              <a:rPr lang="en-US" altLang="zh-CN" dirty="0"/>
              <a:t>ARP</a:t>
            </a:r>
            <a:r>
              <a:rPr lang="zh-CN" altLang="en-US" dirty="0"/>
              <a:t>表项不会被到期删除，不会被动态</a:t>
            </a:r>
            <a:r>
              <a:rPr lang="en-US" altLang="zh-CN" dirty="0"/>
              <a:t>ARP</a:t>
            </a:r>
            <a:r>
              <a:rPr lang="zh-CN" altLang="en-US" dirty="0"/>
              <a:t>表项覆盖</a:t>
            </a:r>
            <a:endParaRPr lang="zh-CN" altLang="en-US" dirty="0"/>
          </a:p>
          <a:p>
            <a:endParaRPr lang="zh-CN" altLang="en-US" dirty="0"/>
          </a:p>
        </p:txBody>
      </p:sp>
    </p:spTree>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灯片编号占位符 5"/>
          <p:cNvSpPr>
            <a:spLocks noGrp="1"/>
          </p:cNvSpPr>
          <p:nvPr>
            <p:ph type="sldNum" sz="quarter" idx="12"/>
          </p:nvPr>
        </p:nvSpPr>
        <p:spPr/>
        <p:txBody>
          <a:bodyPr/>
          <a:lstStyle/>
          <a:p>
            <a:fld id="{7499124C-6F7B-4E38-8E06-90690E6AA7E1}" type="slidenum">
              <a:rPr lang="en-US" altLang="zh-CN"/>
            </a:fld>
            <a:endParaRPr lang="en-US" altLang="zh-CN"/>
          </a:p>
        </p:txBody>
      </p:sp>
      <p:sp>
        <p:nvSpPr>
          <p:cNvPr id="493570" name="Rectangle 2"/>
          <p:cNvSpPr>
            <a:spLocks noGrp="1" noChangeArrowheads="1"/>
          </p:cNvSpPr>
          <p:nvPr>
            <p:ph type="title"/>
          </p:nvPr>
        </p:nvSpPr>
        <p:spPr/>
        <p:txBody>
          <a:bodyPr/>
          <a:lstStyle/>
          <a:p>
            <a:r>
              <a:rPr lang="en-US" altLang="zh-CN"/>
              <a:t>ARP</a:t>
            </a:r>
            <a:r>
              <a:rPr lang="zh-CN" altLang="en-US"/>
              <a:t>命令使用示例</a:t>
            </a:r>
            <a:endParaRPr lang="zh-CN" altLang="en-US"/>
          </a:p>
        </p:txBody>
      </p:sp>
      <p:sp>
        <p:nvSpPr>
          <p:cNvPr id="493571" name="Rectangle 3"/>
          <p:cNvSpPr>
            <a:spLocks noGrp="1" noChangeArrowheads="1"/>
          </p:cNvSpPr>
          <p:nvPr>
            <p:ph type="body" idx="1"/>
          </p:nvPr>
        </p:nvSpPr>
        <p:spPr>
          <a:xfrm>
            <a:off x="334434" y="1052514"/>
            <a:ext cx="11523133" cy="4752750"/>
          </a:xfrm>
        </p:spPr>
        <p:txBody>
          <a:bodyPr/>
          <a:lstStyle/>
          <a:p>
            <a:pPr>
              <a:lnSpc>
                <a:spcPct val="90000"/>
              </a:lnSpc>
            </a:pPr>
            <a:r>
              <a:rPr lang="zh-CN" altLang="en-US" dirty="0"/>
              <a:t>主机的</a:t>
            </a:r>
            <a:r>
              <a:rPr lang="en-US" altLang="zh-CN" dirty="0"/>
              <a:t>ARP</a:t>
            </a:r>
            <a:r>
              <a:rPr lang="zh-CN" altLang="en-US" dirty="0"/>
              <a:t>缓存表是可以查询的，也可以添加、修改</a:t>
            </a:r>
            <a:endParaRPr lang="zh-CN" altLang="en-US" dirty="0"/>
          </a:p>
          <a:p>
            <a:pPr>
              <a:lnSpc>
                <a:spcPct val="90000"/>
              </a:lnSpc>
            </a:pPr>
            <a:r>
              <a:rPr lang="en-US" altLang="zh-CN" dirty="0"/>
              <a:t>Windows</a:t>
            </a:r>
            <a:r>
              <a:rPr lang="zh-CN" altLang="en-US" dirty="0"/>
              <a:t>系统可在命令提示符下使用</a:t>
            </a:r>
            <a:endParaRPr lang="zh-CN" altLang="en-US" dirty="0"/>
          </a:p>
          <a:p>
            <a:pPr lvl="1">
              <a:lnSpc>
                <a:spcPct val="90000"/>
              </a:lnSpc>
            </a:pPr>
            <a:r>
              <a:rPr lang="en-US" altLang="zh-CN" dirty="0" err="1"/>
              <a:t>arp</a:t>
            </a:r>
            <a:r>
              <a:rPr lang="en-US" altLang="zh-CN" dirty="0"/>
              <a:t> -a </a:t>
            </a:r>
            <a:r>
              <a:rPr lang="zh-CN" altLang="en-US" dirty="0"/>
              <a:t>可以查看</a:t>
            </a:r>
            <a:r>
              <a:rPr lang="en-US" altLang="zh-CN" dirty="0"/>
              <a:t>ARP</a:t>
            </a:r>
            <a:r>
              <a:rPr lang="zh-CN" altLang="en-US" dirty="0"/>
              <a:t>缓存表中的内容</a:t>
            </a:r>
            <a:endParaRPr lang="zh-CN" altLang="en-US" dirty="0"/>
          </a:p>
          <a:p>
            <a:pPr lvl="1">
              <a:lnSpc>
                <a:spcPct val="90000"/>
              </a:lnSpc>
            </a:pPr>
            <a:r>
              <a:rPr lang="en-US" altLang="zh-CN" dirty="0" err="1"/>
              <a:t>arp</a:t>
            </a:r>
            <a:r>
              <a:rPr lang="en-US" altLang="zh-CN" dirty="0"/>
              <a:t> -d </a:t>
            </a:r>
            <a:r>
              <a:rPr lang="zh-CN" altLang="en-US" dirty="0"/>
              <a:t>命令可以删除</a:t>
            </a:r>
            <a:r>
              <a:rPr lang="en-US" altLang="zh-CN" dirty="0"/>
              <a:t>ARP</a:t>
            </a:r>
            <a:r>
              <a:rPr lang="zh-CN" altLang="en-US" dirty="0"/>
              <a:t>表中某一行的内容</a:t>
            </a:r>
            <a:endParaRPr lang="zh-CN" altLang="en-US" dirty="0"/>
          </a:p>
          <a:p>
            <a:pPr lvl="1">
              <a:lnSpc>
                <a:spcPct val="90000"/>
              </a:lnSpc>
            </a:pPr>
            <a:r>
              <a:rPr lang="en-US" altLang="zh-CN" dirty="0" err="1"/>
              <a:t>arp</a:t>
            </a:r>
            <a:r>
              <a:rPr lang="en-US" altLang="zh-CN" dirty="0"/>
              <a:t> -s </a:t>
            </a:r>
            <a:r>
              <a:rPr lang="zh-CN" altLang="en-US" dirty="0"/>
              <a:t>可以手动在</a:t>
            </a:r>
            <a:r>
              <a:rPr lang="en-US" altLang="zh-CN" dirty="0"/>
              <a:t>ARP</a:t>
            </a:r>
            <a:r>
              <a:rPr lang="zh-CN" altLang="en-US" dirty="0"/>
              <a:t>表中指定</a:t>
            </a:r>
            <a:r>
              <a:rPr lang="en-US" altLang="zh-CN" dirty="0"/>
              <a:t>IP</a:t>
            </a:r>
            <a:r>
              <a:rPr lang="zh-CN" altLang="en-US" dirty="0"/>
              <a:t>地址与</a:t>
            </a:r>
            <a:r>
              <a:rPr lang="en-US" altLang="zh-CN" dirty="0"/>
              <a:t>MAC</a:t>
            </a:r>
            <a:r>
              <a:rPr lang="zh-CN" altLang="en-US" dirty="0"/>
              <a:t>地址的对应项</a:t>
            </a:r>
            <a:endParaRPr lang="zh-CN" altLang="en-US" dirty="0"/>
          </a:p>
        </p:txBody>
      </p:sp>
      <p:sp>
        <p:nvSpPr>
          <p:cNvPr id="9" name="Rectangle 5"/>
          <p:cNvSpPr>
            <a:spLocks noChangeArrowheads="1"/>
          </p:cNvSpPr>
          <p:nvPr/>
        </p:nvSpPr>
        <p:spPr bwMode="auto">
          <a:xfrm>
            <a:off x="2063552" y="3645024"/>
            <a:ext cx="6696744" cy="2554545"/>
          </a:xfrm>
          <a:prstGeom prst="rect">
            <a:avLst/>
          </a:prstGeom>
          <a:solidFill>
            <a:schemeClr val="accent5">
              <a:lumMod val="75000"/>
            </a:schemeClr>
          </a:solidFill>
          <a:ln w="9525" algn="ctr">
            <a:solidFill>
              <a:schemeClr val="tx1"/>
            </a:solidFill>
            <a:miter lim="800000"/>
          </a:ln>
          <a:effectLst/>
        </p:spPr>
        <p:txBody>
          <a:bodyPr wrap="square">
            <a:spAutoFit/>
          </a:bodyPr>
          <a:lstStyle/>
          <a:p>
            <a:r>
              <a:rPr lang="en-US" altLang="zh-CN" dirty="0">
                <a:latin typeface="Times New Roman" panose="02020603050405020304" pitchFamily="18" charset="0"/>
                <a:ea typeface="微软雅黑" panose="020B0503020204020204" pitchFamily="34" charset="-122"/>
              </a:rPr>
              <a:t>C:\&gt;arp -a</a:t>
            </a:r>
            <a:endParaRPr lang="en-US" altLang="zh-CN" dirty="0">
              <a:latin typeface="Times New Roman" panose="02020603050405020304" pitchFamily="18" charset="0"/>
              <a:ea typeface="微软雅黑" panose="020B0503020204020204" pitchFamily="34" charset="-122"/>
            </a:endParaRPr>
          </a:p>
          <a:p>
            <a:r>
              <a:rPr lang="zh-CN" altLang="en-US" dirty="0">
                <a:latin typeface="Times New Roman" panose="02020603050405020304" pitchFamily="18" charset="0"/>
                <a:ea typeface="微软雅黑" panose="020B0503020204020204" pitchFamily="34" charset="-122"/>
              </a:rPr>
              <a:t>接口</a:t>
            </a:r>
            <a:r>
              <a:rPr lang="en-US" altLang="zh-CN" dirty="0">
                <a:latin typeface="Times New Roman" panose="02020603050405020304" pitchFamily="18" charset="0"/>
                <a:ea typeface="微软雅黑" panose="020B0503020204020204" pitchFamily="34" charset="-122"/>
              </a:rPr>
              <a:t>: 192.168.0.17 --- 0xe</a:t>
            </a:r>
            <a:endParaRPr lang="en-US" altLang="zh-CN" dirty="0">
              <a:latin typeface="Times New Roman" panose="02020603050405020304" pitchFamily="18" charset="0"/>
              <a:ea typeface="微软雅黑" panose="020B0503020204020204" pitchFamily="34" charset="-122"/>
            </a:endParaRPr>
          </a:p>
          <a:p>
            <a:r>
              <a:rPr lang="en-US" altLang="zh-CN" dirty="0">
                <a:latin typeface="Times New Roman" panose="02020603050405020304" pitchFamily="18" charset="0"/>
                <a:ea typeface="微软雅黑" panose="020B0503020204020204" pitchFamily="34" charset="-122"/>
              </a:rPr>
              <a:t>  Internet </a:t>
            </a:r>
            <a:r>
              <a:rPr lang="zh-CN" altLang="en-US" dirty="0">
                <a:latin typeface="Times New Roman" panose="02020603050405020304" pitchFamily="18" charset="0"/>
                <a:ea typeface="微软雅黑" panose="020B0503020204020204" pitchFamily="34" charset="-122"/>
              </a:rPr>
              <a:t>地址         物理地址                  类型</a:t>
            </a:r>
            <a:endParaRPr lang="zh-CN" altLang="en-US" dirty="0">
              <a:latin typeface="Times New Roman" panose="02020603050405020304" pitchFamily="18" charset="0"/>
              <a:ea typeface="微软雅黑" panose="020B0503020204020204" pitchFamily="34" charset="-122"/>
            </a:endParaRPr>
          </a:p>
          <a:p>
            <a:r>
              <a:rPr lang="zh-CN" altLang="en-US" dirty="0">
                <a:latin typeface="Times New Roman" panose="02020603050405020304" pitchFamily="18" charset="0"/>
                <a:ea typeface="微软雅黑" panose="020B0503020204020204" pitchFamily="34" charset="-122"/>
              </a:rPr>
              <a:t>  </a:t>
            </a:r>
            <a:r>
              <a:rPr lang="en-US" altLang="zh-CN" dirty="0">
                <a:latin typeface="Times New Roman" panose="02020603050405020304" pitchFamily="18" charset="0"/>
                <a:ea typeface="微软雅黑" panose="020B0503020204020204" pitchFamily="34" charset="-122"/>
              </a:rPr>
              <a:t>192.168.0.1           3c-06-a7-8b-5e-3f     </a:t>
            </a:r>
            <a:r>
              <a:rPr lang="zh-CN" altLang="en-US" dirty="0">
                <a:latin typeface="Times New Roman" panose="02020603050405020304" pitchFamily="18" charset="0"/>
                <a:ea typeface="微软雅黑" panose="020B0503020204020204" pitchFamily="34" charset="-122"/>
              </a:rPr>
              <a:t>动态</a:t>
            </a:r>
            <a:endParaRPr lang="zh-CN" altLang="en-US" dirty="0">
              <a:latin typeface="Times New Roman" panose="02020603050405020304" pitchFamily="18" charset="0"/>
              <a:ea typeface="微软雅黑" panose="020B0503020204020204" pitchFamily="34" charset="-122"/>
            </a:endParaRPr>
          </a:p>
          <a:p>
            <a:r>
              <a:rPr lang="zh-CN" altLang="en-US" dirty="0">
                <a:latin typeface="Times New Roman" panose="02020603050405020304" pitchFamily="18" charset="0"/>
                <a:ea typeface="微软雅黑" panose="020B0503020204020204" pitchFamily="34" charset="-122"/>
              </a:rPr>
              <a:t>  </a:t>
            </a:r>
            <a:r>
              <a:rPr lang="en-US" altLang="zh-CN" dirty="0">
                <a:latin typeface="Times New Roman" panose="02020603050405020304" pitchFamily="18" charset="0"/>
                <a:ea typeface="微软雅黑" panose="020B0503020204020204" pitchFamily="34" charset="-122"/>
              </a:rPr>
              <a:t>192.168.0.3           18-f2-2c-e0-54-27     </a:t>
            </a:r>
            <a:r>
              <a:rPr lang="zh-CN" altLang="en-US" dirty="0">
                <a:latin typeface="Times New Roman" panose="02020603050405020304" pitchFamily="18" charset="0"/>
                <a:ea typeface="微软雅黑" panose="020B0503020204020204" pitchFamily="34" charset="-122"/>
              </a:rPr>
              <a:t>动态</a:t>
            </a:r>
            <a:endParaRPr lang="zh-CN" altLang="en-US" dirty="0">
              <a:latin typeface="Times New Roman" panose="02020603050405020304" pitchFamily="18" charset="0"/>
              <a:ea typeface="微软雅黑" panose="020B0503020204020204" pitchFamily="34" charset="-122"/>
            </a:endParaRPr>
          </a:p>
          <a:p>
            <a:r>
              <a:rPr lang="zh-CN" altLang="en-US" dirty="0">
                <a:latin typeface="Times New Roman" panose="02020603050405020304" pitchFamily="18" charset="0"/>
                <a:ea typeface="微软雅黑" panose="020B0503020204020204" pitchFamily="34" charset="-122"/>
              </a:rPr>
              <a:t>  </a:t>
            </a:r>
            <a:r>
              <a:rPr lang="en-US" altLang="zh-CN" dirty="0">
                <a:latin typeface="Times New Roman" panose="02020603050405020304" pitchFamily="18" charset="0"/>
                <a:ea typeface="微软雅黑" panose="020B0503020204020204" pitchFamily="34" charset="-122"/>
              </a:rPr>
              <a:t>192.168.0.255       ff-ff-ff-ff-ff-ff            </a:t>
            </a:r>
            <a:r>
              <a:rPr lang="zh-CN" altLang="en-US" dirty="0">
                <a:latin typeface="Times New Roman" panose="02020603050405020304" pitchFamily="18" charset="0"/>
                <a:ea typeface="微软雅黑" panose="020B0503020204020204" pitchFamily="34" charset="-122"/>
              </a:rPr>
              <a:t>静态</a:t>
            </a:r>
            <a:endParaRPr lang="zh-CN" altLang="en-US" dirty="0">
              <a:latin typeface="Times New Roman" panose="02020603050405020304" pitchFamily="18" charset="0"/>
              <a:ea typeface="微软雅黑" panose="020B0503020204020204" pitchFamily="34" charset="-122"/>
            </a:endParaRPr>
          </a:p>
          <a:p>
            <a:r>
              <a:rPr lang="zh-CN" altLang="en-US" dirty="0">
                <a:latin typeface="Times New Roman" panose="02020603050405020304" pitchFamily="18" charset="0"/>
                <a:ea typeface="微软雅黑" panose="020B0503020204020204" pitchFamily="34" charset="-122"/>
              </a:rPr>
              <a:t>  </a:t>
            </a:r>
            <a:r>
              <a:rPr lang="en-US" altLang="zh-CN" dirty="0">
                <a:latin typeface="Times New Roman" panose="02020603050405020304" pitchFamily="18" charset="0"/>
                <a:ea typeface="微软雅黑" panose="020B0503020204020204" pitchFamily="34" charset="-122"/>
              </a:rPr>
              <a:t>224.0.0.2               01-00-5e-00-00-02    </a:t>
            </a:r>
            <a:r>
              <a:rPr lang="zh-CN" altLang="en-US" dirty="0">
                <a:latin typeface="Times New Roman" panose="02020603050405020304" pitchFamily="18" charset="0"/>
                <a:ea typeface="微软雅黑" panose="020B0503020204020204" pitchFamily="34" charset="-122"/>
              </a:rPr>
              <a:t>静态</a:t>
            </a:r>
            <a:endParaRPr lang="zh-CN" altLang="en-US" dirty="0">
              <a:latin typeface="Times New Roman" panose="02020603050405020304" pitchFamily="18" charset="0"/>
              <a:ea typeface="微软雅黑" panose="020B0503020204020204" pitchFamily="34" charset="-122"/>
            </a:endParaRPr>
          </a:p>
          <a:p>
            <a:r>
              <a:rPr lang="zh-CN" altLang="en-US" dirty="0">
                <a:latin typeface="Times New Roman" panose="02020603050405020304" pitchFamily="18" charset="0"/>
                <a:ea typeface="微软雅黑" panose="020B0503020204020204" pitchFamily="34" charset="-122"/>
              </a:rPr>
              <a:t>  </a:t>
            </a:r>
            <a:r>
              <a:rPr lang="en-US" altLang="zh-CN" dirty="0">
                <a:latin typeface="Times New Roman" panose="02020603050405020304" pitchFamily="18" charset="0"/>
                <a:ea typeface="微软雅黑" panose="020B0503020204020204" pitchFamily="34" charset="-122"/>
              </a:rPr>
              <a:t>224.0.0.22             01-00-5e-00-00-16    </a:t>
            </a:r>
            <a:r>
              <a:rPr lang="zh-CN" altLang="en-US" dirty="0">
                <a:latin typeface="Times New Roman" panose="02020603050405020304" pitchFamily="18" charset="0"/>
                <a:ea typeface="微软雅黑" panose="020B0503020204020204" pitchFamily="34" charset="-122"/>
              </a:rPr>
              <a:t>静态</a:t>
            </a:r>
            <a:endParaRPr lang="en-US" altLang="zh-CN" dirty="0">
              <a:latin typeface="Times New Roman" panose="02020603050405020304" pitchFamily="18" charset="0"/>
              <a:ea typeface="微软雅黑" panose="020B0503020204020204" pitchFamily="34" charset="-122"/>
            </a:endParaRPr>
          </a:p>
        </p:txBody>
      </p:sp>
    </p:spTree>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5"/>
          <p:cNvSpPr>
            <a:spLocks noGrp="1"/>
          </p:cNvSpPr>
          <p:nvPr>
            <p:ph type="sldNum" sz="quarter" idx="12"/>
          </p:nvPr>
        </p:nvSpPr>
        <p:spPr/>
        <p:txBody>
          <a:bodyPr/>
          <a:lstStyle/>
          <a:p>
            <a:fld id="{AD951376-2688-437E-9F23-48CFC6A6D4A6}" type="slidenum">
              <a:rPr lang="en-US" altLang="zh-CN"/>
            </a:fld>
            <a:endParaRPr lang="en-US" altLang="zh-CN"/>
          </a:p>
        </p:txBody>
      </p:sp>
      <p:sp>
        <p:nvSpPr>
          <p:cNvPr id="653314" name="Rectangle 2"/>
          <p:cNvSpPr>
            <a:spLocks noGrp="1" noChangeArrowheads="1"/>
          </p:cNvSpPr>
          <p:nvPr>
            <p:ph type="title"/>
          </p:nvPr>
        </p:nvSpPr>
        <p:spPr/>
        <p:txBody>
          <a:bodyPr/>
          <a:lstStyle/>
          <a:p>
            <a:r>
              <a:rPr lang="zh-CN" altLang="en-US"/>
              <a:t>使用</a:t>
            </a:r>
            <a:r>
              <a:rPr lang="en-US" altLang="zh-CN"/>
              <a:t>ARP</a:t>
            </a:r>
            <a:r>
              <a:rPr lang="zh-CN" altLang="en-US"/>
              <a:t>的四种典型情况</a:t>
            </a:r>
            <a:endParaRPr lang="zh-CN" altLang="en-US"/>
          </a:p>
        </p:txBody>
      </p:sp>
      <p:sp>
        <p:nvSpPr>
          <p:cNvPr id="653315" name="Rectangle 3"/>
          <p:cNvSpPr>
            <a:spLocks noGrp="1" noChangeArrowheads="1"/>
          </p:cNvSpPr>
          <p:nvPr>
            <p:ph type="body" idx="1"/>
          </p:nvPr>
        </p:nvSpPr>
        <p:spPr/>
        <p:txBody>
          <a:bodyPr/>
          <a:lstStyle/>
          <a:p>
            <a:r>
              <a:rPr lang="zh-CN" altLang="en-US" sz="2800" dirty="0"/>
              <a:t>发送方是主机，要把</a:t>
            </a:r>
            <a:r>
              <a:rPr lang="en-US" altLang="zh-CN" sz="2800" dirty="0"/>
              <a:t>IP</a:t>
            </a:r>
            <a:r>
              <a:rPr lang="zh-CN" altLang="en-US" sz="2800" dirty="0"/>
              <a:t>数据报发送到本网络上的另一个主机。这时用 </a:t>
            </a:r>
            <a:r>
              <a:rPr lang="en-US" altLang="zh-CN" sz="2800" dirty="0"/>
              <a:t>ARP </a:t>
            </a:r>
            <a:r>
              <a:rPr lang="zh-CN" altLang="en-US" sz="2800" dirty="0"/>
              <a:t>找到目的主机的硬件地址 </a:t>
            </a:r>
            <a:endParaRPr lang="zh-CN" altLang="en-US" sz="2800" dirty="0"/>
          </a:p>
          <a:p>
            <a:r>
              <a:rPr lang="zh-CN" altLang="en-US" sz="2800" dirty="0"/>
              <a:t>发送方是主机，要把 </a:t>
            </a:r>
            <a:r>
              <a:rPr lang="en-US" altLang="zh-CN" sz="2800" dirty="0"/>
              <a:t>IP </a:t>
            </a:r>
            <a:r>
              <a:rPr lang="zh-CN" altLang="en-US" sz="2800" dirty="0"/>
              <a:t>数据报发送到另一个网络上的一个主机。这时用 </a:t>
            </a:r>
            <a:r>
              <a:rPr lang="en-US" altLang="zh-CN" sz="2800" dirty="0"/>
              <a:t>ARP </a:t>
            </a:r>
            <a:r>
              <a:rPr lang="zh-CN" altLang="en-US" sz="2800" dirty="0"/>
              <a:t>找到本网络上的一个路由器的硬件地址。剩下的工作由这个路由器来完成 </a:t>
            </a:r>
            <a:endParaRPr lang="zh-CN" altLang="en-US" sz="2800" dirty="0"/>
          </a:p>
          <a:p>
            <a:r>
              <a:rPr lang="zh-CN" altLang="en-US" sz="2800" dirty="0"/>
              <a:t>发送方是路由器，要把 </a:t>
            </a:r>
            <a:r>
              <a:rPr lang="en-US" altLang="zh-CN" sz="2800" dirty="0"/>
              <a:t>IP </a:t>
            </a:r>
            <a:r>
              <a:rPr lang="zh-CN" altLang="en-US" sz="2800" dirty="0"/>
              <a:t>数据报转发到本网络上的一个主机。这时用 </a:t>
            </a:r>
            <a:r>
              <a:rPr lang="en-US" altLang="zh-CN" sz="2800" dirty="0"/>
              <a:t>ARP </a:t>
            </a:r>
            <a:r>
              <a:rPr lang="zh-CN" altLang="en-US" sz="2800" dirty="0"/>
              <a:t>找到目的主机的硬件地址 </a:t>
            </a:r>
            <a:endParaRPr lang="zh-CN" altLang="en-US" sz="2800" dirty="0"/>
          </a:p>
          <a:p>
            <a:r>
              <a:rPr lang="zh-CN" altLang="en-US" sz="2800" dirty="0"/>
              <a:t>发送方是路由器，要把 </a:t>
            </a:r>
            <a:r>
              <a:rPr lang="en-US" altLang="zh-CN" sz="2800" dirty="0"/>
              <a:t>IP </a:t>
            </a:r>
            <a:r>
              <a:rPr lang="zh-CN" altLang="en-US" sz="2800" dirty="0"/>
              <a:t>数据报转发到另一个网络上的一个主机。这时用 </a:t>
            </a:r>
            <a:r>
              <a:rPr lang="en-US" altLang="zh-CN" sz="2800" dirty="0"/>
              <a:t>ARP </a:t>
            </a:r>
            <a:r>
              <a:rPr lang="zh-CN" altLang="en-US" sz="2800" dirty="0"/>
              <a:t>找到本网络上的一个路由器的硬件地址。剩下的工作由这个路由器来完成 </a:t>
            </a:r>
            <a:endParaRPr lang="zh-CN" altLang="en-US" sz="2800" dirty="0"/>
          </a:p>
        </p:txBody>
      </p:sp>
    </p:spTree>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ICMP</a:t>
            </a:r>
            <a:endParaRPr lang="zh-CN" altLang="en-US" dirty="0"/>
          </a:p>
        </p:txBody>
      </p:sp>
      <p:sp>
        <p:nvSpPr>
          <p:cNvPr id="3" name="内容占位符 2"/>
          <p:cNvSpPr>
            <a:spLocks noGrp="1"/>
          </p:cNvSpPr>
          <p:nvPr>
            <p:ph idx="1"/>
          </p:nvPr>
        </p:nvSpPr>
        <p:spPr>
          <a:xfrm>
            <a:off x="334434" y="1052514"/>
            <a:ext cx="7328635" cy="5437187"/>
          </a:xfrm>
        </p:spPr>
        <p:txBody>
          <a:bodyPr>
            <a:normAutofit fontScale="92500" lnSpcReduction="10000"/>
          </a:bodyPr>
          <a:lstStyle/>
          <a:p>
            <a:r>
              <a:rPr lang="zh-CN" altLang="en-US" dirty="0"/>
              <a:t>在数据传输的过程中，</a:t>
            </a:r>
            <a:r>
              <a:rPr lang="en-US" altLang="zh-CN" dirty="0"/>
              <a:t>IP</a:t>
            </a:r>
            <a:r>
              <a:rPr lang="zh-CN" altLang="en-US" dirty="0"/>
              <a:t>提供尽力而为的服务，不对目的主机是否收到数据包进行验证，无法进行流量控制和差错控制</a:t>
            </a:r>
            <a:endParaRPr lang="zh-CN" altLang="en-US" dirty="0"/>
          </a:p>
          <a:p>
            <a:r>
              <a:rPr lang="zh-CN" altLang="en-US" dirty="0"/>
              <a:t>数据包在网络中传输时，产生各种错误在所难免，如目的主机不响应、包拥塞和丢失等</a:t>
            </a:r>
            <a:endParaRPr lang="zh-CN" altLang="en-US" dirty="0"/>
          </a:p>
          <a:p>
            <a:r>
              <a:rPr lang="zh-CN" altLang="en-US" dirty="0"/>
              <a:t>为处理这些问题，更有效地转发</a:t>
            </a:r>
            <a:r>
              <a:rPr lang="en-US" altLang="zh-CN" dirty="0"/>
              <a:t>IP</a:t>
            </a:r>
            <a:r>
              <a:rPr lang="zh-CN" altLang="en-US" dirty="0"/>
              <a:t>数据包和提高数据包交付成功的机会，在</a:t>
            </a:r>
            <a:r>
              <a:rPr lang="en-US" altLang="zh-CN" dirty="0"/>
              <a:t>IP</a:t>
            </a:r>
            <a:r>
              <a:rPr lang="zh-CN" altLang="en-US" dirty="0"/>
              <a:t>层引入了</a:t>
            </a:r>
            <a:r>
              <a:rPr lang="en-US" altLang="zh-CN" dirty="0"/>
              <a:t>ICMP</a:t>
            </a:r>
            <a:r>
              <a:rPr lang="zh-CN" altLang="en-US" dirty="0"/>
              <a:t>协议</a:t>
            </a:r>
            <a:endParaRPr lang="zh-CN" altLang="en-US" dirty="0"/>
          </a:p>
          <a:p>
            <a:r>
              <a:rPr lang="zh-CN" altLang="en-US" dirty="0"/>
              <a:t>使用</a:t>
            </a:r>
            <a:r>
              <a:rPr lang="en-US" altLang="zh-CN" dirty="0"/>
              <a:t>ICMP</a:t>
            </a:r>
            <a:r>
              <a:rPr lang="zh-CN" altLang="en-US" dirty="0"/>
              <a:t>，当网络中数据包传输出现问题时，主机或设备就会向上层协议报告差错情况和提供有关异常情况的报告，使得上层协议能够通过自己的差错控制程序来判断通信是否正确，以进行流量控制和差错控制，从而保证服务质量</a:t>
            </a:r>
            <a:endParaRPr lang="zh-CN" altLang="en-US" dirty="0"/>
          </a:p>
          <a:p>
            <a:endParaRPr lang="zh-CN" altLang="en-US" dirty="0"/>
          </a:p>
        </p:txBody>
      </p:sp>
      <p:sp>
        <p:nvSpPr>
          <p:cNvPr id="4" name="灯片编号占位符 3"/>
          <p:cNvSpPr>
            <a:spLocks noGrp="1"/>
          </p:cNvSpPr>
          <p:nvPr>
            <p:ph type="sldNum" sz="quarter" idx="12"/>
          </p:nvPr>
        </p:nvSpPr>
        <p:spPr/>
        <p:txBody>
          <a:bodyPr/>
          <a:lstStyle/>
          <a:p>
            <a:pPr>
              <a:defRPr/>
            </a:pPr>
            <a:fld id="{816960B2-2B11-492C-B588-5290E1274F96}" type="slidenum">
              <a:rPr lang="en-US" altLang="zh-CN" smtClean="0"/>
            </a:fld>
            <a:endParaRPr lang="en-US" altLang="zh-CN" dirty="0"/>
          </a:p>
        </p:txBody>
      </p:sp>
      <p:grpSp>
        <p:nvGrpSpPr>
          <p:cNvPr id="5" name="组合 4"/>
          <p:cNvGrpSpPr/>
          <p:nvPr/>
        </p:nvGrpSpPr>
        <p:grpSpPr>
          <a:xfrm>
            <a:off x="7852350" y="1268760"/>
            <a:ext cx="4076297" cy="3216298"/>
            <a:chOff x="7704691" y="2266164"/>
            <a:chExt cx="3877686" cy="2827627"/>
          </a:xfrm>
        </p:grpSpPr>
        <p:sp>
          <p:nvSpPr>
            <p:cNvPr id="6" name="爆炸形: 8 pt  5"/>
            <p:cNvSpPr/>
            <p:nvPr/>
          </p:nvSpPr>
          <p:spPr>
            <a:xfrm>
              <a:off x="8747098" y="4228310"/>
              <a:ext cx="1113013" cy="865481"/>
            </a:xfrm>
            <a:prstGeom prst="irregularSeal1">
              <a:avLst/>
            </a:prstGeom>
            <a:gradFill>
              <a:gsLst>
                <a:gs pos="0">
                  <a:schemeClr val="accent5">
                    <a:lumMod val="75000"/>
                  </a:schemeClr>
                </a:gs>
                <a:gs pos="80000">
                  <a:schemeClr val="accent5">
                    <a:lumMod val="75000"/>
                  </a:schemeClr>
                </a:gs>
                <a:gs pos="100000">
                  <a:schemeClr val="accent5">
                    <a:lumMod val="75000"/>
                  </a:schemeClr>
                </a:gs>
              </a:gsLst>
            </a:gradFill>
          </p:spPr>
          <p:style>
            <a:lnRef idx="0">
              <a:schemeClr val="accent6"/>
            </a:lnRef>
            <a:fillRef idx="3">
              <a:schemeClr val="accent6"/>
            </a:fillRef>
            <a:effectRef idx="3">
              <a:schemeClr val="accent6"/>
            </a:effectRef>
            <a:fontRef idx="minor">
              <a:schemeClr val="lt1"/>
            </a:fontRef>
          </p:style>
          <p:txBody>
            <a:bodyPr lIns="0" tIns="0" rIns="0" bIns="0" rtlCol="0" anchor="ctr"/>
            <a:lstStyle/>
            <a:p>
              <a:pPr algn="ctr">
                <a:lnSpc>
                  <a:spcPct val="120000"/>
                </a:lnSpc>
              </a:pPr>
              <a:r>
                <a:rPr lang="en-US" altLang="zh-CN" sz="1200" dirty="0">
                  <a:solidFill>
                    <a:srgbClr val="FF0000"/>
                  </a:solidFill>
                  <a:latin typeface="微软雅黑 Light" panose="020B0502040204020203" pitchFamily="34" charset="-122"/>
                  <a:ea typeface="微软雅黑 Light" panose="020B0502040204020203" pitchFamily="34" charset="-122"/>
                  <a:cs typeface="+mn-ea"/>
                  <a:sym typeface="+mn-lt"/>
                </a:rPr>
                <a:t>TTL</a:t>
              </a:r>
              <a:r>
                <a:rPr lang="zh-CN" altLang="en-US" sz="1200" dirty="0">
                  <a:solidFill>
                    <a:srgbClr val="FF0000"/>
                  </a:solidFill>
                  <a:latin typeface="微软雅黑 Light" panose="020B0502040204020203" pitchFamily="34" charset="-122"/>
                  <a:ea typeface="微软雅黑 Light" panose="020B0502040204020203" pitchFamily="34" charset="-122"/>
                  <a:cs typeface="+mn-ea"/>
                  <a:sym typeface="+mn-lt"/>
                </a:rPr>
                <a:t>超时</a:t>
              </a:r>
              <a:endParaRPr lang="zh-CN" altLang="en-US" sz="1200" dirty="0">
                <a:solidFill>
                  <a:srgbClr val="FF0000"/>
                </a:solidFill>
                <a:latin typeface="微软雅黑 Light" panose="020B0502040204020203" pitchFamily="34" charset="-122"/>
                <a:ea typeface="微软雅黑 Light" panose="020B0502040204020203" pitchFamily="34" charset="-122"/>
                <a:cs typeface="+mn-ea"/>
                <a:sym typeface="+mn-lt"/>
              </a:endParaRPr>
            </a:p>
            <a:p>
              <a:pPr algn="ctr">
                <a:lnSpc>
                  <a:spcPct val="120000"/>
                </a:lnSpc>
              </a:pPr>
              <a:r>
                <a:rPr lang="zh-CN" altLang="en-US" sz="1200" dirty="0">
                  <a:solidFill>
                    <a:srgbClr val="FF0000"/>
                  </a:solidFill>
                  <a:latin typeface="微软雅黑 Light" panose="020B0502040204020203" pitchFamily="34" charset="-122"/>
                  <a:ea typeface="微软雅黑 Light" panose="020B0502040204020203" pitchFamily="34" charset="-122"/>
                  <a:cs typeface="+mn-ea"/>
                  <a:sym typeface="+mn-lt"/>
                </a:rPr>
                <a:t>丢失</a:t>
              </a:r>
              <a:endParaRPr lang="zh-CN" altLang="en-US" sz="1200" dirty="0">
                <a:solidFill>
                  <a:srgbClr val="FF0000"/>
                </a:solidFill>
                <a:latin typeface="微软雅黑 Light" panose="020B0502040204020203" pitchFamily="34" charset="-122"/>
                <a:ea typeface="微软雅黑 Light" panose="020B0502040204020203" pitchFamily="34" charset="-122"/>
                <a:cs typeface="+mn-ea"/>
                <a:sym typeface="+mn-lt"/>
              </a:endParaRPr>
            </a:p>
          </p:txBody>
        </p:sp>
        <p:pic>
          <p:nvPicPr>
            <p:cNvPr id="7" name="图形 6"/>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8174448" y="3249929"/>
              <a:ext cx="354812" cy="354812"/>
            </a:xfrm>
            <a:prstGeom prst="rect">
              <a:avLst/>
            </a:prstGeom>
          </p:spPr>
        </p:pic>
        <p:pic>
          <p:nvPicPr>
            <p:cNvPr id="8" name="图形 7"/>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706645" y="2573941"/>
              <a:ext cx="413948" cy="313418"/>
            </a:xfrm>
            <a:prstGeom prst="rect">
              <a:avLst/>
            </a:prstGeom>
          </p:spPr>
        </p:pic>
        <p:pic>
          <p:nvPicPr>
            <p:cNvPr id="9" name="图形 8"/>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9464867" y="3249929"/>
              <a:ext cx="354812" cy="354812"/>
            </a:xfrm>
            <a:prstGeom prst="rect">
              <a:avLst/>
            </a:prstGeom>
          </p:spPr>
        </p:pic>
        <p:pic>
          <p:nvPicPr>
            <p:cNvPr id="10" name="图形 9"/>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755286" y="3249929"/>
              <a:ext cx="354812" cy="354812"/>
            </a:xfrm>
            <a:prstGeom prst="rect">
              <a:avLst/>
            </a:prstGeom>
          </p:spPr>
        </p:pic>
        <p:pic>
          <p:nvPicPr>
            <p:cNvPr id="11" name="图形 10"/>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021373" y="2491105"/>
              <a:ext cx="354812" cy="354812"/>
            </a:xfrm>
            <a:prstGeom prst="rect">
              <a:avLst/>
            </a:prstGeom>
          </p:spPr>
        </p:pic>
        <p:pic>
          <p:nvPicPr>
            <p:cNvPr id="12" name="图形 11"/>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9464867" y="4008753"/>
              <a:ext cx="354812" cy="354812"/>
            </a:xfrm>
            <a:prstGeom prst="rect">
              <a:avLst/>
            </a:prstGeom>
          </p:spPr>
        </p:pic>
        <p:pic>
          <p:nvPicPr>
            <p:cNvPr id="13" name="图形 12"/>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1168429" y="4050147"/>
              <a:ext cx="413948" cy="313418"/>
            </a:xfrm>
            <a:prstGeom prst="rect">
              <a:avLst/>
            </a:prstGeom>
          </p:spPr>
        </p:pic>
        <p:cxnSp>
          <p:nvCxnSpPr>
            <p:cNvPr id="14" name="直接连接符 13"/>
            <p:cNvCxnSpPr>
              <a:stCxn id="7" idx="3"/>
              <a:endCxn id="9" idx="1"/>
            </p:cNvCxnSpPr>
            <p:nvPr/>
          </p:nvCxnSpPr>
          <p:spPr>
            <a:xfrm>
              <a:off x="8529260" y="3427335"/>
              <a:ext cx="935607" cy="0"/>
            </a:xfrm>
            <a:prstGeom prst="line">
              <a:avLst/>
            </a:prstGeom>
          </p:spPr>
          <p:style>
            <a:lnRef idx="3">
              <a:schemeClr val="dk1"/>
            </a:lnRef>
            <a:fillRef idx="0">
              <a:schemeClr val="dk1"/>
            </a:fillRef>
            <a:effectRef idx="2">
              <a:schemeClr val="dk1"/>
            </a:effectRef>
            <a:fontRef idx="minor">
              <a:schemeClr val="tx1"/>
            </a:fontRef>
          </p:style>
        </p:cxnSp>
        <p:cxnSp>
          <p:nvCxnSpPr>
            <p:cNvPr id="15" name="直接连接符 14"/>
            <p:cNvCxnSpPr>
              <a:stCxn id="9" idx="3"/>
              <a:endCxn id="10" idx="1"/>
            </p:cNvCxnSpPr>
            <p:nvPr/>
          </p:nvCxnSpPr>
          <p:spPr>
            <a:xfrm>
              <a:off x="9819679" y="3427335"/>
              <a:ext cx="935607" cy="0"/>
            </a:xfrm>
            <a:prstGeom prst="line">
              <a:avLst/>
            </a:prstGeom>
          </p:spPr>
          <p:style>
            <a:lnRef idx="3">
              <a:schemeClr val="dk1"/>
            </a:lnRef>
            <a:fillRef idx="0">
              <a:schemeClr val="dk1"/>
            </a:fillRef>
            <a:effectRef idx="2">
              <a:schemeClr val="dk1"/>
            </a:effectRef>
            <a:fontRef idx="minor">
              <a:schemeClr val="tx1"/>
            </a:fontRef>
          </p:style>
        </p:cxnSp>
        <p:cxnSp>
          <p:nvCxnSpPr>
            <p:cNvPr id="16" name="直接连接符 15"/>
            <p:cNvCxnSpPr>
              <a:stCxn id="21" idx="1"/>
              <a:endCxn id="7" idx="0"/>
            </p:cNvCxnSpPr>
            <p:nvPr/>
          </p:nvCxnSpPr>
          <p:spPr>
            <a:xfrm flipH="1">
              <a:off x="8351854" y="2668511"/>
              <a:ext cx="580795" cy="581418"/>
            </a:xfrm>
            <a:prstGeom prst="line">
              <a:avLst/>
            </a:prstGeom>
          </p:spPr>
          <p:style>
            <a:lnRef idx="3">
              <a:schemeClr val="dk1"/>
            </a:lnRef>
            <a:fillRef idx="0">
              <a:schemeClr val="dk1"/>
            </a:fillRef>
            <a:effectRef idx="2">
              <a:schemeClr val="dk1"/>
            </a:effectRef>
            <a:fontRef idx="minor">
              <a:schemeClr val="tx1"/>
            </a:fontRef>
          </p:style>
        </p:cxnSp>
        <p:cxnSp>
          <p:nvCxnSpPr>
            <p:cNvPr id="17" name="直接连接符 16"/>
            <p:cNvCxnSpPr>
              <a:stCxn id="11" idx="3"/>
              <a:endCxn id="10" idx="0"/>
            </p:cNvCxnSpPr>
            <p:nvPr/>
          </p:nvCxnSpPr>
          <p:spPr>
            <a:xfrm>
              <a:off x="10376185" y="2668511"/>
              <a:ext cx="556507" cy="581418"/>
            </a:xfrm>
            <a:prstGeom prst="line">
              <a:avLst/>
            </a:prstGeom>
          </p:spPr>
          <p:style>
            <a:lnRef idx="3">
              <a:schemeClr val="dk1"/>
            </a:lnRef>
            <a:fillRef idx="0">
              <a:schemeClr val="dk1"/>
            </a:fillRef>
            <a:effectRef idx="2">
              <a:schemeClr val="dk1"/>
            </a:effectRef>
            <a:fontRef idx="minor">
              <a:schemeClr val="tx1"/>
            </a:fontRef>
          </p:style>
        </p:cxnSp>
        <p:cxnSp>
          <p:nvCxnSpPr>
            <p:cNvPr id="18" name="直接连接符 17"/>
            <p:cNvCxnSpPr>
              <a:stCxn id="7" idx="2"/>
              <a:endCxn id="12" idx="1"/>
            </p:cNvCxnSpPr>
            <p:nvPr/>
          </p:nvCxnSpPr>
          <p:spPr>
            <a:xfrm>
              <a:off x="8351854" y="3604741"/>
              <a:ext cx="1113013" cy="581418"/>
            </a:xfrm>
            <a:prstGeom prst="line">
              <a:avLst/>
            </a:prstGeom>
          </p:spPr>
          <p:style>
            <a:lnRef idx="3">
              <a:schemeClr val="dk1"/>
            </a:lnRef>
            <a:fillRef idx="0">
              <a:schemeClr val="dk1"/>
            </a:fillRef>
            <a:effectRef idx="2">
              <a:schemeClr val="dk1"/>
            </a:effectRef>
            <a:fontRef idx="minor">
              <a:schemeClr val="tx1"/>
            </a:fontRef>
          </p:style>
        </p:cxnSp>
        <p:cxnSp>
          <p:nvCxnSpPr>
            <p:cNvPr id="19" name="直接连接符 18"/>
            <p:cNvCxnSpPr>
              <a:stCxn id="12" idx="3"/>
              <a:endCxn id="10" idx="2"/>
            </p:cNvCxnSpPr>
            <p:nvPr/>
          </p:nvCxnSpPr>
          <p:spPr>
            <a:xfrm flipV="1">
              <a:off x="9819679" y="3604741"/>
              <a:ext cx="1113013" cy="581418"/>
            </a:xfrm>
            <a:prstGeom prst="line">
              <a:avLst/>
            </a:prstGeom>
          </p:spPr>
          <p:style>
            <a:lnRef idx="3">
              <a:schemeClr val="dk1"/>
            </a:lnRef>
            <a:fillRef idx="0">
              <a:schemeClr val="dk1"/>
            </a:fillRef>
            <a:effectRef idx="2">
              <a:schemeClr val="dk1"/>
            </a:effectRef>
            <a:fontRef idx="minor">
              <a:schemeClr val="tx1"/>
            </a:fontRef>
          </p:style>
        </p:cxnSp>
        <p:cxnSp>
          <p:nvCxnSpPr>
            <p:cNvPr id="20" name="直接连接符 19"/>
            <p:cNvCxnSpPr>
              <a:stCxn id="9" idx="2"/>
              <a:endCxn id="12" idx="0"/>
            </p:cNvCxnSpPr>
            <p:nvPr/>
          </p:nvCxnSpPr>
          <p:spPr>
            <a:xfrm>
              <a:off x="9642273" y="3604741"/>
              <a:ext cx="0" cy="404012"/>
            </a:xfrm>
            <a:prstGeom prst="line">
              <a:avLst/>
            </a:prstGeom>
          </p:spPr>
          <p:style>
            <a:lnRef idx="3">
              <a:schemeClr val="dk1"/>
            </a:lnRef>
            <a:fillRef idx="0">
              <a:schemeClr val="dk1"/>
            </a:fillRef>
            <a:effectRef idx="2">
              <a:schemeClr val="dk1"/>
            </a:effectRef>
            <a:fontRef idx="minor">
              <a:schemeClr val="tx1"/>
            </a:fontRef>
          </p:style>
        </p:cxnSp>
        <p:pic>
          <p:nvPicPr>
            <p:cNvPr id="21" name="图形 20"/>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8932649" y="2491105"/>
              <a:ext cx="354812" cy="354812"/>
            </a:xfrm>
            <a:prstGeom prst="rect">
              <a:avLst/>
            </a:prstGeom>
          </p:spPr>
        </p:pic>
        <p:cxnSp>
          <p:nvCxnSpPr>
            <p:cNvPr id="22" name="直接连接符 21"/>
            <p:cNvCxnSpPr>
              <a:stCxn id="21" idx="3"/>
              <a:endCxn id="11" idx="1"/>
            </p:cNvCxnSpPr>
            <p:nvPr/>
          </p:nvCxnSpPr>
          <p:spPr>
            <a:xfrm>
              <a:off x="9287461" y="2668511"/>
              <a:ext cx="733912" cy="0"/>
            </a:xfrm>
            <a:prstGeom prst="line">
              <a:avLst/>
            </a:prstGeom>
          </p:spPr>
          <p:style>
            <a:lnRef idx="3">
              <a:schemeClr val="dk1"/>
            </a:lnRef>
            <a:fillRef idx="0">
              <a:schemeClr val="dk1"/>
            </a:fillRef>
            <a:effectRef idx="2">
              <a:schemeClr val="dk1"/>
            </a:effectRef>
            <a:fontRef idx="minor">
              <a:schemeClr val="tx1"/>
            </a:fontRef>
          </p:style>
        </p:cxnSp>
        <p:cxnSp>
          <p:nvCxnSpPr>
            <p:cNvPr id="23" name="直接连接符 22"/>
            <p:cNvCxnSpPr>
              <a:stCxn id="11" idx="2"/>
              <a:endCxn id="9" idx="0"/>
            </p:cNvCxnSpPr>
            <p:nvPr/>
          </p:nvCxnSpPr>
          <p:spPr>
            <a:xfrm flipH="1">
              <a:off x="9642273" y="2845917"/>
              <a:ext cx="556506" cy="404012"/>
            </a:xfrm>
            <a:prstGeom prst="line">
              <a:avLst/>
            </a:prstGeom>
          </p:spPr>
          <p:style>
            <a:lnRef idx="3">
              <a:schemeClr val="dk1"/>
            </a:lnRef>
            <a:fillRef idx="0">
              <a:schemeClr val="dk1"/>
            </a:fillRef>
            <a:effectRef idx="2">
              <a:schemeClr val="dk1"/>
            </a:effectRef>
            <a:fontRef idx="minor">
              <a:schemeClr val="tx1"/>
            </a:fontRef>
          </p:style>
        </p:cxnSp>
        <p:cxnSp>
          <p:nvCxnSpPr>
            <p:cNvPr id="24" name="直接连接符 23"/>
            <p:cNvCxnSpPr>
              <a:stCxn id="8" idx="2"/>
              <a:endCxn id="7" idx="1"/>
            </p:cNvCxnSpPr>
            <p:nvPr/>
          </p:nvCxnSpPr>
          <p:spPr>
            <a:xfrm>
              <a:off x="7913619" y="2887359"/>
              <a:ext cx="260829" cy="539976"/>
            </a:xfrm>
            <a:prstGeom prst="line">
              <a:avLst/>
            </a:prstGeom>
          </p:spPr>
          <p:style>
            <a:lnRef idx="2">
              <a:schemeClr val="dk1"/>
            </a:lnRef>
            <a:fillRef idx="0">
              <a:schemeClr val="dk1"/>
            </a:fillRef>
            <a:effectRef idx="1">
              <a:schemeClr val="dk1"/>
            </a:effectRef>
            <a:fontRef idx="minor">
              <a:schemeClr val="tx1"/>
            </a:fontRef>
          </p:style>
        </p:cxnSp>
        <p:cxnSp>
          <p:nvCxnSpPr>
            <p:cNvPr id="25" name="直接连接符 24"/>
            <p:cNvCxnSpPr>
              <a:stCxn id="13" idx="0"/>
              <a:endCxn id="10" idx="3"/>
            </p:cNvCxnSpPr>
            <p:nvPr/>
          </p:nvCxnSpPr>
          <p:spPr>
            <a:xfrm flipH="1" flipV="1">
              <a:off x="11110098" y="3427335"/>
              <a:ext cx="265305" cy="622812"/>
            </a:xfrm>
            <a:prstGeom prst="line">
              <a:avLst/>
            </a:prstGeom>
          </p:spPr>
          <p:style>
            <a:lnRef idx="2">
              <a:schemeClr val="dk1"/>
            </a:lnRef>
            <a:fillRef idx="0">
              <a:schemeClr val="dk1"/>
            </a:fillRef>
            <a:effectRef idx="1">
              <a:schemeClr val="dk1"/>
            </a:effectRef>
            <a:fontRef idx="minor">
              <a:schemeClr val="tx1"/>
            </a:fontRef>
          </p:style>
        </p:cxnSp>
        <p:sp>
          <p:nvSpPr>
            <p:cNvPr id="26" name="文本框 25"/>
            <p:cNvSpPr txBox="1"/>
            <p:nvPr/>
          </p:nvSpPr>
          <p:spPr>
            <a:xfrm>
              <a:off x="7704691" y="2266164"/>
              <a:ext cx="427681" cy="330411"/>
            </a:xfrm>
            <a:prstGeom prst="rect">
              <a:avLst/>
            </a:prstGeom>
            <a:noFill/>
          </p:spPr>
          <p:txBody>
            <a:bodyPr wrap="none" rtlCol="0">
              <a:spAutoFit/>
            </a:bodyPr>
            <a:lstStyle/>
            <a:p>
              <a:pPr>
                <a:lnSpc>
                  <a:spcPct val="120000"/>
                </a:lnSpc>
              </a:pPr>
              <a:r>
                <a:rPr lang="en-US" altLang="zh-CN" sz="1400" dirty="0">
                  <a:latin typeface="微软雅黑 Light" panose="020B0502040204020203" pitchFamily="34" charset="-122"/>
                  <a:ea typeface="微软雅黑 Light" panose="020B0502040204020203" pitchFamily="34" charset="-122"/>
                  <a:cs typeface="+mn-ea"/>
                  <a:sym typeface="+mn-lt"/>
                </a:rPr>
                <a:t>Src</a:t>
              </a:r>
              <a:endParaRPr lang="zh-CN" altLang="en-US" sz="1400" dirty="0">
                <a:latin typeface="微软雅黑 Light" panose="020B0502040204020203" pitchFamily="34" charset="-122"/>
                <a:ea typeface="微软雅黑 Light" panose="020B0502040204020203" pitchFamily="34" charset="-122"/>
                <a:cs typeface="+mn-ea"/>
                <a:sym typeface="+mn-lt"/>
              </a:endParaRPr>
            </a:p>
          </p:txBody>
        </p:sp>
        <p:sp>
          <p:nvSpPr>
            <p:cNvPr id="27" name="文本框 26"/>
            <p:cNvSpPr txBox="1"/>
            <p:nvPr/>
          </p:nvSpPr>
          <p:spPr>
            <a:xfrm>
              <a:off x="10689393" y="4047693"/>
              <a:ext cx="545342" cy="330411"/>
            </a:xfrm>
            <a:prstGeom prst="rect">
              <a:avLst/>
            </a:prstGeom>
            <a:noFill/>
          </p:spPr>
          <p:txBody>
            <a:bodyPr wrap="none" rtlCol="0">
              <a:spAutoFit/>
            </a:bodyPr>
            <a:lstStyle/>
            <a:p>
              <a:pPr>
                <a:lnSpc>
                  <a:spcPct val="120000"/>
                </a:lnSpc>
              </a:pPr>
              <a:r>
                <a:rPr lang="en-US" altLang="zh-CN" sz="1400" dirty="0">
                  <a:latin typeface="微软雅黑 Light" panose="020B0502040204020203" pitchFamily="34" charset="-122"/>
                  <a:ea typeface="微软雅黑 Light" panose="020B0502040204020203" pitchFamily="34" charset="-122"/>
                  <a:cs typeface="+mn-ea"/>
                  <a:sym typeface="+mn-lt"/>
                </a:rPr>
                <a:t>Dest</a:t>
              </a:r>
              <a:endParaRPr lang="zh-CN" altLang="en-US" sz="1400" dirty="0">
                <a:latin typeface="微软雅黑 Light" panose="020B0502040204020203" pitchFamily="34" charset="-122"/>
                <a:ea typeface="微软雅黑 Light" panose="020B0502040204020203" pitchFamily="34" charset="-122"/>
                <a:cs typeface="+mn-ea"/>
                <a:sym typeface="+mn-lt"/>
              </a:endParaRPr>
            </a:p>
          </p:txBody>
        </p:sp>
        <p:sp>
          <p:nvSpPr>
            <p:cNvPr id="28" name="矩形 27"/>
            <p:cNvSpPr/>
            <p:nvPr/>
          </p:nvSpPr>
          <p:spPr>
            <a:xfrm rot="1688981">
              <a:off x="8577512" y="3845151"/>
              <a:ext cx="143275" cy="11513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latin typeface="微软雅黑 Light" panose="020B0502040204020203" pitchFamily="34" charset="-122"/>
                <a:ea typeface="微软雅黑 Light" panose="020B0502040204020203" pitchFamily="34" charset="-122"/>
                <a:cs typeface="+mn-ea"/>
                <a:sym typeface="+mn-lt"/>
              </a:endParaRPr>
            </a:p>
          </p:txBody>
        </p:sp>
        <p:cxnSp>
          <p:nvCxnSpPr>
            <p:cNvPr id="29" name="直接箭头连接符 28"/>
            <p:cNvCxnSpPr>
              <a:stCxn id="28" idx="3"/>
            </p:cNvCxnSpPr>
            <p:nvPr/>
          </p:nvCxnSpPr>
          <p:spPr>
            <a:xfrm rot="1688981">
              <a:off x="8705696" y="3962911"/>
              <a:ext cx="111901" cy="0"/>
            </a:xfrm>
            <a:prstGeom prst="straightConnector1">
              <a:avLst/>
            </a:prstGeom>
            <a:ln w="12700">
              <a:headEnd type="none" w="med" len="med"/>
              <a:tailEnd type="arrow" w="sm" len="sm"/>
            </a:ln>
          </p:spPr>
          <p:style>
            <a:lnRef idx="1">
              <a:schemeClr val="accent1"/>
            </a:lnRef>
            <a:fillRef idx="0">
              <a:schemeClr val="accent1"/>
            </a:fillRef>
            <a:effectRef idx="0">
              <a:schemeClr val="accent1"/>
            </a:effectRef>
            <a:fontRef idx="minor">
              <a:schemeClr val="tx1"/>
            </a:fontRef>
          </p:style>
        </p:cxnSp>
        <p:sp>
          <p:nvSpPr>
            <p:cNvPr id="30" name="矩形 29"/>
            <p:cNvSpPr/>
            <p:nvPr/>
          </p:nvSpPr>
          <p:spPr>
            <a:xfrm rot="3847590">
              <a:off x="7818924" y="3073166"/>
              <a:ext cx="143275" cy="11513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latin typeface="微软雅黑 Light" panose="020B0502040204020203" pitchFamily="34" charset="-122"/>
                <a:ea typeface="微软雅黑 Light" panose="020B0502040204020203" pitchFamily="34" charset="-122"/>
                <a:cs typeface="+mn-ea"/>
                <a:sym typeface="+mn-lt"/>
              </a:endParaRPr>
            </a:p>
          </p:txBody>
        </p:sp>
        <p:cxnSp>
          <p:nvCxnSpPr>
            <p:cNvPr id="31" name="直接箭头连接符 30"/>
            <p:cNvCxnSpPr>
              <a:stCxn id="30" idx="3"/>
            </p:cNvCxnSpPr>
            <p:nvPr/>
          </p:nvCxnSpPr>
          <p:spPr>
            <a:xfrm rot="3847590">
              <a:off x="7890288" y="3245532"/>
              <a:ext cx="111901" cy="0"/>
            </a:xfrm>
            <a:prstGeom prst="straightConnector1">
              <a:avLst/>
            </a:prstGeom>
            <a:ln w="12700">
              <a:headEnd type="none" w="med" len="med"/>
              <a:tailEnd type="arrow" w="sm" len="sm"/>
            </a:ln>
          </p:spPr>
          <p:style>
            <a:lnRef idx="1">
              <a:schemeClr val="accent1"/>
            </a:lnRef>
            <a:fillRef idx="0">
              <a:schemeClr val="accent1"/>
            </a:fillRef>
            <a:effectRef idx="0">
              <a:schemeClr val="accent1"/>
            </a:effectRef>
            <a:fontRef idx="minor">
              <a:schemeClr val="tx1"/>
            </a:fontRef>
          </p:style>
        </p:cxnSp>
        <p:sp>
          <p:nvSpPr>
            <p:cNvPr id="32" name="矩形 31"/>
            <p:cNvSpPr/>
            <p:nvPr/>
          </p:nvSpPr>
          <p:spPr>
            <a:xfrm>
              <a:off x="8868581" y="3212604"/>
              <a:ext cx="143275" cy="11513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latin typeface="微软雅黑 Light" panose="020B0502040204020203" pitchFamily="34" charset="-122"/>
                <a:ea typeface="微软雅黑 Light" panose="020B0502040204020203" pitchFamily="34" charset="-122"/>
                <a:cs typeface="+mn-ea"/>
                <a:sym typeface="+mn-lt"/>
              </a:endParaRPr>
            </a:p>
          </p:txBody>
        </p:sp>
        <p:cxnSp>
          <p:nvCxnSpPr>
            <p:cNvPr id="33" name="直接箭头连接符 32"/>
            <p:cNvCxnSpPr>
              <a:stCxn id="32" idx="3"/>
            </p:cNvCxnSpPr>
            <p:nvPr/>
          </p:nvCxnSpPr>
          <p:spPr>
            <a:xfrm>
              <a:off x="9011856" y="3270171"/>
              <a:ext cx="111901" cy="0"/>
            </a:xfrm>
            <a:prstGeom prst="straightConnector1">
              <a:avLst/>
            </a:prstGeom>
            <a:ln w="12700">
              <a:headEnd type="none" w="med" len="med"/>
              <a:tailEnd type="arrow" w="sm" len="sm"/>
            </a:ln>
          </p:spPr>
          <p:style>
            <a:lnRef idx="1">
              <a:schemeClr val="accent1"/>
            </a:lnRef>
            <a:fillRef idx="0">
              <a:schemeClr val="accent1"/>
            </a:fillRef>
            <a:effectRef idx="0">
              <a:schemeClr val="accent1"/>
            </a:effectRef>
            <a:fontRef idx="minor">
              <a:schemeClr val="tx1"/>
            </a:fontRef>
          </p:style>
        </p:cxnSp>
        <p:sp>
          <p:nvSpPr>
            <p:cNvPr id="34" name="矩形 33"/>
            <p:cNvSpPr/>
            <p:nvPr/>
          </p:nvSpPr>
          <p:spPr>
            <a:xfrm rot="5400000">
              <a:off x="9762641" y="4429887"/>
              <a:ext cx="194939" cy="11513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latin typeface="微软雅黑 Light" panose="020B0502040204020203" pitchFamily="34" charset="-122"/>
                <a:ea typeface="微软雅黑 Light" panose="020B0502040204020203" pitchFamily="34" charset="-122"/>
                <a:cs typeface="+mn-ea"/>
                <a:sym typeface="+mn-lt"/>
              </a:endParaRPr>
            </a:p>
          </p:txBody>
        </p:sp>
        <p:cxnSp>
          <p:nvCxnSpPr>
            <p:cNvPr id="35" name="直接箭头连接符 34"/>
            <p:cNvCxnSpPr>
              <a:stCxn id="34" idx="3"/>
            </p:cNvCxnSpPr>
            <p:nvPr/>
          </p:nvCxnSpPr>
          <p:spPr>
            <a:xfrm rot="5400000">
              <a:off x="9783985" y="4661050"/>
              <a:ext cx="152252" cy="0"/>
            </a:xfrm>
            <a:prstGeom prst="straightConnector1">
              <a:avLst/>
            </a:prstGeom>
            <a:ln w="12700">
              <a:headEnd type="none" w="med" len="med"/>
              <a:tailEnd type="arrow" w="sm" len="sm"/>
            </a:ln>
          </p:spPr>
          <p:style>
            <a:lnRef idx="1">
              <a:schemeClr val="accent1"/>
            </a:lnRef>
            <a:fillRef idx="0">
              <a:schemeClr val="accent1"/>
            </a:fillRef>
            <a:effectRef idx="0">
              <a:schemeClr val="accent1"/>
            </a:effectRef>
            <a:fontRef idx="minor">
              <a:schemeClr val="tx1"/>
            </a:fontRef>
          </p:style>
        </p:cxnSp>
        <p:sp>
          <p:nvSpPr>
            <p:cNvPr id="36" name="矩形 35"/>
            <p:cNvSpPr/>
            <p:nvPr/>
          </p:nvSpPr>
          <p:spPr>
            <a:xfrm rot="3821847">
              <a:off x="11274318" y="3605031"/>
              <a:ext cx="143275" cy="11513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latin typeface="微软雅黑 Light" panose="020B0502040204020203" pitchFamily="34" charset="-122"/>
                <a:ea typeface="微软雅黑 Light" panose="020B0502040204020203" pitchFamily="34" charset="-122"/>
                <a:cs typeface="+mn-ea"/>
                <a:sym typeface="+mn-lt"/>
              </a:endParaRPr>
            </a:p>
          </p:txBody>
        </p:sp>
        <p:cxnSp>
          <p:nvCxnSpPr>
            <p:cNvPr id="37" name="直接箭头连接符 36"/>
            <p:cNvCxnSpPr>
              <a:stCxn id="36" idx="3"/>
            </p:cNvCxnSpPr>
            <p:nvPr/>
          </p:nvCxnSpPr>
          <p:spPr>
            <a:xfrm rot="3821847">
              <a:off x="11346541" y="3776977"/>
              <a:ext cx="111901" cy="0"/>
            </a:xfrm>
            <a:prstGeom prst="straightConnector1">
              <a:avLst/>
            </a:prstGeom>
            <a:ln w="12700">
              <a:headEnd type="none" w="med" len="med"/>
              <a:tailEnd type="arrow" w="sm" len="sm"/>
            </a:ln>
          </p:spPr>
          <p:style>
            <a:lnRef idx="1">
              <a:schemeClr val="accent1"/>
            </a:lnRef>
            <a:fillRef idx="0">
              <a:schemeClr val="accent1"/>
            </a:fillRef>
            <a:effectRef idx="0">
              <a:schemeClr val="accent1"/>
            </a:effectRef>
            <a:fontRef idx="minor">
              <a:schemeClr val="tx1"/>
            </a:fontRef>
          </p:style>
        </p:cxnSp>
        <p:sp>
          <p:nvSpPr>
            <p:cNvPr id="38" name="矩形 37"/>
            <p:cNvSpPr/>
            <p:nvPr/>
          </p:nvSpPr>
          <p:spPr>
            <a:xfrm>
              <a:off x="10251647" y="3212604"/>
              <a:ext cx="143275" cy="11513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latin typeface="微软雅黑 Light" panose="020B0502040204020203" pitchFamily="34" charset="-122"/>
                <a:ea typeface="微软雅黑 Light" panose="020B0502040204020203" pitchFamily="34" charset="-122"/>
                <a:cs typeface="+mn-ea"/>
                <a:sym typeface="+mn-lt"/>
              </a:endParaRPr>
            </a:p>
          </p:txBody>
        </p:sp>
        <p:cxnSp>
          <p:nvCxnSpPr>
            <p:cNvPr id="39" name="直接箭头连接符 38"/>
            <p:cNvCxnSpPr>
              <a:stCxn id="38" idx="3"/>
            </p:cNvCxnSpPr>
            <p:nvPr/>
          </p:nvCxnSpPr>
          <p:spPr>
            <a:xfrm>
              <a:off x="10394922" y="3270171"/>
              <a:ext cx="111901" cy="0"/>
            </a:xfrm>
            <a:prstGeom prst="straightConnector1">
              <a:avLst/>
            </a:prstGeom>
            <a:ln w="12700">
              <a:headEnd type="none" w="med" len="med"/>
              <a:tailEnd type="arrow" w="sm" len="sm"/>
            </a:ln>
          </p:spPr>
          <p:style>
            <a:lnRef idx="1">
              <a:schemeClr val="accent1"/>
            </a:lnRef>
            <a:fillRef idx="0">
              <a:schemeClr val="accent1"/>
            </a:fillRef>
            <a:effectRef idx="0">
              <a:schemeClr val="accent1"/>
            </a:effectRef>
            <a:fontRef idx="minor">
              <a:schemeClr val="tx1"/>
            </a:fontRef>
          </p:style>
        </p:cxnSp>
        <p:sp>
          <p:nvSpPr>
            <p:cNvPr id="40" name="文本框 39"/>
            <p:cNvSpPr txBox="1"/>
            <p:nvPr/>
          </p:nvSpPr>
          <p:spPr>
            <a:xfrm>
              <a:off x="9720464" y="4663033"/>
              <a:ext cx="282450" cy="294824"/>
            </a:xfrm>
            <a:prstGeom prst="rect">
              <a:avLst/>
            </a:prstGeom>
            <a:noFill/>
          </p:spPr>
          <p:txBody>
            <a:bodyPr wrap="none" rtlCol="0">
              <a:spAutoFit/>
            </a:bodyPr>
            <a:lstStyle/>
            <a:p>
              <a:pPr>
                <a:lnSpc>
                  <a:spcPct val="120000"/>
                </a:lnSpc>
              </a:pPr>
              <a:r>
                <a:rPr lang="en-US" altLang="zh-CN" sz="1200" b="1" dirty="0">
                  <a:solidFill>
                    <a:srgbClr val="FF0000"/>
                  </a:solidFill>
                  <a:latin typeface="微软雅黑 Light" panose="020B0502040204020203" pitchFamily="34" charset="-122"/>
                  <a:ea typeface="微软雅黑 Light" panose="020B0502040204020203" pitchFamily="34" charset="-122"/>
                  <a:cs typeface="+mn-ea"/>
                  <a:sym typeface="+mn-lt"/>
                </a:rPr>
                <a:t>◊</a:t>
              </a:r>
              <a:endParaRPr lang="zh-CN" altLang="en-US" sz="1200" b="1" dirty="0">
                <a:solidFill>
                  <a:srgbClr val="FF0000"/>
                </a:solidFill>
                <a:latin typeface="微软雅黑 Light" panose="020B0502040204020203" pitchFamily="34" charset="-122"/>
                <a:ea typeface="微软雅黑 Light" panose="020B0502040204020203" pitchFamily="34" charset="-122"/>
                <a:cs typeface="+mn-ea"/>
                <a:sym typeface="+mn-lt"/>
              </a:endParaRPr>
            </a:p>
          </p:txBody>
        </p:sp>
        <p:sp>
          <p:nvSpPr>
            <p:cNvPr id="41" name="任意多边形: 形状 40"/>
            <p:cNvSpPr/>
            <p:nvPr/>
          </p:nvSpPr>
          <p:spPr>
            <a:xfrm>
              <a:off x="8081682" y="2931459"/>
              <a:ext cx="1250577" cy="1062317"/>
            </a:xfrm>
            <a:custGeom>
              <a:avLst/>
              <a:gdLst>
                <a:gd name="connsiteX0" fmla="*/ 1250577 w 1250577"/>
                <a:gd name="connsiteY0" fmla="*/ 1062317 h 1062317"/>
                <a:gd name="connsiteX1" fmla="*/ 457200 w 1250577"/>
                <a:gd name="connsiteY1" fmla="*/ 636494 h 1062317"/>
                <a:gd name="connsiteX2" fmla="*/ 0 w 1250577"/>
                <a:gd name="connsiteY2" fmla="*/ 0 h 1062317"/>
              </a:gdLst>
              <a:ahLst/>
              <a:cxnLst>
                <a:cxn ang="0">
                  <a:pos x="connsiteX0" y="connsiteY0"/>
                </a:cxn>
                <a:cxn ang="0">
                  <a:pos x="connsiteX1" y="connsiteY1"/>
                </a:cxn>
                <a:cxn ang="0">
                  <a:pos x="connsiteX2" y="connsiteY2"/>
                </a:cxn>
              </a:cxnLst>
              <a:rect l="l" t="t" r="r" b="b"/>
              <a:pathLst>
                <a:path w="1250577" h="1062317">
                  <a:moveTo>
                    <a:pt x="1250577" y="1062317"/>
                  </a:moveTo>
                  <a:cubicBezTo>
                    <a:pt x="958103" y="937932"/>
                    <a:pt x="665629" y="813547"/>
                    <a:pt x="457200" y="636494"/>
                  </a:cubicBezTo>
                  <a:cubicBezTo>
                    <a:pt x="248770" y="459441"/>
                    <a:pt x="124385" y="229720"/>
                    <a:pt x="0" y="0"/>
                  </a:cubicBezTo>
                </a:path>
              </a:pathLst>
            </a:custGeom>
            <a:ln>
              <a:solidFill>
                <a:srgbClr val="C00000"/>
              </a:solidFill>
              <a:prstDash val="dash"/>
              <a:headEnd type="none" w="med" len="med"/>
              <a:tailEnd type="triangle" w="med" len="med"/>
            </a:ln>
          </p:spPr>
          <p:style>
            <a:lnRef idx="3">
              <a:schemeClr val="dk1"/>
            </a:lnRef>
            <a:fillRef idx="0">
              <a:schemeClr val="dk1"/>
            </a:fillRef>
            <a:effectRef idx="2">
              <a:schemeClr val="dk1"/>
            </a:effectRef>
            <a:fontRef idx="minor">
              <a:schemeClr val="tx1"/>
            </a:fontRef>
          </p:style>
          <p:txBody>
            <a:bodyPr rtlCol="0" anchor="ctr"/>
            <a:lstStyle/>
            <a:p>
              <a:pPr algn="ctr">
                <a:lnSpc>
                  <a:spcPct val="120000"/>
                </a:lnSpc>
              </a:pPr>
              <a:endParaRPr lang="zh-CN" altLang="en-US">
                <a:latin typeface="微软雅黑 Light" panose="020B0502040204020203" pitchFamily="34" charset="-122"/>
                <a:ea typeface="微软雅黑 Light" panose="020B0502040204020203" pitchFamily="34" charset="-122"/>
                <a:cs typeface="+mn-ea"/>
                <a:sym typeface="+mn-lt"/>
              </a:endParaRPr>
            </a:p>
          </p:txBody>
        </p:sp>
        <p:sp>
          <p:nvSpPr>
            <p:cNvPr id="42" name="文本框 41"/>
            <p:cNvSpPr txBox="1"/>
            <p:nvPr/>
          </p:nvSpPr>
          <p:spPr>
            <a:xfrm>
              <a:off x="8536715" y="3479636"/>
              <a:ext cx="992579" cy="328551"/>
            </a:xfrm>
            <a:prstGeom prst="rect">
              <a:avLst/>
            </a:prstGeom>
            <a:noFill/>
          </p:spPr>
          <p:txBody>
            <a:bodyPr wrap="none" rtlCol="0">
              <a:spAutoFit/>
            </a:bodyPr>
            <a:lstStyle/>
            <a:p>
              <a:pPr>
                <a:lnSpc>
                  <a:spcPct val="120000"/>
                </a:lnSpc>
              </a:pPr>
              <a:r>
                <a:rPr lang="en-US" altLang="zh-CN" sz="1400" dirty="0">
                  <a:latin typeface="微软雅黑 Light" panose="020B0502040204020203" pitchFamily="34" charset="-122"/>
                  <a:ea typeface="微软雅黑 Light" panose="020B0502040204020203" pitchFamily="34" charset="-122"/>
                  <a:cs typeface="+mn-ea"/>
                  <a:sym typeface="+mn-lt"/>
                </a:rPr>
                <a:t>ICMP</a:t>
              </a:r>
              <a:r>
                <a:rPr lang="zh-CN" altLang="en-US" sz="1400" dirty="0">
                  <a:latin typeface="微软雅黑 Light" panose="020B0502040204020203" pitchFamily="34" charset="-122"/>
                  <a:ea typeface="微软雅黑 Light" panose="020B0502040204020203" pitchFamily="34" charset="-122"/>
                  <a:cs typeface="+mn-ea"/>
                  <a:sym typeface="+mn-lt"/>
                </a:rPr>
                <a:t>报告</a:t>
              </a:r>
              <a:endParaRPr lang="zh-CN" altLang="en-US" sz="1400" dirty="0">
                <a:latin typeface="微软雅黑 Light" panose="020B0502040204020203" pitchFamily="34" charset="-122"/>
                <a:ea typeface="微软雅黑 Light" panose="020B0502040204020203" pitchFamily="34" charset="-122"/>
                <a:cs typeface="+mn-ea"/>
                <a:sym typeface="+mn-lt"/>
              </a:endParaRPr>
            </a:p>
          </p:txBody>
        </p:sp>
      </p:grpSp>
    </p:spTree>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灯片编号占位符 5"/>
          <p:cNvSpPr>
            <a:spLocks noGrp="1"/>
          </p:cNvSpPr>
          <p:nvPr>
            <p:ph type="sldNum" sz="quarter" idx="12"/>
          </p:nvPr>
        </p:nvSpPr>
        <p:spPr/>
        <p:txBody>
          <a:bodyPr/>
          <a:lstStyle/>
          <a:p>
            <a:fld id="{A3717541-7E12-4BA7-ADDA-36D43AE8F4A3}" type="slidenum">
              <a:rPr lang="en-US" altLang="zh-CN"/>
            </a:fld>
            <a:endParaRPr lang="en-US" altLang="zh-CN"/>
          </a:p>
        </p:txBody>
      </p:sp>
      <p:sp>
        <p:nvSpPr>
          <p:cNvPr id="546818" name="Rectangle 2"/>
          <p:cNvSpPr>
            <a:spLocks noGrp="1" noChangeArrowheads="1"/>
          </p:cNvSpPr>
          <p:nvPr>
            <p:ph type="title"/>
          </p:nvPr>
        </p:nvSpPr>
        <p:spPr/>
        <p:txBody>
          <a:bodyPr/>
          <a:lstStyle/>
          <a:p>
            <a:r>
              <a:rPr lang="en-US" altLang="zh-CN"/>
              <a:t>ICMP</a:t>
            </a:r>
            <a:r>
              <a:rPr lang="zh-CN" altLang="en-US"/>
              <a:t>报文格式和类型</a:t>
            </a:r>
            <a:endParaRPr lang="zh-CN" altLang="en-US"/>
          </a:p>
        </p:txBody>
      </p:sp>
      <p:sp>
        <p:nvSpPr>
          <p:cNvPr id="546821" name="Rectangle 5"/>
          <p:cNvSpPr>
            <a:spLocks noChangeAspect="1" noChangeArrowheads="1"/>
          </p:cNvSpPr>
          <p:nvPr/>
        </p:nvSpPr>
        <p:spPr bwMode="auto">
          <a:xfrm>
            <a:off x="6743700" y="4105276"/>
            <a:ext cx="2159000" cy="403225"/>
          </a:xfrm>
          <a:prstGeom prst="rect">
            <a:avLst/>
          </a:prstGeom>
          <a:solidFill>
            <a:schemeClr val="accent1"/>
          </a:solidFill>
          <a:ln w="19050" algn="ctr">
            <a:solidFill>
              <a:srgbClr val="0066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dirty="0">
                <a:latin typeface="微软雅黑 Light" panose="020B0502040204020203" pitchFamily="34" charset="-122"/>
                <a:ea typeface="微软雅黑 Light" panose="020B0502040204020203" pitchFamily="34" charset="-122"/>
              </a:rPr>
              <a:t>ICMP</a:t>
            </a:r>
            <a:r>
              <a:rPr lang="zh-CN" altLang="en-US" dirty="0">
                <a:latin typeface="微软雅黑 Light" panose="020B0502040204020203" pitchFamily="34" charset="-122"/>
                <a:ea typeface="微软雅黑 Light" panose="020B0502040204020203" pitchFamily="34" charset="-122"/>
              </a:rPr>
              <a:t>报文</a:t>
            </a:r>
            <a:endParaRPr lang="zh-CN" altLang="en-US" dirty="0">
              <a:latin typeface="微软雅黑 Light" panose="020B0502040204020203" pitchFamily="34" charset="-122"/>
              <a:ea typeface="微软雅黑 Light" panose="020B0502040204020203" pitchFamily="34" charset="-122"/>
            </a:endParaRPr>
          </a:p>
        </p:txBody>
      </p:sp>
      <p:sp>
        <p:nvSpPr>
          <p:cNvPr id="546822" name="Line 6"/>
          <p:cNvSpPr>
            <a:spLocks noChangeAspect="1" noChangeShapeType="1"/>
          </p:cNvSpPr>
          <p:nvPr/>
        </p:nvSpPr>
        <p:spPr bwMode="auto">
          <a:xfrm>
            <a:off x="3646488" y="3241675"/>
            <a:ext cx="0" cy="1728788"/>
          </a:xfrm>
          <a:prstGeom prst="line">
            <a:avLst/>
          </a:prstGeom>
          <a:noFill/>
          <a:ln w="9525">
            <a:solidFill>
              <a:schemeClr val="tx1"/>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546823" name="Line 7"/>
          <p:cNvSpPr>
            <a:spLocks noChangeAspect="1" noChangeShapeType="1"/>
          </p:cNvSpPr>
          <p:nvPr/>
        </p:nvSpPr>
        <p:spPr bwMode="auto">
          <a:xfrm>
            <a:off x="8904288" y="3241675"/>
            <a:ext cx="0" cy="1728788"/>
          </a:xfrm>
          <a:prstGeom prst="line">
            <a:avLst/>
          </a:prstGeom>
          <a:noFill/>
          <a:ln w="9525">
            <a:solidFill>
              <a:schemeClr val="tx1"/>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546824" name="Line 8"/>
          <p:cNvSpPr>
            <a:spLocks noChangeAspect="1" noChangeShapeType="1"/>
          </p:cNvSpPr>
          <p:nvPr/>
        </p:nvSpPr>
        <p:spPr bwMode="auto">
          <a:xfrm>
            <a:off x="3646488" y="3602038"/>
            <a:ext cx="5257800" cy="0"/>
          </a:xfrm>
          <a:prstGeom prst="line">
            <a:avLst/>
          </a:prstGeom>
          <a:noFill/>
          <a:ln w="12700">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546825" name="Text Box 9"/>
          <p:cNvSpPr txBox="1">
            <a:spLocks noChangeAspect="1" noChangeArrowheads="1"/>
          </p:cNvSpPr>
          <p:nvPr/>
        </p:nvSpPr>
        <p:spPr bwMode="auto">
          <a:xfrm>
            <a:off x="5735639" y="3122613"/>
            <a:ext cx="13858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400" dirty="0">
                <a:latin typeface="微软雅黑 Light" panose="020B0502040204020203" pitchFamily="34" charset="-122"/>
                <a:ea typeface="微软雅黑 Light" panose="020B0502040204020203" pitchFamily="34" charset="-122"/>
              </a:rPr>
              <a:t>IP</a:t>
            </a:r>
            <a:r>
              <a:rPr lang="zh-CN" altLang="en-US" sz="2400" dirty="0">
                <a:latin typeface="微软雅黑 Light" panose="020B0502040204020203" pitchFamily="34" charset="-122"/>
                <a:ea typeface="微软雅黑 Light" panose="020B0502040204020203" pitchFamily="34" charset="-122"/>
              </a:rPr>
              <a:t>数据报</a:t>
            </a:r>
            <a:endParaRPr lang="zh-CN" altLang="en-US" sz="2400" dirty="0">
              <a:latin typeface="微软雅黑 Light" panose="020B0502040204020203" pitchFamily="34" charset="-122"/>
              <a:ea typeface="微软雅黑 Light" panose="020B0502040204020203" pitchFamily="34" charset="-122"/>
            </a:endParaRPr>
          </a:p>
        </p:txBody>
      </p:sp>
      <p:sp>
        <p:nvSpPr>
          <p:cNvPr id="546828" name="Rectangle 12"/>
          <p:cNvSpPr>
            <a:spLocks noChangeAspect="1" noChangeArrowheads="1"/>
          </p:cNvSpPr>
          <p:nvPr/>
        </p:nvSpPr>
        <p:spPr bwMode="auto">
          <a:xfrm>
            <a:off x="5375275" y="4105276"/>
            <a:ext cx="1366838" cy="403225"/>
          </a:xfrm>
          <a:prstGeom prst="rect">
            <a:avLst/>
          </a:prstGeom>
          <a:solidFill>
            <a:schemeClr val="accent1"/>
          </a:solidFill>
          <a:ln w="19050" algn="ctr">
            <a:solidFill>
              <a:srgbClr val="0066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dirty="0">
                <a:latin typeface="微软雅黑 Light" panose="020B0502040204020203" pitchFamily="34" charset="-122"/>
                <a:ea typeface="微软雅黑 Light" panose="020B0502040204020203" pitchFamily="34" charset="-122"/>
              </a:rPr>
              <a:t>ICMP</a:t>
            </a:r>
            <a:r>
              <a:rPr lang="zh-CN" altLang="en-US" dirty="0">
                <a:latin typeface="微软雅黑 Light" panose="020B0502040204020203" pitchFamily="34" charset="-122"/>
                <a:ea typeface="微软雅黑 Light" panose="020B0502040204020203" pitchFamily="34" charset="-122"/>
              </a:rPr>
              <a:t>报头</a:t>
            </a:r>
            <a:endParaRPr lang="zh-CN" altLang="en-US" dirty="0">
              <a:latin typeface="微软雅黑 Light" panose="020B0502040204020203" pitchFamily="34" charset="-122"/>
              <a:ea typeface="微软雅黑 Light" panose="020B0502040204020203" pitchFamily="34" charset="-122"/>
            </a:endParaRPr>
          </a:p>
        </p:txBody>
      </p:sp>
      <p:sp>
        <p:nvSpPr>
          <p:cNvPr id="546829" name="Rectangle 13"/>
          <p:cNvSpPr>
            <a:spLocks noChangeAspect="1" noChangeArrowheads="1"/>
          </p:cNvSpPr>
          <p:nvPr/>
        </p:nvSpPr>
        <p:spPr bwMode="auto">
          <a:xfrm>
            <a:off x="5375276" y="4797426"/>
            <a:ext cx="3529013" cy="403225"/>
          </a:xfrm>
          <a:prstGeom prst="rect">
            <a:avLst/>
          </a:prstGeom>
          <a:solidFill>
            <a:schemeClr val="accent1"/>
          </a:solidFill>
          <a:ln w="19050" algn="ctr">
            <a:solidFill>
              <a:srgbClr val="0066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dirty="0">
                <a:latin typeface="微软雅黑 Light" panose="020B0502040204020203" pitchFamily="34" charset="-122"/>
                <a:ea typeface="微软雅黑 Light" panose="020B0502040204020203" pitchFamily="34" charset="-122"/>
              </a:rPr>
              <a:t>IP</a:t>
            </a:r>
            <a:r>
              <a:rPr lang="zh-CN" altLang="en-US" dirty="0">
                <a:latin typeface="微软雅黑 Light" panose="020B0502040204020203" pitchFamily="34" charset="-122"/>
                <a:ea typeface="微软雅黑 Light" panose="020B0502040204020203" pitchFamily="34" charset="-122"/>
              </a:rPr>
              <a:t>数据</a:t>
            </a:r>
            <a:endParaRPr lang="zh-CN" altLang="en-US" dirty="0">
              <a:latin typeface="微软雅黑 Light" panose="020B0502040204020203" pitchFamily="34" charset="-122"/>
              <a:ea typeface="微软雅黑 Light" panose="020B0502040204020203" pitchFamily="34" charset="-122"/>
            </a:endParaRPr>
          </a:p>
        </p:txBody>
      </p:sp>
      <p:sp>
        <p:nvSpPr>
          <p:cNvPr id="546830" name="Rectangle 14"/>
          <p:cNvSpPr>
            <a:spLocks noChangeAspect="1" noChangeArrowheads="1"/>
          </p:cNvSpPr>
          <p:nvPr/>
        </p:nvSpPr>
        <p:spPr bwMode="auto">
          <a:xfrm>
            <a:off x="3646488" y="4797426"/>
            <a:ext cx="1727200" cy="403225"/>
          </a:xfrm>
          <a:prstGeom prst="rect">
            <a:avLst/>
          </a:prstGeom>
          <a:solidFill>
            <a:schemeClr val="accent1"/>
          </a:solidFill>
          <a:ln w="19050" algn="ctr">
            <a:solidFill>
              <a:srgbClr val="0066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dirty="0">
                <a:latin typeface="微软雅黑 Light" panose="020B0502040204020203" pitchFamily="34" charset="-122"/>
                <a:ea typeface="微软雅黑 Light" panose="020B0502040204020203" pitchFamily="34" charset="-122"/>
              </a:rPr>
              <a:t>IP</a:t>
            </a:r>
            <a:r>
              <a:rPr lang="zh-CN" altLang="en-US" dirty="0">
                <a:latin typeface="微软雅黑 Light" panose="020B0502040204020203" pitchFamily="34" charset="-122"/>
                <a:ea typeface="微软雅黑 Light" panose="020B0502040204020203" pitchFamily="34" charset="-122"/>
              </a:rPr>
              <a:t>首部</a:t>
            </a:r>
            <a:endParaRPr lang="zh-CN" altLang="en-US" dirty="0">
              <a:latin typeface="微软雅黑 Light" panose="020B0502040204020203" pitchFamily="34" charset="-122"/>
              <a:ea typeface="微软雅黑 Light" panose="020B0502040204020203" pitchFamily="34" charset="-122"/>
            </a:endParaRPr>
          </a:p>
        </p:txBody>
      </p:sp>
      <p:sp>
        <p:nvSpPr>
          <p:cNvPr id="546831" name="Rectangle 15"/>
          <p:cNvSpPr>
            <a:spLocks noChangeAspect="1" noChangeArrowheads="1"/>
          </p:cNvSpPr>
          <p:nvPr/>
        </p:nvSpPr>
        <p:spPr bwMode="auto">
          <a:xfrm>
            <a:off x="3646488" y="5445126"/>
            <a:ext cx="5257800" cy="403225"/>
          </a:xfrm>
          <a:prstGeom prst="rect">
            <a:avLst/>
          </a:prstGeom>
          <a:solidFill>
            <a:schemeClr val="accent1"/>
          </a:solidFill>
          <a:ln w="19050" algn="ctr">
            <a:solidFill>
              <a:srgbClr val="0066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dirty="0">
                <a:latin typeface="微软雅黑 Light" panose="020B0502040204020203" pitchFamily="34" charset="-122"/>
                <a:ea typeface="微软雅黑 Light" panose="020B0502040204020203" pitchFamily="34" charset="-122"/>
              </a:rPr>
              <a:t>帧数据</a:t>
            </a:r>
            <a:endParaRPr lang="zh-CN" altLang="en-US" dirty="0">
              <a:latin typeface="微软雅黑 Light" panose="020B0502040204020203" pitchFamily="34" charset="-122"/>
              <a:ea typeface="微软雅黑 Light" panose="020B0502040204020203" pitchFamily="34" charset="-122"/>
            </a:endParaRPr>
          </a:p>
        </p:txBody>
      </p:sp>
      <p:sp>
        <p:nvSpPr>
          <p:cNvPr id="546832" name="Rectangle 16"/>
          <p:cNvSpPr>
            <a:spLocks noChangeAspect="1" noChangeArrowheads="1"/>
          </p:cNvSpPr>
          <p:nvPr/>
        </p:nvSpPr>
        <p:spPr bwMode="auto">
          <a:xfrm>
            <a:off x="2135188" y="5445126"/>
            <a:ext cx="1511300" cy="403225"/>
          </a:xfrm>
          <a:prstGeom prst="rect">
            <a:avLst/>
          </a:prstGeom>
          <a:solidFill>
            <a:schemeClr val="accent1"/>
          </a:solidFill>
          <a:ln w="19050" algn="ctr">
            <a:solidFill>
              <a:srgbClr val="0066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dirty="0">
                <a:latin typeface="微软雅黑 Light" panose="020B0502040204020203" pitchFamily="34" charset="-122"/>
                <a:ea typeface="微软雅黑 Light" panose="020B0502040204020203" pitchFamily="34" charset="-122"/>
              </a:rPr>
              <a:t>帧首</a:t>
            </a:r>
            <a:endParaRPr lang="zh-CN" altLang="en-US" dirty="0">
              <a:latin typeface="微软雅黑 Light" panose="020B0502040204020203" pitchFamily="34" charset="-122"/>
              <a:ea typeface="微软雅黑 Light" panose="020B0502040204020203" pitchFamily="34" charset="-122"/>
            </a:endParaRPr>
          </a:p>
        </p:txBody>
      </p:sp>
      <p:sp>
        <p:nvSpPr>
          <p:cNvPr id="546833" name="Rectangle 17"/>
          <p:cNvSpPr>
            <a:spLocks noChangeAspect="1" noChangeArrowheads="1"/>
          </p:cNvSpPr>
          <p:nvPr/>
        </p:nvSpPr>
        <p:spPr bwMode="auto">
          <a:xfrm>
            <a:off x="8904288" y="5445126"/>
            <a:ext cx="1295400" cy="403225"/>
          </a:xfrm>
          <a:prstGeom prst="rect">
            <a:avLst/>
          </a:prstGeom>
          <a:solidFill>
            <a:schemeClr val="accent1"/>
          </a:solidFill>
          <a:ln w="19050" algn="ctr">
            <a:solidFill>
              <a:srgbClr val="0066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dirty="0">
                <a:latin typeface="微软雅黑 Light" panose="020B0502040204020203" pitchFamily="34" charset="-122"/>
                <a:ea typeface="微软雅黑 Light" panose="020B0502040204020203" pitchFamily="34" charset="-122"/>
              </a:rPr>
              <a:t>帧位</a:t>
            </a:r>
            <a:endParaRPr lang="zh-CN" altLang="en-US" dirty="0">
              <a:latin typeface="微软雅黑 Light" panose="020B0502040204020203" pitchFamily="34" charset="-122"/>
              <a:ea typeface="微软雅黑 Light" panose="020B0502040204020203" pitchFamily="34" charset="-122"/>
            </a:endParaRPr>
          </a:p>
        </p:txBody>
      </p:sp>
      <p:sp>
        <p:nvSpPr>
          <p:cNvPr id="3" name="内容占位符 2"/>
          <p:cNvSpPr>
            <a:spLocks noGrp="1"/>
          </p:cNvSpPr>
          <p:nvPr>
            <p:ph idx="1"/>
          </p:nvPr>
        </p:nvSpPr>
        <p:spPr>
          <a:xfrm>
            <a:off x="334434" y="1052515"/>
            <a:ext cx="11523133" cy="1685924"/>
          </a:xfrm>
        </p:spPr>
        <p:txBody>
          <a:bodyPr/>
          <a:lstStyle/>
          <a:p>
            <a:r>
              <a:rPr lang="en-US" altLang="zh-CN" dirty="0"/>
              <a:t>ICMP</a:t>
            </a:r>
            <a:r>
              <a:rPr lang="zh-CN" altLang="en-US" dirty="0"/>
              <a:t>数据报封装在</a:t>
            </a:r>
            <a:r>
              <a:rPr lang="en-US" altLang="zh-CN" dirty="0"/>
              <a:t>IP</a:t>
            </a:r>
            <a:r>
              <a:rPr lang="zh-CN" altLang="en-US" dirty="0"/>
              <a:t>数据报里传输</a:t>
            </a:r>
            <a:endParaRPr lang="zh-CN" altLang="en-US" dirty="0"/>
          </a:p>
          <a:p>
            <a:r>
              <a:rPr lang="en-US" altLang="zh-CN" dirty="0"/>
              <a:t>ICMP</a:t>
            </a:r>
            <a:r>
              <a:rPr lang="zh-CN" altLang="en-US" dirty="0"/>
              <a:t>报文可以被</a:t>
            </a:r>
            <a:r>
              <a:rPr lang="en-US" altLang="zh-CN" dirty="0"/>
              <a:t>IP</a:t>
            </a:r>
            <a:r>
              <a:rPr lang="zh-CN" altLang="en-US" dirty="0"/>
              <a:t>协议层、传输层协议（</a:t>
            </a:r>
            <a:r>
              <a:rPr lang="en-US" altLang="zh-CN" dirty="0"/>
              <a:t>TCP</a:t>
            </a:r>
            <a:r>
              <a:rPr lang="zh-CN" altLang="en-US" dirty="0"/>
              <a:t>或</a:t>
            </a:r>
            <a:r>
              <a:rPr lang="en-US" altLang="zh-CN" dirty="0"/>
              <a:t>UDP</a:t>
            </a:r>
            <a:r>
              <a:rPr lang="zh-CN" altLang="en-US" dirty="0"/>
              <a:t>）和用户进程使用</a:t>
            </a:r>
            <a:endParaRPr lang="zh-CN" altLang="en-US" dirty="0"/>
          </a:p>
          <a:p>
            <a:endParaRPr lang="zh-CN" altLang="en-US" dirty="0"/>
          </a:p>
        </p:txBody>
      </p:sp>
    </p:spTree>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ICMP</a:t>
            </a:r>
            <a:r>
              <a:rPr lang="zh-CN" altLang="en-US" dirty="0"/>
              <a:t>报文格式</a:t>
            </a:r>
            <a:endParaRPr lang="zh-CN" altLang="en-US" dirty="0"/>
          </a:p>
        </p:txBody>
      </p:sp>
      <p:sp>
        <p:nvSpPr>
          <p:cNvPr id="3" name="内容占位符 2"/>
          <p:cNvSpPr>
            <a:spLocks noGrp="1"/>
          </p:cNvSpPr>
          <p:nvPr>
            <p:ph idx="1"/>
          </p:nvPr>
        </p:nvSpPr>
        <p:spPr>
          <a:xfrm>
            <a:off x="334434" y="1052515"/>
            <a:ext cx="11523133" cy="3456606"/>
          </a:xfrm>
        </p:spPr>
        <p:txBody>
          <a:bodyPr/>
          <a:lstStyle/>
          <a:p>
            <a:r>
              <a:rPr lang="zh-CN" altLang="en-US" dirty="0"/>
              <a:t>类型：占</a:t>
            </a:r>
            <a:r>
              <a:rPr lang="en-US" altLang="zh-CN" dirty="0"/>
              <a:t>8</a:t>
            </a:r>
            <a:r>
              <a:rPr lang="zh-CN" altLang="en-US" dirty="0"/>
              <a:t>位，有</a:t>
            </a:r>
            <a:r>
              <a:rPr lang="en-US" altLang="zh-CN" dirty="0"/>
              <a:t>15</a:t>
            </a:r>
            <a:r>
              <a:rPr lang="zh-CN" altLang="en-US" dirty="0"/>
              <a:t>个不同的值</a:t>
            </a:r>
            <a:endParaRPr lang="en-US" altLang="zh-CN" dirty="0"/>
          </a:p>
          <a:p>
            <a:pPr lvl="1"/>
            <a:r>
              <a:rPr lang="zh-CN" altLang="en-US" dirty="0"/>
              <a:t>用来描述特定类型的</a:t>
            </a:r>
            <a:r>
              <a:rPr lang="en-US" altLang="zh-CN" dirty="0"/>
              <a:t>ICMP</a:t>
            </a:r>
            <a:r>
              <a:rPr lang="zh-CN" altLang="en-US" dirty="0"/>
              <a:t>报文</a:t>
            </a:r>
            <a:endParaRPr lang="zh-CN" altLang="en-US" dirty="0"/>
          </a:p>
          <a:p>
            <a:r>
              <a:rPr lang="zh-CN" altLang="en-US" dirty="0"/>
              <a:t>代码：占</a:t>
            </a:r>
            <a:r>
              <a:rPr lang="en-US" altLang="zh-CN" dirty="0"/>
              <a:t>8</a:t>
            </a:r>
            <a:r>
              <a:rPr lang="zh-CN" altLang="en-US" dirty="0"/>
              <a:t>位</a:t>
            </a:r>
            <a:endParaRPr lang="en-US" altLang="zh-CN" dirty="0"/>
          </a:p>
          <a:p>
            <a:pPr lvl="1"/>
            <a:r>
              <a:rPr lang="zh-CN" altLang="en-US" dirty="0"/>
              <a:t>进一步描述某类型的</a:t>
            </a:r>
            <a:r>
              <a:rPr lang="en-US" altLang="zh-CN" dirty="0"/>
              <a:t>ICMP</a:t>
            </a:r>
            <a:r>
              <a:rPr lang="zh-CN" altLang="en-US" dirty="0"/>
              <a:t>报文的不同功能</a:t>
            </a:r>
            <a:endParaRPr lang="zh-CN" altLang="en-US" dirty="0"/>
          </a:p>
          <a:p>
            <a:r>
              <a:rPr lang="zh-CN" altLang="en-US" dirty="0"/>
              <a:t>检验和：占</a:t>
            </a:r>
            <a:r>
              <a:rPr lang="en-US" altLang="zh-CN" dirty="0"/>
              <a:t>16</a:t>
            </a:r>
            <a:r>
              <a:rPr lang="zh-CN" altLang="en-US" dirty="0"/>
              <a:t>位</a:t>
            </a:r>
            <a:endParaRPr lang="en-US" altLang="zh-CN" dirty="0"/>
          </a:p>
          <a:p>
            <a:pPr lvl="1"/>
            <a:r>
              <a:rPr lang="zh-CN" altLang="en-US" dirty="0"/>
              <a:t>覆盖整个</a:t>
            </a:r>
            <a:r>
              <a:rPr lang="en-US" altLang="zh-CN" dirty="0"/>
              <a:t>ICMP</a:t>
            </a:r>
            <a:r>
              <a:rPr lang="zh-CN" altLang="en-US" dirty="0"/>
              <a:t>报文，包括头部和数据</a:t>
            </a:r>
            <a:endParaRPr lang="zh-CN" altLang="en-US" dirty="0"/>
          </a:p>
        </p:txBody>
      </p:sp>
      <p:sp>
        <p:nvSpPr>
          <p:cNvPr id="4" name="灯片编号占位符 3"/>
          <p:cNvSpPr>
            <a:spLocks noGrp="1"/>
          </p:cNvSpPr>
          <p:nvPr>
            <p:ph type="sldNum" sz="quarter" idx="12"/>
          </p:nvPr>
        </p:nvSpPr>
        <p:spPr/>
        <p:txBody>
          <a:bodyPr/>
          <a:lstStyle/>
          <a:p>
            <a:pPr>
              <a:defRPr/>
            </a:pPr>
            <a:fld id="{816960B2-2B11-492C-B588-5290E1274F96}" type="slidenum">
              <a:rPr lang="en-US" altLang="zh-CN" smtClean="0"/>
            </a:fld>
            <a:endParaRPr lang="en-US" altLang="zh-CN" dirty="0"/>
          </a:p>
        </p:txBody>
      </p:sp>
      <p:sp>
        <p:nvSpPr>
          <p:cNvPr id="5" name="Rectangle 5"/>
          <p:cNvSpPr>
            <a:spLocks noChangeArrowheads="1"/>
          </p:cNvSpPr>
          <p:nvPr/>
        </p:nvSpPr>
        <p:spPr bwMode="auto">
          <a:xfrm>
            <a:off x="2279575" y="4749776"/>
            <a:ext cx="1944688" cy="504825"/>
          </a:xfrm>
          <a:prstGeom prst="rect">
            <a:avLst/>
          </a:prstGeom>
          <a:solidFill>
            <a:schemeClr val="accent1"/>
          </a:solidFill>
          <a:ln w="19050" algn="ctr">
            <a:solidFill>
              <a:srgbClr val="0066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2400" dirty="0">
                <a:latin typeface="微软雅黑 Light" panose="020B0502040204020203" pitchFamily="34" charset="-122"/>
                <a:ea typeface="微软雅黑 Light" panose="020B0502040204020203" pitchFamily="34" charset="-122"/>
              </a:rPr>
              <a:t>类型</a:t>
            </a:r>
            <a:endParaRPr lang="zh-CN" altLang="en-US" sz="2400" dirty="0">
              <a:latin typeface="微软雅黑 Light" panose="020B0502040204020203" pitchFamily="34" charset="-122"/>
              <a:ea typeface="微软雅黑 Light" panose="020B0502040204020203" pitchFamily="34" charset="-122"/>
            </a:endParaRPr>
          </a:p>
        </p:txBody>
      </p:sp>
      <p:sp>
        <p:nvSpPr>
          <p:cNvPr id="6" name="Rectangle 6"/>
          <p:cNvSpPr>
            <a:spLocks noChangeArrowheads="1"/>
          </p:cNvSpPr>
          <p:nvPr/>
        </p:nvSpPr>
        <p:spPr bwMode="auto">
          <a:xfrm>
            <a:off x="4224264" y="4749776"/>
            <a:ext cx="1944687" cy="504825"/>
          </a:xfrm>
          <a:prstGeom prst="rect">
            <a:avLst/>
          </a:prstGeom>
          <a:solidFill>
            <a:schemeClr val="accent1"/>
          </a:solidFill>
          <a:ln w="19050" algn="ctr">
            <a:solidFill>
              <a:srgbClr val="0066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2400" dirty="0">
                <a:latin typeface="微软雅黑 Light" panose="020B0502040204020203" pitchFamily="34" charset="-122"/>
                <a:ea typeface="微软雅黑 Light" panose="020B0502040204020203" pitchFamily="34" charset="-122"/>
              </a:rPr>
              <a:t>代码</a:t>
            </a:r>
            <a:endParaRPr lang="zh-CN" altLang="en-US" sz="2400" dirty="0">
              <a:latin typeface="微软雅黑 Light" panose="020B0502040204020203" pitchFamily="34" charset="-122"/>
              <a:ea typeface="微软雅黑 Light" panose="020B0502040204020203" pitchFamily="34" charset="-122"/>
            </a:endParaRPr>
          </a:p>
        </p:txBody>
      </p:sp>
      <p:sp>
        <p:nvSpPr>
          <p:cNvPr id="7" name="Rectangle 7"/>
          <p:cNvSpPr>
            <a:spLocks noChangeArrowheads="1"/>
          </p:cNvSpPr>
          <p:nvPr/>
        </p:nvSpPr>
        <p:spPr bwMode="auto">
          <a:xfrm>
            <a:off x="6167364" y="4749776"/>
            <a:ext cx="3887787" cy="504825"/>
          </a:xfrm>
          <a:prstGeom prst="rect">
            <a:avLst/>
          </a:prstGeom>
          <a:solidFill>
            <a:schemeClr val="accent1"/>
          </a:solidFill>
          <a:ln w="19050" algn="ctr">
            <a:solidFill>
              <a:srgbClr val="0066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2400" dirty="0">
                <a:latin typeface="微软雅黑 Light" panose="020B0502040204020203" pitchFamily="34" charset="-122"/>
                <a:ea typeface="微软雅黑 Light" panose="020B0502040204020203" pitchFamily="34" charset="-122"/>
              </a:rPr>
              <a:t>检验和</a:t>
            </a:r>
            <a:endParaRPr lang="zh-CN" altLang="en-US" sz="2400" dirty="0">
              <a:latin typeface="微软雅黑 Light" panose="020B0502040204020203" pitchFamily="34" charset="-122"/>
              <a:ea typeface="微软雅黑 Light" panose="020B0502040204020203" pitchFamily="34" charset="-122"/>
            </a:endParaRPr>
          </a:p>
        </p:txBody>
      </p:sp>
      <p:sp>
        <p:nvSpPr>
          <p:cNvPr id="8" name="Rectangle 8"/>
          <p:cNvSpPr>
            <a:spLocks noChangeArrowheads="1"/>
          </p:cNvSpPr>
          <p:nvPr/>
        </p:nvSpPr>
        <p:spPr bwMode="auto">
          <a:xfrm>
            <a:off x="2279576" y="5229200"/>
            <a:ext cx="7777163" cy="863600"/>
          </a:xfrm>
          <a:prstGeom prst="rect">
            <a:avLst/>
          </a:prstGeom>
          <a:solidFill>
            <a:schemeClr val="accent1"/>
          </a:solidFill>
          <a:ln w="19050" algn="ctr">
            <a:solidFill>
              <a:srgbClr val="0066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400" dirty="0">
                <a:latin typeface="微软雅黑 Light" panose="020B0502040204020203" pitchFamily="34" charset="-122"/>
                <a:ea typeface="微软雅黑 Light" panose="020B0502040204020203" pitchFamily="34" charset="-122"/>
              </a:rPr>
              <a:t>(</a:t>
            </a:r>
            <a:r>
              <a:rPr lang="zh-CN" altLang="en-US" sz="2400" dirty="0">
                <a:latin typeface="微软雅黑 Light" panose="020B0502040204020203" pitchFamily="34" charset="-122"/>
                <a:ea typeface="微软雅黑 Light" panose="020B0502040204020203" pitchFamily="34" charset="-122"/>
              </a:rPr>
              <a:t>根据类型和代码有不同内容</a:t>
            </a:r>
            <a:r>
              <a:rPr lang="en-US" altLang="zh-CN" sz="2400" dirty="0">
                <a:latin typeface="微软雅黑 Light" panose="020B0502040204020203" pitchFamily="34" charset="-122"/>
                <a:ea typeface="微软雅黑 Light" panose="020B0502040204020203" pitchFamily="34" charset="-122"/>
              </a:rPr>
              <a:t>)</a:t>
            </a:r>
            <a:endParaRPr lang="en-US" altLang="zh-CN" sz="2400" dirty="0">
              <a:latin typeface="微软雅黑 Light" panose="020B0502040204020203" pitchFamily="34" charset="-122"/>
              <a:ea typeface="微软雅黑 Light" panose="020B0502040204020203" pitchFamily="34" charset="-122"/>
            </a:endParaRPr>
          </a:p>
        </p:txBody>
      </p:sp>
      <p:sp>
        <p:nvSpPr>
          <p:cNvPr id="9" name="Text Box 10"/>
          <p:cNvSpPr txBox="1">
            <a:spLocks noChangeArrowheads="1"/>
          </p:cNvSpPr>
          <p:nvPr/>
        </p:nvSpPr>
        <p:spPr bwMode="auto">
          <a:xfrm>
            <a:off x="2208138" y="4292575"/>
            <a:ext cx="356188"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400" dirty="0">
                <a:latin typeface="微软雅黑 Light" panose="020B0502040204020203" pitchFamily="34" charset="-122"/>
                <a:ea typeface="微软雅黑 Light" panose="020B0502040204020203" pitchFamily="34" charset="-122"/>
              </a:rPr>
              <a:t>0</a:t>
            </a:r>
            <a:endParaRPr lang="en-US" altLang="zh-CN" sz="2400" dirty="0">
              <a:latin typeface="微软雅黑 Light" panose="020B0502040204020203" pitchFamily="34" charset="-122"/>
              <a:ea typeface="微软雅黑 Light" panose="020B0502040204020203" pitchFamily="34" charset="-122"/>
            </a:endParaRPr>
          </a:p>
        </p:txBody>
      </p:sp>
      <p:sp>
        <p:nvSpPr>
          <p:cNvPr id="10" name="Text Box 11"/>
          <p:cNvSpPr txBox="1">
            <a:spLocks noChangeArrowheads="1"/>
          </p:cNvSpPr>
          <p:nvPr/>
        </p:nvSpPr>
        <p:spPr bwMode="auto">
          <a:xfrm>
            <a:off x="3936926" y="4292575"/>
            <a:ext cx="351378"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400" dirty="0">
                <a:latin typeface="微软雅黑 Light" panose="020B0502040204020203" pitchFamily="34" charset="-122"/>
                <a:ea typeface="微软雅黑 Light" panose="020B0502040204020203" pitchFamily="34" charset="-122"/>
              </a:rPr>
              <a:t>7</a:t>
            </a:r>
            <a:endParaRPr lang="en-US" altLang="zh-CN" sz="2400" dirty="0">
              <a:latin typeface="微软雅黑 Light" panose="020B0502040204020203" pitchFamily="34" charset="-122"/>
              <a:ea typeface="微软雅黑 Light" panose="020B0502040204020203" pitchFamily="34" charset="-122"/>
            </a:endParaRPr>
          </a:p>
        </p:txBody>
      </p:sp>
      <p:sp>
        <p:nvSpPr>
          <p:cNvPr id="11" name="Text Box 12"/>
          <p:cNvSpPr txBox="1">
            <a:spLocks noChangeArrowheads="1"/>
          </p:cNvSpPr>
          <p:nvPr/>
        </p:nvSpPr>
        <p:spPr bwMode="auto">
          <a:xfrm>
            <a:off x="4224263" y="4292575"/>
            <a:ext cx="356188"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400" dirty="0">
                <a:latin typeface="微软雅黑 Light" panose="020B0502040204020203" pitchFamily="34" charset="-122"/>
                <a:ea typeface="微软雅黑 Light" panose="020B0502040204020203" pitchFamily="34" charset="-122"/>
              </a:rPr>
              <a:t>8</a:t>
            </a:r>
            <a:endParaRPr lang="en-US" altLang="zh-CN" sz="2400" dirty="0">
              <a:latin typeface="微软雅黑 Light" panose="020B0502040204020203" pitchFamily="34" charset="-122"/>
              <a:ea typeface="微软雅黑 Light" panose="020B0502040204020203" pitchFamily="34" charset="-122"/>
            </a:endParaRPr>
          </a:p>
        </p:txBody>
      </p:sp>
      <p:sp>
        <p:nvSpPr>
          <p:cNvPr id="12" name="Text Box 13"/>
          <p:cNvSpPr txBox="1">
            <a:spLocks noChangeArrowheads="1"/>
          </p:cNvSpPr>
          <p:nvPr/>
        </p:nvSpPr>
        <p:spPr bwMode="auto">
          <a:xfrm>
            <a:off x="5716514" y="4292575"/>
            <a:ext cx="492443"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400" dirty="0">
                <a:latin typeface="微软雅黑 Light" panose="020B0502040204020203" pitchFamily="34" charset="-122"/>
                <a:ea typeface="微软雅黑 Light" panose="020B0502040204020203" pitchFamily="34" charset="-122"/>
              </a:rPr>
              <a:t>15</a:t>
            </a:r>
            <a:endParaRPr lang="en-US" altLang="zh-CN" sz="2400" dirty="0">
              <a:latin typeface="微软雅黑 Light" panose="020B0502040204020203" pitchFamily="34" charset="-122"/>
              <a:ea typeface="微软雅黑 Light" panose="020B0502040204020203" pitchFamily="34" charset="-122"/>
            </a:endParaRPr>
          </a:p>
        </p:txBody>
      </p:sp>
      <p:sp>
        <p:nvSpPr>
          <p:cNvPr id="13" name="Text Box 14"/>
          <p:cNvSpPr txBox="1">
            <a:spLocks noChangeArrowheads="1"/>
          </p:cNvSpPr>
          <p:nvPr/>
        </p:nvSpPr>
        <p:spPr bwMode="auto">
          <a:xfrm>
            <a:off x="6097514" y="4292575"/>
            <a:ext cx="492443"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400" dirty="0">
                <a:latin typeface="微软雅黑 Light" panose="020B0502040204020203" pitchFamily="34" charset="-122"/>
                <a:ea typeface="微软雅黑 Light" panose="020B0502040204020203" pitchFamily="34" charset="-122"/>
              </a:rPr>
              <a:t>16</a:t>
            </a:r>
            <a:endParaRPr lang="en-US" altLang="zh-CN" sz="2400" dirty="0">
              <a:latin typeface="微软雅黑 Light" panose="020B0502040204020203" pitchFamily="34" charset="-122"/>
              <a:ea typeface="微软雅黑 Light" panose="020B0502040204020203" pitchFamily="34" charset="-122"/>
            </a:endParaRPr>
          </a:p>
        </p:txBody>
      </p:sp>
      <p:sp>
        <p:nvSpPr>
          <p:cNvPr id="14" name="Text Box 15"/>
          <p:cNvSpPr txBox="1">
            <a:spLocks noChangeArrowheads="1"/>
          </p:cNvSpPr>
          <p:nvPr/>
        </p:nvSpPr>
        <p:spPr bwMode="auto">
          <a:xfrm>
            <a:off x="9624939" y="4292575"/>
            <a:ext cx="492443"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400" dirty="0">
                <a:latin typeface="微软雅黑 Light" panose="020B0502040204020203" pitchFamily="34" charset="-122"/>
                <a:ea typeface="微软雅黑 Light" panose="020B0502040204020203" pitchFamily="34" charset="-122"/>
              </a:rPr>
              <a:t>31</a:t>
            </a:r>
            <a:endParaRPr lang="en-US" altLang="zh-CN" sz="2400" dirty="0">
              <a:latin typeface="微软雅黑 Light" panose="020B0502040204020203" pitchFamily="34" charset="-122"/>
              <a:ea typeface="微软雅黑 Light" panose="020B0502040204020203" pitchFamily="34" charset="-122"/>
            </a:endParaRPr>
          </a:p>
        </p:txBody>
      </p:sp>
      <p:sp>
        <p:nvSpPr>
          <p:cNvPr id="15" name="Text Box 17"/>
          <p:cNvSpPr txBox="1">
            <a:spLocks noChangeArrowheads="1"/>
          </p:cNvSpPr>
          <p:nvPr/>
        </p:nvSpPr>
        <p:spPr bwMode="auto">
          <a:xfrm>
            <a:off x="2065264" y="5373662"/>
            <a:ext cx="434975"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3600" dirty="0">
                <a:latin typeface="微软雅黑 Light" panose="020B0502040204020203" pitchFamily="34" charset="-122"/>
                <a:ea typeface="微软雅黑 Light" panose="020B0502040204020203" pitchFamily="34" charset="-122"/>
                <a:sym typeface="Symbol" panose="05050102010706020507" pitchFamily="18" charset="2"/>
              </a:rPr>
              <a:t></a:t>
            </a:r>
            <a:endParaRPr lang="en-US" altLang="zh-CN" sz="3600" dirty="0">
              <a:latin typeface="微软雅黑 Light" panose="020B0502040204020203" pitchFamily="34" charset="-122"/>
              <a:ea typeface="微软雅黑 Light" panose="020B0502040204020203" pitchFamily="34" charset="-122"/>
              <a:sym typeface="Symbol" panose="05050102010706020507" pitchFamily="18" charset="2"/>
            </a:endParaRPr>
          </a:p>
        </p:txBody>
      </p:sp>
      <p:sp>
        <p:nvSpPr>
          <p:cNvPr id="16" name="Text Box 18"/>
          <p:cNvSpPr txBox="1">
            <a:spLocks noChangeArrowheads="1"/>
          </p:cNvSpPr>
          <p:nvPr/>
        </p:nvSpPr>
        <p:spPr bwMode="auto">
          <a:xfrm>
            <a:off x="9840839" y="5373662"/>
            <a:ext cx="434975"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3600" dirty="0">
                <a:latin typeface="微软雅黑 Light" panose="020B0502040204020203" pitchFamily="34" charset="-122"/>
                <a:ea typeface="微软雅黑 Light" panose="020B0502040204020203" pitchFamily="34" charset="-122"/>
                <a:sym typeface="Symbol" panose="05050102010706020507" pitchFamily="18" charset="2"/>
              </a:rPr>
              <a:t></a:t>
            </a:r>
            <a:endParaRPr lang="en-US" altLang="zh-CN" sz="3600" dirty="0">
              <a:latin typeface="微软雅黑 Light" panose="020B0502040204020203" pitchFamily="34" charset="-122"/>
              <a:ea typeface="微软雅黑 Light" panose="020B0502040204020203" pitchFamily="34" charset="-122"/>
              <a:sym typeface="Symbol" panose="05050102010706020507" pitchFamily="18" charset="2"/>
            </a:endParaRPr>
          </a:p>
        </p:txBody>
      </p:sp>
    </p:spTree>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5"/>
          <p:cNvSpPr>
            <a:spLocks noGrp="1"/>
          </p:cNvSpPr>
          <p:nvPr>
            <p:ph type="sldNum" sz="quarter" idx="12"/>
          </p:nvPr>
        </p:nvSpPr>
        <p:spPr/>
        <p:txBody>
          <a:bodyPr/>
          <a:lstStyle/>
          <a:p>
            <a:fld id="{7FD0768B-F3E5-41ED-AE40-39B562381D23}" type="slidenum">
              <a:rPr lang="en-US" altLang="zh-CN"/>
            </a:fld>
            <a:endParaRPr lang="en-US" altLang="zh-CN"/>
          </a:p>
        </p:txBody>
      </p:sp>
      <p:sp>
        <p:nvSpPr>
          <p:cNvPr id="550914" name="Rectangle 2"/>
          <p:cNvSpPr>
            <a:spLocks noGrp="1" noChangeArrowheads="1"/>
          </p:cNvSpPr>
          <p:nvPr>
            <p:ph type="title"/>
          </p:nvPr>
        </p:nvSpPr>
        <p:spPr/>
        <p:txBody>
          <a:bodyPr/>
          <a:lstStyle/>
          <a:p>
            <a:r>
              <a:rPr lang="en-US" altLang="zh-CN"/>
              <a:t>ICMP</a:t>
            </a:r>
            <a:r>
              <a:rPr lang="zh-CN" altLang="en-US"/>
              <a:t>报文类型</a:t>
            </a:r>
            <a:endParaRPr lang="zh-CN" altLang="en-US"/>
          </a:p>
        </p:txBody>
      </p:sp>
      <p:sp>
        <p:nvSpPr>
          <p:cNvPr id="550915" name="Rectangle 3"/>
          <p:cNvSpPr>
            <a:spLocks noGrp="1" noChangeArrowheads="1"/>
          </p:cNvSpPr>
          <p:nvPr>
            <p:ph type="body" idx="1"/>
          </p:nvPr>
        </p:nvSpPr>
        <p:spPr/>
        <p:txBody>
          <a:bodyPr/>
          <a:lstStyle/>
          <a:p>
            <a:r>
              <a:rPr lang="en-US" altLang="zh-CN"/>
              <a:t>ICMP</a:t>
            </a:r>
            <a:r>
              <a:rPr lang="zh-CN" altLang="en-US"/>
              <a:t>协议有两种报文：</a:t>
            </a:r>
            <a:endParaRPr lang="zh-CN" altLang="en-US"/>
          </a:p>
          <a:p>
            <a:pPr lvl="1"/>
            <a:r>
              <a:rPr lang="zh-CN" altLang="en-US"/>
              <a:t>查询报文</a:t>
            </a:r>
            <a:endParaRPr lang="zh-CN" altLang="en-US"/>
          </a:p>
          <a:p>
            <a:pPr lvl="1"/>
            <a:r>
              <a:rPr lang="zh-CN" altLang="en-US"/>
              <a:t>差错报文</a:t>
            </a:r>
            <a:endParaRPr lang="zh-CN" altLang="en-US"/>
          </a:p>
          <a:p>
            <a:r>
              <a:rPr lang="zh-CN" altLang="en-US"/>
              <a:t>对错误的</a:t>
            </a:r>
            <a:r>
              <a:rPr lang="en-US" altLang="zh-CN"/>
              <a:t>ICMP</a:t>
            </a:r>
            <a:r>
              <a:rPr lang="zh-CN" altLang="en-US"/>
              <a:t>差错报文不会产生另一个</a:t>
            </a:r>
            <a:r>
              <a:rPr lang="en-US" altLang="zh-CN"/>
              <a:t>ICMP</a:t>
            </a:r>
            <a:r>
              <a:rPr lang="zh-CN" altLang="en-US"/>
              <a:t>差错报文</a:t>
            </a:r>
            <a:endParaRPr lang="zh-CN" altLang="en-US"/>
          </a:p>
        </p:txBody>
      </p:sp>
    </p:spTree>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 name="灯片编号占位符 5"/>
          <p:cNvSpPr>
            <a:spLocks noGrp="1"/>
          </p:cNvSpPr>
          <p:nvPr>
            <p:ph type="sldNum" sz="quarter" idx="12"/>
          </p:nvPr>
        </p:nvSpPr>
        <p:spPr/>
        <p:txBody>
          <a:bodyPr/>
          <a:lstStyle/>
          <a:p>
            <a:fld id="{1580026B-64D0-4121-9CF3-6FC83CA43090}" type="slidenum">
              <a:rPr lang="en-US" altLang="zh-CN"/>
            </a:fld>
            <a:endParaRPr lang="en-US" altLang="zh-CN"/>
          </a:p>
        </p:txBody>
      </p:sp>
      <p:sp>
        <p:nvSpPr>
          <p:cNvPr id="765955" name="Rectangle 3"/>
          <p:cNvSpPr>
            <a:spLocks noGrp="1" noChangeArrowheads="1"/>
          </p:cNvSpPr>
          <p:nvPr>
            <p:ph type="title"/>
          </p:nvPr>
        </p:nvSpPr>
        <p:spPr/>
        <p:txBody>
          <a:bodyPr/>
          <a:lstStyle/>
          <a:p>
            <a:r>
              <a:rPr lang="en-US" altLang="zh-CN"/>
              <a:t>ICMP</a:t>
            </a:r>
            <a:r>
              <a:rPr lang="zh-CN" altLang="en-US"/>
              <a:t>报文的主要类型</a:t>
            </a:r>
            <a:r>
              <a:rPr lang="en-US" altLang="zh-CN"/>
              <a:t>(</a:t>
            </a:r>
            <a:r>
              <a:rPr lang="zh-CN" altLang="en-US"/>
              <a:t>部分</a:t>
            </a:r>
            <a:r>
              <a:rPr lang="en-US" altLang="zh-CN"/>
              <a:t>)</a:t>
            </a:r>
            <a:endParaRPr lang="en-US" altLang="zh-CN"/>
          </a:p>
        </p:txBody>
      </p:sp>
      <p:graphicFrame>
        <p:nvGraphicFramePr>
          <p:cNvPr id="766019" name="Group 67"/>
          <p:cNvGraphicFramePr>
            <a:graphicFrameLocks noGrp="1"/>
          </p:cNvGraphicFramePr>
          <p:nvPr>
            <p:ph idx="4294967295"/>
          </p:nvPr>
        </p:nvGraphicFramePr>
        <p:xfrm>
          <a:off x="1774825" y="981076"/>
          <a:ext cx="8642350" cy="5486400"/>
        </p:xfrm>
        <a:graphic>
          <a:graphicData uri="http://schemas.openxmlformats.org/drawingml/2006/table">
            <a:tbl>
              <a:tblPr/>
              <a:tblGrid>
                <a:gridCol w="1028700"/>
                <a:gridCol w="1028700"/>
                <a:gridCol w="3911600"/>
                <a:gridCol w="1289050"/>
                <a:gridCol w="1384300"/>
              </a:tblGrid>
              <a:tr h="269875">
                <a:tc>
                  <a:txBody>
                    <a:bodyPr/>
                    <a:lstStyle>
                      <a:lvl1pPr marL="342900" indent="-342900">
                        <a:spcBef>
                          <a:spcPct val="20000"/>
                        </a:spcBef>
                        <a:buClr>
                          <a:srgbClr val="C80000"/>
                        </a:buClr>
                        <a:buSzPct val="80000"/>
                        <a:buFont typeface="Wingdings" panose="05000000000000000000" pitchFamily="2" charset="2"/>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C800"/>
                        </a:buClr>
                        <a:buSzPct val="8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0000C8"/>
                        </a:buClr>
                        <a:buSzPct val="80000"/>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rgbClr val="FF7F00"/>
                        </a:buClr>
                        <a:buSzPct val="8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4pPr>
                      <a:lvl5pPr marL="2057400" indent="-228600">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
                          <a:srgbClr val="C80000"/>
                        </a:buClr>
                        <a:buSzPct val="80000"/>
                        <a:buFont typeface="Wingdings" panose="05000000000000000000" pitchFamily="2" charset="2"/>
                        <a:buNone/>
                      </a:pPr>
                      <a:r>
                        <a:rPr kumimoji="0" lang="zh-CN" altLang="en-US" sz="1800" b="0" i="0" u="none" strike="noStrike" cap="none" normalizeH="0" baseline="0" dirty="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rPr>
                        <a:t>类型</a:t>
                      </a:r>
                      <a:endParaRPr kumimoji="0" lang="zh-CN" altLang="en-US" sz="1800" b="0" i="0" u="none" strike="noStrike" cap="none" normalizeH="0" baseline="0" dirty="0">
                        <a:ln>
                          <a:noFill/>
                        </a:ln>
                        <a:solidFill>
                          <a:srgbClr val="000000"/>
                        </a:solidFill>
                        <a:effectLst/>
                        <a:latin typeface="微软雅黑 Light" panose="020B0502040204020203" pitchFamily="34" charset="-122"/>
                        <a:ea typeface="微软雅黑 Light" panose="020B0502040204020203" pitchFamily="34"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rgbClr val="C80000"/>
                        </a:buClr>
                        <a:buSzPct val="80000"/>
                        <a:buFont typeface="Wingdings" panose="05000000000000000000" pitchFamily="2" charset="2"/>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C800"/>
                        </a:buClr>
                        <a:buSzPct val="8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0000C8"/>
                        </a:buClr>
                        <a:buSzPct val="80000"/>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rgbClr val="FF7F00"/>
                        </a:buClr>
                        <a:buSzPct val="8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4pPr>
                      <a:lvl5pPr marL="2057400" indent="-228600">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
                          <a:srgbClr val="C80000"/>
                        </a:buClr>
                        <a:buSzPct val="80000"/>
                        <a:buFont typeface="Wingdings" panose="05000000000000000000" pitchFamily="2" charset="2"/>
                        <a:buNone/>
                      </a:pPr>
                      <a:r>
                        <a:rPr kumimoji="0" lang="zh-CN" altLang="en-US" sz="1800" b="0" i="0" u="none" strike="noStrike" cap="none" normalizeH="0" baseline="0" dirty="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rPr>
                        <a:t>代码</a:t>
                      </a:r>
                      <a:endParaRPr kumimoji="0" lang="zh-CN" altLang="en-US" sz="1800" b="0" i="0" u="none" strike="noStrike" cap="none" normalizeH="0" baseline="0" dirty="0">
                        <a:ln>
                          <a:noFill/>
                        </a:ln>
                        <a:solidFill>
                          <a:srgbClr val="000000"/>
                        </a:solidFill>
                        <a:effectLst/>
                        <a:latin typeface="微软雅黑 Light" panose="020B0502040204020203" pitchFamily="34" charset="-122"/>
                        <a:ea typeface="微软雅黑 Light" panose="020B0502040204020203" pitchFamily="34"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rgbClr val="C80000"/>
                        </a:buClr>
                        <a:buSzPct val="80000"/>
                        <a:buFont typeface="Wingdings" panose="05000000000000000000" pitchFamily="2" charset="2"/>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C800"/>
                        </a:buClr>
                        <a:buSzPct val="8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0000C8"/>
                        </a:buClr>
                        <a:buSzPct val="80000"/>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rgbClr val="FF7F00"/>
                        </a:buClr>
                        <a:buSzPct val="8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4pPr>
                      <a:lvl5pPr marL="2057400" indent="-228600">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
                          <a:srgbClr val="C80000"/>
                        </a:buClr>
                        <a:buSzPct val="80000"/>
                        <a:buFont typeface="Wingdings" panose="05000000000000000000" pitchFamily="2" charset="2"/>
                        <a:buNone/>
                      </a:pPr>
                      <a:r>
                        <a:rPr kumimoji="0" lang="zh-CN" altLang="en-US" sz="1800" b="0" i="0" u="none" strike="noStrike" cap="none" normalizeH="0" baseline="0" dirty="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rPr>
                        <a:t>描述</a:t>
                      </a:r>
                      <a:endParaRPr kumimoji="0" lang="zh-CN" altLang="en-US" sz="1800" b="0" i="0" u="none" strike="noStrike" cap="none" normalizeH="0" baseline="0" dirty="0">
                        <a:ln>
                          <a:noFill/>
                        </a:ln>
                        <a:solidFill>
                          <a:srgbClr val="000000"/>
                        </a:solidFill>
                        <a:effectLst/>
                        <a:latin typeface="微软雅黑 Light" panose="020B0502040204020203" pitchFamily="34" charset="-122"/>
                        <a:ea typeface="微软雅黑 Light" panose="020B0502040204020203" pitchFamily="34"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rgbClr val="C80000"/>
                        </a:buClr>
                        <a:buSzPct val="80000"/>
                        <a:buFont typeface="Wingdings" panose="05000000000000000000" pitchFamily="2" charset="2"/>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C800"/>
                        </a:buClr>
                        <a:buSzPct val="8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0000C8"/>
                        </a:buClr>
                        <a:buSzPct val="80000"/>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rgbClr val="FF7F00"/>
                        </a:buClr>
                        <a:buSzPct val="8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4pPr>
                      <a:lvl5pPr marL="2057400" indent="-228600">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
                          <a:srgbClr val="C80000"/>
                        </a:buClr>
                        <a:buSzPct val="80000"/>
                        <a:buFont typeface="Wingdings" panose="05000000000000000000" pitchFamily="2" charset="2"/>
                        <a:buNone/>
                      </a:pPr>
                      <a:r>
                        <a:rPr kumimoji="0" lang="zh-CN" altLang="en-US" sz="1800" b="0" i="0" u="none" strike="noStrike" cap="none" normalizeH="0" baseline="0" dirty="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rPr>
                        <a:t>查询</a:t>
                      </a:r>
                      <a:endParaRPr kumimoji="0" lang="zh-CN" altLang="en-US" sz="1800" b="0" i="0" u="none" strike="noStrike" cap="none" normalizeH="0" baseline="0" dirty="0">
                        <a:ln>
                          <a:noFill/>
                        </a:ln>
                        <a:solidFill>
                          <a:srgbClr val="000000"/>
                        </a:solidFill>
                        <a:effectLst/>
                        <a:latin typeface="微软雅黑 Light" panose="020B0502040204020203" pitchFamily="34" charset="-122"/>
                        <a:ea typeface="微软雅黑 Light" panose="020B0502040204020203" pitchFamily="34"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rgbClr val="C80000"/>
                        </a:buClr>
                        <a:buSzPct val="80000"/>
                        <a:buFont typeface="Wingdings" panose="05000000000000000000" pitchFamily="2" charset="2"/>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C800"/>
                        </a:buClr>
                        <a:buSzPct val="8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0000C8"/>
                        </a:buClr>
                        <a:buSzPct val="80000"/>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rgbClr val="FF7F00"/>
                        </a:buClr>
                        <a:buSzPct val="8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4pPr>
                      <a:lvl5pPr marL="2057400" indent="-228600">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
                          <a:srgbClr val="C80000"/>
                        </a:buClr>
                        <a:buSzPct val="80000"/>
                        <a:buFont typeface="Wingdings" panose="05000000000000000000" pitchFamily="2" charset="2"/>
                        <a:buNone/>
                      </a:pPr>
                      <a:r>
                        <a:rPr kumimoji="0" lang="zh-CN" altLang="en-US" sz="1800" b="0" i="0" u="none" strike="noStrike" cap="none" normalizeH="0" baseline="0" dirty="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rPr>
                        <a:t>差错</a:t>
                      </a:r>
                      <a:endParaRPr kumimoji="0" lang="zh-CN" altLang="en-US" sz="1800" b="0" i="0" u="none" strike="noStrike" cap="none" normalizeH="0" baseline="0" dirty="0">
                        <a:ln>
                          <a:noFill/>
                        </a:ln>
                        <a:solidFill>
                          <a:srgbClr val="000000"/>
                        </a:solidFill>
                        <a:effectLst/>
                        <a:latin typeface="微软雅黑 Light" panose="020B0502040204020203" pitchFamily="34" charset="-122"/>
                        <a:ea typeface="微软雅黑 Light" panose="020B0502040204020203" pitchFamily="34"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68288">
                <a:tc>
                  <a:txBody>
                    <a:bodyPr/>
                    <a:lstStyle>
                      <a:lvl1pPr marL="342900" indent="-342900">
                        <a:spcBef>
                          <a:spcPct val="20000"/>
                        </a:spcBef>
                        <a:buClr>
                          <a:srgbClr val="C80000"/>
                        </a:buClr>
                        <a:buSzPct val="80000"/>
                        <a:buFont typeface="Wingdings" panose="05000000000000000000" pitchFamily="2" charset="2"/>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C800"/>
                        </a:buClr>
                        <a:buSzPct val="8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0000C8"/>
                        </a:buClr>
                        <a:buSzPct val="80000"/>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rgbClr val="FF7F00"/>
                        </a:buClr>
                        <a:buSzPct val="8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4pPr>
                      <a:lvl5pPr marL="2057400" indent="-228600">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
                          <a:srgbClr val="C80000"/>
                        </a:buClr>
                        <a:buSzPct val="80000"/>
                        <a:buFont typeface="Wingdings" panose="05000000000000000000" pitchFamily="2" charset="2"/>
                        <a:buNone/>
                      </a:pPr>
                      <a:r>
                        <a:rPr kumimoji="0" lang="en-US" altLang="zh-CN" sz="1800" b="0" i="0" u="none" strike="noStrike" cap="none" normalizeH="0" baseline="0" dirty="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rPr>
                        <a:t>0</a:t>
                      </a:r>
                      <a:endParaRPr kumimoji="0" lang="en-US" altLang="zh-CN" sz="1800" b="0" i="0" u="none" strike="noStrike" cap="none" normalizeH="0" baseline="0" dirty="0">
                        <a:ln>
                          <a:noFill/>
                        </a:ln>
                        <a:solidFill>
                          <a:srgbClr val="000000"/>
                        </a:solidFill>
                        <a:effectLst/>
                        <a:latin typeface="微软雅黑 Light" panose="020B0502040204020203" pitchFamily="34" charset="-122"/>
                        <a:ea typeface="微软雅黑 Light" panose="020B0502040204020203" pitchFamily="34"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rgbClr val="C80000"/>
                        </a:buClr>
                        <a:buSzPct val="80000"/>
                        <a:buFont typeface="Wingdings" panose="05000000000000000000" pitchFamily="2" charset="2"/>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C800"/>
                        </a:buClr>
                        <a:buSzPct val="8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0000C8"/>
                        </a:buClr>
                        <a:buSzPct val="80000"/>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rgbClr val="FF7F00"/>
                        </a:buClr>
                        <a:buSzPct val="8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4pPr>
                      <a:lvl5pPr marL="2057400" indent="-228600">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
                          <a:srgbClr val="C80000"/>
                        </a:buClr>
                        <a:buSzPct val="80000"/>
                        <a:buFont typeface="Wingdings" panose="05000000000000000000" pitchFamily="2" charset="2"/>
                        <a:buNone/>
                      </a:pPr>
                      <a:r>
                        <a:rPr kumimoji="0" lang="en-US" altLang="zh-CN" sz="1800" b="0" i="0" u="none" strike="noStrike" cap="none" normalizeH="0" baseline="0" dirty="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rPr>
                        <a:t>0</a:t>
                      </a:r>
                      <a:endParaRPr kumimoji="0" lang="en-US" altLang="zh-CN" sz="1800" b="0" i="0" u="none" strike="noStrike" cap="none" normalizeH="0" baseline="0" dirty="0">
                        <a:ln>
                          <a:noFill/>
                        </a:ln>
                        <a:solidFill>
                          <a:srgbClr val="000000"/>
                        </a:solidFill>
                        <a:effectLst/>
                        <a:latin typeface="微软雅黑 Light" panose="020B0502040204020203" pitchFamily="34" charset="-122"/>
                        <a:ea typeface="微软雅黑 Light" panose="020B0502040204020203" pitchFamily="34"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rgbClr val="C80000"/>
                        </a:buClr>
                        <a:buSzPct val="80000"/>
                        <a:buFont typeface="Wingdings" panose="05000000000000000000" pitchFamily="2" charset="2"/>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C800"/>
                        </a:buClr>
                        <a:buSzPct val="8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0000C8"/>
                        </a:buClr>
                        <a:buSzPct val="80000"/>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rgbClr val="FF7F00"/>
                        </a:buClr>
                        <a:buSzPct val="8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4pPr>
                      <a:lvl5pPr marL="2057400" indent="-228600">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
                          <a:srgbClr val="C80000"/>
                        </a:buClr>
                        <a:buSzPct val="80000"/>
                        <a:buFont typeface="Wingdings" panose="05000000000000000000" pitchFamily="2" charset="2"/>
                        <a:buNone/>
                      </a:pPr>
                      <a:r>
                        <a:rPr kumimoji="0" lang="zh-CN" altLang="en-US" sz="1800" b="0" i="0" u="none" strike="noStrike" cap="none" normalizeH="0" baseline="0" dirty="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rPr>
                        <a:t>回显应答</a:t>
                      </a:r>
                      <a:r>
                        <a:rPr kumimoji="0" lang="en-US" altLang="zh-CN" sz="1800" b="0" i="0" u="none" strike="noStrike" cap="none" normalizeH="0" baseline="0" dirty="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rPr>
                        <a:t>(Ping</a:t>
                      </a:r>
                      <a:r>
                        <a:rPr kumimoji="0" lang="zh-CN" altLang="en-US" sz="1800" b="0" i="0" u="none" strike="noStrike" cap="none" normalizeH="0" baseline="0" dirty="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rPr>
                        <a:t>应答</a:t>
                      </a:r>
                      <a:r>
                        <a:rPr kumimoji="0" lang="en-US" altLang="zh-CN" sz="1800" b="0" i="0" u="none" strike="noStrike" cap="none" normalizeH="0" baseline="0" dirty="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rPr>
                        <a:t>)</a:t>
                      </a:r>
                      <a:endParaRPr kumimoji="0" lang="en-US" altLang="zh-CN" sz="1800" b="0" i="0" u="none" strike="noStrike" cap="none" normalizeH="0" baseline="0" dirty="0">
                        <a:ln>
                          <a:noFill/>
                        </a:ln>
                        <a:solidFill>
                          <a:srgbClr val="000000"/>
                        </a:solidFill>
                        <a:effectLst/>
                        <a:latin typeface="微软雅黑 Light" panose="020B0502040204020203" pitchFamily="34" charset="-122"/>
                        <a:ea typeface="微软雅黑 Light" panose="020B0502040204020203" pitchFamily="34"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rgbClr val="C80000"/>
                        </a:buClr>
                        <a:buSzPct val="80000"/>
                        <a:buFont typeface="Wingdings" panose="05000000000000000000" pitchFamily="2" charset="2"/>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C800"/>
                        </a:buClr>
                        <a:buSzPct val="8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0000C8"/>
                        </a:buClr>
                        <a:buSzPct val="80000"/>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rgbClr val="FF7F00"/>
                        </a:buClr>
                        <a:buSzPct val="8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4pPr>
                      <a:lvl5pPr marL="2057400" indent="-228600">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
                          <a:srgbClr val="C80000"/>
                        </a:buClr>
                        <a:buSzPct val="80000"/>
                        <a:buFont typeface="Wingdings" panose="05000000000000000000" pitchFamily="2" charset="2"/>
                        <a:buNone/>
                      </a:pPr>
                      <a:r>
                        <a:rPr kumimoji="0" lang="en-US" altLang="zh-CN" sz="1800" b="0" i="0" u="none" strike="noStrike" cap="none" normalizeH="0" baseline="0" dirty="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rPr>
                        <a:t>√</a:t>
                      </a:r>
                      <a:endParaRPr kumimoji="0" lang="en-US" altLang="zh-CN" sz="1800" b="0" i="0" u="none" strike="noStrike" cap="none" normalizeH="0" baseline="0" dirty="0">
                        <a:ln>
                          <a:noFill/>
                        </a:ln>
                        <a:solidFill>
                          <a:srgbClr val="000000"/>
                        </a:solidFill>
                        <a:effectLst/>
                        <a:latin typeface="微软雅黑 Light" panose="020B0502040204020203" pitchFamily="34" charset="-122"/>
                        <a:ea typeface="微软雅黑 Light" panose="020B0502040204020203" pitchFamily="34"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rgbClr val="C80000"/>
                        </a:buClr>
                        <a:buSzPct val="80000"/>
                        <a:buFont typeface="Wingdings" panose="05000000000000000000" pitchFamily="2" charset="2"/>
                        <a:defRPr sz="2800">
                          <a:solidFill>
                            <a:schemeClr val="tx1"/>
                          </a:solidFill>
                          <a:latin typeface="Times New Roman" panose="02020603050405020304" pitchFamily="18" charset="0"/>
                          <a:ea typeface="宋体" panose="02010600030101010101" pitchFamily="2" charset="-122"/>
                        </a:defRPr>
                      </a:lvl1pPr>
                      <a:lvl2pPr>
                        <a:spcBef>
                          <a:spcPct val="20000"/>
                        </a:spcBef>
                        <a:buClr>
                          <a:srgbClr val="00C800"/>
                        </a:buClr>
                        <a:buSzPct val="8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2pPr>
                      <a:lvl3pPr>
                        <a:spcBef>
                          <a:spcPct val="20000"/>
                        </a:spcBef>
                        <a:buClr>
                          <a:srgbClr val="0000C8"/>
                        </a:buClr>
                        <a:buSzPct val="80000"/>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3pPr>
                      <a:lvl4pPr>
                        <a:spcBef>
                          <a:spcPct val="20000"/>
                        </a:spcBef>
                        <a:buClr>
                          <a:srgbClr val="FF7F00"/>
                        </a:buClr>
                        <a:buSzPct val="8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4pPr>
                      <a:lvl5pPr>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endParaRPr kumimoji="0" lang="zh-CN" altLang="zh-CN" sz="1800" b="0" i="0" u="none" strike="noStrike" cap="none" normalizeH="0" baseline="0" dirty="0">
                        <a:ln>
                          <a:noFill/>
                        </a:ln>
                        <a:solidFill>
                          <a:srgbClr val="000000"/>
                        </a:solidFill>
                        <a:effectLst/>
                        <a:latin typeface="微软雅黑 Light" panose="020B0502040204020203" pitchFamily="34" charset="-122"/>
                        <a:ea typeface="微软雅黑 Light" panose="020B0502040204020203" pitchFamily="34"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1081088">
                <a:tc>
                  <a:txBody>
                    <a:bodyPr/>
                    <a:lstStyle>
                      <a:lvl1pPr marL="342900" indent="-342900">
                        <a:spcBef>
                          <a:spcPct val="20000"/>
                        </a:spcBef>
                        <a:buClr>
                          <a:srgbClr val="C80000"/>
                        </a:buClr>
                        <a:buSzPct val="80000"/>
                        <a:buFont typeface="Wingdings" panose="05000000000000000000" pitchFamily="2" charset="2"/>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C800"/>
                        </a:buClr>
                        <a:buSzPct val="8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0000C8"/>
                        </a:buClr>
                        <a:buSzPct val="80000"/>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rgbClr val="FF7F00"/>
                        </a:buClr>
                        <a:buSzPct val="8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4pPr>
                      <a:lvl5pPr marL="2057400" indent="-228600">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
                          <a:srgbClr val="C80000"/>
                        </a:buClr>
                        <a:buSzPct val="80000"/>
                        <a:buFont typeface="Wingdings" panose="05000000000000000000" pitchFamily="2" charset="2"/>
                        <a:buNone/>
                      </a:pPr>
                      <a:r>
                        <a:rPr kumimoji="0" lang="en-US" altLang="zh-CN" sz="1800" b="0" i="0" u="none" strike="noStrike" cap="none" normalizeH="0" baseline="0" dirty="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rPr>
                        <a:t>3</a:t>
                      </a:r>
                      <a:endParaRPr kumimoji="0" lang="en-US" altLang="zh-CN" sz="1800" b="0" i="0" u="none" strike="noStrike" cap="none" normalizeH="0" baseline="0" dirty="0">
                        <a:ln>
                          <a:noFill/>
                        </a:ln>
                        <a:solidFill>
                          <a:srgbClr val="000000"/>
                        </a:solidFill>
                        <a:effectLst/>
                        <a:latin typeface="微软雅黑 Light" panose="020B0502040204020203" pitchFamily="34" charset="-122"/>
                        <a:ea typeface="微软雅黑 Light" panose="020B0502040204020203" pitchFamily="34"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rgbClr val="C80000"/>
                        </a:buClr>
                        <a:buSzPct val="80000"/>
                        <a:buFont typeface="Wingdings" panose="05000000000000000000" pitchFamily="2" charset="2"/>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C800"/>
                        </a:buClr>
                        <a:buSzPct val="8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0000C8"/>
                        </a:buClr>
                        <a:buSzPct val="80000"/>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rgbClr val="FF7F00"/>
                        </a:buClr>
                        <a:buSzPct val="8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4pPr>
                      <a:lvl5pPr marL="2057400" indent="-228600">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
                          <a:srgbClr val="C80000"/>
                        </a:buClr>
                        <a:buSzPct val="80000"/>
                        <a:buFont typeface="Wingdings" panose="05000000000000000000" pitchFamily="2" charset="2"/>
                        <a:buNone/>
                      </a:pPr>
                      <a:endParaRPr kumimoji="0" lang="en-US" altLang="zh-CN" sz="1800" b="0" i="0" u="none" strike="noStrike" cap="none" normalizeH="0" baseline="0" dirty="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endParaRPr>
                    </a:p>
                    <a:p>
                      <a:pPr marL="342900" marR="0" lvl="0" indent="-342900" algn="ctr" defTabSz="914400" rtl="0" eaLnBrk="1" fontAlgn="base" latinLnBrk="0" hangingPunct="1">
                        <a:lnSpc>
                          <a:spcPct val="100000"/>
                        </a:lnSpc>
                        <a:spcBef>
                          <a:spcPct val="0"/>
                        </a:spcBef>
                        <a:spcAft>
                          <a:spcPct val="0"/>
                        </a:spcAft>
                        <a:buClr>
                          <a:srgbClr val="C80000"/>
                        </a:buClr>
                        <a:buSzPct val="80000"/>
                        <a:buFont typeface="Wingdings" panose="05000000000000000000" pitchFamily="2" charset="2"/>
                        <a:buNone/>
                      </a:pPr>
                      <a:r>
                        <a:rPr kumimoji="0" lang="en-US" altLang="zh-CN" sz="1800" b="0" i="0" u="none" strike="noStrike" cap="none" normalizeH="0" baseline="0" dirty="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rPr>
                        <a:t>0</a:t>
                      </a:r>
                      <a:endParaRPr kumimoji="0" lang="en-US" altLang="zh-CN" sz="1800" b="0" i="0" u="none" strike="noStrike" cap="none" normalizeH="0" baseline="0" dirty="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endParaRPr>
                    </a:p>
                    <a:p>
                      <a:pPr marL="342900" marR="0" lvl="0" indent="-342900" algn="ctr" defTabSz="914400" rtl="0" eaLnBrk="0" fontAlgn="base" latinLnBrk="0" hangingPunct="0">
                        <a:lnSpc>
                          <a:spcPct val="100000"/>
                        </a:lnSpc>
                        <a:spcBef>
                          <a:spcPct val="0"/>
                        </a:spcBef>
                        <a:spcAft>
                          <a:spcPct val="0"/>
                        </a:spcAft>
                        <a:buClr>
                          <a:srgbClr val="C80000"/>
                        </a:buClr>
                        <a:buSzPct val="80000"/>
                        <a:buFont typeface="Wingdings" panose="05000000000000000000" pitchFamily="2" charset="2"/>
                        <a:buNone/>
                      </a:pPr>
                      <a:r>
                        <a:rPr kumimoji="0" lang="en-US" altLang="zh-CN" sz="1800" b="0" i="0" u="none" strike="noStrike" cap="none" normalizeH="0" baseline="0" dirty="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rPr>
                        <a:t>1</a:t>
                      </a:r>
                      <a:endParaRPr kumimoji="0" lang="en-US" altLang="zh-CN" sz="1800" b="0" i="0" u="none" strike="noStrike" cap="none" normalizeH="0" baseline="0" dirty="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endParaRPr>
                    </a:p>
                    <a:p>
                      <a:pPr marL="342900" marR="0" lvl="0" indent="-342900" algn="ctr" defTabSz="914400" rtl="0" eaLnBrk="0" fontAlgn="base" latinLnBrk="0" hangingPunct="0">
                        <a:lnSpc>
                          <a:spcPct val="100000"/>
                        </a:lnSpc>
                        <a:spcBef>
                          <a:spcPct val="0"/>
                        </a:spcBef>
                        <a:spcAft>
                          <a:spcPct val="0"/>
                        </a:spcAft>
                        <a:buClr>
                          <a:srgbClr val="C80000"/>
                        </a:buClr>
                        <a:buSzPct val="80000"/>
                        <a:buFont typeface="Wingdings" panose="05000000000000000000" pitchFamily="2" charset="2"/>
                        <a:buNone/>
                      </a:pPr>
                      <a:r>
                        <a:rPr kumimoji="0" lang="en-US" altLang="zh-CN" sz="1800" b="0" i="0" u="none" strike="noStrike" cap="none" normalizeH="0" baseline="0" dirty="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rPr>
                        <a:t>2</a:t>
                      </a:r>
                      <a:endParaRPr kumimoji="0" lang="en-US" altLang="zh-CN" sz="1800" b="0" i="0" u="none" strike="noStrike" cap="none" normalizeH="0" baseline="0" dirty="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endParaRPr>
                    </a:p>
                    <a:p>
                      <a:pPr marL="342900" marR="0" lvl="0" indent="-342900" algn="ctr" defTabSz="914400" rtl="0" eaLnBrk="0" fontAlgn="base" latinLnBrk="0" hangingPunct="0">
                        <a:lnSpc>
                          <a:spcPct val="100000"/>
                        </a:lnSpc>
                        <a:spcBef>
                          <a:spcPct val="0"/>
                        </a:spcBef>
                        <a:spcAft>
                          <a:spcPct val="0"/>
                        </a:spcAft>
                        <a:buClr>
                          <a:srgbClr val="C80000"/>
                        </a:buClr>
                        <a:buSzPct val="80000"/>
                        <a:buFont typeface="Wingdings" panose="05000000000000000000" pitchFamily="2" charset="2"/>
                        <a:buNone/>
                      </a:pPr>
                      <a:r>
                        <a:rPr kumimoji="0" lang="en-US" altLang="zh-CN" sz="1800" b="0" i="0" u="none" strike="noStrike" cap="none" normalizeH="0" baseline="0" dirty="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rPr>
                        <a:t>3</a:t>
                      </a:r>
                      <a:endParaRPr kumimoji="0" lang="en-US" altLang="zh-CN" sz="1800" b="0" i="0" u="none" strike="noStrike" cap="none" normalizeH="0" baseline="0" dirty="0">
                        <a:ln>
                          <a:noFill/>
                        </a:ln>
                        <a:solidFill>
                          <a:srgbClr val="000000"/>
                        </a:solidFill>
                        <a:effectLst/>
                        <a:latin typeface="微软雅黑 Light" panose="020B0502040204020203" pitchFamily="34" charset="-122"/>
                        <a:ea typeface="微软雅黑 Light" panose="020B0502040204020203" pitchFamily="34"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rgbClr val="C80000"/>
                        </a:buClr>
                        <a:buSzPct val="80000"/>
                        <a:buFont typeface="Wingdings" panose="05000000000000000000" pitchFamily="2" charset="2"/>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C800"/>
                        </a:buClr>
                        <a:buSzPct val="8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0000C8"/>
                        </a:buClr>
                        <a:buSzPct val="80000"/>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rgbClr val="FF7F00"/>
                        </a:buClr>
                        <a:buSzPct val="8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4pPr>
                      <a:lvl5pPr marL="2057400" indent="-228600">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
                          <a:srgbClr val="C80000"/>
                        </a:buClr>
                        <a:buSzPct val="80000"/>
                        <a:buFont typeface="Wingdings" panose="05000000000000000000" pitchFamily="2" charset="2"/>
                        <a:buNone/>
                      </a:pPr>
                      <a:r>
                        <a:rPr kumimoji="0" lang="zh-CN" altLang="en-US" sz="1800" b="0" i="0" u="none" strike="noStrike" cap="none" normalizeH="0" baseline="0" dirty="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rPr>
                        <a:t>目的不可达</a:t>
                      </a:r>
                      <a:endParaRPr kumimoji="0" lang="zh-CN" altLang="en-US" sz="1800" b="0" i="0" u="none" strike="noStrike" cap="none" normalizeH="0" baseline="0" dirty="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endParaRPr>
                    </a:p>
                    <a:p>
                      <a:pPr marL="342900" marR="0" lvl="0" indent="-342900" algn="l" defTabSz="914400" rtl="0" eaLnBrk="0" fontAlgn="base" latinLnBrk="0" hangingPunct="0">
                        <a:lnSpc>
                          <a:spcPct val="100000"/>
                        </a:lnSpc>
                        <a:spcBef>
                          <a:spcPct val="0"/>
                        </a:spcBef>
                        <a:spcAft>
                          <a:spcPct val="0"/>
                        </a:spcAft>
                        <a:buClr>
                          <a:srgbClr val="C80000"/>
                        </a:buClr>
                        <a:buSzPct val="80000"/>
                        <a:buFont typeface="Wingdings" panose="05000000000000000000" pitchFamily="2" charset="2"/>
                        <a:buNone/>
                      </a:pPr>
                      <a:r>
                        <a:rPr kumimoji="0" lang="zh-CN" altLang="en-US" sz="1800" b="0" i="0" u="none" strike="noStrike" cap="none" normalizeH="0" baseline="0" dirty="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rPr>
                        <a:t>网络不可达</a:t>
                      </a:r>
                      <a:endParaRPr kumimoji="0" lang="zh-CN" altLang="en-US" sz="1800" b="0" i="0" u="none" strike="noStrike" cap="none" normalizeH="0" baseline="0" dirty="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endParaRPr>
                    </a:p>
                    <a:p>
                      <a:pPr marL="342900" marR="0" lvl="0" indent="-342900" algn="l" defTabSz="914400" rtl="0" eaLnBrk="0" fontAlgn="base" latinLnBrk="0" hangingPunct="0">
                        <a:lnSpc>
                          <a:spcPct val="100000"/>
                        </a:lnSpc>
                        <a:spcBef>
                          <a:spcPct val="0"/>
                        </a:spcBef>
                        <a:spcAft>
                          <a:spcPct val="0"/>
                        </a:spcAft>
                        <a:buClr>
                          <a:srgbClr val="C80000"/>
                        </a:buClr>
                        <a:buSzPct val="80000"/>
                        <a:buFont typeface="Wingdings" panose="05000000000000000000" pitchFamily="2" charset="2"/>
                        <a:buNone/>
                      </a:pPr>
                      <a:r>
                        <a:rPr kumimoji="0" lang="zh-CN" altLang="en-US" sz="1800" b="0" i="0" u="none" strike="noStrike" cap="none" normalizeH="0" baseline="0" dirty="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rPr>
                        <a:t>主机不可达</a:t>
                      </a:r>
                      <a:endParaRPr kumimoji="0" lang="zh-CN" altLang="en-US" sz="1800" b="0" i="0" u="none" strike="noStrike" cap="none" normalizeH="0" baseline="0" dirty="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endParaRPr>
                    </a:p>
                    <a:p>
                      <a:pPr marL="342900" marR="0" lvl="0" indent="-342900" algn="l" defTabSz="914400" rtl="0" eaLnBrk="0" fontAlgn="base" latinLnBrk="0" hangingPunct="0">
                        <a:lnSpc>
                          <a:spcPct val="100000"/>
                        </a:lnSpc>
                        <a:spcBef>
                          <a:spcPct val="0"/>
                        </a:spcBef>
                        <a:spcAft>
                          <a:spcPct val="0"/>
                        </a:spcAft>
                        <a:buClr>
                          <a:srgbClr val="C80000"/>
                        </a:buClr>
                        <a:buSzPct val="80000"/>
                        <a:buFont typeface="Wingdings" panose="05000000000000000000" pitchFamily="2" charset="2"/>
                        <a:buNone/>
                      </a:pPr>
                      <a:r>
                        <a:rPr kumimoji="0" lang="zh-CN" altLang="en-US" sz="1800" b="0" i="0" u="none" strike="noStrike" cap="none" normalizeH="0" baseline="0" dirty="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rPr>
                        <a:t>协议不可达</a:t>
                      </a:r>
                      <a:endParaRPr kumimoji="0" lang="zh-CN" altLang="en-US" sz="1800" b="0" i="0" u="none" strike="noStrike" cap="none" normalizeH="0" baseline="0" dirty="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endParaRPr>
                    </a:p>
                    <a:p>
                      <a:pPr marL="342900" marR="0" lvl="0" indent="-342900" algn="l" defTabSz="914400" rtl="0" eaLnBrk="0" fontAlgn="base" latinLnBrk="0" hangingPunct="0">
                        <a:lnSpc>
                          <a:spcPct val="100000"/>
                        </a:lnSpc>
                        <a:spcBef>
                          <a:spcPct val="0"/>
                        </a:spcBef>
                        <a:spcAft>
                          <a:spcPct val="0"/>
                        </a:spcAft>
                        <a:buClr>
                          <a:srgbClr val="C80000"/>
                        </a:buClr>
                        <a:buSzPct val="80000"/>
                        <a:buFont typeface="Wingdings" panose="05000000000000000000" pitchFamily="2" charset="2"/>
                        <a:buNone/>
                      </a:pPr>
                      <a:r>
                        <a:rPr kumimoji="0" lang="zh-CN" altLang="en-US" sz="1800" b="0" i="0" u="none" strike="noStrike" cap="none" normalizeH="0" baseline="0" dirty="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rPr>
                        <a:t>端口不可达</a:t>
                      </a:r>
                      <a:endParaRPr kumimoji="0" lang="zh-CN" altLang="en-US" sz="1800" b="0" i="0" u="none" strike="noStrike" cap="none" normalizeH="0" baseline="0" dirty="0">
                        <a:ln>
                          <a:noFill/>
                        </a:ln>
                        <a:solidFill>
                          <a:srgbClr val="000000"/>
                        </a:solidFill>
                        <a:effectLst/>
                        <a:latin typeface="微软雅黑 Light" panose="020B0502040204020203" pitchFamily="34" charset="-122"/>
                        <a:ea typeface="微软雅黑 Light" panose="020B0502040204020203" pitchFamily="34"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rgbClr val="C80000"/>
                        </a:buClr>
                        <a:buSzPct val="80000"/>
                        <a:buFont typeface="Wingdings" panose="05000000000000000000" pitchFamily="2" charset="2"/>
                        <a:defRPr sz="2800">
                          <a:solidFill>
                            <a:schemeClr val="tx1"/>
                          </a:solidFill>
                          <a:latin typeface="Times New Roman" panose="02020603050405020304" pitchFamily="18" charset="0"/>
                          <a:ea typeface="宋体" panose="02010600030101010101" pitchFamily="2" charset="-122"/>
                        </a:defRPr>
                      </a:lvl1pPr>
                      <a:lvl2pPr>
                        <a:spcBef>
                          <a:spcPct val="20000"/>
                        </a:spcBef>
                        <a:buClr>
                          <a:srgbClr val="00C800"/>
                        </a:buClr>
                        <a:buSzPct val="8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2pPr>
                      <a:lvl3pPr>
                        <a:spcBef>
                          <a:spcPct val="20000"/>
                        </a:spcBef>
                        <a:buClr>
                          <a:srgbClr val="0000C8"/>
                        </a:buClr>
                        <a:buSzPct val="80000"/>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3pPr>
                      <a:lvl4pPr>
                        <a:spcBef>
                          <a:spcPct val="20000"/>
                        </a:spcBef>
                        <a:buClr>
                          <a:srgbClr val="FF7F00"/>
                        </a:buClr>
                        <a:buSzPct val="8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4pPr>
                      <a:lvl5pPr>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endParaRPr kumimoji="0" lang="zh-CN" altLang="zh-CN" sz="1800" b="0" i="0" u="none" strike="noStrike" cap="none" normalizeH="0" baseline="0" dirty="0">
                        <a:ln>
                          <a:noFill/>
                        </a:ln>
                        <a:solidFill>
                          <a:srgbClr val="000000"/>
                        </a:solidFill>
                        <a:effectLst/>
                        <a:latin typeface="微软雅黑 Light" panose="020B0502040204020203" pitchFamily="34" charset="-122"/>
                        <a:ea typeface="微软雅黑 Light" panose="020B0502040204020203" pitchFamily="34"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rgbClr val="C80000"/>
                        </a:buClr>
                        <a:buSzPct val="80000"/>
                        <a:buFont typeface="Wingdings" panose="05000000000000000000" pitchFamily="2" charset="2"/>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C800"/>
                        </a:buClr>
                        <a:buSzPct val="8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0000C8"/>
                        </a:buClr>
                        <a:buSzPct val="80000"/>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rgbClr val="FF7F00"/>
                        </a:buClr>
                        <a:buSzPct val="8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4pPr>
                      <a:lvl5pPr marL="2057400" indent="-228600">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
                          <a:srgbClr val="C80000"/>
                        </a:buClr>
                        <a:buSzPct val="80000"/>
                        <a:buFont typeface="Wingdings" panose="05000000000000000000" pitchFamily="2" charset="2"/>
                        <a:buNone/>
                      </a:pPr>
                      <a:endParaRPr kumimoji="0" lang="en-US" altLang="zh-CN" sz="1800" b="0" i="0" u="none" strike="noStrike" cap="none" normalizeH="0" baseline="0" dirty="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endParaRPr>
                    </a:p>
                    <a:p>
                      <a:pPr marL="342900" marR="0" lvl="0" indent="-342900" algn="ctr" defTabSz="914400" rtl="0" eaLnBrk="1" fontAlgn="base" latinLnBrk="0" hangingPunct="1">
                        <a:lnSpc>
                          <a:spcPct val="100000"/>
                        </a:lnSpc>
                        <a:spcBef>
                          <a:spcPct val="0"/>
                        </a:spcBef>
                        <a:spcAft>
                          <a:spcPct val="0"/>
                        </a:spcAft>
                        <a:buClr>
                          <a:srgbClr val="C80000"/>
                        </a:buClr>
                        <a:buSzPct val="80000"/>
                        <a:buFont typeface="Wingdings" panose="05000000000000000000" pitchFamily="2" charset="2"/>
                        <a:buNone/>
                      </a:pPr>
                      <a:r>
                        <a:rPr kumimoji="0" lang="en-US" altLang="zh-CN" sz="1800" b="0" i="0" u="none" strike="noStrike" cap="none" normalizeH="0" baseline="0" dirty="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rPr>
                        <a:t>√</a:t>
                      </a:r>
                      <a:endParaRPr kumimoji="0" lang="en-US" altLang="zh-CN" sz="1800" b="0" i="0" u="none" strike="noStrike" cap="none" normalizeH="0" baseline="0" dirty="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endParaRPr>
                    </a:p>
                    <a:p>
                      <a:pPr marL="342900" marR="0" lvl="0" indent="-342900" algn="ctr" defTabSz="914400" rtl="0" eaLnBrk="0" fontAlgn="base" latinLnBrk="0" hangingPunct="0">
                        <a:lnSpc>
                          <a:spcPct val="100000"/>
                        </a:lnSpc>
                        <a:spcBef>
                          <a:spcPct val="0"/>
                        </a:spcBef>
                        <a:spcAft>
                          <a:spcPct val="0"/>
                        </a:spcAft>
                        <a:buClr>
                          <a:srgbClr val="C80000"/>
                        </a:buClr>
                        <a:buSzPct val="80000"/>
                        <a:buFont typeface="Wingdings" panose="05000000000000000000" pitchFamily="2" charset="2"/>
                        <a:buNone/>
                      </a:pPr>
                      <a:r>
                        <a:rPr kumimoji="0" lang="en-US" altLang="zh-CN" sz="1800" b="0" i="0" u="none" strike="noStrike" cap="none" normalizeH="0" baseline="0" dirty="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rPr>
                        <a:t>√</a:t>
                      </a:r>
                      <a:endParaRPr kumimoji="0" lang="en-US" altLang="zh-CN" sz="1800" b="0" i="0" u="none" strike="noStrike" cap="none" normalizeH="0" baseline="0" dirty="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endParaRPr>
                    </a:p>
                    <a:p>
                      <a:pPr marL="342900" marR="0" lvl="0" indent="-342900" algn="ctr" defTabSz="914400" rtl="0" eaLnBrk="0" fontAlgn="base" latinLnBrk="0" hangingPunct="0">
                        <a:lnSpc>
                          <a:spcPct val="100000"/>
                        </a:lnSpc>
                        <a:spcBef>
                          <a:spcPct val="0"/>
                        </a:spcBef>
                        <a:spcAft>
                          <a:spcPct val="0"/>
                        </a:spcAft>
                        <a:buClr>
                          <a:srgbClr val="C80000"/>
                        </a:buClr>
                        <a:buSzPct val="80000"/>
                        <a:buFont typeface="Wingdings" panose="05000000000000000000" pitchFamily="2" charset="2"/>
                        <a:buNone/>
                      </a:pPr>
                      <a:r>
                        <a:rPr kumimoji="0" lang="en-US" altLang="zh-CN" sz="1800" b="0" i="0" u="none" strike="noStrike" cap="none" normalizeH="0" baseline="0" dirty="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rPr>
                        <a:t>√</a:t>
                      </a:r>
                      <a:endParaRPr kumimoji="0" lang="en-US" altLang="zh-CN" sz="1800" b="0" i="0" u="none" strike="noStrike" cap="none" normalizeH="0" baseline="0" dirty="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endParaRPr>
                    </a:p>
                    <a:p>
                      <a:pPr marL="342900" marR="0" lvl="0" indent="-342900" algn="ctr" defTabSz="914400" rtl="0" eaLnBrk="0" fontAlgn="base" latinLnBrk="0" hangingPunct="0">
                        <a:lnSpc>
                          <a:spcPct val="100000"/>
                        </a:lnSpc>
                        <a:spcBef>
                          <a:spcPct val="0"/>
                        </a:spcBef>
                        <a:spcAft>
                          <a:spcPct val="0"/>
                        </a:spcAft>
                        <a:buClr>
                          <a:srgbClr val="C80000"/>
                        </a:buClr>
                        <a:buSzPct val="80000"/>
                        <a:buFont typeface="Wingdings" panose="05000000000000000000" pitchFamily="2" charset="2"/>
                        <a:buNone/>
                      </a:pPr>
                      <a:r>
                        <a:rPr kumimoji="0" lang="en-US" altLang="zh-CN" sz="1800" b="0" i="0" u="none" strike="noStrike" cap="none" normalizeH="0" baseline="0" dirty="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rPr>
                        <a:t>√</a:t>
                      </a:r>
                      <a:endParaRPr kumimoji="0" lang="en-US" altLang="zh-CN" sz="1800" b="0" i="0" u="none" strike="noStrike" cap="none" normalizeH="0" baseline="0" dirty="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581025">
                <a:tc>
                  <a:txBody>
                    <a:bodyPr/>
                    <a:lstStyle>
                      <a:lvl1pPr marL="342900" indent="-342900">
                        <a:spcBef>
                          <a:spcPct val="20000"/>
                        </a:spcBef>
                        <a:buClr>
                          <a:srgbClr val="C80000"/>
                        </a:buClr>
                        <a:buSzPct val="80000"/>
                        <a:buFont typeface="Wingdings" panose="05000000000000000000" pitchFamily="2" charset="2"/>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C800"/>
                        </a:buClr>
                        <a:buSzPct val="8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0000C8"/>
                        </a:buClr>
                        <a:buSzPct val="80000"/>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rgbClr val="FF7F00"/>
                        </a:buClr>
                        <a:buSzPct val="8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4pPr>
                      <a:lvl5pPr marL="2057400" indent="-228600">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
                          <a:srgbClr val="C80000"/>
                        </a:buClr>
                        <a:buSzPct val="80000"/>
                        <a:buFont typeface="Wingdings" panose="05000000000000000000" pitchFamily="2" charset="2"/>
                        <a:buNone/>
                      </a:pPr>
                      <a:r>
                        <a:rPr kumimoji="0" lang="en-US" altLang="zh-CN" sz="1800" b="0" i="0" u="none" strike="noStrike" cap="none" normalizeH="0" baseline="0" dirty="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rPr>
                        <a:t>5</a:t>
                      </a:r>
                      <a:endParaRPr kumimoji="0" lang="en-US" altLang="zh-CN" sz="1800" b="0" i="0" u="none" strike="noStrike" cap="none" normalizeH="0" baseline="0" dirty="0">
                        <a:ln>
                          <a:noFill/>
                        </a:ln>
                        <a:solidFill>
                          <a:srgbClr val="000000"/>
                        </a:solidFill>
                        <a:effectLst/>
                        <a:latin typeface="微软雅黑 Light" panose="020B0502040204020203" pitchFamily="34" charset="-122"/>
                        <a:ea typeface="微软雅黑 Light" panose="020B0502040204020203" pitchFamily="34"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rgbClr val="C80000"/>
                        </a:buClr>
                        <a:buSzPct val="80000"/>
                        <a:buFont typeface="Wingdings" panose="05000000000000000000" pitchFamily="2" charset="2"/>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C800"/>
                        </a:buClr>
                        <a:buSzPct val="8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0000C8"/>
                        </a:buClr>
                        <a:buSzPct val="80000"/>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rgbClr val="FF7F00"/>
                        </a:buClr>
                        <a:buSzPct val="8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4pPr>
                      <a:lvl5pPr marL="2057400" indent="-228600">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
                          <a:srgbClr val="C80000"/>
                        </a:buClr>
                        <a:buSzPct val="80000"/>
                        <a:buFont typeface="Wingdings" panose="05000000000000000000" pitchFamily="2" charset="2"/>
                        <a:buNone/>
                      </a:pPr>
                      <a:r>
                        <a:rPr kumimoji="0" lang="en-US" altLang="zh-CN" sz="1800" b="0" i="0" u="none" strike="noStrike" cap="none" normalizeH="0" baseline="0" dirty="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rPr>
                        <a:t>0</a:t>
                      </a:r>
                      <a:endParaRPr kumimoji="0" lang="en-US" altLang="zh-CN" sz="1800" b="0" i="0" u="none" strike="noStrike" cap="none" normalizeH="0" baseline="0" dirty="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endParaRPr>
                    </a:p>
                    <a:p>
                      <a:pPr marL="342900" marR="0" lvl="0" indent="-342900" algn="ctr" defTabSz="914400" rtl="0" eaLnBrk="0" fontAlgn="base" latinLnBrk="0" hangingPunct="0">
                        <a:lnSpc>
                          <a:spcPct val="100000"/>
                        </a:lnSpc>
                        <a:spcBef>
                          <a:spcPct val="0"/>
                        </a:spcBef>
                        <a:spcAft>
                          <a:spcPct val="0"/>
                        </a:spcAft>
                        <a:buClr>
                          <a:srgbClr val="C80000"/>
                        </a:buClr>
                        <a:buSzPct val="80000"/>
                        <a:buFont typeface="Wingdings" panose="05000000000000000000" pitchFamily="2" charset="2"/>
                        <a:buNone/>
                      </a:pPr>
                      <a:r>
                        <a:rPr kumimoji="0" lang="en-US" altLang="zh-CN" sz="1800" b="0" i="0" u="none" strike="noStrike" cap="none" normalizeH="0" baseline="0" dirty="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rPr>
                        <a:t>1</a:t>
                      </a:r>
                      <a:endParaRPr kumimoji="0" lang="en-US" altLang="zh-CN" sz="1800" b="0" i="0" u="none" strike="noStrike" cap="none" normalizeH="0" baseline="0" dirty="0">
                        <a:ln>
                          <a:noFill/>
                        </a:ln>
                        <a:solidFill>
                          <a:srgbClr val="000000"/>
                        </a:solidFill>
                        <a:effectLst/>
                        <a:latin typeface="微软雅黑 Light" panose="020B0502040204020203" pitchFamily="34" charset="-122"/>
                        <a:ea typeface="微软雅黑 Light" panose="020B0502040204020203" pitchFamily="34"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rgbClr val="C80000"/>
                        </a:buClr>
                        <a:buSzPct val="80000"/>
                        <a:buFont typeface="Wingdings" panose="05000000000000000000" pitchFamily="2" charset="2"/>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C800"/>
                        </a:buClr>
                        <a:buSzPct val="8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0000C8"/>
                        </a:buClr>
                        <a:buSzPct val="80000"/>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rgbClr val="FF7F00"/>
                        </a:buClr>
                        <a:buSzPct val="8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4pPr>
                      <a:lvl5pPr marL="2057400" indent="-228600">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
                          <a:srgbClr val="C80000"/>
                        </a:buClr>
                        <a:buSzPct val="80000"/>
                        <a:buFont typeface="Wingdings" panose="05000000000000000000" pitchFamily="2" charset="2"/>
                        <a:buNone/>
                      </a:pPr>
                      <a:r>
                        <a:rPr kumimoji="0" lang="zh-CN" altLang="en-US" sz="1800" b="0" i="0" u="none" strike="noStrike" cap="none" normalizeH="0" baseline="0" dirty="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rPr>
                        <a:t>对网络重定向</a:t>
                      </a:r>
                      <a:endParaRPr kumimoji="0" lang="zh-CN" altLang="en-US" sz="1800" b="0" i="0" u="none" strike="noStrike" cap="none" normalizeH="0" baseline="0" dirty="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endParaRPr>
                    </a:p>
                    <a:p>
                      <a:pPr marL="342900" marR="0" lvl="0" indent="-342900" algn="l" defTabSz="914400" rtl="0" eaLnBrk="0" fontAlgn="base" latinLnBrk="0" hangingPunct="0">
                        <a:lnSpc>
                          <a:spcPct val="100000"/>
                        </a:lnSpc>
                        <a:spcBef>
                          <a:spcPct val="0"/>
                        </a:spcBef>
                        <a:spcAft>
                          <a:spcPct val="0"/>
                        </a:spcAft>
                        <a:buClr>
                          <a:srgbClr val="C80000"/>
                        </a:buClr>
                        <a:buSzPct val="80000"/>
                        <a:buFont typeface="Wingdings" panose="05000000000000000000" pitchFamily="2" charset="2"/>
                        <a:buNone/>
                      </a:pPr>
                      <a:r>
                        <a:rPr kumimoji="0" lang="zh-CN" altLang="en-US" sz="1800" b="0" i="0" u="none" strike="noStrike" cap="none" normalizeH="0" baseline="0" dirty="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rPr>
                        <a:t>对主机重定向</a:t>
                      </a:r>
                      <a:endParaRPr kumimoji="0" lang="zh-CN" altLang="en-US" sz="1800" b="0" i="0" u="none" strike="noStrike" cap="none" normalizeH="0" baseline="0" dirty="0">
                        <a:ln>
                          <a:noFill/>
                        </a:ln>
                        <a:solidFill>
                          <a:srgbClr val="000000"/>
                        </a:solidFill>
                        <a:effectLst/>
                        <a:latin typeface="微软雅黑 Light" panose="020B0502040204020203" pitchFamily="34" charset="-122"/>
                        <a:ea typeface="微软雅黑 Light" panose="020B0502040204020203" pitchFamily="34"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rgbClr val="C80000"/>
                        </a:buClr>
                        <a:buSzPct val="80000"/>
                        <a:buFont typeface="Wingdings" panose="05000000000000000000" pitchFamily="2" charset="2"/>
                        <a:defRPr sz="2800">
                          <a:solidFill>
                            <a:schemeClr val="tx1"/>
                          </a:solidFill>
                          <a:latin typeface="Times New Roman" panose="02020603050405020304" pitchFamily="18" charset="0"/>
                          <a:ea typeface="宋体" panose="02010600030101010101" pitchFamily="2" charset="-122"/>
                        </a:defRPr>
                      </a:lvl1pPr>
                      <a:lvl2pPr>
                        <a:spcBef>
                          <a:spcPct val="20000"/>
                        </a:spcBef>
                        <a:buClr>
                          <a:srgbClr val="00C800"/>
                        </a:buClr>
                        <a:buSzPct val="8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2pPr>
                      <a:lvl3pPr>
                        <a:spcBef>
                          <a:spcPct val="20000"/>
                        </a:spcBef>
                        <a:buClr>
                          <a:srgbClr val="0000C8"/>
                        </a:buClr>
                        <a:buSzPct val="80000"/>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3pPr>
                      <a:lvl4pPr>
                        <a:spcBef>
                          <a:spcPct val="20000"/>
                        </a:spcBef>
                        <a:buClr>
                          <a:srgbClr val="FF7F00"/>
                        </a:buClr>
                        <a:buSzPct val="8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4pPr>
                      <a:lvl5pPr>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endParaRPr kumimoji="0" lang="zh-CN" altLang="zh-CN" sz="1800" b="0" i="0" u="none" strike="noStrike" cap="none" normalizeH="0" baseline="0" dirty="0">
                        <a:ln>
                          <a:noFill/>
                        </a:ln>
                        <a:solidFill>
                          <a:srgbClr val="000000"/>
                        </a:solidFill>
                        <a:effectLst/>
                        <a:latin typeface="微软雅黑 Light" panose="020B0502040204020203" pitchFamily="34" charset="-122"/>
                        <a:ea typeface="微软雅黑 Light" panose="020B0502040204020203" pitchFamily="34"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rgbClr val="C80000"/>
                        </a:buClr>
                        <a:buSzPct val="80000"/>
                        <a:buFont typeface="Wingdings" panose="05000000000000000000" pitchFamily="2" charset="2"/>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C800"/>
                        </a:buClr>
                        <a:buSzPct val="8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0000C8"/>
                        </a:buClr>
                        <a:buSzPct val="80000"/>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rgbClr val="FF7F00"/>
                        </a:buClr>
                        <a:buSzPct val="8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4pPr>
                      <a:lvl5pPr marL="2057400" indent="-228600">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
                          <a:srgbClr val="C80000"/>
                        </a:buClr>
                        <a:buSzPct val="80000"/>
                        <a:buFont typeface="Wingdings" panose="05000000000000000000" pitchFamily="2" charset="2"/>
                        <a:buNone/>
                      </a:pPr>
                      <a:r>
                        <a:rPr kumimoji="0" lang="en-US" altLang="zh-CN" sz="1800" b="0" i="0" u="none" strike="noStrike" cap="none" normalizeH="0" baseline="0" dirty="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rPr>
                        <a:t>√</a:t>
                      </a:r>
                      <a:endParaRPr kumimoji="0" lang="en-US" altLang="zh-CN" sz="1800" b="0" i="0" u="none" strike="noStrike" cap="none" normalizeH="0" baseline="0" dirty="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endParaRPr>
                    </a:p>
                    <a:p>
                      <a:pPr marL="342900" marR="0" lvl="0" indent="-342900" algn="ctr" defTabSz="914400" rtl="0" eaLnBrk="1" fontAlgn="base" latinLnBrk="0" hangingPunct="1">
                        <a:lnSpc>
                          <a:spcPct val="100000"/>
                        </a:lnSpc>
                        <a:spcBef>
                          <a:spcPct val="0"/>
                        </a:spcBef>
                        <a:spcAft>
                          <a:spcPct val="0"/>
                        </a:spcAft>
                        <a:buClr>
                          <a:srgbClr val="C80000"/>
                        </a:buClr>
                        <a:buSzPct val="80000"/>
                        <a:buFont typeface="Wingdings" panose="05000000000000000000" pitchFamily="2" charset="2"/>
                        <a:buNone/>
                      </a:pPr>
                      <a:r>
                        <a:rPr kumimoji="0" lang="en-US" altLang="zh-CN" sz="1800" b="0" i="0" u="none" strike="noStrike" cap="none" normalizeH="0" baseline="0" dirty="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rPr>
                        <a:t>√</a:t>
                      </a:r>
                      <a:endParaRPr kumimoji="0" lang="en-US" altLang="zh-CN" sz="1800" b="0" i="0" u="none" strike="noStrike" cap="none" normalizeH="0" baseline="0" dirty="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68288">
                <a:tc>
                  <a:txBody>
                    <a:bodyPr/>
                    <a:lstStyle>
                      <a:lvl1pPr marL="342900" indent="-342900">
                        <a:spcBef>
                          <a:spcPct val="20000"/>
                        </a:spcBef>
                        <a:buClr>
                          <a:srgbClr val="C80000"/>
                        </a:buClr>
                        <a:buSzPct val="80000"/>
                        <a:buFont typeface="Wingdings" panose="05000000000000000000" pitchFamily="2" charset="2"/>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C800"/>
                        </a:buClr>
                        <a:buSzPct val="8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0000C8"/>
                        </a:buClr>
                        <a:buSzPct val="80000"/>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rgbClr val="FF7F00"/>
                        </a:buClr>
                        <a:buSzPct val="8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4pPr>
                      <a:lvl5pPr marL="2057400" indent="-228600">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
                          <a:srgbClr val="C80000"/>
                        </a:buClr>
                        <a:buSzPct val="80000"/>
                        <a:buFont typeface="Wingdings" panose="05000000000000000000" pitchFamily="2" charset="2"/>
                        <a:buNone/>
                      </a:pPr>
                      <a:r>
                        <a:rPr kumimoji="0" lang="en-US" altLang="zh-CN" sz="1800" b="0" i="0" u="none" strike="noStrike" cap="none" normalizeH="0" baseline="0" dirty="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rPr>
                        <a:t>8</a:t>
                      </a:r>
                      <a:endParaRPr kumimoji="0" lang="en-US" altLang="zh-CN" sz="1800" b="0" i="0" u="none" strike="noStrike" cap="none" normalizeH="0" baseline="0" dirty="0">
                        <a:ln>
                          <a:noFill/>
                        </a:ln>
                        <a:solidFill>
                          <a:srgbClr val="000000"/>
                        </a:solidFill>
                        <a:effectLst/>
                        <a:latin typeface="微软雅黑 Light" panose="020B0502040204020203" pitchFamily="34" charset="-122"/>
                        <a:ea typeface="微软雅黑 Light" panose="020B0502040204020203" pitchFamily="34"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rgbClr val="C80000"/>
                        </a:buClr>
                        <a:buSzPct val="80000"/>
                        <a:buFont typeface="Wingdings" panose="05000000000000000000" pitchFamily="2" charset="2"/>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C800"/>
                        </a:buClr>
                        <a:buSzPct val="8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0000C8"/>
                        </a:buClr>
                        <a:buSzPct val="80000"/>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rgbClr val="FF7F00"/>
                        </a:buClr>
                        <a:buSzPct val="8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4pPr>
                      <a:lvl5pPr marL="2057400" indent="-228600">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
                          <a:srgbClr val="C80000"/>
                        </a:buClr>
                        <a:buSzPct val="80000"/>
                        <a:buFont typeface="Wingdings" panose="05000000000000000000" pitchFamily="2" charset="2"/>
                        <a:buNone/>
                      </a:pPr>
                      <a:r>
                        <a:rPr kumimoji="0" lang="en-US" altLang="zh-CN" sz="1800" b="0" i="0" u="none" strike="noStrike" cap="none" normalizeH="0" baseline="0" dirty="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rPr>
                        <a:t>0</a:t>
                      </a:r>
                      <a:endParaRPr kumimoji="0" lang="en-US" altLang="zh-CN" sz="1800" b="0" i="0" u="none" strike="noStrike" cap="none" normalizeH="0" baseline="0" dirty="0">
                        <a:ln>
                          <a:noFill/>
                        </a:ln>
                        <a:solidFill>
                          <a:srgbClr val="000000"/>
                        </a:solidFill>
                        <a:effectLst/>
                        <a:latin typeface="微软雅黑 Light" panose="020B0502040204020203" pitchFamily="34" charset="-122"/>
                        <a:ea typeface="微软雅黑 Light" panose="020B0502040204020203" pitchFamily="34"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rgbClr val="C80000"/>
                        </a:buClr>
                        <a:buSzPct val="80000"/>
                        <a:buFont typeface="Wingdings" panose="05000000000000000000" pitchFamily="2" charset="2"/>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C800"/>
                        </a:buClr>
                        <a:buSzPct val="8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0000C8"/>
                        </a:buClr>
                        <a:buSzPct val="80000"/>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rgbClr val="FF7F00"/>
                        </a:buClr>
                        <a:buSzPct val="8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4pPr>
                      <a:lvl5pPr marL="2057400" indent="-228600">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
                          <a:srgbClr val="C80000"/>
                        </a:buClr>
                        <a:buSzPct val="80000"/>
                        <a:buFont typeface="Wingdings" panose="05000000000000000000" pitchFamily="2" charset="2"/>
                        <a:buNone/>
                      </a:pPr>
                      <a:r>
                        <a:rPr kumimoji="0" lang="zh-CN" altLang="en-US" sz="1800" b="0" i="0" u="none" strike="noStrike" cap="none" normalizeH="0" baseline="0" dirty="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rPr>
                        <a:t>请求回显（</a:t>
                      </a:r>
                      <a:r>
                        <a:rPr kumimoji="0" lang="en-US" altLang="zh-CN" sz="1800" b="0" i="0" u="none" strike="noStrike" cap="none" normalizeH="0" baseline="0" dirty="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rPr>
                        <a:t>Ping</a:t>
                      </a:r>
                      <a:r>
                        <a:rPr kumimoji="0" lang="zh-CN" altLang="en-US" sz="1800" b="0" i="0" u="none" strike="noStrike" cap="none" normalizeH="0" baseline="0" dirty="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rPr>
                        <a:t>请求）</a:t>
                      </a:r>
                      <a:endParaRPr kumimoji="0" lang="zh-CN" altLang="en-US" sz="1800" b="0" i="0" u="none" strike="noStrike" cap="none" normalizeH="0" baseline="0" dirty="0">
                        <a:ln>
                          <a:noFill/>
                        </a:ln>
                        <a:solidFill>
                          <a:srgbClr val="000000"/>
                        </a:solidFill>
                        <a:effectLst/>
                        <a:latin typeface="微软雅黑 Light" panose="020B0502040204020203" pitchFamily="34" charset="-122"/>
                        <a:ea typeface="微软雅黑 Light" panose="020B0502040204020203" pitchFamily="34"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rgbClr val="C80000"/>
                        </a:buClr>
                        <a:buSzPct val="80000"/>
                        <a:buFont typeface="Wingdings" panose="05000000000000000000" pitchFamily="2" charset="2"/>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C800"/>
                        </a:buClr>
                        <a:buSzPct val="8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0000C8"/>
                        </a:buClr>
                        <a:buSzPct val="80000"/>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rgbClr val="FF7F00"/>
                        </a:buClr>
                        <a:buSzPct val="8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4pPr>
                      <a:lvl5pPr marL="2057400" indent="-228600">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
                          <a:srgbClr val="C80000"/>
                        </a:buClr>
                        <a:buSzPct val="80000"/>
                        <a:buFont typeface="Wingdings" panose="05000000000000000000" pitchFamily="2" charset="2"/>
                        <a:buNone/>
                      </a:pPr>
                      <a:r>
                        <a:rPr kumimoji="0" lang="en-US" altLang="zh-CN" sz="1800" b="0" i="0" u="none" strike="noStrike" cap="none" normalizeH="0" baseline="0" dirty="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rPr>
                        <a:t>√</a:t>
                      </a:r>
                      <a:endParaRPr kumimoji="0" lang="en-US" altLang="zh-CN" sz="1800" b="0" i="0" u="none" strike="noStrike" cap="none" normalizeH="0" baseline="0" dirty="0">
                        <a:ln>
                          <a:noFill/>
                        </a:ln>
                        <a:solidFill>
                          <a:srgbClr val="000000"/>
                        </a:solidFill>
                        <a:effectLst/>
                        <a:latin typeface="微软雅黑 Light" panose="020B0502040204020203" pitchFamily="34" charset="-122"/>
                        <a:ea typeface="微软雅黑 Light" panose="020B0502040204020203" pitchFamily="34"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rgbClr val="C80000"/>
                        </a:buClr>
                        <a:buSzPct val="80000"/>
                        <a:buFont typeface="Wingdings" panose="05000000000000000000" pitchFamily="2" charset="2"/>
                        <a:defRPr sz="2800">
                          <a:solidFill>
                            <a:schemeClr val="tx1"/>
                          </a:solidFill>
                          <a:latin typeface="Times New Roman" panose="02020603050405020304" pitchFamily="18" charset="0"/>
                          <a:ea typeface="宋体" panose="02010600030101010101" pitchFamily="2" charset="-122"/>
                        </a:defRPr>
                      </a:lvl1pPr>
                      <a:lvl2pPr>
                        <a:spcBef>
                          <a:spcPct val="20000"/>
                        </a:spcBef>
                        <a:buClr>
                          <a:srgbClr val="00C800"/>
                        </a:buClr>
                        <a:buSzPct val="8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2pPr>
                      <a:lvl3pPr>
                        <a:spcBef>
                          <a:spcPct val="20000"/>
                        </a:spcBef>
                        <a:buClr>
                          <a:srgbClr val="0000C8"/>
                        </a:buClr>
                        <a:buSzPct val="80000"/>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3pPr>
                      <a:lvl4pPr>
                        <a:spcBef>
                          <a:spcPct val="20000"/>
                        </a:spcBef>
                        <a:buClr>
                          <a:srgbClr val="FF7F00"/>
                        </a:buClr>
                        <a:buSzPct val="8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4pPr>
                      <a:lvl5pPr>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endParaRPr kumimoji="0" lang="zh-CN" altLang="zh-CN" sz="1800" b="0" i="0" u="none" strike="noStrike" cap="none" normalizeH="0" baseline="0" dirty="0">
                        <a:ln>
                          <a:noFill/>
                        </a:ln>
                        <a:solidFill>
                          <a:srgbClr val="000000"/>
                        </a:solidFill>
                        <a:effectLst/>
                        <a:latin typeface="微软雅黑 Light" panose="020B0502040204020203" pitchFamily="34" charset="-122"/>
                        <a:ea typeface="微软雅黑 Light" panose="020B0502040204020203" pitchFamily="34"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473075">
                <a:tc>
                  <a:txBody>
                    <a:bodyPr/>
                    <a:lstStyle>
                      <a:lvl1pPr marL="342900" indent="-342900">
                        <a:spcBef>
                          <a:spcPct val="20000"/>
                        </a:spcBef>
                        <a:buClr>
                          <a:srgbClr val="C80000"/>
                        </a:buClr>
                        <a:buSzPct val="80000"/>
                        <a:buFont typeface="Wingdings" panose="05000000000000000000" pitchFamily="2" charset="2"/>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C800"/>
                        </a:buClr>
                        <a:buSzPct val="8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0000C8"/>
                        </a:buClr>
                        <a:buSzPct val="80000"/>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rgbClr val="FF7F00"/>
                        </a:buClr>
                        <a:buSzPct val="8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4pPr>
                      <a:lvl5pPr marL="2057400" indent="-228600">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
                          <a:srgbClr val="C80000"/>
                        </a:buClr>
                        <a:buSzPct val="80000"/>
                        <a:buFont typeface="Wingdings" panose="05000000000000000000" pitchFamily="2" charset="2"/>
                        <a:buNone/>
                      </a:pPr>
                      <a:r>
                        <a:rPr kumimoji="0" lang="en-US" altLang="zh-CN" sz="1800" b="0" i="0" u="none" strike="noStrike" cap="none" normalizeH="0" baseline="0" dirty="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rPr>
                        <a:t>9</a:t>
                      </a:r>
                      <a:endParaRPr kumimoji="0" lang="en-US" altLang="zh-CN" sz="1800" b="0" i="0" u="none" strike="noStrike" cap="none" normalizeH="0" baseline="0" dirty="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endParaRPr>
                    </a:p>
                    <a:p>
                      <a:pPr marL="342900" marR="0" lvl="0" indent="-342900" algn="ctr" defTabSz="914400" rtl="0" eaLnBrk="0" fontAlgn="base" latinLnBrk="0" hangingPunct="0">
                        <a:lnSpc>
                          <a:spcPct val="100000"/>
                        </a:lnSpc>
                        <a:spcBef>
                          <a:spcPct val="0"/>
                        </a:spcBef>
                        <a:spcAft>
                          <a:spcPct val="0"/>
                        </a:spcAft>
                        <a:buClr>
                          <a:srgbClr val="C80000"/>
                        </a:buClr>
                        <a:buSzPct val="80000"/>
                        <a:buFont typeface="Wingdings" panose="05000000000000000000" pitchFamily="2" charset="2"/>
                        <a:buNone/>
                      </a:pPr>
                      <a:r>
                        <a:rPr kumimoji="0" lang="en-US" altLang="zh-CN" sz="1800" b="0" i="0" u="none" strike="noStrike" cap="none" normalizeH="0" baseline="0" dirty="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rPr>
                        <a:t>10</a:t>
                      </a:r>
                      <a:endParaRPr kumimoji="0" lang="en-US" altLang="zh-CN" sz="1800" b="0" i="0" u="none" strike="noStrike" cap="none" normalizeH="0" baseline="0" dirty="0">
                        <a:ln>
                          <a:noFill/>
                        </a:ln>
                        <a:solidFill>
                          <a:srgbClr val="000000"/>
                        </a:solidFill>
                        <a:effectLst/>
                        <a:latin typeface="微软雅黑 Light" panose="020B0502040204020203" pitchFamily="34" charset="-122"/>
                        <a:ea typeface="微软雅黑 Light" panose="020B0502040204020203" pitchFamily="34"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rgbClr val="C80000"/>
                        </a:buClr>
                        <a:buSzPct val="80000"/>
                        <a:buFont typeface="Wingdings" panose="05000000000000000000" pitchFamily="2" charset="2"/>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C800"/>
                        </a:buClr>
                        <a:buSzPct val="8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0000C8"/>
                        </a:buClr>
                        <a:buSzPct val="80000"/>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rgbClr val="FF7F00"/>
                        </a:buClr>
                        <a:buSzPct val="8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4pPr>
                      <a:lvl5pPr marL="2057400" indent="-228600">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
                          <a:srgbClr val="C80000"/>
                        </a:buClr>
                        <a:buSzPct val="80000"/>
                        <a:buFont typeface="Wingdings" panose="05000000000000000000" pitchFamily="2" charset="2"/>
                        <a:buNone/>
                      </a:pPr>
                      <a:r>
                        <a:rPr kumimoji="0" lang="en-US" altLang="zh-CN" sz="1800" b="0" i="0" u="none" strike="noStrike" cap="none" normalizeH="0" baseline="0" dirty="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rPr>
                        <a:t>0</a:t>
                      </a:r>
                      <a:endParaRPr kumimoji="0" lang="en-US" altLang="zh-CN" sz="1800" b="0" i="0" u="none" strike="noStrike" cap="none" normalizeH="0" baseline="0" dirty="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endParaRPr>
                    </a:p>
                    <a:p>
                      <a:pPr marL="342900" marR="0" lvl="0" indent="-342900" algn="ctr" defTabSz="914400" rtl="0" eaLnBrk="0" fontAlgn="base" latinLnBrk="0" hangingPunct="0">
                        <a:lnSpc>
                          <a:spcPct val="100000"/>
                        </a:lnSpc>
                        <a:spcBef>
                          <a:spcPct val="0"/>
                        </a:spcBef>
                        <a:spcAft>
                          <a:spcPct val="0"/>
                        </a:spcAft>
                        <a:buClr>
                          <a:srgbClr val="C80000"/>
                        </a:buClr>
                        <a:buSzPct val="80000"/>
                        <a:buFont typeface="Wingdings" panose="05000000000000000000" pitchFamily="2" charset="2"/>
                        <a:buNone/>
                      </a:pPr>
                      <a:r>
                        <a:rPr kumimoji="0" lang="en-US" altLang="zh-CN" sz="1800" b="0" i="0" u="none" strike="noStrike" cap="none" normalizeH="0" baseline="0" dirty="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rPr>
                        <a:t>0</a:t>
                      </a:r>
                      <a:endParaRPr kumimoji="0" lang="en-US" altLang="zh-CN" sz="1800" b="0" i="0" u="none" strike="noStrike" cap="none" normalizeH="0" baseline="0" dirty="0">
                        <a:ln>
                          <a:noFill/>
                        </a:ln>
                        <a:solidFill>
                          <a:srgbClr val="000000"/>
                        </a:solidFill>
                        <a:effectLst/>
                        <a:latin typeface="微软雅黑 Light" panose="020B0502040204020203" pitchFamily="34" charset="-122"/>
                        <a:ea typeface="微软雅黑 Light" panose="020B0502040204020203" pitchFamily="34"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rgbClr val="C80000"/>
                        </a:buClr>
                        <a:buSzPct val="80000"/>
                        <a:buFont typeface="Wingdings" panose="05000000000000000000" pitchFamily="2" charset="2"/>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C800"/>
                        </a:buClr>
                        <a:buSzPct val="8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0000C8"/>
                        </a:buClr>
                        <a:buSzPct val="80000"/>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rgbClr val="FF7F00"/>
                        </a:buClr>
                        <a:buSzPct val="8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4pPr>
                      <a:lvl5pPr marL="2057400" indent="-228600">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
                          <a:srgbClr val="C80000"/>
                        </a:buClr>
                        <a:buSzPct val="80000"/>
                        <a:buFont typeface="Wingdings" panose="05000000000000000000" pitchFamily="2" charset="2"/>
                        <a:buNone/>
                      </a:pPr>
                      <a:r>
                        <a:rPr kumimoji="0" lang="zh-CN" altLang="en-US" sz="1800" b="0" i="0" u="none" strike="noStrike" cap="none" normalizeH="0" baseline="0" dirty="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rPr>
                        <a:t>路由器通告</a:t>
                      </a:r>
                      <a:endParaRPr kumimoji="0" lang="zh-CN" altLang="en-US" sz="1800" b="0" i="0" u="none" strike="noStrike" cap="none" normalizeH="0" baseline="0" dirty="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endParaRPr>
                    </a:p>
                    <a:p>
                      <a:pPr marL="342900" marR="0" lvl="0" indent="-342900" algn="l" defTabSz="914400" rtl="0" eaLnBrk="0" fontAlgn="base" latinLnBrk="0" hangingPunct="0">
                        <a:lnSpc>
                          <a:spcPct val="100000"/>
                        </a:lnSpc>
                        <a:spcBef>
                          <a:spcPct val="0"/>
                        </a:spcBef>
                        <a:spcAft>
                          <a:spcPct val="0"/>
                        </a:spcAft>
                        <a:buClr>
                          <a:srgbClr val="C80000"/>
                        </a:buClr>
                        <a:buSzPct val="80000"/>
                        <a:buFont typeface="Wingdings" panose="05000000000000000000" pitchFamily="2" charset="2"/>
                        <a:buNone/>
                      </a:pPr>
                      <a:r>
                        <a:rPr kumimoji="0" lang="zh-CN" altLang="en-US" sz="1800" b="0" i="0" u="none" strike="noStrike" cap="none" normalizeH="0" baseline="0" dirty="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rPr>
                        <a:t>路由器请求 </a:t>
                      </a:r>
                      <a:endParaRPr kumimoji="0" lang="zh-CN" altLang="en-US" sz="1800" b="0" i="0" u="none" strike="noStrike" cap="none" normalizeH="0" baseline="0" dirty="0">
                        <a:ln>
                          <a:noFill/>
                        </a:ln>
                        <a:solidFill>
                          <a:srgbClr val="000000"/>
                        </a:solidFill>
                        <a:effectLst/>
                        <a:latin typeface="微软雅黑 Light" panose="020B0502040204020203" pitchFamily="34" charset="-122"/>
                        <a:ea typeface="微软雅黑 Light" panose="020B0502040204020203" pitchFamily="34"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rgbClr val="C80000"/>
                        </a:buClr>
                        <a:buSzPct val="80000"/>
                        <a:buFont typeface="Wingdings" panose="05000000000000000000" pitchFamily="2" charset="2"/>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C800"/>
                        </a:buClr>
                        <a:buSzPct val="8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0000C8"/>
                        </a:buClr>
                        <a:buSzPct val="80000"/>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rgbClr val="FF7F00"/>
                        </a:buClr>
                        <a:buSzPct val="8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4pPr>
                      <a:lvl5pPr marL="2057400" indent="-228600">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
                          <a:srgbClr val="C80000"/>
                        </a:buClr>
                        <a:buSzPct val="80000"/>
                        <a:buFont typeface="Wingdings" panose="05000000000000000000" pitchFamily="2" charset="2"/>
                        <a:buNone/>
                      </a:pPr>
                      <a:r>
                        <a:rPr kumimoji="0" lang="en-US" altLang="zh-CN" sz="1800" b="0" i="0" u="none" strike="noStrike" cap="none" normalizeH="0" baseline="0" dirty="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rPr>
                        <a:t>√</a:t>
                      </a:r>
                      <a:endParaRPr kumimoji="0" lang="en-US" altLang="zh-CN" sz="1800" b="0" i="0" u="none" strike="noStrike" cap="none" normalizeH="0" baseline="0" dirty="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endParaRPr>
                    </a:p>
                    <a:p>
                      <a:pPr marL="342900" marR="0" lvl="0" indent="-342900" algn="ctr" defTabSz="914400" rtl="0" eaLnBrk="0" fontAlgn="base" latinLnBrk="0" hangingPunct="0">
                        <a:lnSpc>
                          <a:spcPct val="100000"/>
                        </a:lnSpc>
                        <a:spcBef>
                          <a:spcPct val="0"/>
                        </a:spcBef>
                        <a:spcAft>
                          <a:spcPct val="0"/>
                        </a:spcAft>
                        <a:buClr>
                          <a:srgbClr val="C80000"/>
                        </a:buClr>
                        <a:buSzPct val="80000"/>
                        <a:buFont typeface="Wingdings" panose="05000000000000000000" pitchFamily="2" charset="2"/>
                        <a:buNone/>
                      </a:pPr>
                      <a:r>
                        <a:rPr kumimoji="0" lang="en-US" altLang="zh-CN" sz="1800" b="0" i="0" u="none" strike="noStrike" cap="none" normalizeH="0" baseline="0" dirty="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rPr>
                        <a:t>√</a:t>
                      </a:r>
                      <a:endParaRPr kumimoji="0" lang="en-US" altLang="zh-CN" sz="1800" b="0" i="0" u="none" strike="noStrike" cap="none" normalizeH="0" baseline="0" dirty="0">
                        <a:ln>
                          <a:noFill/>
                        </a:ln>
                        <a:solidFill>
                          <a:srgbClr val="000000"/>
                        </a:solidFill>
                        <a:effectLst/>
                        <a:latin typeface="微软雅黑 Light" panose="020B0502040204020203" pitchFamily="34" charset="-122"/>
                        <a:ea typeface="微软雅黑 Light" panose="020B0502040204020203" pitchFamily="34"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rgbClr val="C80000"/>
                        </a:buClr>
                        <a:buSzPct val="80000"/>
                        <a:buFont typeface="Wingdings" panose="05000000000000000000" pitchFamily="2" charset="2"/>
                        <a:defRPr sz="2800">
                          <a:solidFill>
                            <a:schemeClr val="tx1"/>
                          </a:solidFill>
                          <a:latin typeface="Times New Roman" panose="02020603050405020304" pitchFamily="18" charset="0"/>
                          <a:ea typeface="宋体" panose="02010600030101010101" pitchFamily="2" charset="-122"/>
                        </a:defRPr>
                      </a:lvl1pPr>
                      <a:lvl2pPr>
                        <a:spcBef>
                          <a:spcPct val="20000"/>
                        </a:spcBef>
                        <a:buClr>
                          <a:srgbClr val="00C800"/>
                        </a:buClr>
                        <a:buSzPct val="8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2pPr>
                      <a:lvl3pPr>
                        <a:spcBef>
                          <a:spcPct val="20000"/>
                        </a:spcBef>
                        <a:buClr>
                          <a:srgbClr val="0000C8"/>
                        </a:buClr>
                        <a:buSzPct val="80000"/>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3pPr>
                      <a:lvl4pPr>
                        <a:spcBef>
                          <a:spcPct val="20000"/>
                        </a:spcBef>
                        <a:buClr>
                          <a:srgbClr val="FF7F00"/>
                        </a:buClr>
                        <a:buSzPct val="8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4pPr>
                      <a:lvl5pPr>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endParaRPr kumimoji="0" lang="zh-CN" altLang="zh-CN" sz="1800" b="0" i="0" u="none" strike="noStrike" cap="none" normalizeH="0" baseline="0" dirty="0">
                        <a:ln>
                          <a:noFill/>
                        </a:ln>
                        <a:solidFill>
                          <a:srgbClr val="000000"/>
                        </a:solidFill>
                        <a:effectLst/>
                        <a:latin typeface="微软雅黑 Light" panose="020B0502040204020203" pitchFamily="34" charset="-122"/>
                        <a:ea typeface="微软雅黑 Light" panose="020B0502040204020203" pitchFamily="34"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68288">
                <a:tc>
                  <a:txBody>
                    <a:bodyPr/>
                    <a:lstStyle>
                      <a:lvl1pPr marL="342900" indent="-342900">
                        <a:spcBef>
                          <a:spcPct val="20000"/>
                        </a:spcBef>
                        <a:buClr>
                          <a:srgbClr val="C80000"/>
                        </a:buClr>
                        <a:buSzPct val="80000"/>
                        <a:buFont typeface="Wingdings" panose="05000000000000000000" pitchFamily="2" charset="2"/>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C800"/>
                        </a:buClr>
                        <a:buSzPct val="8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0000C8"/>
                        </a:buClr>
                        <a:buSzPct val="80000"/>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rgbClr val="FF7F00"/>
                        </a:buClr>
                        <a:buSzPct val="8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4pPr>
                      <a:lvl5pPr marL="2057400" indent="-228600">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
                          <a:srgbClr val="C80000"/>
                        </a:buClr>
                        <a:buSzPct val="80000"/>
                        <a:buFont typeface="Wingdings" panose="05000000000000000000" pitchFamily="2" charset="2"/>
                        <a:buNone/>
                      </a:pPr>
                      <a:r>
                        <a:rPr kumimoji="0" lang="en-US" altLang="zh-CN" sz="1800" b="0" i="0" u="none" strike="noStrike" cap="none" normalizeH="0" baseline="0" dirty="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rPr>
                        <a:t>12</a:t>
                      </a:r>
                      <a:endParaRPr kumimoji="0" lang="en-US" altLang="zh-CN" sz="1800" b="0" i="0" u="none" strike="noStrike" cap="none" normalizeH="0" baseline="0" dirty="0">
                        <a:ln>
                          <a:noFill/>
                        </a:ln>
                        <a:solidFill>
                          <a:srgbClr val="000000"/>
                        </a:solidFill>
                        <a:effectLst/>
                        <a:latin typeface="微软雅黑 Light" panose="020B0502040204020203" pitchFamily="34" charset="-122"/>
                        <a:ea typeface="微软雅黑 Light" panose="020B0502040204020203" pitchFamily="34"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rgbClr val="C80000"/>
                        </a:buClr>
                        <a:buSzPct val="80000"/>
                        <a:buFont typeface="Wingdings" panose="05000000000000000000" pitchFamily="2" charset="2"/>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C800"/>
                        </a:buClr>
                        <a:buSzPct val="8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0000C8"/>
                        </a:buClr>
                        <a:buSzPct val="80000"/>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rgbClr val="FF7F00"/>
                        </a:buClr>
                        <a:buSzPct val="8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4pPr>
                      <a:lvl5pPr marL="2057400" indent="-228600">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
                          <a:srgbClr val="C80000"/>
                        </a:buClr>
                        <a:buSzPct val="80000"/>
                        <a:buFont typeface="Wingdings" panose="05000000000000000000" pitchFamily="2" charset="2"/>
                        <a:buNone/>
                      </a:pPr>
                      <a:r>
                        <a:rPr kumimoji="0" lang="en-US" altLang="zh-CN" sz="1800" b="0" i="0" u="none" strike="noStrike" cap="none" normalizeH="0" baseline="0" dirty="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rPr>
                        <a:t>0</a:t>
                      </a:r>
                      <a:endParaRPr kumimoji="0" lang="en-US" altLang="zh-CN" sz="1800" b="0" i="0" u="none" strike="noStrike" cap="none" normalizeH="0" baseline="0" dirty="0">
                        <a:ln>
                          <a:noFill/>
                        </a:ln>
                        <a:solidFill>
                          <a:srgbClr val="000000"/>
                        </a:solidFill>
                        <a:effectLst/>
                        <a:latin typeface="微软雅黑 Light" panose="020B0502040204020203" pitchFamily="34" charset="-122"/>
                        <a:ea typeface="微软雅黑 Light" panose="020B0502040204020203" pitchFamily="34"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rgbClr val="C80000"/>
                        </a:buClr>
                        <a:buSzPct val="80000"/>
                        <a:buFont typeface="Wingdings" panose="05000000000000000000" pitchFamily="2" charset="2"/>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C800"/>
                        </a:buClr>
                        <a:buSzPct val="8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0000C8"/>
                        </a:buClr>
                        <a:buSzPct val="80000"/>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rgbClr val="FF7F00"/>
                        </a:buClr>
                        <a:buSzPct val="8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4pPr>
                      <a:lvl5pPr marL="2057400" indent="-228600">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
                          <a:srgbClr val="C80000"/>
                        </a:buClr>
                        <a:buSzPct val="80000"/>
                        <a:buFont typeface="Wingdings" panose="05000000000000000000" pitchFamily="2" charset="2"/>
                        <a:buNone/>
                      </a:pPr>
                      <a:r>
                        <a:rPr kumimoji="0" lang="zh-CN" altLang="en-US" sz="1800" b="0" i="0" u="none" strike="noStrike" cap="none" normalizeH="0" baseline="0" dirty="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rPr>
                        <a:t>坏的</a:t>
                      </a:r>
                      <a:r>
                        <a:rPr kumimoji="0" lang="en-US" altLang="zh-CN" sz="1800" b="0" i="0" u="none" strike="noStrike" cap="none" normalizeH="0" baseline="0" dirty="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rPr>
                        <a:t>IP</a:t>
                      </a:r>
                      <a:r>
                        <a:rPr kumimoji="0" lang="zh-CN" altLang="en-US" sz="1800" b="0" i="0" u="none" strike="noStrike" cap="none" normalizeH="0" baseline="0" dirty="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rPr>
                        <a:t>首部（包括各种差错）</a:t>
                      </a:r>
                      <a:endParaRPr kumimoji="0" lang="zh-CN" altLang="en-US" sz="1800" b="0" i="0" u="none" strike="noStrike" cap="none" normalizeH="0" baseline="0" dirty="0">
                        <a:ln>
                          <a:noFill/>
                        </a:ln>
                        <a:solidFill>
                          <a:srgbClr val="000000"/>
                        </a:solidFill>
                        <a:effectLst/>
                        <a:latin typeface="微软雅黑 Light" panose="020B0502040204020203" pitchFamily="34" charset="-122"/>
                        <a:ea typeface="微软雅黑 Light" panose="020B0502040204020203" pitchFamily="34"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rgbClr val="C80000"/>
                        </a:buClr>
                        <a:buSzPct val="80000"/>
                        <a:buFont typeface="Wingdings" panose="05000000000000000000" pitchFamily="2" charset="2"/>
                        <a:defRPr sz="2800">
                          <a:solidFill>
                            <a:schemeClr val="tx1"/>
                          </a:solidFill>
                          <a:latin typeface="Times New Roman" panose="02020603050405020304" pitchFamily="18" charset="0"/>
                          <a:ea typeface="宋体" panose="02010600030101010101" pitchFamily="2" charset="-122"/>
                        </a:defRPr>
                      </a:lvl1pPr>
                      <a:lvl2pPr>
                        <a:spcBef>
                          <a:spcPct val="20000"/>
                        </a:spcBef>
                        <a:buClr>
                          <a:srgbClr val="00C800"/>
                        </a:buClr>
                        <a:buSzPct val="8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2pPr>
                      <a:lvl3pPr>
                        <a:spcBef>
                          <a:spcPct val="20000"/>
                        </a:spcBef>
                        <a:buClr>
                          <a:srgbClr val="0000C8"/>
                        </a:buClr>
                        <a:buSzPct val="80000"/>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3pPr>
                      <a:lvl4pPr>
                        <a:spcBef>
                          <a:spcPct val="20000"/>
                        </a:spcBef>
                        <a:buClr>
                          <a:srgbClr val="FF7F00"/>
                        </a:buClr>
                        <a:buSzPct val="8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4pPr>
                      <a:lvl5pPr>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endParaRPr kumimoji="0" lang="zh-CN" altLang="zh-CN" sz="1800" b="0" i="0" u="none" strike="noStrike" cap="none" normalizeH="0" baseline="0" dirty="0">
                        <a:ln>
                          <a:noFill/>
                        </a:ln>
                        <a:solidFill>
                          <a:srgbClr val="000000"/>
                        </a:solidFill>
                        <a:effectLst/>
                        <a:latin typeface="微软雅黑 Light" panose="020B0502040204020203" pitchFamily="34" charset="-122"/>
                        <a:ea typeface="微软雅黑 Light" panose="020B0502040204020203" pitchFamily="34"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rgbClr val="C80000"/>
                        </a:buClr>
                        <a:buSzPct val="80000"/>
                        <a:buFont typeface="Wingdings" panose="05000000000000000000" pitchFamily="2" charset="2"/>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C800"/>
                        </a:buClr>
                        <a:buSzPct val="8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0000C8"/>
                        </a:buClr>
                        <a:buSzPct val="80000"/>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rgbClr val="FF7F00"/>
                        </a:buClr>
                        <a:buSzPct val="8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4pPr>
                      <a:lvl5pPr marL="2057400" indent="-228600">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
                          <a:srgbClr val="C80000"/>
                        </a:buClr>
                        <a:buSzPct val="80000"/>
                        <a:buFont typeface="Wingdings" panose="05000000000000000000" pitchFamily="2" charset="2"/>
                        <a:buNone/>
                      </a:pPr>
                      <a:r>
                        <a:rPr kumimoji="0" lang="en-US" altLang="zh-CN" sz="1800" b="0" i="0" u="none" strike="noStrike" cap="none" normalizeH="0" baseline="0" dirty="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rPr>
                        <a:t>√</a:t>
                      </a:r>
                      <a:endParaRPr kumimoji="0" lang="en-US" altLang="zh-CN" sz="1800" b="0" i="0" u="none" strike="noStrike" cap="none" normalizeH="0" baseline="0" dirty="0">
                        <a:ln>
                          <a:noFill/>
                        </a:ln>
                        <a:solidFill>
                          <a:srgbClr val="000000"/>
                        </a:solidFill>
                        <a:effectLst/>
                        <a:latin typeface="微软雅黑 Light" panose="020B0502040204020203" pitchFamily="34" charset="-122"/>
                        <a:ea typeface="微软雅黑 Light" panose="020B0502040204020203" pitchFamily="34"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473075">
                <a:tc>
                  <a:txBody>
                    <a:bodyPr/>
                    <a:lstStyle>
                      <a:lvl1pPr marL="342900" indent="-342900">
                        <a:spcBef>
                          <a:spcPct val="20000"/>
                        </a:spcBef>
                        <a:buClr>
                          <a:srgbClr val="C80000"/>
                        </a:buClr>
                        <a:buSzPct val="80000"/>
                        <a:buFont typeface="Wingdings" panose="05000000000000000000" pitchFamily="2" charset="2"/>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C800"/>
                        </a:buClr>
                        <a:buSzPct val="8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0000C8"/>
                        </a:buClr>
                        <a:buSzPct val="80000"/>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rgbClr val="FF7F00"/>
                        </a:buClr>
                        <a:buSzPct val="8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4pPr>
                      <a:lvl5pPr marL="2057400" indent="-228600">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
                          <a:srgbClr val="C80000"/>
                        </a:buClr>
                        <a:buSzPct val="80000"/>
                        <a:buFont typeface="Wingdings" panose="05000000000000000000" pitchFamily="2" charset="2"/>
                        <a:buNone/>
                      </a:pPr>
                      <a:r>
                        <a:rPr kumimoji="0" lang="en-US" altLang="zh-CN" sz="1800" b="0" i="0" u="none" strike="noStrike" cap="none" normalizeH="0" baseline="0" dirty="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rPr>
                        <a:t>13</a:t>
                      </a:r>
                      <a:endParaRPr kumimoji="0" lang="en-US" altLang="zh-CN" sz="1800" b="0" i="0" u="none" strike="noStrike" cap="none" normalizeH="0" baseline="0" dirty="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endParaRPr>
                    </a:p>
                    <a:p>
                      <a:pPr marL="342900" marR="0" lvl="0" indent="-342900" algn="ctr" defTabSz="914400" rtl="0" eaLnBrk="0" fontAlgn="base" latinLnBrk="0" hangingPunct="0">
                        <a:lnSpc>
                          <a:spcPct val="100000"/>
                        </a:lnSpc>
                        <a:spcBef>
                          <a:spcPct val="0"/>
                        </a:spcBef>
                        <a:spcAft>
                          <a:spcPct val="0"/>
                        </a:spcAft>
                        <a:buClr>
                          <a:srgbClr val="C80000"/>
                        </a:buClr>
                        <a:buSzPct val="80000"/>
                        <a:buFont typeface="Wingdings" panose="05000000000000000000" pitchFamily="2" charset="2"/>
                        <a:buNone/>
                      </a:pPr>
                      <a:r>
                        <a:rPr kumimoji="0" lang="en-US" altLang="zh-CN" sz="1800" b="0" i="0" u="none" strike="noStrike" cap="none" normalizeH="0" baseline="0" dirty="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rPr>
                        <a:t>14</a:t>
                      </a:r>
                      <a:endParaRPr kumimoji="0" lang="en-US" altLang="zh-CN" sz="1800" b="0" i="0" u="none" strike="noStrike" cap="none" normalizeH="0" baseline="0" dirty="0">
                        <a:ln>
                          <a:noFill/>
                        </a:ln>
                        <a:solidFill>
                          <a:srgbClr val="000000"/>
                        </a:solidFill>
                        <a:effectLst/>
                        <a:latin typeface="微软雅黑 Light" panose="020B0502040204020203" pitchFamily="34" charset="-122"/>
                        <a:ea typeface="微软雅黑 Light" panose="020B0502040204020203" pitchFamily="34"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rgbClr val="C80000"/>
                        </a:buClr>
                        <a:buSzPct val="80000"/>
                        <a:buFont typeface="Wingdings" panose="05000000000000000000" pitchFamily="2" charset="2"/>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C800"/>
                        </a:buClr>
                        <a:buSzPct val="8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0000C8"/>
                        </a:buClr>
                        <a:buSzPct val="80000"/>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rgbClr val="FF7F00"/>
                        </a:buClr>
                        <a:buSzPct val="8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4pPr>
                      <a:lvl5pPr marL="2057400" indent="-228600">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
                          <a:srgbClr val="C80000"/>
                        </a:buClr>
                        <a:buSzPct val="80000"/>
                        <a:buFont typeface="Wingdings" panose="05000000000000000000" pitchFamily="2" charset="2"/>
                        <a:buNone/>
                      </a:pPr>
                      <a:r>
                        <a:rPr kumimoji="0" lang="en-US" altLang="zh-CN" sz="1800" b="0" i="0" u="none" strike="noStrike" cap="none" normalizeH="0" baseline="0" dirty="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rPr>
                        <a:t>0</a:t>
                      </a:r>
                      <a:endParaRPr kumimoji="0" lang="en-US" altLang="zh-CN" sz="1800" b="0" i="0" u="none" strike="noStrike" cap="none" normalizeH="0" baseline="0" dirty="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endParaRPr>
                    </a:p>
                    <a:p>
                      <a:pPr marL="342900" marR="0" lvl="0" indent="-342900" algn="ctr" defTabSz="914400" rtl="0" eaLnBrk="0" fontAlgn="base" latinLnBrk="0" hangingPunct="0">
                        <a:lnSpc>
                          <a:spcPct val="100000"/>
                        </a:lnSpc>
                        <a:spcBef>
                          <a:spcPct val="0"/>
                        </a:spcBef>
                        <a:spcAft>
                          <a:spcPct val="0"/>
                        </a:spcAft>
                        <a:buClr>
                          <a:srgbClr val="C80000"/>
                        </a:buClr>
                        <a:buSzPct val="80000"/>
                        <a:buFont typeface="Wingdings" panose="05000000000000000000" pitchFamily="2" charset="2"/>
                        <a:buNone/>
                      </a:pPr>
                      <a:r>
                        <a:rPr kumimoji="0" lang="en-US" altLang="zh-CN" sz="1800" b="0" i="0" u="none" strike="noStrike" cap="none" normalizeH="0" baseline="0" dirty="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rPr>
                        <a:t>0</a:t>
                      </a:r>
                      <a:endParaRPr kumimoji="0" lang="en-US" altLang="zh-CN" sz="1800" b="0" i="0" u="none" strike="noStrike" cap="none" normalizeH="0" baseline="0" dirty="0">
                        <a:ln>
                          <a:noFill/>
                        </a:ln>
                        <a:solidFill>
                          <a:srgbClr val="000000"/>
                        </a:solidFill>
                        <a:effectLst/>
                        <a:latin typeface="微软雅黑 Light" panose="020B0502040204020203" pitchFamily="34" charset="-122"/>
                        <a:ea typeface="微软雅黑 Light" panose="020B0502040204020203" pitchFamily="34"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rgbClr val="C80000"/>
                        </a:buClr>
                        <a:buSzPct val="80000"/>
                        <a:buFont typeface="Wingdings" panose="05000000000000000000" pitchFamily="2" charset="2"/>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C800"/>
                        </a:buClr>
                        <a:buSzPct val="8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0000C8"/>
                        </a:buClr>
                        <a:buSzPct val="80000"/>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rgbClr val="FF7F00"/>
                        </a:buClr>
                        <a:buSzPct val="8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4pPr>
                      <a:lvl5pPr marL="2057400" indent="-228600">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
                          <a:srgbClr val="C80000"/>
                        </a:buClr>
                        <a:buSzPct val="80000"/>
                        <a:buFont typeface="Wingdings" panose="05000000000000000000" pitchFamily="2" charset="2"/>
                        <a:buNone/>
                      </a:pPr>
                      <a:r>
                        <a:rPr kumimoji="0" lang="zh-CN" altLang="en-US" sz="1800" b="0" i="0" u="none" strike="noStrike" cap="none" normalizeH="0" baseline="0" dirty="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rPr>
                        <a:t>时间戳请求</a:t>
                      </a:r>
                      <a:endParaRPr kumimoji="0" lang="zh-CN" altLang="en-US" sz="1800" b="0" i="0" u="none" strike="noStrike" cap="none" normalizeH="0" baseline="0" dirty="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endParaRPr>
                    </a:p>
                    <a:p>
                      <a:pPr marL="342900" marR="0" lvl="0" indent="-342900" algn="l" defTabSz="914400" rtl="0" eaLnBrk="0" fontAlgn="base" latinLnBrk="0" hangingPunct="0">
                        <a:lnSpc>
                          <a:spcPct val="100000"/>
                        </a:lnSpc>
                        <a:spcBef>
                          <a:spcPct val="0"/>
                        </a:spcBef>
                        <a:spcAft>
                          <a:spcPct val="0"/>
                        </a:spcAft>
                        <a:buClr>
                          <a:srgbClr val="C80000"/>
                        </a:buClr>
                        <a:buSzPct val="80000"/>
                        <a:buFont typeface="Wingdings" panose="05000000000000000000" pitchFamily="2" charset="2"/>
                        <a:buNone/>
                      </a:pPr>
                      <a:r>
                        <a:rPr kumimoji="0" lang="zh-CN" altLang="en-US" sz="1800" b="0" i="0" u="none" strike="noStrike" cap="none" normalizeH="0" baseline="0" dirty="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rPr>
                        <a:t>时间戳应答</a:t>
                      </a:r>
                      <a:endParaRPr kumimoji="0" lang="zh-CN" altLang="en-US" sz="1800" b="0" i="0" u="none" strike="noStrike" cap="none" normalizeH="0" baseline="0" dirty="0">
                        <a:ln>
                          <a:noFill/>
                        </a:ln>
                        <a:solidFill>
                          <a:srgbClr val="000000"/>
                        </a:solidFill>
                        <a:effectLst/>
                        <a:latin typeface="微软雅黑 Light" panose="020B0502040204020203" pitchFamily="34" charset="-122"/>
                        <a:ea typeface="微软雅黑 Light" panose="020B0502040204020203" pitchFamily="34"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rgbClr val="C80000"/>
                        </a:buClr>
                        <a:buSzPct val="80000"/>
                        <a:buFont typeface="Wingdings" panose="05000000000000000000" pitchFamily="2" charset="2"/>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C800"/>
                        </a:buClr>
                        <a:buSzPct val="8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0000C8"/>
                        </a:buClr>
                        <a:buSzPct val="80000"/>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rgbClr val="FF7F00"/>
                        </a:buClr>
                        <a:buSzPct val="8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4pPr>
                      <a:lvl5pPr marL="2057400" indent="-228600">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
                          <a:srgbClr val="C80000"/>
                        </a:buClr>
                        <a:buSzPct val="80000"/>
                        <a:buFont typeface="Wingdings" panose="05000000000000000000" pitchFamily="2" charset="2"/>
                        <a:buNone/>
                      </a:pPr>
                      <a:r>
                        <a:rPr kumimoji="0" lang="en-US" altLang="zh-CN" sz="1800" b="0" i="0" u="none" strike="noStrike" cap="none" normalizeH="0" baseline="0" dirty="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rPr>
                        <a:t>√</a:t>
                      </a:r>
                      <a:endParaRPr kumimoji="0" lang="en-US" altLang="zh-CN" sz="1800" b="0" i="0" u="none" strike="noStrike" cap="none" normalizeH="0" baseline="0" dirty="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endParaRPr>
                    </a:p>
                    <a:p>
                      <a:pPr marL="342900" marR="0" lvl="0" indent="-342900" algn="ctr" defTabSz="914400" rtl="0" eaLnBrk="0" fontAlgn="base" latinLnBrk="0" hangingPunct="0">
                        <a:lnSpc>
                          <a:spcPct val="100000"/>
                        </a:lnSpc>
                        <a:spcBef>
                          <a:spcPct val="0"/>
                        </a:spcBef>
                        <a:spcAft>
                          <a:spcPct val="0"/>
                        </a:spcAft>
                        <a:buClr>
                          <a:srgbClr val="C80000"/>
                        </a:buClr>
                        <a:buSzPct val="80000"/>
                        <a:buFont typeface="Wingdings" panose="05000000000000000000" pitchFamily="2" charset="2"/>
                        <a:buNone/>
                      </a:pPr>
                      <a:r>
                        <a:rPr kumimoji="0" lang="en-US" altLang="zh-CN" sz="1800" b="0" i="0" u="none" strike="noStrike" cap="none" normalizeH="0" baseline="0" dirty="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rPr>
                        <a:t>√</a:t>
                      </a:r>
                      <a:endParaRPr kumimoji="0" lang="en-US" altLang="zh-CN" sz="1800" b="0" i="0" u="none" strike="noStrike" cap="none" normalizeH="0" baseline="0" dirty="0">
                        <a:ln>
                          <a:noFill/>
                        </a:ln>
                        <a:solidFill>
                          <a:srgbClr val="000000"/>
                        </a:solidFill>
                        <a:effectLst/>
                        <a:latin typeface="微软雅黑 Light" panose="020B0502040204020203" pitchFamily="34" charset="-122"/>
                        <a:ea typeface="微软雅黑 Light" panose="020B0502040204020203" pitchFamily="34"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rgbClr val="C80000"/>
                        </a:buClr>
                        <a:buSzPct val="80000"/>
                        <a:buFont typeface="Wingdings" panose="05000000000000000000" pitchFamily="2" charset="2"/>
                        <a:defRPr sz="2800">
                          <a:solidFill>
                            <a:schemeClr val="tx1"/>
                          </a:solidFill>
                          <a:latin typeface="Times New Roman" panose="02020603050405020304" pitchFamily="18" charset="0"/>
                          <a:ea typeface="宋体" panose="02010600030101010101" pitchFamily="2" charset="-122"/>
                        </a:defRPr>
                      </a:lvl1pPr>
                      <a:lvl2pPr>
                        <a:spcBef>
                          <a:spcPct val="20000"/>
                        </a:spcBef>
                        <a:buClr>
                          <a:srgbClr val="00C800"/>
                        </a:buClr>
                        <a:buSzPct val="8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2pPr>
                      <a:lvl3pPr>
                        <a:spcBef>
                          <a:spcPct val="20000"/>
                        </a:spcBef>
                        <a:buClr>
                          <a:srgbClr val="0000C8"/>
                        </a:buClr>
                        <a:buSzPct val="80000"/>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3pPr>
                      <a:lvl4pPr>
                        <a:spcBef>
                          <a:spcPct val="20000"/>
                        </a:spcBef>
                        <a:buClr>
                          <a:srgbClr val="FF7F00"/>
                        </a:buClr>
                        <a:buSzPct val="8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4pPr>
                      <a:lvl5pPr>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endParaRPr kumimoji="0" lang="zh-CN" altLang="zh-CN" sz="1800" b="0" i="0" u="none" strike="noStrike" cap="none" normalizeH="0" baseline="0" dirty="0">
                        <a:ln>
                          <a:noFill/>
                        </a:ln>
                        <a:solidFill>
                          <a:srgbClr val="000000"/>
                        </a:solidFill>
                        <a:effectLst/>
                        <a:latin typeface="微软雅黑 Light" panose="020B0502040204020203" pitchFamily="34" charset="-122"/>
                        <a:ea typeface="微软雅黑 Light" panose="020B0502040204020203" pitchFamily="34"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471488">
                <a:tc>
                  <a:txBody>
                    <a:bodyPr/>
                    <a:lstStyle>
                      <a:lvl1pPr marL="342900" indent="-342900">
                        <a:spcBef>
                          <a:spcPct val="20000"/>
                        </a:spcBef>
                        <a:buClr>
                          <a:srgbClr val="C80000"/>
                        </a:buClr>
                        <a:buSzPct val="80000"/>
                        <a:buFont typeface="Wingdings" panose="05000000000000000000" pitchFamily="2" charset="2"/>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C800"/>
                        </a:buClr>
                        <a:buSzPct val="8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0000C8"/>
                        </a:buClr>
                        <a:buSzPct val="80000"/>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rgbClr val="FF7F00"/>
                        </a:buClr>
                        <a:buSzPct val="8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4pPr>
                      <a:lvl5pPr marL="2057400" indent="-228600">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
                          <a:srgbClr val="C80000"/>
                        </a:buClr>
                        <a:buSzPct val="80000"/>
                        <a:buFont typeface="Wingdings" panose="05000000000000000000" pitchFamily="2" charset="2"/>
                        <a:buNone/>
                      </a:pPr>
                      <a:r>
                        <a:rPr kumimoji="0" lang="en-US" altLang="zh-CN" sz="1800" b="0" i="0" u="none" strike="noStrike" cap="none" normalizeH="0" baseline="0" dirty="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rPr>
                        <a:t>17</a:t>
                      </a:r>
                      <a:endParaRPr kumimoji="0" lang="en-US" altLang="zh-CN" sz="1800" b="0" i="0" u="none" strike="noStrike" cap="none" normalizeH="0" baseline="0" dirty="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endParaRPr>
                    </a:p>
                    <a:p>
                      <a:pPr marL="342900" marR="0" lvl="0" indent="-342900" algn="ctr" defTabSz="914400" rtl="0" eaLnBrk="0" fontAlgn="base" latinLnBrk="0" hangingPunct="0">
                        <a:lnSpc>
                          <a:spcPct val="100000"/>
                        </a:lnSpc>
                        <a:spcBef>
                          <a:spcPct val="0"/>
                        </a:spcBef>
                        <a:spcAft>
                          <a:spcPct val="0"/>
                        </a:spcAft>
                        <a:buClr>
                          <a:srgbClr val="C80000"/>
                        </a:buClr>
                        <a:buSzPct val="80000"/>
                        <a:buFont typeface="Wingdings" panose="05000000000000000000" pitchFamily="2" charset="2"/>
                        <a:buNone/>
                      </a:pPr>
                      <a:r>
                        <a:rPr kumimoji="0" lang="en-US" altLang="zh-CN" sz="1800" b="0" i="0" u="none" strike="noStrike" cap="none" normalizeH="0" baseline="0" dirty="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rPr>
                        <a:t>18</a:t>
                      </a:r>
                      <a:endParaRPr kumimoji="0" lang="en-US" altLang="zh-CN" sz="1800" b="0" i="0" u="none" strike="noStrike" cap="none" normalizeH="0" baseline="0" dirty="0">
                        <a:ln>
                          <a:noFill/>
                        </a:ln>
                        <a:solidFill>
                          <a:srgbClr val="000000"/>
                        </a:solidFill>
                        <a:effectLst/>
                        <a:latin typeface="微软雅黑 Light" panose="020B0502040204020203" pitchFamily="34" charset="-122"/>
                        <a:ea typeface="微软雅黑 Light" panose="020B0502040204020203" pitchFamily="34"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rgbClr val="C80000"/>
                        </a:buClr>
                        <a:buSzPct val="80000"/>
                        <a:buFont typeface="Wingdings" panose="05000000000000000000" pitchFamily="2" charset="2"/>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C800"/>
                        </a:buClr>
                        <a:buSzPct val="8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0000C8"/>
                        </a:buClr>
                        <a:buSzPct val="80000"/>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rgbClr val="FF7F00"/>
                        </a:buClr>
                        <a:buSzPct val="8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4pPr>
                      <a:lvl5pPr marL="2057400" indent="-228600">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
                          <a:srgbClr val="C80000"/>
                        </a:buClr>
                        <a:buSzPct val="80000"/>
                        <a:buFont typeface="Wingdings" panose="05000000000000000000" pitchFamily="2" charset="2"/>
                        <a:buNone/>
                      </a:pPr>
                      <a:r>
                        <a:rPr kumimoji="0" lang="en-US" altLang="zh-CN" sz="1800" b="0" i="0" u="none" strike="noStrike" cap="none" normalizeH="0" baseline="0" dirty="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rPr>
                        <a:t>0</a:t>
                      </a:r>
                      <a:endParaRPr kumimoji="0" lang="en-US" altLang="zh-CN" sz="1800" b="0" i="0" u="none" strike="noStrike" cap="none" normalizeH="0" baseline="0" dirty="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endParaRPr>
                    </a:p>
                    <a:p>
                      <a:pPr marL="342900" marR="0" lvl="0" indent="-342900" algn="ctr" defTabSz="914400" rtl="0" eaLnBrk="0" fontAlgn="base" latinLnBrk="0" hangingPunct="0">
                        <a:lnSpc>
                          <a:spcPct val="100000"/>
                        </a:lnSpc>
                        <a:spcBef>
                          <a:spcPct val="0"/>
                        </a:spcBef>
                        <a:spcAft>
                          <a:spcPct val="0"/>
                        </a:spcAft>
                        <a:buClr>
                          <a:srgbClr val="C80000"/>
                        </a:buClr>
                        <a:buSzPct val="80000"/>
                        <a:buFont typeface="Wingdings" panose="05000000000000000000" pitchFamily="2" charset="2"/>
                        <a:buNone/>
                      </a:pPr>
                      <a:r>
                        <a:rPr kumimoji="0" lang="en-US" altLang="zh-CN" sz="1800" b="0" i="0" u="none" strike="noStrike" cap="none" normalizeH="0" baseline="0" dirty="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rPr>
                        <a:t>0</a:t>
                      </a:r>
                      <a:endParaRPr kumimoji="0" lang="en-US" altLang="zh-CN" sz="1800" b="0" i="0" u="none" strike="noStrike" cap="none" normalizeH="0" baseline="0" dirty="0">
                        <a:ln>
                          <a:noFill/>
                        </a:ln>
                        <a:solidFill>
                          <a:srgbClr val="000000"/>
                        </a:solidFill>
                        <a:effectLst/>
                        <a:latin typeface="微软雅黑 Light" panose="020B0502040204020203" pitchFamily="34" charset="-122"/>
                        <a:ea typeface="微软雅黑 Light" panose="020B0502040204020203" pitchFamily="34"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rgbClr val="C80000"/>
                        </a:buClr>
                        <a:buSzPct val="80000"/>
                        <a:buFont typeface="Wingdings" panose="05000000000000000000" pitchFamily="2" charset="2"/>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C800"/>
                        </a:buClr>
                        <a:buSzPct val="8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0000C8"/>
                        </a:buClr>
                        <a:buSzPct val="80000"/>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rgbClr val="FF7F00"/>
                        </a:buClr>
                        <a:buSzPct val="8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4pPr>
                      <a:lvl5pPr marL="2057400" indent="-228600">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
                          <a:srgbClr val="C80000"/>
                        </a:buClr>
                        <a:buSzPct val="80000"/>
                        <a:buFont typeface="Wingdings" panose="05000000000000000000" pitchFamily="2" charset="2"/>
                        <a:buNone/>
                      </a:pPr>
                      <a:r>
                        <a:rPr kumimoji="0" lang="zh-CN" altLang="en-US" sz="1800" b="0" i="0" u="none" strike="noStrike" cap="none" normalizeH="0" baseline="0" dirty="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rPr>
                        <a:t>地址掩码请求</a:t>
                      </a:r>
                      <a:endParaRPr kumimoji="0" lang="zh-CN" altLang="en-US" sz="1800" b="0" i="0" u="none" strike="noStrike" cap="none" normalizeH="0" baseline="0" dirty="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endParaRPr>
                    </a:p>
                    <a:p>
                      <a:pPr marL="342900" marR="0" lvl="0" indent="-342900" algn="l" defTabSz="914400" rtl="0" eaLnBrk="0" fontAlgn="base" latinLnBrk="0" hangingPunct="0">
                        <a:lnSpc>
                          <a:spcPct val="100000"/>
                        </a:lnSpc>
                        <a:spcBef>
                          <a:spcPct val="0"/>
                        </a:spcBef>
                        <a:spcAft>
                          <a:spcPct val="0"/>
                        </a:spcAft>
                        <a:buClr>
                          <a:srgbClr val="C80000"/>
                        </a:buClr>
                        <a:buSzPct val="80000"/>
                        <a:buFont typeface="Wingdings" panose="05000000000000000000" pitchFamily="2" charset="2"/>
                        <a:buNone/>
                      </a:pPr>
                      <a:r>
                        <a:rPr kumimoji="0" lang="zh-CN" altLang="en-US" sz="1800" b="0" i="0" u="none" strike="noStrike" cap="none" normalizeH="0" baseline="0" dirty="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rPr>
                        <a:t>地址掩码应答</a:t>
                      </a:r>
                      <a:endParaRPr kumimoji="0" lang="zh-CN" altLang="en-US" sz="1800" b="0" i="0" u="none" strike="noStrike" cap="none" normalizeH="0" baseline="0" dirty="0">
                        <a:ln>
                          <a:noFill/>
                        </a:ln>
                        <a:solidFill>
                          <a:srgbClr val="000000"/>
                        </a:solidFill>
                        <a:effectLst/>
                        <a:latin typeface="微软雅黑 Light" panose="020B0502040204020203" pitchFamily="34" charset="-122"/>
                        <a:ea typeface="微软雅黑 Light" panose="020B0502040204020203" pitchFamily="34"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rgbClr val="C80000"/>
                        </a:buClr>
                        <a:buSzPct val="80000"/>
                        <a:buFont typeface="Wingdings" panose="05000000000000000000" pitchFamily="2" charset="2"/>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C800"/>
                        </a:buClr>
                        <a:buSzPct val="8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0000C8"/>
                        </a:buClr>
                        <a:buSzPct val="80000"/>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rgbClr val="FF7F00"/>
                        </a:buClr>
                        <a:buSzPct val="8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4pPr>
                      <a:lvl5pPr marL="2057400" indent="-228600">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
                          <a:srgbClr val="C80000"/>
                        </a:buClr>
                        <a:buSzPct val="80000"/>
                        <a:buFont typeface="Wingdings" panose="05000000000000000000" pitchFamily="2" charset="2"/>
                        <a:buNone/>
                      </a:pPr>
                      <a:r>
                        <a:rPr kumimoji="0" lang="en-US" altLang="zh-CN" sz="1800" b="0" i="0" u="none" strike="noStrike" cap="none" normalizeH="0" baseline="0" dirty="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rPr>
                        <a:t>√</a:t>
                      </a:r>
                      <a:endParaRPr kumimoji="0" lang="en-US" altLang="zh-CN" sz="1800" b="0" i="0" u="none" strike="noStrike" cap="none" normalizeH="0" baseline="0" dirty="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endParaRPr>
                    </a:p>
                    <a:p>
                      <a:pPr marL="342900" marR="0" lvl="0" indent="-342900" algn="ctr" defTabSz="914400" rtl="0" eaLnBrk="0" fontAlgn="base" latinLnBrk="0" hangingPunct="0">
                        <a:lnSpc>
                          <a:spcPct val="100000"/>
                        </a:lnSpc>
                        <a:spcBef>
                          <a:spcPct val="0"/>
                        </a:spcBef>
                        <a:spcAft>
                          <a:spcPct val="0"/>
                        </a:spcAft>
                        <a:buClr>
                          <a:srgbClr val="C80000"/>
                        </a:buClr>
                        <a:buSzPct val="80000"/>
                        <a:buFont typeface="Wingdings" panose="05000000000000000000" pitchFamily="2" charset="2"/>
                        <a:buNone/>
                      </a:pPr>
                      <a:r>
                        <a:rPr kumimoji="0" lang="en-US" altLang="zh-CN" sz="1800" b="0" i="0" u="none" strike="noStrike" cap="none" normalizeH="0" baseline="0" dirty="0">
                          <a:ln>
                            <a:noFill/>
                          </a:ln>
                          <a:solidFill>
                            <a:srgbClr val="000000"/>
                          </a:solidFill>
                          <a:effectLst/>
                          <a:latin typeface="微软雅黑 Light" panose="020B0502040204020203" pitchFamily="34" charset="-122"/>
                          <a:ea typeface="微软雅黑 Light" panose="020B0502040204020203" pitchFamily="34" charset="-122"/>
                          <a:cs typeface="Times New Roman" panose="02020603050405020304" pitchFamily="18" charset="0"/>
                        </a:rPr>
                        <a:t>√</a:t>
                      </a:r>
                      <a:endParaRPr kumimoji="0" lang="en-US" altLang="zh-CN" sz="1800" b="0" i="0" u="none" strike="noStrike" cap="none" normalizeH="0" baseline="0" dirty="0">
                        <a:ln>
                          <a:noFill/>
                        </a:ln>
                        <a:solidFill>
                          <a:srgbClr val="000000"/>
                        </a:solidFill>
                        <a:effectLst/>
                        <a:latin typeface="微软雅黑 Light" panose="020B0502040204020203" pitchFamily="34" charset="-122"/>
                        <a:ea typeface="微软雅黑 Light" panose="020B0502040204020203" pitchFamily="34"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rgbClr val="C80000"/>
                        </a:buClr>
                        <a:buSzPct val="80000"/>
                        <a:buFont typeface="Wingdings" panose="05000000000000000000" pitchFamily="2" charset="2"/>
                        <a:defRPr sz="2800">
                          <a:solidFill>
                            <a:schemeClr val="tx1"/>
                          </a:solidFill>
                          <a:latin typeface="Times New Roman" panose="02020603050405020304" pitchFamily="18" charset="0"/>
                          <a:ea typeface="宋体" panose="02010600030101010101" pitchFamily="2" charset="-122"/>
                        </a:defRPr>
                      </a:lvl1pPr>
                      <a:lvl2pPr>
                        <a:spcBef>
                          <a:spcPct val="20000"/>
                        </a:spcBef>
                        <a:buClr>
                          <a:srgbClr val="00C800"/>
                        </a:buClr>
                        <a:buSzPct val="8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2pPr>
                      <a:lvl3pPr>
                        <a:spcBef>
                          <a:spcPct val="20000"/>
                        </a:spcBef>
                        <a:buClr>
                          <a:srgbClr val="0000C8"/>
                        </a:buClr>
                        <a:buSzPct val="80000"/>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3pPr>
                      <a:lvl4pPr>
                        <a:spcBef>
                          <a:spcPct val="20000"/>
                        </a:spcBef>
                        <a:buClr>
                          <a:srgbClr val="FF7F00"/>
                        </a:buClr>
                        <a:buSzPct val="8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4pPr>
                      <a:lvl5pPr>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endParaRPr kumimoji="0" lang="zh-CN" altLang="zh-CN" sz="1800" b="0" i="0" u="none" strike="noStrike" cap="none" normalizeH="0" baseline="0" dirty="0">
                        <a:ln>
                          <a:noFill/>
                        </a:ln>
                        <a:solidFill>
                          <a:srgbClr val="000000"/>
                        </a:solidFill>
                        <a:effectLst/>
                        <a:latin typeface="微软雅黑 Light" panose="020B0502040204020203" pitchFamily="34" charset="-122"/>
                        <a:ea typeface="微软雅黑 Light" panose="020B0502040204020203" pitchFamily="34"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bl>
          </a:graphicData>
        </a:graphic>
      </p:graphicFrame>
    </p:spTree>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5"/>
          <p:cNvSpPr>
            <a:spLocks noGrp="1"/>
          </p:cNvSpPr>
          <p:nvPr>
            <p:ph type="sldNum" sz="quarter" idx="12"/>
          </p:nvPr>
        </p:nvSpPr>
        <p:spPr/>
        <p:txBody>
          <a:bodyPr/>
          <a:lstStyle/>
          <a:p>
            <a:fld id="{6241E9DA-E11C-4DC5-8FB1-471C6EB83A89}" type="slidenum">
              <a:rPr lang="en-US" altLang="zh-CN"/>
            </a:fld>
            <a:endParaRPr lang="en-US" altLang="zh-CN"/>
          </a:p>
        </p:txBody>
      </p:sp>
      <p:sp>
        <p:nvSpPr>
          <p:cNvPr id="778242" name="Rectangle 2"/>
          <p:cNvSpPr>
            <a:spLocks noGrp="1" noChangeArrowheads="1"/>
          </p:cNvSpPr>
          <p:nvPr>
            <p:ph type="title"/>
          </p:nvPr>
        </p:nvSpPr>
        <p:spPr/>
        <p:txBody>
          <a:bodyPr/>
          <a:lstStyle/>
          <a:p>
            <a:r>
              <a:rPr lang="zh-CN" altLang="en-US"/>
              <a:t>检查目的站的可达性</a:t>
            </a:r>
            <a:endParaRPr lang="zh-CN" altLang="en-US"/>
          </a:p>
        </p:txBody>
      </p:sp>
      <p:sp>
        <p:nvSpPr>
          <p:cNvPr id="778243" name="Rectangle 3"/>
          <p:cNvSpPr>
            <a:spLocks noGrp="1" noChangeArrowheads="1"/>
          </p:cNvSpPr>
          <p:nvPr>
            <p:ph type="body" idx="1"/>
          </p:nvPr>
        </p:nvSpPr>
        <p:spPr/>
        <p:txBody>
          <a:bodyPr/>
          <a:lstStyle/>
          <a:p>
            <a:r>
              <a:rPr lang="zh-CN" altLang="en-US"/>
              <a:t>为了诊断目的而设计：</a:t>
            </a:r>
            <a:endParaRPr lang="zh-CN" altLang="en-US"/>
          </a:p>
          <a:p>
            <a:pPr lvl="1"/>
            <a:r>
              <a:rPr lang="zh-CN" altLang="en-US"/>
              <a:t>源主机</a:t>
            </a:r>
            <a:r>
              <a:rPr lang="en-US" altLang="zh-CN"/>
              <a:t>IP</a:t>
            </a:r>
            <a:r>
              <a:rPr lang="zh-CN" altLang="en-US"/>
              <a:t>软件要为数据报选路</a:t>
            </a:r>
            <a:endParaRPr lang="zh-CN" altLang="en-US"/>
          </a:p>
          <a:p>
            <a:pPr lvl="1"/>
            <a:r>
              <a:rPr lang="zh-CN" altLang="en-US"/>
              <a:t>源</a:t>
            </a:r>
            <a:r>
              <a:rPr lang="en-US" altLang="zh-CN"/>
              <a:t>—</a:t>
            </a:r>
            <a:r>
              <a:rPr lang="zh-CN" altLang="en-US"/>
              <a:t>目的站之间的路由器必须正在运行，且正确为数据报选路</a:t>
            </a:r>
            <a:endParaRPr lang="zh-CN" altLang="en-US"/>
          </a:p>
          <a:p>
            <a:pPr lvl="1"/>
            <a:r>
              <a:rPr lang="zh-CN" altLang="en-US"/>
              <a:t>目的主机必须正在运行，且</a:t>
            </a:r>
            <a:r>
              <a:rPr lang="en-US" altLang="zh-CN"/>
              <a:t>ICMP</a:t>
            </a:r>
            <a:r>
              <a:rPr lang="zh-CN" altLang="en-US"/>
              <a:t>和</a:t>
            </a:r>
            <a:r>
              <a:rPr lang="en-US" altLang="zh-CN"/>
              <a:t>IP</a:t>
            </a:r>
            <a:r>
              <a:rPr lang="zh-CN" altLang="en-US"/>
              <a:t>软件都在工作</a:t>
            </a:r>
            <a:endParaRPr lang="zh-CN" altLang="en-US"/>
          </a:p>
          <a:p>
            <a:pPr lvl="1"/>
            <a:r>
              <a:rPr lang="zh-CN" altLang="en-US"/>
              <a:t>返回路径上的路由器必须有正确的路由</a:t>
            </a:r>
            <a:endParaRPr lang="zh-CN" altLang="en-US"/>
          </a:p>
          <a:p>
            <a:r>
              <a:rPr lang="zh-CN" altLang="en-US"/>
              <a:t>最常用的调试工具是利用回送请求和回送回答报文来测试目的站的可达性</a:t>
            </a:r>
            <a:endParaRPr lang="zh-CN" altLang="en-US"/>
          </a:p>
        </p:txBody>
      </p:sp>
    </p:spTree>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5"/>
          <p:cNvSpPr>
            <a:spLocks noGrp="1"/>
          </p:cNvSpPr>
          <p:nvPr>
            <p:ph type="sldNum" sz="quarter" idx="12"/>
          </p:nvPr>
        </p:nvSpPr>
        <p:spPr/>
        <p:txBody>
          <a:bodyPr/>
          <a:lstStyle/>
          <a:p>
            <a:fld id="{6E517602-2571-46E8-A4CF-905F6F98EC21}" type="slidenum">
              <a:rPr lang="en-US" altLang="zh-CN"/>
            </a:fld>
            <a:endParaRPr lang="en-US" altLang="zh-CN"/>
          </a:p>
        </p:txBody>
      </p:sp>
      <p:sp>
        <p:nvSpPr>
          <p:cNvPr id="552962" name="Rectangle 2"/>
          <p:cNvSpPr>
            <a:spLocks noGrp="1" noChangeArrowheads="1"/>
          </p:cNvSpPr>
          <p:nvPr>
            <p:ph type="title"/>
          </p:nvPr>
        </p:nvSpPr>
        <p:spPr/>
        <p:txBody>
          <a:bodyPr/>
          <a:lstStyle/>
          <a:p>
            <a:r>
              <a:rPr lang="zh-CN" altLang="en-US"/>
              <a:t>时间戳请求和回答</a:t>
            </a:r>
            <a:endParaRPr lang="zh-CN" altLang="en-US"/>
          </a:p>
        </p:txBody>
      </p:sp>
      <p:sp>
        <p:nvSpPr>
          <p:cNvPr id="552963" name="Rectangle 3"/>
          <p:cNvSpPr>
            <a:spLocks noGrp="1" noChangeArrowheads="1"/>
          </p:cNvSpPr>
          <p:nvPr>
            <p:ph type="body" idx="1"/>
          </p:nvPr>
        </p:nvSpPr>
        <p:spPr/>
        <p:txBody>
          <a:bodyPr/>
          <a:lstStyle/>
          <a:p>
            <a:r>
              <a:rPr lang="zh-CN" altLang="en-US" dirty="0"/>
              <a:t>两个机器</a:t>
            </a:r>
            <a:r>
              <a:rPr lang="en-US" altLang="zh-CN" dirty="0"/>
              <a:t>(</a:t>
            </a:r>
            <a:r>
              <a:rPr lang="zh-CN" altLang="en-US" dirty="0"/>
              <a:t>主机或路由器</a:t>
            </a:r>
            <a:r>
              <a:rPr lang="en-US" altLang="zh-CN" dirty="0"/>
              <a:t>)</a:t>
            </a:r>
            <a:r>
              <a:rPr lang="zh-CN" altLang="en-US" dirty="0"/>
              <a:t>可使用时间戳请求和时间戳回答报文来确定</a:t>
            </a:r>
            <a:r>
              <a:rPr lang="en-US" altLang="zh-CN" dirty="0"/>
              <a:t>IP</a:t>
            </a:r>
            <a:r>
              <a:rPr lang="zh-CN" altLang="en-US" dirty="0"/>
              <a:t>数据报在这两个机器之间来往所需的往返时间</a:t>
            </a:r>
            <a:endParaRPr lang="zh-CN" altLang="en-US" dirty="0"/>
          </a:p>
          <a:p>
            <a:r>
              <a:rPr lang="zh-CN" altLang="en-US" dirty="0"/>
              <a:t>它也可用作两个机器中的时钟的同步</a:t>
            </a:r>
            <a:endParaRPr lang="zh-CN" altLang="en-US" dirty="0"/>
          </a:p>
          <a:p>
            <a:r>
              <a:rPr lang="en-US" altLang="zh-CN" dirty="0"/>
              <a:t>ICMP</a:t>
            </a:r>
            <a:r>
              <a:rPr lang="zh-CN" altLang="en-US" dirty="0"/>
              <a:t>类型</a:t>
            </a:r>
            <a:endParaRPr lang="zh-CN" altLang="en-US" dirty="0"/>
          </a:p>
          <a:p>
            <a:pPr lvl="1"/>
            <a:r>
              <a:rPr lang="zh-CN" altLang="en-US" dirty="0"/>
              <a:t>请求：类型</a:t>
            </a:r>
            <a:r>
              <a:rPr lang="en-US" altLang="zh-CN" dirty="0"/>
              <a:t>=13</a:t>
            </a:r>
            <a:endParaRPr lang="en-US" altLang="zh-CN" dirty="0"/>
          </a:p>
          <a:p>
            <a:pPr lvl="1"/>
            <a:r>
              <a:rPr lang="zh-CN" altLang="en-US" dirty="0"/>
              <a:t>回答：类型</a:t>
            </a:r>
            <a:r>
              <a:rPr lang="en-US" altLang="zh-CN" dirty="0"/>
              <a:t>=14</a:t>
            </a:r>
            <a:endParaRPr lang="en-US" altLang="zh-CN" dirty="0"/>
          </a:p>
        </p:txBody>
      </p:sp>
    </p:spTree>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灯片编号占位符 5"/>
          <p:cNvSpPr>
            <a:spLocks noGrp="1"/>
          </p:cNvSpPr>
          <p:nvPr>
            <p:ph type="sldNum" sz="quarter" idx="12"/>
          </p:nvPr>
        </p:nvSpPr>
        <p:spPr/>
        <p:txBody>
          <a:bodyPr/>
          <a:lstStyle/>
          <a:p>
            <a:fld id="{1C6DD7B9-8796-43F2-8896-5A7812B70F30}" type="slidenum">
              <a:rPr lang="en-US" altLang="zh-CN"/>
            </a:fld>
            <a:endParaRPr lang="en-US" altLang="zh-CN"/>
          </a:p>
        </p:txBody>
      </p:sp>
      <p:sp>
        <p:nvSpPr>
          <p:cNvPr id="553986" name="Rectangle 2"/>
          <p:cNvSpPr>
            <a:spLocks noGrp="1" noChangeArrowheads="1"/>
          </p:cNvSpPr>
          <p:nvPr>
            <p:ph type="title"/>
          </p:nvPr>
        </p:nvSpPr>
        <p:spPr/>
        <p:txBody>
          <a:bodyPr/>
          <a:lstStyle/>
          <a:p>
            <a:r>
              <a:rPr lang="en-US" altLang="zh-CN"/>
              <a:t>ICMP</a:t>
            </a:r>
            <a:r>
              <a:rPr lang="zh-CN" altLang="en-US"/>
              <a:t>地址掩码请求与响应</a:t>
            </a:r>
            <a:endParaRPr lang="zh-CN" altLang="en-US"/>
          </a:p>
        </p:txBody>
      </p:sp>
      <p:sp>
        <p:nvSpPr>
          <p:cNvPr id="553990" name="Rectangle 6"/>
          <p:cNvSpPr>
            <a:spLocks noChangeArrowheads="1"/>
          </p:cNvSpPr>
          <p:nvPr/>
        </p:nvSpPr>
        <p:spPr bwMode="auto">
          <a:xfrm>
            <a:off x="2206625" y="3957639"/>
            <a:ext cx="1944688" cy="504825"/>
          </a:xfrm>
          <a:prstGeom prst="rect">
            <a:avLst/>
          </a:prstGeom>
          <a:solidFill>
            <a:schemeClr val="accent1"/>
          </a:solidFill>
          <a:ln w="19050" algn="ctr">
            <a:solidFill>
              <a:srgbClr val="0066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2400" dirty="0">
                <a:latin typeface="微软雅黑 Light" panose="020B0502040204020203" pitchFamily="34" charset="-122"/>
                <a:ea typeface="微软雅黑 Light" panose="020B0502040204020203" pitchFamily="34" charset="-122"/>
              </a:rPr>
              <a:t>类型</a:t>
            </a:r>
            <a:r>
              <a:rPr lang="en-US" altLang="zh-CN" sz="2400" dirty="0">
                <a:latin typeface="微软雅黑 Light" panose="020B0502040204020203" pitchFamily="34" charset="-122"/>
                <a:ea typeface="微软雅黑 Light" panose="020B0502040204020203" pitchFamily="34" charset="-122"/>
              </a:rPr>
              <a:t>(17/18)</a:t>
            </a:r>
            <a:endParaRPr lang="en-US" altLang="zh-CN" sz="2400" dirty="0">
              <a:latin typeface="微软雅黑 Light" panose="020B0502040204020203" pitchFamily="34" charset="-122"/>
              <a:ea typeface="微软雅黑 Light" panose="020B0502040204020203" pitchFamily="34" charset="-122"/>
            </a:endParaRPr>
          </a:p>
        </p:txBody>
      </p:sp>
      <p:sp>
        <p:nvSpPr>
          <p:cNvPr id="553991" name="Rectangle 7"/>
          <p:cNvSpPr>
            <a:spLocks noChangeArrowheads="1"/>
          </p:cNvSpPr>
          <p:nvPr/>
        </p:nvSpPr>
        <p:spPr bwMode="auto">
          <a:xfrm>
            <a:off x="4151314" y="3957639"/>
            <a:ext cx="1944687" cy="504825"/>
          </a:xfrm>
          <a:prstGeom prst="rect">
            <a:avLst/>
          </a:prstGeom>
          <a:solidFill>
            <a:schemeClr val="accent1"/>
          </a:solidFill>
          <a:ln w="19050" algn="ctr">
            <a:solidFill>
              <a:srgbClr val="0066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2400" dirty="0">
                <a:latin typeface="微软雅黑 Light" panose="020B0502040204020203" pitchFamily="34" charset="-122"/>
                <a:ea typeface="微软雅黑 Light" panose="020B0502040204020203" pitchFamily="34" charset="-122"/>
              </a:rPr>
              <a:t>代码</a:t>
            </a:r>
            <a:r>
              <a:rPr lang="en-US" altLang="zh-CN" sz="2400" dirty="0">
                <a:latin typeface="微软雅黑 Light" panose="020B0502040204020203" pitchFamily="34" charset="-122"/>
                <a:ea typeface="微软雅黑 Light" panose="020B0502040204020203" pitchFamily="34" charset="-122"/>
              </a:rPr>
              <a:t>(0)</a:t>
            </a:r>
            <a:endParaRPr lang="en-US" altLang="zh-CN" sz="2400" dirty="0">
              <a:latin typeface="微软雅黑 Light" panose="020B0502040204020203" pitchFamily="34" charset="-122"/>
              <a:ea typeface="微软雅黑 Light" panose="020B0502040204020203" pitchFamily="34" charset="-122"/>
            </a:endParaRPr>
          </a:p>
        </p:txBody>
      </p:sp>
      <p:sp>
        <p:nvSpPr>
          <p:cNvPr id="553992" name="Rectangle 8"/>
          <p:cNvSpPr>
            <a:spLocks noChangeArrowheads="1"/>
          </p:cNvSpPr>
          <p:nvPr/>
        </p:nvSpPr>
        <p:spPr bwMode="auto">
          <a:xfrm>
            <a:off x="6094414" y="3957639"/>
            <a:ext cx="3887787" cy="504825"/>
          </a:xfrm>
          <a:prstGeom prst="rect">
            <a:avLst/>
          </a:prstGeom>
          <a:solidFill>
            <a:schemeClr val="accent1"/>
          </a:solidFill>
          <a:ln w="19050" algn="ctr">
            <a:solidFill>
              <a:srgbClr val="0066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2400" dirty="0">
                <a:latin typeface="微软雅黑 Light" panose="020B0502040204020203" pitchFamily="34" charset="-122"/>
                <a:ea typeface="微软雅黑 Light" panose="020B0502040204020203" pitchFamily="34" charset="-122"/>
              </a:rPr>
              <a:t>检验和</a:t>
            </a:r>
            <a:endParaRPr lang="zh-CN" altLang="en-US" sz="2400" dirty="0">
              <a:latin typeface="微软雅黑 Light" panose="020B0502040204020203" pitchFamily="34" charset="-122"/>
              <a:ea typeface="微软雅黑 Light" panose="020B0502040204020203" pitchFamily="34" charset="-122"/>
            </a:endParaRPr>
          </a:p>
        </p:txBody>
      </p:sp>
      <p:sp>
        <p:nvSpPr>
          <p:cNvPr id="553993" name="Rectangle 9"/>
          <p:cNvSpPr>
            <a:spLocks noChangeArrowheads="1"/>
          </p:cNvSpPr>
          <p:nvPr/>
        </p:nvSpPr>
        <p:spPr bwMode="auto">
          <a:xfrm>
            <a:off x="2206626" y="4437064"/>
            <a:ext cx="3889375" cy="504825"/>
          </a:xfrm>
          <a:prstGeom prst="rect">
            <a:avLst/>
          </a:prstGeom>
          <a:solidFill>
            <a:schemeClr val="accent1"/>
          </a:solidFill>
          <a:ln w="19050" algn="ctr">
            <a:solidFill>
              <a:srgbClr val="0066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2400" dirty="0">
                <a:latin typeface="微软雅黑 Light" panose="020B0502040204020203" pitchFamily="34" charset="-122"/>
                <a:ea typeface="微软雅黑 Light" panose="020B0502040204020203" pitchFamily="34" charset="-122"/>
              </a:rPr>
              <a:t>标识符</a:t>
            </a:r>
            <a:endParaRPr lang="zh-CN" altLang="en-US" sz="2400" dirty="0">
              <a:latin typeface="微软雅黑 Light" panose="020B0502040204020203" pitchFamily="34" charset="-122"/>
              <a:ea typeface="微软雅黑 Light" panose="020B0502040204020203" pitchFamily="34" charset="-122"/>
            </a:endParaRPr>
          </a:p>
        </p:txBody>
      </p:sp>
      <p:sp>
        <p:nvSpPr>
          <p:cNvPr id="553994" name="Text Box 10"/>
          <p:cNvSpPr txBox="1">
            <a:spLocks noChangeArrowheads="1"/>
          </p:cNvSpPr>
          <p:nvPr/>
        </p:nvSpPr>
        <p:spPr bwMode="auto">
          <a:xfrm>
            <a:off x="2135188" y="3500438"/>
            <a:ext cx="356188"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400" dirty="0">
                <a:latin typeface="微软雅黑 Light" panose="020B0502040204020203" pitchFamily="34" charset="-122"/>
                <a:ea typeface="微软雅黑 Light" panose="020B0502040204020203" pitchFamily="34" charset="-122"/>
              </a:rPr>
              <a:t>0</a:t>
            </a:r>
            <a:endParaRPr lang="en-US" altLang="zh-CN" sz="2400" dirty="0">
              <a:latin typeface="微软雅黑 Light" panose="020B0502040204020203" pitchFamily="34" charset="-122"/>
              <a:ea typeface="微软雅黑 Light" panose="020B0502040204020203" pitchFamily="34" charset="-122"/>
            </a:endParaRPr>
          </a:p>
        </p:txBody>
      </p:sp>
      <p:sp>
        <p:nvSpPr>
          <p:cNvPr id="553995" name="Text Box 11"/>
          <p:cNvSpPr txBox="1">
            <a:spLocks noChangeArrowheads="1"/>
          </p:cNvSpPr>
          <p:nvPr/>
        </p:nvSpPr>
        <p:spPr bwMode="auto">
          <a:xfrm>
            <a:off x="3863976" y="3500438"/>
            <a:ext cx="351378"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400" dirty="0">
                <a:latin typeface="微软雅黑 Light" panose="020B0502040204020203" pitchFamily="34" charset="-122"/>
                <a:ea typeface="微软雅黑 Light" panose="020B0502040204020203" pitchFamily="34" charset="-122"/>
              </a:rPr>
              <a:t>7</a:t>
            </a:r>
            <a:endParaRPr lang="en-US" altLang="zh-CN" sz="2400" dirty="0">
              <a:latin typeface="微软雅黑 Light" panose="020B0502040204020203" pitchFamily="34" charset="-122"/>
              <a:ea typeface="微软雅黑 Light" panose="020B0502040204020203" pitchFamily="34" charset="-122"/>
            </a:endParaRPr>
          </a:p>
        </p:txBody>
      </p:sp>
      <p:sp>
        <p:nvSpPr>
          <p:cNvPr id="553996" name="Text Box 12"/>
          <p:cNvSpPr txBox="1">
            <a:spLocks noChangeArrowheads="1"/>
          </p:cNvSpPr>
          <p:nvPr/>
        </p:nvSpPr>
        <p:spPr bwMode="auto">
          <a:xfrm>
            <a:off x="4151313" y="3500438"/>
            <a:ext cx="356188"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400" dirty="0">
                <a:latin typeface="微软雅黑 Light" panose="020B0502040204020203" pitchFamily="34" charset="-122"/>
                <a:ea typeface="微软雅黑 Light" panose="020B0502040204020203" pitchFamily="34" charset="-122"/>
              </a:rPr>
              <a:t>8</a:t>
            </a:r>
            <a:endParaRPr lang="en-US" altLang="zh-CN" sz="2400" dirty="0">
              <a:latin typeface="微软雅黑 Light" panose="020B0502040204020203" pitchFamily="34" charset="-122"/>
              <a:ea typeface="微软雅黑 Light" panose="020B0502040204020203" pitchFamily="34" charset="-122"/>
            </a:endParaRPr>
          </a:p>
        </p:txBody>
      </p:sp>
      <p:sp>
        <p:nvSpPr>
          <p:cNvPr id="553997" name="Text Box 13"/>
          <p:cNvSpPr txBox="1">
            <a:spLocks noChangeArrowheads="1"/>
          </p:cNvSpPr>
          <p:nvPr/>
        </p:nvSpPr>
        <p:spPr bwMode="auto">
          <a:xfrm>
            <a:off x="5643564" y="3500438"/>
            <a:ext cx="492443"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400" dirty="0">
                <a:latin typeface="微软雅黑 Light" panose="020B0502040204020203" pitchFamily="34" charset="-122"/>
                <a:ea typeface="微软雅黑 Light" panose="020B0502040204020203" pitchFamily="34" charset="-122"/>
              </a:rPr>
              <a:t>15</a:t>
            </a:r>
            <a:endParaRPr lang="en-US" altLang="zh-CN" sz="2400" dirty="0">
              <a:latin typeface="微软雅黑 Light" panose="020B0502040204020203" pitchFamily="34" charset="-122"/>
              <a:ea typeface="微软雅黑 Light" panose="020B0502040204020203" pitchFamily="34" charset="-122"/>
            </a:endParaRPr>
          </a:p>
        </p:txBody>
      </p:sp>
      <p:sp>
        <p:nvSpPr>
          <p:cNvPr id="553998" name="Text Box 14"/>
          <p:cNvSpPr txBox="1">
            <a:spLocks noChangeArrowheads="1"/>
          </p:cNvSpPr>
          <p:nvPr/>
        </p:nvSpPr>
        <p:spPr bwMode="auto">
          <a:xfrm>
            <a:off x="6024564" y="3500438"/>
            <a:ext cx="492443"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400" dirty="0">
                <a:latin typeface="微软雅黑 Light" panose="020B0502040204020203" pitchFamily="34" charset="-122"/>
                <a:ea typeface="微软雅黑 Light" panose="020B0502040204020203" pitchFamily="34" charset="-122"/>
              </a:rPr>
              <a:t>16</a:t>
            </a:r>
            <a:endParaRPr lang="en-US" altLang="zh-CN" sz="2400" dirty="0">
              <a:latin typeface="微软雅黑 Light" panose="020B0502040204020203" pitchFamily="34" charset="-122"/>
              <a:ea typeface="微软雅黑 Light" panose="020B0502040204020203" pitchFamily="34" charset="-122"/>
            </a:endParaRPr>
          </a:p>
        </p:txBody>
      </p:sp>
      <p:sp>
        <p:nvSpPr>
          <p:cNvPr id="553999" name="Text Box 15"/>
          <p:cNvSpPr txBox="1">
            <a:spLocks noChangeArrowheads="1"/>
          </p:cNvSpPr>
          <p:nvPr/>
        </p:nvSpPr>
        <p:spPr bwMode="auto">
          <a:xfrm>
            <a:off x="9551989" y="3500438"/>
            <a:ext cx="492443"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400" dirty="0">
                <a:latin typeface="微软雅黑 Light" panose="020B0502040204020203" pitchFamily="34" charset="-122"/>
                <a:ea typeface="微软雅黑 Light" panose="020B0502040204020203" pitchFamily="34" charset="-122"/>
              </a:rPr>
              <a:t>31</a:t>
            </a:r>
            <a:endParaRPr lang="en-US" altLang="zh-CN" sz="2400" dirty="0">
              <a:latin typeface="微软雅黑 Light" panose="020B0502040204020203" pitchFamily="34" charset="-122"/>
              <a:ea typeface="微软雅黑 Light" panose="020B0502040204020203" pitchFamily="34" charset="-122"/>
            </a:endParaRPr>
          </a:p>
        </p:txBody>
      </p:sp>
      <p:sp>
        <p:nvSpPr>
          <p:cNvPr id="554002" name="Rectangle 18"/>
          <p:cNvSpPr>
            <a:spLocks noChangeArrowheads="1"/>
          </p:cNvSpPr>
          <p:nvPr/>
        </p:nvSpPr>
        <p:spPr bwMode="auto">
          <a:xfrm>
            <a:off x="2208214" y="4941889"/>
            <a:ext cx="7775575" cy="504825"/>
          </a:xfrm>
          <a:prstGeom prst="rect">
            <a:avLst/>
          </a:prstGeom>
          <a:solidFill>
            <a:schemeClr val="accent1"/>
          </a:solidFill>
          <a:ln w="19050" algn="ctr">
            <a:solidFill>
              <a:srgbClr val="0066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2400" dirty="0">
                <a:latin typeface="微软雅黑 Light" panose="020B0502040204020203" pitchFamily="34" charset="-122"/>
                <a:ea typeface="微软雅黑 Light" panose="020B0502040204020203" pitchFamily="34" charset="-122"/>
              </a:rPr>
              <a:t>子网掩码</a:t>
            </a:r>
            <a:endParaRPr lang="zh-CN" altLang="en-US" sz="2400" dirty="0">
              <a:latin typeface="微软雅黑 Light" panose="020B0502040204020203" pitchFamily="34" charset="-122"/>
              <a:ea typeface="微软雅黑 Light" panose="020B0502040204020203" pitchFamily="34" charset="-122"/>
            </a:endParaRPr>
          </a:p>
        </p:txBody>
      </p:sp>
      <p:sp>
        <p:nvSpPr>
          <p:cNvPr id="554003" name="Rectangle 19"/>
          <p:cNvSpPr>
            <a:spLocks noChangeArrowheads="1"/>
          </p:cNvSpPr>
          <p:nvPr/>
        </p:nvSpPr>
        <p:spPr bwMode="auto">
          <a:xfrm>
            <a:off x="6096001" y="4437064"/>
            <a:ext cx="3889375" cy="504825"/>
          </a:xfrm>
          <a:prstGeom prst="rect">
            <a:avLst/>
          </a:prstGeom>
          <a:solidFill>
            <a:schemeClr val="accent1"/>
          </a:solidFill>
          <a:ln w="19050" algn="ctr">
            <a:solidFill>
              <a:srgbClr val="0066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2400" dirty="0">
                <a:latin typeface="微软雅黑 Light" panose="020B0502040204020203" pitchFamily="34" charset="-122"/>
                <a:ea typeface="微软雅黑 Light" panose="020B0502040204020203" pitchFamily="34" charset="-122"/>
              </a:rPr>
              <a:t>序列号</a:t>
            </a:r>
            <a:endParaRPr lang="zh-CN" altLang="en-US" sz="2400" dirty="0">
              <a:latin typeface="微软雅黑 Light" panose="020B0502040204020203" pitchFamily="34" charset="-122"/>
              <a:ea typeface="微软雅黑 Light" panose="020B0502040204020203" pitchFamily="34" charset="-122"/>
            </a:endParaRPr>
          </a:p>
        </p:txBody>
      </p:sp>
      <p:sp>
        <p:nvSpPr>
          <p:cNvPr id="3" name="内容占位符 2"/>
          <p:cNvSpPr>
            <a:spLocks noGrp="1"/>
          </p:cNvSpPr>
          <p:nvPr>
            <p:ph idx="1"/>
          </p:nvPr>
        </p:nvSpPr>
        <p:spPr/>
        <p:txBody>
          <a:bodyPr/>
          <a:lstStyle/>
          <a:p>
            <a:r>
              <a:rPr lang="zh-CN" altLang="en-US" dirty="0"/>
              <a:t>向局域网上的路由器发送地址掩码请求报文，得到主机的掩码</a:t>
            </a:r>
            <a:endParaRPr lang="zh-CN" altLang="en-US" dirty="0"/>
          </a:p>
          <a:p>
            <a:pPr lvl="1"/>
            <a:r>
              <a:rPr lang="zh-CN" altLang="en-US" dirty="0"/>
              <a:t>请求：类型</a:t>
            </a:r>
            <a:r>
              <a:rPr lang="en-US" altLang="zh-CN" dirty="0"/>
              <a:t>=17</a:t>
            </a:r>
            <a:endParaRPr lang="en-US" altLang="zh-CN" dirty="0"/>
          </a:p>
          <a:p>
            <a:pPr lvl="1"/>
            <a:r>
              <a:rPr lang="zh-CN" altLang="en-US" dirty="0"/>
              <a:t>回答：类型</a:t>
            </a:r>
            <a:r>
              <a:rPr lang="en-US" altLang="zh-CN" dirty="0"/>
              <a:t>=18</a:t>
            </a:r>
            <a:endParaRPr lang="en-US" altLang="zh-CN" dirty="0"/>
          </a:p>
          <a:p>
            <a:endParaRPr lang="zh-CN" altLang="en-US" dirty="0"/>
          </a:p>
        </p:txBody>
      </p:sp>
    </p:spTree>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5"/>
          <p:cNvSpPr>
            <a:spLocks noGrp="1"/>
          </p:cNvSpPr>
          <p:nvPr>
            <p:ph type="sldNum" sz="quarter" idx="12"/>
          </p:nvPr>
        </p:nvSpPr>
        <p:spPr/>
        <p:txBody>
          <a:bodyPr/>
          <a:lstStyle/>
          <a:p>
            <a:fld id="{35E062BA-766E-4A4A-B0AB-F06838BF5276}" type="slidenum">
              <a:rPr lang="en-US" altLang="zh-CN"/>
            </a:fld>
            <a:endParaRPr lang="en-US" altLang="zh-CN"/>
          </a:p>
        </p:txBody>
      </p:sp>
      <p:sp>
        <p:nvSpPr>
          <p:cNvPr id="556034" name="Rectangle 2"/>
          <p:cNvSpPr>
            <a:spLocks noGrp="1" noChangeArrowheads="1"/>
          </p:cNvSpPr>
          <p:nvPr>
            <p:ph type="title"/>
          </p:nvPr>
        </p:nvSpPr>
        <p:spPr/>
        <p:txBody>
          <a:bodyPr/>
          <a:lstStyle/>
          <a:p>
            <a:r>
              <a:rPr lang="zh-CN" altLang="en-US"/>
              <a:t>源点抑制</a:t>
            </a:r>
            <a:endParaRPr lang="zh-CN" altLang="en-US"/>
          </a:p>
        </p:txBody>
      </p:sp>
      <p:sp>
        <p:nvSpPr>
          <p:cNvPr id="556035" name="Rectangle 3"/>
          <p:cNvSpPr>
            <a:spLocks noGrp="1" noChangeArrowheads="1"/>
          </p:cNvSpPr>
          <p:nvPr>
            <p:ph type="body" idx="1"/>
          </p:nvPr>
        </p:nvSpPr>
        <p:spPr/>
        <p:txBody>
          <a:bodyPr/>
          <a:lstStyle/>
          <a:p>
            <a:r>
              <a:rPr lang="en-US" altLang="zh-CN" dirty="0"/>
              <a:t>ICMP</a:t>
            </a:r>
            <a:r>
              <a:rPr lang="zh-CN" altLang="en-US" dirty="0"/>
              <a:t>源点抑制报文</a:t>
            </a:r>
            <a:r>
              <a:rPr lang="en-US" altLang="zh-CN" dirty="0"/>
              <a:t>(</a:t>
            </a:r>
            <a:r>
              <a:rPr lang="zh-CN" altLang="en-US" dirty="0"/>
              <a:t>类型</a:t>
            </a:r>
            <a:r>
              <a:rPr lang="en-US" altLang="zh-CN" dirty="0"/>
              <a:t>=4)</a:t>
            </a:r>
            <a:r>
              <a:rPr lang="zh-CN" altLang="en-US" dirty="0"/>
              <a:t>是为了给</a:t>
            </a:r>
            <a:r>
              <a:rPr lang="en-US" altLang="zh-CN" dirty="0"/>
              <a:t>IP</a:t>
            </a:r>
            <a:r>
              <a:rPr lang="zh-CN" altLang="en-US" dirty="0"/>
              <a:t>增加一种流量控制而设计的</a:t>
            </a:r>
            <a:endParaRPr lang="zh-CN" altLang="en-US" dirty="0"/>
          </a:p>
          <a:p>
            <a:r>
              <a:rPr lang="zh-CN" altLang="en-US" dirty="0"/>
              <a:t>当路由器或主机因拥塞而丢弃数据报时，它就向数据报的发送站发送源点抑制报文</a:t>
            </a:r>
            <a:endParaRPr lang="zh-CN" altLang="en-US" dirty="0"/>
          </a:p>
          <a:p>
            <a:pPr lvl="1"/>
            <a:r>
              <a:rPr lang="zh-CN" altLang="en-US" dirty="0"/>
              <a:t>它通知源端，数据报已被丢弃</a:t>
            </a:r>
            <a:endParaRPr lang="zh-CN" altLang="en-US" dirty="0"/>
          </a:p>
          <a:p>
            <a:pPr lvl="1"/>
            <a:r>
              <a:rPr lang="zh-CN" altLang="en-US" dirty="0"/>
              <a:t>它警告源端，在路径中的某处出现了拥塞，因而源端必须放慢发送过程</a:t>
            </a:r>
            <a:endParaRPr lang="zh-CN" altLang="en-US" dirty="0"/>
          </a:p>
        </p:txBody>
      </p:sp>
    </p:spTree>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5"/>
          <p:cNvSpPr>
            <a:spLocks noGrp="1"/>
          </p:cNvSpPr>
          <p:nvPr>
            <p:ph type="sldNum" sz="quarter" idx="12"/>
          </p:nvPr>
        </p:nvSpPr>
        <p:spPr/>
        <p:txBody>
          <a:bodyPr/>
          <a:lstStyle/>
          <a:p>
            <a:fld id="{0B04C863-2C9B-4B1B-9108-107ED14DF6DA}" type="slidenum">
              <a:rPr lang="en-US" altLang="zh-CN"/>
            </a:fld>
            <a:endParaRPr lang="en-US" altLang="zh-CN"/>
          </a:p>
        </p:txBody>
      </p:sp>
      <p:sp>
        <p:nvSpPr>
          <p:cNvPr id="557058" name="Rectangle 2"/>
          <p:cNvSpPr>
            <a:spLocks noGrp="1" noChangeArrowheads="1"/>
          </p:cNvSpPr>
          <p:nvPr>
            <p:ph type="title"/>
          </p:nvPr>
        </p:nvSpPr>
        <p:spPr/>
        <p:txBody>
          <a:bodyPr/>
          <a:lstStyle/>
          <a:p>
            <a:r>
              <a:rPr lang="zh-CN" altLang="en-US"/>
              <a:t>其它类型差错报告</a:t>
            </a:r>
            <a:endParaRPr lang="zh-CN" altLang="en-US"/>
          </a:p>
        </p:txBody>
      </p:sp>
      <p:sp>
        <p:nvSpPr>
          <p:cNvPr id="557059" name="Rectangle 3"/>
          <p:cNvSpPr>
            <a:spLocks noGrp="1" noChangeArrowheads="1"/>
          </p:cNvSpPr>
          <p:nvPr>
            <p:ph type="body" idx="1"/>
          </p:nvPr>
        </p:nvSpPr>
        <p:spPr/>
        <p:txBody>
          <a:bodyPr/>
          <a:lstStyle/>
          <a:p>
            <a:r>
              <a:rPr lang="zh-CN" altLang="en-US" dirty="0"/>
              <a:t>超时</a:t>
            </a:r>
            <a:r>
              <a:rPr lang="en-US" altLang="zh-CN" dirty="0"/>
              <a:t>(</a:t>
            </a:r>
            <a:r>
              <a:rPr lang="zh-CN" altLang="en-US" dirty="0"/>
              <a:t>类型</a:t>
            </a:r>
            <a:r>
              <a:rPr lang="en-US" altLang="zh-CN" dirty="0"/>
              <a:t>=11)</a:t>
            </a:r>
            <a:r>
              <a:rPr lang="zh-CN" altLang="en-US" dirty="0"/>
              <a:t>：数据报的生存时间字段值被减为</a:t>
            </a:r>
            <a:r>
              <a:rPr lang="en-US" altLang="zh-CN" dirty="0"/>
              <a:t>0</a:t>
            </a:r>
            <a:r>
              <a:rPr lang="zh-CN" altLang="en-US" dirty="0"/>
              <a:t>时，路由器丢弃这个数据报，并向源端发送超时报文</a:t>
            </a:r>
            <a:endParaRPr lang="zh-CN" altLang="en-US" dirty="0"/>
          </a:p>
          <a:p>
            <a:r>
              <a:rPr lang="zh-CN" altLang="en-US" dirty="0"/>
              <a:t>目的不可达</a:t>
            </a:r>
            <a:r>
              <a:rPr lang="en-US" altLang="zh-CN" dirty="0"/>
              <a:t>(</a:t>
            </a:r>
            <a:r>
              <a:rPr lang="zh-CN" altLang="en-US" dirty="0"/>
              <a:t>类型</a:t>
            </a:r>
            <a:r>
              <a:rPr lang="en-US" altLang="zh-CN" dirty="0"/>
              <a:t>=3) </a:t>
            </a:r>
            <a:r>
              <a:rPr lang="zh-CN" altLang="en-US" dirty="0"/>
              <a:t>：当路由器不能够给数据报找到路由或主机，就丢弃这个数据报，然后这个路由器就向发出这个数据报的源主机发回目的端不可达报文</a:t>
            </a:r>
            <a:endParaRPr lang="zh-CN" altLang="en-US" dirty="0"/>
          </a:p>
          <a:p>
            <a:r>
              <a:rPr lang="zh-CN" altLang="en-US" dirty="0"/>
              <a:t>重定向</a:t>
            </a:r>
            <a:r>
              <a:rPr lang="en-US" altLang="zh-CN" dirty="0"/>
              <a:t>(</a:t>
            </a:r>
            <a:r>
              <a:rPr lang="zh-CN" altLang="en-US" dirty="0"/>
              <a:t>类型</a:t>
            </a:r>
            <a:r>
              <a:rPr lang="en-US" altLang="zh-CN" dirty="0"/>
              <a:t>=5) </a:t>
            </a:r>
            <a:r>
              <a:rPr lang="zh-CN" altLang="en-US" dirty="0"/>
              <a:t>：路由器给主机发送的更好路由</a:t>
            </a:r>
            <a:endParaRPr lang="zh-CN" altLang="en-US" dirty="0"/>
          </a:p>
        </p:txBody>
      </p:sp>
    </p:spTree>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灯片编号占位符 5"/>
          <p:cNvSpPr>
            <a:spLocks noGrp="1"/>
          </p:cNvSpPr>
          <p:nvPr>
            <p:ph type="sldNum" sz="quarter" idx="12"/>
          </p:nvPr>
        </p:nvSpPr>
        <p:spPr/>
        <p:txBody>
          <a:bodyPr/>
          <a:lstStyle/>
          <a:p>
            <a:fld id="{7D8ACDA2-8E37-49C2-8B64-37ED1270761F}" type="slidenum">
              <a:rPr lang="en-US" altLang="zh-CN"/>
            </a:fld>
            <a:endParaRPr lang="en-US" altLang="zh-CN"/>
          </a:p>
        </p:txBody>
      </p:sp>
      <p:sp>
        <p:nvSpPr>
          <p:cNvPr id="776194" name="Rectangle 2"/>
          <p:cNvSpPr>
            <a:spLocks noGrp="1" noChangeArrowheads="1"/>
          </p:cNvSpPr>
          <p:nvPr>
            <p:ph type="title"/>
          </p:nvPr>
        </p:nvSpPr>
        <p:spPr/>
        <p:txBody>
          <a:bodyPr/>
          <a:lstStyle/>
          <a:p>
            <a:r>
              <a:rPr lang="en-US" altLang="zh-CN" dirty="0"/>
              <a:t>ICMP</a:t>
            </a:r>
            <a:r>
              <a:rPr lang="zh-CN" altLang="en-US" dirty="0"/>
              <a:t>典型应用</a:t>
            </a:r>
            <a:r>
              <a:rPr lang="en-US" altLang="zh-CN" dirty="0"/>
              <a:t>—ping</a:t>
            </a:r>
            <a:r>
              <a:rPr lang="zh-CN" altLang="en-US" dirty="0"/>
              <a:t>程序</a:t>
            </a:r>
            <a:endParaRPr lang="zh-CN" altLang="en-US" dirty="0"/>
          </a:p>
        </p:txBody>
      </p:sp>
      <p:sp>
        <p:nvSpPr>
          <p:cNvPr id="776197" name="Rectangle 5"/>
          <p:cNvSpPr>
            <a:spLocks noChangeArrowheads="1"/>
          </p:cNvSpPr>
          <p:nvPr/>
        </p:nvSpPr>
        <p:spPr bwMode="auto">
          <a:xfrm>
            <a:off x="2279576" y="3429000"/>
            <a:ext cx="7308775" cy="3170099"/>
          </a:xfrm>
          <a:prstGeom prst="rect">
            <a:avLst/>
          </a:prstGeom>
          <a:solidFill>
            <a:schemeClr val="accent1"/>
          </a:solidFill>
          <a:ln w="9525" algn="ctr">
            <a:solidFill>
              <a:schemeClr val="tx1"/>
            </a:solidFill>
            <a:miter lim="800000"/>
          </a:ln>
          <a:effectLst/>
        </p:spPr>
        <p:txBody>
          <a:bodyPr wrap="square">
            <a:spAutoFit/>
          </a:bodyPr>
          <a:lstStyle/>
          <a:p>
            <a:r>
              <a:rPr lang="en-US" altLang="zh-CN" sz="1800" dirty="0">
                <a:latin typeface="Times New Roman" panose="02020603050405020304" pitchFamily="18" charset="0"/>
                <a:ea typeface="微软雅黑" panose="020B0503020204020204" pitchFamily="34" charset="-122"/>
              </a:rPr>
              <a:t>C:\&gt;ping www.cisco.com</a:t>
            </a:r>
            <a:endParaRPr lang="en-US" altLang="zh-CN" sz="1800" dirty="0">
              <a:latin typeface="Times New Roman" panose="02020603050405020304" pitchFamily="18" charset="0"/>
              <a:ea typeface="微软雅黑" panose="020B0503020204020204" pitchFamily="34" charset="-122"/>
            </a:endParaRPr>
          </a:p>
          <a:p>
            <a:r>
              <a:rPr lang="en-US" altLang="zh-CN" sz="1800" dirty="0">
                <a:latin typeface="Times New Roman" panose="02020603050405020304" pitchFamily="18" charset="0"/>
                <a:ea typeface="微软雅黑" panose="020B0503020204020204" pitchFamily="34" charset="-122"/>
              </a:rPr>
              <a:t>Pinging e144.ca.s.tl88.net [203.110.166.170] with 32 bytes of data:</a:t>
            </a:r>
            <a:endParaRPr lang="en-US" altLang="zh-CN" sz="1800" dirty="0">
              <a:latin typeface="Times New Roman" panose="02020603050405020304" pitchFamily="18" charset="0"/>
              <a:ea typeface="微软雅黑" panose="020B0503020204020204" pitchFamily="34" charset="-122"/>
            </a:endParaRPr>
          </a:p>
          <a:p>
            <a:r>
              <a:rPr lang="en-US" altLang="zh-CN" sz="1800" dirty="0">
                <a:latin typeface="Times New Roman" panose="02020603050405020304" pitchFamily="18" charset="0"/>
                <a:ea typeface="微软雅黑" panose="020B0503020204020204" pitchFamily="34" charset="-122"/>
              </a:rPr>
              <a:t>Reply from 203.110.166.170: bytes=32 time=46ms TTL=48</a:t>
            </a:r>
            <a:endParaRPr lang="en-US" altLang="zh-CN" sz="1800" dirty="0">
              <a:latin typeface="Times New Roman" panose="02020603050405020304" pitchFamily="18" charset="0"/>
              <a:ea typeface="微软雅黑" panose="020B0503020204020204" pitchFamily="34" charset="-122"/>
            </a:endParaRPr>
          </a:p>
          <a:p>
            <a:r>
              <a:rPr lang="en-US" altLang="zh-CN" sz="1800" dirty="0">
                <a:latin typeface="Times New Roman" panose="02020603050405020304" pitchFamily="18" charset="0"/>
                <a:ea typeface="微软雅黑" panose="020B0503020204020204" pitchFamily="34" charset="-122"/>
              </a:rPr>
              <a:t>Reply from 203.110.166.170: bytes=32 time=44ms TTL=48</a:t>
            </a:r>
            <a:endParaRPr lang="en-US" altLang="zh-CN" sz="1800" dirty="0">
              <a:latin typeface="Times New Roman" panose="02020603050405020304" pitchFamily="18" charset="0"/>
              <a:ea typeface="微软雅黑" panose="020B0503020204020204" pitchFamily="34" charset="-122"/>
            </a:endParaRPr>
          </a:p>
          <a:p>
            <a:r>
              <a:rPr lang="en-US" altLang="zh-CN" sz="1800" dirty="0">
                <a:latin typeface="Times New Roman" panose="02020603050405020304" pitchFamily="18" charset="0"/>
                <a:ea typeface="微软雅黑" panose="020B0503020204020204" pitchFamily="34" charset="-122"/>
              </a:rPr>
              <a:t>Reply from 203.110.166.170: bytes=32 time=48ms TTL=48</a:t>
            </a:r>
            <a:endParaRPr lang="en-US" altLang="zh-CN" sz="1800" dirty="0">
              <a:latin typeface="Times New Roman" panose="02020603050405020304" pitchFamily="18" charset="0"/>
              <a:ea typeface="微软雅黑" panose="020B0503020204020204" pitchFamily="34" charset="-122"/>
            </a:endParaRPr>
          </a:p>
          <a:p>
            <a:r>
              <a:rPr lang="en-US" altLang="zh-CN" sz="1800" dirty="0">
                <a:latin typeface="Times New Roman" panose="02020603050405020304" pitchFamily="18" charset="0"/>
                <a:ea typeface="微软雅黑" panose="020B0503020204020204" pitchFamily="34" charset="-122"/>
              </a:rPr>
              <a:t>Reply from 203.110.166.170: bytes=32 time=45ms TTL=48</a:t>
            </a:r>
            <a:endParaRPr lang="en-US" altLang="zh-CN" sz="1800" dirty="0">
              <a:latin typeface="Times New Roman" panose="02020603050405020304" pitchFamily="18" charset="0"/>
              <a:ea typeface="微软雅黑" panose="020B0503020204020204" pitchFamily="34" charset="-122"/>
            </a:endParaRPr>
          </a:p>
          <a:p>
            <a:endParaRPr lang="en-US" altLang="zh-CN" sz="1800" dirty="0">
              <a:latin typeface="Times New Roman" panose="02020603050405020304" pitchFamily="18" charset="0"/>
              <a:ea typeface="微软雅黑" panose="020B0503020204020204" pitchFamily="34" charset="-122"/>
            </a:endParaRPr>
          </a:p>
          <a:p>
            <a:r>
              <a:rPr lang="en-US" altLang="zh-CN" sz="1800" dirty="0">
                <a:latin typeface="Times New Roman" panose="02020603050405020304" pitchFamily="18" charset="0"/>
                <a:ea typeface="微软雅黑" panose="020B0503020204020204" pitchFamily="34" charset="-122"/>
              </a:rPr>
              <a:t>Ping statistics for 203.110.166.170:</a:t>
            </a:r>
            <a:endParaRPr lang="en-US" altLang="zh-CN" sz="1800" dirty="0">
              <a:latin typeface="Times New Roman" panose="02020603050405020304" pitchFamily="18" charset="0"/>
              <a:ea typeface="微软雅黑" panose="020B0503020204020204" pitchFamily="34" charset="-122"/>
            </a:endParaRPr>
          </a:p>
          <a:p>
            <a:r>
              <a:rPr lang="en-US" altLang="zh-CN" sz="1800" dirty="0">
                <a:latin typeface="Times New Roman" panose="02020603050405020304" pitchFamily="18" charset="0"/>
                <a:ea typeface="微软雅黑" panose="020B0503020204020204" pitchFamily="34" charset="-122"/>
              </a:rPr>
              <a:t>    Packets: Sent = 4, Received = 4, Lost = 0 (0% loss),</a:t>
            </a:r>
            <a:endParaRPr lang="en-US" altLang="zh-CN" sz="1800" dirty="0">
              <a:latin typeface="Times New Roman" panose="02020603050405020304" pitchFamily="18" charset="0"/>
              <a:ea typeface="微软雅黑" panose="020B0503020204020204" pitchFamily="34" charset="-122"/>
            </a:endParaRPr>
          </a:p>
          <a:p>
            <a:r>
              <a:rPr lang="en-US" altLang="zh-CN" sz="1800" dirty="0">
                <a:latin typeface="Times New Roman" panose="02020603050405020304" pitchFamily="18" charset="0"/>
                <a:ea typeface="微软雅黑" panose="020B0503020204020204" pitchFamily="34" charset="-122"/>
              </a:rPr>
              <a:t>Approximate round trip times in milli-seconds:</a:t>
            </a:r>
            <a:endParaRPr lang="en-US" altLang="zh-CN" sz="1800" dirty="0">
              <a:latin typeface="Times New Roman" panose="02020603050405020304" pitchFamily="18" charset="0"/>
              <a:ea typeface="微软雅黑" panose="020B0503020204020204" pitchFamily="34" charset="-122"/>
            </a:endParaRPr>
          </a:p>
          <a:p>
            <a:r>
              <a:rPr lang="en-US" altLang="zh-CN" sz="1800" dirty="0">
                <a:latin typeface="Times New Roman" panose="02020603050405020304" pitchFamily="18" charset="0"/>
                <a:ea typeface="微软雅黑" panose="020B0503020204020204" pitchFamily="34" charset="-122"/>
              </a:rPr>
              <a:t>    Minimum = 44ms, Maximum = 48ms, Average = 45ms</a:t>
            </a:r>
            <a:endParaRPr lang="en-US" altLang="zh-CN" sz="1800" dirty="0">
              <a:latin typeface="Times New Roman" panose="02020603050405020304" pitchFamily="18" charset="0"/>
              <a:ea typeface="微软雅黑" panose="020B0503020204020204" pitchFamily="34" charset="-122"/>
            </a:endParaRPr>
          </a:p>
        </p:txBody>
      </p:sp>
      <p:sp>
        <p:nvSpPr>
          <p:cNvPr id="3" name="内容占位符 2"/>
          <p:cNvSpPr>
            <a:spLocks noGrp="1"/>
          </p:cNvSpPr>
          <p:nvPr>
            <p:ph idx="1"/>
          </p:nvPr>
        </p:nvSpPr>
        <p:spPr>
          <a:xfrm>
            <a:off x="334434" y="1052514"/>
            <a:ext cx="11523133" cy="2376485"/>
          </a:xfrm>
        </p:spPr>
        <p:txBody>
          <a:bodyPr>
            <a:normAutofit/>
          </a:bodyPr>
          <a:lstStyle/>
          <a:p>
            <a:r>
              <a:rPr lang="en-US" altLang="zh-CN" dirty="0"/>
              <a:t>Ping</a:t>
            </a:r>
            <a:r>
              <a:rPr lang="zh-CN" altLang="en-US" dirty="0"/>
              <a:t>程序是最常见的用于检测网络设备是否可达的调试手段</a:t>
            </a:r>
            <a:endParaRPr lang="zh-CN" altLang="en-US" dirty="0"/>
          </a:p>
          <a:p>
            <a:pPr lvl="1"/>
            <a:r>
              <a:rPr lang="zh-CN" altLang="en-US" dirty="0"/>
              <a:t>远程设备是否可达</a:t>
            </a:r>
            <a:endParaRPr lang="zh-CN" altLang="en-US" dirty="0"/>
          </a:p>
          <a:p>
            <a:pPr lvl="1"/>
            <a:r>
              <a:rPr lang="zh-CN" altLang="en-US" dirty="0"/>
              <a:t>与远程主机通信的来回旅程（</a:t>
            </a:r>
            <a:r>
              <a:rPr lang="en-US" altLang="zh-CN" dirty="0"/>
              <a:t>round-trip</a:t>
            </a:r>
            <a:r>
              <a:rPr lang="zh-CN" altLang="en-US" dirty="0"/>
              <a:t>）的延迟</a:t>
            </a:r>
            <a:endParaRPr lang="zh-CN" altLang="en-US" dirty="0"/>
          </a:p>
          <a:p>
            <a:pPr lvl="1"/>
            <a:r>
              <a:rPr lang="zh-CN" altLang="en-US" dirty="0"/>
              <a:t>报文包的丢失情况</a:t>
            </a:r>
            <a:endParaRPr lang="zh-CN" altLang="en-US" dirty="0"/>
          </a:p>
          <a:p>
            <a:r>
              <a:rPr lang="en-US" altLang="zh-CN" dirty="0"/>
              <a:t>ping</a:t>
            </a:r>
            <a:r>
              <a:rPr lang="zh-CN" altLang="en-US" dirty="0"/>
              <a:t>程序利用了</a:t>
            </a:r>
            <a:r>
              <a:rPr lang="en-US" altLang="zh-CN" dirty="0"/>
              <a:t>ICMP</a:t>
            </a:r>
            <a:r>
              <a:rPr lang="zh-CN" altLang="en-US" dirty="0"/>
              <a:t>协议类型</a:t>
            </a:r>
            <a:r>
              <a:rPr lang="en-US" altLang="zh-CN" dirty="0"/>
              <a:t>8</a:t>
            </a:r>
            <a:r>
              <a:rPr lang="zh-CN" altLang="en-US" dirty="0"/>
              <a:t>的回显请求和类型</a:t>
            </a:r>
            <a:r>
              <a:rPr lang="en-US" altLang="zh-CN" dirty="0"/>
              <a:t>0</a:t>
            </a:r>
            <a:r>
              <a:rPr lang="zh-CN" altLang="en-US" dirty="0"/>
              <a:t>的回显应答完成</a:t>
            </a:r>
            <a:endParaRPr lang="zh-CN" altLang="en-US" dirty="0"/>
          </a:p>
        </p:txBody>
      </p:sp>
    </p:spTree>
  </p:cSld>
  <p:clrMapOvr>
    <a:masterClrMapping/>
  </p:clrMapOvr>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灯片编号占位符 5"/>
          <p:cNvSpPr>
            <a:spLocks noGrp="1"/>
          </p:cNvSpPr>
          <p:nvPr>
            <p:ph type="sldNum" sz="quarter" idx="12"/>
          </p:nvPr>
        </p:nvSpPr>
        <p:spPr/>
        <p:txBody>
          <a:bodyPr/>
          <a:lstStyle/>
          <a:p>
            <a:fld id="{BD19C928-7B99-4383-9960-1280810ABF29}" type="slidenum">
              <a:rPr lang="en-US" altLang="zh-CN"/>
            </a:fld>
            <a:endParaRPr lang="en-US" altLang="zh-CN"/>
          </a:p>
        </p:txBody>
      </p:sp>
      <p:sp>
        <p:nvSpPr>
          <p:cNvPr id="777218" name="Rectangle 2"/>
          <p:cNvSpPr>
            <a:spLocks noGrp="1" noChangeArrowheads="1"/>
          </p:cNvSpPr>
          <p:nvPr>
            <p:ph type="title"/>
          </p:nvPr>
        </p:nvSpPr>
        <p:spPr/>
        <p:txBody>
          <a:bodyPr/>
          <a:lstStyle/>
          <a:p>
            <a:r>
              <a:rPr lang="en-US" altLang="zh-CN" dirty="0"/>
              <a:t>ICMP</a:t>
            </a:r>
            <a:r>
              <a:rPr lang="zh-CN" altLang="en-US" dirty="0"/>
              <a:t>典型应用</a:t>
            </a:r>
            <a:r>
              <a:rPr lang="en-US" altLang="zh-CN" dirty="0"/>
              <a:t>—tracert</a:t>
            </a:r>
            <a:r>
              <a:rPr lang="zh-CN" altLang="en-US" dirty="0"/>
              <a:t>程序</a:t>
            </a:r>
            <a:endParaRPr lang="zh-CN" altLang="en-US" dirty="0"/>
          </a:p>
        </p:txBody>
      </p:sp>
      <p:sp>
        <p:nvSpPr>
          <p:cNvPr id="777220" name="Rectangle 4"/>
          <p:cNvSpPr>
            <a:spLocks noChangeArrowheads="1"/>
          </p:cNvSpPr>
          <p:nvPr/>
        </p:nvSpPr>
        <p:spPr bwMode="auto">
          <a:xfrm>
            <a:off x="551384" y="3789040"/>
            <a:ext cx="5040560" cy="2554545"/>
          </a:xfrm>
          <a:prstGeom prst="rect">
            <a:avLst/>
          </a:prstGeom>
          <a:solidFill>
            <a:schemeClr val="accent1"/>
          </a:solidFill>
          <a:ln w="9525" algn="ctr">
            <a:solidFill>
              <a:schemeClr val="tx1"/>
            </a:solidFill>
            <a:miter lim="800000"/>
          </a:ln>
          <a:effectLst/>
        </p:spPr>
        <p:txBody>
          <a:bodyPr wrap="square">
            <a:spAutoFit/>
          </a:bodyPr>
          <a:lstStyle/>
          <a:p>
            <a:r>
              <a:rPr lang="en-US" altLang="zh-CN" dirty="0">
                <a:latin typeface="Times New Roman" panose="02020603050405020304" pitchFamily="18" charset="0"/>
                <a:ea typeface="微软雅黑" panose="020B0503020204020204" pitchFamily="34" charset="-122"/>
              </a:rPr>
              <a:t>C:\&gt;tracert -d bbs.jlu.edu.cn</a:t>
            </a:r>
            <a:endParaRPr lang="en-US" altLang="zh-CN" dirty="0">
              <a:latin typeface="Times New Roman" panose="02020603050405020304" pitchFamily="18" charset="0"/>
              <a:ea typeface="微软雅黑" panose="020B0503020204020204" pitchFamily="34" charset="-122"/>
            </a:endParaRPr>
          </a:p>
          <a:p>
            <a:r>
              <a:rPr lang="en-US" altLang="zh-CN" dirty="0">
                <a:latin typeface="Times New Roman" panose="02020603050405020304" pitchFamily="18" charset="0"/>
                <a:ea typeface="微软雅黑" panose="020B0503020204020204" pitchFamily="34" charset="-122"/>
              </a:rPr>
              <a:t>Tracing route to bbs.jlu.edu.cn [202.198.16.92]</a:t>
            </a:r>
            <a:endParaRPr lang="en-US" altLang="zh-CN" dirty="0">
              <a:latin typeface="Times New Roman" panose="02020603050405020304" pitchFamily="18" charset="0"/>
              <a:ea typeface="微软雅黑" panose="020B0503020204020204" pitchFamily="34" charset="-122"/>
            </a:endParaRPr>
          </a:p>
          <a:p>
            <a:r>
              <a:rPr lang="en-US" altLang="zh-CN" dirty="0">
                <a:latin typeface="Times New Roman" panose="02020603050405020304" pitchFamily="18" charset="0"/>
                <a:ea typeface="微软雅黑" panose="020B0503020204020204" pitchFamily="34" charset="-122"/>
              </a:rPr>
              <a:t>over a maximum of 30 hops:</a:t>
            </a:r>
            <a:endParaRPr lang="en-US" altLang="zh-CN" dirty="0">
              <a:latin typeface="Times New Roman" panose="02020603050405020304" pitchFamily="18" charset="0"/>
              <a:ea typeface="微软雅黑" panose="020B0503020204020204" pitchFamily="34" charset="-122"/>
            </a:endParaRPr>
          </a:p>
          <a:p>
            <a:r>
              <a:rPr lang="en-US" altLang="zh-CN" dirty="0">
                <a:latin typeface="Times New Roman" panose="02020603050405020304" pitchFamily="18" charset="0"/>
                <a:ea typeface="微软雅黑" panose="020B0503020204020204" pitchFamily="34" charset="-122"/>
              </a:rPr>
              <a:t>  1    &lt;1 </a:t>
            </a:r>
            <a:r>
              <a:rPr lang="en-US" altLang="zh-CN" dirty="0" err="1">
                <a:latin typeface="Times New Roman" panose="02020603050405020304" pitchFamily="18" charset="0"/>
                <a:ea typeface="微软雅黑" panose="020B0503020204020204" pitchFamily="34" charset="-122"/>
              </a:rPr>
              <a:t>ms</a:t>
            </a:r>
            <a:r>
              <a:rPr lang="en-US" altLang="zh-CN" dirty="0">
                <a:latin typeface="Times New Roman" panose="02020603050405020304" pitchFamily="18" charset="0"/>
                <a:ea typeface="微软雅黑" panose="020B0503020204020204" pitchFamily="34" charset="-122"/>
              </a:rPr>
              <a:t>    &lt;1 </a:t>
            </a:r>
            <a:r>
              <a:rPr lang="en-US" altLang="zh-CN" dirty="0" err="1">
                <a:latin typeface="Times New Roman" panose="02020603050405020304" pitchFamily="18" charset="0"/>
                <a:ea typeface="微软雅黑" panose="020B0503020204020204" pitchFamily="34" charset="-122"/>
              </a:rPr>
              <a:t>ms</a:t>
            </a:r>
            <a:r>
              <a:rPr lang="en-US" altLang="zh-CN" dirty="0">
                <a:latin typeface="Times New Roman" panose="02020603050405020304" pitchFamily="18" charset="0"/>
                <a:ea typeface="微软雅黑" panose="020B0503020204020204" pitchFamily="34" charset="-122"/>
              </a:rPr>
              <a:t>    &lt;1 </a:t>
            </a:r>
            <a:r>
              <a:rPr lang="en-US" altLang="zh-CN" dirty="0" err="1">
                <a:latin typeface="Times New Roman" panose="02020603050405020304" pitchFamily="18" charset="0"/>
                <a:ea typeface="微软雅黑" panose="020B0503020204020204" pitchFamily="34" charset="-122"/>
              </a:rPr>
              <a:t>ms</a:t>
            </a:r>
            <a:r>
              <a:rPr lang="en-US" altLang="zh-CN" dirty="0">
                <a:latin typeface="Times New Roman" panose="02020603050405020304" pitchFamily="18" charset="0"/>
                <a:ea typeface="微软雅黑" panose="020B0503020204020204" pitchFamily="34" charset="-122"/>
              </a:rPr>
              <a:t>  202.198.31.254</a:t>
            </a:r>
            <a:endParaRPr lang="en-US" altLang="zh-CN" dirty="0">
              <a:latin typeface="Times New Roman" panose="02020603050405020304" pitchFamily="18" charset="0"/>
              <a:ea typeface="微软雅黑" panose="020B0503020204020204" pitchFamily="34" charset="-122"/>
            </a:endParaRPr>
          </a:p>
          <a:p>
            <a:r>
              <a:rPr lang="en-US" altLang="zh-CN" dirty="0">
                <a:latin typeface="Times New Roman" panose="02020603050405020304" pitchFamily="18" charset="0"/>
                <a:ea typeface="微软雅黑" panose="020B0503020204020204" pitchFamily="34" charset="-122"/>
              </a:rPr>
              <a:t>  2      1 </a:t>
            </a:r>
            <a:r>
              <a:rPr lang="en-US" altLang="zh-CN" dirty="0" err="1">
                <a:latin typeface="Times New Roman" panose="02020603050405020304" pitchFamily="18" charset="0"/>
                <a:ea typeface="微软雅黑" panose="020B0503020204020204" pitchFamily="34" charset="-122"/>
              </a:rPr>
              <a:t>ms</a:t>
            </a:r>
            <a:r>
              <a:rPr lang="en-US" altLang="zh-CN" dirty="0">
                <a:latin typeface="Times New Roman" panose="02020603050405020304" pitchFamily="18" charset="0"/>
                <a:ea typeface="微软雅黑" panose="020B0503020204020204" pitchFamily="34" charset="-122"/>
              </a:rPr>
              <a:t>    &lt;1 </a:t>
            </a:r>
            <a:r>
              <a:rPr lang="en-US" altLang="zh-CN" dirty="0" err="1">
                <a:latin typeface="Times New Roman" panose="02020603050405020304" pitchFamily="18" charset="0"/>
                <a:ea typeface="微软雅黑" panose="020B0503020204020204" pitchFamily="34" charset="-122"/>
              </a:rPr>
              <a:t>ms</a:t>
            </a:r>
            <a:r>
              <a:rPr lang="en-US" altLang="zh-CN" dirty="0">
                <a:latin typeface="Times New Roman" panose="02020603050405020304" pitchFamily="18" charset="0"/>
                <a:ea typeface="微软雅黑" panose="020B0503020204020204" pitchFamily="34" charset="-122"/>
              </a:rPr>
              <a:t>    &lt;1 </a:t>
            </a:r>
            <a:r>
              <a:rPr lang="en-US" altLang="zh-CN" dirty="0" err="1">
                <a:latin typeface="Times New Roman" panose="02020603050405020304" pitchFamily="18" charset="0"/>
                <a:ea typeface="微软雅黑" panose="020B0503020204020204" pitchFamily="34" charset="-122"/>
              </a:rPr>
              <a:t>ms</a:t>
            </a:r>
            <a:r>
              <a:rPr lang="en-US" altLang="zh-CN" dirty="0">
                <a:latin typeface="Times New Roman" panose="02020603050405020304" pitchFamily="18" charset="0"/>
                <a:ea typeface="微软雅黑" panose="020B0503020204020204" pitchFamily="34" charset="-122"/>
              </a:rPr>
              <a:t>  192.168.1.121</a:t>
            </a:r>
            <a:endParaRPr lang="en-US" altLang="zh-CN" dirty="0">
              <a:latin typeface="Times New Roman" panose="02020603050405020304" pitchFamily="18" charset="0"/>
              <a:ea typeface="微软雅黑" panose="020B0503020204020204" pitchFamily="34" charset="-122"/>
            </a:endParaRPr>
          </a:p>
          <a:p>
            <a:r>
              <a:rPr lang="en-US" altLang="zh-CN" dirty="0">
                <a:latin typeface="Times New Roman" panose="02020603050405020304" pitchFamily="18" charset="0"/>
                <a:ea typeface="微软雅黑" panose="020B0503020204020204" pitchFamily="34" charset="-122"/>
              </a:rPr>
              <a:t>  3    &lt;1 </a:t>
            </a:r>
            <a:r>
              <a:rPr lang="en-US" altLang="zh-CN" dirty="0" err="1">
                <a:latin typeface="Times New Roman" panose="02020603050405020304" pitchFamily="18" charset="0"/>
                <a:ea typeface="微软雅黑" panose="020B0503020204020204" pitchFamily="34" charset="-122"/>
              </a:rPr>
              <a:t>ms</a:t>
            </a:r>
            <a:r>
              <a:rPr lang="en-US" altLang="zh-CN" dirty="0">
                <a:latin typeface="Times New Roman" panose="02020603050405020304" pitchFamily="18" charset="0"/>
                <a:ea typeface="微软雅黑" panose="020B0503020204020204" pitchFamily="34" charset="-122"/>
              </a:rPr>
              <a:t>    &lt;1 </a:t>
            </a:r>
            <a:r>
              <a:rPr lang="en-US" altLang="zh-CN" dirty="0" err="1">
                <a:latin typeface="Times New Roman" panose="02020603050405020304" pitchFamily="18" charset="0"/>
                <a:ea typeface="微软雅黑" panose="020B0503020204020204" pitchFamily="34" charset="-122"/>
              </a:rPr>
              <a:t>ms</a:t>
            </a:r>
            <a:r>
              <a:rPr lang="en-US" altLang="zh-CN" dirty="0">
                <a:latin typeface="Times New Roman" panose="02020603050405020304" pitchFamily="18" charset="0"/>
                <a:ea typeface="微软雅黑" panose="020B0503020204020204" pitchFamily="34" charset="-122"/>
              </a:rPr>
              <a:t>    &lt;1 </a:t>
            </a:r>
            <a:r>
              <a:rPr lang="en-US" altLang="zh-CN" dirty="0" err="1">
                <a:latin typeface="Times New Roman" panose="02020603050405020304" pitchFamily="18" charset="0"/>
                <a:ea typeface="微软雅黑" panose="020B0503020204020204" pitchFamily="34" charset="-122"/>
              </a:rPr>
              <a:t>ms</a:t>
            </a:r>
            <a:r>
              <a:rPr lang="en-US" altLang="zh-CN" dirty="0">
                <a:latin typeface="Times New Roman" panose="02020603050405020304" pitchFamily="18" charset="0"/>
                <a:ea typeface="微软雅黑" panose="020B0503020204020204" pitchFamily="34" charset="-122"/>
              </a:rPr>
              <a:t>  192.168.2.134</a:t>
            </a:r>
            <a:endParaRPr lang="en-US" altLang="zh-CN" dirty="0">
              <a:latin typeface="Times New Roman" panose="02020603050405020304" pitchFamily="18" charset="0"/>
              <a:ea typeface="微软雅黑" panose="020B0503020204020204" pitchFamily="34" charset="-122"/>
            </a:endParaRPr>
          </a:p>
          <a:p>
            <a:r>
              <a:rPr lang="en-US" altLang="zh-CN" dirty="0">
                <a:latin typeface="Times New Roman" panose="02020603050405020304" pitchFamily="18" charset="0"/>
                <a:ea typeface="微软雅黑" panose="020B0503020204020204" pitchFamily="34" charset="-122"/>
              </a:rPr>
              <a:t>  4    &lt;1 </a:t>
            </a:r>
            <a:r>
              <a:rPr lang="en-US" altLang="zh-CN" dirty="0" err="1">
                <a:latin typeface="Times New Roman" panose="02020603050405020304" pitchFamily="18" charset="0"/>
                <a:ea typeface="微软雅黑" panose="020B0503020204020204" pitchFamily="34" charset="-122"/>
              </a:rPr>
              <a:t>ms</a:t>
            </a:r>
            <a:r>
              <a:rPr lang="en-US" altLang="zh-CN" dirty="0">
                <a:latin typeface="Times New Roman" panose="02020603050405020304" pitchFamily="18" charset="0"/>
                <a:ea typeface="微软雅黑" panose="020B0503020204020204" pitchFamily="34" charset="-122"/>
              </a:rPr>
              <a:t>    &lt;1 </a:t>
            </a:r>
            <a:r>
              <a:rPr lang="en-US" altLang="zh-CN" dirty="0" err="1">
                <a:latin typeface="Times New Roman" panose="02020603050405020304" pitchFamily="18" charset="0"/>
                <a:ea typeface="微软雅黑" panose="020B0503020204020204" pitchFamily="34" charset="-122"/>
              </a:rPr>
              <a:t>ms</a:t>
            </a:r>
            <a:r>
              <a:rPr lang="en-US" altLang="zh-CN" dirty="0">
                <a:latin typeface="Times New Roman" panose="02020603050405020304" pitchFamily="18" charset="0"/>
                <a:ea typeface="微软雅黑" panose="020B0503020204020204" pitchFamily="34" charset="-122"/>
              </a:rPr>
              <a:t>    &lt;1 </a:t>
            </a:r>
            <a:r>
              <a:rPr lang="en-US" altLang="zh-CN" dirty="0" err="1">
                <a:latin typeface="Times New Roman" panose="02020603050405020304" pitchFamily="18" charset="0"/>
                <a:ea typeface="微软雅黑" panose="020B0503020204020204" pitchFamily="34" charset="-122"/>
              </a:rPr>
              <a:t>ms</a:t>
            </a:r>
            <a:r>
              <a:rPr lang="en-US" altLang="zh-CN" dirty="0">
                <a:latin typeface="Times New Roman" panose="02020603050405020304" pitchFamily="18" charset="0"/>
                <a:ea typeface="微软雅黑" panose="020B0503020204020204" pitchFamily="34" charset="-122"/>
              </a:rPr>
              <a:t>  202.198.16.92</a:t>
            </a:r>
            <a:endParaRPr lang="en-US" altLang="zh-CN" dirty="0">
              <a:latin typeface="Times New Roman" panose="02020603050405020304" pitchFamily="18" charset="0"/>
              <a:ea typeface="微软雅黑" panose="020B0503020204020204" pitchFamily="34" charset="-122"/>
            </a:endParaRPr>
          </a:p>
          <a:p>
            <a:r>
              <a:rPr lang="en-US" altLang="zh-CN" dirty="0">
                <a:latin typeface="Times New Roman" panose="02020603050405020304" pitchFamily="18" charset="0"/>
                <a:ea typeface="微软雅黑" panose="020B0503020204020204" pitchFamily="34" charset="-122"/>
              </a:rPr>
              <a:t>Trace complete.</a:t>
            </a:r>
            <a:endParaRPr lang="en-US" altLang="zh-CN" dirty="0">
              <a:latin typeface="Times New Roman" panose="02020603050405020304" pitchFamily="18" charset="0"/>
              <a:ea typeface="微软雅黑" panose="020B0503020204020204" pitchFamily="34" charset="-122"/>
            </a:endParaRPr>
          </a:p>
        </p:txBody>
      </p:sp>
      <p:sp>
        <p:nvSpPr>
          <p:cNvPr id="3" name="内容占位符 2"/>
          <p:cNvSpPr>
            <a:spLocks noGrp="1"/>
          </p:cNvSpPr>
          <p:nvPr>
            <p:ph idx="1"/>
          </p:nvPr>
        </p:nvSpPr>
        <p:spPr>
          <a:xfrm>
            <a:off x="334434" y="1052515"/>
            <a:ext cx="11523133" cy="2185771"/>
          </a:xfrm>
        </p:spPr>
        <p:txBody>
          <a:bodyPr>
            <a:normAutofit lnSpcReduction="10000"/>
          </a:bodyPr>
          <a:lstStyle/>
          <a:p>
            <a:r>
              <a:rPr lang="zh-CN" altLang="en-US" dirty="0"/>
              <a:t>主要用于查看数据包从源端到目的端的路径信息，从而检查网络连接是否可用。当网络出现故障时，用户可以使用该命令定位故障点</a:t>
            </a:r>
            <a:endParaRPr lang="zh-CN" altLang="en-US" dirty="0"/>
          </a:p>
          <a:p>
            <a:r>
              <a:rPr lang="zh-CN" altLang="en-US" dirty="0"/>
              <a:t>利用</a:t>
            </a:r>
            <a:r>
              <a:rPr lang="en-US" altLang="zh-CN" dirty="0"/>
              <a:t>ICMP</a:t>
            </a:r>
            <a:r>
              <a:rPr lang="zh-CN" altLang="en-US" dirty="0"/>
              <a:t>超时信息和目的不可达信息来确定从一个主机到网络上其他主机的路由，并显示</a:t>
            </a:r>
            <a:r>
              <a:rPr lang="en-US" altLang="zh-CN" dirty="0"/>
              <a:t>IP</a:t>
            </a:r>
            <a:r>
              <a:rPr lang="zh-CN" altLang="en-US" dirty="0"/>
              <a:t>网络中每一跳的延迟</a:t>
            </a:r>
            <a:endParaRPr lang="en-US" altLang="zh-CN" dirty="0"/>
          </a:p>
          <a:p>
            <a:r>
              <a:rPr lang="zh-CN" altLang="en-US" dirty="0"/>
              <a:t>利用了</a:t>
            </a:r>
            <a:r>
              <a:rPr lang="en-US" altLang="zh-CN" dirty="0"/>
              <a:t>ICMP</a:t>
            </a:r>
            <a:r>
              <a:rPr lang="zh-CN" altLang="en-US" dirty="0"/>
              <a:t>协议的请求回显，并巧妙的利用了</a:t>
            </a:r>
            <a:r>
              <a:rPr lang="en-US" altLang="zh-CN" dirty="0"/>
              <a:t>TTL</a:t>
            </a:r>
            <a:r>
              <a:rPr lang="zh-CN" altLang="en-US" dirty="0"/>
              <a:t>值来获得路径信息</a:t>
            </a:r>
            <a:endParaRPr lang="zh-CN" altLang="en-US" dirty="0"/>
          </a:p>
          <a:p>
            <a:endParaRPr lang="zh-CN" altLang="en-US" dirty="0"/>
          </a:p>
        </p:txBody>
      </p:sp>
      <p:grpSp>
        <p:nvGrpSpPr>
          <p:cNvPr id="2" name="组合 1"/>
          <p:cNvGrpSpPr/>
          <p:nvPr/>
        </p:nvGrpSpPr>
        <p:grpSpPr>
          <a:xfrm>
            <a:off x="6096000" y="3166278"/>
            <a:ext cx="5544616" cy="3359066"/>
            <a:chOff x="6052485" y="3025947"/>
            <a:chExt cx="5973167" cy="3595214"/>
          </a:xfrm>
        </p:grpSpPr>
        <p:pic>
          <p:nvPicPr>
            <p:cNvPr id="6" name="图形 5"/>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449839" y="3429000"/>
              <a:ext cx="575629" cy="575629"/>
            </a:xfrm>
            <a:prstGeom prst="rect">
              <a:avLst/>
            </a:prstGeom>
          </p:spPr>
        </p:pic>
        <p:pic>
          <p:nvPicPr>
            <p:cNvPr id="7" name="图形 6"/>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052485" y="3462579"/>
              <a:ext cx="671568" cy="508473"/>
            </a:xfrm>
            <a:prstGeom prst="rect">
              <a:avLst/>
            </a:prstGeom>
          </p:spPr>
        </p:pic>
        <p:pic>
          <p:nvPicPr>
            <p:cNvPr id="9" name="图形 8"/>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8751254" y="3429000"/>
              <a:ext cx="575629" cy="575629"/>
            </a:xfrm>
            <a:prstGeom prst="rect">
              <a:avLst/>
            </a:prstGeom>
          </p:spPr>
        </p:pic>
        <p:pic>
          <p:nvPicPr>
            <p:cNvPr id="10" name="图形 9"/>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052669" y="3429000"/>
              <a:ext cx="575629" cy="575629"/>
            </a:xfrm>
            <a:prstGeom prst="rect">
              <a:avLst/>
            </a:prstGeom>
          </p:spPr>
        </p:pic>
        <p:pic>
          <p:nvPicPr>
            <p:cNvPr id="11" name="图形 10"/>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1354084" y="3462579"/>
              <a:ext cx="671568" cy="508473"/>
            </a:xfrm>
            <a:prstGeom prst="rect">
              <a:avLst/>
            </a:prstGeom>
          </p:spPr>
        </p:pic>
        <p:cxnSp>
          <p:nvCxnSpPr>
            <p:cNvPr id="12" name="直接连接符 11"/>
            <p:cNvCxnSpPr>
              <a:stCxn id="7" idx="3"/>
              <a:endCxn id="6" idx="1"/>
            </p:cNvCxnSpPr>
            <p:nvPr/>
          </p:nvCxnSpPr>
          <p:spPr>
            <a:xfrm flipV="1">
              <a:off x="6724053" y="3716815"/>
              <a:ext cx="725786" cy="1"/>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3" name="直接连接符 12"/>
            <p:cNvCxnSpPr>
              <a:stCxn id="6" idx="3"/>
              <a:endCxn id="9" idx="1"/>
            </p:cNvCxnSpPr>
            <p:nvPr/>
          </p:nvCxnSpPr>
          <p:spPr>
            <a:xfrm>
              <a:off x="8025468" y="3716815"/>
              <a:ext cx="725786"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4" name="直接连接符 13"/>
            <p:cNvCxnSpPr>
              <a:stCxn id="9" idx="3"/>
              <a:endCxn id="10" idx="1"/>
            </p:cNvCxnSpPr>
            <p:nvPr/>
          </p:nvCxnSpPr>
          <p:spPr>
            <a:xfrm>
              <a:off x="9326883" y="3716815"/>
              <a:ext cx="725786"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5" name="直接连接符 14"/>
            <p:cNvCxnSpPr>
              <a:stCxn id="10" idx="3"/>
              <a:endCxn id="11" idx="1"/>
            </p:cNvCxnSpPr>
            <p:nvPr/>
          </p:nvCxnSpPr>
          <p:spPr>
            <a:xfrm>
              <a:off x="10628298" y="3716815"/>
              <a:ext cx="725786" cy="1"/>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6" name="直接连接符 15"/>
            <p:cNvCxnSpPr>
              <a:stCxn id="7" idx="2"/>
            </p:cNvCxnSpPr>
            <p:nvPr/>
          </p:nvCxnSpPr>
          <p:spPr>
            <a:xfrm>
              <a:off x="6388269" y="3971052"/>
              <a:ext cx="0" cy="2566236"/>
            </a:xfrm>
            <a:prstGeom prst="line">
              <a:avLst/>
            </a:prstGeom>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a:off x="7737654" y="4034125"/>
              <a:ext cx="0" cy="570339"/>
            </a:xfrm>
            <a:prstGeom prst="line">
              <a:avLst/>
            </a:prstGeom>
          </p:spPr>
          <p:style>
            <a:lnRef idx="1">
              <a:schemeClr val="accent1"/>
            </a:lnRef>
            <a:fillRef idx="0">
              <a:schemeClr val="accent1"/>
            </a:fillRef>
            <a:effectRef idx="0">
              <a:schemeClr val="accent1"/>
            </a:effectRef>
            <a:fontRef idx="minor">
              <a:schemeClr val="tx1"/>
            </a:fontRef>
          </p:style>
        </p:cxnSp>
        <p:cxnSp>
          <p:nvCxnSpPr>
            <p:cNvPr id="18" name="直接连接符 17"/>
            <p:cNvCxnSpPr>
              <a:stCxn id="9" idx="2"/>
            </p:cNvCxnSpPr>
            <p:nvPr/>
          </p:nvCxnSpPr>
          <p:spPr>
            <a:xfrm>
              <a:off x="9039069" y="4004629"/>
              <a:ext cx="0" cy="1277634"/>
            </a:xfrm>
            <a:prstGeom prst="line">
              <a:avLst/>
            </a:prstGeom>
          </p:spPr>
          <p:style>
            <a:lnRef idx="1">
              <a:schemeClr val="accent1"/>
            </a:lnRef>
            <a:fillRef idx="0">
              <a:schemeClr val="accent1"/>
            </a:fillRef>
            <a:effectRef idx="0">
              <a:schemeClr val="accent1"/>
            </a:effectRef>
            <a:fontRef idx="minor">
              <a:schemeClr val="tx1"/>
            </a:fontRef>
          </p:style>
        </p:cxnSp>
        <p:cxnSp>
          <p:nvCxnSpPr>
            <p:cNvPr id="19" name="直接连接符 18"/>
            <p:cNvCxnSpPr>
              <a:stCxn id="10" idx="2"/>
            </p:cNvCxnSpPr>
            <p:nvPr/>
          </p:nvCxnSpPr>
          <p:spPr>
            <a:xfrm>
              <a:off x="10340484" y="4004629"/>
              <a:ext cx="0" cy="1922389"/>
            </a:xfrm>
            <a:prstGeom prst="line">
              <a:avLst/>
            </a:prstGeom>
          </p:spPr>
          <p:style>
            <a:lnRef idx="1">
              <a:schemeClr val="accent1"/>
            </a:lnRef>
            <a:fillRef idx="0">
              <a:schemeClr val="accent1"/>
            </a:fillRef>
            <a:effectRef idx="0">
              <a:schemeClr val="accent1"/>
            </a:effectRef>
            <a:fontRef idx="minor">
              <a:schemeClr val="tx1"/>
            </a:fontRef>
          </p:style>
        </p:cxnSp>
        <p:cxnSp>
          <p:nvCxnSpPr>
            <p:cNvPr id="20" name="直接连接符 19"/>
            <p:cNvCxnSpPr>
              <a:stCxn id="11" idx="2"/>
            </p:cNvCxnSpPr>
            <p:nvPr/>
          </p:nvCxnSpPr>
          <p:spPr>
            <a:xfrm>
              <a:off x="11689868" y="3971052"/>
              <a:ext cx="0" cy="2566236"/>
            </a:xfrm>
            <a:prstGeom prst="line">
              <a:avLst/>
            </a:prstGeom>
          </p:spPr>
          <p:style>
            <a:lnRef idx="1">
              <a:schemeClr val="accent1"/>
            </a:lnRef>
            <a:fillRef idx="0">
              <a:schemeClr val="accent1"/>
            </a:fillRef>
            <a:effectRef idx="0">
              <a:schemeClr val="accent1"/>
            </a:effectRef>
            <a:fontRef idx="minor">
              <a:schemeClr val="tx1"/>
            </a:fontRef>
          </p:style>
        </p:cxnSp>
        <p:cxnSp>
          <p:nvCxnSpPr>
            <p:cNvPr id="21" name="直接箭头连接符 20"/>
            <p:cNvCxnSpPr/>
            <p:nvPr/>
          </p:nvCxnSpPr>
          <p:spPr>
            <a:xfrm>
              <a:off x="6388269" y="4298659"/>
              <a:ext cx="13589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2" name="直接箭头连接符 21"/>
            <p:cNvCxnSpPr/>
            <p:nvPr/>
          </p:nvCxnSpPr>
          <p:spPr>
            <a:xfrm flipH="1">
              <a:off x="6388269" y="4604464"/>
              <a:ext cx="134938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3" name="直接箭头连接符 22"/>
            <p:cNvCxnSpPr/>
            <p:nvPr/>
          </p:nvCxnSpPr>
          <p:spPr>
            <a:xfrm>
              <a:off x="6388269" y="4967644"/>
              <a:ext cx="265079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4" name="直接箭头连接符 23"/>
            <p:cNvCxnSpPr/>
            <p:nvPr/>
          </p:nvCxnSpPr>
          <p:spPr>
            <a:xfrm flipH="1">
              <a:off x="6388269" y="5282263"/>
              <a:ext cx="265079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5" name="直接箭头连接符 24"/>
            <p:cNvCxnSpPr/>
            <p:nvPr/>
          </p:nvCxnSpPr>
          <p:spPr>
            <a:xfrm>
              <a:off x="6388269" y="5594376"/>
              <a:ext cx="395221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6" name="直接箭头连接符 25"/>
            <p:cNvCxnSpPr/>
            <p:nvPr/>
          </p:nvCxnSpPr>
          <p:spPr>
            <a:xfrm flipH="1">
              <a:off x="6388269" y="5894951"/>
              <a:ext cx="395221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7" name="直接箭头连接符 26"/>
            <p:cNvCxnSpPr/>
            <p:nvPr/>
          </p:nvCxnSpPr>
          <p:spPr>
            <a:xfrm>
              <a:off x="6388269" y="6264934"/>
              <a:ext cx="530159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8" name="直接箭头连接符 27"/>
            <p:cNvCxnSpPr/>
            <p:nvPr/>
          </p:nvCxnSpPr>
          <p:spPr>
            <a:xfrm flipH="1">
              <a:off x="6388269" y="6537288"/>
              <a:ext cx="530159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9" name="文本框 28"/>
            <p:cNvSpPr txBox="1"/>
            <p:nvPr/>
          </p:nvSpPr>
          <p:spPr>
            <a:xfrm>
              <a:off x="7029564" y="4959269"/>
              <a:ext cx="1518364" cy="362343"/>
            </a:xfrm>
            <a:prstGeom prst="rect">
              <a:avLst/>
            </a:prstGeom>
            <a:noFill/>
          </p:spPr>
          <p:txBody>
            <a:bodyPr wrap="none" rtlCol="0">
              <a:spAutoFit/>
            </a:bodyPr>
            <a:lstStyle/>
            <a:p>
              <a:pPr>
                <a:lnSpc>
                  <a:spcPct val="120000"/>
                </a:lnSpc>
              </a:pPr>
              <a:r>
                <a:rPr lang="en-US" altLang="zh-CN" sz="1600" dirty="0">
                  <a:latin typeface="微软雅黑 Light" panose="020B0502040204020203" pitchFamily="34" charset="-122"/>
                  <a:ea typeface="微软雅黑 Light" panose="020B0502040204020203" pitchFamily="34" charset="-122"/>
                  <a:cs typeface="+mn-ea"/>
                  <a:sym typeface="+mn-lt"/>
                </a:rPr>
                <a:t>ICMP</a:t>
              </a:r>
              <a:r>
                <a:rPr lang="zh-CN" altLang="en-US" sz="1600" dirty="0">
                  <a:latin typeface="微软雅黑 Light" panose="020B0502040204020203" pitchFamily="34" charset="-122"/>
                  <a:ea typeface="微软雅黑 Light" panose="020B0502040204020203" pitchFamily="34" charset="-122"/>
                  <a:cs typeface="+mn-ea"/>
                  <a:sym typeface="+mn-lt"/>
                </a:rPr>
                <a:t>报文超时</a:t>
              </a:r>
              <a:endParaRPr lang="zh-CN" altLang="en-US" sz="1600" dirty="0">
                <a:latin typeface="微软雅黑 Light" panose="020B0502040204020203" pitchFamily="34" charset="-122"/>
                <a:ea typeface="微软雅黑 Light" panose="020B0502040204020203" pitchFamily="34" charset="-122"/>
                <a:cs typeface="+mn-ea"/>
                <a:sym typeface="+mn-lt"/>
              </a:endParaRPr>
            </a:p>
          </p:txBody>
        </p:sp>
        <p:sp>
          <p:nvSpPr>
            <p:cNvPr id="30" name="文本框 29"/>
            <p:cNvSpPr txBox="1"/>
            <p:nvPr/>
          </p:nvSpPr>
          <p:spPr>
            <a:xfrm>
              <a:off x="6599428" y="4031305"/>
              <a:ext cx="742511" cy="364395"/>
            </a:xfrm>
            <a:prstGeom prst="rect">
              <a:avLst/>
            </a:prstGeom>
            <a:noFill/>
          </p:spPr>
          <p:txBody>
            <a:bodyPr wrap="none" rtlCol="0">
              <a:spAutoFit/>
            </a:bodyPr>
            <a:lstStyle/>
            <a:p>
              <a:pPr>
                <a:lnSpc>
                  <a:spcPct val="120000"/>
                </a:lnSpc>
              </a:pPr>
              <a:r>
                <a:rPr lang="en-US" altLang="zh-CN" sz="1600" dirty="0">
                  <a:latin typeface="微软雅黑 Light" panose="020B0502040204020203" pitchFamily="34" charset="-122"/>
                  <a:ea typeface="微软雅黑 Light" panose="020B0502040204020203" pitchFamily="34" charset="-122"/>
                  <a:cs typeface="+mn-ea"/>
                  <a:sym typeface="+mn-lt"/>
                </a:rPr>
                <a:t>TTL=1</a:t>
              </a:r>
              <a:endParaRPr lang="zh-CN" altLang="en-US" sz="1600" dirty="0">
                <a:latin typeface="微软雅黑 Light" panose="020B0502040204020203" pitchFamily="34" charset="-122"/>
                <a:ea typeface="微软雅黑 Light" panose="020B0502040204020203" pitchFamily="34" charset="-122"/>
                <a:cs typeface="+mn-ea"/>
                <a:sym typeface="+mn-lt"/>
              </a:endParaRPr>
            </a:p>
          </p:txBody>
        </p:sp>
        <p:sp>
          <p:nvSpPr>
            <p:cNvPr id="31" name="文本框 30"/>
            <p:cNvSpPr txBox="1"/>
            <p:nvPr/>
          </p:nvSpPr>
          <p:spPr>
            <a:xfrm>
              <a:off x="6327764" y="4304039"/>
              <a:ext cx="1518364" cy="362343"/>
            </a:xfrm>
            <a:prstGeom prst="rect">
              <a:avLst/>
            </a:prstGeom>
            <a:noFill/>
          </p:spPr>
          <p:txBody>
            <a:bodyPr wrap="none" rtlCol="0">
              <a:spAutoFit/>
            </a:bodyPr>
            <a:lstStyle/>
            <a:p>
              <a:pPr>
                <a:lnSpc>
                  <a:spcPct val="120000"/>
                </a:lnSpc>
              </a:pPr>
              <a:r>
                <a:rPr lang="en-US" altLang="zh-CN" sz="1600" dirty="0">
                  <a:latin typeface="微软雅黑 Light" panose="020B0502040204020203" pitchFamily="34" charset="-122"/>
                  <a:ea typeface="微软雅黑 Light" panose="020B0502040204020203" pitchFamily="34" charset="-122"/>
                  <a:cs typeface="+mn-ea"/>
                  <a:sym typeface="+mn-lt"/>
                </a:rPr>
                <a:t>ICMP</a:t>
              </a:r>
              <a:r>
                <a:rPr lang="zh-CN" altLang="en-US" sz="1600" dirty="0">
                  <a:latin typeface="微软雅黑 Light" panose="020B0502040204020203" pitchFamily="34" charset="-122"/>
                  <a:ea typeface="微软雅黑 Light" panose="020B0502040204020203" pitchFamily="34" charset="-122"/>
                  <a:cs typeface="+mn-ea"/>
                  <a:sym typeface="+mn-lt"/>
                </a:rPr>
                <a:t>报文超时</a:t>
              </a:r>
              <a:endParaRPr lang="zh-CN" altLang="en-US" sz="1600" dirty="0">
                <a:latin typeface="微软雅黑 Light" panose="020B0502040204020203" pitchFamily="34" charset="-122"/>
                <a:ea typeface="微软雅黑 Light" panose="020B0502040204020203" pitchFamily="34" charset="-122"/>
                <a:cs typeface="+mn-ea"/>
                <a:sym typeface="+mn-lt"/>
              </a:endParaRPr>
            </a:p>
          </p:txBody>
        </p:sp>
        <p:sp>
          <p:nvSpPr>
            <p:cNvPr id="32" name="文本框 31"/>
            <p:cNvSpPr txBox="1"/>
            <p:nvPr/>
          </p:nvSpPr>
          <p:spPr>
            <a:xfrm>
              <a:off x="7397453" y="4647252"/>
              <a:ext cx="777777" cy="364395"/>
            </a:xfrm>
            <a:prstGeom prst="rect">
              <a:avLst/>
            </a:prstGeom>
            <a:noFill/>
          </p:spPr>
          <p:txBody>
            <a:bodyPr wrap="none" rtlCol="0">
              <a:spAutoFit/>
            </a:bodyPr>
            <a:lstStyle/>
            <a:p>
              <a:pPr>
                <a:lnSpc>
                  <a:spcPct val="120000"/>
                </a:lnSpc>
              </a:pPr>
              <a:r>
                <a:rPr lang="en-US" altLang="zh-CN" sz="1600" dirty="0">
                  <a:latin typeface="微软雅黑 Light" panose="020B0502040204020203" pitchFamily="34" charset="-122"/>
                  <a:ea typeface="微软雅黑 Light" panose="020B0502040204020203" pitchFamily="34" charset="-122"/>
                  <a:cs typeface="+mn-ea"/>
                  <a:sym typeface="+mn-lt"/>
                </a:rPr>
                <a:t>TTL=2</a:t>
              </a:r>
              <a:endParaRPr lang="zh-CN" altLang="en-US" sz="1600" dirty="0">
                <a:latin typeface="微软雅黑 Light" panose="020B0502040204020203" pitchFamily="34" charset="-122"/>
                <a:ea typeface="微软雅黑 Light" panose="020B0502040204020203" pitchFamily="34" charset="-122"/>
                <a:cs typeface="+mn-ea"/>
                <a:sym typeface="+mn-lt"/>
              </a:endParaRPr>
            </a:p>
          </p:txBody>
        </p:sp>
        <p:sp>
          <p:nvSpPr>
            <p:cNvPr id="33" name="文本框 32"/>
            <p:cNvSpPr txBox="1"/>
            <p:nvPr/>
          </p:nvSpPr>
          <p:spPr>
            <a:xfrm>
              <a:off x="8256481" y="5296947"/>
              <a:ext cx="777777" cy="364395"/>
            </a:xfrm>
            <a:prstGeom prst="rect">
              <a:avLst/>
            </a:prstGeom>
            <a:noFill/>
          </p:spPr>
          <p:txBody>
            <a:bodyPr wrap="none" rtlCol="0">
              <a:spAutoFit/>
            </a:bodyPr>
            <a:lstStyle/>
            <a:p>
              <a:pPr>
                <a:lnSpc>
                  <a:spcPct val="120000"/>
                </a:lnSpc>
              </a:pPr>
              <a:r>
                <a:rPr lang="en-US" altLang="zh-CN" sz="1600" dirty="0">
                  <a:latin typeface="微软雅黑 Light" panose="020B0502040204020203" pitchFamily="34" charset="-122"/>
                  <a:ea typeface="微软雅黑 Light" panose="020B0502040204020203" pitchFamily="34" charset="-122"/>
                  <a:cs typeface="+mn-ea"/>
                  <a:sym typeface="+mn-lt"/>
                </a:rPr>
                <a:t>TTL=3</a:t>
              </a:r>
              <a:endParaRPr lang="zh-CN" altLang="en-US" sz="1600" dirty="0">
                <a:latin typeface="微软雅黑 Light" panose="020B0502040204020203" pitchFamily="34" charset="-122"/>
                <a:ea typeface="微软雅黑 Light" panose="020B0502040204020203" pitchFamily="34" charset="-122"/>
                <a:cs typeface="+mn-ea"/>
                <a:sym typeface="+mn-lt"/>
              </a:endParaRPr>
            </a:p>
          </p:txBody>
        </p:sp>
        <p:sp>
          <p:nvSpPr>
            <p:cNvPr id="34" name="文本框 33"/>
            <p:cNvSpPr txBox="1"/>
            <p:nvPr/>
          </p:nvSpPr>
          <p:spPr>
            <a:xfrm>
              <a:off x="7987680" y="5593500"/>
              <a:ext cx="1518364" cy="362343"/>
            </a:xfrm>
            <a:prstGeom prst="rect">
              <a:avLst/>
            </a:prstGeom>
            <a:noFill/>
          </p:spPr>
          <p:txBody>
            <a:bodyPr wrap="none" rtlCol="0">
              <a:spAutoFit/>
            </a:bodyPr>
            <a:lstStyle/>
            <a:p>
              <a:pPr>
                <a:lnSpc>
                  <a:spcPct val="120000"/>
                </a:lnSpc>
              </a:pPr>
              <a:r>
                <a:rPr lang="en-US" altLang="zh-CN" sz="1600" dirty="0">
                  <a:latin typeface="微软雅黑 Light" panose="020B0502040204020203" pitchFamily="34" charset="-122"/>
                  <a:ea typeface="微软雅黑 Light" panose="020B0502040204020203" pitchFamily="34" charset="-122"/>
                  <a:cs typeface="+mn-ea"/>
                  <a:sym typeface="+mn-lt"/>
                </a:rPr>
                <a:t>ICMP</a:t>
              </a:r>
              <a:r>
                <a:rPr lang="zh-CN" altLang="en-US" sz="1600" dirty="0">
                  <a:latin typeface="微软雅黑 Light" panose="020B0502040204020203" pitchFamily="34" charset="-122"/>
                  <a:ea typeface="微软雅黑 Light" panose="020B0502040204020203" pitchFamily="34" charset="-122"/>
                  <a:cs typeface="+mn-ea"/>
                  <a:sym typeface="+mn-lt"/>
                </a:rPr>
                <a:t>报文超时</a:t>
              </a:r>
              <a:endParaRPr lang="zh-CN" altLang="en-US" sz="1600" dirty="0">
                <a:latin typeface="微软雅黑 Light" panose="020B0502040204020203" pitchFamily="34" charset="-122"/>
                <a:ea typeface="微软雅黑 Light" panose="020B0502040204020203" pitchFamily="34" charset="-122"/>
                <a:cs typeface="+mn-ea"/>
                <a:sym typeface="+mn-lt"/>
              </a:endParaRPr>
            </a:p>
          </p:txBody>
        </p:sp>
        <p:sp>
          <p:nvSpPr>
            <p:cNvPr id="35" name="文本框 34"/>
            <p:cNvSpPr txBox="1"/>
            <p:nvPr/>
          </p:nvSpPr>
          <p:spPr>
            <a:xfrm>
              <a:off x="8935589" y="5980347"/>
              <a:ext cx="780983" cy="364395"/>
            </a:xfrm>
            <a:prstGeom prst="rect">
              <a:avLst/>
            </a:prstGeom>
            <a:noFill/>
          </p:spPr>
          <p:txBody>
            <a:bodyPr wrap="none" rtlCol="0">
              <a:spAutoFit/>
            </a:bodyPr>
            <a:lstStyle/>
            <a:p>
              <a:pPr>
                <a:lnSpc>
                  <a:spcPct val="120000"/>
                </a:lnSpc>
              </a:pPr>
              <a:r>
                <a:rPr lang="en-US" altLang="zh-CN" sz="1600" dirty="0">
                  <a:latin typeface="微软雅黑 Light" panose="020B0502040204020203" pitchFamily="34" charset="-122"/>
                  <a:ea typeface="微软雅黑 Light" panose="020B0502040204020203" pitchFamily="34" charset="-122"/>
                  <a:cs typeface="+mn-ea"/>
                  <a:sym typeface="+mn-lt"/>
                </a:rPr>
                <a:t>TTL=4</a:t>
              </a:r>
              <a:endParaRPr lang="zh-CN" altLang="en-US" sz="1600" dirty="0">
                <a:latin typeface="微软雅黑 Light" panose="020B0502040204020203" pitchFamily="34" charset="-122"/>
                <a:ea typeface="微软雅黑 Light" panose="020B0502040204020203" pitchFamily="34" charset="-122"/>
                <a:cs typeface="+mn-ea"/>
                <a:sym typeface="+mn-lt"/>
              </a:endParaRPr>
            </a:p>
          </p:txBody>
        </p:sp>
        <p:sp>
          <p:nvSpPr>
            <p:cNvPr id="36" name="文本框 35"/>
            <p:cNvSpPr txBox="1"/>
            <p:nvPr/>
          </p:nvSpPr>
          <p:spPr>
            <a:xfrm>
              <a:off x="8824180" y="6258818"/>
              <a:ext cx="1005403" cy="362343"/>
            </a:xfrm>
            <a:prstGeom prst="rect">
              <a:avLst/>
            </a:prstGeom>
            <a:noFill/>
          </p:spPr>
          <p:txBody>
            <a:bodyPr wrap="none" rtlCol="0">
              <a:spAutoFit/>
            </a:bodyPr>
            <a:lstStyle/>
            <a:p>
              <a:pPr>
                <a:lnSpc>
                  <a:spcPct val="120000"/>
                </a:lnSpc>
              </a:pPr>
              <a:r>
                <a:rPr lang="zh-CN" altLang="en-US" sz="1600" dirty="0">
                  <a:latin typeface="微软雅黑 Light" panose="020B0502040204020203" pitchFamily="34" charset="-122"/>
                  <a:ea typeface="微软雅黑 Light" panose="020B0502040204020203" pitchFamily="34" charset="-122"/>
                  <a:cs typeface="+mn-ea"/>
                  <a:sym typeface="+mn-lt"/>
                </a:rPr>
                <a:t>应答报文</a:t>
              </a:r>
              <a:endParaRPr lang="zh-CN" altLang="en-US" sz="1600" dirty="0">
                <a:latin typeface="微软雅黑 Light" panose="020B0502040204020203" pitchFamily="34" charset="-122"/>
                <a:ea typeface="微软雅黑 Light" panose="020B0502040204020203" pitchFamily="34" charset="-122"/>
                <a:cs typeface="+mn-ea"/>
                <a:sym typeface="+mn-lt"/>
              </a:endParaRPr>
            </a:p>
          </p:txBody>
        </p:sp>
        <p:sp>
          <p:nvSpPr>
            <p:cNvPr id="37" name="文本框 36"/>
            <p:cNvSpPr txBox="1"/>
            <p:nvPr/>
          </p:nvSpPr>
          <p:spPr>
            <a:xfrm>
              <a:off x="8123881" y="3025947"/>
              <a:ext cx="1990866" cy="432362"/>
            </a:xfrm>
            <a:prstGeom prst="rect">
              <a:avLst/>
            </a:prstGeom>
            <a:noFill/>
          </p:spPr>
          <p:txBody>
            <a:bodyPr wrap="none" rtlCol="0">
              <a:spAutoFit/>
            </a:bodyPr>
            <a:lstStyle/>
            <a:p>
              <a:pPr>
                <a:lnSpc>
                  <a:spcPct val="120000"/>
                </a:lnSpc>
              </a:pPr>
              <a:r>
                <a:rPr lang="en-US" altLang="zh-CN" dirty="0">
                  <a:latin typeface="微软雅黑 Light" panose="020B0502040204020203" pitchFamily="34" charset="-122"/>
                  <a:ea typeface="微软雅黑 Light" panose="020B0502040204020203" pitchFamily="34" charset="-122"/>
                  <a:cs typeface="+mn-ea"/>
                  <a:sym typeface="+mn-lt"/>
                </a:rPr>
                <a:t>Tracert</a:t>
              </a:r>
              <a:r>
                <a:rPr lang="zh-CN" altLang="en-US" dirty="0">
                  <a:latin typeface="微软雅黑 Light" panose="020B0502040204020203" pitchFamily="34" charset="-122"/>
                  <a:ea typeface="微软雅黑 Light" panose="020B0502040204020203" pitchFamily="34" charset="-122"/>
                  <a:cs typeface="+mn-ea"/>
                  <a:sym typeface="+mn-lt"/>
                </a:rPr>
                <a:t>工作过程</a:t>
              </a:r>
              <a:endParaRPr lang="zh-CN" altLang="en-US" dirty="0">
                <a:latin typeface="微软雅黑 Light" panose="020B0502040204020203" pitchFamily="34" charset="-122"/>
                <a:ea typeface="微软雅黑 Light" panose="020B0502040204020203" pitchFamily="34" charset="-122"/>
                <a:cs typeface="+mn-ea"/>
                <a:sym typeface="+mn-lt"/>
              </a:endParaRPr>
            </a:p>
          </p:txBody>
        </p:sp>
      </p:grpSp>
    </p:spTree>
  </p:cSld>
  <p:clrMapOvr>
    <a:masterClrMapping/>
  </p:clrMapOvr>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p:txBody>
          <a:bodyPr/>
          <a:lstStyle/>
          <a:p>
            <a:fld id="{BE7EA811-86B2-4BD2-A402-E8026BB1E3A9}" type="slidenum">
              <a:rPr lang="en-US" altLang="zh-CN"/>
            </a:fld>
            <a:endParaRPr lang="en-US" altLang="zh-CN"/>
          </a:p>
        </p:txBody>
      </p:sp>
      <p:sp>
        <p:nvSpPr>
          <p:cNvPr id="498690" name="Rectangle 2"/>
          <p:cNvSpPr>
            <a:spLocks noGrp="1" noChangeArrowheads="1"/>
          </p:cNvSpPr>
          <p:nvPr>
            <p:ph type="title"/>
          </p:nvPr>
        </p:nvSpPr>
        <p:spPr/>
        <p:txBody>
          <a:bodyPr/>
          <a:lstStyle/>
          <a:p>
            <a:r>
              <a:rPr lang="zh-CN" altLang="en-US" dirty="0"/>
              <a:t>互联网组管理协议</a:t>
            </a:r>
            <a:endParaRPr lang="en-US" altLang="zh-CN" dirty="0"/>
          </a:p>
        </p:txBody>
      </p:sp>
      <p:sp>
        <p:nvSpPr>
          <p:cNvPr id="498691" name="Rectangle 3"/>
          <p:cNvSpPr>
            <a:spLocks noGrp="1" noChangeArrowheads="1"/>
          </p:cNvSpPr>
          <p:nvPr>
            <p:ph type="body" idx="1"/>
          </p:nvPr>
        </p:nvSpPr>
        <p:spPr/>
        <p:txBody>
          <a:bodyPr/>
          <a:lstStyle/>
          <a:p>
            <a:r>
              <a:rPr lang="en-US" altLang="zh-CN" dirty="0"/>
              <a:t>IP</a:t>
            </a:r>
            <a:r>
              <a:rPr lang="zh-CN" altLang="en-US" dirty="0"/>
              <a:t>地址有三种类型，分别是：</a:t>
            </a:r>
            <a:endParaRPr lang="zh-CN" altLang="en-US" dirty="0"/>
          </a:p>
          <a:p>
            <a:pPr lvl="1"/>
            <a:r>
              <a:rPr lang="zh-CN" altLang="en-US" dirty="0"/>
              <a:t>单播地址</a:t>
            </a:r>
            <a:endParaRPr lang="zh-CN" altLang="en-US" dirty="0"/>
          </a:p>
          <a:p>
            <a:pPr lvl="1"/>
            <a:r>
              <a:rPr lang="zh-CN" altLang="en-US" dirty="0"/>
              <a:t>广播地址</a:t>
            </a:r>
            <a:endParaRPr lang="zh-CN" altLang="en-US" dirty="0"/>
          </a:p>
          <a:p>
            <a:pPr lvl="1"/>
            <a:r>
              <a:rPr lang="zh-CN" altLang="en-US" dirty="0"/>
              <a:t>多播地址</a:t>
            </a:r>
            <a:endParaRPr lang="zh-CN" altLang="en-US" dirty="0"/>
          </a:p>
          <a:p>
            <a:r>
              <a:rPr lang="zh-CN" altLang="en-US" dirty="0"/>
              <a:t>广播和多播地址仅应用于</a:t>
            </a:r>
            <a:r>
              <a:rPr lang="en-US" altLang="zh-CN" dirty="0"/>
              <a:t>UDP</a:t>
            </a:r>
            <a:r>
              <a:rPr lang="zh-CN" altLang="en-US" dirty="0"/>
              <a:t>协议，它们主要应用在将报文同时传送到多个接收者的情况</a:t>
            </a:r>
            <a:endParaRPr lang="zh-CN" altLang="en-US" dirty="0"/>
          </a:p>
        </p:txBody>
      </p:sp>
    </p:spTree>
  </p:cSld>
  <p:clrMapOvr>
    <a:masterClrMapping/>
  </p:clrMapOvr>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5"/>
          <p:cNvSpPr>
            <a:spLocks noGrp="1"/>
          </p:cNvSpPr>
          <p:nvPr>
            <p:ph type="sldNum" sz="quarter" idx="12"/>
          </p:nvPr>
        </p:nvSpPr>
        <p:spPr/>
        <p:txBody>
          <a:bodyPr/>
          <a:lstStyle/>
          <a:p>
            <a:fld id="{7E051796-08AE-4B16-A547-3B51DC28DFB3}" type="slidenum">
              <a:rPr lang="en-US" altLang="zh-CN"/>
            </a:fld>
            <a:endParaRPr lang="en-US" altLang="zh-CN"/>
          </a:p>
        </p:txBody>
      </p:sp>
      <p:sp>
        <p:nvSpPr>
          <p:cNvPr id="599042" name="Rectangle 2"/>
          <p:cNvSpPr>
            <a:spLocks noGrp="1" noChangeArrowheads="1"/>
          </p:cNvSpPr>
          <p:nvPr>
            <p:ph type="title"/>
          </p:nvPr>
        </p:nvSpPr>
        <p:spPr/>
        <p:txBody>
          <a:bodyPr/>
          <a:lstStyle/>
          <a:p>
            <a:r>
              <a:rPr lang="en-US" altLang="zh-CN"/>
              <a:t>IP</a:t>
            </a:r>
            <a:r>
              <a:rPr lang="zh-CN" altLang="en-US"/>
              <a:t>多播</a:t>
            </a:r>
            <a:endParaRPr lang="zh-CN" altLang="en-US"/>
          </a:p>
        </p:txBody>
      </p:sp>
      <p:sp>
        <p:nvSpPr>
          <p:cNvPr id="599043" name="Rectangle 3"/>
          <p:cNvSpPr>
            <a:spLocks noGrp="1" noChangeArrowheads="1"/>
          </p:cNvSpPr>
          <p:nvPr>
            <p:ph type="body" idx="1"/>
          </p:nvPr>
        </p:nvSpPr>
        <p:spPr/>
        <p:txBody>
          <a:bodyPr/>
          <a:lstStyle/>
          <a:p>
            <a:r>
              <a:rPr lang="zh-CN" altLang="en-US" dirty="0"/>
              <a:t>多播</a:t>
            </a:r>
            <a:r>
              <a:rPr lang="en-US" altLang="zh-CN" dirty="0"/>
              <a:t>(multicast)</a:t>
            </a:r>
            <a:r>
              <a:rPr lang="zh-CN" altLang="en-US" dirty="0"/>
              <a:t>处于单播和广播之间：报文仅传送给属于多播组的多个主机</a:t>
            </a:r>
            <a:endParaRPr lang="en-US" altLang="zh-CN" dirty="0"/>
          </a:p>
          <a:p>
            <a:r>
              <a:rPr lang="en-US" altLang="zh-CN" dirty="0"/>
              <a:t>IP</a:t>
            </a:r>
            <a:r>
              <a:rPr lang="zh-CN" altLang="en-US" dirty="0"/>
              <a:t>多播是指在</a:t>
            </a:r>
            <a:r>
              <a:rPr lang="en-US" altLang="zh-CN" dirty="0"/>
              <a:t>IP</a:t>
            </a:r>
            <a:r>
              <a:rPr lang="zh-CN" altLang="en-US" dirty="0"/>
              <a:t>网中将</a:t>
            </a:r>
            <a:r>
              <a:rPr lang="en-US" altLang="zh-CN" dirty="0"/>
              <a:t>IP</a:t>
            </a:r>
            <a:r>
              <a:rPr lang="zh-CN" altLang="en-US" dirty="0"/>
              <a:t>报文以尽力传送的形式发送到网络中的某个确定节点子集。这个子集称为多播组</a:t>
            </a:r>
            <a:endParaRPr lang="zh-CN" altLang="en-US" dirty="0"/>
          </a:p>
          <a:p>
            <a:r>
              <a:rPr lang="zh-CN" altLang="en-US" dirty="0"/>
              <a:t>基本思想：源主机只发送一份</a:t>
            </a:r>
            <a:r>
              <a:rPr lang="en-US" altLang="zh-CN" dirty="0"/>
              <a:t>IP</a:t>
            </a:r>
            <a:r>
              <a:rPr lang="zh-CN" altLang="en-US" dirty="0"/>
              <a:t>报文，其目的</a:t>
            </a:r>
            <a:r>
              <a:rPr lang="en-US" altLang="zh-CN" dirty="0"/>
              <a:t>IP</a:t>
            </a:r>
            <a:r>
              <a:rPr lang="zh-CN" altLang="en-US" dirty="0"/>
              <a:t>地址为</a:t>
            </a:r>
            <a:r>
              <a:rPr lang="en-US" altLang="zh-CN" dirty="0"/>
              <a:t>IP</a:t>
            </a:r>
            <a:r>
              <a:rPr lang="zh-CN" altLang="en-US" dirty="0"/>
              <a:t>多播地址，加入到该多播组的主机都可以接收到这个</a:t>
            </a:r>
            <a:r>
              <a:rPr lang="en-US" altLang="zh-CN" dirty="0"/>
              <a:t>IP</a:t>
            </a:r>
            <a:r>
              <a:rPr lang="zh-CN" altLang="en-US" dirty="0"/>
              <a:t>报文的拷贝</a:t>
            </a:r>
            <a:endParaRPr lang="zh-CN" altLang="en-US" dirty="0"/>
          </a:p>
          <a:p>
            <a:r>
              <a:rPr lang="en-US" altLang="zh-CN" dirty="0"/>
              <a:t>IP</a:t>
            </a:r>
            <a:r>
              <a:rPr lang="zh-CN" altLang="en-US" dirty="0"/>
              <a:t>多播技术有效地解决了单点发送多点接收的问题</a:t>
            </a:r>
            <a:endParaRPr lang="zh-CN" altLang="en-US" sz="2800" dirty="0"/>
          </a:p>
        </p:txBody>
      </p:sp>
    </p:spTree>
  </p:cSld>
  <p:clrMapOvr>
    <a:masterClrMapping/>
  </p:clrMapOvr>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5"/>
          <p:cNvSpPr>
            <a:spLocks noGrp="1"/>
          </p:cNvSpPr>
          <p:nvPr>
            <p:ph type="sldNum" sz="quarter" idx="12"/>
          </p:nvPr>
        </p:nvSpPr>
        <p:spPr/>
        <p:txBody>
          <a:bodyPr/>
          <a:lstStyle/>
          <a:p>
            <a:fld id="{6A7E704C-CABA-4107-973B-B0FB9FD7359F}" type="slidenum">
              <a:rPr lang="en-US" altLang="zh-CN"/>
            </a:fld>
            <a:endParaRPr lang="en-US" altLang="zh-CN"/>
          </a:p>
        </p:txBody>
      </p:sp>
      <p:sp>
        <p:nvSpPr>
          <p:cNvPr id="787458" name="Rectangle 2"/>
          <p:cNvSpPr>
            <a:spLocks noGrp="1" noChangeArrowheads="1"/>
          </p:cNvSpPr>
          <p:nvPr>
            <p:ph type="title"/>
          </p:nvPr>
        </p:nvSpPr>
        <p:spPr/>
        <p:txBody>
          <a:bodyPr/>
          <a:lstStyle/>
          <a:p>
            <a:r>
              <a:rPr lang="en-US" altLang="zh-CN" dirty="0"/>
              <a:t>IP</a:t>
            </a:r>
            <a:r>
              <a:rPr lang="zh-CN" altLang="en-US" dirty="0"/>
              <a:t>多播组成部分</a:t>
            </a:r>
            <a:endParaRPr lang="zh-CN" altLang="en-US" dirty="0"/>
          </a:p>
        </p:txBody>
      </p:sp>
      <p:sp>
        <p:nvSpPr>
          <p:cNvPr id="787459" name="Rectangle 3"/>
          <p:cNvSpPr>
            <a:spLocks noGrp="1" noChangeArrowheads="1"/>
          </p:cNvSpPr>
          <p:nvPr>
            <p:ph type="body" idx="1"/>
          </p:nvPr>
        </p:nvSpPr>
        <p:spPr/>
        <p:txBody>
          <a:bodyPr/>
          <a:lstStyle/>
          <a:p>
            <a:r>
              <a:rPr lang="zh-CN" altLang="en-US" dirty="0"/>
              <a:t>多播编址方法</a:t>
            </a:r>
            <a:endParaRPr lang="zh-CN" altLang="en-US" dirty="0"/>
          </a:p>
          <a:p>
            <a:pPr lvl="1"/>
            <a:r>
              <a:rPr lang="zh-CN" altLang="en-US" dirty="0"/>
              <a:t>多播组用</a:t>
            </a:r>
            <a:r>
              <a:rPr lang="en-US" altLang="zh-CN" dirty="0"/>
              <a:t>D</a:t>
            </a:r>
            <a:r>
              <a:rPr lang="zh-CN" altLang="en-US" dirty="0"/>
              <a:t>类</a:t>
            </a:r>
            <a:r>
              <a:rPr lang="en-US" altLang="zh-CN" dirty="0"/>
              <a:t>IP</a:t>
            </a:r>
            <a:r>
              <a:rPr lang="zh-CN" altLang="en-US" dirty="0"/>
              <a:t>地址</a:t>
            </a:r>
            <a:r>
              <a:rPr lang="en-US" altLang="zh-CN" dirty="0"/>
              <a:t>(224.0.0.0~239.255.255.255)</a:t>
            </a:r>
            <a:r>
              <a:rPr lang="zh-CN" altLang="en-US" dirty="0"/>
              <a:t>标识</a:t>
            </a:r>
            <a:endParaRPr lang="zh-CN" altLang="en-US" dirty="0"/>
          </a:p>
          <a:p>
            <a:pPr lvl="1"/>
            <a:r>
              <a:rPr lang="en-US" altLang="zh-CN" dirty="0"/>
              <a:t>IP</a:t>
            </a:r>
            <a:r>
              <a:rPr lang="zh-CN" altLang="en-US" dirty="0"/>
              <a:t>首部协议字段值</a:t>
            </a:r>
            <a:r>
              <a:rPr lang="en-US" altLang="zh-CN" dirty="0"/>
              <a:t>2(IGMP)</a:t>
            </a:r>
            <a:endParaRPr lang="en-US" altLang="zh-CN" dirty="0"/>
          </a:p>
          <a:p>
            <a:r>
              <a:rPr lang="zh-CN" altLang="en-US" dirty="0"/>
              <a:t>有效的通知和交付机制</a:t>
            </a:r>
            <a:r>
              <a:rPr lang="en-US" altLang="zh-CN" dirty="0"/>
              <a:t>(</a:t>
            </a:r>
            <a:r>
              <a:rPr lang="zh-CN" altLang="en-US" dirty="0"/>
              <a:t>网际组管理协议</a:t>
            </a:r>
            <a:r>
              <a:rPr lang="en-US" altLang="zh-CN" dirty="0"/>
              <a:t>)</a:t>
            </a:r>
            <a:endParaRPr lang="en-US" altLang="zh-CN" dirty="0"/>
          </a:p>
          <a:p>
            <a:pPr lvl="1"/>
            <a:r>
              <a:rPr lang="zh-CN" altLang="en-US" dirty="0"/>
              <a:t>通知机制：把自己参与的多播组通知路由器</a:t>
            </a:r>
            <a:endParaRPr lang="zh-CN" altLang="en-US" dirty="0"/>
          </a:p>
          <a:p>
            <a:pPr lvl="1"/>
            <a:r>
              <a:rPr lang="zh-CN" altLang="en-US" dirty="0"/>
              <a:t>交付机制：路由器把多播分组传输给主机</a:t>
            </a:r>
            <a:endParaRPr lang="zh-CN" altLang="en-US" dirty="0"/>
          </a:p>
          <a:p>
            <a:r>
              <a:rPr lang="zh-CN" altLang="en-US" dirty="0"/>
              <a:t>有效的网络间转发工具</a:t>
            </a:r>
            <a:r>
              <a:rPr lang="en-US" altLang="zh-CN" dirty="0"/>
              <a:t>(</a:t>
            </a:r>
            <a:r>
              <a:rPr lang="zh-CN" altLang="en-US" dirty="0"/>
              <a:t>多播路由选择协议</a:t>
            </a:r>
            <a:r>
              <a:rPr lang="en-US" altLang="zh-CN" dirty="0"/>
              <a:t>)</a:t>
            </a:r>
            <a:endParaRPr lang="en-US" altLang="zh-CN" dirty="0"/>
          </a:p>
          <a:p>
            <a:pPr lvl="1"/>
            <a:r>
              <a:rPr lang="zh-CN" altLang="en-US" dirty="0"/>
              <a:t>有效：希望沿最短路径发送多播分组</a:t>
            </a:r>
            <a:endParaRPr lang="zh-CN" altLang="en-US" dirty="0"/>
          </a:p>
          <a:p>
            <a:pPr lvl="1"/>
            <a:r>
              <a:rPr lang="zh-CN" altLang="en-US" dirty="0"/>
              <a:t>动态：允许主机任意参与或退出多播群组</a:t>
            </a:r>
            <a:endParaRPr lang="zh-CN" altLang="en-US" dirty="0"/>
          </a:p>
        </p:txBody>
      </p:sp>
    </p:spTree>
  </p:cSld>
  <p:clrMapOvr>
    <a:masterClrMapping/>
  </p:clrMapOvr>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灯片编号占位符 5"/>
          <p:cNvSpPr>
            <a:spLocks noGrp="1"/>
          </p:cNvSpPr>
          <p:nvPr>
            <p:ph type="sldNum" sz="quarter" idx="12"/>
          </p:nvPr>
        </p:nvSpPr>
        <p:spPr/>
        <p:txBody>
          <a:bodyPr/>
          <a:lstStyle/>
          <a:p>
            <a:fld id="{4B0FAFD7-4DB3-422C-BFFD-0CC0D423AF92}" type="slidenum">
              <a:rPr lang="en-US" altLang="zh-CN"/>
            </a:fld>
            <a:endParaRPr lang="en-US" altLang="zh-CN"/>
          </a:p>
        </p:txBody>
      </p:sp>
      <p:sp>
        <p:nvSpPr>
          <p:cNvPr id="565250" name="Rectangle 2"/>
          <p:cNvSpPr>
            <a:spLocks noGrp="1" noChangeArrowheads="1"/>
          </p:cNvSpPr>
          <p:nvPr>
            <p:ph type="title"/>
          </p:nvPr>
        </p:nvSpPr>
        <p:spPr/>
        <p:txBody>
          <a:bodyPr/>
          <a:lstStyle/>
          <a:p>
            <a:r>
              <a:rPr lang="zh-CN" altLang="en-US"/>
              <a:t>多播组地址</a:t>
            </a:r>
            <a:endParaRPr lang="zh-CN" altLang="en-US"/>
          </a:p>
        </p:txBody>
      </p:sp>
      <p:grpSp>
        <p:nvGrpSpPr>
          <p:cNvPr id="2" name="组合 1"/>
          <p:cNvGrpSpPr/>
          <p:nvPr/>
        </p:nvGrpSpPr>
        <p:grpSpPr>
          <a:xfrm>
            <a:off x="2279650" y="1484312"/>
            <a:ext cx="7775575" cy="890587"/>
            <a:chOff x="2351088" y="1747839"/>
            <a:chExt cx="7775575" cy="890587"/>
          </a:xfrm>
        </p:grpSpPr>
        <p:sp>
          <p:nvSpPr>
            <p:cNvPr id="565255" name="Rectangle 7"/>
            <p:cNvSpPr>
              <a:spLocks noChangeArrowheads="1"/>
            </p:cNvSpPr>
            <p:nvPr/>
          </p:nvSpPr>
          <p:spPr bwMode="auto">
            <a:xfrm>
              <a:off x="2351088" y="2133601"/>
              <a:ext cx="431800" cy="504825"/>
            </a:xfrm>
            <a:prstGeom prst="rect">
              <a:avLst/>
            </a:prstGeom>
            <a:solidFill>
              <a:schemeClr val="accent1"/>
            </a:solidFill>
            <a:ln w="19050" algn="ctr">
              <a:solidFill>
                <a:srgbClr val="0066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400" dirty="0">
                  <a:latin typeface="微软雅黑 Light" panose="020B0502040204020203" pitchFamily="34" charset="-122"/>
                  <a:ea typeface="微软雅黑 Light" panose="020B0502040204020203" pitchFamily="34" charset="-122"/>
                </a:rPr>
                <a:t>1</a:t>
              </a:r>
              <a:endParaRPr lang="en-US" altLang="zh-CN" sz="2400" dirty="0">
                <a:latin typeface="微软雅黑 Light" panose="020B0502040204020203" pitchFamily="34" charset="-122"/>
                <a:ea typeface="微软雅黑 Light" panose="020B0502040204020203" pitchFamily="34" charset="-122"/>
              </a:endParaRPr>
            </a:p>
          </p:txBody>
        </p:sp>
        <p:sp>
          <p:nvSpPr>
            <p:cNvPr id="565257" name="Rectangle 9"/>
            <p:cNvSpPr>
              <a:spLocks noChangeArrowheads="1"/>
            </p:cNvSpPr>
            <p:nvPr/>
          </p:nvSpPr>
          <p:spPr bwMode="auto">
            <a:xfrm>
              <a:off x="4079875" y="2133601"/>
              <a:ext cx="6046788" cy="504825"/>
            </a:xfrm>
            <a:prstGeom prst="rect">
              <a:avLst/>
            </a:prstGeom>
            <a:solidFill>
              <a:schemeClr val="accent1"/>
            </a:solidFill>
            <a:ln w="19050" algn="ctr">
              <a:solidFill>
                <a:srgbClr val="0066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2400" dirty="0">
                  <a:latin typeface="微软雅黑 Light" panose="020B0502040204020203" pitchFamily="34" charset="-122"/>
                  <a:ea typeface="微软雅黑 Light" panose="020B0502040204020203" pitchFamily="34" charset="-122"/>
                </a:rPr>
                <a:t>多播组</a:t>
              </a:r>
              <a:r>
                <a:rPr lang="en-US" altLang="zh-CN" sz="2400" dirty="0">
                  <a:latin typeface="微软雅黑 Light" panose="020B0502040204020203" pitchFamily="34" charset="-122"/>
                  <a:ea typeface="微软雅黑 Light" panose="020B0502040204020203" pitchFamily="34" charset="-122"/>
                </a:rPr>
                <a:t>ID</a:t>
              </a:r>
              <a:endParaRPr lang="en-US" altLang="zh-CN" sz="2400" dirty="0">
                <a:latin typeface="微软雅黑 Light" panose="020B0502040204020203" pitchFamily="34" charset="-122"/>
                <a:ea typeface="微软雅黑 Light" panose="020B0502040204020203" pitchFamily="34" charset="-122"/>
              </a:endParaRPr>
            </a:p>
          </p:txBody>
        </p:sp>
        <p:sp>
          <p:nvSpPr>
            <p:cNvPr id="565259" name="Rectangle 11"/>
            <p:cNvSpPr>
              <a:spLocks noChangeArrowheads="1"/>
            </p:cNvSpPr>
            <p:nvPr/>
          </p:nvSpPr>
          <p:spPr bwMode="auto">
            <a:xfrm>
              <a:off x="2782888" y="2133601"/>
              <a:ext cx="431800" cy="504825"/>
            </a:xfrm>
            <a:prstGeom prst="rect">
              <a:avLst/>
            </a:prstGeom>
            <a:solidFill>
              <a:schemeClr val="accent1"/>
            </a:solidFill>
            <a:ln w="19050" algn="ctr">
              <a:solidFill>
                <a:srgbClr val="0066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400" dirty="0">
                  <a:latin typeface="微软雅黑 Light" panose="020B0502040204020203" pitchFamily="34" charset="-122"/>
                  <a:ea typeface="微软雅黑 Light" panose="020B0502040204020203" pitchFamily="34" charset="-122"/>
                </a:rPr>
                <a:t>1</a:t>
              </a:r>
              <a:endParaRPr lang="en-US" altLang="zh-CN" sz="2400" dirty="0">
                <a:latin typeface="微软雅黑 Light" panose="020B0502040204020203" pitchFamily="34" charset="-122"/>
                <a:ea typeface="微软雅黑 Light" panose="020B0502040204020203" pitchFamily="34" charset="-122"/>
              </a:endParaRPr>
            </a:p>
          </p:txBody>
        </p:sp>
        <p:sp>
          <p:nvSpPr>
            <p:cNvPr id="565260" name="Rectangle 12"/>
            <p:cNvSpPr>
              <a:spLocks noChangeArrowheads="1"/>
            </p:cNvSpPr>
            <p:nvPr/>
          </p:nvSpPr>
          <p:spPr bwMode="auto">
            <a:xfrm>
              <a:off x="3216275" y="2133601"/>
              <a:ext cx="431800" cy="504825"/>
            </a:xfrm>
            <a:prstGeom prst="rect">
              <a:avLst/>
            </a:prstGeom>
            <a:solidFill>
              <a:schemeClr val="accent1"/>
            </a:solidFill>
            <a:ln w="19050" algn="ctr">
              <a:solidFill>
                <a:srgbClr val="0066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400" dirty="0">
                  <a:latin typeface="微软雅黑 Light" panose="020B0502040204020203" pitchFamily="34" charset="-122"/>
                  <a:ea typeface="微软雅黑 Light" panose="020B0502040204020203" pitchFamily="34" charset="-122"/>
                </a:rPr>
                <a:t>1</a:t>
              </a:r>
              <a:endParaRPr lang="en-US" altLang="zh-CN" sz="2400" dirty="0">
                <a:latin typeface="微软雅黑 Light" panose="020B0502040204020203" pitchFamily="34" charset="-122"/>
                <a:ea typeface="微软雅黑 Light" panose="020B0502040204020203" pitchFamily="34" charset="-122"/>
              </a:endParaRPr>
            </a:p>
          </p:txBody>
        </p:sp>
        <p:sp>
          <p:nvSpPr>
            <p:cNvPr id="565261" name="Rectangle 13"/>
            <p:cNvSpPr>
              <a:spLocks noChangeArrowheads="1"/>
            </p:cNvSpPr>
            <p:nvPr/>
          </p:nvSpPr>
          <p:spPr bwMode="auto">
            <a:xfrm>
              <a:off x="3648075" y="2133601"/>
              <a:ext cx="431800" cy="504825"/>
            </a:xfrm>
            <a:prstGeom prst="rect">
              <a:avLst/>
            </a:prstGeom>
            <a:solidFill>
              <a:schemeClr val="accent1"/>
            </a:solidFill>
            <a:ln w="19050" algn="ctr">
              <a:solidFill>
                <a:srgbClr val="0066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400" dirty="0">
                  <a:latin typeface="微软雅黑 Light" panose="020B0502040204020203" pitchFamily="34" charset="-122"/>
                  <a:ea typeface="微软雅黑 Light" panose="020B0502040204020203" pitchFamily="34" charset="-122"/>
                </a:rPr>
                <a:t>0</a:t>
              </a:r>
              <a:endParaRPr lang="en-US" altLang="zh-CN" sz="2400" dirty="0">
                <a:latin typeface="微软雅黑 Light" panose="020B0502040204020203" pitchFamily="34" charset="-122"/>
                <a:ea typeface="微软雅黑 Light" panose="020B0502040204020203" pitchFamily="34" charset="-122"/>
              </a:endParaRPr>
            </a:p>
          </p:txBody>
        </p:sp>
        <p:sp>
          <p:nvSpPr>
            <p:cNvPr id="565262" name="Text Box 14"/>
            <p:cNvSpPr txBox="1">
              <a:spLocks noChangeArrowheads="1"/>
            </p:cNvSpPr>
            <p:nvPr/>
          </p:nvSpPr>
          <p:spPr bwMode="auto">
            <a:xfrm>
              <a:off x="6743701" y="1747839"/>
              <a:ext cx="72072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dirty="0">
                  <a:latin typeface="微软雅黑 Light" panose="020B0502040204020203" pitchFamily="34" charset="-122"/>
                  <a:ea typeface="微软雅黑 Light" panose="020B0502040204020203" pitchFamily="34" charset="-122"/>
                </a:rPr>
                <a:t>28</a:t>
              </a:r>
              <a:r>
                <a:rPr lang="zh-CN" altLang="en-US" dirty="0">
                  <a:latin typeface="微软雅黑 Light" panose="020B0502040204020203" pitchFamily="34" charset="-122"/>
                  <a:ea typeface="微软雅黑 Light" panose="020B0502040204020203" pitchFamily="34" charset="-122"/>
                </a:rPr>
                <a:t>位</a:t>
              </a:r>
              <a:endParaRPr lang="zh-CN" altLang="en-US" dirty="0">
                <a:latin typeface="微软雅黑 Light" panose="020B0502040204020203" pitchFamily="34" charset="-122"/>
                <a:ea typeface="微软雅黑 Light" panose="020B0502040204020203" pitchFamily="34" charset="-122"/>
              </a:endParaRPr>
            </a:p>
          </p:txBody>
        </p:sp>
      </p:grpSp>
      <p:sp>
        <p:nvSpPr>
          <p:cNvPr id="565263" name="Rectangle 15"/>
          <p:cNvSpPr>
            <a:spLocks noChangeArrowheads="1"/>
          </p:cNvSpPr>
          <p:nvPr/>
        </p:nvSpPr>
        <p:spPr bwMode="auto">
          <a:xfrm>
            <a:off x="348721" y="2466975"/>
            <a:ext cx="9985375" cy="504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normAutofit lnSpcReduction="10000"/>
          </a:bodyPr>
          <a:lstStyle/>
          <a:p>
            <a:pPr marL="342900" indent="-342900" eaLnBrk="1" hangingPunct="1">
              <a:spcBef>
                <a:spcPct val="20000"/>
              </a:spcBef>
              <a:buClr>
                <a:srgbClr val="C80000"/>
              </a:buClr>
              <a:buSzPct val="80000"/>
              <a:buFont typeface="Wingdings" panose="05000000000000000000" pitchFamily="2" charset="2"/>
              <a:buChar char="n"/>
            </a:pPr>
            <a:r>
              <a:rPr lang="zh-CN" altLang="en-US" sz="2800" dirty="0">
                <a:latin typeface="微软雅黑 Light" panose="020B0502040204020203" pitchFamily="34" charset="-122"/>
                <a:ea typeface="微软雅黑 Light" panose="020B0502040204020203" pitchFamily="34" charset="-122"/>
                <a:cs typeface="Times New Roman" panose="02020603050405020304" pitchFamily="18" charset="0"/>
              </a:rPr>
              <a:t>多播地址划分</a:t>
            </a:r>
            <a:endParaRPr lang="zh-CN" altLang="en-US" sz="2800" dirty="0">
              <a:latin typeface="微软雅黑 Light" panose="020B0502040204020203" pitchFamily="34" charset="-122"/>
              <a:ea typeface="微软雅黑 Light" panose="020B0502040204020203" pitchFamily="34" charset="-122"/>
              <a:cs typeface="Times New Roman" panose="02020603050405020304" pitchFamily="18" charset="0"/>
            </a:endParaRPr>
          </a:p>
        </p:txBody>
      </p:sp>
      <p:graphicFrame>
        <p:nvGraphicFramePr>
          <p:cNvPr id="565295" name="Group 47"/>
          <p:cNvGraphicFramePr>
            <a:graphicFrameLocks noGrp="1"/>
          </p:cNvGraphicFramePr>
          <p:nvPr/>
        </p:nvGraphicFramePr>
        <p:xfrm>
          <a:off x="2393975" y="2943225"/>
          <a:ext cx="7632700" cy="1668145"/>
        </p:xfrm>
        <a:graphic>
          <a:graphicData uri="http://schemas.openxmlformats.org/drawingml/2006/table">
            <a:tbl>
              <a:tblPr/>
              <a:tblGrid>
                <a:gridCol w="3384550"/>
                <a:gridCol w="4248150"/>
              </a:tblGrid>
              <a:tr h="339725">
                <a:tc>
                  <a:txBody>
                    <a:bodyPr/>
                    <a:lstStyle>
                      <a:lvl1pPr>
                        <a:spcBef>
                          <a:spcPct val="20000"/>
                        </a:spcBef>
                        <a:buClr>
                          <a:srgbClr val="C80000"/>
                        </a:buClr>
                        <a:buSzPct val="80000"/>
                        <a:buFont typeface="Wingdings" panose="05000000000000000000" pitchFamily="2" charset="2"/>
                        <a:defRPr sz="2800">
                          <a:solidFill>
                            <a:schemeClr val="tx1"/>
                          </a:solidFill>
                          <a:latin typeface="Times New Roman" panose="02020603050405020304" pitchFamily="18" charset="0"/>
                          <a:ea typeface="宋体" panose="02010600030101010101" pitchFamily="2" charset="-122"/>
                        </a:defRPr>
                      </a:lvl1pPr>
                      <a:lvl2pPr>
                        <a:spcBef>
                          <a:spcPct val="20000"/>
                        </a:spcBef>
                        <a:buClr>
                          <a:srgbClr val="00C800"/>
                        </a:buClr>
                        <a:buSzPct val="8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2pPr>
                      <a:lvl3pPr>
                        <a:spcBef>
                          <a:spcPct val="20000"/>
                        </a:spcBef>
                        <a:buClr>
                          <a:srgbClr val="0000C8"/>
                        </a:buClr>
                        <a:buSzPct val="80000"/>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3pPr>
                      <a:lvl4pPr>
                        <a:spcBef>
                          <a:spcPct val="20000"/>
                        </a:spcBef>
                        <a:buClr>
                          <a:srgbClr val="FF7F00"/>
                        </a:buClr>
                        <a:buSzPct val="8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4pPr>
                      <a:lvl5pPr>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0" lang="zh-CN" altLang="en-US" sz="20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rPr>
                        <a:t>范围</a:t>
                      </a:r>
                      <a:endParaRPr kumimoji="0" lang="zh-CN" altLang="en-US" sz="20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C80000"/>
                        </a:buClr>
                        <a:buSzPct val="80000"/>
                        <a:buFont typeface="Wingdings" panose="05000000000000000000" pitchFamily="2" charset="2"/>
                        <a:defRPr sz="2800">
                          <a:solidFill>
                            <a:schemeClr val="tx1"/>
                          </a:solidFill>
                          <a:latin typeface="Times New Roman" panose="02020603050405020304" pitchFamily="18" charset="0"/>
                          <a:ea typeface="宋体" panose="02010600030101010101" pitchFamily="2" charset="-122"/>
                        </a:defRPr>
                      </a:lvl1pPr>
                      <a:lvl2pPr>
                        <a:spcBef>
                          <a:spcPct val="20000"/>
                        </a:spcBef>
                        <a:buClr>
                          <a:srgbClr val="00C800"/>
                        </a:buClr>
                        <a:buSzPct val="8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2pPr>
                      <a:lvl3pPr>
                        <a:spcBef>
                          <a:spcPct val="20000"/>
                        </a:spcBef>
                        <a:buClr>
                          <a:srgbClr val="0000C8"/>
                        </a:buClr>
                        <a:buSzPct val="80000"/>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3pPr>
                      <a:lvl4pPr>
                        <a:spcBef>
                          <a:spcPct val="20000"/>
                        </a:spcBef>
                        <a:buClr>
                          <a:srgbClr val="FF7F00"/>
                        </a:buClr>
                        <a:buSzPct val="8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4pPr>
                      <a:lvl5pPr>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0" lang="zh-CN" altLang="en-US" sz="20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rPr>
                        <a:t>用途</a:t>
                      </a:r>
                      <a:endParaRPr kumimoji="0" lang="zh-CN" altLang="en-US" sz="20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39725">
                <a:tc>
                  <a:txBody>
                    <a:bodyPr/>
                    <a:lstStyle>
                      <a:lvl1pPr>
                        <a:spcBef>
                          <a:spcPct val="20000"/>
                        </a:spcBef>
                        <a:buClr>
                          <a:srgbClr val="C80000"/>
                        </a:buClr>
                        <a:buSzPct val="80000"/>
                        <a:buFont typeface="Wingdings" panose="05000000000000000000" pitchFamily="2" charset="2"/>
                        <a:defRPr sz="2800">
                          <a:solidFill>
                            <a:schemeClr val="tx1"/>
                          </a:solidFill>
                          <a:latin typeface="Times New Roman" panose="02020603050405020304" pitchFamily="18" charset="0"/>
                          <a:ea typeface="宋体" panose="02010600030101010101" pitchFamily="2" charset="-122"/>
                        </a:defRPr>
                      </a:lvl1pPr>
                      <a:lvl2pPr>
                        <a:spcBef>
                          <a:spcPct val="20000"/>
                        </a:spcBef>
                        <a:buClr>
                          <a:srgbClr val="00C800"/>
                        </a:buClr>
                        <a:buSzPct val="8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2pPr>
                      <a:lvl3pPr>
                        <a:spcBef>
                          <a:spcPct val="20000"/>
                        </a:spcBef>
                        <a:buClr>
                          <a:srgbClr val="0000C8"/>
                        </a:buClr>
                        <a:buSzPct val="80000"/>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3pPr>
                      <a:lvl4pPr>
                        <a:spcBef>
                          <a:spcPct val="20000"/>
                        </a:spcBef>
                        <a:buClr>
                          <a:srgbClr val="FF7F00"/>
                        </a:buClr>
                        <a:buSzPct val="8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4pPr>
                      <a:lvl5pPr>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0" lang="en-US" altLang="zh-CN" sz="20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rPr>
                        <a:t>224.0.0.0~224.0.0.255</a:t>
                      </a:r>
                      <a:endParaRPr kumimoji="0" lang="en-US" altLang="zh-CN" sz="20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C80000"/>
                        </a:buClr>
                        <a:buSzPct val="80000"/>
                        <a:buFont typeface="Wingdings" panose="05000000000000000000" pitchFamily="2" charset="2"/>
                        <a:defRPr sz="2800">
                          <a:solidFill>
                            <a:schemeClr val="tx1"/>
                          </a:solidFill>
                          <a:latin typeface="Times New Roman" panose="02020603050405020304" pitchFamily="18" charset="0"/>
                          <a:ea typeface="宋体" panose="02010600030101010101" pitchFamily="2" charset="-122"/>
                        </a:defRPr>
                      </a:lvl1pPr>
                      <a:lvl2pPr>
                        <a:spcBef>
                          <a:spcPct val="20000"/>
                        </a:spcBef>
                        <a:buClr>
                          <a:srgbClr val="00C800"/>
                        </a:buClr>
                        <a:buSzPct val="8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2pPr>
                      <a:lvl3pPr>
                        <a:spcBef>
                          <a:spcPct val="20000"/>
                        </a:spcBef>
                        <a:buClr>
                          <a:srgbClr val="0000C8"/>
                        </a:buClr>
                        <a:buSzPct val="80000"/>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3pPr>
                      <a:lvl4pPr>
                        <a:spcBef>
                          <a:spcPct val="20000"/>
                        </a:spcBef>
                        <a:buClr>
                          <a:srgbClr val="FF7F00"/>
                        </a:buClr>
                        <a:buSzPct val="8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4pPr>
                      <a:lvl5pPr>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0" lang="en-US" altLang="zh-CN" sz="20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rPr>
                        <a:t>IANA</a:t>
                      </a:r>
                      <a:r>
                        <a:rPr kumimoji="0" lang="zh-CN" altLang="en-US" sz="20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rPr>
                        <a:t>预留</a:t>
                      </a:r>
                      <a:endParaRPr kumimoji="0" lang="zh-CN" altLang="en-US" sz="20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38138">
                <a:tc>
                  <a:txBody>
                    <a:bodyPr/>
                    <a:lstStyle>
                      <a:lvl1pPr>
                        <a:spcBef>
                          <a:spcPct val="20000"/>
                        </a:spcBef>
                        <a:buClr>
                          <a:srgbClr val="C80000"/>
                        </a:buClr>
                        <a:buSzPct val="80000"/>
                        <a:buFont typeface="Wingdings" panose="05000000000000000000" pitchFamily="2" charset="2"/>
                        <a:defRPr sz="2800">
                          <a:solidFill>
                            <a:schemeClr val="tx1"/>
                          </a:solidFill>
                          <a:latin typeface="Times New Roman" panose="02020603050405020304" pitchFamily="18" charset="0"/>
                          <a:ea typeface="宋体" panose="02010600030101010101" pitchFamily="2" charset="-122"/>
                        </a:defRPr>
                      </a:lvl1pPr>
                      <a:lvl2pPr>
                        <a:spcBef>
                          <a:spcPct val="20000"/>
                        </a:spcBef>
                        <a:buClr>
                          <a:srgbClr val="00C800"/>
                        </a:buClr>
                        <a:buSzPct val="8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2pPr>
                      <a:lvl3pPr>
                        <a:spcBef>
                          <a:spcPct val="20000"/>
                        </a:spcBef>
                        <a:buClr>
                          <a:srgbClr val="0000C8"/>
                        </a:buClr>
                        <a:buSzPct val="80000"/>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3pPr>
                      <a:lvl4pPr>
                        <a:spcBef>
                          <a:spcPct val="20000"/>
                        </a:spcBef>
                        <a:buClr>
                          <a:srgbClr val="FF7F00"/>
                        </a:buClr>
                        <a:buSzPct val="8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4pPr>
                      <a:lvl5pPr>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0" lang="en-US" altLang="zh-CN" sz="20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rPr>
                        <a:t>224.0.1.0~238.255.255.255</a:t>
                      </a:r>
                      <a:endParaRPr kumimoji="0" lang="en-US" altLang="zh-CN" sz="20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C80000"/>
                        </a:buClr>
                        <a:buSzPct val="80000"/>
                        <a:buFont typeface="Wingdings" panose="05000000000000000000" pitchFamily="2" charset="2"/>
                        <a:defRPr sz="2800">
                          <a:solidFill>
                            <a:schemeClr val="tx1"/>
                          </a:solidFill>
                          <a:latin typeface="Times New Roman" panose="02020603050405020304" pitchFamily="18" charset="0"/>
                          <a:ea typeface="宋体" panose="02010600030101010101" pitchFamily="2" charset="-122"/>
                        </a:defRPr>
                      </a:lvl1pPr>
                      <a:lvl2pPr>
                        <a:spcBef>
                          <a:spcPct val="20000"/>
                        </a:spcBef>
                        <a:buClr>
                          <a:srgbClr val="00C800"/>
                        </a:buClr>
                        <a:buSzPct val="8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2pPr>
                      <a:lvl3pPr>
                        <a:spcBef>
                          <a:spcPct val="20000"/>
                        </a:spcBef>
                        <a:buClr>
                          <a:srgbClr val="0000C8"/>
                        </a:buClr>
                        <a:buSzPct val="80000"/>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3pPr>
                      <a:lvl4pPr>
                        <a:spcBef>
                          <a:spcPct val="20000"/>
                        </a:spcBef>
                        <a:buClr>
                          <a:srgbClr val="FF7F00"/>
                        </a:buClr>
                        <a:buSzPct val="8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4pPr>
                      <a:lvl5pPr>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0" lang="zh-CN" altLang="en-US" sz="20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rPr>
                        <a:t>用户多播地址，全网有效</a:t>
                      </a:r>
                      <a:endParaRPr kumimoji="0" lang="zh-CN" altLang="en-US" sz="20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79425">
                <a:tc>
                  <a:txBody>
                    <a:bodyPr/>
                    <a:lstStyle>
                      <a:lvl1pPr>
                        <a:spcBef>
                          <a:spcPct val="20000"/>
                        </a:spcBef>
                        <a:buClr>
                          <a:srgbClr val="C80000"/>
                        </a:buClr>
                        <a:buSzPct val="80000"/>
                        <a:buFont typeface="Wingdings" panose="05000000000000000000" pitchFamily="2" charset="2"/>
                        <a:defRPr sz="2800">
                          <a:solidFill>
                            <a:schemeClr val="tx1"/>
                          </a:solidFill>
                          <a:latin typeface="Times New Roman" panose="02020603050405020304" pitchFamily="18" charset="0"/>
                          <a:ea typeface="宋体" panose="02010600030101010101" pitchFamily="2" charset="-122"/>
                        </a:defRPr>
                      </a:lvl1pPr>
                      <a:lvl2pPr>
                        <a:spcBef>
                          <a:spcPct val="20000"/>
                        </a:spcBef>
                        <a:buClr>
                          <a:srgbClr val="00C800"/>
                        </a:buClr>
                        <a:buSzPct val="8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2pPr>
                      <a:lvl3pPr>
                        <a:spcBef>
                          <a:spcPct val="20000"/>
                        </a:spcBef>
                        <a:buClr>
                          <a:srgbClr val="0000C8"/>
                        </a:buClr>
                        <a:buSzPct val="80000"/>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3pPr>
                      <a:lvl4pPr>
                        <a:spcBef>
                          <a:spcPct val="20000"/>
                        </a:spcBef>
                        <a:buClr>
                          <a:srgbClr val="FF7F00"/>
                        </a:buClr>
                        <a:buSzPct val="8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4pPr>
                      <a:lvl5pPr>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0" lang="en-US" altLang="zh-CN" sz="20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rPr>
                        <a:t>239.0.0.0~239.255.255.255</a:t>
                      </a:r>
                      <a:endParaRPr kumimoji="0" lang="en-US" altLang="zh-CN" sz="20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C80000"/>
                        </a:buClr>
                        <a:buSzPct val="80000"/>
                        <a:buFont typeface="Wingdings" panose="05000000000000000000" pitchFamily="2" charset="2"/>
                        <a:defRPr sz="2800">
                          <a:solidFill>
                            <a:schemeClr val="tx1"/>
                          </a:solidFill>
                          <a:latin typeface="Times New Roman" panose="02020603050405020304" pitchFamily="18" charset="0"/>
                          <a:ea typeface="宋体" panose="02010600030101010101" pitchFamily="2" charset="-122"/>
                        </a:defRPr>
                      </a:lvl1pPr>
                      <a:lvl2pPr>
                        <a:spcBef>
                          <a:spcPct val="20000"/>
                        </a:spcBef>
                        <a:buClr>
                          <a:srgbClr val="00C800"/>
                        </a:buClr>
                        <a:buSzPct val="8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2pPr>
                      <a:lvl3pPr>
                        <a:spcBef>
                          <a:spcPct val="20000"/>
                        </a:spcBef>
                        <a:buClr>
                          <a:srgbClr val="0000C8"/>
                        </a:buClr>
                        <a:buSzPct val="80000"/>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3pPr>
                      <a:lvl4pPr>
                        <a:spcBef>
                          <a:spcPct val="20000"/>
                        </a:spcBef>
                        <a:buClr>
                          <a:srgbClr val="FF7F00"/>
                        </a:buClr>
                        <a:buSzPct val="8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4pPr>
                      <a:lvl5pPr>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0" lang="zh-CN" altLang="en-US" sz="20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rPr>
                        <a:t>本地管理多播地址，特定范围内有效</a:t>
                      </a:r>
                      <a:endParaRPr kumimoji="0" lang="zh-CN" altLang="en-US" sz="20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3" name="内容占位符 2"/>
          <p:cNvSpPr>
            <a:spLocks noGrp="1"/>
          </p:cNvSpPr>
          <p:nvPr>
            <p:ph idx="1"/>
          </p:nvPr>
        </p:nvSpPr>
        <p:spPr>
          <a:xfrm>
            <a:off x="334434" y="1052514"/>
            <a:ext cx="11523133" cy="765175"/>
          </a:xfrm>
        </p:spPr>
        <p:txBody>
          <a:bodyPr/>
          <a:lstStyle/>
          <a:p>
            <a:r>
              <a:rPr lang="zh-CN" altLang="en-US" dirty="0"/>
              <a:t>多播地址只能用作目的地址，不能用作源地址</a:t>
            </a:r>
            <a:endParaRPr lang="zh-CN" altLang="en-US" dirty="0"/>
          </a:p>
          <a:p>
            <a:pPr marL="0" indent="0">
              <a:buNone/>
            </a:pPr>
            <a:endParaRPr lang="zh-CN" altLang="en-US" dirty="0"/>
          </a:p>
        </p:txBody>
      </p:sp>
      <p:graphicFrame>
        <p:nvGraphicFramePr>
          <p:cNvPr id="4" name="表格 3"/>
          <p:cNvGraphicFramePr>
            <a:graphicFrameLocks noGrp="1"/>
          </p:cNvGraphicFramePr>
          <p:nvPr/>
        </p:nvGraphicFramePr>
        <p:xfrm>
          <a:off x="2422526" y="4721142"/>
          <a:ext cx="7632700" cy="1984460"/>
        </p:xfrm>
        <a:graphic>
          <a:graphicData uri="http://schemas.openxmlformats.org/drawingml/2006/table">
            <a:tbl>
              <a:tblPr firstRow="1" bandRow="1">
                <a:tableStyleId>{5C22544A-7EE6-4342-B048-85BDC9FD1C3A}</a:tableStyleId>
              </a:tblPr>
              <a:tblGrid>
                <a:gridCol w="2466988"/>
                <a:gridCol w="2582856"/>
                <a:gridCol w="2582856"/>
              </a:tblGrid>
              <a:tr h="396892">
                <a:tc>
                  <a:txBody>
                    <a:bodyPr/>
                    <a:lstStyle/>
                    <a:p>
                      <a:pPr algn="ctr"/>
                      <a:r>
                        <a:rPr lang="zh-CN" altLang="en-US" dirty="0">
                          <a:solidFill>
                            <a:sysClr val="windowText" lastClr="000000"/>
                          </a:solidFill>
                        </a:rPr>
                        <a:t>协议</a:t>
                      </a:r>
                      <a:endParaRPr lang="zh-CN" altLang="en-US" dirty="0">
                        <a:solidFill>
                          <a:sysClr val="windowText" lastClr="0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zh-CN" altLang="en-US" dirty="0">
                          <a:solidFill>
                            <a:sysClr val="windowText" lastClr="000000"/>
                          </a:solidFill>
                        </a:rPr>
                        <a:t>组播</a:t>
                      </a:r>
                      <a:r>
                        <a:rPr lang="en-US" altLang="zh-CN" dirty="0">
                          <a:solidFill>
                            <a:sysClr val="windowText" lastClr="000000"/>
                          </a:solidFill>
                        </a:rPr>
                        <a:t>IP</a:t>
                      </a:r>
                      <a:r>
                        <a:rPr lang="zh-CN" altLang="en-US" dirty="0">
                          <a:solidFill>
                            <a:sysClr val="windowText" lastClr="000000"/>
                          </a:solidFill>
                        </a:rPr>
                        <a:t>地址</a:t>
                      </a:r>
                      <a:endParaRPr lang="zh-CN" altLang="en-US" dirty="0">
                        <a:solidFill>
                          <a:sysClr val="windowText" lastClr="0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zh-CN" altLang="en-US" dirty="0">
                          <a:solidFill>
                            <a:sysClr val="windowText" lastClr="000000"/>
                          </a:solidFill>
                        </a:rPr>
                        <a:t>组播</a:t>
                      </a:r>
                      <a:r>
                        <a:rPr lang="en-US" altLang="zh-CN" dirty="0">
                          <a:solidFill>
                            <a:sysClr val="windowText" lastClr="000000"/>
                          </a:solidFill>
                        </a:rPr>
                        <a:t>MAC</a:t>
                      </a:r>
                      <a:r>
                        <a:rPr lang="zh-CN" altLang="en-US" dirty="0">
                          <a:solidFill>
                            <a:sysClr val="windowText" lastClr="000000"/>
                          </a:solidFill>
                        </a:rPr>
                        <a:t>地址</a:t>
                      </a:r>
                      <a:endParaRPr lang="zh-CN" altLang="en-US" dirty="0">
                        <a:solidFill>
                          <a:sysClr val="windowText" lastClr="0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96892">
                <a:tc>
                  <a:txBody>
                    <a:bodyPr/>
                    <a:lstStyle/>
                    <a:p>
                      <a:pPr algn="ctr"/>
                      <a:r>
                        <a:rPr lang="en-US" altLang="zh-CN" dirty="0">
                          <a:solidFill>
                            <a:sysClr val="windowText" lastClr="000000"/>
                          </a:solidFill>
                        </a:rPr>
                        <a:t>RIP V2</a:t>
                      </a:r>
                      <a:endParaRPr lang="zh-CN" altLang="en-US" dirty="0">
                        <a:solidFill>
                          <a:sysClr val="windowText" lastClr="0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solidFill>
                            <a:sysClr val="windowText" lastClr="000000"/>
                          </a:solidFill>
                        </a:rPr>
                        <a:t>224.0.0.9</a:t>
                      </a:r>
                      <a:endParaRPr lang="zh-CN" altLang="en-US" dirty="0">
                        <a:solidFill>
                          <a:sysClr val="windowText" lastClr="0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solidFill>
                            <a:sysClr val="windowText" lastClr="000000"/>
                          </a:solidFill>
                        </a:rPr>
                        <a:t>01:00:6e:00:00:09</a:t>
                      </a:r>
                      <a:endParaRPr lang="zh-CN" altLang="en-US" dirty="0">
                        <a:solidFill>
                          <a:sysClr val="windowText" lastClr="0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96892">
                <a:tc rowSpan="2">
                  <a:txBody>
                    <a:bodyPr/>
                    <a:lstStyle/>
                    <a:p>
                      <a:pPr algn="ctr"/>
                      <a:endParaRPr lang="en-US" altLang="zh-CN" dirty="0">
                        <a:solidFill>
                          <a:sysClr val="windowText" lastClr="000000"/>
                        </a:solidFill>
                      </a:endParaRPr>
                    </a:p>
                    <a:p>
                      <a:pPr algn="ctr"/>
                      <a:r>
                        <a:rPr lang="en-US" altLang="zh-CN" dirty="0">
                          <a:solidFill>
                            <a:sysClr val="windowText" lastClr="000000"/>
                          </a:solidFill>
                        </a:rPr>
                        <a:t>OSPF V2</a:t>
                      </a:r>
                      <a:endParaRPr lang="zh-CN" altLang="en-US" dirty="0">
                        <a:solidFill>
                          <a:sysClr val="windowText" lastClr="0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dirty="0">
                          <a:solidFill>
                            <a:sysClr val="windowText" lastClr="000000"/>
                          </a:solidFill>
                        </a:rPr>
                        <a:t>224.0.0.5</a:t>
                      </a:r>
                      <a:endParaRPr lang="zh-CN" altLang="en-US" dirty="0">
                        <a:solidFill>
                          <a:sysClr val="windowText" lastClr="0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solidFill>
                            <a:sysClr val="windowText" lastClr="000000"/>
                          </a:solidFill>
                        </a:rPr>
                        <a:t>01:00:6e:00:00:05</a:t>
                      </a:r>
                      <a:endParaRPr lang="zh-CN" altLang="en-US" dirty="0">
                        <a:solidFill>
                          <a:sysClr val="windowText" lastClr="0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96892">
                <a:tc vMerge="1">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dirty="0">
                          <a:solidFill>
                            <a:sysClr val="windowText" lastClr="000000"/>
                          </a:solidFill>
                        </a:rPr>
                        <a:t>224.0.0.6</a:t>
                      </a:r>
                      <a:endParaRPr lang="zh-CN" altLang="en-US" dirty="0">
                        <a:solidFill>
                          <a:sysClr val="windowText" lastClr="0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solidFill>
                            <a:sysClr val="windowText" lastClr="000000"/>
                          </a:solidFill>
                        </a:rPr>
                        <a:t>01:00:6e:00:00:06</a:t>
                      </a:r>
                      <a:endParaRPr lang="zh-CN" altLang="en-US" dirty="0">
                        <a:solidFill>
                          <a:sysClr val="windowText" lastClr="0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96892">
                <a:tc>
                  <a:txBody>
                    <a:bodyPr/>
                    <a:lstStyle/>
                    <a:p>
                      <a:pPr algn="ctr"/>
                      <a:r>
                        <a:rPr lang="en-US" altLang="zh-CN" dirty="0">
                          <a:solidFill>
                            <a:sysClr val="windowText" lastClr="000000"/>
                          </a:solidFill>
                        </a:rPr>
                        <a:t>EIGRP</a:t>
                      </a:r>
                      <a:endParaRPr lang="zh-CN" altLang="en-US" dirty="0">
                        <a:solidFill>
                          <a:sysClr val="windowText" lastClr="0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dirty="0">
                          <a:solidFill>
                            <a:sysClr val="windowText" lastClr="000000"/>
                          </a:solidFill>
                        </a:rPr>
                        <a:t>224.0.0.10</a:t>
                      </a:r>
                      <a:endParaRPr lang="zh-CN" altLang="en-US" dirty="0">
                        <a:solidFill>
                          <a:sysClr val="windowText" lastClr="0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solidFill>
                            <a:sysClr val="windowText" lastClr="000000"/>
                          </a:solidFill>
                        </a:rPr>
                        <a:t>01:00:6e:00:00:0a</a:t>
                      </a:r>
                      <a:endParaRPr lang="zh-CN" altLang="en-US" dirty="0">
                        <a:solidFill>
                          <a:sysClr val="windowText" lastClr="0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spTree>
  </p:cSld>
  <p:clrMapOvr>
    <a:masterClrMapping/>
  </p:clrMapOvr>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8" name="图形 57"/>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423423" y="1441713"/>
            <a:ext cx="598090" cy="452840"/>
          </a:xfrm>
          <a:prstGeom prst="rect">
            <a:avLst/>
          </a:prstGeom>
        </p:spPr>
      </p:pic>
      <p:pic>
        <p:nvPicPr>
          <p:cNvPr id="56" name="图形 55"/>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9799441" y="4467879"/>
            <a:ext cx="598090" cy="452840"/>
          </a:xfrm>
          <a:prstGeom prst="rect">
            <a:avLst/>
          </a:prstGeom>
        </p:spPr>
      </p:pic>
      <p:pic>
        <p:nvPicPr>
          <p:cNvPr id="55" name="图形 54"/>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9767292" y="3169940"/>
            <a:ext cx="598090" cy="452840"/>
          </a:xfrm>
          <a:prstGeom prst="rect">
            <a:avLst/>
          </a:prstGeom>
        </p:spPr>
      </p:pic>
      <p:sp>
        <p:nvSpPr>
          <p:cNvPr id="52" name="灯片编号占位符 5"/>
          <p:cNvSpPr>
            <a:spLocks noGrp="1"/>
          </p:cNvSpPr>
          <p:nvPr>
            <p:ph type="sldNum" sz="quarter" idx="12"/>
          </p:nvPr>
        </p:nvSpPr>
        <p:spPr/>
        <p:txBody>
          <a:bodyPr/>
          <a:lstStyle/>
          <a:p>
            <a:fld id="{6A99B85B-712D-4A90-898C-DC3C94522DA7}" type="slidenum">
              <a:rPr lang="en-US" altLang="zh-CN"/>
            </a:fld>
            <a:endParaRPr lang="en-US" altLang="zh-CN"/>
          </a:p>
        </p:txBody>
      </p:sp>
      <p:sp>
        <p:nvSpPr>
          <p:cNvPr id="818208" name="Line 32"/>
          <p:cNvSpPr>
            <a:spLocks noChangeShapeType="1"/>
          </p:cNvSpPr>
          <p:nvPr/>
        </p:nvSpPr>
        <p:spPr bwMode="auto">
          <a:xfrm>
            <a:off x="6096000" y="4652963"/>
            <a:ext cx="0" cy="86360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latin typeface="微软雅黑 Light" panose="020B0502040204020203" pitchFamily="34" charset="-122"/>
              <a:ea typeface="微软雅黑 Light" panose="020B0502040204020203" pitchFamily="34" charset="-122"/>
            </a:endParaRPr>
          </a:p>
        </p:txBody>
      </p:sp>
      <p:sp>
        <p:nvSpPr>
          <p:cNvPr id="818211" name="Line 35"/>
          <p:cNvSpPr>
            <a:spLocks noChangeShapeType="1"/>
          </p:cNvSpPr>
          <p:nvPr/>
        </p:nvSpPr>
        <p:spPr bwMode="auto">
          <a:xfrm flipH="1">
            <a:off x="6096001" y="2474914"/>
            <a:ext cx="15875" cy="1025525"/>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latin typeface="微软雅黑 Light" panose="020B0502040204020203" pitchFamily="34" charset="-122"/>
              <a:ea typeface="微软雅黑 Light" panose="020B0502040204020203" pitchFamily="34" charset="-122"/>
            </a:endParaRPr>
          </a:p>
        </p:txBody>
      </p:sp>
      <p:sp>
        <p:nvSpPr>
          <p:cNvPr id="818212" name="Line 36"/>
          <p:cNvSpPr>
            <a:spLocks noChangeShapeType="1"/>
          </p:cNvSpPr>
          <p:nvPr/>
        </p:nvSpPr>
        <p:spPr bwMode="auto">
          <a:xfrm>
            <a:off x="7680326" y="3898900"/>
            <a:ext cx="1470025"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latin typeface="微软雅黑 Light" panose="020B0502040204020203" pitchFamily="34" charset="-122"/>
              <a:ea typeface="微软雅黑 Light" panose="020B0502040204020203" pitchFamily="34" charset="-122"/>
            </a:endParaRPr>
          </a:p>
        </p:txBody>
      </p:sp>
      <p:sp>
        <p:nvSpPr>
          <p:cNvPr id="818213" name="Line 37"/>
          <p:cNvSpPr>
            <a:spLocks noChangeShapeType="1"/>
          </p:cNvSpPr>
          <p:nvPr/>
        </p:nvSpPr>
        <p:spPr bwMode="auto">
          <a:xfrm>
            <a:off x="2913063" y="4262439"/>
            <a:ext cx="1598612" cy="7937"/>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latin typeface="微软雅黑 Light" panose="020B0502040204020203" pitchFamily="34" charset="-122"/>
              <a:ea typeface="微软雅黑 Light" panose="020B0502040204020203" pitchFamily="34" charset="-122"/>
            </a:endParaRPr>
          </a:p>
        </p:txBody>
      </p:sp>
      <p:sp>
        <p:nvSpPr>
          <p:cNvPr id="818253" name="Freeform 77"/>
          <p:cNvSpPr/>
          <p:nvPr/>
        </p:nvSpPr>
        <p:spPr bwMode="ltGray">
          <a:xfrm>
            <a:off x="4455319" y="3496321"/>
            <a:ext cx="3313113" cy="1116000"/>
          </a:xfrm>
          <a:custGeom>
            <a:avLst/>
            <a:gdLst>
              <a:gd name="T0" fmla="*/ 8082 w 16320"/>
              <a:gd name="T1" fmla="*/ 658 h 11943"/>
              <a:gd name="T2" fmla="*/ 8958 w 16320"/>
              <a:gd name="T3" fmla="*/ 282 h 11943"/>
              <a:gd name="T4" fmla="*/ 9975 w 16320"/>
              <a:gd name="T5" fmla="*/ 54 h 11943"/>
              <a:gd name="T6" fmla="*/ 12081 w 16320"/>
              <a:gd name="T7" fmla="*/ 148 h 11943"/>
              <a:gd name="T8" fmla="*/ 13702 w 16320"/>
              <a:gd name="T9" fmla="*/ 911 h 11943"/>
              <a:gd name="T10" fmla="*/ 14427 w 16320"/>
              <a:gd name="T11" fmla="*/ 2073 h 11943"/>
              <a:gd name="T12" fmla="*/ 14452 w 16320"/>
              <a:gd name="T13" fmla="*/ 2388 h 11943"/>
              <a:gd name="T14" fmla="*/ 14594 w 16320"/>
              <a:gd name="T15" fmla="*/ 2503 h 11943"/>
              <a:gd name="T16" fmla="*/ 14986 w 16320"/>
              <a:gd name="T17" fmla="*/ 2562 h 11943"/>
              <a:gd name="T18" fmla="*/ 15877 w 16320"/>
              <a:gd name="T19" fmla="*/ 3134 h 11943"/>
              <a:gd name="T20" fmla="*/ 16302 w 16320"/>
              <a:gd name="T21" fmla="*/ 4134 h 11943"/>
              <a:gd name="T22" fmla="*/ 16173 w 16320"/>
              <a:gd name="T23" fmla="*/ 5243 h 11943"/>
              <a:gd name="T24" fmla="*/ 15741 w 16320"/>
              <a:gd name="T25" fmla="*/ 6005 h 11943"/>
              <a:gd name="T26" fmla="*/ 15105 w 16320"/>
              <a:gd name="T27" fmla="*/ 6560 h 11943"/>
              <a:gd name="T28" fmla="*/ 14823 w 16320"/>
              <a:gd name="T29" fmla="*/ 6966 h 11943"/>
              <a:gd name="T30" fmla="*/ 15196 w 16320"/>
              <a:gd name="T31" fmla="*/ 7568 h 11943"/>
              <a:gd name="T32" fmla="*/ 15314 w 16320"/>
              <a:gd name="T33" fmla="*/ 8268 h 11943"/>
              <a:gd name="T34" fmla="*/ 15057 w 16320"/>
              <a:gd name="T35" fmla="*/ 9164 h 11943"/>
              <a:gd name="T36" fmla="*/ 14230 w 16320"/>
              <a:gd name="T37" fmla="*/ 9993 h 11943"/>
              <a:gd name="T38" fmla="*/ 13068 w 16320"/>
              <a:gd name="T39" fmla="*/ 10352 h 11943"/>
              <a:gd name="T40" fmla="*/ 12342 w 16320"/>
              <a:gd name="T41" fmla="*/ 10295 h 11943"/>
              <a:gd name="T42" fmla="*/ 12080 w 16320"/>
              <a:gd name="T43" fmla="*/ 10220 h 11943"/>
              <a:gd name="T44" fmla="*/ 11836 w 16320"/>
              <a:gd name="T45" fmla="*/ 10119 h 11943"/>
              <a:gd name="T46" fmla="*/ 11768 w 16320"/>
              <a:gd name="T47" fmla="*/ 10319 h 11943"/>
              <a:gd name="T48" fmla="*/ 11678 w 16320"/>
              <a:gd name="T49" fmla="*/ 10797 h 11943"/>
              <a:gd name="T50" fmla="*/ 11146 w 16320"/>
              <a:gd name="T51" fmla="*/ 11520 h 11943"/>
              <a:gd name="T52" fmla="*/ 10300 w 16320"/>
              <a:gd name="T53" fmla="*/ 11906 h 11943"/>
              <a:gd name="T54" fmla="*/ 9439 w 16320"/>
              <a:gd name="T55" fmla="*/ 11884 h 11943"/>
              <a:gd name="T56" fmla="*/ 8937 w 16320"/>
              <a:gd name="T57" fmla="*/ 11675 h 11943"/>
              <a:gd name="T58" fmla="*/ 8547 w 16320"/>
              <a:gd name="T59" fmla="*/ 11344 h 11943"/>
              <a:gd name="T60" fmla="*/ 8109 w 16320"/>
              <a:gd name="T61" fmla="*/ 11234 h 11943"/>
              <a:gd name="T62" fmla="*/ 7295 w 16320"/>
              <a:gd name="T63" fmla="*/ 11546 h 11943"/>
              <a:gd name="T64" fmla="*/ 6366 w 16320"/>
              <a:gd name="T65" fmla="*/ 11690 h 11943"/>
              <a:gd name="T66" fmla="*/ 5057 w 16320"/>
              <a:gd name="T67" fmla="*/ 11579 h 11943"/>
              <a:gd name="T68" fmla="*/ 3708 w 16320"/>
              <a:gd name="T69" fmla="*/ 10961 h 11943"/>
              <a:gd name="T70" fmla="*/ 3026 w 16320"/>
              <a:gd name="T71" fmla="*/ 9980 h 11943"/>
              <a:gd name="T72" fmla="*/ 3007 w 16320"/>
              <a:gd name="T73" fmla="*/ 9418 h 11943"/>
              <a:gd name="T74" fmla="*/ 2672 w 16320"/>
              <a:gd name="T75" fmla="*/ 9508 h 11943"/>
              <a:gd name="T76" fmla="*/ 2239 w 16320"/>
              <a:gd name="T77" fmla="*/ 9567 h 11943"/>
              <a:gd name="T78" fmla="*/ 1791 w 16320"/>
              <a:gd name="T79" fmla="*/ 9544 h 11943"/>
              <a:gd name="T80" fmla="*/ 786 w 16320"/>
              <a:gd name="T81" fmla="*/ 9132 h 11943"/>
              <a:gd name="T82" fmla="*/ 132 w 16320"/>
              <a:gd name="T83" fmla="*/ 8292 h 11943"/>
              <a:gd name="T84" fmla="*/ 42 w 16320"/>
              <a:gd name="T85" fmla="*/ 7224 h 11943"/>
              <a:gd name="T86" fmla="*/ 378 w 16320"/>
              <a:gd name="T87" fmla="*/ 6477 h 11943"/>
              <a:gd name="T88" fmla="*/ 981 w 16320"/>
              <a:gd name="T89" fmla="*/ 5917 h 11943"/>
              <a:gd name="T90" fmla="*/ 1659 w 16320"/>
              <a:gd name="T91" fmla="*/ 5574 h 11943"/>
              <a:gd name="T92" fmla="*/ 1397 w 16320"/>
              <a:gd name="T93" fmla="*/ 5049 h 11943"/>
              <a:gd name="T94" fmla="*/ 1294 w 16320"/>
              <a:gd name="T95" fmla="*/ 4466 h 11943"/>
              <a:gd name="T96" fmla="*/ 1401 w 16320"/>
              <a:gd name="T97" fmla="*/ 3739 h 11943"/>
              <a:gd name="T98" fmla="*/ 2105 w 16320"/>
              <a:gd name="T99" fmla="*/ 2704 h 11943"/>
              <a:gd name="T100" fmla="*/ 3256 w 16320"/>
              <a:gd name="T101" fmla="*/ 2128 h 11943"/>
              <a:gd name="T102" fmla="*/ 4299 w 16320"/>
              <a:gd name="T103" fmla="*/ 2100 h 11943"/>
              <a:gd name="T104" fmla="*/ 4528 w 16320"/>
              <a:gd name="T105" fmla="*/ 2151 h 11943"/>
              <a:gd name="T106" fmla="*/ 4745 w 16320"/>
              <a:gd name="T107" fmla="*/ 2220 h 11943"/>
              <a:gd name="T108" fmla="*/ 4881 w 16320"/>
              <a:gd name="T109" fmla="*/ 2258 h 11943"/>
              <a:gd name="T110" fmla="*/ 5103 w 16320"/>
              <a:gd name="T111" fmla="*/ 1683 h 11943"/>
              <a:gd name="T112" fmla="*/ 5718 w 16320"/>
              <a:gd name="T113" fmla="*/ 1034 h 11943"/>
              <a:gd name="T114" fmla="*/ 6527 w 16320"/>
              <a:gd name="T115" fmla="*/ 774 h 11943"/>
              <a:gd name="T116" fmla="*/ 6951 w 16320"/>
              <a:gd name="T117" fmla="*/ 830 h 11943"/>
              <a:gd name="T118" fmla="*/ 7191 w 16320"/>
              <a:gd name="T119" fmla="*/ 929 h 11943"/>
              <a:gd name="T120" fmla="*/ 7403 w 16320"/>
              <a:gd name="T121" fmla="*/ 1072 h 119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6320" h="11943">
                <a:moveTo>
                  <a:pt x="7438" y="1101"/>
                </a:moveTo>
                <a:lnTo>
                  <a:pt x="7496" y="1053"/>
                </a:lnTo>
                <a:lnTo>
                  <a:pt x="7554" y="1006"/>
                </a:lnTo>
                <a:lnTo>
                  <a:pt x="7615" y="960"/>
                </a:lnTo>
                <a:lnTo>
                  <a:pt x="7678" y="914"/>
                </a:lnTo>
                <a:lnTo>
                  <a:pt x="7741" y="869"/>
                </a:lnTo>
                <a:lnTo>
                  <a:pt x="7806" y="825"/>
                </a:lnTo>
                <a:lnTo>
                  <a:pt x="7873" y="782"/>
                </a:lnTo>
                <a:lnTo>
                  <a:pt x="7942" y="740"/>
                </a:lnTo>
                <a:lnTo>
                  <a:pt x="8011" y="698"/>
                </a:lnTo>
                <a:lnTo>
                  <a:pt x="8082" y="658"/>
                </a:lnTo>
                <a:lnTo>
                  <a:pt x="8156" y="618"/>
                </a:lnTo>
                <a:lnTo>
                  <a:pt x="8229" y="580"/>
                </a:lnTo>
                <a:lnTo>
                  <a:pt x="8305" y="542"/>
                </a:lnTo>
                <a:lnTo>
                  <a:pt x="8382" y="506"/>
                </a:lnTo>
                <a:lnTo>
                  <a:pt x="8461" y="470"/>
                </a:lnTo>
                <a:lnTo>
                  <a:pt x="8540" y="436"/>
                </a:lnTo>
                <a:lnTo>
                  <a:pt x="8621" y="403"/>
                </a:lnTo>
                <a:lnTo>
                  <a:pt x="8704" y="371"/>
                </a:lnTo>
                <a:lnTo>
                  <a:pt x="8786" y="340"/>
                </a:lnTo>
                <a:lnTo>
                  <a:pt x="8871" y="310"/>
                </a:lnTo>
                <a:lnTo>
                  <a:pt x="8958" y="282"/>
                </a:lnTo>
                <a:lnTo>
                  <a:pt x="9044" y="255"/>
                </a:lnTo>
                <a:lnTo>
                  <a:pt x="9132" y="228"/>
                </a:lnTo>
                <a:lnTo>
                  <a:pt x="9222" y="204"/>
                </a:lnTo>
                <a:lnTo>
                  <a:pt x="9313" y="180"/>
                </a:lnTo>
                <a:lnTo>
                  <a:pt x="9403" y="158"/>
                </a:lnTo>
                <a:lnTo>
                  <a:pt x="9496" y="137"/>
                </a:lnTo>
                <a:lnTo>
                  <a:pt x="9590" y="118"/>
                </a:lnTo>
                <a:lnTo>
                  <a:pt x="9685" y="99"/>
                </a:lnTo>
                <a:lnTo>
                  <a:pt x="9780" y="83"/>
                </a:lnTo>
                <a:lnTo>
                  <a:pt x="9877" y="68"/>
                </a:lnTo>
                <a:lnTo>
                  <a:pt x="9975" y="54"/>
                </a:lnTo>
                <a:lnTo>
                  <a:pt x="10176" y="31"/>
                </a:lnTo>
                <a:lnTo>
                  <a:pt x="10375" y="13"/>
                </a:lnTo>
                <a:lnTo>
                  <a:pt x="10574" y="4"/>
                </a:lnTo>
                <a:lnTo>
                  <a:pt x="10771" y="0"/>
                </a:lnTo>
                <a:lnTo>
                  <a:pt x="10967" y="3"/>
                </a:lnTo>
                <a:lnTo>
                  <a:pt x="11160" y="12"/>
                </a:lnTo>
                <a:lnTo>
                  <a:pt x="11351" y="27"/>
                </a:lnTo>
                <a:lnTo>
                  <a:pt x="11538" y="48"/>
                </a:lnTo>
                <a:lnTo>
                  <a:pt x="11723" y="76"/>
                </a:lnTo>
                <a:lnTo>
                  <a:pt x="11903" y="109"/>
                </a:lnTo>
                <a:lnTo>
                  <a:pt x="12081" y="148"/>
                </a:lnTo>
                <a:lnTo>
                  <a:pt x="12254" y="192"/>
                </a:lnTo>
                <a:lnTo>
                  <a:pt x="12424" y="241"/>
                </a:lnTo>
                <a:lnTo>
                  <a:pt x="12588" y="296"/>
                </a:lnTo>
                <a:lnTo>
                  <a:pt x="12747" y="356"/>
                </a:lnTo>
                <a:lnTo>
                  <a:pt x="12902" y="421"/>
                </a:lnTo>
                <a:lnTo>
                  <a:pt x="13051" y="492"/>
                </a:lnTo>
                <a:lnTo>
                  <a:pt x="13194" y="566"/>
                </a:lnTo>
                <a:lnTo>
                  <a:pt x="13330" y="645"/>
                </a:lnTo>
                <a:lnTo>
                  <a:pt x="13461" y="729"/>
                </a:lnTo>
                <a:lnTo>
                  <a:pt x="13584" y="818"/>
                </a:lnTo>
                <a:lnTo>
                  <a:pt x="13702" y="911"/>
                </a:lnTo>
                <a:lnTo>
                  <a:pt x="13811" y="1008"/>
                </a:lnTo>
                <a:lnTo>
                  <a:pt x="13913" y="1108"/>
                </a:lnTo>
                <a:lnTo>
                  <a:pt x="14008" y="1214"/>
                </a:lnTo>
                <a:lnTo>
                  <a:pt x="14093" y="1322"/>
                </a:lnTo>
                <a:lnTo>
                  <a:pt x="14171" y="1434"/>
                </a:lnTo>
                <a:lnTo>
                  <a:pt x="14239" y="1550"/>
                </a:lnTo>
                <a:lnTo>
                  <a:pt x="14299" y="1669"/>
                </a:lnTo>
                <a:lnTo>
                  <a:pt x="14349" y="1791"/>
                </a:lnTo>
                <a:lnTo>
                  <a:pt x="14390" y="1916"/>
                </a:lnTo>
                <a:lnTo>
                  <a:pt x="14421" y="2044"/>
                </a:lnTo>
                <a:lnTo>
                  <a:pt x="14427" y="2073"/>
                </a:lnTo>
                <a:lnTo>
                  <a:pt x="14431" y="2102"/>
                </a:lnTo>
                <a:lnTo>
                  <a:pt x="14436" y="2131"/>
                </a:lnTo>
                <a:lnTo>
                  <a:pt x="14440" y="2159"/>
                </a:lnTo>
                <a:lnTo>
                  <a:pt x="14443" y="2188"/>
                </a:lnTo>
                <a:lnTo>
                  <a:pt x="14446" y="2217"/>
                </a:lnTo>
                <a:lnTo>
                  <a:pt x="14448" y="2245"/>
                </a:lnTo>
                <a:lnTo>
                  <a:pt x="14450" y="2274"/>
                </a:lnTo>
                <a:lnTo>
                  <a:pt x="14451" y="2303"/>
                </a:lnTo>
                <a:lnTo>
                  <a:pt x="14452" y="2331"/>
                </a:lnTo>
                <a:lnTo>
                  <a:pt x="14452" y="2360"/>
                </a:lnTo>
                <a:lnTo>
                  <a:pt x="14452" y="2388"/>
                </a:lnTo>
                <a:lnTo>
                  <a:pt x="14451" y="2417"/>
                </a:lnTo>
                <a:lnTo>
                  <a:pt x="14450" y="2445"/>
                </a:lnTo>
                <a:lnTo>
                  <a:pt x="14448" y="2474"/>
                </a:lnTo>
                <a:lnTo>
                  <a:pt x="14446" y="2502"/>
                </a:lnTo>
                <a:lnTo>
                  <a:pt x="14467" y="2502"/>
                </a:lnTo>
                <a:lnTo>
                  <a:pt x="14488" y="2501"/>
                </a:lnTo>
                <a:lnTo>
                  <a:pt x="14510" y="2501"/>
                </a:lnTo>
                <a:lnTo>
                  <a:pt x="14530" y="2501"/>
                </a:lnTo>
                <a:lnTo>
                  <a:pt x="14551" y="2502"/>
                </a:lnTo>
                <a:lnTo>
                  <a:pt x="14573" y="2502"/>
                </a:lnTo>
                <a:lnTo>
                  <a:pt x="14594" y="2503"/>
                </a:lnTo>
                <a:lnTo>
                  <a:pt x="14615" y="2504"/>
                </a:lnTo>
                <a:lnTo>
                  <a:pt x="14636" y="2505"/>
                </a:lnTo>
                <a:lnTo>
                  <a:pt x="14657" y="2507"/>
                </a:lnTo>
                <a:lnTo>
                  <a:pt x="14679" y="2508"/>
                </a:lnTo>
                <a:lnTo>
                  <a:pt x="14699" y="2510"/>
                </a:lnTo>
                <a:lnTo>
                  <a:pt x="14721" y="2512"/>
                </a:lnTo>
                <a:lnTo>
                  <a:pt x="14742" y="2515"/>
                </a:lnTo>
                <a:lnTo>
                  <a:pt x="14762" y="2517"/>
                </a:lnTo>
                <a:lnTo>
                  <a:pt x="14784" y="2520"/>
                </a:lnTo>
                <a:lnTo>
                  <a:pt x="14886" y="2538"/>
                </a:lnTo>
                <a:lnTo>
                  <a:pt x="14986" y="2562"/>
                </a:lnTo>
                <a:lnTo>
                  <a:pt x="15083" y="2591"/>
                </a:lnTo>
                <a:lnTo>
                  <a:pt x="15178" y="2624"/>
                </a:lnTo>
                <a:lnTo>
                  <a:pt x="15268" y="2663"/>
                </a:lnTo>
                <a:lnTo>
                  <a:pt x="15356" y="2706"/>
                </a:lnTo>
                <a:lnTo>
                  <a:pt x="15441" y="2755"/>
                </a:lnTo>
                <a:lnTo>
                  <a:pt x="15522" y="2808"/>
                </a:lnTo>
                <a:lnTo>
                  <a:pt x="15601" y="2865"/>
                </a:lnTo>
                <a:lnTo>
                  <a:pt x="15675" y="2927"/>
                </a:lnTo>
                <a:lnTo>
                  <a:pt x="15747" y="2991"/>
                </a:lnTo>
                <a:lnTo>
                  <a:pt x="15814" y="3061"/>
                </a:lnTo>
                <a:lnTo>
                  <a:pt x="15877" y="3134"/>
                </a:lnTo>
                <a:lnTo>
                  <a:pt x="15938" y="3210"/>
                </a:lnTo>
                <a:lnTo>
                  <a:pt x="15994" y="3290"/>
                </a:lnTo>
                <a:lnTo>
                  <a:pt x="16045" y="3373"/>
                </a:lnTo>
                <a:lnTo>
                  <a:pt x="16093" y="3459"/>
                </a:lnTo>
                <a:lnTo>
                  <a:pt x="16136" y="3548"/>
                </a:lnTo>
                <a:lnTo>
                  <a:pt x="16175" y="3641"/>
                </a:lnTo>
                <a:lnTo>
                  <a:pt x="16210" y="3735"/>
                </a:lnTo>
                <a:lnTo>
                  <a:pt x="16239" y="3831"/>
                </a:lnTo>
                <a:lnTo>
                  <a:pt x="16265" y="3931"/>
                </a:lnTo>
                <a:lnTo>
                  <a:pt x="16286" y="4031"/>
                </a:lnTo>
                <a:lnTo>
                  <a:pt x="16302" y="4134"/>
                </a:lnTo>
                <a:lnTo>
                  <a:pt x="16313" y="4239"/>
                </a:lnTo>
                <a:lnTo>
                  <a:pt x="16319" y="4345"/>
                </a:lnTo>
                <a:lnTo>
                  <a:pt x="16320" y="4453"/>
                </a:lnTo>
                <a:lnTo>
                  <a:pt x="16316" y="4562"/>
                </a:lnTo>
                <a:lnTo>
                  <a:pt x="16307" y="4672"/>
                </a:lnTo>
                <a:lnTo>
                  <a:pt x="16291" y="4783"/>
                </a:lnTo>
                <a:lnTo>
                  <a:pt x="16271" y="4895"/>
                </a:lnTo>
                <a:lnTo>
                  <a:pt x="16246" y="5007"/>
                </a:lnTo>
                <a:lnTo>
                  <a:pt x="16224" y="5087"/>
                </a:lnTo>
                <a:lnTo>
                  <a:pt x="16200" y="5165"/>
                </a:lnTo>
                <a:lnTo>
                  <a:pt x="16173" y="5243"/>
                </a:lnTo>
                <a:lnTo>
                  <a:pt x="16145" y="5319"/>
                </a:lnTo>
                <a:lnTo>
                  <a:pt x="16113" y="5394"/>
                </a:lnTo>
                <a:lnTo>
                  <a:pt x="16080" y="5468"/>
                </a:lnTo>
                <a:lnTo>
                  <a:pt x="16045" y="5540"/>
                </a:lnTo>
                <a:lnTo>
                  <a:pt x="16007" y="5611"/>
                </a:lnTo>
                <a:lnTo>
                  <a:pt x="15967" y="5680"/>
                </a:lnTo>
                <a:lnTo>
                  <a:pt x="15925" y="5749"/>
                </a:lnTo>
                <a:lnTo>
                  <a:pt x="15882" y="5815"/>
                </a:lnTo>
                <a:lnTo>
                  <a:pt x="15837" y="5880"/>
                </a:lnTo>
                <a:lnTo>
                  <a:pt x="15790" y="5943"/>
                </a:lnTo>
                <a:lnTo>
                  <a:pt x="15741" y="6005"/>
                </a:lnTo>
                <a:lnTo>
                  <a:pt x="15690" y="6064"/>
                </a:lnTo>
                <a:lnTo>
                  <a:pt x="15638" y="6123"/>
                </a:lnTo>
                <a:lnTo>
                  <a:pt x="15584" y="6179"/>
                </a:lnTo>
                <a:lnTo>
                  <a:pt x="15528" y="6233"/>
                </a:lnTo>
                <a:lnTo>
                  <a:pt x="15472" y="6287"/>
                </a:lnTo>
                <a:lnTo>
                  <a:pt x="15414" y="6337"/>
                </a:lnTo>
                <a:lnTo>
                  <a:pt x="15354" y="6386"/>
                </a:lnTo>
                <a:lnTo>
                  <a:pt x="15294" y="6432"/>
                </a:lnTo>
                <a:lnTo>
                  <a:pt x="15232" y="6477"/>
                </a:lnTo>
                <a:lnTo>
                  <a:pt x="15169" y="6520"/>
                </a:lnTo>
                <a:lnTo>
                  <a:pt x="15105" y="6560"/>
                </a:lnTo>
                <a:lnTo>
                  <a:pt x="15040" y="6599"/>
                </a:lnTo>
                <a:lnTo>
                  <a:pt x="14975" y="6635"/>
                </a:lnTo>
                <a:lnTo>
                  <a:pt x="14907" y="6669"/>
                </a:lnTo>
                <a:lnTo>
                  <a:pt x="14840" y="6700"/>
                </a:lnTo>
                <a:lnTo>
                  <a:pt x="14771" y="6730"/>
                </a:lnTo>
                <a:lnTo>
                  <a:pt x="14702" y="6757"/>
                </a:lnTo>
                <a:lnTo>
                  <a:pt x="14632" y="6781"/>
                </a:lnTo>
                <a:lnTo>
                  <a:pt x="14682" y="6825"/>
                </a:lnTo>
                <a:lnTo>
                  <a:pt x="14731" y="6871"/>
                </a:lnTo>
                <a:lnTo>
                  <a:pt x="14778" y="6918"/>
                </a:lnTo>
                <a:lnTo>
                  <a:pt x="14823" y="6966"/>
                </a:lnTo>
                <a:lnTo>
                  <a:pt x="14867" y="7015"/>
                </a:lnTo>
                <a:lnTo>
                  <a:pt x="14907" y="7065"/>
                </a:lnTo>
                <a:lnTo>
                  <a:pt x="14947" y="7117"/>
                </a:lnTo>
                <a:lnTo>
                  <a:pt x="14985" y="7171"/>
                </a:lnTo>
                <a:lnTo>
                  <a:pt x="15022" y="7224"/>
                </a:lnTo>
                <a:lnTo>
                  <a:pt x="15055" y="7279"/>
                </a:lnTo>
                <a:lnTo>
                  <a:pt x="15088" y="7336"/>
                </a:lnTo>
                <a:lnTo>
                  <a:pt x="15117" y="7392"/>
                </a:lnTo>
                <a:lnTo>
                  <a:pt x="15146" y="7450"/>
                </a:lnTo>
                <a:lnTo>
                  <a:pt x="15171" y="7509"/>
                </a:lnTo>
                <a:lnTo>
                  <a:pt x="15196" y="7568"/>
                </a:lnTo>
                <a:lnTo>
                  <a:pt x="15217" y="7629"/>
                </a:lnTo>
                <a:lnTo>
                  <a:pt x="15237" y="7690"/>
                </a:lnTo>
                <a:lnTo>
                  <a:pt x="15255" y="7752"/>
                </a:lnTo>
                <a:lnTo>
                  <a:pt x="15270" y="7814"/>
                </a:lnTo>
                <a:lnTo>
                  <a:pt x="15284" y="7878"/>
                </a:lnTo>
                <a:lnTo>
                  <a:pt x="15294" y="7941"/>
                </a:lnTo>
                <a:lnTo>
                  <a:pt x="15303" y="8006"/>
                </a:lnTo>
                <a:lnTo>
                  <a:pt x="15309" y="8070"/>
                </a:lnTo>
                <a:lnTo>
                  <a:pt x="15313" y="8136"/>
                </a:lnTo>
                <a:lnTo>
                  <a:pt x="15314" y="8201"/>
                </a:lnTo>
                <a:lnTo>
                  <a:pt x="15314" y="8268"/>
                </a:lnTo>
                <a:lnTo>
                  <a:pt x="15311" y="8333"/>
                </a:lnTo>
                <a:lnTo>
                  <a:pt x="15305" y="8401"/>
                </a:lnTo>
                <a:lnTo>
                  <a:pt x="15297" y="8468"/>
                </a:lnTo>
                <a:lnTo>
                  <a:pt x="15286" y="8534"/>
                </a:lnTo>
                <a:lnTo>
                  <a:pt x="15272" y="8602"/>
                </a:lnTo>
                <a:lnTo>
                  <a:pt x="15257" y="8669"/>
                </a:lnTo>
                <a:lnTo>
                  <a:pt x="15228" y="8773"/>
                </a:lnTo>
                <a:lnTo>
                  <a:pt x="15193" y="8874"/>
                </a:lnTo>
                <a:lnTo>
                  <a:pt x="15153" y="8974"/>
                </a:lnTo>
                <a:lnTo>
                  <a:pt x="15107" y="9070"/>
                </a:lnTo>
                <a:lnTo>
                  <a:pt x="15057" y="9164"/>
                </a:lnTo>
                <a:lnTo>
                  <a:pt x="15002" y="9255"/>
                </a:lnTo>
                <a:lnTo>
                  <a:pt x="14942" y="9343"/>
                </a:lnTo>
                <a:lnTo>
                  <a:pt x="14879" y="9429"/>
                </a:lnTo>
                <a:lnTo>
                  <a:pt x="14810" y="9511"/>
                </a:lnTo>
                <a:lnTo>
                  <a:pt x="14738" y="9590"/>
                </a:lnTo>
                <a:lnTo>
                  <a:pt x="14661" y="9666"/>
                </a:lnTo>
                <a:lnTo>
                  <a:pt x="14582" y="9739"/>
                </a:lnTo>
                <a:lnTo>
                  <a:pt x="14499" y="9807"/>
                </a:lnTo>
                <a:lnTo>
                  <a:pt x="14413" y="9873"/>
                </a:lnTo>
                <a:lnTo>
                  <a:pt x="14323" y="9934"/>
                </a:lnTo>
                <a:lnTo>
                  <a:pt x="14230" y="9993"/>
                </a:lnTo>
                <a:lnTo>
                  <a:pt x="14135" y="10047"/>
                </a:lnTo>
                <a:lnTo>
                  <a:pt x="14037" y="10097"/>
                </a:lnTo>
                <a:lnTo>
                  <a:pt x="13936" y="10143"/>
                </a:lnTo>
                <a:lnTo>
                  <a:pt x="13834" y="10185"/>
                </a:lnTo>
                <a:lnTo>
                  <a:pt x="13729" y="10222"/>
                </a:lnTo>
                <a:lnTo>
                  <a:pt x="13623" y="10256"/>
                </a:lnTo>
                <a:lnTo>
                  <a:pt x="13514" y="10285"/>
                </a:lnTo>
                <a:lnTo>
                  <a:pt x="13405" y="10308"/>
                </a:lnTo>
                <a:lnTo>
                  <a:pt x="13294" y="10328"/>
                </a:lnTo>
                <a:lnTo>
                  <a:pt x="13181" y="10342"/>
                </a:lnTo>
                <a:lnTo>
                  <a:pt x="13068" y="10352"/>
                </a:lnTo>
                <a:lnTo>
                  <a:pt x="12954" y="10358"/>
                </a:lnTo>
                <a:lnTo>
                  <a:pt x="12839" y="10357"/>
                </a:lnTo>
                <a:lnTo>
                  <a:pt x="12723" y="10351"/>
                </a:lnTo>
                <a:lnTo>
                  <a:pt x="12608" y="10341"/>
                </a:lnTo>
                <a:lnTo>
                  <a:pt x="12492" y="10325"/>
                </a:lnTo>
                <a:lnTo>
                  <a:pt x="12466" y="10321"/>
                </a:lnTo>
                <a:lnTo>
                  <a:pt x="12442" y="10316"/>
                </a:lnTo>
                <a:lnTo>
                  <a:pt x="12416" y="10311"/>
                </a:lnTo>
                <a:lnTo>
                  <a:pt x="12392" y="10306"/>
                </a:lnTo>
                <a:lnTo>
                  <a:pt x="12366" y="10301"/>
                </a:lnTo>
                <a:lnTo>
                  <a:pt x="12342" y="10295"/>
                </a:lnTo>
                <a:lnTo>
                  <a:pt x="12318" y="10290"/>
                </a:lnTo>
                <a:lnTo>
                  <a:pt x="12293" y="10284"/>
                </a:lnTo>
                <a:lnTo>
                  <a:pt x="12269" y="10278"/>
                </a:lnTo>
                <a:lnTo>
                  <a:pt x="12245" y="10272"/>
                </a:lnTo>
                <a:lnTo>
                  <a:pt x="12221" y="10264"/>
                </a:lnTo>
                <a:lnTo>
                  <a:pt x="12197" y="10258"/>
                </a:lnTo>
                <a:lnTo>
                  <a:pt x="12174" y="10251"/>
                </a:lnTo>
                <a:lnTo>
                  <a:pt x="12150" y="10244"/>
                </a:lnTo>
                <a:lnTo>
                  <a:pt x="12127" y="10236"/>
                </a:lnTo>
                <a:lnTo>
                  <a:pt x="12103" y="10228"/>
                </a:lnTo>
                <a:lnTo>
                  <a:pt x="12080" y="10220"/>
                </a:lnTo>
                <a:lnTo>
                  <a:pt x="12057" y="10212"/>
                </a:lnTo>
                <a:lnTo>
                  <a:pt x="12034" y="10204"/>
                </a:lnTo>
                <a:lnTo>
                  <a:pt x="12012" y="10196"/>
                </a:lnTo>
                <a:lnTo>
                  <a:pt x="11989" y="10186"/>
                </a:lnTo>
                <a:lnTo>
                  <a:pt x="11967" y="10177"/>
                </a:lnTo>
                <a:lnTo>
                  <a:pt x="11944" y="10168"/>
                </a:lnTo>
                <a:lnTo>
                  <a:pt x="11923" y="10159"/>
                </a:lnTo>
                <a:lnTo>
                  <a:pt x="11900" y="10150"/>
                </a:lnTo>
                <a:lnTo>
                  <a:pt x="11879" y="10139"/>
                </a:lnTo>
                <a:lnTo>
                  <a:pt x="11858" y="10129"/>
                </a:lnTo>
                <a:lnTo>
                  <a:pt x="11836" y="10119"/>
                </a:lnTo>
                <a:lnTo>
                  <a:pt x="11815" y="10109"/>
                </a:lnTo>
                <a:lnTo>
                  <a:pt x="11793" y="10098"/>
                </a:lnTo>
                <a:lnTo>
                  <a:pt x="11773" y="10087"/>
                </a:lnTo>
                <a:lnTo>
                  <a:pt x="11751" y="10076"/>
                </a:lnTo>
                <a:lnTo>
                  <a:pt x="11757" y="10111"/>
                </a:lnTo>
                <a:lnTo>
                  <a:pt x="11761" y="10144"/>
                </a:lnTo>
                <a:lnTo>
                  <a:pt x="11764" y="10179"/>
                </a:lnTo>
                <a:lnTo>
                  <a:pt x="11766" y="10213"/>
                </a:lnTo>
                <a:lnTo>
                  <a:pt x="11768" y="10248"/>
                </a:lnTo>
                <a:lnTo>
                  <a:pt x="11769" y="10283"/>
                </a:lnTo>
                <a:lnTo>
                  <a:pt x="11768" y="10319"/>
                </a:lnTo>
                <a:lnTo>
                  <a:pt x="11767" y="10353"/>
                </a:lnTo>
                <a:lnTo>
                  <a:pt x="11765" y="10388"/>
                </a:lnTo>
                <a:lnTo>
                  <a:pt x="11763" y="10424"/>
                </a:lnTo>
                <a:lnTo>
                  <a:pt x="11759" y="10459"/>
                </a:lnTo>
                <a:lnTo>
                  <a:pt x="11753" y="10495"/>
                </a:lnTo>
                <a:lnTo>
                  <a:pt x="11748" y="10531"/>
                </a:lnTo>
                <a:lnTo>
                  <a:pt x="11742" y="10567"/>
                </a:lnTo>
                <a:lnTo>
                  <a:pt x="11734" y="10602"/>
                </a:lnTo>
                <a:lnTo>
                  <a:pt x="11726" y="10637"/>
                </a:lnTo>
                <a:lnTo>
                  <a:pt x="11705" y="10718"/>
                </a:lnTo>
                <a:lnTo>
                  <a:pt x="11678" y="10797"/>
                </a:lnTo>
                <a:lnTo>
                  <a:pt x="11647" y="10874"/>
                </a:lnTo>
                <a:lnTo>
                  <a:pt x="11613" y="10949"/>
                </a:lnTo>
                <a:lnTo>
                  <a:pt x="11574" y="11021"/>
                </a:lnTo>
                <a:lnTo>
                  <a:pt x="11532" y="11092"/>
                </a:lnTo>
                <a:lnTo>
                  <a:pt x="11486" y="11161"/>
                </a:lnTo>
                <a:lnTo>
                  <a:pt x="11437" y="11226"/>
                </a:lnTo>
                <a:lnTo>
                  <a:pt x="11385" y="11291"/>
                </a:lnTo>
                <a:lnTo>
                  <a:pt x="11329" y="11352"/>
                </a:lnTo>
                <a:lnTo>
                  <a:pt x="11271" y="11411"/>
                </a:lnTo>
                <a:lnTo>
                  <a:pt x="11210" y="11467"/>
                </a:lnTo>
                <a:lnTo>
                  <a:pt x="11146" y="11520"/>
                </a:lnTo>
                <a:lnTo>
                  <a:pt x="11079" y="11570"/>
                </a:lnTo>
                <a:lnTo>
                  <a:pt x="11010" y="11619"/>
                </a:lnTo>
                <a:lnTo>
                  <a:pt x="10938" y="11664"/>
                </a:lnTo>
                <a:lnTo>
                  <a:pt x="10865" y="11705"/>
                </a:lnTo>
                <a:lnTo>
                  <a:pt x="10789" y="11744"/>
                </a:lnTo>
                <a:lnTo>
                  <a:pt x="10711" y="11779"/>
                </a:lnTo>
                <a:lnTo>
                  <a:pt x="10632" y="11811"/>
                </a:lnTo>
                <a:lnTo>
                  <a:pt x="10551" y="11841"/>
                </a:lnTo>
                <a:lnTo>
                  <a:pt x="10468" y="11866"/>
                </a:lnTo>
                <a:lnTo>
                  <a:pt x="10385" y="11888"/>
                </a:lnTo>
                <a:lnTo>
                  <a:pt x="10300" y="11906"/>
                </a:lnTo>
                <a:lnTo>
                  <a:pt x="10214" y="11922"/>
                </a:lnTo>
                <a:lnTo>
                  <a:pt x="10127" y="11932"/>
                </a:lnTo>
                <a:lnTo>
                  <a:pt x="10039" y="11939"/>
                </a:lnTo>
                <a:lnTo>
                  <a:pt x="9950" y="11943"/>
                </a:lnTo>
                <a:lnTo>
                  <a:pt x="9861" y="11942"/>
                </a:lnTo>
                <a:lnTo>
                  <a:pt x="9772" y="11938"/>
                </a:lnTo>
                <a:lnTo>
                  <a:pt x="9682" y="11929"/>
                </a:lnTo>
                <a:lnTo>
                  <a:pt x="9592" y="11917"/>
                </a:lnTo>
                <a:lnTo>
                  <a:pt x="9540" y="11906"/>
                </a:lnTo>
                <a:lnTo>
                  <a:pt x="9489" y="11896"/>
                </a:lnTo>
                <a:lnTo>
                  <a:pt x="9439" y="11884"/>
                </a:lnTo>
                <a:lnTo>
                  <a:pt x="9389" y="11871"/>
                </a:lnTo>
                <a:lnTo>
                  <a:pt x="9340" y="11856"/>
                </a:lnTo>
                <a:lnTo>
                  <a:pt x="9292" y="11841"/>
                </a:lnTo>
                <a:lnTo>
                  <a:pt x="9245" y="11824"/>
                </a:lnTo>
                <a:lnTo>
                  <a:pt x="9198" y="11806"/>
                </a:lnTo>
                <a:lnTo>
                  <a:pt x="9152" y="11787"/>
                </a:lnTo>
                <a:lnTo>
                  <a:pt x="9108" y="11766"/>
                </a:lnTo>
                <a:lnTo>
                  <a:pt x="9064" y="11746"/>
                </a:lnTo>
                <a:lnTo>
                  <a:pt x="9021" y="11723"/>
                </a:lnTo>
                <a:lnTo>
                  <a:pt x="8978" y="11699"/>
                </a:lnTo>
                <a:lnTo>
                  <a:pt x="8937" y="11675"/>
                </a:lnTo>
                <a:lnTo>
                  <a:pt x="8896" y="11649"/>
                </a:lnTo>
                <a:lnTo>
                  <a:pt x="8857" y="11623"/>
                </a:lnTo>
                <a:lnTo>
                  <a:pt x="8819" y="11595"/>
                </a:lnTo>
                <a:lnTo>
                  <a:pt x="8781" y="11567"/>
                </a:lnTo>
                <a:lnTo>
                  <a:pt x="8744" y="11538"/>
                </a:lnTo>
                <a:lnTo>
                  <a:pt x="8709" y="11508"/>
                </a:lnTo>
                <a:lnTo>
                  <a:pt x="8674" y="11477"/>
                </a:lnTo>
                <a:lnTo>
                  <a:pt x="8640" y="11444"/>
                </a:lnTo>
                <a:lnTo>
                  <a:pt x="8608" y="11413"/>
                </a:lnTo>
                <a:lnTo>
                  <a:pt x="8577" y="11379"/>
                </a:lnTo>
                <a:lnTo>
                  <a:pt x="8547" y="11344"/>
                </a:lnTo>
                <a:lnTo>
                  <a:pt x="8517" y="11309"/>
                </a:lnTo>
                <a:lnTo>
                  <a:pt x="8489" y="11273"/>
                </a:lnTo>
                <a:lnTo>
                  <a:pt x="8462" y="11237"/>
                </a:lnTo>
                <a:lnTo>
                  <a:pt x="8436" y="11201"/>
                </a:lnTo>
                <a:lnTo>
                  <a:pt x="8412" y="11163"/>
                </a:lnTo>
                <a:lnTo>
                  <a:pt x="8388" y="11124"/>
                </a:lnTo>
                <a:lnTo>
                  <a:pt x="8366" y="11085"/>
                </a:lnTo>
                <a:lnTo>
                  <a:pt x="8304" y="11124"/>
                </a:lnTo>
                <a:lnTo>
                  <a:pt x="8241" y="11162"/>
                </a:lnTo>
                <a:lnTo>
                  <a:pt x="8175" y="11199"/>
                </a:lnTo>
                <a:lnTo>
                  <a:pt x="8109" y="11234"/>
                </a:lnTo>
                <a:lnTo>
                  <a:pt x="8041" y="11269"/>
                </a:lnTo>
                <a:lnTo>
                  <a:pt x="7971" y="11302"/>
                </a:lnTo>
                <a:lnTo>
                  <a:pt x="7901" y="11335"/>
                </a:lnTo>
                <a:lnTo>
                  <a:pt x="7830" y="11366"/>
                </a:lnTo>
                <a:lnTo>
                  <a:pt x="7756" y="11395"/>
                </a:lnTo>
                <a:lnTo>
                  <a:pt x="7683" y="11424"/>
                </a:lnTo>
                <a:lnTo>
                  <a:pt x="7607" y="11451"/>
                </a:lnTo>
                <a:lnTo>
                  <a:pt x="7531" y="11476"/>
                </a:lnTo>
                <a:lnTo>
                  <a:pt x="7453" y="11501"/>
                </a:lnTo>
                <a:lnTo>
                  <a:pt x="7375" y="11524"/>
                </a:lnTo>
                <a:lnTo>
                  <a:pt x="7295" y="11546"/>
                </a:lnTo>
                <a:lnTo>
                  <a:pt x="7214" y="11566"/>
                </a:lnTo>
                <a:lnTo>
                  <a:pt x="7133" y="11586"/>
                </a:lnTo>
                <a:lnTo>
                  <a:pt x="7050" y="11603"/>
                </a:lnTo>
                <a:lnTo>
                  <a:pt x="6968" y="11620"/>
                </a:lnTo>
                <a:lnTo>
                  <a:pt x="6884" y="11634"/>
                </a:lnTo>
                <a:lnTo>
                  <a:pt x="6799" y="11647"/>
                </a:lnTo>
                <a:lnTo>
                  <a:pt x="6714" y="11659"/>
                </a:lnTo>
                <a:lnTo>
                  <a:pt x="6628" y="11669"/>
                </a:lnTo>
                <a:lnTo>
                  <a:pt x="6541" y="11678"/>
                </a:lnTo>
                <a:lnTo>
                  <a:pt x="6454" y="11684"/>
                </a:lnTo>
                <a:lnTo>
                  <a:pt x="6366" y="11690"/>
                </a:lnTo>
                <a:lnTo>
                  <a:pt x="6277" y="11694"/>
                </a:lnTo>
                <a:lnTo>
                  <a:pt x="6188" y="11696"/>
                </a:lnTo>
                <a:lnTo>
                  <a:pt x="6099" y="11696"/>
                </a:lnTo>
                <a:lnTo>
                  <a:pt x="6009" y="11695"/>
                </a:lnTo>
                <a:lnTo>
                  <a:pt x="5919" y="11693"/>
                </a:lnTo>
                <a:lnTo>
                  <a:pt x="5828" y="11688"/>
                </a:lnTo>
                <a:lnTo>
                  <a:pt x="5668" y="11677"/>
                </a:lnTo>
                <a:lnTo>
                  <a:pt x="5510" y="11660"/>
                </a:lnTo>
                <a:lnTo>
                  <a:pt x="5356" y="11637"/>
                </a:lnTo>
                <a:lnTo>
                  <a:pt x="5205" y="11610"/>
                </a:lnTo>
                <a:lnTo>
                  <a:pt x="5057" y="11579"/>
                </a:lnTo>
                <a:lnTo>
                  <a:pt x="4912" y="11543"/>
                </a:lnTo>
                <a:lnTo>
                  <a:pt x="4773" y="11502"/>
                </a:lnTo>
                <a:lnTo>
                  <a:pt x="4636" y="11457"/>
                </a:lnTo>
                <a:lnTo>
                  <a:pt x="4503" y="11408"/>
                </a:lnTo>
                <a:lnTo>
                  <a:pt x="4376" y="11355"/>
                </a:lnTo>
                <a:lnTo>
                  <a:pt x="4252" y="11298"/>
                </a:lnTo>
                <a:lnTo>
                  <a:pt x="4133" y="11237"/>
                </a:lnTo>
                <a:lnTo>
                  <a:pt x="4020" y="11174"/>
                </a:lnTo>
                <a:lnTo>
                  <a:pt x="3911" y="11106"/>
                </a:lnTo>
                <a:lnTo>
                  <a:pt x="3807" y="11036"/>
                </a:lnTo>
                <a:lnTo>
                  <a:pt x="3708" y="10961"/>
                </a:lnTo>
                <a:lnTo>
                  <a:pt x="3615" y="10884"/>
                </a:lnTo>
                <a:lnTo>
                  <a:pt x="3528" y="10804"/>
                </a:lnTo>
                <a:lnTo>
                  <a:pt x="3447" y="10722"/>
                </a:lnTo>
                <a:lnTo>
                  <a:pt x="3371" y="10637"/>
                </a:lnTo>
                <a:lnTo>
                  <a:pt x="3302" y="10549"/>
                </a:lnTo>
                <a:lnTo>
                  <a:pt x="3239" y="10459"/>
                </a:lnTo>
                <a:lnTo>
                  <a:pt x="3182" y="10368"/>
                </a:lnTo>
                <a:lnTo>
                  <a:pt x="3133" y="10274"/>
                </a:lnTo>
                <a:lnTo>
                  <a:pt x="3091" y="10177"/>
                </a:lnTo>
                <a:lnTo>
                  <a:pt x="3055" y="10079"/>
                </a:lnTo>
                <a:lnTo>
                  <a:pt x="3026" y="9980"/>
                </a:lnTo>
                <a:lnTo>
                  <a:pt x="3006" y="9879"/>
                </a:lnTo>
                <a:lnTo>
                  <a:pt x="2993" y="9777"/>
                </a:lnTo>
                <a:lnTo>
                  <a:pt x="2987" y="9673"/>
                </a:lnTo>
                <a:lnTo>
                  <a:pt x="2990" y="9568"/>
                </a:lnTo>
                <a:lnTo>
                  <a:pt x="3000" y="9462"/>
                </a:lnTo>
                <a:lnTo>
                  <a:pt x="3001" y="9455"/>
                </a:lnTo>
                <a:lnTo>
                  <a:pt x="3003" y="9448"/>
                </a:lnTo>
                <a:lnTo>
                  <a:pt x="3004" y="9441"/>
                </a:lnTo>
                <a:lnTo>
                  <a:pt x="3005" y="9433"/>
                </a:lnTo>
                <a:lnTo>
                  <a:pt x="3006" y="9425"/>
                </a:lnTo>
                <a:lnTo>
                  <a:pt x="3007" y="9418"/>
                </a:lnTo>
                <a:lnTo>
                  <a:pt x="3009" y="9411"/>
                </a:lnTo>
                <a:lnTo>
                  <a:pt x="3010" y="9404"/>
                </a:lnTo>
                <a:lnTo>
                  <a:pt x="2973" y="9417"/>
                </a:lnTo>
                <a:lnTo>
                  <a:pt x="2937" y="9430"/>
                </a:lnTo>
                <a:lnTo>
                  <a:pt x="2900" y="9444"/>
                </a:lnTo>
                <a:lnTo>
                  <a:pt x="2862" y="9456"/>
                </a:lnTo>
                <a:lnTo>
                  <a:pt x="2824" y="9467"/>
                </a:lnTo>
                <a:lnTo>
                  <a:pt x="2787" y="9479"/>
                </a:lnTo>
                <a:lnTo>
                  <a:pt x="2749" y="9489"/>
                </a:lnTo>
                <a:lnTo>
                  <a:pt x="2711" y="9499"/>
                </a:lnTo>
                <a:lnTo>
                  <a:pt x="2672" y="9508"/>
                </a:lnTo>
                <a:lnTo>
                  <a:pt x="2634" y="9517"/>
                </a:lnTo>
                <a:lnTo>
                  <a:pt x="2595" y="9525"/>
                </a:lnTo>
                <a:lnTo>
                  <a:pt x="2556" y="9532"/>
                </a:lnTo>
                <a:lnTo>
                  <a:pt x="2517" y="9538"/>
                </a:lnTo>
                <a:lnTo>
                  <a:pt x="2478" y="9544"/>
                </a:lnTo>
                <a:lnTo>
                  <a:pt x="2438" y="9549"/>
                </a:lnTo>
                <a:lnTo>
                  <a:pt x="2399" y="9554"/>
                </a:lnTo>
                <a:lnTo>
                  <a:pt x="2359" y="9559"/>
                </a:lnTo>
                <a:lnTo>
                  <a:pt x="2318" y="9562"/>
                </a:lnTo>
                <a:lnTo>
                  <a:pt x="2279" y="9565"/>
                </a:lnTo>
                <a:lnTo>
                  <a:pt x="2239" y="9567"/>
                </a:lnTo>
                <a:lnTo>
                  <a:pt x="2198" y="9568"/>
                </a:lnTo>
                <a:lnTo>
                  <a:pt x="2158" y="9569"/>
                </a:lnTo>
                <a:lnTo>
                  <a:pt x="2118" y="9569"/>
                </a:lnTo>
                <a:lnTo>
                  <a:pt x="2077" y="9568"/>
                </a:lnTo>
                <a:lnTo>
                  <a:pt x="2036" y="9567"/>
                </a:lnTo>
                <a:lnTo>
                  <a:pt x="1995" y="9565"/>
                </a:lnTo>
                <a:lnTo>
                  <a:pt x="1955" y="9562"/>
                </a:lnTo>
                <a:lnTo>
                  <a:pt x="1914" y="9559"/>
                </a:lnTo>
                <a:lnTo>
                  <a:pt x="1873" y="9554"/>
                </a:lnTo>
                <a:lnTo>
                  <a:pt x="1832" y="9549"/>
                </a:lnTo>
                <a:lnTo>
                  <a:pt x="1791" y="9544"/>
                </a:lnTo>
                <a:lnTo>
                  <a:pt x="1750" y="9537"/>
                </a:lnTo>
                <a:lnTo>
                  <a:pt x="1641" y="9517"/>
                </a:lnTo>
                <a:lnTo>
                  <a:pt x="1534" y="9491"/>
                </a:lnTo>
                <a:lnTo>
                  <a:pt x="1431" y="9461"/>
                </a:lnTo>
                <a:lnTo>
                  <a:pt x="1329" y="9426"/>
                </a:lnTo>
                <a:lnTo>
                  <a:pt x="1231" y="9387"/>
                </a:lnTo>
                <a:lnTo>
                  <a:pt x="1135" y="9344"/>
                </a:lnTo>
                <a:lnTo>
                  <a:pt x="1043" y="9297"/>
                </a:lnTo>
                <a:lnTo>
                  <a:pt x="955" y="9246"/>
                </a:lnTo>
                <a:lnTo>
                  <a:pt x="868" y="9191"/>
                </a:lnTo>
                <a:lnTo>
                  <a:pt x="786" y="9132"/>
                </a:lnTo>
                <a:lnTo>
                  <a:pt x="707" y="9071"/>
                </a:lnTo>
                <a:lnTo>
                  <a:pt x="631" y="9005"/>
                </a:lnTo>
                <a:lnTo>
                  <a:pt x="560" y="8937"/>
                </a:lnTo>
                <a:lnTo>
                  <a:pt x="492" y="8866"/>
                </a:lnTo>
                <a:lnTo>
                  <a:pt x="428" y="8791"/>
                </a:lnTo>
                <a:lnTo>
                  <a:pt x="368" y="8714"/>
                </a:lnTo>
                <a:lnTo>
                  <a:pt x="312" y="8635"/>
                </a:lnTo>
                <a:lnTo>
                  <a:pt x="260" y="8553"/>
                </a:lnTo>
                <a:lnTo>
                  <a:pt x="213" y="8468"/>
                </a:lnTo>
                <a:lnTo>
                  <a:pt x="170" y="8382"/>
                </a:lnTo>
                <a:lnTo>
                  <a:pt x="132" y="8292"/>
                </a:lnTo>
                <a:lnTo>
                  <a:pt x="98" y="8202"/>
                </a:lnTo>
                <a:lnTo>
                  <a:pt x="69" y="8110"/>
                </a:lnTo>
                <a:lnTo>
                  <a:pt x="45" y="8016"/>
                </a:lnTo>
                <a:lnTo>
                  <a:pt x="27" y="7921"/>
                </a:lnTo>
                <a:lnTo>
                  <a:pt x="12" y="7823"/>
                </a:lnTo>
                <a:lnTo>
                  <a:pt x="3" y="7726"/>
                </a:lnTo>
                <a:lnTo>
                  <a:pt x="0" y="7627"/>
                </a:lnTo>
                <a:lnTo>
                  <a:pt x="2" y="7527"/>
                </a:lnTo>
                <a:lnTo>
                  <a:pt x="9" y="7427"/>
                </a:lnTo>
                <a:lnTo>
                  <a:pt x="22" y="7325"/>
                </a:lnTo>
                <a:lnTo>
                  <a:pt x="42" y="7224"/>
                </a:lnTo>
                <a:lnTo>
                  <a:pt x="59" y="7149"/>
                </a:lnTo>
                <a:lnTo>
                  <a:pt x="80" y="7076"/>
                </a:lnTo>
                <a:lnTo>
                  <a:pt x="102" y="7005"/>
                </a:lnTo>
                <a:lnTo>
                  <a:pt x="128" y="6934"/>
                </a:lnTo>
                <a:lnTo>
                  <a:pt x="156" y="6864"/>
                </a:lnTo>
                <a:lnTo>
                  <a:pt x="187" y="6797"/>
                </a:lnTo>
                <a:lnTo>
                  <a:pt x="220" y="6730"/>
                </a:lnTo>
                <a:lnTo>
                  <a:pt x="256" y="6665"/>
                </a:lnTo>
                <a:lnTo>
                  <a:pt x="295" y="6601"/>
                </a:lnTo>
                <a:lnTo>
                  <a:pt x="336" y="6539"/>
                </a:lnTo>
                <a:lnTo>
                  <a:pt x="378" y="6477"/>
                </a:lnTo>
                <a:lnTo>
                  <a:pt x="423" y="6418"/>
                </a:lnTo>
                <a:lnTo>
                  <a:pt x="470" y="6359"/>
                </a:lnTo>
                <a:lnTo>
                  <a:pt x="519" y="6304"/>
                </a:lnTo>
                <a:lnTo>
                  <a:pt x="571" y="6249"/>
                </a:lnTo>
                <a:lnTo>
                  <a:pt x="624" y="6197"/>
                </a:lnTo>
                <a:lnTo>
                  <a:pt x="679" y="6145"/>
                </a:lnTo>
                <a:lnTo>
                  <a:pt x="736" y="6096"/>
                </a:lnTo>
                <a:lnTo>
                  <a:pt x="795" y="6048"/>
                </a:lnTo>
                <a:lnTo>
                  <a:pt x="856" y="6003"/>
                </a:lnTo>
                <a:lnTo>
                  <a:pt x="917" y="5959"/>
                </a:lnTo>
                <a:lnTo>
                  <a:pt x="981" y="5917"/>
                </a:lnTo>
                <a:lnTo>
                  <a:pt x="1047" y="5878"/>
                </a:lnTo>
                <a:lnTo>
                  <a:pt x="1113" y="5840"/>
                </a:lnTo>
                <a:lnTo>
                  <a:pt x="1181" y="5804"/>
                </a:lnTo>
                <a:lnTo>
                  <a:pt x="1250" y="5770"/>
                </a:lnTo>
                <a:lnTo>
                  <a:pt x="1321" y="5740"/>
                </a:lnTo>
                <a:lnTo>
                  <a:pt x="1392" y="5711"/>
                </a:lnTo>
                <a:lnTo>
                  <a:pt x="1465" y="5683"/>
                </a:lnTo>
                <a:lnTo>
                  <a:pt x="1539" y="5659"/>
                </a:lnTo>
                <a:lnTo>
                  <a:pt x="1614" y="5637"/>
                </a:lnTo>
                <a:lnTo>
                  <a:pt x="1690" y="5618"/>
                </a:lnTo>
                <a:lnTo>
                  <a:pt x="1659" y="5574"/>
                </a:lnTo>
                <a:lnTo>
                  <a:pt x="1629" y="5529"/>
                </a:lnTo>
                <a:lnTo>
                  <a:pt x="1600" y="5484"/>
                </a:lnTo>
                <a:lnTo>
                  <a:pt x="1573" y="5437"/>
                </a:lnTo>
                <a:lnTo>
                  <a:pt x="1546" y="5391"/>
                </a:lnTo>
                <a:lnTo>
                  <a:pt x="1522" y="5344"/>
                </a:lnTo>
                <a:lnTo>
                  <a:pt x="1498" y="5296"/>
                </a:lnTo>
                <a:lnTo>
                  <a:pt x="1475" y="5248"/>
                </a:lnTo>
                <a:lnTo>
                  <a:pt x="1454" y="5199"/>
                </a:lnTo>
                <a:lnTo>
                  <a:pt x="1434" y="5150"/>
                </a:lnTo>
                <a:lnTo>
                  <a:pt x="1415" y="5099"/>
                </a:lnTo>
                <a:lnTo>
                  <a:pt x="1397" y="5049"/>
                </a:lnTo>
                <a:lnTo>
                  <a:pt x="1381" y="4998"/>
                </a:lnTo>
                <a:lnTo>
                  <a:pt x="1367" y="4947"/>
                </a:lnTo>
                <a:lnTo>
                  <a:pt x="1353" y="4895"/>
                </a:lnTo>
                <a:lnTo>
                  <a:pt x="1340" y="4842"/>
                </a:lnTo>
                <a:lnTo>
                  <a:pt x="1330" y="4790"/>
                </a:lnTo>
                <a:lnTo>
                  <a:pt x="1320" y="4737"/>
                </a:lnTo>
                <a:lnTo>
                  <a:pt x="1312" y="4683"/>
                </a:lnTo>
                <a:lnTo>
                  <a:pt x="1306" y="4629"/>
                </a:lnTo>
                <a:lnTo>
                  <a:pt x="1301" y="4575"/>
                </a:lnTo>
                <a:lnTo>
                  <a:pt x="1296" y="4521"/>
                </a:lnTo>
                <a:lnTo>
                  <a:pt x="1294" y="4466"/>
                </a:lnTo>
                <a:lnTo>
                  <a:pt x="1293" y="4411"/>
                </a:lnTo>
                <a:lnTo>
                  <a:pt x="1293" y="4356"/>
                </a:lnTo>
                <a:lnTo>
                  <a:pt x="1295" y="4300"/>
                </a:lnTo>
                <a:lnTo>
                  <a:pt x="1299" y="4244"/>
                </a:lnTo>
                <a:lnTo>
                  <a:pt x="1305" y="4189"/>
                </a:lnTo>
                <a:lnTo>
                  <a:pt x="1312" y="4132"/>
                </a:lnTo>
                <a:lnTo>
                  <a:pt x="1320" y="4076"/>
                </a:lnTo>
                <a:lnTo>
                  <a:pt x="1329" y="4020"/>
                </a:lnTo>
                <a:lnTo>
                  <a:pt x="1340" y="3963"/>
                </a:lnTo>
                <a:lnTo>
                  <a:pt x="1369" y="3850"/>
                </a:lnTo>
                <a:lnTo>
                  <a:pt x="1401" y="3739"/>
                </a:lnTo>
                <a:lnTo>
                  <a:pt x="1441" y="3630"/>
                </a:lnTo>
                <a:lnTo>
                  <a:pt x="1486" y="3524"/>
                </a:lnTo>
                <a:lnTo>
                  <a:pt x="1536" y="3420"/>
                </a:lnTo>
                <a:lnTo>
                  <a:pt x="1591" y="3320"/>
                </a:lnTo>
                <a:lnTo>
                  <a:pt x="1650" y="3223"/>
                </a:lnTo>
                <a:lnTo>
                  <a:pt x="1716" y="3127"/>
                </a:lnTo>
                <a:lnTo>
                  <a:pt x="1785" y="3036"/>
                </a:lnTo>
                <a:lnTo>
                  <a:pt x="1858" y="2948"/>
                </a:lnTo>
                <a:lnTo>
                  <a:pt x="1937" y="2863"/>
                </a:lnTo>
                <a:lnTo>
                  <a:pt x="2019" y="2782"/>
                </a:lnTo>
                <a:lnTo>
                  <a:pt x="2105" y="2704"/>
                </a:lnTo>
                <a:lnTo>
                  <a:pt x="2195" y="2631"/>
                </a:lnTo>
                <a:lnTo>
                  <a:pt x="2288" y="2561"/>
                </a:lnTo>
                <a:lnTo>
                  <a:pt x="2385" y="2494"/>
                </a:lnTo>
                <a:lnTo>
                  <a:pt x="2484" y="2433"/>
                </a:lnTo>
                <a:lnTo>
                  <a:pt x="2587" y="2376"/>
                </a:lnTo>
                <a:lnTo>
                  <a:pt x="2693" y="2322"/>
                </a:lnTo>
                <a:lnTo>
                  <a:pt x="2801" y="2274"/>
                </a:lnTo>
                <a:lnTo>
                  <a:pt x="2911" y="2230"/>
                </a:lnTo>
                <a:lnTo>
                  <a:pt x="3024" y="2191"/>
                </a:lnTo>
                <a:lnTo>
                  <a:pt x="3139" y="2157"/>
                </a:lnTo>
                <a:lnTo>
                  <a:pt x="3256" y="2128"/>
                </a:lnTo>
                <a:lnTo>
                  <a:pt x="3374" y="2104"/>
                </a:lnTo>
                <a:lnTo>
                  <a:pt x="3495" y="2085"/>
                </a:lnTo>
                <a:lnTo>
                  <a:pt x="3616" y="2071"/>
                </a:lnTo>
                <a:lnTo>
                  <a:pt x="3738" y="2064"/>
                </a:lnTo>
                <a:lnTo>
                  <a:pt x="3862" y="2061"/>
                </a:lnTo>
                <a:lnTo>
                  <a:pt x="3985" y="2065"/>
                </a:lnTo>
                <a:lnTo>
                  <a:pt x="4111" y="2074"/>
                </a:lnTo>
                <a:lnTo>
                  <a:pt x="4235" y="2090"/>
                </a:lnTo>
                <a:lnTo>
                  <a:pt x="4256" y="2094"/>
                </a:lnTo>
                <a:lnTo>
                  <a:pt x="4278" y="2097"/>
                </a:lnTo>
                <a:lnTo>
                  <a:pt x="4299" y="2100"/>
                </a:lnTo>
                <a:lnTo>
                  <a:pt x="4321" y="2104"/>
                </a:lnTo>
                <a:lnTo>
                  <a:pt x="4342" y="2108"/>
                </a:lnTo>
                <a:lnTo>
                  <a:pt x="4363" y="2112"/>
                </a:lnTo>
                <a:lnTo>
                  <a:pt x="4384" y="2116"/>
                </a:lnTo>
                <a:lnTo>
                  <a:pt x="4404" y="2120"/>
                </a:lnTo>
                <a:lnTo>
                  <a:pt x="4425" y="2126"/>
                </a:lnTo>
                <a:lnTo>
                  <a:pt x="4446" y="2131"/>
                </a:lnTo>
                <a:lnTo>
                  <a:pt x="4467" y="2135"/>
                </a:lnTo>
                <a:lnTo>
                  <a:pt x="4487" y="2140"/>
                </a:lnTo>
                <a:lnTo>
                  <a:pt x="4507" y="2145"/>
                </a:lnTo>
                <a:lnTo>
                  <a:pt x="4528" y="2151"/>
                </a:lnTo>
                <a:lnTo>
                  <a:pt x="4548" y="2156"/>
                </a:lnTo>
                <a:lnTo>
                  <a:pt x="4568" y="2162"/>
                </a:lnTo>
                <a:lnTo>
                  <a:pt x="4588" y="2168"/>
                </a:lnTo>
                <a:lnTo>
                  <a:pt x="4608" y="2174"/>
                </a:lnTo>
                <a:lnTo>
                  <a:pt x="4628" y="2180"/>
                </a:lnTo>
                <a:lnTo>
                  <a:pt x="4648" y="2186"/>
                </a:lnTo>
                <a:lnTo>
                  <a:pt x="4668" y="2193"/>
                </a:lnTo>
                <a:lnTo>
                  <a:pt x="4687" y="2199"/>
                </a:lnTo>
                <a:lnTo>
                  <a:pt x="4706" y="2207"/>
                </a:lnTo>
                <a:lnTo>
                  <a:pt x="4726" y="2213"/>
                </a:lnTo>
                <a:lnTo>
                  <a:pt x="4745" y="2220"/>
                </a:lnTo>
                <a:lnTo>
                  <a:pt x="4764" y="2227"/>
                </a:lnTo>
                <a:lnTo>
                  <a:pt x="4784" y="2234"/>
                </a:lnTo>
                <a:lnTo>
                  <a:pt x="4802" y="2242"/>
                </a:lnTo>
                <a:lnTo>
                  <a:pt x="4822" y="2250"/>
                </a:lnTo>
                <a:lnTo>
                  <a:pt x="4840" y="2258"/>
                </a:lnTo>
                <a:lnTo>
                  <a:pt x="4859" y="2265"/>
                </a:lnTo>
                <a:lnTo>
                  <a:pt x="4878" y="2273"/>
                </a:lnTo>
                <a:lnTo>
                  <a:pt x="4879" y="2269"/>
                </a:lnTo>
                <a:lnTo>
                  <a:pt x="4880" y="2266"/>
                </a:lnTo>
                <a:lnTo>
                  <a:pt x="4880" y="2262"/>
                </a:lnTo>
                <a:lnTo>
                  <a:pt x="4881" y="2258"/>
                </a:lnTo>
                <a:lnTo>
                  <a:pt x="4882" y="2254"/>
                </a:lnTo>
                <a:lnTo>
                  <a:pt x="4883" y="2250"/>
                </a:lnTo>
                <a:lnTo>
                  <a:pt x="4884" y="2245"/>
                </a:lnTo>
                <a:lnTo>
                  <a:pt x="4884" y="2242"/>
                </a:lnTo>
                <a:lnTo>
                  <a:pt x="4905" y="2156"/>
                </a:lnTo>
                <a:lnTo>
                  <a:pt x="4930" y="2073"/>
                </a:lnTo>
                <a:lnTo>
                  <a:pt x="4958" y="1991"/>
                </a:lnTo>
                <a:lnTo>
                  <a:pt x="4990" y="1912"/>
                </a:lnTo>
                <a:lnTo>
                  <a:pt x="5025" y="1834"/>
                </a:lnTo>
                <a:lnTo>
                  <a:pt x="5062" y="1757"/>
                </a:lnTo>
                <a:lnTo>
                  <a:pt x="5103" y="1683"/>
                </a:lnTo>
                <a:lnTo>
                  <a:pt x="5147" y="1611"/>
                </a:lnTo>
                <a:lnTo>
                  <a:pt x="5193" y="1542"/>
                </a:lnTo>
                <a:lnTo>
                  <a:pt x="5243" y="1474"/>
                </a:lnTo>
                <a:lnTo>
                  <a:pt x="5294" y="1410"/>
                </a:lnTo>
                <a:lnTo>
                  <a:pt x="5349" y="1348"/>
                </a:lnTo>
                <a:lnTo>
                  <a:pt x="5405" y="1288"/>
                </a:lnTo>
                <a:lnTo>
                  <a:pt x="5464" y="1231"/>
                </a:lnTo>
                <a:lnTo>
                  <a:pt x="5524" y="1177"/>
                </a:lnTo>
                <a:lnTo>
                  <a:pt x="5588" y="1127"/>
                </a:lnTo>
                <a:lnTo>
                  <a:pt x="5652" y="1079"/>
                </a:lnTo>
                <a:lnTo>
                  <a:pt x="5718" y="1034"/>
                </a:lnTo>
                <a:lnTo>
                  <a:pt x="5785" y="992"/>
                </a:lnTo>
                <a:lnTo>
                  <a:pt x="5856" y="954"/>
                </a:lnTo>
                <a:lnTo>
                  <a:pt x="5926" y="919"/>
                </a:lnTo>
                <a:lnTo>
                  <a:pt x="5998" y="887"/>
                </a:lnTo>
                <a:lnTo>
                  <a:pt x="6071" y="859"/>
                </a:lnTo>
                <a:lnTo>
                  <a:pt x="6146" y="836"/>
                </a:lnTo>
                <a:lnTo>
                  <a:pt x="6220" y="815"/>
                </a:lnTo>
                <a:lnTo>
                  <a:pt x="6296" y="799"/>
                </a:lnTo>
                <a:lnTo>
                  <a:pt x="6373" y="787"/>
                </a:lnTo>
                <a:lnTo>
                  <a:pt x="6449" y="779"/>
                </a:lnTo>
                <a:lnTo>
                  <a:pt x="6527" y="774"/>
                </a:lnTo>
                <a:lnTo>
                  <a:pt x="6605" y="774"/>
                </a:lnTo>
                <a:lnTo>
                  <a:pt x="6682" y="779"/>
                </a:lnTo>
                <a:lnTo>
                  <a:pt x="6761" y="788"/>
                </a:lnTo>
                <a:lnTo>
                  <a:pt x="6785" y="792"/>
                </a:lnTo>
                <a:lnTo>
                  <a:pt x="6810" y="796"/>
                </a:lnTo>
                <a:lnTo>
                  <a:pt x="6833" y="801"/>
                </a:lnTo>
                <a:lnTo>
                  <a:pt x="6857" y="806"/>
                </a:lnTo>
                <a:lnTo>
                  <a:pt x="6881" y="811"/>
                </a:lnTo>
                <a:lnTo>
                  <a:pt x="6904" y="817"/>
                </a:lnTo>
                <a:lnTo>
                  <a:pt x="6928" y="824"/>
                </a:lnTo>
                <a:lnTo>
                  <a:pt x="6951" y="830"/>
                </a:lnTo>
                <a:lnTo>
                  <a:pt x="6974" y="837"/>
                </a:lnTo>
                <a:lnTo>
                  <a:pt x="6996" y="844"/>
                </a:lnTo>
                <a:lnTo>
                  <a:pt x="7019" y="852"/>
                </a:lnTo>
                <a:lnTo>
                  <a:pt x="7041" y="860"/>
                </a:lnTo>
                <a:lnTo>
                  <a:pt x="7064" y="870"/>
                </a:lnTo>
                <a:lnTo>
                  <a:pt x="7085" y="878"/>
                </a:lnTo>
                <a:lnTo>
                  <a:pt x="7106" y="888"/>
                </a:lnTo>
                <a:lnTo>
                  <a:pt x="7128" y="897"/>
                </a:lnTo>
                <a:lnTo>
                  <a:pt x="7149" y="908"/>
                </a:lnTo>
                <a:lnTo>
                  <a:pt x="7171" y="918"/>
                </a:lnTo>
                <a:lnTo>
                  <a:pt x="7191" y="929"/>
                </a:lnTo>
                <a:lnTo>
                  <a:pt x="7211" y="940"/>
                </a:lnTo>
                <a:lnTo>
                  <a:pt x="7232" y="952"/>
                </a:lnTo>
                <a:lnTo>
                  <a:pt x="7251" y="964"/>
                </a:lnTo>
                <a:lnTo>
                  <a:pt x="7272" y="976"/>
                </a:lnTo>
                <a:lnTo>
                  <a:pt x="7291" y="989"/>
                </a:lnTo>
                <a:lnTo>
                  <a:pt x="7310" y="1002"/>
                </a:lnTo>
                <a:lnTo>
                  <a:pt x="7330" y="1015"/>
                </a:lnTo>
                <a:lnTo>
                  <a:pt x="7348" y="1028"/>
                </a:lnTo>
                <a:lnTo>
                  <a:pt x="7366" y="1043"/>
                </a:lnTo>
                <a:lnTo>
                  <a:pt x="7385" y="1057"/>
                </a:lnTo>
                <a:lnTo>
                  <a:pt x="7403" y="1072"/>
                </a:lnTo>
                <a:lnTo>
                  <a:pt x="7421" y="1086"/>
                </a:lnTo>
                <a:lnTo>
                  <a:pt x="7438" y="1101"/>
                </a:lnTo>
                <a:close/>
              </a:path>
            </a:pathLst>
          </a:custGeom>
          <a:solidFill>
            <a:srgbClr val="C3CCD3"/>
          </a:solidFill>
          <a:ln>
            <a:noFill/>
          </a:ln>
          <a:effectLst>
            <a:outerShdw dist="40161" dir="4293903" algn="ctr" rotWithShape="0">
              <a:srgbClr val="666633"/>
            </a:outerShdw>
          </a:effectLst>
          <a:extLst>
            <a:ext uri="{91240B29-F687-4F45-9708-019B960494DF}">
              <a14:hiddenLine xmlns:a14="http://schemas.microsoft.com/office/drawing/2010/main" w="9525">
                <a:solidFill>
                  <a:schemeClr val="tx1"/>
                </a:solidFill>
                <a:prstDash val="solid"/>
                <a:round/>
              </a14:hiddenLine>
            </a:ext>
          </a:extLst>
        </p:spPr>
        <p:txBody>
          <a:bodyPr wrap="square" lIns="22467" tIns="11234" rIns="22467" bIns="11234" anchor="ctr" anchorCtr="1">
            <a:spAutoFit/>
          </a:bodyPr>
          <a:lstStyle/>
          <a:p>
            <a:endParaRPr lang="zh-CN" altLang="en-US" dirty="0">
              <a:latin typeface="微软雅黑 Light" panose="020B0502040204020203" pitchFamily="34" charset="-122"/>
              <a:ea typeface="微软雅黑 Light" panose="020B0502040204020203" pitchFamily="34" charset="-122"/>
            </a:endParaRPr>
          </a:p>
        </p:txBody>
      </p:sp>
      <p:sp>
        <p:nvSpPr>
          <p:cNvPr id="818178" name="Rectangle 2"/>
          <p:cNvSpPr>
            <a:spLocks noGrp="1" noChangeArrowheads="1"/>
          </p:cNvSpPr>
          <p:nvPr>
            <p:ph type="title"/>
          </p:nvPr>
        </p:nvSpPr>
        <p:spPr/>
        <p:txBody>
          <a:bodyPr/>
          <a:lstStyle/>
          <a:p>
            <a:r>
              <a:rPr lang="zh-CN" altLang="en-US"/>
              <a:t>多播路由器</a:t>
            </a:r>
            <a:endParaRPr lang="zh-CN" altLang="en-US"/>
          </a:p>
        </p:txBody>
      </p:sp>
      <p:sp>
        <p:nvSpPr>
          <p:cNvPr id="818209" name="Line 33"/>
          <p:cNvSpPr>
            <a:spLocks noChangeShapeType="1"/>
          </p:cNvSpPr>
          <p:nvPr/>
        </p:nvSpPr>
        <p:spPr bwMode="auto">
          <a:xfrm>
            <a:off x="2308225" y="5021263"/>
            <a:ext cx="604838"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latin typeface="微软雅黑 Light" panose="020B0502040204020203" pitchFamily="34" charset="-122"/>
              <a:ea typeface="微软雅黑 Light" panose="020B0502040204020203" pitchFamily="34" charset="-122"/>
            </a:endParaRPr>
          </a:p>
        </p:txBody>
      </p:sp>
      <p:sp>
        <p:nvSpPr>
          <p:cNvPr id="818210" name="Line 34"/>
          <p:cNvSpPr>
            <a:spLocks noChangeShapeType="1"/>
          </p:cNvSpPr>
          <p:nvPr/>
        </p:nvSpPr>
        <p:spPr bwMode="auto">
          <a:xfrm>
            <a:off x="2308225" y="3694113"/>
            <a:ext cx="604838"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latin typeface="微软雅黑 Light" panose="020B0502040204020203" pitchFamily="34" charset="-122"/>
              <a:ea typeface="微软雅黑 Light" panose="020B0502040204020203" pitchFamily="34" charset="-122"/>
            </a:endParaRPr>
          </a:p>
        </p:txBody>
      </p:sp>
      <p:sp>
        <p:nvSpPr>
          <p:cNvPr id="818214" name="Line 38"/>
          <p:cNvSpPr>
            <a:spLocks noChangeShapeType="1"/>
          </p:cNvSpPr>
          <p:nvPr/>
        </p:nvSpPr>
        <p:spPr bwMode="auto">
          <a:xfrm>
            <a:off x="9150350" y="4751388"/>
            <a:ext cx="603250"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latin typeface="微软雅黑 Light" panose="020B0502040204020203" pitchFamily="34" charset="-122"/>
              <a:ea typeface="微软雅黑 Light" panose="020B0502040204020203" pitchFamily="34" charset="-122"/>
            </a:endParaRPr>
          </a:p>
        </p:txBody>
      </p:sp>
      <p:sp>
        <p:nvSpPr>
          <p:cNvPr id="818215" name="Line 39"/>
          <p:cNvSpPr>
            <a:spLocks noChangeShapeType="1"/>
          </p:cNvSpPr>
          <p:nvPr/>
        </p:nvSpPr>
        <p:spPr bwMode="auto">
          <a:xfrm>
            <a:off x="9150351" y="3424238"/>
            <a:ext cx="517525"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latin typeface="微软雅黑 Light" panose="020B0502040204020203" pitchFamily="34" charset="-122"/>
              <a:ea typeface="微软雅黑 Light" panose="020B0502040204020203" pitchFamily="34" charset="-122"/>
            </a:endParaRPr>
          </a:p>
        </p:txBody>
      </p:sp>
      <p:sp>
        <p:nvSpPr>
          <p:cNvPr id="818216" name="Line 40"/>
          <p:cNvSpPr>
            <a:spLocks noChangeShapeType="1"/>
          </p:cNvSpPr>
          <p:nvPr/>
        </p:nvSpPr>
        <p:spPr bwMode="auto">
          <a:xfrm flipV="1">
            <a:off x="6800850" y="1906588"/>
            <a:ext cx="0" cy="5715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latin typeface="微软雅黑 Light" panose="020B0502040204020203" pitchFamily="34" charset="-122"/>
              <a:ea typeface="微软雅黑 Light" panose="020B0502040204020203" pitchFamily="34" charset="-122"/>
            </a:endParaRPr>
          </a:p>
        </p:txBody>
      </p:sp>
      <p:sp>
        <p:nvSpPr>
          <p:cNvPr id="818217" name="Line 41"/>
          <p:cNvSpPr>
            <a:spLocks noChangeShapeType="1"/>
          </p:cNvSpPr>
          <p:nvPr/>
        </p:nvSpPr>
        <p:spPr bwMode="auto">
          <a:xfrm flipV="1">
            <a:off x="5246688" y="1906588"/>
            <a:ext cx="0" cy="5715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latin typeface="微软雅黑 Light" panose="020B0502040204020203" pitchFamily="34" charset="-122"/>
              <a:ea typeface="微软雅黑 Light" panose="020B0502040204020203" pitchFamily="34" charset="-122"/>
            </a:endParaRPr>
          </a:p>
        </p:txBody>
      </p:sp>
      <p:sp>
        <p:nvSpPr>
          <p:cNvPr id="818220" name="Text Box 44"/>
          <p:cNvSpPr txBox="1">
            <a:spLocks noChangeArrowheads="1"/>
          </p:cNvSpPr>
          <p:nvPr/>
        </p:nvSpPr>
        <p:spPr bwMode="auto">
          <a:xfrm>
            <a:off x="6078539" y="1052514"/>
            <a:ext cx="1617751"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dirty="0">
                <a:latin typeface="微软雅黑 Light" panose="020B0502040204020203" pitchFamily="34" charset="-122"/>
                <a:ea typeface="微软雅黑 Light" panose="020B0502040204020203" pitchFamily="34" charset="-122"/>
              </a:rPr>
              <a:t>128.56.24.34</a:t>
            </a:r>
            <a:endParaRPr lang="en-US" altLang="zh-CN" dirty="0">
              <a:latin typeface="微软雅黑 Light" panose="020B0502040204020203" pitchFamily="34" charset="-122"/>
              <a:ea typeface="微软雅黑 Light" panose="020B0502040204020203" pitchFamily="34" charset="-122"/>
            </a:endParaRPr>
          </a:p>
        </p:txBody>
      </p:sp>
      <p:sp>
        <p:nvSpPr>
          <p:cNvPr id="818221" name="Text Box 45"/>
          <p:cNvSpPr txBox="1">
            <a:spLocks noChangeArrowheads="1"/>
          </p:cNvSpPr>
          <p:nvPr/>
        </p:nvSpPr>
        <p:spPr bwMode="auto">
          <a:xfrm>
            <a:off x="1609725" y="2878139"/>
            <a:ext cx="160332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dirty="0">
                <a:latin typeface="微软雅黑 Light" panose="020B0502040204020203" pitchFamily="34" charset="-122"/>
                <a:ea typeface="微软雅黑 Light" panose="020B0502040204020203" pitchFamily="34" charset="-122"/>
              </a:rPr>
              <a:t>135.27.74.52</a:t>
            </a:r>
            <a:endParaRPr lang="en-US" altLang="zh-CN" dirty="0">
              <a:latin typeface="微软雅黑 Light" panose="020B0502040204020203" pitchFamily="34" charset="-122"/>
              <a:ea typeface="微软雅黑 Light" panose="020B0502040204020203" pitchFamily="34" charset="-122"/>
            </a:endParaRPr>
          </a:p>
        </p:txBody>
      </p:sp>
      <p:sp>
        <p:nvSpPr>
          <p:cNvPr id="818222" name="Text Box 46"/>
          <p:cNvSpPr txBox="1">
            <a:spLocks noChangeArrowheads="1"/>
          </p:cNvSpPr>
          <p:nvPr/>
        </p:nvSpPr>
        <p:spPr bwMode="auto">
          <a:xfrm>
            <a:off x="8931275" y="2565401"/>
            <a:ext cx="153118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dirty="0">
                <a:latin typeface="微软雅黑 Light" panose="020B0502040204020203" pitchFamily="34" charset="-122"/>
                <a:ea typeface="微软雅黑 Light" panose="020B0502040204020203" pitchFamily="34" charset="-122"/>
              </a:rPr>
              <a:t>130.12.14.56</a:t>
            </a:r>
            <a:endParaRPr lang="en-US" altLang="zh-CN" dirty="0">
              <a:latin typeface="微软雅黑 Light" panose="020B0502040204020203" pitchFamily="34" charset="-122"/>
              <a:ea typeface="微软雅黑 Light" panose="020B0502040204020203" pitchFamily="34" charset="-122"/>
            </a:endParaRPr>
          </a:p>
        </p:txBody>
      </p:sp>
      <p:sp>
        <p:nvSpPr>
          <p:cNvPr id="818223" name="Text Box 47"/>
          <p:cNvSpPr txBox="1">
            <a:spLocks noChangeArrowheads="1"/>
          </p:cNvSpPr>
          <p:nvPr/>
        </p:nvSpPr>
        <p:spPr bwMode="auto">
          <a:xfrm>
            <a:off x="8931275" y="4868864"/>
            <a:ext cx="153118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dirty="0">
                <a:latin typeface="微软雅黑 Light" panose="020B0502040204020203" pitchFamily="34" charset="-122"/>
                <a:ea typeface="微软雅黑 Light" panose="020B0502040204020203" pitchFamily="34" charset="-122"/>
              </a:rPr>
              <a:t>130.12.14.43</a:t>
            </a:r>
            <a:endParaRPr lang="en-US" altLang="zh-CN" dirty="0">
              <a:latin typeface="微软雅黑 Light" panose="020B0502040204020203" pitchFamily="34" charset="-122"/>
              <a:ea typeface="微软雅黑 Light" panose="020B0502040204020203" pitchFamily="34" charset="-122"/>
            </a:endParaRPr>
          </a:p>
        </p:txBody>
      </p:sp>
      <p:sp>
        <p:nvSpPr>
          <p:cNvPr id="818229" name="Line 53"/>
          <p:cNvSpPr>
            <a:spLocks noChangeShapeType="1"/>
          </p:cNvSpPr>
          <p:nvPr/>
        </p:nvSpPr>
        <p:spPr bwMode="auto">
          <a:xfrm>
            <a:off x="4727576" y="2474913"/>
            <a:ext cx="2678113"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latin typeface="微软雅黑 Light" panose="020B0502040204020203" pitchFamily="34" charset="-122"/>
              <a:ea typeface="微软雅黑 Light" panose="020B0502040204020203" pitchFamily="34" charset="-122"/>
            </a:endParaRPr>
          </a:p>
        </p:txBody>
      </p:sp>
      <p:sp>
        <p:nvSpPr>
          <p:cNvPr id="818230" name="Line 54"/>
          <p:cNvSpPr>
            <a:spLocks noChangeShapeType="1"/>
          </p:cNvSpPr>
          <p:nvPr/>
        </p:nvSpPr>
        <p:spPr bwMode="auto">
          <a:xfrm flipV="1">
            <a:off x="5419725" y="5549901"/>
            <a:ext cx="0" cy="474663"/>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latin typeface="微软雅黑 Light" panose="020B0502040204020203" pitchFamily="34" charset="-122"/>
              <a:ea typeface="微软雅黑 Light" panose="020B0502040204020203" pitchFamily="34" charset="-122"/>
            </a:endParaRPr>
          </a:p>
        </p:txBody>
      </p:sp>
      <p:sp>
        <p:nvSpPr>
          <p:cNvPr id="818231" name="Line 55"/>
          <p:cNvSpPr>
            <a:spLocks noChangeShapeType="1"/>
          </p:cNvSpPr>
          <p:nvPr/>
        </p:nvSpPr>
        <p:spPr bwMode="auto">
          <a:xfrm>
            <a:off x="4640264" y="5549900"/>
            <a:ext cx="3284537"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latin typeface="微软雅黑 Light" panose="020B0502040204020203" pitchFamily="34" charset="-122"/>
              <a:ea typeface="微软雅黑 Light" panose="020B0502040204020203" pitchFamily="34" charset="-122"/>
            </a:endParaRPr>
          </a:p>
        </p:txBody>
      </p:sp>
      <p:sp>
        <p:nvSpPr>
          <p:cNvPr id="818233" name="Line 57"/>
          <p:cNvSpPr>
            <a:spLocks noChangeShapeType="1"/>
          </p:cNvSpPr>
          <p:nvPr/>
        </p:nvSpPr>
        <p:spPr bwMode="auto">
          <a:xfrm flipV="1">
            <a:off x="6888163" y="5549901"/>
            <a:ext cx="0" cy="474663"/>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latin typeface="微软雅黑 Light" panose="020B0502040204020203" pitchFamily="34" charset="-122"/>
              <a:ea typeface="微软雅黑 Light" panose="020B0502040204020203" pitchFamily="34" charset="-122"/>
            </a:endParaRPr>
          </a:p>
        </p:txBody>
      </p:sp>
      <p:sp>
        <p:nvSpPr>
          <p:cNvPr id="818235" name="Line 59"/>
          <p:cNvSpPr>
            <a:spLocks noChangeShapeType="1"/>
          </p:cNvSpPr>
          <p:nvPr/>
        </p:nvSpPr>
        <p:spPr bwMode="auto">
          <a:xfrm rot="5400000">
            <a:off x="8059738" y="3946526"/>
            <a:ext cx="2181225"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latin typeface="微软雅黑 Light" panose="020B0502040204020203" pitchFamily="34" charset="-122"/>
              <a:ea typeface="微软雅黑 Light" panose="020B0502040204020203" pitchFamily="34" charset="-122"/>
            </a:endParaRPr>
          </a:p>
        </p:txBody>
      </p:sp>
      <p:sp>
        <p:nvSpPr>
          <p:cNvPr id="818236" name="Line 60"/>
          <p:cNvSpPr>
            <a:spLocks noChangeShapeType="1"/>
          </p:cNvSpPr>
          <p:nvPr/>
        </p:nvSpPr>
        <p:spPr bwMode="auto">
          <a:xfrm rot="-5400000">
            <a:off x="1823244" y="4499769"/>
            <a:ext cx="2179638"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latin typeface="微软雅黑 Light" panose="020B0502040204020203" pitchFamily="34" charset="-122"/>
              <a:ea typeface="微软雅黑 Light" panose="020B0502040204020203" pitchFamily="34" charset="-122"/>
            </a:endParaRPr>
          </a:p>
        </p:txBody>
      </p:sp>
      <p:sp>
        <p:nvSpPr>
          <p:cNvPr id="818241" name="Freeform 65"/>
          <p:cNvSpPr/>
          <p:nvPr/>
        </p:nvSpPr>
        <p:spPr bwMode="auto">
          <a:xfrm>
            <a:off x="2294733" y="3587751"/>
            <a:ext cx="1112362" cy="608013"/>
          </a:xfrm>
          <a:custGeom>
            <a:avLst/>
            <a:gdLst>
              <a:gd name="T0" fmla="*/ 0 w 872"/>
              <a:gd name="T1" fmla="*/ 6 h 291"/>
              <a:gd name="T2" fmla="*/ 182 w 872"/>
              <a:gd name="T3" fmla="*/ 6 h 291"/>
              <a:gd name="T4" fmla="*/ 269 w 872"/>
              <a:gd name="T5" fmla="*/ 44 h 291"/>
              <a:gd name="T6" fmla="*/ 284 w 872"/>
              <a:gd name="T7" fmla="*/ 206 h 291"/>
              <a:gd name="T8" fmla="*/ 413 w 872"/>
              <a:gd name="T9" fmla="*/ 278 h 291"/>
              <a:gd name="T10" fmla="*/ 782 w 872"/>
              <a:gd name="T11" fmla="*/ 284 h 291"/>
              <a:gd name="T12" fmla="*/ 872 w 872"/>
              <a:gd name="T13" fmla="*/ 281 h 291"/>
            </a:gdLst>
            <a:ahLst/>
            <a:cxnLst>
              <a:cxn ang="0">
                <a:pos x="T0" y="T1"/>
              </a:cxn>
              <a:cxn ang="0">
                <a:pos x="T2" y="T3"/>
              </a:cxn>
              <a:cxn ang="0">
                <a:pos x="T4" y="T5"/>
              </a:cxn>
              <a:cxn ang="0">
                <a:pos x="T6" y="T7"/>
              </a:cxn>
              <a:cxn ang="0">
                <a:pos x="T8" y="T9"/>
              </a:cxn>
              <a:cxn ang="0">
                <a:pos x="T10" y="T11"/>
              </a:cxn>
              <a:cxn ang="0">
                <a:pos x="T12" y="T13"/>
              </a:cxn>
            </a:cxnLst>
            <a:rect l="0" t="0" r="r" b="b"/>
            <a:pathLst>
              <a:path w="872" h="291">
                <a:moveTo>
                  <a:pt x="0" y="6"/>
                </a:moveTo>
                <a:cubicBezTo>
                  <a:pt x="68" y="6"/>
                  <a:pt x="137" y="0"/>
                  <a:pt x="182" y="6"/>
                </a:cubicBezTo>
                <a:cubicBezTo>
                  <a:pt x="227" y="12"/>
                  <a:pt x="252" y="11"/>
                  <a:pt x="269" y="44"/>
                </a:cubicBezTo>
                <a:cubicBezTo>
                  <a:pt x="286" y="77"/>
                  <a:pt x="260" y="167"/>
                  <a:pt x="284" y="206"/>
                </a:cubicBezTo>
                <a:cubicBezTo>
                  <a:pt x="308" y="245"/>
                  <a:pt x="330" y="265"/>
                  <a:pt x="413" y="278"/>
                </a:cubicBezTo>
                <a:cubicBezTo>
                  <a:pt x="496" y="291"/>
                  <a:pt x="706" y="284"/>
                  <a:pt x="782" y="284"/>
                </a:cubicBezTo>
                <a:cubicBezTo>
                  <a:pt x="858" y="284"/>
                  <a:pt x="853" y="282"/>
                  <a:pt x="872" y="281"/>
                </a:cubicBezTo>
              </a:path>
            </a:pathLst>
          </a:custGeom>
          <a:noFill/>
          <a:ln w="57150" cmpd="sng">
            <a:solidFill>
              <a:srgbClr val="800080"/>
            </a:solidFill>
            <a:round/>
            <a:headEnd type="triangle" w="med" len="lg"/>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latin typeface="微软雅黑 Light" panose="020B0502040204020203" pitchFamily="34" charset="-122"/>
              <a:ea typeface="微软雅黑 Light" panose="020B0502040204020203" pitchFamily="34" charset="-122"/>
            </a:endParaRPr>
          </a:p>
        </p:txBody>
      </p:sp>
      <p:sp>
        <p:nvSpPr>
          <p:cNvPr id="818242" name="Freeform 66"/>
          <p:cNvSpPr/>
          <p:nvPr/>
        </p:nvSpPr>
        <p:spPr bwMode="auto">
          <a:xfrm>
            <a:off x="6197600" y="1902104"/>
            <a:ext cx="730250" cy="860145"/>
          </a:xfrm>
          <a:custGeom>
            <a:avLst/>
            <a:gdLst>
              <a:gd name="T0" fmla="*/ 384 w 384"/>
              <a:gd name="T1" fmla="*/ 0 h 461"/>
              <a:gd name="T2" fmla="*/ 374 w 384"/>
              <a:gd name="T3" fmla="*/ 229 h 461"/>
              <a:gd name="T4" fmla="*/ 324 w 384"/>
              <a:gd name="T5" fmla="*/ 259 h 461"/>
              <a:gd name="T6" fmla="*/ 112 w 384"/>
              <a:gd name="T7" fmla="*/ 264 h 461"/>
              <a:gd name="T8" fmla="*/ 17 w 384"/>
              <a:gd name="T9" fmla="*/ 307 h 461"/>
              <a:gd name="T10" fmla="*/ 13 w 384"/>
              <a:gd name="T11" fmla="*/ 461 h 461"/>
            </a:gdLst>
            <a:ahLst/>
            <a:cxnLst>
              <a:cxn ang="0">
                <a:pos x="T0" y="T1"/>
              </a:cxn>
              <a:cxn ang="0">
                <a:pos x="T2" y="T3"/>
              </a:cxn>
              <a:cxn ang="0">
                <a:pos x="T4" y="T5"/>
              </a:cxn>
              <a:cxn ang="0">
                <a:pos x="T6" y="T7"/>
              </a:cxn>
              <a:cxn ang="0">
                <a:pos x="T8" y="T9"/>
              </a:cxn>
              <a:cxn ang="0">
                <a:pos x="T10" y="T11"/>
              </a:cxn>
            </a:cxnLst>
            <a:rect l="0" t="0" r="r" b="b"/>
            <a:pathLst>
              <a:path w="384" h="461">
                <a:moveTo>
                  <a:pt x="384" y="0"/>
                </a:moveTo>
                <a:cubicBezTo>
                  <a:pt x="382" y="35"/>
                  <a:pt x="384" y="186"/>
                  <a:pt x="374" y="229"/>
                </a:cubicBezTo>
                <a:cubicBezTo>
                  <a:pt x="364" y="272"/>
                  <a:pt x="368" y="253"/>
                  <a:pt x="324" y="259"/>
                </a:cubicBezTo>
                <a:cubicBezTo>
                  <a:pt x="281" y="264"/>
                  <a:pt x="163" y="256"/>
                  <a:pt x="112" y="264"/>
                </a:cubicBezTo>
                <a:cubicBezTo>
                  <a:pt x="60" y="272"/>
                  <a:pt x="34" y="274"/>
                  <a:pt x="17" y="307"/>
                </a:cubicBezTo>
                <a:cubicBezTo>
                  <a:pt x="0" y="340"/>
                  <a:pt x="14" y="435"/>
                  <a:pt x="13" y="461"/>
                </a:cubicBezTo>
              </a:path>
            </a:pathLst>
          </a:custGeom>
          <a:noFill/>
          <a:ln w="57150" cmpd="sng">
            <a:solidFill>
              <a:srgbClr val="800080"/>
            </a:solidFill>
            <a:round/>
            <a:headEnd type="triangle" w="med" len="lg"/>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latin typeface="微软雅黑 Light" panose="020B0502040204020203" pitchFamily="34" charset="-122"/>
              <a:ea typeface="微软雅黑 Light" panose="020B0502040204020203" pitchFamily="34" charset="-122"/>
            </a:endParaRPr>
          </a:p>
        </p:txBody>
      </p:sp>
      <p:sp>
        <p:nvSpPr>
          <p:cNvPr id="818243" name="Freeform 67"/>
          <p:cNvSpPr/>
          <p:nvPr/>
        </p:nvSpPr>
        <p:spPr bwMode="auto">
          <a:xfrm>
            <a:off x="8562422" y="4089401"/>
            <a:ext cx="1252294" cy="563563"/>
          </a:xfrm>
          <a:custGeom>
            <a:avLst/>
            <a:gdLst>
              <a:gd name="T0" fmla="*/ 757 w 757"/>
              <a:gd name="T1" fmla="*/ 269 h 270"/>
              <a:gd name="T2" fmla="*/ 435 w 757"/>
              <a:gd name="T3" fmla="*/ 265 h 270"/>
              <a:gd name="T4" fmla="*/ 378 w 757"/>
              <a:gd name="T5" fmla="*/ 238 h 270"/>
              <a:gd name="T6" fmla="*/ 372 w 757"/>
              <a:gd name="T7" fmla="*/ 169 h 270"/>
              <a:gd name="T8" fmla="*/ 372 w 757"/>
              <a:gd name="T9" fmla="*/ 85 h 270"/>
              <a:gd name="T10" fmla="*/ 359 w 757"/>
              <a:gd name="T11" fmla="*/ 13 h 270"/>
              <a:gd name="T12" fmla="*/ 252 w 757"/>
              <a:gd name="T13" fmla="*/ 5 h 270"/>
              <a:gd name="T14" fmla="*/ 0 w 757"/>
              <a:gd name="T15" fmla="*/ 6 h 27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57" h="270">
                <a:moveTo>
                  <a:pt x="757" y="269"/>
                </a:moveTo>
                <a:cubicBezTo>
                  <a:pt x="703" y="268"/>
                  <a:pt x="498" y="270"/>
                  <a:pt x="435" y="265"/>
                </a:cubicBezTo>
                <a:cubicBezTo>
                  <a:pt x="372" y="260"/>
                  <a:pt x="388" y="254"/>
                  <a:pt x="378" y="238"/>
                </a:cubicBezTo>
                <a:cubicBezTo>
                  <a:pt x="368" y="222"/>
                  <a:pt x="373" y="194"/>
                  <a:pt x="372" y="169"/>
                </a:cubicBezTo>
                <a:cubicBezTo>
                  <a:pt x="371" y="144"/>
                  <a:pt x="374" y="111"/>
                  <a:pt x="372" y="85"/>
                </a:cubicBezTo>
                <a:cubicBezTo>
                  <a:pt x="370" y="59"/>
                  <a:pt x="380" y="27"/>
                  <a:pt x="359" y="13"/>
                </a:cubicBezTo>
                <a:cubicBezTo>
                  <a:pt x="339" y="0"/>
                  <a:pt x="311" y="6"/>
                  <a:pt x="252" y="5"/>
                </a:cubicBezTo>
                <a:cubicBezTo>
                  <a:pt x="192" y="4"/>
                  <a:pt x="52" y="6"/>
                  <a:pt x="0" y="6"/>
                </a:cubicBezTo>
              </a:path>
            </a:pathLst>
          </a:custGeom>
          <a:noFill/>
          <a:ln w="57150" cmpd="sng">
            <a:solidFill>
              <a:srgbClr val="800080"/>
            </a:solidFill>
            <a:round/>
            <a:headEnd type="triangle" w="med" len="lg"/>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latin typeface="微软雅黑 Light" panose="020B0502040204020203" pitchFamily="34" charset="-122"/>
              <a:ea typeface="微软雅黑 Light" panose="020B0502040204020203" pitchFamily="34" charset="-122"/>
            </a:endParaRPr>
          </a:p>
        </p:txBody>
      </p:sp>
      <p:sp>
        <p:nvSpPr>
          <p:cNvPr id="818244" name="Freeform 68"/>
          <p:cNvSpPr/>
          <p:nvPr/>
        </p:nvSpPr>
        <p:spPr bwMode="auto">
          <a:xfrm>
            <a:off x="8543925" y="3303588"/>
            <a:ext cx="1234479" cy="444500"/>
          </a:xfrm>
          <a:custGeom>
            <a:avLst/>
            <a:gdLst>
              <a:gd name="T0" fmla="*/ 686 w 686"/>
              <a:gd name="T1" fmla="*/ 8 h 213"/>
              <a:gd name="T2" fmla="*/ 462 w 686"/>
              <a:gd name="T3" fmla="*/ 8 h 213"/>
              <a:gd name="T4" fmla="*/ 399 w 686"/>
              <a:gd name="T5" fmla="*/ 26 h 213"/>
              <a:gd name="T6" fmla="*/ 388 w 686"/>
              <a:gd name="T7" fmla="*/ 167 h 213"/>
              <a:gd name="T8" fmla="*/ 327 w 686"/>
              <a:gd name="T9" fmla="*/ 206 h 213"/>
              <a:gd name="T10" fmla="*/ 0 w 686"/>
              <a:gd name="T11" fmla="*/ 211 h 213"/>
            </a:gdLst>
            <a:ahLst/>
            <a:cxnLst>
              <a:cxn ang="0">
                <a:pos x="T0" y="T1"/>
              </a:cxn>
              <a:cxn ang="0">
                <a:pos x="T2" y="T3"/>
              </a:cxn>
              <a:cxn ang="0">
                <a:pos x="T4" y="T5"/>
              </a:cxn>
              <a:cxn ang="0">
                <a:pos x="T6" y="T7"/>
              </a:cxn>
              <a:cxn ang="0">
                <a:pos x="T8" y="T9"/>
              </a:cxn>
              <a:cxn ang="0">
                <a:pos x="T10" y="T11"/>
              </a:cxn>
            </a:cxnLst>
            <a:rect l="0" t="0" r="r" b="b"/>
            <a:pathLst>
              <a:path w="686" h="213">
                <a:moveTo>
                  <a:pt x="686" y="8"/>
                </a:moveTo>
                <a:cubicBezTo>
                  <a:pt x="650" y="8"/>
                  <a:pt x="510" y="5"/>
                  <a:pt x="462" y="8"/>
                </a:cubicBezTo>
                <a:cubicBezTo>
                  <a:pt x="414" y="11"/>
                  <a:pt x="411" y="0"/>
                  <a:pt x="399" y="26"/>
                </a:cubicBezTo>
                <a:cubicBezTo>
                  <a:pt x="387" y="52"/>
                  <a:pt x="400" y="137"/>
                  <a:pt x="388" y="167"/>
                </a:cubicBezTo>
                <a:cubicBezTo>
                  <a:pt x="376" y="197"/>
                  <a:pt x="392" y="199"/>
                  <a:pt x="327" y="206"/>
                </a:cubicBezTo>
                <a:cubicBezTo>
                  <a:pt x="263" y="213"/>
                  <a:pt x="68" y="210"/>
                  <a:pt x="0" y="211"/>
                </a:cubicBezTo>
              </a:path>
            </a:pathLst>
          </a:custGeom>
          <a:noFill/>
          <a:ln w="57150" cmpd="sng">
            <a:solidFill>
              <a:srgbClr val="800080"/>
            </a:solidFill>
            <a:round/>
            <a:headEnd type="triangle" w="med" len="lg"/>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latin typeface="微软雅黑 Light" panose="020B0502040204020203" pitchFamily="34" charset="-122"/>
              <a:ea typeface="微软雅黑 Light" panose="020B0502040204020203" pitchFamily="34" charset="-122"/>
            </a:endParaRPr>
          </a:p>
        </p:txBody>
      </p:sp>
      <p:sp>
        <p:nvSpPr>
          <p:cNvPr id="818245" name="Text Box 69"/>
          <p:cNvSpPr txBox="1">
            <a:spLocks noChangeArrowheads="1"/>
          </p:cNvSpPr>
          <p:nvPr/>
        </p:nvSpPr>
        <p:spPr bwMode="auto">
          <a:xfrm>
            <a:off x="2855913" y="3643314"/>
            <a:ext cx="8318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dirty="0">
                <a:solidFill>
                  <a:srgbClr val="800080"/>
                </a:solidFill>
                <a:latin typeface="微软雅黑 Light" panose="020B0502040204020203" pitchFamily="34" charset="-122"/>
                <a:ea typeface="微软雅黑 Light" panose="020B0502040204020203" pitchFamily="34" charset="-122"/>
              </a:rPr>
              <a:t>IGMP</a:t>
            </a:r>
            <a:endParaRPr lang="en-US" altLang="zh-CN" dirty="0">
              <a:solidFill>
                <a:srgbClr val="800080"/>
              </a:solidFill>
              <a:latin typeface="微软雅黑 Light" panose="020B0502040204020203" pitchFamily="34" charset="-122"/>
              <a:ea typeface="微软雅黑 Light" panose="020B0502040204020203" pitchFamily="34" charset="-122"/>
            </a:endParaRPr>
          </a:p>
        </p:txBody>
      </p:sp>
      <p:sp>
        <p:nvSpPr>
          <p:cNvPr id="818246" name="Text Box 70"/>
          <p:cNvSpPr txBox="1">
            <a:spLocks noChangeArrowheads="1"/>
          </p:cNvSpPr>
          <p:nvPr/>
        </p:nvSpPr>
        <p:spPr bwMode="auto">
          <a:xfrm>
            <a:off x="8329613" y="3306764"/>
            <a:ext cx="8318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dirty="0">
                <a:solidFill>
                  <a:srgbClr val="800080"/>
                </a:solidFill>
                <a:latin typeface="微软雅黑 Light" panose="020B0502040204020203" pitchFamily="34" charset="-122"/>
                <a:ea typeface="微软雅黑 Light" panose="020B0502040204020203" pitchFamily="34" charset="-122"/>
              </a:rPr>
              <a:t>IGMP</a:t>
            </a:r>
            <a:endParaRPr lang="en-US" altLang="zh-CN" dirty="0">
              <a:solidFill>
                <a:srgbClr val="800080"/>
              </a:solidFill>
              <a:latin typeface="微软雅黑 Light" panose="020B0502040204020203" pitchFamily="34" charset="-122"/>
              <a:ea typeface="微软雅黑 Light" panose="020B0502040204020203" pitchFamily="34" charset="-122"/>
            </a:endParaRPr>
          </a:p>
        </p:txBody>
      </p:sp>
      <p:sp>
        <p:nvSpPr>
          <p:cNvPr id="818247" name="Text Box 71"/>
          <p:cNvSpPr txBox="1">
            <a:spLocks noChangeArrowheads="1"/>
          </p:cNvSpPr>
          <p:nvPr/>
        </p:nvSpPr>
        <p:spPr bwMode="auto">
          <a:xfrm>
            <a:off x="6283325" y="2443164"/>
            <a:ext cx="8318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dirty="0">
                <a:solidFill>
                  <a:srgbClr val="800080"/>
                </a:solidFill>
                <a:latin typeface="微软雅黑 Light" panose="020B0502040204020203" pitchFamily="34" charset="-122"/>
                <a:ea typeface="微软雅黑 Light" panose="020B0502040204020203" pitchFamily="34" charset="-122"/>
              </a:rPr>
              <a:t>IGMP</a:t>
            </a:r>
            <a:endParaRPr lang="en-US" altLang="zh-CN" dirty="0">
              <a:solidFill>
                <a:srgbClr val="800080"/>
              </a:solidFill>
              <a:latin typeface="微软雅黑 Light" panose="020B0502040204020203" pitchFamily="34" charset="-122"/>
              <a:ea typeface="微软雅黑 Light" panose="020B0502040204020203" pitchFamily="34" charset="-122"/>
            </a:endParaRPr>
          </a:p>
        </p:txBody>
      </p:sp>
      <p:sp>
        <p:nvSpPr>
          <p:cNvPr id="818248" name="Text Box 72"/>
          <p:cNvSpPr txBox="1">
            <a:spLocks noChangeArrowheads="1"/>
          </p:cNvSpPr>
          <p:nvPr/>
        </p:nvSpPr>
        <p:spPr bwMode="auto">
          <a:xfrm>
            <a:off x="8375650" y="4170364"/>
            <a:ext cx="8318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dirty="0">
                <a:solidFill>
                  <a:srgbClr val="800080"/>
                </a:solidFill>
                <a:latin typeface="微软雅黑 Light" panose="020B0502040204020203" pitchFamily="34" charset="-122"/>
                <a:ea typeface="微软雅黑 Light" panose="020B0502040204020203" pitchFamily="34" charset="-122"/>
              </a:rPr>
              <a:t>IGMP</a:t>
            </a:r>
            <a:endParaRPr lang="en-US" altLang="zh-CN" dirty="0">
              <a:solidFill>
                <a:srgbClr val="800080"/>
              </a:solidFill>
              <a:latin typeface="微软雅黑 Light" panose="020B0502040204020203" pitchFamily="34" charset="-122"/>
              <a:ea typeface="微软雅黑 Light" panose="020B0502040204020203" pitchFamily="34" charset="-122"/>
            </a:endParaRPr>
          </a:p>
        </p:txBody>
      </p:sp>
      <p:sp>
        <p:nvSpPr>
          <p:cNvPr id="818249" name="Text Box 73"/>
          <p:cNvSpPr txBox="1">
            <a:spLocks noChangeArrowheads="1"/>
          </p:cNvSpPr>
          <p:nvPr/>
        </p:nvSpPr>
        <p:spPr bwMode="auto">
          <a:xfrm>
            <a:off x="5375276" y="2708275"/>
            <a:ext cx="447558"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400" dirty="0">
                <a:latin typeface="微软雅黑 Light" panose="020B0502040204020203" pitchFamily="34" charset="-122"/>
                <a:ea typeface="微软雅黑 Light" panose="020B0502040204020203" pitchFamily="34" charset="-122"/>
              </a:rPr>
              <a:t>R</a:t>
            </a:r>
            <a:r>
              <a:rPr lang="en-US" altLang="zh-CN" sz="2400" baseline="-25000" dirty="0">
                <a:latin typeface="微软雅黑 Light" panose="020B0502040204020203" pitchFamily="34" charset="-122"/>
                <a:ea typeface="微软雅黑 Light" panose="020B0502040204020203" pitchFamily="34" charset="-122"/>
              </a:rPr>
              <a:t>1</a:t>
            </a:r>
            <a:endParaRPr lang="en-US" altLang="zh-CN" sz="2400" baseline="-25000" dirty="0">
              <a:latin typeface="微软雅黑 Light" panose="020B0502040204020203" pitchFamily="34" charset="-122"/>
              <a:ea typeface="微软雅黑 Light" panose="020B0502040204020203" pitchFamily="34" charset="-122"/>
            </a:endParaRPr>
          </a:p>
        </p:txBody>
      </p:sp>
      <p:sp>
        <p:nvSpPr>
          <p:cNvPr id="818250" name="Text Box 74"/>
          <p:cNvSpPr txBox="1">
            <a:spLocks noChangeArrowheads="1"/>
          </p:cNvSpPr>
          <p:nvPr/>
        </p:nvSpPr>
        <p:spPr bwMode="auto">
          <a:xfrm>
            <a:off x="5303839" y="4843463"/>
            <a:ext cx="492443"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400" dirty="0">
                <a:latin typeface="微软雅黑 Light" panose="020B0502040204020203" pitchFamily="34" charset="-122"/>
                <a:ea typeface="微软雅黑 Light" panose="020B0502040204020203" pitchFamily="34" charset="-122"/>
              </a:rPr>
              <a:t>R</a:t>
            </a:r>
            <a:r>
              <a:rPr lang="en-US" altLang="zh-CN" sz="2400" baseline="-25000" dirty="0">
                <a:latin typeface="微软雅黑 Light" panose="020B0502040204020203" pitchFamily="34" charset="-122"/>
                <a:ea typeface="微软雅黑 Light" panose="020B0502040204020203" pitchFamily="34" charset="-122"/>
              </a:rPr>
              <a:t>4</a:t>
            </a:r>
            <a:endParaRPr lang="en-US" altLang="zh-CN" sz="2400" baseline="-25000" dirty="0">
              <a:latin typeface="微软雅黑 Light" panose="020B0502040204020203" pitchFamily="34" charset="-122"/>
              <a:ea typeface="微软雅黑 Light" panose="020B0502040204020203" pitchFamily="34" charset="-122"/>
            </a:endParaRPr>
          </a:p>
        </p:txBody>
      </p:sp>
      <p:sp>
        <p:nvSpPr>
          <p:cNvPr id="818251" name="Text Box 75"/>
          <p:cNvSpPr txBox="1">
            <a:spLocks noChangeArrowheads="1"/>
          </p:cNvSpPr>
          <p:nvPr/>
        </p:nvSpPr>
        <p:spPr bwMode="auto">
          <a:xfrm>
            <a:off x="7680326" y="3284538"/>
            <a:ext cx="492443"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400" dirty="0">
                <a:latin typeface="微软雅黑 Light" panose="020B0502040204020203" pitchFamily="34" charset="-122"/>
                <a:ea typeface="微软雅黑 Light" panose="020B0502040204020203" pitchFamily="34" charset="-122"/>
              </a:rPr>
              <a:t>R</a:t>
            </a:r>
            <a:r>
              <a:rPr lang="en-US" altLang="zh-CN" sz="2400" baseline="-25000" dirty="0">
                <a:latin typeface="微软雅黑 Light" panose="020B0502040204020203" pitchFamily="34" charset="-122"/>
                <a:ea typeface="微软雅黑 Light" panose="020B0502040204020203" pitchFamily="34" charset="-122"/>
              </a:rPr>
              <a:t>3</a:t>
            </a:r>
            <a:endParaRPr lang="en-US" altLang="zh-CN" sz="2400" baseline="-25000" dirty="0">
              <a:latin typeface="微软雅黑 Light" panose="020B0502040204020203" pitchFamily="34" charset="-122"/>
              <a:ea typeface="微软雅黑 Light" panose="020B0502040204020203" pitchFamily="34" charset="-122"/>
            </a:endParaRPr>
          </a:p>
        </p:txBody>
      </p:sp>
      <p:sp>
        <p:nvSpPr>
          <p:cNvPr id="818252" name="Text Box 76"/>
          <p:cNvSpPr txBox="1">
            <a:spLocks noChangeArrowheads="1"/>
          </p:cNvSpPr>
          <p:nvPr/>
        </p:nvSpPr>
        <p:spPr bwMode="auto">
          <a:xfrm>
            <a:off x="3778251" y="3838575"/>
            <a:ext cx="492443"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400" dirty="0">
                <a:latin typeface="微软雅黑 Light" panose="020B0502040204020203" pitchFamily="34" charset="-122"/>
                <a:ea typeface="微软雅黑 Light" panose="020B0502040204020203" pitchFamily="34" charset="-122"/>
              </a:rPr>
              <a:t>R</a:t>
            </a:r>
            <a:r>
              <a:rPr lang="en-US" altLang="zh-CN" sz="2400" baseline="-25000" dirty="0">
                <a:latin typeface="微软雅黑 Light" panose="020B0502040204020203" pitchFamily="34" charset="-122"/>
                <a:ea typeface="微软雅黑 Light" panose="020B0502040204020203" pitchFamily="34" charset="-122"/>
              </a:rPr>
              <a:t>2</a:t>
            </a:r>
            <a:endParaRPr lang="en-US" altLang="zh-CN" sz="2400" baseline="-25000" dirty="0">
              <a:latin typeface="微软雅黑 Light" panose="020B0502040204020203" pitchFamily="34" charset="-122"/>
              <a:ea typeface="微软雅黑 Light" panose="020B0502040204020203" pitchFamily="34" charset="-122"/>
            </a:endParaRPr>
          </a:p>
        </p:txBody>
      </p:sp>
      <p:pic>
        <p:nvPicPr>
          <p:cNvPr id="50" name="图形 49"/>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5023407" y="6024564"/>
            <a:ext cx="598090" cy="452840"/>
          </a:xfrm>
          <a:prstGeom prst="rect">
            <a:avLst/>
          </a:prstGeom>
        </p:spPr>
      </p:pic>
      <p:pic>
        <p:nvPicPr>
          <p:cNvPr id="51" name="图形 50"/>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558957" y="6048635"/>
            <a:ext cx="598090" cy="452840"/>
          </a:xfrm>
          <a:prstGeom prst="rect">
            <a:avLst/>
          </a:prstGeom>
        </p:spPr>
      </p:pic>
      <p:pic>
        <p:nvPicPr>
          <p:cNvPr id="53" name="图形 52"/>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690092" y="4794843"/>
            <a:ext cx="598090" cy="452840"/>
          </a:xfrm>
          <a:prstGeom prst="rect">
            <a:avLst/>
          </a:prstGeom>
        </p:spPr>
      </p:pic>
      <p:pic>
        <p:nvPicPr>
          <p:cNvPr id="54" name="图形 53"/>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723210" y="3432388"/>
            <a:ext cx="598090" cy="452840"/>
          </a:xfrm>
          <a:prstGeom prst="rect">
            <a:avLst/>
          </a:prstGeom>
        </p:spPr>
      </p:pic>
      <p:pic>
        <p:nvPicPr>
          <p:cNvPr id="57" name="图形 56"/>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4911580" y="1475974"/>
            <a:ext cx="598090" cy="452840"/>
          </a:xfrm>
          <a:prstGeom prst="rect">
            <a:avLst/>
          </a:prstGeom>
        </p:spPr>
      </p:pic>
      <p:grpSp>
        <p:nvGrpSpPr>
          <p:cNvPr id="4" name="组合 3"/>
          <p:cNvGrpSpPr/>
          <p:nvPr/>
        </p:nvGrpSpPr>
        <p:grpSpPr>
          <a:xfrm>
            <a:off x="5878014" y="2772632"/>
            <a:ext cx="487843" cy="520767"/>
            <a:chOff x="10878370" y="1373786"/>
            <a:chExt cx="487843" cy="520767"/>
          </a:xfrm>
        </p:grpSpPr>
        <p:sp>
          <p:nvSpPr>
            <p:cNvPr id="2" name="矩形: 圆角 1"/>
            <p:cNvSpPr/>
            <p:nvPr/>
          </p:nvSpPr>
          <p:spPr bwMode="auto">
            <a:xfrm>
              <a:off x="10882383" y="1373786"/>
              <a:ext cx="474305" cy="513215"/>
            </a:xfrm>
            <a:prstGeom prst="roundRect">
              <a:avLst/>
            </a:prstGeom>
            <a:solidFill>
              <a:schemeClr val="bg1"/>
            </a:solidFill>
            <a:ln w="9525" cap="flat" cmpd="sng" algn="ctr">
              <a:solidFill>
                <a:srgbClr val="000000"/>
              </a:solidFill>
              <a:prstDash val="solid"/>
              <a:round/>
              <a:headEnd type="none" w="med" len="med"/>
              <a:tailEnd type="none" w="med" len="med"/>
            </a:ln>
            <a:effectLst/>
          </p:spPr>
          <p:txBody>
            <a:bodyPr rot="0" spcFirstLastPara="0" vertOverflow="overflow" horzOverflow="overflow" vert="horz" wrap="square" lIns="36000" tIns="36000" rIns="36000" bIns="36000" numCol="1" spcCol="0" rtlCol="0" fromWordArt="0" anchor="ctr" anchorCtr="0" forceAA="0" compatLnSpc="1">
              <a:normAutofit/>
            </a:bodyPr>
            <a:lstStyle/>
            <a:p>
              <a:pPr marL="0" marR="0" indent="0" algn="ctr" defTabSz="914400" rtl="0" eaLnBrk="1" fontAlgn="base" latinLnBrk="0" hangingPunct="1">
                <a:lnSpc>
                  <a:spcPct val="100000"/>
                </a:lnSpc>
                <a:spcBef>
                  <a:spcPct val="0"/>
                </a:spcBef>
                <a:spcAft>
                  <a:spcPct val="0"/>
                </a:spcAft>
                <a:buClrTx/>
                <a:buSzTx/>
                <a:buFontTx/>
                <a:buNone/>
              </a:pPr>
              <a:endParaRPr kumimoji="0" lang="zh-CN" altLang="en-US" sz="20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endParaRPr>
            </a:p>
          </p:txBody>
        </p:sp>
        <p:pic>
          <p:nvPicPr>
            <p:cNvPr id="59" name="图形 58"/>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878370" y="1381338"/>
              <a:ext cx="487843" cy="513215"/>
            </a:xfrm>
            <a:prstGeom prst="rect">
              <a:avLst/>
            </a:prstGeom>
          </p:spPr>
        </p:pic>
      </p:grpSp>
      <p:grpSp>
        <p:nvGrpSpPr>
          <p:cNvPr id="60" name="组合 59"/>
          <p:cNvGrpSpPr/>
          <p:nvPr/>
        </p:nvGrpSpPr>
        <p:grpSpPr>
          <a:xfrm>
            <a:off x="3373914" y="3962429"/>
            <a:ext cx="487843" cy="520767"/>
            <a:chOff x="10878370" y="1373786"/>
            <a:chExt cx="487843" cy="520767"/>
          </a:xfrm>
        </p:grpSpPr>
        <p:sp>
          <p:nvSpPr>
            <p:cNvPr id="61" name="矩形: 圆角 60"/>
            <p:cNvSpPr/>
            <p:nvPr/>
          </p:nvSpPr>
          <p:spPr bwMode="auto">
            <a:xfrm>
              <a:off x="10882383" y="1373786"/>
              <a:ext cx="474305" cy="513215"/>
            </a:xfrm>
            <a:prstGeom prst="roundRect">
              <a:avLst/>
            </a:prstGeom>
            <a:solidFill>
              <a:schemeClr val="bg1"/>
            </a:solidFill>
            <a:ln w="9525" cap="flat" cmpd="sng" algn="ctr">
              <a:solidFill>
                <a:srgbClr val="000000"/>
              </a:solidFill>
              <a:prstDash val="solid"/>
              <a:round/>
              <a:headEnd type="none" w="med" len="med"/>
              <a:tailEnd type="none" w="med" len="med"/>
            </a:ln>
            <a:effectLst/>
          </p:spPr>
          <p:txBody>
            <a:bodyPr rot="0" spcFirstLastPara="0" vertOverflow="overflow" horzOverflow="overflow" vert="horz" wrap="square" lIns="36000" tIns="36000" rIns="36000" bIns="36000" numCol="1" spcCol="0" rtlCol="0" fromWordArt="0" anchor="ctr" anchorCtr="0" forceAA="0" compatLnSpc="1">
              <a:normAutofit/>
            </a:bodyPr>
            <a:lstStyle/>
            <a:p>
              <a:pPr marL="0" marR="0" indent="0" algn="ctr" defTabSz="914400" rtl="0" eaLnBrk="1" fontAlgn="base" latinLnBrk="0" hangingPunct="1">
                <a:lnSpc>
                  <a:spcPct val="100000"/>
                </a:lnSpc>
                <a:spcBef>
                  <a:spcPct val="0"/>
                </a:spcBef>
                <a:spcAft>
                  <a:spcPct val="0"/>
                </a:spcAft>
                <a:buClrTx/>
                <a:buSzTx/>
                <a:buFontTx/>
                <a:buNone/>
              </a:pPr>
              <a:endParaRPr kumimoji="0" lang="zh-CN" altLang="en-US" sz="20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endParaRPr>
            </a:p>
          </p:txBody>
        </p:sp>
        <p:pic>
          <p:nvPicPr>
            <p:cNvPr id="62" name="图形 61"/>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878370" y="1381338"/>
              <a:ext cx="487843" cy="513215"/>
            </a:xfrm>
            <a:prstGeom prst="rect">
              <a:avLst/>
            </a:prstGeom>
          </p:spPr>
        </p:pic>
      </p:grpSp>
      <p:grpSp>
        <p:nvGrpSpPr>
          <p:cNvPr id="63" name="组合 62"/>
          <p:cNvGrpSpPr/>
          <p:nvPr/>
        </p:nvGrpSpPr>
        <p:grpSpPr>
          <a:xfrm>
            <a:off x="5860016" y="4781032"/>
            <a:ext cx="487843" cy="520767"/>
            <a:chOff x="10878370" y="1373786"/>
            <a:chExt cx="487843" cy="520767"/>
          </a:xfrm>
        </p:grpSpPr>
        <p:sp>
          <p:nvSpPr>
            <p:cNvPr id="64" name="矩形: 圆角 63"/>
            <p:cNvSpPr/>
            <p:nvPr/>
          </p:nvSpPr>
          <p:spPr bwMode="auto">
            <a:xfrm>
              <a:off x="10882383" y="1373786"/>
              <a:ext cx="474305" cy="513215"/>
            </a:xfrm>
            <a:prstGeom prst="roundRect">
              <a:avLst/>
            </a:prstGeom>
            <a:solidFill>
              <a:schemeClr val="bg1"/>
            </a:solidFill>
            <a:ln w="9525" cap="flat" cmpd="sng" algn="ctr">
              <a:solidFill>
                <a:srgbClr val="000000"/>
              </a:solidFill>
              <a:prstDash val="solid"/>
              <a:round/>
              <a:headEnd type="none" w="med" len="med"/>
              <a:tailEnd type="none" w="med" len="med"/>
            </a:ln>
            <a:effectLst/>
          </p:spPr>
          <p:txBody>
            <a:bodyPr rot="0" spcFirstLastPara="0" vertOverflow="overflow" horzOverflow="overflow" vert="horz" wrap="square" lIns="36000" tIns="36000" rIns="36000" bIns="36000" numCol="1" spcCol="0" rtlCol="0" fromWordArt="0" anchor="ctr" anchorCtr="0" forceAA="0" compatLnSpc="1">
              <a:normAutofit/>
            </a:bodyPr>
            <a:lstStyle/>
            <a:p>
              <a:pPr marL="0" marR="0" indent="0" algn="ctr" defTabSz="914400" rtl="0" eaLnBrk="1" fontAlgn="base" latinLnBrk="0" hangingPunct="1">
                <a:lnSpc>
                  <a:spcPct val="100000"/>
                </a:lnSpc>
                <a:spcBef>
                  <a:spcPct val="0"/>
                </a:spcBef>
                <a:spcAft>
                  <a:spcPct val="0"/>
                </a:spcAft>
                <a:buClrTx/>
                <a:buSzTx/>
                <a:buFontTx/>
                <a:buNone/>
              </a:pPr>
              <a:endParaRPr kumimoji="0" lang="zh-CN" altLang="en-US" sz="20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endParaRPr>
            </a:p>
          </p:txBody>
        </p:sp>
        <p:pic>
          <p:nvPicPr>
            <p:cNvPr id="65" name="图形 64"/>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878370" y="1381338"/>
              <a:ext cx="487843" cy="513215"/>
            </a:xfrm>
            <a:prstGeom prst="rect">
              <a:avLst/>
            </a:prstGeom>
          </p:spPr>
        </p:pic>
      </p:grpSp>
      <p:grpSp>
        <p:nvGrpSpPr>
          <p:cNvPr id="66" name="组合 65"/>
          <p:cNvGrpSpPr/>
          <p:nvPr/>
        </p:nvGrpSpPr>
        <p:grpSpPr>
          <a:xfrm>
            <a:off x="8070566" y="3646489"/>
            <a:ext cx="487843" cy="520767"/>
            <a:chOff x="10878370" y="1373786"/>
            <a:chExt cx="487843" cy="520767"/>
          </a:xfrm>
        </p:grpSpPr>
        <p:sp>
          <p:nvSpPr>
            <p:cNvPr id="67" name="矩形: 圆角 66"/>
            <p:cNvSpPr/>
            <p:nvPr/>
          </p:nvSpPr>
          <p:spPr bwMode="auto">
            <a:xfrm>
              <a:off x="10882383" y="1373786"/>
              <a:ext cx="474305" cy="513215"/>
            </a:xfrm>
            <a:prstGeom prst="roundRect">
              <a:avLst/>
            </a:prstGeom>
            <a:solidFill>
              <a:schemeClr val="bg1"/>
            </a:solidFill>
            <a:ln w="9525" cap="flat" cmpd="sng" algn="ctr">
              <a:solidFill>
                <a:srgbClr val="000000"/>
              </a:solidFill>
              <a:prstDash val="solid"/>
              <a:round/>
              <a:headEnd type="none" w="med" len="med"/>
              <a:tailEnd type="none" w="med" len="med"/>
            </a:ln>
            <a:effectLst/>
          </p:spPr>
          <p:txBody>
            <a:bodyPr rot="0" spcFirstLastPara="0" vertOverflow="overflow" horzOverflow="overflow" vert="horz" wrap="square" lIns="36000" tIns="36000" rIns="36000" bIns="36000" numCol="1" spcCol="0" rtlCol="0" fromWordArt="0" anchor="ctr" anchorCtr="0" forceAA="0" compatLnSpc="1">
              <a:normAutofit/>
            </a:bodyPr>
            <a:lstStyle/>
            <a:p>
              <a:pPr marL="0" marR="0" indent="0" algn="ctr" defTabSz="914400" rtl="0" eaLnBrk="1" fontAlgn="base" latinLnBrk="0" hangingPunct="1">
                <a:lnSpc>
                  <a:spcPct val="100000"/>
                </a:lnSpc>
                <a:spcBef>
                  <a:spcPct val="0"/>
                </a:spcBef>
                <a:spcAft>
                  <a:spcPct val="0"/>
                </a:spcAft>
                <a:buClrTx/>
                <a:buSzTx/>
                <a:buFontTx/>
                <a:buNone/>
              </a:pPr>
              <a:endParaRPr kumimoji="0" lang="zh-CN" altLang="en-US" sz="20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endParaRPr>
            </a:p>
          </p:txBody>
        </p:sp>
        <p:pic>
          <p:nvPicPr>
            <p:cNvPr id="68" name="图形 67"/>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878370" y="1381338"/>
              <a:ext cx="487843" cy="513215"/>
            </a:xfrm>
            <a:prstGeom prst="rect">
              <a:avLst/>
            </a:prstGeom>
          </p:spPr>
        </p:pic>
      </p:grpSp>
      <p:sp>
        <p:nvSpPr>
          <p:cNvPr id="3" name="Text Box 44"/>
          <p:cNvSpPr txBox="1">
            <a:spLocks noChangeArrowheads="1"/>
          </p:cNvSpPr>
          <p:nvPr/>
        </p:nvSpPr>
        <p:spPr bwMode="auto">
          <a:xfrm>
            <a:off x="5436725" y="3735458"/>
            <a:ext cx="1702710"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dirty="0">
                <a:solidFill>
                  <a:srgbClr val="7030A0"/>
                </a:solidFill>
                <a:latin typeface="微软雅黑 Light" panose="020B0502040204020203" pitchFamily="34" charset="-122"/>
                <a:ea typeface="微软雅黑 Light" panose="020B0502040204020203" pitchFamily="34" charset="-122"/>
              </a:rPr>
              <a:t>多播组</a:t>
            </a:r>
            <a:endParaRPr lang="en-US" altLang="zh-CN" dirty="0">
              <a:solidFill>
                <a:srgbClr val="7030A0"/>
              </a:solidFill>
              <a:latin typeface="微软雅黑 Light" panose="020B0502040204020203" pitchFamily="34" charset="-122"/>
              <a:ea typeface="微软雅黑 Light" panose="020B0502040204020203" pitchFamily="34" charset="-122"/>
            </a:endParaRPr>
          </a:p>
          <a:p>
            <a:pPr algn="ctr"/>
            <a:r>
              <a:rPr lang="en-US" altLang="zh-CN" dirty="0">
                <a:solidFill>
                  <a:srgbClr val="7030A0"/>
                </a:solidFill>
                <a:latin typeface="微软雅黑 Light" panose="020B0502040204020203" pitchFamily="34" charset="-122"/>
                <a:ea typeface="微软雅黑 Light" panose="020B0502040204020203" pitchFamily="34" charset="-122"/>
              </a:rPr>
              <a:t>226.15.37.123</a:t>
            </a:r>
            <a:endParaRPr lang="en-US" altLang="zh-CN" dirty="0">
              <a:solidFill>
                <a:srgbClr val="7030A0"/>
              </a:solidFill>
              <a:latin typeface="微软雅黑 Light" panose="020B0502040204020203" pitchFamily="34" charset="-122"/>
              <a:ea typeface="微软雅黑 Light" panose="020B0502040204020203" pitchFamily="34" charset="-122"/>
            </a:endParaRPr>
          </a:p>
        </p:txBody>
      </p:sp>
    </p:spTree>
  </p:cSld>
  <p:clrMapOvr>
    <a:masterClrMapping/>
  </p:clrMapOvr>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 name="灯片编号占位符 5"/>
          <p:cNvSpPr>
            <a:spLocks noGrp="1"/>
          </p:cNvSpPr>
          <p:nvPr>
            <p:ph type="sldNum" sz="quarter" idx="12"/>
          </p:nvPr>
        </p:nvSpPr>
        <p:spPr/>
        <p:txBody>
          <a:bodyPr/>
          <a:lstStyle/>
          <a:p>
            <a:fld id="{058233C2-59CA-47A5-AD7E-83B5EABB66A1}" type="slidenum">
              <a:rPr lang="en-US" altLang="zh-CN"/>
            </a:fld>
            <a:endParaRPr lang="en-US" altLang="zh-CN"/>
          </a:p>
        </p:txBody>
      </p:sp>
      <p:sp>
        <p:nvSpPr>
          <p:cNvPr id="600066" name="AutoShape 2"/>
          <p:cNvSpPr>
            <a:spLocks noChangeArrowheads="1"/>
          </p:cNvSpPr>
          <p:nvPr/>
        </p:nvSpPr>
        <p:spPr bwMode="auto">
          <a:xfrm>
            <a:off x="6240463" y="5227638"/>
            <a:ext cx="4032250" cy="793750"/>
          </a:xfrm>
          <a:prstGeom prst="roundRect">
            <a:avLst>
              <a:gd name="adj" fmla="val 16667"/>
            </a:avLst>
          </a:prstGeom>
          <a:solidFill>
            <a:schemeClr val="accent1"/>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dirty="0">
              <a:latin typeface="微软雅黑 Light" panose="020B0502040204020203" pitchFamily="34" charset="-122"/>
              <a:ea typeface="微软雅黑 Light" panose="020B0502040204020203" pitchFamily="34" charset="-122"/>
            </a:endParaRPr>
          </a:p>
        </p:txBody>
      </p:sp>
      <p:sp>
        <p:nvSpPr>
          <p:cNvPr id="600067" name="Rectangle 3"/>
          <p:cNvSpPr>
            <a:spLocks noGrp="1" noChangeArrowheads="1"/>
          </p:cNvSpPr>
          <p:nvPr>
            <p:ph type="title"/>
          </p:nvPr>
        </p:nvSpPr>
        <p:spPr/>
        <p:txBody>
          <a:bodyPr/>
          <a:lstStyle/>
          <a:p>
            <a:r>
              <a:rPr lang="zh-CN" altLang="en-US"/>
              <a:t>单播与多播的比较</a:t>
            </a:r>
            <a:endParaRPr lang="zh-CN" altLang="en-US"/>
          </a:p>
        </p:txBody>
      </p:sp>
      <p:sp>
        <p:nvSpPr>
          <p:cNvPr id="600068" name="Line 4"/>
          <p:cNvSpPr>
            <a:spLocks noChangeShapeType="1"/>
          </p:cNvSpPr>
          <p:nvPr/>
        </p:nvSpPr>
        <p:spPr bwMode="auto">
          <a:xfrm>
            <a:off x="3224213" y="5097463"/>
            <a:ext cx="0" cy="361950"/>
          </a:xfrm>
          <a:prstGeom prst="line">
            <a:avLst/>
          </a:prstGeom>
          <a:noFill/>
          <a:ln w="9525">
            <a:solidFill>
              <a:schemeClr val="accent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latin typeface="微软雅黑 Light" panose="020B0502040204020203" pitchFamily="34" charset="-122"/>
              <a:ea typeface="微软雅黑 Light" panose="020B0502040204020203" pitchFamily="34" charset="-122"/>
            </a:endParaRPr>
          </a:p>
        </p:txBody>
      </p:sp>
      <p:sp>
        <p:nvSpPr>
          <p:cNvPr id="600069" name="Line 5"/>
          <p:cNvSpPr>
            <a:spLocks noChangeShapeType="1"/>
          </p:cNvSpPr>
          <p:nvPr/>
        </p:nvSpPr>
        <p:spPr bwMode="auto">
          <a:xfrm flipV="1">
            <a:off x="2924175" y="3032125"/>
            <a:ext cx="757238" cy="1189038"/>
          </a:xfrm>
          <a:prstGeom prst="line">
            <a:avLst/>
          </a:prstGeom>
          <a:noFill/>
          <a:ln w="19050">
            <a:solidFill>
              <a:schemeClr val="accent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600070" name="Line 6"/>
          <p:cNvSpPr>
            <a:spLocks noChangeShapeType="1"/>
          </p:cNvSpPr>
          <p:nvPr/>
        </p:nvSpPr>
        <p:spPr bwMode="auto">
          <a:xfrm flipV="1">
            <a:off x="3768725" y="1852613"/>
            <a:ext cx="0" cy="996950"/>
          </a:xfrm>
          <a:prstGeom prst="line">
            <a:avLst/>
          </a:prstGeom>
          <a:noFill/>
          <a:ln w="19050">
            <a:solidFill>
              <a:schemeClr val="accent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600071" name="Line 7"/>
          <p:cNvSpPr>
            <a:spLocks noChangeShapeType="1"/>
          </p:cNvSpPr>
          <p:nvPr/>
        </p:nvSpPr>
        <p:spPr bwMode="auto">
          <a:xfrm>
            <a:off x="4760913" y="4281489"/>
            <a:ext cx="0" cy="815975"/>
          </a:xfrm>
          <a:prstGeom prst="line">
            <a:avLst/>
          </a:prstGeom>
          <a:noFill/>
          <a:ln w="19050">
            <a:solidFill>
              <a:schemeClr val="accent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600072" name="Line 8"/>
          <p:cNvSpPr>
            <a:spLocks noChangeShapeType="1"/>
          </p:cNvSpPr>
          <p:nvPr/>
        </p:nvSpPr>
        <p:spPr bwMode="auto">
          <a:xfrm>
            <a:off x="2879725" y="4281489"/>
            <a:ext cx="0" cy="815975"/>
          </a:xfrm>
          <a:prstGeom prst="line">
            <a:avLst/>
          </a:prstGeom>
          <a:noFill/>
          <a:ln w="19050">
            <a:solidFill>
              <a:schemeClr val="accent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600073" name="Line 9"/>
          <p:cNvSpPr>
            <a:spLocks noChangeShapeType="1"/>
          </p:cNvSpPr>
          <p:nvPr/>
        </p:nvSpPr>
        <p:spPr bwMode="auto">
          <a:xfrm>
            <a:off x="3943351" y="3032126"/>
            <a:ext cx="709613" cy="1116013"/>
          </a:xfrm>
          <a:prstGeom prst="line">
            <a:avLst/>
          </a:prstGeom>
          <a:noFill/>
          <a:ln w="19050">
            <a:solidFill>
              <a:schemeClr val="accent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600074" name="AutoShape 10"/>
          <p:cNvSpPr>
            <a:spLocks noChangeArrowheads="1"/>
          </p:cNvSpPr>
          <p:nvPr/>
        </p:nvSpPr>
        <p:spPr bwMode="auto">
          <a:xfrm rot="5400000">
            <a:off x="3655220" y="2418557"/>
            <a:ext cx="504825" cy="195263"/>
          </a:xfrm>
          <a:prstGeom prst="rightArrow">
            <a:avLst>
              <a:gd name="adj1" fmla="val 37500"/>
              <a:gd name="adj2" fmla="val 103881"/>
            </a:avLst>
          </a:prstGeom>
          <a:solidFill>
            <a:schemeClr val="hlink"/>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vert="eaVert" wrap="none" anchor="ctr"/>
          <a:lstStyle/>
          <a:p>
            <a:pPr algn="ctr"/>
            <a:endParaRPr lang="zh-CN" altLang="zh-CN" sz="2800" dirty="0">
              <a:latin typeface="微软雅黑 Light" panose="020B0502040204020203" pitchFamily="34" charset="-122"/>
              <a:ea typeface="微软雅黑 Light" panose="020B0502040204020203" pitchFamily="34" charset="-122"/>
            </a:endParaRPr>
          </a:p>
        </p:txBody>
      </p:sp>
      <p:sp>
        <p:nvSpPr>
          <p:cNvPr id="600075" name="AutoShape 11"/>
          <p:cNvSpPr>
            <a:spLocks noChangeArrowheads="1"/>
          </p:cNvSpPr>
          <p:nvPr/>
        </p:nvSpPr>
        <p:spPr bwMode="auto">
          <a:xfrm rot="7165789">
            <a:off x="2947988" y="3440113"/>
            <a:ext cx="481013" cy="204788"/>
          </a:xfrm>
          <a:prstGeom prst="rightArrow">
            <a:avLst>
              <a:gd name="adj1" fmla="val 37500"/>
              <a:gd name="adj2" fmla="val 94377"/>
            </a:avLst>
          </a:prstGeom>
          <a:solidFill>
            <a:schemeClr val="hlink"/>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vert="eaVert" wrap="none" anchor="ctr"/>
          <a:lstStyle/>
          <a:p>
            <a:pPr algn="ctr"/>
            <a:endParaRPr lang="zh-CN" altLang="zh-CN" sz="2800" dirty="0">
              <a:latin typeface="微软雅黑 Light" panose="020B0502040204020203" pitchFamily="34" charset="-122"/>
              <a:ea typeface="微软雅黑 Light" panose="020B0502040204020203" pitchFamily="34" charset="-122"/>
            </a:endParaRPr>
          </a:p>
        </p:txBody>
      </p:sp>
      <p:sp>
        <p:nvSpPr>
          <p:cNvPr id="600077" name="Text Box 13"/>
          <p:cNvSpPr txBox="1">
            <a:spLocks noChangeArrowheads="1"/>
          </p:cNvSpPr>
          <p:nvPr/>
        </p:nvSpPr>
        <p:spPr bwMode="auto">
          <a:xfrm>
            <a:off x="3163889" y="2393950"/>
            <a:ext cx="447558"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400" dirty="0">
                <a:latin typeface="微软雅黑 Light" panose="020B0502040204020203" pitchFamily="34" charset="-122"/>
                <a:ea typeface="微软雅黑 Light" panose="020B0502040204020203" pitchFamily="34" charset="-122"/>
              </a:rPr>
              <a:t>R</a:t>
            </a:r>
            <a:r>
              <a:rPr kumimoji="1" lang="en-US" altLang="zh-CN" sz="2400" baseline="-25000" dirty="0">
                <a:latin typeface="微软雅黑 Light" panose="020B0502040204020203" pitchFamily="34" charset="-122"/>
                <a:ea typeface="微软雅黑 Light" panose="020B0502040204020203" pitchFamily="34" charset="-122"/>
              </a:rPr>
              <a:t>1</a:t>
            </a:r>
            <a:endParaRPr kumimoji="1" lang="en-US" altLang="zh-CN" sz="2400" dirty="0">
              <a:latin typeface="微软雅黑 Light" panose="020B0502040204020203" pitchFamily="34" charset="-122"/>
              <a:ea typeface="微软雅黑 Light" panose="020B0502040204020203" pitchFamily="34" charset="-122"/>
            </a:endParaRPr>
          </a:p>
        </p:txBody>
      </p:sp>
      <p:sp>
        <p:nvSpPr>
          <p:cNvPr id="600078" name="Text Box 14"/>
          <p:cNvSpPr txBox="1">
            <a:spLocks noChangeArrowheads="1"/>
          </p:cNvSpPr>
          <p:nvPr/>
        </p:nvSpPr>
        <p:spPr bwMode="auto">
          <a:xfrm>
            <a:off x="4049714" y="3960813"/>
            <a:ext cx="492443"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400" dirty="0">
                <a:latin typeface="微软雅黑 Light" panose="020B0502040204020203" pitchFamily="34" charset="-122"/>
                <a:ea typeface="微软雅黑 Light" panose="020B0502040204020203" pitchFamily="34" charset="-122"/>
              </a:rPr>
              <a:t>R</a:t>
            </a:r>
            <a:r>
              <a:rPr kumimoji="1" lang="en-US" altLang="zh-CN" sz="2400" baseline="-25000" dirty="0">
                <a:latin typeface="微软雅黑 Light" panose="020B0502040204020203" pitchFamily="34" charset="-122"/>
                <a:ea typeface="微软雅黑 Light" panose="020B0502040204020203" pitchFamily="34" charset="-122"/>
              </a:rPr>
              <a:t>3</a:t>
            </a:r>
            <a:endParaRPr kumimoji="1" lang="en-US" altLang="zh-CN" sz="2400" dirty="0">
              <a:latin typeface="微软雅黑 Light" panose="020B0502040204020203" pitchFamily="34" charset="-122"/>
              <a:ea typeface="微软雅黑 Light" panose="020B0502040204020203" pitchFamily="34" charset="-122"/>
            </a:endParaRPr>
          </a:p>
        </p:txBody>
      </p:sp>
      <p:sp>
        <p:nvSpPr>
          <p:cNvPr id="600079" name="Text Box 15"/>
          <p:cNvSpPr txBox="1">
            <a:spLocks noChangeArrowheads="1"/>
          </p:cNvSpPr>
          <p:nvPr/>
        </p:nvSpPr>
        <p:spPr bwMode="auto">
          <a:xfrm>
            <a:off x="2189164" y="3914775"/>
            <a:ext cx="492443"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400" dirty="0">
                <a:latin typeface="微软雅黑 Light" panose="020B0502040204020203" pitchFamily="34" charset="-122"/>
                <a:ea typeface="微软雅黑 Light" panose="020B0502040204020203" pitchFamily="34" charset="-122"/>
              </a:rPr>
              <a:t>R</a:t>
            </a:r>
            <a:r>
              <a:rPr kumimoji="1" lang="en-US" altLang="zh-CN" sz="2400" baseline="-25000" dirty="0">
                <a:latin typeface="微软雅黑 Light" panose="020B0502040204020203" pitchFamily="34" charset="-122"/>
                <a:ea typeface="微软雅黑 Light" panose="020B0502040204020203" pitchFamily="34" charset="-122"/>
              </a:rPr>
              <a:t>2</a:t>
            </a:r>
            <a:endParaRPr kumimoji="1" lang="en-US" altLang="zh-CN" sz="2400" dirty="0">
              <a:latin typeface="微软雅黑 Light" panose="020B0502040204020203" pitchFamily="34" charset="-122"/>
              <a:ea typeface="微软雅黑 Light" panose="020B0502040204020203" pitchFamily="34" charset="-122"/>
            </a:endParaRPr>
          </a:p>
        </p:txBody>
      </p:sp>
      <p:sp>
        <p:nvSpPr>
          <p:cNvPr id="600082" name="Line 18"/>
          <p:cNvSpPr>
            <a:spLocks noChangeShapeType="1"/>
          </p:cNvSpPr>
          <p:nvPr/>
        </p:nvSpPr>
        <p:spPr bwMode="auto">
          <a:xfrm>
            <a:off x="2100263" y="5097463"/>
            <a:ext cx="1382712" cy="0"/>
          </a:xfrm>
          <a:prstGeom prst="line">
            <a:avLst/>
          </a:prstGeom>
          <a:noFill/>
          <a:ln w="57150">
            <a:solidFill>
              <a:schemeClr val="accent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latin typeface="微软雅黑 Light" panose="020B0502040204020203" pitchFamily="34" charset="-122"/>
              <a:ea typeface="微软雅黑 Light" panose="020B0502040204020203" pitchFamily="34" charset="-122"/>
            </a:endParaRPr>
          </a:p>
        </p:txBody>
      </p:sp>
      <p:sp>
        <p:nvSpPr>
          <p:cNvPr id="600083" name="Line 19"/>
          <p:cNvSpPr>
            <a:spLocks noChangeShapeType="1"/>
          </p:cNvSpPr>
          <p:nvPr/>
        </p:nvSpPr>
        <p:spPr bwMode="auto">
          <a:xfrm>
            <a:off x="4156076" y="5097463"/>
            <a:ext cx="1381125" cy="0"/>
          </a:xfrm>
          <a:prstGeom prst="line">
            <a:avLst/>
          </a:prstGeom>
          <a:noFill/>
          <a:ln w="57150">
            <a:solidFill>
              <a:schemeClr val="accent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latin typeface="微软雅黑 Light" panose="020B0502040204020203" pitchFamily="34" charset="-122"/>
              <a:ea typeface="微软雅黑 Light" panose="020B0502040204020203" pitchFamily="34" charset="-122"/>
            </a:endParaRPr>
          </a:p>
        </p:txBody>
      </p:sp>
      <p:sp>
        <p:nvSpPr>
          <p:cNvPr id="600084" name="AutoShape 20"/>
          <p:cNvSpPr>
            <a:spLocks noChangeArrowheads="1"/>
          </p:cNvSpPr>
          <p:nvPr/>
        </p:nvSpPr>
        <p:spPr bwMode="auto">
          <a:xfrm rot="3147154">
            <a:off x="4221163" y="3438526"/>
            <a:ext cx="482600" cy="206375"/>
          </a:xfrm>
          <a:prstGeom prst="rightArrow">
            <a:avLst>
              <a:gd name="adj1" fmla="val 37500"/>
              <a:gd name="adj2" fmla="val 93961"/>
            </a:avLst>
          </a:prstGeom>
          <a:solidFill>
            <a:schemeClr val="hlink"/>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vert="eaVert" wrap="none" anchor="ctr"/>
          <a:lstStyle/>
          <a:p>
            <a:pPr algn="ctr"/>
            <a:endParaRPr lang="zh-CN" altLang="zh-CN" sz="2800" dirty="0">
              <a:latin typeface="微软雅黑 Light" panose="020B0502040204020203" pitchFamily="34" charset="-122"/>
              <a:ea typeface="微软雅黑 Light" panose="020B0502040204020203" pitchFamily="34" charset="-122"/>
            </a:endParaRPr>
          </a:p>
        </p:txBody>
      </p:sp>
      <p:sp>
        <p:nvSpPr>
          <p:cNvPr id="600085" name="Line 21"/>
          <p:cNvSpPr>
            <a:spLocks noChangeShapeType="1"/>
          </p:cNvSpPr>
          <p:nvPr/>
        </p:nvSpPr>
        <p:spPr bwMode="auto">
          <a:xfrm>
            <a:off x="2362200" y="5097464"/>
            <a:ext cx="0" cy="454025"/>
          </a:xfrm>
          <a:prstGeom prst="line">
            <a:avLst/>
          </a:prstGeom>
          <a:noFill/>
          <a:ln w="9525">
            <a:solidFill>
              <a:schemeClr val="accent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latin typeface="微软雅黑 Light" panose="020B0502040204020203" pitchFamily="34" charset="-122"/>
              <a:ea typeface="微软雅黑 Light" panose="020B0502040204020203" pitchFamily="34" charset="-122"/>
            </a:endParaRPr>
          </a:p>
        </p:txBody>
      </p:sp>
      <p:sp>
        <p:nvSpPr>
          <p:cNvPr id="600086" name="Line 22"/>
          <p:cNvSpPr>
            <a:spLocks noChangeShapeType="1"/>
          </p:cNvSpPr>
          <p:nvPr/>
        </p:nvSpPr>
        <p:spPr bwMode="auto">
          <a:xfrm>
            <a:off x="4329113" y="5097463"/>
            <a:ext cx="0" cy="361950"/>
          </a:xfrm>
          <a:prstGeom prst="line">
            <a:avLst/>
          </a:prstGeom>
          <a:noFill/>
          <a:ln w="9525">
            <a:solidFill>
              <a:schemeClr val="accent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latin typeface="微软雅黑 Light" panose="020B0502040204020203" pitchFamily="34" charset="-122"/>
              <a:ea typeface="微软雅黑 Light" panose="020B0502040204020203" pitchFamily="34" charset="-122"/>
            </a:endParaRPr>
          </a:p>
        </p:txBody>
      </p:sp>
      <p:sp>
        <p:nvSpPr>
          <p:cNvPr id="600087" name="Line 23"/>
          <p:cNvSpPr>
            <a:spLocks noChangeShapeType="1"/>
          </p:cNvSpPr>
          <p:nvPr/>
        </p:nvSpPr>
        <p:spPr bwMode="auto">
          <a:xfrm>
            <a:off x="5364163" y="5097464"/>
            <a:ext cx="0" cy="454025"/>
          </a:xfrm>
          <a:prstGeom prst="line">
            <a:avLst/>
          </a:prstGeom>
          <a:noFill/>
          <a:ln w="9525">
            <a:solidFill>
              <a:schemeClr val="accent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latin typeface="微软雅黑 Light" panose="020B0502040204020203" pitchFamily="34" charset="-122"/>
              <a:ea typeface="微软雅黑 Light" panose="020B0502040204020203" pitchFamily="34" charset="-122"/>
            </a:endParaRPr>
          </a:p>
        </p:txBody>
      </p:sp>
      <p:sp>
        <p:nvSpPr>
          <p:cNvPr id="600088" name="Text Box 24"/>
          <p:cNvSpPr txBox="1">
            <a:spLocks noChangeArrowheads="1"/>
          </p:cNvSpPr>
          <p:nvPr/>
        </p:nvSpPr>
        <p:spPr bwMode="auto">
          <a:xfrm>
            <a:off x="2463800" y="5097463"/>
            <a:ext cx="642938"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kumimoji="1" lang="en-US" altLang="zh-CN" sz="3600" b="1" dirty="0">
                <a:latin typeface="微软雅黑 Light" panose="020B0502040204020203" pitchFamily="34" charset="-122"/>
                <a:ea typeface="微软雅黑 Light" panose="020B0502040204020203" pitchFamily="34" charset="-122"/>
              </a:rPr>
              <a:t>…</a:t>
            </a:r>
            <a:endParaRPr kumimoji="1" lang="en-US" altLang="zh-CN" sz="3600" b="1" dirty="0">
              <a:latin typeface="微软雅黑 Light" panose="020B0502040204020203" pitchFamily="34" charset="-122"/>
              <a:ea typeface="微软雅黑 Light" panose="020B0502040204020203" pitchFamily="34" charset="-122"/>
            </a:endParaRPr>
          </a:p>
        </p:txBody>
      </p:sp>
      <p:sp>
        <p:nvSpPr>
          <p:cNvPr id="600089" name="Text Box 25"/>
          <p:cNvSpPr txBox="1">
            <a:spLocks noChangeArrowheads="1"/>
          </p:cNvSpPr>
          <p:nvPr/>
        </p:nvSpPr>
        <p:spPr bwMode="auto">
          <a:xfrm>
            <a:off x="4502150" y="5097463"/>
            <a:ext cx="516488"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3600" b="1" dirty="0">
                <a:latin typeface="微软雅黑 Light" panose="020B0502040204020203" pitchFamily="34" charset="-122"/>
                <a:ea typeface="微软雅黑 Light" panose="020B0502040204020203" pitchFamily="34" charset="-122"/>
              </a:rPr>
              <a:t>…</a:t>
            </a:r>
            <a:endParaRPr kumimoji="1" lang="en-US" altLang="zh-CN" sz="3600" b="1" dirty="0">
              <a:latin typeface="微软雅黑 Light" panose="020B0502040204020203" pitchFamily="34" charset="-122"/>
              <a:ea typeface="微软雅黑 Light" panose="020B0502040204020203" pitchFamily="34" charset="-122"/>
            </a:endParaRPr>
          </a:p>
        </p:txBody>
      </p:sp>
      <p:sp>
        <p:nvSpPr>
          <p:cNvPr id="600090" name="Text Box 26"/>
          <p:cNvSpPr txBox="1">
            <a:spLocks noChangeArrowheads="1"/>
          </p:cNvSpPr>
          <p:nvPr/>
        </p:nvSpPr>
        <p:spPr bwMode="auto">
          <a:xfrm>
            <a:off x="3211514" y="4559301"/>
            <a:ext cx="72072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dirty="0">
                <a:latin typeface="微软雅黑 Light" panose="020B0502040204020203" pitchFamily="34" charset="-122"/>
                <a:ea typeface="微软雅黑 Light" panose="020B0502040204020203" pitchFamily="34" charset="-122"/>
              </a:rPr>
              <a:t>30</a:t>
            </a:r>
            <a:r>
              <a:rPr kumimoji="1" lang="zh-CN" altLang="en-US" dirty="0">
                <a:latin typeface="微软雅黑 Light" panose="020B0502040204020203" pitchFamily="34" charset="-122"/>
                <a:ea typeface="微软雅黑 Light" panose="020B0502040204020203" pitchFamily="34" charset="-122"/>
              </a:rPr>
              <a:t>个</a:t>
            </a:r>
            <a:endParaRPr kumimoji="1" lang="zh-CN" altLang="en-US" dirty="0">
              <a:latin typeface="微软雅黑 Light" panose="020B0502040204020203" pitchFamily="34" charset="-122"/>
              <a:ea typeface="微软雅黑 Light" panose="020B0502040204020203" pitchFamily="34" charset="-122"/>
            </a:endParaRPr>
          </a:p>
        </p:txBody>
      </p:sp>
      <p:sp>
        <p:nvSpPr>
          <p:cNvPr id="600091" name="Text Box 27"/>
          <p:cNvSpPr txBox="1">
            <a:spLocks noChangeArrowheads="1"/>
          </p:cNvSpPr>
          <p:nvPr/>
        </p:nvSpPr>
        <p:spPr bwMode="auto">
          <a:xfrm>
            <a:off x="5081589" y="4440239"/>
            <a:ext cx="72072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dirty="0">
                <a:latin typeface="微软雅黑 Light" panose="020B0502040204020203" pitchFamily="34" charset="-122"/>
                <a:ea typeface="微软雅黑 Light" panose="020B0502040204020203" pitchFamily="34" charset="-122"/>
              </a:rPr>
              <a:t>30</a:t>
            </a:r>
            <a:r>
              <a:rPr kumimoji="1" lang="zh-CN" altLang="en-US" dirty="0">
                <a:latin typeface="微软雅黑 Light" panose="020B0502040204020203" pitchFamily="34" charset="-122"/>
                <a:ea typeface="微软雅黑 Light" panose="020B0502040204020203" pitchFamily="34" charset="-122"/>
              </a:rPr>
              <a:t>个</a:t>
            </a:r>
            <a:endParaRPr kumimoji="1" lang="zh-CN" altLang="en-US" dirty="0">
              <a:latin typeface="微软雅黑 Light" panose="020B0502040204020203" pitchFamily="34" charset="-122"/>
              <a:ea typeface="微软雅黑 Light" panose="020B0502040204020203" pitchFamily="34" charset="-122"/>
            </a:endParaRPr>
          </a:p>
        </p:txBody>
      </p:sp>
      <p:sp>
        <p:nvSpPr>
          <p:cNvPr id="600092" name="Text Box 28"/>
          <p:cNvSpPr txBox="1">
            <a:spLocks noChangeArrowheads="1"/>
          </p:cNvSpPr>
          <p:nvPr/>
        </p:nvSpPr>
        <p:spPr bwMode="auto">
          <a:xfrm>
            <a:off x="4627564" y="3098801"/>
            <a:ext cx="72072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dirty="0">
                <a:latin typeface="微软雅黑 Light" panose="020B0502040204020203" pitchFamily="34" charset="-122"/>
                <a:ea typeface="微软雅黑 Light" panose="020B0502040204020203" pitchFamily="34" charset="-122"/>
              </a:rPr>
              <a:t>30</a:t>
            </a:r>
            <a:r>
              <a:rPr kumimoji="1" lang="zh-CN" altLang="en-US" dirty="0">
                <a:latin typeface="微软雅黑 Light" panose="020B0502040204020203" pitchFamily="34" charset="-122"/>
                <a:ea typeface="微软雅黑 Light" panose="020B0502040204020203" pitchFamily="34" charset="-122"/>
              </a:rPr>
              <a:t>个</a:t>
            </a:r>
            <a:endParaRPr kumimoji="1" lang="zh-CN" altLang="en-US" dirty="0">
              <a:latin typeface="微软雅黑 Light" panose="020B0502040204020203" pitchFamily="34" charset="-122"/>
              <a:ea typeface="微软雅黑 Light" panose="020B0502040204020203" pitchFamily="34" charset="-122"/>
            </a:endParaRPr>
          </a:p>
        </p:txBody>
      </p:sp>
      <p:sp>
        <p:nvSpPr>
          <p:cNvPr id="600093" name="Text Box 29"/>
          <p:cNvSpPr txBox="1">
            <a:spLocks noChangeArrowheads="1"/>
          </p:cNvSpPr>
          <p:nvPr/>
        </p:nvSpPr>
        <p:spPr bwMode="auto">
          <a:xfrm>
            <a:off x="2252664" y="3051176"/>
            <a:ext cx="72072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dirty="0">
                <a:latin typeface="微软雅黑 Light" panose="020B0502040204020203" pitchFamily="34" charset="-122"/>
                <a:ea typeface="微软雅黑 Light" panose="020B0502040204020203" pitchFamily="34" charset="-122"/>
              </a:rPr>
              <a:t>30</a:t>
            </a:r>
            <a:r>
              <a:rPr kumimoji="1" lang="zh-CN" altLang="en-US" dirty="0">
                <a:latin typeface="微软雅黑 Light" panose="020B0502040204020203" pitchFamily="34" charset="-122"/>
                <a:ea typeface="微软雅黑 Light" panose="020B0502040204020203" pitchFamily="34" charset="-122"/>
              </a:rPr>
              <a:t>个</a:t>
            </a:r>
            <a:endParaRPr kumimoji="1" lang="zh-CN" altLang="en-US" dirty="0">
              <a:latin typeface="微软雅黑 Light" panose="020B0502040204020203" pitchFamily="34" charset="-122"/>
              <a:ea typeface="微软雅黑 Light" panose="020B0502040204020203" pitchFamily="34" charset="-122"/>
            </a:endParaRPr>
          </a:p>
        </p:txBody>
      </p:sp>
      <p:sp>
        <p:nvSpPr>
          <p:cNvPr id="600094" name="Text Box 30"/>
          <p:cNvSpPr txBox="1">
            <a:spLocks noChangeArrowheads="1"/>
          </p:cNvSpPr>
          <p:nvPr/>
        </p:nvSpPr>
        <p:spPr bwMode="auto">
          <a:xfrm>
            <a:off x="4146551" y="2060575"/>
            <a:ext cx="8286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400" dirty="0">
                <a:latin typeface="微软雅黑 Light" panose="020B0502040204020203" pitchFamily="34" charset="-122"/>
                <a:ea typeface="微软雅黑 Light" panose="020B0502040204020203" pitchFamily="34" charset="-122"/>
              </a:rPr>
              <a:t>60</a:t>
            </a:r>
            <a:r>
              <a:rPr kumimoji="1" lang="zh-CN" altLang="en-US" sz="2400" dirty="0">
                <a:latin typeface="微软雅黑 Light" panose="020B0502040204020203" pitchFamily="34" charset="-122"/>
                <a:ea typeface="微软雅黑 Light" panose="020B0502040204020203" pitchFamily="34" charset="-122"/>
              </a:rPr>
              <a:t>个</a:t>
            </a:r>
            <a:endParaRPr kumimoji="1" lang="zh-CN" altLang="en-US" sz="2400" dirty="0">
              <a:latin typeface="微软雅黑 Light" panose="020B0502040204020203" pitchFamily="34" charset="-122"/>
              <a:ea typeface="微软雅黑 Light" panose="020B0502040204020203" pitchFamily="34" charset="-122"/>
            </a:endParaRPr>
          </a:p>
        </p:txBody>
      </p:sp>
      <p:sp>
        <p:nvSpPr>
          <p:cNvPr id="600095" name="AutoShape 31"/>
          <p:cNvSpPr>
            <a:spLocks noChangeArrowheads="1"/>
          </p:cNvSpPr>
          <p:nvPr/>
        </p:nvSpPr>
        <p:spPr bwMode="auto">
          <a:xfrm rot="5400000">
            <a:off x="3747295" y="2482057"/>
            <a:ext cx="503237" cy="196850"/>
          </a:xfrm>
          <a:prstGeom prst="rightArrow">
            <a:avLst>
              <a:gd name="adj1" fmla="val 37500"/>
              <a:gd name="adj2" fmla="val 102720"/>
            </a:avLst>
          </a:prstGeom>
          <a:solidFill>
            <a:schemeClr val="hlink"/>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vert="eaVert" wrap="none" anchor="ctr"/>
          <a:lstStyle/>
          <a:p>
            <a:pPr algn="ctr"/>
            <a:endParaRPr lang="zh-CN" altLang="zh-CN" sz="2800" dirty="0">
              <a:latin typeface="微软雅黑 Light" panose="020B0502040204020203" pitchFamily="34" charset="-122"/>
              <a:ea typeface="微软雅黑 Light" panose="020B0502040204020203" pitchFamily="34" charset="-122"/>
            </a:endParaRPr>
          </a:p>
        </p:txBody>
      </p:sp>
      <p:sp>
        <p:nvSpPr>
          <p:cNvPr id="600096" name="AutoShape 32"/>
          <p:cNvSpPr>
            <a:spLocks noChangeArrowheads="1"/>
          </p:cNvSpPr>
          <p:nvPr/>
        </p:nvSpPr>
        <p:spPr bwMode="auto">
          <a:xfrm rot="5400000">
            <a:off x="3838575" y="2544763"/>
            <a:ext cx="503238" cy="195262"/>
          </a:xfrm>
          <a:prstGeom prst="rightArrow">
            <a:avLst>
              <a:gd name="adj1" fmla="val 37500"/>
              <a:gd name="adj2" fmla="val 103555"/>
            </a:avLst>
          </a:prstGeom>
          <a:solidFill>
            <a:schemeClr val="hlink"/>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vert="eaVert" wrap="none" anchor="ctr"/>
          <a:lstStyle/>
          <a:p>
            <a:pPr algn="ctr"/>
            <a:endParaRPr lang="zh-CN" altLang="zh-CN" sz="2800" dirty="0">
              <a:latin typeface="微软雅黑 Light" panose="020B0502040204020203" pitchFamily="34" charset="-122"/>
              <a:ea typeface="微软雅黑 Light" panose="020B0502040204020203" pitchFamily="34" charset="-122"/>
            </a:endParaRPr>
          </a:p>
        </p:txBody>
      </p:sp>
      <p:sp>
        <p:nvSpPr>
          <p:cNvPr id="600097" name="AutoShape 33"/>
          <p:cNvSpPr>
            <a:spLocks noChangeArrowheads="1"/>
          </p:cNvSpPr>
          <p:nvPr/>
        </p:nvSpPr>
        <p:spPr bwMode="auto">
          <a:xfrm rot="3150965">
            <a:off x="4331495" y="3412332"/>
            <a:ext cx="481012" cy="206375"/>
          </a:xfrm>
          <a:prstGeom prst="rightArrow">
            <a:avLst>
              <a:gd name="adj1" fmla="val 37500"/>
              <a:gd name="adj2" fmla="val 93652"/>
            </a:avLst>
          </a:prstGeom>
          <a:solidFill>
            <a:schemeClr val="hlink"/>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vert="eaVert" wrap="none" anchor="ctr"/>
          <a:lstStyle/>
          <a:p>
            <a:pPr algn="ctr"/>
            <a:endParaRPr lang="zh-CN" altLang="zh-CN" sz="2800" dirty="0">
              <a:latin typeface="微软雅黑 Light" panose="020B0502040204020203" pitchFamily="34" charset="-122"/>
              <a:ea typeface="微软雅黑 Light" panose="020B0502040204020203" pitchFamily="34" charset="-122"/>
            </a:endParaRPr>
          </a:p>
        </p:txBody>
      </p:sp>
      <p:sp>
        <p:nvSpPr>
          <p:cNvPr id="600098" name="AutoShape 34"/>
          <p:cNvSpPr>
            <a:spLocks noChangeArrowheads="1"/>
          </p:cNvSpPr>
          <p:nvPr/>
        </p:nvSpPr>
        <p:spPr bwMode="auto">
          <a:xfrm rot="3150965">
            <a:off x="4438651" y="3387726"/>
            <a:ext cx="481012" cy="204787"/>
          </a:xfrm>
          <a:prstGeom prst="rightArrow">
            <a:avLst>
              <a:gd name="adj1" fmla="val 37500"/>
              <a:gd name="adj2" fmla="val 94378"/>
            </a:avLst>
          </a:prstGeom>
          <a:solidFill>
            <a:schemeClr val="hlink"/>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vert="eaVert" wrap="none" anchor="ctr"/>
          <a:lstStyle/>
          <a:p>
            <a:pPr algn="ctr"/>
            <a:endParaRPr lang="zh-CN" altLang="zh-CN" sz="2800" dirty="0">
              <a:latin typeface="微软雅黑 Light" panose="020B0502040204020203" pitchFamily="34" charset="-122"/>
              <a:ea typeface="微软雅黑 Light" panose="020B0502040204020203" pitchFamily="34" charset="-122"/>
            </a:endParaRPr>
          </a:p>
        </p:txBody>
      </p:sp>
      <p:grpSp>
        <p:nvGrpSpPr>
          <p:cNvPr id="600099" name="Group 35"/>
          <p:cNvGrpSpPr/>
          <p:nvPr/>
        </p:nvGrpSpPr>
        <p:grpSpPr bwMode="auto">
          <a:xfrm>
            <a:off x="4803775" y="4478339"/>
            <a:ext cx="407988" cy="655637"/>
            <a:chOff x="2222" y="1578"/>
            <a:chExt cx="215" cy="328"/>
          </a:xfrm>
        </p:grpSpPr>
        <p:sp>
          <p:nvSpPr>
            <p:cNvPr id="600100" name="AutoShape 36"/>
            <p:cNvSpPr>
              <a:spLocks noChangeArrowheads="1"/>
            </p:cNvSpPr>
            <p:nvPr/>
          </p:nvSpPr>
          <p:spPr bwMode="auto">
            <a:xfrm rot="5400000">
              <a:off x="2148" y="1652"/>
              <a:ext cx="252" cy="103"/>
            </a:xfrm>
            <a:prstGeom prst="rightArrow">
              <a:avLst>
                <a:gd name="adj1" fmla="val 37500"/>
                <a:gd name="adj2" fmla="val 98306"/>
              </a:avLst>
            </a:prstGeom>
            <a:solidFill>
              <a:schemeClr val="hlink"/>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600101" name="AutoShape 37"/>
            <p:cNvSpPr>
              <a:spLocks noChangeArrowheads="1"/>
            </p:cNvSpPr>
            <p:nvPr/>
          </p:nvSpPr>
          <p:spPr bwMode="auto">
            <a:xfrm rot="5400000">
              <a:off x="2204" y="1690"/>
              <a:ext cx="252" cy="103"/>
            </a:xfrm>
            <a:prstGeom prst="rightArrow">
              <a:avLst>
                <a:gd name="adj1" fmla="val 37500"/>
                <a:gd name="adj2" fmla="val 98306"/>
              </a:avLst>
            </a:prstGeom>
            <a:solidFill>
              <a:schemeClr val="hlink"/>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600102" name="AutoShape 38"/>
            <p:cNvSpPr>
              <a:spLocks noChangeArrowheads="1"/>
            </p:cNvSpPr>
            <p:nvPr/>
          </p:nvSpPr>
          <p:spPr bwMode="auto">
            <a:xfrm rot="5400000">
              <a:off x="2260" y="1728"/>
              <a:ext cx="252" cy="103"/>
            </a:xfrm>
            <a:prstGeom prst="rightArrow">
              <a:avLst>
                <a:gd name="adj1" fmla="val 37500"/>
                <a:gd name="adj2" fmla="val 98306"/>
              </a:avLst>
            </a:prstGeom>
            <a:solidFill>
              <a:schemeClr val="hlink"/>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a typeface="微软雅黑 Light" panose="020B0502040204020203" pitchFamily="34" charset="-122"/>
              </a:endParaRPr>
            </a:p>
          </p:txBody>
        </p:sp>
      </p:grpSp>
      <p:sp>
        <p:nvSpPr>
          <p:cNvPr id="600103" name="AutoShape 39"/>
          <p:cNvSpPr>
            <a:spLocks noChangeArrowheads="1"/>
          </p:cNvSpPr>
          <p:nvPr/>
        </p:nvSpPr>
        <p:spPr bwMode="auto">
          <a:xfrm rot="5400000">
            <a:off x="3929856" y="2607469"/>
            <a:ext cx="503238" cy="196850"/>
          </a:xfrm>
          <a:prstGeom prst="rightArrow">
            <a:avLst>
              <a:gd name="adj1" fmla="val 37500"/>
              <a:gd name="adj2" fmla="val 102720"/>
            </a:avLst>
          </a:prstGeom>
          <a:solidFill>
            <a:schemeClr val="hlink"/>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vert="eaVert" wrap="none" anchor="ctr"/>
          <a:lstStyle/>
          <a:p>
            <a:pPr algn="ctr"/>
            <a:endParaRPr lang="zh-CN" altLang="zh-CN" sz="2800" dirty="0">
              <a:latin typeface="微软雅黑 Light" panose="020B0502040204020203" pitchFamily="34" charset="-122"/>
              <a:ea typeface="微软雅黑 Light" panose="020B0502040204020203" pitchFamily="34" charset="-122"/>
            </a:endParaRPr>
          </a:p>
        </p:txBody>
      </p:sp>
      <p:sp>
        <p:nvSpPr>
          <p:cNvPr id="600104" name="AutoShape 40"/>
          <p:cNvSpPr>
            <a:spLocks noChangeArrowheads="1"/>
          </p:cNvSpPr>
          <p:nvPr/>
        </p:nvSpPr>
        <p:spPr bwMode="auto">
          <a:xfrm rot="5400000">
            <a:off x="4021139" y="2670176"/>
            <a:ext cx="503237" cy="195263"/>
          </a:xfrm>
          <a:prstGeom prst="rightArrow">
            <a:avLst>
              <a:gd name="adj1" fmla="val 37500"/>
              <a:gd name="adj2" fmla="val 103554"/>
            </a:avLst>
          </a:prstGeom>
          <a:solidFill>
            <a:schemeClr val="hlink"/>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vert="eaVert" wrap="none" anchor="ctr"/>
          <a:lstStyle/>
          <a:p>
            <a:pPr algn="ctr"/>
            <a:endParaRPr lang="zh-CN" altLang="zh-CN" sz="2800" dirty="0">
              <a:latin typeface="微软雅黑 Light" panose="020B0502040204020203" pitchFamily="34" charset="-122"/>
              <a:ea typeface="微软雅黑 Light" panose="020B0502040204020203" pitchFamily="34" charset="-122"/>
            </a:endParaRPr>
          </a:p>
        </p:txBody>
      </p:sp>
      <p:sp>
        <p:nvSpPr>
          <p:cNvPr id="600105" name="AutoShape 41"/>
          <p:cNvSpPr>
            <a:spLocks noChangeArrowheads="1"/>
          </p:cNvSpPr>
          <p:nvPr/>
        </p:nvSpPr>
        <p:spPr bwMode="auto">
          <a:xfrm rot="5400000">
            <a:off x="4110831" y="2731294"/>
            <a:ext cx="503238" cy="196850"/>
          </a:xfrm>
          <a:prstGeom prst="rightArrow">
            <a:avLst>
              <a:gd name="adj1" fmla="val 37500"/>
              <a:gd name="adj2" fmla="val 102720"/>
            </a:avLst>
          </a:prstGeom>
          <a:solidFill>
            <a:schemeClr val="hlink"/>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vert="eaVert" wrap="none" anchor="ctr"/>
          <a:lstStyle/>
          <a:p>
            <a:pPr algn="ctr"/>
            <a:endParaRPr lang="zh-CN" altLang="zh-CN" sz="2800" dirty="0">
              <a:latin typeface="微软雅黑 Light" panose="020B0502040204020203" pitchFamily="34" charset="-122"/>
              <a:ea typeface="微软雅黑 Light" panose="020B0502040204020203" pitchFamily="34" charset="-122"/>
            </a:endParaRPr>
          </a:p>
        </p:txBody>
      </p:sp>
      <p:sp>
        <p:nvSpPr>
          <p:cNvPr id="600106" name="AutoShape 42"/>
          <p:cNvSpPr>
            <a:spLocks noChangeArrowheads="1"/>
          </p:cNvSpPr>
          <p:nvPr/>
        </p:nvSpPr>
        <p:spPr bwMode="auto">
          <a:xfrm rot="7141226">
            <a:off x="2864645" y="3402807"/>
            <a:ext cx="481012" cy="206375"/>
          </a:xfrm>
          <a:prstGeom prst="rightArrow">
            <a:avLst>
              <a:gd name="adj1" fmla="val 37500"/>
              <a:gd name="adj2" fmla="val 93652"/>
            </a:avLst>
          </a:prstGeom>
          <a:solidFill>
            <a:schemeClr val="hlink"/>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vert="eaVert" wrap="none" anchor="ctr"/>
          <a:lstStyle/>
          <a:p>
            <a:pPr algn="ctr"/>
            <a:endParaRPr lang="zh-CN" altLang="zh-CN" sz="2800" dirty="0">
              <a:latin typeface="微软雅黑 Light" panose="020B0502040204020203" pitchFamily="34" charset="-122"/>
              <a:ea typeface="微软雅黑 Light" panose="020B0502040204020203" pitchFamily="34" charset="-122"/>
            </a:endParaRPr>
          </a:p>
        </p:txBody>
      </p:sp>
      <p:sp>
        <p:nvSpPr>
          <p:cNvPr id="600107" name="AutoShape 43"/>
          <p:cNvSpPr>
            <a:spLocks noChangeArrowheads="1"/>
          </p:cNvSpPr>
          <p:nvPr/>
        </p:nvSpPr>
        <p:spPr bwMode="auto">
          <a:xfrm rot="7141226">
            <a:off x="2778920" y="3364707"/>
            <a:ext cx="481012" cy="206375"/>
          </a:xfrm>
          <a:prstGeom prst="rightArrow">
            <a:avLst>
              <a:gd name="adj1" fmla="val 37500"/>
              <a:gd name="adj2" fmla="val 93652"/>
            </a:avLst>
          </a:prstGeom>
          <a:solidFill>
            <a:schemeClr val="hlink"/>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vert="eaVert" wrap="none" anchor="ctr"/>
          <a:lstStyle/>
          <a:p>
            <a:pPr algn="ctr"/>
            <a:endParaRPr lang="zh-CN" altLang="zh-CN" sz="2800" dirty="0">
              <a:latin typeface="微软雅黑 Light" panose="020B0502040204020203" pitchFamily="34" charset="-122"/>
              <a:ea typeface="微软雅黑 Light" panose="020B0502040204020203" pitchFamily="34" charset="-122"/>
            </a:endParaRPr>
          </a:p>
        </p:txBody>
      </p:sp>
      <p:grpSp>
        <p:nvGrpSpPr>
          <p:cNvPr id="600108" name="Group 44"/>
          <p:cNvGrpSpPr/>
          <p:nvPr/>
        </p:nvGrpSpPr>
        <p:grpSpPr bwMode="auto">
          <a:xfrm>
            <a:off x="2900364" y="4532314"/>
            <a:ext cx="409575" cy="655637"/>
            <a:chOff x="2222" y="1578"/>
            <a:chExt cx="215" cy="328"/>
          </a:xfrm>
        </p:grpSpPr>
        <p:sp>
          <p:nvSpPr>
            <p:cNvPr id="600109" name="AutoShape 45"/>
            <p:cNvSpPr>
              <a:spLocks noChangeArrowheads="1"/>
            </p:cNvSpPr>
            <p:nvPr/>
          </p:nvSpPr>
          <p:spPr bwMode="auto">
            <a:xfrm rot="5400000">
              <a:off x="2148" y="1652"/>
              <a:ext cx="252" cy="103"/>
            </a:xfrm>
            <a:prstGeom prst="rightArrow">
              <a:avLst>
                <a:gd name="adj1" fmla="val 37500"/>
                <a:gd name="adj2" fmla="val 98306"/>
              </a:avLst>
            </a:prstGeom>
            <a:solidFill>
              <a:schemeClr val="hlink"/>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600110" name="AutoShape 46"/>
            <p:cNvSpPr>
              <a:spLocks noChangeArrowheads="1"/>
            </p:cNvSpPr>
            <p:nvPr/>
          </p:nvSpPr>
          <p:spPr bwMode="auto">
            <a:xfrm rot="5400000">
              <a:off x="2204" y="1690"/>
              <a:ext cx="252" cy="103"/>
            </a:xfrm>
            <a:prstGeom prst="rightArrow">
              <a:avLst>
                <a:gd name="adj1" fmla="val 37500"/>
                <a:gd name="adj2" fmla="val 98306"/>
              </a:avLst>
            </a:prstGeom>
            <a:solidFill>
              <a:schemeClr val="hlink"/>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600111" name="AutoShape 47"/>
            <p:cNvSpPr>
              <a:spLocks noChangeArrowheads="1"/>
            </p:cNvSpPr>
            <p:nvPr/>
          </p:nvSpPr>
          <p:spPr bwMode="auto">
            <a:xfrm rot="5400000">
              <a:off x="2260" y="1728"/>
              <a:ext cx="252" cy="103"/>
            </a:xfrm>
            <a:prstGeom prst="rightArrow">
              <a:avLst>
                <a:gd name="adj1" fmla="val 37500"/>
                <a:gd name="adj2" fmla="val 98306"/>
              </a:avLst>
            </a:prstGeom>
            <a:solidFill>
              <a:schemeClr val="hlink"/>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a typeface="微软雅黑 Light" panose="020B0502040204020203" pitchFamily="34" charset="-122"/>
              </a:endParaRPr>
            </a:p>
          </p:txBody>
        </p:sp>
      </p:grpSp>
      <p:pic>
        <p:nvPicPr>
          <p:cNvPr id="600112" name="Picture 48" descr="MC900434845[1]"/>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429000" y="1268413"/>
            <a:ext cx="857250" cy="857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00117" name="Line 53"/>
          <p:cNvSpPr>
            <a:spLocks noChangeShapeType="1"/>
          </p:cNvSpPr>
          <p:nvPr/>
        </p:nvSpPr>
        <p:spPr bwMode="auto">
          <a:xfrm>
            <a:off x="7620000" y="5097463"/>
            <a:ext cx="0" cy="361950"/>
          </a:xfrm>
          <a:prstGeom prst="line">
            <a:avLst/>
          </a:prstGeom>
          <a:noFill/>
          <a:ln w="9525">
            <a:solidFill>
              <a:schemeClr val="accent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latin typeface="微软雅黑 Light" panose="020B0502040204020203" pitchFamily="34" charset="-122"/>
              <a:ea typeface="微软雅黑 Light" panose="020B0502040204020203" pitchFamily="34" charset="-122"/>
            </a:endParaRPr>
          </a:p>
        </p:txBody>
      </p:sp>
      <p:sp>
        <p:nvSpPr>
          <p:cNvPr id="600118" name="Line 54"/>
          <p:cNvSpPr>
            <a:spLocks noChangeShapeType="1"/>
          </p:cNvSpPr>
          <p:nvPr/>
        </p:nvSpPr>
        <p:spPr bwMode="auto">
          <a:xfrm flipV="1">
            <a:off x="7319964" y="3032125"/>
            <a:ext cx="757237" cy="1189038"/>
          </a:xfrm>
          <a:prstGeom prst="line">
            <a:avLst/>
          </a:prstGeom>
          <a:noFill/>
          <a:ln w="19050">
            <a:solidFill>
              <a:schemeClr val="accent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600119" name="Line 55"/>
          <p:cNvSpPr>
            <a:spLocks noChangeShapeType="1"/>
          </p:cNvSpPr>
          <p:nvPr/>
        </p:nvSpPr>
        <p:spPr bwMode="auto">
          <a:xfrm flipV="1">
            <a:off x="8164513" y="1852613"/>
            <a:ext cx="0" cy="996950"/>
          </a:xfrm>
          <a:prstGeom prst="line">
            <a:avLst/>
          </a:prstGeom>
          <a:noFill/>
          <a:ln w="19050">
            <a:solidFill>
              <a:schemeClr val="accent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600120" name="Line 56"/>
          <p:cNvSpPr>
            <a:spLocks noChangeShapeType="1"/>
          </p:cNvSpPr>
          <p:nvPr/>
        </p:nvSpPr>
        <p:spPr bwMode="auto">
          <a:xfrm>
            <a:off x="9156700" y="4281489"/>
            <a:ext cx="0" cy="815975"/>
          </a:xfrm>
          <a:prstGeom prst="line">
            <a:avLst/>
          </a:prstGeom>
          <a:noFill/>
          <a:ln w="19050">
            <a:solidFill>
              <a:schemeClr val="accent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600121" name="Line 57"/>
          <p:cNvSpPr>
            <a:spLocks noChangeShapeType="1"/>
          </p:cNvSpPr>
          <p:nvPr/>
        </p:nvSpPr>
        <p:spPr bwMode="auto">
          <a:xfrm>
            <a:off x="7275513" y="4281489"/>
            <a:ext cx="0" cy="815975"/>
          </a:xfrm>
          <a:prstGeom prst="line">
            <a:avLst/>
          </a:prstGeom>
          <a:noFill/>
          <a:ln w="19050">
            <a:solidFill>
              <a:schemeClr val="accent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600122" name="Line 58"/>
          <p:cNvSpPr>
            <a:spLocks noChangeShapeType="1"/>
          </p:cNvSpPr>
          <p:nvPr/>
        </p:nvSpPr>
        <p:spPr bwMode="auto">
          <a:xfrm>
            <a:off x="8339138" y="3032126"/>
            <a:ext cx="709612" cy="1116013"/>
          </a:xfrm>
          <a:prstGeom prst="line">
            <a:avLst/>
          </a:prstGeom>
          <a:noFill/>
          <a:ln w="19050">
            <a:solidFill>
              <a:schemeClr val="accent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600123" name="AutoShape 59"/>
          <p:cNvSpPr>
            <a:spLocks noChangeArrowheads="1"/>
          </p:cNvSpPr>
          <p:nvPr/>
        </p:nvSpPr>
        <p:spPr bwMode="auto">
          <a:xfrm rot="5400000">
            <a:off x="8051007" y="2418557"/>
            <a:ext cx="504825" cy="195262"/>
          </a:xfrm>
          <a:prstGeom prst="rightArrow">
            <a:avLst>
              <a:gd name="adj1" fmla="val 37500"/>
              <a:gd name="adj2" fmla="val 103882"/>
            </a:avLst>
          </a:prstGeom>
          <a:solidFill>
            <a:srgbClr val="006600"/>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vert="eaVert" wrap="none" anchor="ctr"/>
          <a:lstStyle/>
          <a:p>
            <a:pPr algn="ctr"/>
            <a:endParaRPr lang="zh-CN" altLang="zh-CN" sz="2800" dirty="0">
              <a:latin typeface="微软雅黑 Light" panose="020B0502040204020203" pitchFamily="34" charset="-122"/>
              <a:ea typeface="微软雅黑 Light" panose="020B0502040204020203" pitchFamily="34" charset="-122"/>
            </a:endParaRPr>
          </a:p>
        </p:txBody>
      </p:sp>
      <p:sp>
        <p:nvSpPr>
          <p:cNvPr id="600124" name="AutoShape 60"/>
          <p:cNvSpPr>
            <a:spLocks noChangeArrowheads="1"/>
          </p:cNvSpPr>
          <p:nvPr/>
        </p:nvSpPr>
        <p:spPr bwMode="auto">
          <a:xfrm rot="7165789">
            <a:off x="7343776" y="3440114"/>
            <a:ext cx="481013" cy="204787"/>
          </a:xfrm>
          <a:prstGeom prst="rightArrow">
            <a:avLst>
              <a:gd name="adj1" fmla="val 37500"/>
              <a:gd name="adj2" fmla="val 94378"/>
            </a:avLst>
          </a:prstGeom>
          <a:solidFill>
            <a:srgbClr val="006600"/>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vert="eaVert" wrap="none" anchor="ctr"/>
          <a:lstStyle/>
          <a:p>
            <a:pPr algn="ctr"/>
            <a:endParaRPr lang="zh-CN" altLang="zh-CN" sz="2800" dirty="0">
              <a:latin typeface="微软雅黑 Light" panose="020B0502040204020203" pitchFamily="34" charset="-122"/>
              <a:ea typeface="微软雅黑 Light" panose="020B0502040204020203" pitchFamily="34" charset="-122"/>
            </a:endParaRPr>
          </a:p>
        </p:txBody>
      </p:sp>
      <p:sp>
        <p:nvSpPr>
          <p:cNvPr id="600126" name="Text Box 62"/>
          <p:cNvSpPr txBox="1">
            <a:spLocks noChangeArrowheads="1"/>
          </p:cNvSpPr>
          <p:nvPr/>
        </p:nvSpPr>
        <p:spPr bwMode="auto">
          <a:xfrm>
            <a:off x="7559676" y="2393950"/>
            <a:ext cx="447558"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400" dirty="0">
                <a:latin typeface="微软雅黑 Light" panose="020B0502040204020203" pitchFamily="34" charset="-122"/>
                <a:ea typeface="微软雅黑 Light" panose="020B0502040204020203" pitchFamily="34" charset="-122"/>
              </a:rPr>
              <a:t>R</a:t>
            </a:r>
            <a:r>
              <a:rPr kumimoji="1" lang="en-US" altLang="zh-CN" sz="2400" baseline="-25000" dirty="0">
                <a:latin typeface="微软雅黑 Light" panose="020B0502040204020203" pitchFamily="34" charset="-122"/>
                <a:ea typeface="微软雅黑 Light" panose="020B0502040204020203" pitchFamily="34" charset="-122"/>
              </a:rPr>
              <a:t>1</a:t>
            </a:r>
            <a:endParaRPr kumimoji="1" lang="en-US" altLang="zh-CN" sz="2400" dirty="0">
              <a:latin typeface="微软雅黑 Light" panose="020B0502040204020203" pitchFamily="34" charset="-122"/>
              <a:ea typeface="微软雅黑 Light" panose="020B0502040204020203" pitchFamily="34" charset="-122"/>
            </a:endParaRPr>
          </a:p>
        </p:txBody>
      </p:sp>
      <p:sp>
        <p:nvSpPr>
          <p:cNvPr id="600127" name="Text Box 63"/>
          <p:cNvSpPr txBox="1">
            <a:spLocks noChangeArrowheads="1"/>
          </p:cNvSpPr>
          <p:nvPr/>
        </p:nvSpPr>
        <p:spPr bwMode="auto">
          <a:xfrm>
            <a:off x="8445501" y="3960813"/>
            <a:ext cx="492443"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400" dirty="0">
                <a:latin typeface="微软雅黑 Light" panose="020B0502040204020203" pitchFamily="34" charset="-122"/>
                <a:ea typeface="微软雅黑 Light" panose="020B0502040204020203" pitchFamily="34" charset="-122"/>
              </a:rPr>
              <a:t>R</a:t>
            </a:r>
            <a:r>
              <a:rPr kumimoji="1" lang="en-US" altLang="zh-CN" sz="2400" baseline="-25000" dirty="0">
                <a:latin typeface="微软雅黑 Light" panose="020B0502040204020203" pitchFamily="34" charset="-122"/>
                <a:ea typeface="微软雅黑 Light" panose="020B0502040204020203" pitchFamily="34" charset="-122"/>
              </a:rPr>
              <a:t>3</a:t>
            </a:r>
            <a:endParaRPr kumimoji="1" lang="en-US" altLang="zh-CN" sz="2400" dirty="0">
              <a:latin typeface="微软雅黑 Light" panose="020B0502040204020203" pitchFamily="34" charset="-122"/>
              <a:ea typeface="微软雅黑 Light" panose="020B0502040204020203" pitchFamily="34" charset="-122"/>
            </a:endParaRPr>
          </a:p>
        </p:txBody>
      </p:sp>
      <p:sp>
        <p:nvSpPr>
          <p:cNvPr id="600128" name="Text Box 64"/>
          <p:cNvSpPr txBox="1">
            <a:spLocks noChangeArrowheads="1"/>
          </p:cNvSpPr>
          <p:nvPr/>
        </p:nvSpPr>
        <p:spPr bwMode="auto">
          <a:xfrm>
            <a:off x="6584951" y="3914775"/>
            <a:ext cx="492443"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400" dirty="0">
                <a:latin typeface="微软雅黑 Light" panose="020B0502040204020203" pitchFamily="34" charset="-122"/>
                <a:ea typeface="微软雅黑 Light" panose="020B0502040204020203" pitchFamily="34" charset="-122"/>
              </a:rPr>
              <a:t>R</a:t>
            </a:r>
            <a:r>
              <a:rPr kumimoji="1" lang="en-US" altLang="zh-CN" sz="2400" baseline="-25000" dirty="0">
                <a:latin typeface="微软雅黑 Light" panose="020B0502040204020203" pitchFamily="34" charset="-122"/>
                <a:ea typeface="微软雅黑 Light" panose="020B0502040204020203" pitchFamily="34" charset="-122"/>
              </a:rPr>
              <a:t>2</a:t>
            </a:r>
            <a:endParaRPr kumimoji="1" lang="en-US" altLang="zh-CN" sz="2400" dirty="0">
              <a:latin typeface="微软雅黑 Light" panose="020B0502040204020203" pitchFamily="34" charset="-122"/>
              <a:ea typeface="微软雅黑 Light" panose="020B0502040204020203" pitchFamily="34" charset="-122"/>
            </a:endParaRPr>
          </a:p>
        </p:txBody>
      </p:sp>
      <p:sp>
        <p:nvSpPr>
          <p:cNvPr id="600131" name="Line 67"/>
          <p:cNvSpPr>
            <a:spLocks noChangeShapeType="1"/>
          </p:cNvSpPr>
          <p:nvPr/>
        </p:nvSpPr>
        <p:spPr bwMode="auto">
          <a:xfrm>
            <a:off x="6496051" y="5097463"/>
            <a:ext cx="1382713" cy="0"/>
          </a:xfrm>
          <a:prstGeom prst="line">
            <a:avLst/>
          </a:prstGeom>
          <a:noFill/>
          <a:ln w="57150">
            <a:solidFill>
              <a:schemeClr val="accent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latin typeface="微软雅黑 Light" panose="020B0502040204020203" pitchFamily="34" charset="-122"/>
              <a:ea typeface="微软雅黑 Light" panose="020B0502040204020203" pitchFamily="34" charset="-122"/>
            </a:endParaRPr>
          </a:p>
        </p:txBody>
      </p:sp>
      <p:sp>
        <p:nvSpPr>
          <p:cNvPr id="600132" name="Line 68"/>
          <p:cNvSpPr>
            <a:spLocks noChangeShapeType="1"/>
          </p:cNvSpPr>
          <p:nvPr/>
        </p:nvSpPr>
        <p:spPr bwMode="auto">
          <a:xfrm>
            <a:off x="8551864" y="5097463"/>
            <a:ext cx="1381125" cy="0"/>
          </a:xfrm>
          <a:prstGeom prst="line">
            <a:avLst/>
          </a:prstGeom>
          <a:noFill/>
          <a:ln w="57150">
            <a:solidFill>
              <a:schemeClr val="accent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latin typeface="微软雅黑 Light" panose="020B0502040204020203" pitchFamily="34" charset="-122"/>
              <a:ea typeface="微软雅黑 Light" panose="020B0502040204020203" pitchFamily="34" charset="-122"/>
            </a:endParaRPr>
          </a:p>
        </p:txBody>
      </p:sp>
      <p:sp>
        <p:nvSpPr>
          <p:cNvPr id="600133" name="AutoShape 69"/>
          <p:cNvSpPr>
            <a:spLocks noChangeArrowheads="1"/>
          </p:cNvSpPr>
          <p:nvPr/>
        </p:nvSpPr>
        <p:spPr bwMode="auto">
          <a:xfrm rot="3147154">
            <a:off x="8616951" y="3438526"/>
            <a:ext cx="482600" cy="206375"/>
          </a:xfrm>
          <a:prstGeom prst="rightArrow">
            <a:avLst>
              <a:gd name="adj1" fmla="val 37500"/>
              <a:gd name="adj2" fmla="val 93961"/>
            </a:avLst>
          </a:prstGeom>
          <a:solidFill>
            <a:srgbClr val="006600"/>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vert="eaVert" wrap="none" anchor="ctr"/>
          <a:lstStyle/>
          <a:p>
            <a:pPr algn="ctr"/>
            <a:endParaRPr lang="zh-CN" altLang="zh-CN" sz="2800" dirty="0">
              <a:latin typeface="微软雅黑 Light" panose="020B0502040204020203" pitchFamily="34" charset="-122"/>
              <a:ea typeface="微软雅黑 Light" panose="020B0502040204020203" pitchFamily="34" charset="-122"/>
            </a:endParaRPr>
          </a:p>
        </p:txBody>
      </p:sp>
      <p:sp>
        <p:nvSpPr>
          <p:cNvPr id="600134" name="Line 70"/>
          <p:cNvSpPr>
            <a:spLocks noChangeShapeType="1"/>
          </p:cNvSpPr>
          <p:nvPr/>
        </p:nvSpPr>
        <p:spPr bwMode="auto">
          <a:xfrm>
            <a:off x="6757988" y="5097464"/>
            <a:ext cx="0" cy="454025"/>
          </a:xfrm>
          <a:prstGeom prst="line">
            <a:avLst/>
          </a:prstGeom>
          <a:noFill/>
          <a:ln w="9525">
            <a:solidFill>
              <a:schemeClr val="accent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latin typeface="微软雅黑 Light" panose="020B0502040204020203" pitchFamily="34" charset="-122"/>
              <a:ea typeface="微软雅黑 Light" panose="020B0502040204020203" pitchFamily="34" charset="-122"/>
            </a:endParaRPr>
          </a:p>
        </p:txBody>
      </p:sp>
      <p:sp>
        <p:nvSpPr>
          <p:cNvPr id="600135" name="Line 71"/>
          <p:cNvSpPr>
            <a:spLocks noChangeShapeType="1"/>
          </p:cNvSpPr>
          <p:nvPr/>
        </p:nvSpPr>
        <p:spPr bwMode="auto">
          <a:xfrm>
            <a:off x="8724900" y="5097463"/>
            <a:ext cx="0" cy="361950"/>
          </a:xfrm>
          <a:prstGeom prst="line">
            <a:avLst/>
          </a:prstGeom>
          <a:noFill/>
          <a:ln w="9525">
            <a:solidFill>
              <a:schemeClr val="accent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latin typeface="微软雅黑 Light" panose="020B0502040204020203" pitchFamily="34" charset="-122"/>
              <a:ea typeface="微软雅黑 Light" panose="020B0502040204020203" pitchFamily="34" charset="-122"/>
            </a:endParaRPr>
          </a:p>
        </p:txBody>
      </p:sp>
      <p:sp>
        <p:nvSpPr>
          <p:cNvPr id="600136" name="Line 72"/>
          <p:cNvSpPr>
            <a:spLocks noChangeShapeType="1"/>
          </p:cNvSpPr>
          <p:nvPr/>
        </p:nvSpPr>
        <p:spPr bwMode="auto">
          <a:xfrm>
            <a:off x="9759950" y="5097464"/>
            <a:ext cx="0" cy="454025"/>
          </a:xfrm>
          <a:prstGeom prst="line">
            <a:avLst/>
          </a:prstGeom>
          <a:noFill/>
          <a:ln w="9525">
            <a:solidFill>
              <a:schemeClr val="accent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latin typeface="微软雅黑 Light" panose="020B0502040204020203" pitchFamily="34" charset="-122"/>
              <a:ea typeface="微软雅黑 Light" panose="020B0502040204020203" pitchFamily="34" charset="-122"/>
            </a:endParaRPr>
          </a:p>
        </p:txBody>
      </p:sp>
      <p:sp>
        <p:nvSpPr>
          <p:cNvPr id="600137" name="Text Box 73"/>
          <p:cNvSpPr txBox="1">
            <a:spLocks noChangeArrowheads="1"/>
          </p:cNvSpPr>
          <p:nvPr/>
        </p:nvSpPr>
        <p:spPr bwMode="auto">
          <a:xfrm>
            <a:off x="6859589" y="5097463"/>
            <a:ext cx="642937"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kumimoji="1" lang="en-US" altLang="zh-CN" sz="3600" b="1" dirty="0">
                <a:latin typeface="微软雅黑 Light" panose="020B0502040204020203" pitchFamily="34" charset="-122"/>
                <a:ea typeface="微软雅黑 Light" panose="020B0502040204020203" pitchFamily="34" charset="-122"/>
              </a:rPr>
              <a:t>…</a:t>
            </a:r>
            <a:endParaRPr kumimoji="1" lang="en-US" altLang="zh-CN" sz="3600" b="1" dirty="0">
              <a:latin typeface="微软雅黑 Light" panose="020B0502040204020203" pitchFamily="34" charset="-122"/>
              <a:ea typeface="微软雅黑 Light" panose="020B0502040204020203" pitchFamily="34" charset="-122"/>
            </a:endParaRPr>
          </a:p>
        </p:txBody>
      </p:sp>
      <p:sp>
        <p:nvSpPr>
          <p:cNvPr id="600138" name="Text Box 74"/>
          <p:cNvSpPr txBox="1">
            <a:spLocks noChangeArrowheads="1"/>
          </p:cNvSpPr>
          <p:nvPr/>
        </p:nvSpPr>
        <p:spPr bwMode="auto">
          <a:xfrm>
            <a:off x="8897938" y="5097463"/>
            <a:ext cx="516488"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3600" b="1" dirty="0">
                <a:latin typeface="微软雅黑 Light" panose="020B0502040204020203" pitchFamily="34" charset="-122"/>
                <a:ea typeface="微软雅黑 Light" panose="020B0502040204020203" pitchFamily="34" charset="-122"/>
              </a:rPr>
              <a:t>…</a:t>
            </a:r>
            <a:endParaRPr kumimoji="1" lang="en-US" altLang="zh-CN" sz="3600" b="1" dirty="0">
              <a:latin typeface="微软雅黑 Light" panose="020B0502040204020203" pitchFamily="34" charset="-122"/>
              <a:ea typeface="微软雅黑 Light" panose="020B0502040204020203" pitchFamily="34" charset="-122"/>
            </a:endParaRPr>
          </a:p>
        </p:txBody>
      </p:sp>
      <p:sp>
        <p:nvSpPr>
          <p:cNvPr id="600139" name="Text Box 75"/>
          <p:cNvSpPr txBox="1">
            <a:spLocks noChangeArrowheads="1"/>
          </p:cNvSpPr>
          <p:nvPr/>
        </p:nvSpPr>
        <p:spPr bwMode="auto">
          <a:xfrm>
            <a:off x="7464425" y="4508501"/>
            <a:ext cx="540533"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dirty="0">
                <a:latin typeface="微软雅黑 Light" panose="020B0502040204020203" pitchFamily="34" charset="-122"/>
                <a:ea typeface="微软雅黑 Light" panose="020B0502040204020203" pitchFamily="34" charset="-122"/>
              </a:rPr>
              <a:t>1</a:t>
            </a:r>
            <a:r>
              <a:rPr kumimoji="1" lang="zh-CN" altLang="en-US" dirty="0">
                <a:latin typeface="微软雅黑 Light" panose="020B0502040204020203" pitchFamily="34" charset="-122"/>
                <a:ea typeface="微软雅黑 Light" panose="020B0502040204020203" pitchFamily="34" charset="-122"/>
              </a:rPr>
              <a:t>个</a:t>
            </a:r>
            <a:endParaRPr kumimoji="1" lang="zh-CN" altLang="en-US" dirty="0">
              <a:latin typeface="微软雅黑 Light" panose="020B0502040204020203" pitchFamily="34" charset="-122"/>
              <a:ea typeface="微软雅黑 Light" panose="020B0502040204020203" pitchFamily="34" charset="-122"/>
            </a:endParaRPr>
          </a:p>
        </p:txBody>
      </p:sp>
      <p:sp>
        <p:nvSpPr>
          <p:cNvPr id="600140" name="Text Box 76"/>
          <p:cNvSpPr txBox="1">
            <a:spLocks noChangeArrowheads="1"/>
          </p:cNvSpPr>
          <p:nvPr/>
        </p:nvSpPr>
        <p:spPr bwMode="auto">
          <a:xfrm>
            <a:off x="9336089" y="4508501"/>
            <a:ext cx="540533"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dirty="0">
                <a:latin typeface="微软雅黑 Light" panose="020B0502040204020203" pitchFamily="34" charset="-122"/>
                <a:ea typeface="微软雅黑 Light" panose="020B0502040204020203" pitchFamily="34" charset="-122"/>
              </a:rPr>
              <a:t>1</a:t>
            </a:r>
            <a:r>
              <a:rPr kumimoji="1" lang="zh-CN" altLang="en-US" dirty="0">
                <a:latin typeface="微软雅黑 Light" panose="020B0502040204020203" pitchFamily="34" charset="-122"/>
                <a:ea typeface="微软雅黑 Light" panose="020B0502040204020203" pitchFamily="34" charset="-122"/>
              </a:rPr>
              <a:t>个</a:t>
            </a:r>
            <a:endParaRPr kumimoji="1" lang="zh-CN" altLang="en-US" dirty="0">
              <a:latin typeface="微软雅黑 Light" panose="020B0502040204020203" pitchFamily="34" charset="-122"/>
              <a:ea typeface="微软雅黑 Light" panose="020B0502040204020203" pitchFamily="34" charset="-122"/>
            </a:endParaRPr>
          </a:p>
        </p:txBody>
      </p:sp>
      <p:sp>
        <p:nvSpPr>
          <p:cNvPr id="600141" name="Text Box 77"/>
          <p:cNvSpPr txBox="1">
            <a:spLocks noChangeArrowheads="1"/>
          </p:cNvSpPr>
          <p:nvPr/>
        </p:nvSpPr>
        <p:spPr bwMode="auto">
          <a:xfrm>
            <a:off x="6959600" y="3211514"/>
            <a:ext cx="540533"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dirty="0">
                <a:latin typeface="微软雅黑 Light" panose="020B0502040204020203" pitchFamily="34" charset="-122"/>
                <a:ea typeface="微软雅黑 Light" panose="020B0502040204020203" pitchFamily="34" charset="-122"/>
              </a:rPr>
              <a:t>1</a:t>
            </a:r>
            <a:r>
              <a:rPr kumimoji="1" lang="zh-CN" altLang="en-US" dirty="0">
                <a:latin typeface="微软雅黑 Light" panose="020B0502040204020203" pitchFamily="34" charset="-122"/>
                <a:ea typeface="微软雅黑 Light" panose="020B0502040204020203" pitchFamily="34" charset="-122"/>
              </a:rPr>
              <a:t>个</a:t>
            </a:r>
            <a:endParaRPr kumimoji="1" lang="zh-CN" altLang="en-US" dirty="0">
              <a:latin typeface="微软雅黑 Light" panose="020B0502040204020203" pitchFamily="34" charset="-122"/>
              <a:ea typeface="微软雅黑 Light" panose="020B0502040204020203" pitchFamily="34" charset="-122"/>
            </a:endParaRPr>
          </a:p>
        </p:txBody>
      </p:sp>
      <p:sp>
        <p:nvSpPr>
          <p:cNvPr id="600142" name="Text Box 78"/>
          <p:cNvSpPr txBox="1">
            <a:spLocks noChangeArrowheads="1"/>
          </p:cNvSpPr>
          <p:nvPr/>
        </p:nvSpPr>
        <p:spPr bwMode="auto">
          <a:xfrm>
            <a:off x="8401051" y="2132013"/>
            <a:ext cx="611065"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400" dirty="0">
                <a:latin typeface="微软雅黑 Light" panose="020B0502040204020203" pitchFamily="34" charset="-122"/>
                <a:ea typeface="微软雅黑 Light" panose="020B0502040204020203" pitchFamily="34" charset="-122"/>
              </a:rPr>
              <a:t>1</a:t>
            </a:r>
            <a:r>
              <a:rPr kumimoji="1" lang="zh-CN" altLang="en-US" sz="2400" dirty="0">
                <a:latin typeface="微软雅黑 Light" panose="020B0502040204020203" pitchFamily="34" charset="-122"/>
                <a:ea typeface="微软雅黑 Light" panose="020B0502040204020203" pitchFamily="34" charset="-122"/>
              </a:rPr>
              <a:t>个</a:t>
            </a:r>
            <a:endParaRPr kumimoji="1" lang="zh-CN" altLang="en-US" sz="2400" dirty="0">
              <a:latin typeface="微软雅黑 Light" panose="020B0502040204020203" pitchFamily="34" charset="-122"/>
              <a:ea typeface="微软雅黑 Light" panose="020B0502040204020203" pitchFamily="34" charset="-122"/>
            </a:endParaRPr>
          </a:p>
        </p:txBody>
      </p:sp>
      <p:pic>
        <p:nvPicPr>
          <p:cNvPr id="600143" name="Picture 79" descr="MC900434845[1]"/>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7824788" y="1268413"/>
            <a:ext cx="857250" cy="857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00148" name="Text Box 84"/>
          <p:cNvSpPr txBox="1">
            <a:spLocks noChangeArrowheads="1"/>
          </p:cNvSpPr>
          <p:nvPr/>
        </p:nvSpPr>
        <p:spPr bwMode="auto">
          <a:xfrm>
            <a:off x="8401050" y="2708275"/>
            <a:ext cx="7937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400" dirty="0">
                <a:latin typeface="微软雅黑 Light" panose="020B0502040204020203" pitchFamily="34" charset="-122"/>
                <a:ea typeface="微软雅黑 Light" panose="020B0502040204020203" pitchFamily="34" charset="-122"/>
              </a:rPr>
              <a:t>复制</a:t>
            </a:r>
            <a:endParaRPr kumimoji="1" lang="zh-CN" altLang="en-US" sz="2400" dirty="0">
              <a:latin typeface="微软雅黑 Light" panose="020B0502040204020203" pitchFamily="34" charset="-122"/>
              <a:ea typeface="微软雅黑 Light" panose="020B0502040204020203" pitchFamily="34" charset="-122"/>
            </a:endParaRPr>
          </a:p>
        </p:txBody>
      </p:sp>
      <p:sp>
        <p:nvSpPr>
          <p:cNvPr id="600149" name="Text Box 85"/>
          <p:cNvSpPr txBox="1">
            <a:spLocks noChangeArrowheads="1"/>
          </p:cNvSpPr>
          <p:nvPr/>
        </p:nvSpPr>
        <p:spPr bwMode="auto">
          <a:xfrm>
            <a:off x="8904289" y="3211514"/>
            <a:ext cx="540533"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dirty="0">
                <a:latin typeface="微软雅黑 Light" panose="020B0502040204020203" pitchFamily="34" charset="-122"/>
                <a:ea typeface="微软雅黑 Light" panose="020B0502040204020203" pitchFamily="34" charset="-122"/>
              </a:rPr>
              <a:t>1</a:t>
            </a:r>
            <a:r>
              <a:rPr kumimoji="1" lang="zh-CN" altLang="en-US" dirty="0">
                <a:latin typeface="微软雅黑 Light" panose="020B0502040204020203" pitchFamily="34" charset="-122"/>
                <a:ea typeface="微软雅黑 Light" panose="020B0502040204020203" pitchFamily="34" charset="-122"/>
              </a:rPr>
              <a:t>个</a:t>
            </a:r>
            <a:endParaRPr kumimoji="1" lang="zh-CN" altLang="en-US" dirty="0">
              <a:latin typeface="微软雅黑 Light" panose="020B0502040204020203" pitchFamily="34" charset="-122"/>
              <a:ea typeface="微软雅黑 Light" panose="020B0502040204020203" pitchFamily="34" charset="-122"/>
            </a:endParaRPr>
          </a:p>
        </p:txBody>
      </p:sp>
      <p:sp>
        <p:nvSpPr>
          <p:cNvPr id="600150" name="AutoShape 86"/>
          <p:cNvSpPr>
            <a:spLocks noChangeArrowheads="1"/>
          </p:cNvSpPr>
          <p:nvPr/>
        </p:nvSpPr>
        <p:spPr bwMode="auto">
          <a:xfrm rot="5400000">
            <a:off x="7165182" y="4663282"/>
            <a:ext cx="504825" cy="195262"/>
          </a:xfrm>
          <a:prstGeom prst="rightArrow">
            <a:avLst>
              <a:gd name="adj1" fmla="val 37500"/>
              <a:gd name="adj2" fmla="val 103882"/>
            </a:avLst>
          </a:prstGeom>
          <a:solidFill>
            <a:srgbClr val="006600"/>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vert="eaVert" wrap="none" anchor="ctr"/>
          <a:lstStyle/>
          <a:p>
            <a:pPr algn="ctr"/>
            <a:endParaRPr lang="zh-CN" altLang="zh-CN" sz="2800" dirty="0">
              <a:latin typeface="微软雅黑 Light" panose="020B0502040204020203" pitchFamily="34" charset="-122"/>
              <a:ea typeface="微软雅黑 Light" panose="020B0502040204020203" pitchFamily="34" charset="-122"/>
            </a:endParaRPr>
          </a:p>
        </p:txBody>
      </p:sp>
      <p:sp>
        <p:nvSpPr>
          <p:cNvPr id="600151" name="AutoShape 87"/>
          <p:cNvSpPr>
            <a:spLocks noChangeArrowheads="1"/>
          </p:cNvSpPr>
          <p:nvPr/>
        </p:nvSpPr>
        <p:spPr bwMode="auto">
          <a:xfrm rot="5400000">
            <a:off x="9036845" y="4663282"/>
            <a:ext cx="504825" cy="195263"/>
          </a:xfrm>
          <a:prstGeom prst="rightArrow">
            <a:avLst>
              <a:gd name="adj1" fmla="val 37500"/>
              <a:gd name="adj2" fmla="val 103881"/>
            </a:avLst>
          </a:prstGeom>
          <a:solidFill>
            <a:srgbClr val="006600"/>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vert="eaVert" wrap="none" anchor="ctr"/>
          <a:lstStyle/>
          <a:p>
            <a:pPr algn="ctr"/>
            <a:endParaRPr lang="zh-CN" altLang="zh-CN" sz="2800" dirty="0">
              <a:latin typeface="微软雅黑 Light" panose="020B0502040204020203" pitchFamily="34" charset="-122"/>
              <a:ea typeface="微软雅黑 Light" panose="020B0502040204020203" pitchFamily="34" charset="-122"/>
            </a:endParaRPr>
          </a:p>
        </p:txBody>
      </p:sp>
      <p:sp>
        <p:nvSpPr>
          <p:cNvPr id="600152" name="Text Box 88"/>
          <p:cNvSpPr txBox="1">
            <a:spLocks noChangeArrowheads="1"/>
          </p:cNvSpPr>
          <p:nvPr/>
        </p:nvSpPr>
        <p:spPr bwMode="auto">
          <a:xfrm>
            <a:off x="6456363" y="4651375"/>
            <a:ext cx="7937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400" dirty="0">
                <a:latin typeface="微软雅黑 Light" panose="020B0502040204020203" pitchFamily="34" charset="-122"/>
                <a:ea typeface="微软雅黑 Light" panose="020B0502040204020203" pitchFamily="34" charset="-122"/>
              </a:rPr>
              <a:t>多播</a:t>
            </a:r>
            <a:endParaRPr kumimoji="1" lang="zh-CN" altLang="en-US" sz="2400" dirty="0">
              <a:latin typeface="微软雅黑 Light" panose="020B0502040204020203" pitchFamily="34" charset="-122"/>
              <a:ea typeface="微软雅黑 Light" panose="020B0502040204020203" pitchFamily="34" charset="-122"/>
            </a:endParaRPr>
          </a:p>
        </p:txBody>
      </p:sp>
      <p:sp>
        <p:nvSpPr>
          <p:cNvPr id="600153" name="Text Box 89"/>
          <p:cNvSpPr txBox="1">
            <a:spLocks noChangeArrowheads="1"/>
          </p:cNvSpPr>
          <p:nvPr/>
        </p:nvSpPr>
        <p:spPr bwMode="auto">
          <a:xfrm>
            <a:off x="8328025" y="4651375"/>
            <a:ext cx="7937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400" dirty="0">
                <a:latin typeface="微软雅黑 Light" panose="020B0502040204020203" pitchFamily="34" charset="-122"/>
                <a:ea typeface="微软雅黑 Light" panose="020B0502040204020203" pitchFamily="34" charset="-122"/>
              </a:rPr>
              <a:t>多播</a:t>
            </a:r>
            <a:endParaRPr kumimoji="1" lang="zh-CN" altLang="en-US" sz="2400" dirty="0">
              <a:latin typeface="微软雅黑 Light" panose="020B0502040204020203" pitchFamily="34" charset="-122"/>
              <a:ea typeface="微软雅黑 Light" panose="020B0502040204020203" pitchFamily="34" charset="-122"/>
            </a:endParaRPr>
          </a:p>
        </p:txBody>
      </p:sp>
      <p:sp>
        <p:nvSpPr>
          <p:cNvPr id="600154" name="Text Box 90"/>
          <p:cNvSpPr txBox="1">
            <a:spLocks noChangeArrowheads="1"/>
          </p:cNvSpPr>
          <p:nvPr/>
        </p:nvSpPr>
        <p:spPr bwMode="auto">
          <a:xfrm>
            <a:off x="6672264" y="6021388"/>
            <a:ext cx="32400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kumimoji="1" lang="zh-CN" altLang="en-US" sz="2400" dirty="0">
                <a:latin typeface="微软雅黑 Light" panose="020B0502040204020203" pitchFamily="34" charset="-122"/>
                <a:ea typeface="微软雅黑 Light" panose="020B0502040204020203" pitchFamily="34" charset="-122"/>
              </a:rPr>
              <a:t>多播组成员共有 </a:t>
            </a:r>
            <a:r>
              <a:rPr kumimoji="1" lang="en-US" altLang="zh-CN" sz="2400" dirty="0">
                <a:latin typeface="微软雅黑 Light" panose="020B0502040204020203" pitchFamily="34" charset="-122"/>
                <a:ea typeface="微软雅黑 Light" panose="020B0502040204020203" pitchFamily="34" charset="-122"/>
              </a:rPr>
              <a:t>60 </a:t>
            </a:r>
            <a:r>
              <a:rPr kumimoji="1" lang="zh-CN" altLang="en-US" sz="2400" dirty="0">
                <a:latin typeface="微软雅黑 Light" panose="020B0502040204020203" pitchFamily="34" charset="-122"/>
                <a:ea typeface="微软雅黑 Light" panose="020B0502040204020203" pitchFamily="34" charset="-122"/>
              </a:rPr>
              <a:t>个</a:t>
            </a:r>
            <a:endParaRPr kumimoji="1" lang="zh-CN" altLang="en-US" sz="2400" dirty="0">
              <a:latin typeface="微软雅黑 Light" panose="020B0502040204020203" pitchFamily="34" charset="-122"/>
              <a:ea typeface="微软雅黑 Light" panose="020B0502040204020203" pitchFamily="34" charset="-122"/>
            </a:endParaRPr>
          </a:p>
        </p:txBody>
      </p:sp>
      <p:pic>
        <p:nvPicPr>
          <p:cNvPr id="92" name="图形 91"/>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972100" y="5418138"/>
            <a:ext cx="598090" cy="452840"/>
          </a:xfrm>
          <a:prstGeom prst="rect">
            <a:avLst/>
          </a:prstGeom>
        </p:spPr>
      </p:pic>
      <p:pic>
        <p:nvPicPr>
          <p:cNvPr id="93" name="图形 92"/>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973786" y="5415751"/>
            <a:ext cx="598090" cy="452840"/>
          </a:xfrm>
          <a:prstGeom prst="rect">
            <a:avLst/>
          </a:prstGeom>
        </p:spPr>
      </p:pic>
      <p:pic>
        <p:nvPicPr>
          <p:cNvPr id="95" name="图形 94"/>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3914579" y="5404741"/>
            <a:ext cx="598090" cy="452840"/>
          </a:xfrm>
          <a:prstGeom prst="rect">
            <a:avLst/>
          </a:prstGeom>
        </p:spPr>
      </p:pic>
      <p:pic>
        <p:nvPicPr>
          <p:cNvPr id="96" name="图形 95"/>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100240" y="5393326"/>
            <a:ext cx="598090" cy="452840"/>
          </a:xfrm>
          <a:prstGeom prst="rect">
            <a:avLst/>
          </a:prstGeom>
        </p:spPr>
      </p:pic>
      <p:pic>
        <p:nvPicPr>
          <p:cNvPr id="97" name="图形 96"/>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402615" y="5473999"/>
            <a:ext cx="598090" cy="452840"/>
          </a:xfrm>
          <a:prstGeom prst="rect">
            <a:avLst/>
          </a:prstGeom>
        </p:spPr>
      </p:pic>
      <p:pic>
        <p:nvPicPr>
          <p:cNvPr id="98" name="图形 97"/>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7404301" y="5471612"/>
            <a:ext cx="598090" cy="452840"/>
          </a:xfrm>
          <a:prstGeom prst="rect">
            <a:avLst/>
          </a:prstGeom>
        </p:spPr>
      </p:pic>
      <p:pic>
        <p:nvPicPr>
          <p:cNvPr id="99" name="图形 98"/>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345094" y="5460602"/>
            <a:ext cx="598090" cy="452840"/>
          </a:xfrm>
          <a:prstGeom prst="rect">
            <a:avLst/>
          </a:prstGeom>
        </p:spPr>
      </p:pic>
      <p:pic>
        <p:nvPicPr>
          <p:cNvPr id="100" name="图形 99"/>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9530755" y="5449187"/>
            <a:ext cx="598090" cy="452840"/>
          </a:xfrm>
          <a:prstGeom prst="rect">
            <a:avLst/>
          </a:prstGeom>
        </p:spPr>
      </p:pic>
      <p:grpSp>
        <p:nvGrpSpPr>
          <p:cNvPr id="101" name="组合 100"/>
          <p:cNvGrpSpPr/>
          <p:nvPr/>
        </p:nvGrpSpPr>
        <p:grpSpPr>
          <a:xfrm>
            <a:off x="3580921" y="2781181"/>
            <a:ext cx="378188" cy="435985"/>
            <a:chOff x="10878370" y="1373786"/>
            <a:chExt cx="487843" cy="520767"/>
          </a:xfrm>
        </p:grpSpPr>
        <p:sp>
          <p:nvSpPr>
            <p:cNvPr id="102" name="矩形: 圆角 101"/>
            <p:cNvSpPr/>
            <p:nvPr/>
          </p:nvSpPr>
          <p:spPr bwMode="auto">
            <a:xfrm>
              <a:off x="10882383" y="1373786"/>
              <a:ext cx="474305" cy="513215"/>
            </a:xfrm>
            <a:prstGeom prst="roundRect">
              <a:avLst/>
            </a:prstGeom>
            <a:solidFill>
              <a:schemeClr val="bg1"/>
            </a:solidFill>
            <a:ln w="9525" cap="flat" cmpd="sng" algn="ctr">
              <a:solidFill>
                <a:srgbClr val="000000"/>
              </a:solidFill>
              <a:prstDash val="solid"/>
              <a:round/>
              <a:headEnd type="none" w="med" len="med"/>
              <a:tailEnd type="none" w="med" len="med"/>
            </a:ln>
            <a:effectLst/>
          </p:spPr>
          <p:txBody>
            <a:bodyPr rot="0" spcFirstLastPara="0" vertOverflow="overflow" horzOverflow="overflow" vert="horz" wrap="square" lIns="36000" tIns="36000" rIns="36000" bIns="36000" numCol="1" spcCol="0" rtlCol="0" fromWordArt="0" anchor="ctr" anchorCtr="0" forceAA="0" compatLnSpc="1">
              <a:normAutofit/>
            </a:bodyPr>
            <a:lstStyle/>
            <a:p>
              <a:pPr marL="0" marR="0" indent="0" algn="ctr" defTabSz="914400" rtl="0" eaLnBrk="1" fontAlgn="base" latinLnBrk="0" hangingPunct="1">
                <a:lnSpc>
                  <a:spcPct val="100000"/>
                </a:lnSpc>
                <a:spcBef>
                  <a:spcPct val="0"/>
                </a:spcBef>
                <a:spcAft>
                  <a:spcPct val="0"/>
                </a:spcAft>
                <a:buClrTx/>
                <a:buSzTx/>
                <a:buFontTx/>
                <a:buNone/>
              </a:pPr>
              <a:endParaRPr kumimoji="0" lang="zh-CN" altLang="en-US" sz="2000" b="0" i="0" u="none" strike="noStrike" cap="none" normalizeH="0" baseline="0" dirty="0">
                <a:ln>
                  <a:noFill/>
                </a:ln>
                <a:effectLst/>
                <a:latin typeface="微软雅黑 Light" panose="020B0502040204020203" pitchFamily="34" charset="-122"/>
                <a:ea typeface="微软雅黑 Light" panose="020B0502040204020203" pitchFamily="34" charset="-122"/>
              </a:endParaRPr>
            </a:p>
          </p:txBody>
        </p:sp>
        <p:pic>
          <p:nvPicPr>
            <p:cNvPr id="103" name="图形 102"/>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878370" y="1381338"/>
              <a:ext cx="487843" cy="513215"/>
            </a:xfrm>
            <a:prstGeom prst="rect">
              <a:avLst/>
            </a:prstGeom>
          </p:spPr>
        </p:pic>
      </p:grpSp>
      <p:grpSp>
        <p:nvGrpSpPr>
          <p:cNvPr id="109" name="组合 108"/>
          <p:cNvGrpSpPr/>
          <p:nvPr/>
        </p:nvGrpSpPr>
        <p:grpSpPr>
          <a:xfrm>
            <a:off x="2721977" y="4047678"/>
            <a:ext cx="368938" cy="429662"/>
            <a:chOff x="10878370" y="1373786"/>
            <a:chExt cx="487843" cy="520767"/>
          </a:xfrm>
        </p:grpSpPr>
        <p:sp>
          <p:nvSpPr>
            <p:cNvPr id="110" name="矩形: 圆角 109"/>
            <p:cNvSpPr/>
            <p:nvPr/>
          </p:nvSpPr>
          <p:spPr bwMode="auto">
            <a:xfrm>
              <a:off x="10882383" y="1373786"/>
              <a:ext cx="474305" cy="513215"/>
            </a:xfrm>
            <a:prstGeom prst="roundRect">
              <a:avLst/>
            </a:prstGeom>
            <a:solidFill>
              <a:schemeClr val="bg1"/>
            </a:solidFill>
            <a:ln w="9525" cap="flat" cmpd="sng" algn="ctr">
              <a:solidFill>
                <a:srgbClr val="000000"/>
              </a:solidFill>
              <a:prstDash val="solid"/>
              <a:round/>
              <a:headEnd type="none" w="med" len="med"/>
              <a:tailEnd type="none" w="med" len="med"/>
            </a:ln>
            <a:effectLst/>
          </p:spPr>
          <p:txBody>
            <a:bodyPr rot="0" spcFirstLastPara="0" vertOverflow="overflow" horzOverflow="overflow" vert="horz" wrap="square" lIns="36000" tIns="36000" rIns="36000" bIns="36000" numCol="1" spcCol="0" rtlCol="0" fromWordArt="0" anchor="ctr" anchorCtr="0" forceAA="0" compatLnSpc="1">
              <a:normAutofit/>
            </a:bodyPr>
            <a:lstStyle/>
            <a:p>
              <a:pPr marL="0" marR="0" indent="0" algn="ctr" defTabSz="914400" rtl="0" eaLnBrk="1" fontAlgn="base" latinLnBrk="0" hangingPunct="1">
                <a:lnSpc>
                  <a:spcPct val="100000"/>
                </a:lnSpc>
                <a:spcBef>
                  <a:spcPct val="0"/>
                </a:spcBef>
                <a:spcAft>
                  <a:spcPct val="0"/>
                </a:spcAft>
                <a:buClrTx/>
                <a:buSzTx/>
                <a:buFontTx/>
                <a:buNone/>
              </a:pPr>
              <a:endParaRPr kumimoji="0" lang="zh-CN" altLang="en-US" sz="2000" b="0" i="0" u="none" strike="noStrike" cap="none" normalizeH="0" baseline="0" dirty="0">
                <a:ln>
                  <a:noFill/>
                </a:ln>
                <a:effectLst/>
                <a:latin typeface="微软雅黑 Light" panose="020B0502040204020203" pitchFamily="34" charset="-122"/>
                <a:ea typeface="微软雅黑 Light" panose="020B0502040204020203" pitchFamily="34" charset="-122"/>
              </a:endParaRPr>
            </a:p>
          </p:txBody>
        </p:sp>
        <p:pic>
          <p:nvPicPr>
            <p:cNvPr id="111" name="图形 110"/>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878370" y="1381338"/>
              <a:ext cx="487843" cy="513215"/>
            </a:xfrm>
            <a:prstGeom prst="rect">
              <a:avLst/>
            </a:prstGeom>
          </p:spPr>
        </p:pic>
      </p:grpSp>
      <p:grpSp>
        <p:nvGrpSpPr>
          <p:cNvPr id="114" name="组合 113"/>
          <p:cNvGrpSpPr/>
          <p:nvPr/>
        </p:nvGrpSpPr>
        <p:grpSpPr>
          <a:xfrm>
            <a:off x="4541519" y="4027456"/>
            <a:ext cx="368938" cy="429662"/>
            <a:chOff x="10878370" y="1373786"/>
            <a:chExt cx="487843" cy="520767"/>
          </a:xfrm>
        </p:grpSpPr>
        <p:sp>
          <p:nvSpPr>
            <p:cNvPr id="115" name="矩形: 圆角 114"/>
            <p:cNvSpPr/>
            <p:nvPr/>
          </p:nvSpPr>
          <p:spPr bwMode="auto">
            <a:xfrm>
              <a:off x="10882383" y="1373786"/>
              <a:ext cx="474305" cy="513215"/>
            </a:xfrm>
            <a:prstGeom prst="roundRect">
              <a:avLst/>
            </a:prstGeom>
            <a:solidFill>
              <a:schemeClr val="bg1"/>
            </a:solidFill>
            <a:ln w="9525" cap="flat" cmpd="sng" algn="ctr">
              <a:solidFill>
                <a:srgbClr val="000000"/>
              </a:solidFill>
              <a:prstDash val="solid"/>
              <a:round/>
              <a:headEnd type="none" w="med" len="med"/>
              <a:tailEnd type="none" w="med" len="med"/>
            </a:ln>
            <a:effectLst/>
          </p:spPr>
          <p:txBody>
            <a:bodyPr rot="0" spcFirstLastPara="0" vertOverflow="overflow" horzOverflow="overflow" vert="horz" wrap="square" lIns="36000" tIns="36000" rIns="36000" bIns="36000" numCol="1" spcCol="0" rtlCol="0" fromWordArt="0" anchor="ctr" anchorCtr="0" forceAA="0" compatLnSpc="1">
              <a:normAutofit/>
            </a:bodyPr>
            <a:lstStyle/>
            <a:p>
              <a:pPr marL="0" marR="0" indent="0" algn="ctr" defTabSz="914400" rtl="0" eaLnBrk="1" fontAlgn="base" latinLnBrk="0" hangingPunct="1">
                <a:lnSpc>
                  <a:spcPct val="100000"/>
                </a:lnSpc>
                <a:spcBef>
                  <a:spcPct val="0"/>
                </a:spcBef>
                <a:spcAft>
                  <a:spcPct val="0"/>
                </a:spcAft>
                <a:buClrTx/>
                <a:buSzTx/>
                <a:buFontTx/>
                <a:buNone/>
              </a:pPr>
              <a:endParaRPr kumimoji="0" lang="zh-CN" altLang="en-US" sz="2000" b="0" i="0" u="none" strike="noStrike" cap="none" normalizeH="0" baseline="0" dirty="0">
                <a:ln>
                  <a:noFill/>
                </a:ln>
                <a:effectLst/>
                <a:latin typeface="微软雅黑 Light" panose="020B0502040204020203" pitchFamily="34" charset="-122"/>
                <a:ea typeface="微软雅黑 Light" panose="020B0502040204020203" pitchFamily="34" charset="-122"/>
              </a:endParaRPr>
            </a:p>
          </p:txBody>
        </p:sp>
        <p:pic>
          <p:nvPicPr>
            <p:cNvPr id="116" name="图形 115"/>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878370" y="1381338"/>
              <a:ext cx="487843" cy="513215"/>
            </a:xfrm>
            <a:prstGeom prst="rect">
              <a:avLst/>
            </a:prstGeom>
          </p:spPr>
        </p:pic>
      </p:grpSp>
      <p:grpSp>
        <p:nvGrpSpPr>
          <p:cNvPr id="117" name="组合 116"/>
          <p:cNvGrpSpPr/>
          <p:nvPr/>
        </p:nvGrpSpPr>
        <p:grpSpPr>
          <a:xfrm>
            <a:off x="7139106" y="4036770"/>
            <a:ext cx="368938" cy="429662"/>
            <a:chOff x="10878370" y="1373786"/>
            <a:chExt cx="487843" cy="520767"/>
          </a:xfrm>
        </p:grpSpPr>
        <p:sp>
          <p:nvSpPr>
            <p:cNvPr id="118" name="矩形: 圆角 117"/>
            <p:cNvSpPr/>
            <p:nvPr/>
          </p:nvSpPr>
          <p:spPr bwMode="auto">
            <a:xfrm>
              <a:off x="10882383" y="1373786"/>
              <a:ext cx="474305" cy="513215"/>
            </a:xfrm>
            <a:prstGeom prst="roundRect">
              <a:avLst/>
            </a:prstGeom>
            <a:solidFill>
              <a:schemeClr val="bg1"/>
            </a:solidFill>
            <a:ln w="9525" cap="flat" cmpd="sng" algn="ctr">
              <a:solidFill>
                <a:srgbClr val="000000"/>
              </a:solidFill>
              <a:prstDash val="solid"/>
              <a:round/>
              <a:headEnd type="none" w="med" len="med"/>
              <a:tailEnd type="none" w="med" len="med"/>
            </a:ln>
            <a:effectLst/>
          </p:spPr>
          <p:txBody>
            <a:bodyPr rot="0" spcFirstLastPara="0" vertOverflow="overflow" horzOverflow="overflow" vert="horz" wrap="square" lIns="36000" tIns="36000" rIns="36000" bIns="36000" numCol="1" spcCol="0" rtlCol="0" fromWordArt="0" anchor="ctr" anchorCtr="0" forceAA="0" compatLnSpc="1">
              <a:normAutofit/>
            </a:bodyPr>
            <a:lstStyle/>
            <a:p>
              <a:pPr marL="0" marR="0" indent="0" algn="ctr" defTabSz="914400" rtl="0" eaLnBrk="1" fontAlgn="base" latinLnBrk="0" hangingPunct="1">
                <a:lnSpc>
                  <a:spcPct val="100000"/>
                </a:lnSpc>
                <a:spcBef>
                  <a:spcPct val="0"/>
                </a:spcBef>
                <a:spcAft>
                  <a:spcPct val="0"/>
                </a:spcAft>
                <a:buClrTx/>
                <a:buSzTx/>
                <a:buFontTx/>
                <a:buNone/>
              </a:pPr>
              <a:endParaRPr kumimoji="0" lang="zh-CN" altLang="en-US" sz="2000" b="0" i="0" u="none" strike="noStrike" cap="none" normalizeH="0" baseline="0" dirty="0">
                <a:ln>
                  <a:noFill/>
                </a:ln>
                <a:effectLst/>
                <a:latin typeface="微软雅黑 Light" panose="020B0502040204020203" pitchFamily="34" charset="-122"/>
                <a:ea typeface="微软雅黑 Light" panose="020B0502040204020203" pitchFamily="34" charset="-122"/>
              </a:endParaRPr>
            </a:p>
          </p:txBody>
        </p:sp>
        <p:pic>
          <p:nvPicPr>
            <p:cNvPr id="119" name="图形 118"/>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878370" y="1381338"/>
              <a:ext cx="487843" cy="513215"/>
            </a:xfrm>
            <a:prstGeom prst="rect">
              <a:avLst/>
            </a:prstGeom>
          </p:spPr>
        </p:pic>
      </p:grpSp>
      <p:grpSp>
        <p:nvGrpSpPr>
          <p:cNvPr id="120" name="组合 119"/>
          <p:cNvGrpSpPr/>
          <p:nvPr/>
        </p:nvGrpSpPr>
        <p:grpSpPr>
          <a:xfrm>
            <a:off x="7999412" y="2789222"/>
            <a:ext cx="423388" cy="429662"/>
            <a:chOff x="10878370" y="1373786"/>
            <a:chExt cx="487843" cy="520767"/>
          </a:xfrm>
        </p:grpSpPr>
        <p:sp>
          <p:nvSpPr>
            <p:cNvPr id="121" name="矩形: 圆角 120"/>
            <p:cNvSpPr/>
            <p:nvPr/>
          </p:nvSpPr>
          <p:spPr bwMode="auto">
            <a:xfrm>
              <a:off x="10882383" y="1373786"/>
              <a:ext cx="474305" cy="513215"/>
            </a:xfrm>
            <a:prstGeom prst="roundRect">
              <a:avLst/>
            </a:prstGeom>
            <a:solidFill>
              <a:schemeClr val="bg1"/>
            </a:solidFill>
            <a:ln w="9525" cap="flat" cmpd="sng" algn="ctr">
              <a:solidFill>
                <a:srgbClr val="000000"/>
              </a:solidFill>
              <a:prstDash val="solid"/>
              <a:round/>
              <a:headEnd type="none" w="med" len="med"/>
              <a:tailEnd type="none" w="med" len="med"/>
            </a:ln>
            <a:effectLst/>
          </p:spPr>
          <p:txBody>
            <a:bodyPr rot="0" spcFirstLastPara="0" vertOverflow="overflow" horzOverflow="overflow" vert="horz" wrap="square" lIns="36000" tIns="36000" rIns="36000" bIns="36000" numCol="1" spcCol="0" rtlCol="0" fromWordArt="0" anchor="ctr" anchorCtr="0" forceAA="0" compatLnSpc="1">
              <a:normAutofit/>
            </a:bodyPr>
            <a:lstStyle/>
            <a:p>
              <a:pPr marL="0" marR="0" indent="0" algn="ctr" defTabSz="914400" rtl="0" eaLnBrk="1" fontAlgn="base" latinLnBrk="0" hangingPunct="1">
                <a:lnSpc>
                  <a:spcPct val="100000"/>
                </a:lnSpc>
                <a:spcBef>
                  <a:spcPct val="0"/>
                </a:spcBef>
                <a:spcAft>
                  <a:spcPct val="0"/>
                </a:spcAft>
                <a:buClrTx/>
                <a:buSzTx/>
                <a:buFontTx/>
                <a:buNone/>
              </a:pPr>
              <a:endParaRPr kumimoji="0" lang="zh-CN" altLang="en-US" sz="2000" b="0" i="0" u="none" strike="noStrike" cap="none" normalizeH="0" baseline="0" dirty="0">
                <a:ln>
                  <a:noFill/>
                </a:ln>
                <a:effectLst/>
                <a:latin typeface="微软雅黑 Light" panose="020B0502040204020203" pitchFamily="34" charset="-122"/>
                <a:ea typeface="微软雅黑 Light" panose="020B0502040204020203" pitchFamily="34" charset="-122"/>
              </a:endParaRPr>
            </a:p>
          </p:txBody>
        </p:sp>
        <p:pic>
          <p:nvPicPr>
            <p:cNvPr id="122" name="图形 121"/>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878370" y="1381338"/>
              <a:ext cx="487843" cy="513215"/>
            </a:xfrm>
            <a:prstGeom prst="rect">
              <a:avLst/>
            </a:prstGeom>
          </p:spPr>
        </p:pic>
      </p:grpSp>
      <p:grpSp>
        <p:nvGrpSpPr>
          <p:cNvPr id="123" name="组合 122"/>
          <p:cNvGrpSpPr/>
          <p:nvPr/>
        </p:nvGrpSpPr>
        <p:grpSpPr>
          <a:xfrm>
            <a:off x="8963228" y="3988214"/>
            <a:ext cx="368938" cy="429662"/>
            <a:chOff x="10878370" y="1373786"/>
            <a:chExt cx="487843" cy="520767"/>
          </a:xfrm>
        </p:grpSpPr>
        <p:sp>
          <p:nvSpPr>
            <p:cNvPr id="124" name="矩形: 圆角 123"/>
            <p:cNvSpPr/>
            <p:nvPr/>
          </p:nvSpPr>
          <p:spPr bwMode="auto">
            <a:xfrm>
              <a:off x="10882383" y="1373786"/>
              <a:ext cx="474305" cy="513215"/>
            </a:xfrm>
            <a:prstGeom prst="roundRect">
              <a:avLst/>
            </a:prstGeom>
            <a:solidFill>
              <a:schemeClr val="bg1"/>
            </a:solidFill>
            <a:ln w="9525" cap="flat" cmpd="sng" algn="ctr">
              <a:solidFill>
                <a:srgbClr val="000000"/>
              </a:solidFill>
              <a:prstDash val="solid"/>
              <a:round/>
              <a:headEnd type="none" w="med" len="med"/>
              <a:tailEnd type="none" w="med" len="med"/>
            </a:ln>
            <a:effectLst/>
          </p:spPr>
          <p:txBody>
            <a:bodyPr rot="0" spcFirstLastPara="0" vertOverflow="overflow" horzOverflow="overflow" vert="horz" wrap="square" lIns="36000" tIns="36000" rIns="36000" bIns="36000" numCol="1" spcCol="0" rtlCol="0" fromWordArt="0" anchor="ctr" anchorCtr="0" forceAA="0" compatLnSpc="1">
              <a:normAutofit/>
            </a:bodyPr>
            <a:lstStyle/>
            <a:p>
              <a:pPr marL="0" marR="0" indent="0" algn="ctr" defTabSz="914400" rtl="0" eaLnBrk="1" fontAlgn="base" latinLnBrk="0" hangingPunct="1">
                <a:lnSpc>
                  <a:spcPct val="100000"/>
                </a:lnSpc>
                <a:spcBef>
                  <a:spcPct val="0"/>
                </a:spcBef>
                <a:spcAft>
                  <a:spcPct val="0"/>
                </a:spcAft>
                <a:buClrTx/>
                <a:buSzTx/>
                <a:buFontTx/>
                <a:buNone/>
              </a:pPr>
              <a:endParaRPr kumimoji="0" lang="zh-CN" altLang="en-US" sz="2000" b="0" i="0" u="none" strike="noStrike" cap="none" normalizeH="0" baseline="0" dirty="0">
                <a:ln>
                  <a:noFill/>
                </a:ln>
                <a:effectLst/>
                <a:latin typeface="微软雅黑 Light" panose="020B0502040204020203" pitchFamily="34" charset="-122"/>
                <a:ea typeface="微软雅黑 Light" panose="020B0502040204020203" pitchFamily="34" charset="-122"/>
              </a:endParaRPr>
            </a:p>
          </p:txBody>
        </p:sp>
        <p:pic>
          <p:nvPicPr>
            <p:cNvPr id="125" name="图形 124"/>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878370" y="1381338"/>
              <a:ext cx="487843" cy="513215"/>
            </a:xfrm>
            <a:prstGeom prst="rect">
              <a:avLst/>
            </a:prstGeom>
          </p:spPr>
        </p:pic>
      </p:grpSp>
    </p:spTree>
  </p:cSld>
  <p:clrMapOvr>
    <a:masterClrMapping/>
  </p:clrMapOvr>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IP</a:t>
            </a:r>
            <a:r>
              <a:rPr lang="zh-CN" altLang="en-US" dirty="0"/>
              <a:t>多播与</a:t>
            </a:r>
            <a:r>
              <a:rPr lang="en-US" altLang="zh-CN" dirty="0"/>
              <a:t>MAC</a:t>
            </a:r>
            <a:r>
              <a:rPr lang="zh-CN" altLang="en-US" dirty="0"/>
              <a:t>组播地址映射过程</a:t>
            </a:r>
            <a:endParaRPr lang="zh-CN" altLang="en-US" dirty="0"/>
          </a:p>
        </p:txBody>
      </p:sp>
      <p:sp>
        <p:nvSpPr>
          <p:cNvPr id="3" name="内容占位符 2"/>
          <p:cNvSpPr>
            <a:spLocks noGrp="1"/>
          </p:cNvSpPr>
          <p:nvPr>
            <p:ph idx="1"/>
          </p:nvPr>
        </p:nvSpPr>
        <p:spPr>
          <a:xfrm>
            <a:off x="334434" y="1052515"/>
            <a:ext cx="11523133" cy="1512390"/>
          </a:xfrm>
        </p:spPr>
        <p:txBody>
          <a:bodyPr/>
          <a:lstStyle/>
          <a:p>
            <a:r>
              <a:rPr lang="en-US" altLang="en-US" sz="2800" dirty="0"/>
              <a:t>IANA规定，将01:00:5E:00:00:00~01:00:5E:7F:FF:FF用于IP组播地址到以太网组播地址的映射</a:t>
            </a:r>
            <a:endParaRPr lang="en-US" altLang="en-US" sz="2800" dirty="0"/>
          </a:p>
          <a:p>
            <a:pPr lvl="1"/>
            <a:r>
              <a:rPr lang="en-US" altLang="en-US" sz="2400" dirty="0" err="1"/>
              <a:t>注意：IP</a:t>
            </a:r>
            <a:r>
              <a:rPr lang="en-US" altLang="en-US" sz="2400" dirty="0"/>
              <a:t>—</a:t>
            </a:r>
            <a:r>
              <a:rPr lang="en-US" altLang="en-US" sz="2400" dirty="0" err="1"/>
              <a:t>MAC映射关系不是唯一的</a:t>
            </a:r>
            <a:endParaRPr lang="en-US" altLang="en-US" sz="2400" dirty="0"/>
          </a:p>
          <a:p>
            <a:endParaRPr lang="zh-CN" altLang="en-US" dirty="0"/>
          </a:p>
        </p:txBody>
      </p:sp>
      <p:sp>
        <p:nvSpPr>
          <p:cNvPr id="4" name="灯片编号占位符 3"/>
          <p:cNvSpPr>
            <a:spLocks noGrp="1"/>
          </p:cNvSpPr>
          <p:nvPr>
            <p:ph type="sldNum" sz="quarter" idx="12"/>
          </p:nvPr>
        </p:nvSpPr>
        <p:spPr/>
        <p:txBody>
          <a:bodyPr/>
          <a:lstStyle/>
          <a:p>
            <a:pPr>
              <a:defRPr/>
            </a:pPr>
            <a:fld id="{816960B2-2B11-492C-B588-5290E1274F96}" type="slidenum">
              <a:rPr lang="en-US" altLang="zh-CN" smtClean="0"/>
            </a:fld>
            <a:endParaRPr lang="en-US" altLang="zh-CN" dirty="0"/>
          </a:p>
        </p:txBody>
      </p:sp>
      <p:sp>
        <p:nvSpPr>
          <p:cNvPr id="5" name="Rectangle 3"/>
          <p:cNvSpPr>
            <a:spLocks noChangeArrowheads="1"/>
          </p:cNvSpPr>
          <p:nvPr/>
        </p:nvSpPr>
        <p:spPr bwMode="auto">
          <a:xfrm>
            <a:off x="2349500" y="4995863"/>
            <a:ext cx="7467600" cy="457200"/>
          </a:xfrm>
          <a:prstGeom prst="rect">
            <a:avLst/>
          </a:prstGeom>
          <a:solidFill>
            <a:schemeClr val="bg1"/>
          </a:solidFill>
          <a:ln w="2857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sz="2800" dirty="0">
              <a:latin typeface="微软雅黑 Light" panose="020B0502040204020203" pitchFamily="34" charset="-122"/>
              <a:ea typeface="微软雅黑 Light" panose="020B0502040204020203" pitchFamily="34" charset="-122"/>
            </a:endParaRPr>
          </a:p>
        </p:txBody>
      </p:sp>
      <p:sp>
        <p:nvSpPr>
          <p:cNvPr id="6" name="Line 4"/>
          <p:cNvSpPr>
            <a:spLocks noChangeShapeType="1"/>
          </p:cNvSpPr>
          <p:nvPr/>
        </p:nvSpPr>
        <p:spPr bwMode="auto">
          <a:xfrm>
            <a:off x="2505075" y="4995863"/>
            <a:ext cx="0" cy="4572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7" name="Line 5"/>
          <p:cNvSpPr>
            <a:spLocks noChangeShapeType="1"/>
          </p:cNvSpPr>
          <p:nvPr/>
        </p:nvSpPr>
        <p:spPr bwMode="auto">
          <a:xfrm>
            <a:off x="2660650" y="4995863"/>
            <a:ext cx="0" cy="4572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8" name="Line 6"/>
          <p:cNvSpPr>
            <a:spLocks noChangeShapeType="1"/>
          </p:cNvSpPr>
          <p:nvPr/>
        </p:nvSpPr>
        <p:spPr bwMode="auto">
          <a:xfrm>
            <a:off x="2816225" y="4995863"/>
            <a:ext cx="0" cy="4572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9" name="Line 7"/>
          <p:cNvSpPr>
            <a:spLocks noChangeShapeType="1"/>
          </p:cNvSpPr>
          <p:nvPr/>
        </p:nvSpPr>
        <p:spPr bwMode="auto">
          <a:xfrm>
            <a:off x="2971800" y="4995863"/>
            <a:ext cx="0" cy="4572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10" name="Line 8"/>
          <p:cNvSpPr>
            <a:spLocks noChangeShapeType="1"/>
          </p:cNvSpPr>
          <p:nvPr/>
        </p:nvSpPr>
        <p:spPr bwMode="auto">
          <a:xfrm>
            <a:off x="3127375" y="4995863"/>
            <a:ext cx="0" cy="4572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11" name="Line 9"/>
          <p:cNvSpPr>
            <a:spLocks noChangeShapeType="1"/>
          </p:cNvSpPr>
          <p:nvPr/>
        </p:nvSpPr>
        <p:spPr bwMode="auto">
          <a:xfrm>
            <a:off x="3282950" y="4995863"/>
            <a:ext cx="0" cy="4572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12" name="Line 10"/>
          <p:cNvSpPr>
            <a:spLocks noChangeShapeType="1"/>
          </p:cNvSpPr>
          <p:nvPr/>
        </p:nvSpPr>
        <p:spPr bwMode="auto">
          <a:xfrm>
            <a:off x="3438525" y="4995863"/>
            <a:ext cx="0" cy="4572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13" name="Line 11"/>
          <p:cNvSpPr>
            <a:spLocks noChangeShapeType="1"/>
          </p:cNvSpPr>
          <p:nvPr/>
        </p:nvSpPr>
        <p:spPr bwMode="auto">
          <a:xfrm>
            <a:off x="3594100" y="4995863"/>
            <a:ext cx="0" cy="4572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14" name="Line 12"/>
          <p:cNvSpPr>
            <a:spLocks noChangeShapeType="1"/>
          </p:cNvSpPr>
          <p:nvPr/>
        </p:nvSpPr>
        <p:spPr bwMode="auto">
          <a:xfrm>
            <a:off x="3749675" y="4995863"/>
            <a:ext cx="0" cy="4572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15" name="Line 13"/>
          <p:cNvSpPr>
            <a:spLocks noChangeShapeType="1"/>
          </p:cNvSpPr>
          <p:nvPr/>
        </p:nvSpPr>
        <p:spPr bwMode="auto">
          <a:xfrm>
            <a:off x="3905250" y="4995863"/>
            <a:ext cx="0" cy="4572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16" name="Line 14"/>
          <p:cNvSpPr>
            <a:spLocks noChangeShapeType="1"/>
          </p:cNvSpPr>
          <p:nvPr/>
        </p:nvSpPr>
        <p:spPr bwMode="auto">
          <a:xfrm>
            <a:off x="4060825" y="4995863"/>
            <a:ext cx="0" cy="4572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17" name="Line 15"/>
          <p:cNvSpPr>
            <a:spLocks noChangeShapeType="1"/>
          </p:cNvSpPr>
          <p:nvPr/>
        </p:nvSpPr>
        <p:spPr bwMode="auto">
          <a:xfrm>
            <a:off x="4216400" y="4995863"/>
            <a:ext cx="0" cy="4572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18" name="Line 16"/>
          <p:cNvSpPr>
            <a:spLocks noChangeShapeType="1"/>
          </p:cNvSpPr>
          <p:nvPr/>
        </p:nvSpPr>
        <p:spPr bwMode="auto">
          <a:xfrm>
            <a:off x="4371975" y="4995863"/>
            <a:ext cx="0" cy="4572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19" name="Line 17"/>
          <p:cNvSpPr>
            <a:spLocks noChangeShapeType="1"/>
          </p:cNvSpPr>
          <p:nvPr/>
        </p:nvSpPr>
        <p:spPr bwMode="auto">
          <a:xfrm>
            <a:off x="4527550" y="4995863"/>
            <a:ext cx="0" cy="4572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20" name="Line 18"/>
          <p:cNvSpPr>
            <a:spLocks noChangeShapeType="1"/>
          </p:cNvSpPr>
          <p:nvPr/>
        </p:nvSpPr>
        <p:spPr bwMode="auto">
          <a:xfrm>
            <a:off x="4683125" y="4995863"/>
            <a:ext cx="0" cy="4572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21" name="Line 19"/>
          <p:cNvSpPr>
            <a:spLocks noChangeShapeType="1"/>
          </p:cNvSpPr>
          <p:nvPr/>
        </p:nvSpPr>
        <p:spPr bwMode="auto">
          <a:xfrm>
            <a:off x="4838700" y="4995863"/>
            <a:ext cx="0" cy="4572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22" name="Line 20"/>
          <p:cNvSpPr>
            <a:spLocks noChangeShapeType="1"/>
          </p:cNvSpPr>
          <p:nvPr/>
        </p:nvSpPr>
        <p:spPr bwMode="auto">
          <a:xfrm>
            <a:off x="4994275" y="4995863"/>
            <a:ext cx="0" cy="4572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23" name="Line 21"/>
          <p:cNvSpPr>
            <a:spLocks noChangeShapeType="1"/>
          </p:cNvSpPr>
          <p:nvPr/>
        </p:nvSpPr>
        <p:spPr bwMode="auto">
          <a:xfrm>
            <a:off x="5149850" y="4995863"/>
            <a:ext cx="0" cy="4572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24" name="Line 22"/>
          <p:cNvSpPr>
            <a:spLocks noChangeShapeType="1"/>
          </p:cNvSpPr>
          <p:nvPr/>
        </p:nvSpPr>
        <p:spPr bwMode="auto">
          <a:xfrm>
            <a:off x="5305425" y="4995863"/>
            <a:ext cx="0" cy="4572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25" name="Line 23"/>
          <p:cNvSpPr>
            <a:spLocks noChangeShapeType="1"/>
          </p:cNvSpPr>
          <p:nvPr/>
        </p:nvSpPr>
        <p:spPr bwMode="auto">
          <a:xfrm>
            <a:off x="5461000" y="4995863"/>
            <a:ext cx="0" cy="4572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26" name="Line 24"/>
          <p:cNvSpPr>
            <a:spLocks noChangeShapeType="1"/>
          </p:cNvSpPr>
          <p:nvPr/>
        </p:nvSpPr>
        <p:spPr bwMode="auto">
          <a:xfrm>
            <a:off x="5616575" y="4995863"/>
            <a:ext cx="0" cy="4572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27" name="Line 25"/>
          <p:cNvSpPr>
            <a:spLocks noChangeShapeType="1"/>
          </p:cNvSpPr>
          <p:nvPr/>
        </p:nvSpPr>
        <p:spPr bwMode="auto">
          <a:xfrm>
            <a:off x="5772150" y="4995863"/>
            <a:ext cx="0" cy="4572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28" name="Line 26"/>
          <p:cNvSpPr>
            <a:spLocks noChangeShapeType="1"/>
          </p:cNvSpPr>
          <p:nvPr/>
        </p:nvSpPr>
        <p:spPr bwMode="auto">
          <a:xfrm>
            <a:off x="5927725" y="4995863"/>
            <a:ext cx="0" cy="4572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29" name="Line 27"/>
          <p:cNvSpPr>
            <a:spLocks noChangeShapeType="1"/>
          </p:cNvSpPr>
          <p:nvPr/>
        </p:nvSpPr>
        <p:spPr bwMode="auto">
          <a:xfrm>
            <a:off x="6083300" y="4995863"/>
            <a:ext cx="0" cy="4572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30" name="Rectangle 28"/>
          <p:cNvSpPr>
            <a:spLocks noChangeArrowheads="1"/>
          </p:cNvSpPr>
          <p:nvPr/>
        </p:nvSpPr>
        <p:spPr bwMode="auto">
          <a:xfrm>
            <a:off x="6245225" y="5018088"/>
            <a:ext cx="3563938" cy="425450"/>
          </a:xfrm>
          <a:prstGeom prst="rect">
            <a:avLst/>
          </a:prstGeom>
          <a:solidFill>
            <a:srgbClr val="CCE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sz="2800" dirty="0">
              <a:latin typeface="微软雅黑 Light" panose="020B0502040204020203" pitchFamily="34" charset="-122"/>
              <a:ea typeface="微软雅黑 Light" panose="020B0502040204020203" pitchFamily="34" charset="-122"/>
            </a:endParaRPr>
          </a:p>
        </p:txBody>
      </p:sp>
      <p:sp>
        <p:nvSpPr>
          <p:cNvPr id="31" name="Line 29"/>
          <p:cNvSpPr>
            <a:spLocks noChangeShapeType="1"/>
          </p:cNvSpPr>
          <p:nvPr/>
        </p:nvSpPr>
        <p:spPr bwMode="auto">
          <a:xfrm>
            <a:off x="6238875" y="4995863"/>
            <a:ext cx="0" cy="457200"/>
          </a:xfrm>
          <a:prstGeom prst="line">
            <a:avLst/>
          </a:prstGeom>
          <a:noFill/>
          <a:ln w="9525">
            <a:solidFill>
              <a:schemeClr val="tx1"/>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32" name="Line 30"/>
          <p:cNvSpPr>
            <a:spLocks noChangeShapeType="1"/>
          </p:cNvSpPr>
          <p:nvPr/>
        </p:nvSpPr>
        <p:spPr bwMode="auto">
          <a:xfrm>
            <a:off x="6394450" y="4995863"/>
            <a:ext cx="0" cy="4572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33" name="Line 31"/>
          <p:cNvSpPr>
            <a:spLocks noChangeShapeType="1"/>
          </p:cNvSpPr>
          <p:nvPr/>
        </p:nvSpPr>
        <p:spPr bwMode="auto">
          <a:xfrm>
            <a:off x="6550025" y="4995863"/>
            <a:ext cx="0" cy="4572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34" name="Line 32"/>
          <p:cNvSpPr>
            <a:spLocks noChangeShapeType="1"/>
          </p:cNvSpPr>
          <p:nvPr/>
        </p:nvSpPr>
        <p:spPr bwMode="auto">
          <a:xfrm>
            <a:off x="6705600" y="4995863"/>
            <a:ext cx="0" cy="4572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35" name="Line 33"/>
          <p:cNvSpPr>
            <a:spLocks noChangeShapeType="1"/>
          </p:cNvSpPr>
          <p:nvPr/>
        </p:nvSpPr>
        <p:spPr bwMode="auto">
          <a:xfrm>
            <a:off x="6861175" y="4995863"/>
            <a:ext cx="0" cy="4572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36" name="Line 34"/>
          <p:cNvSpPr>
            <a:spLocks noChangeShapeType="1"/>
          </p:cNvSpPr>
          <p:nvPr/>
        </p:nvSpPr>
        <p:spPr bwMode="auto">
          <a:xfrm>
            <a:off x="7016750" y="4995863"/>
            <a:ext cx="0" cy="4572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37" name="Line 35"/>
          <p:cNvSpPr>
            <a:spLocks noChangeShapeType="1"/>
          </p:cNvSpPr>
          <p:nvPr/>
        </p:nvSpPr>
        <p:spPr bwMode="auto">
          <a:xfrm>
            <a:off x="7172325" y="4995863"/>
            <a:ext cx="0" cy="4572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38" name="Line 36"/>
          <p:cNvSpPr>
            <a:spLocks noChangeShapeType="1"/>
          </p:cNvSpPr>
          <p:nvPr/>
        </p:nvSpPr>
        <p:spPr bwMode="auto">
          <a:xfrm>
            <a:off x="7327900" y="4995863"/>
            <a:ext cx="0" cy="4572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39" name="Line 37"/>
          <p:cNvSpPr>
            <a:spLocks noChangeShapeType="1"/>
          </p:cNvSpPr>
          <p:nvPr/>
        </p:nvSpPr>
        <p:spPr bwMode="auto">
          <a:xfrm>
            <a:off x="7483475" y="4995863"/>
            <a:ext cx="0" cy="4572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40" name="Line 38"/>
          <p:cNvSpPr>
            <a:spLocks noChangeShapeType="1"/>
          </p:cNvSpPr>
          <p:nvPr/>
        </p:nvSpPr>
        <p:spPr bwMode="auto">
          <a:xfrm>
            <a:off x="7639050" y="4995863"/>
            <a:ext cx="0" cy="4572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41" name="Line 39"/>
          <p:cNvSpPr>
            <a:spLocks noChangeShapeType="1"/>
          </p:cNvSpPr>
          <p:nvPr/>
        </p:nvSpPr>
        <p:spPr bwMode="auto">
          <a:xfrm>
            <a:off x="7794625" y="4995863"/>
            <a:ext cx="0" cy="4572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42" name="Line 40"/>
          <p:cNvSpPr>
            <a:spLocks noChangeShapeType="1"/>
          </p:cNvSpPr>
          <p:nvPr/>
        </p:nvSpPr>
        <p:spPr bwMode="auto">
          <a:xfrm>
            <a:off x="7950200" y="4995863"/>
            <a:ext cx="0" cy="4572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43" name="Line 41"/>
          <p:cNvSpPr>
            <a:spLocks noChangeShapeType="1"/>
          </p:cNvSpPr>
          <p:nvPr/>
        </p:nvSpPr>
        <p:spPr bwMode="auto">
          <a:xfrm>
            <a:off x="8105775" y="4995863"/>
            <a:ext cx="0" cy="4572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44" name="Line 42"/>
          <p:cNvSpPr>
            <a:spLocks noChangeShapeType="1"/>
          </p:cNvSpPr>
          <p:nvPr/>
        </p:nvSpPr>
        <p:spPr bwMode="auto">
          <a:xfrm>
            <a:off x="8261350" y="4995863"/>
            <a:ext cx="0" cy="4572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45" name="Line 43"/>
          <p:cNvSpPr>
            <a:spLocks noChangeShapeType="1"/>
          </p:cNvSpPr>
          <p:nvPr/>
        </p:nvSpPr>
        <p:spPr bwMode="auto">
          <a:xfrm>
            <a:off x="8416925" y="4995863"/>
            <a:ext cx="0" cy="4572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46" name="Line 44"/>
          <p:cNvSpPr>
            <a:spLocks noChangeShapeType="1"/>
          </p:cNvSpPr>
          <p:nvPr/>
        </p:nvSpPr>
        <p:spPr bwMode="auto">
          <a:xfrm>
            <a:off x="8572500" y="4995863"/>
            <a:ext cx="0" cy="4572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47" name="Line 45"/>
          <p:cNvSpPr>
            <a:spLocks noChangeShapeType="1"/>
          </p:cNvSpPr>
          <p:nvPr/>
        </p:nvSpPr>
        <p:spPr bwMode="auto">
          <a:xfrm>
            <a:off x="8728075" y="4995863"/>
            <a:ext cx="0" cy="4572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48" name="Line 46"/>
          <p:cNvSpPr>
            <a:spLocks noChangeShapeType="1"/>
          </p:cNvSpPr>
          <p:nvPr/>
        </p:nvSpPr>
        <p:spPr bwMode="auto">
          <a:xfrm>
            <a:off x="8883650" y="4995863"/>
            <a:ext cx="0" cy="4572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49" name="Line 47"/>
          <p:cNvSpPr>
            <a:spLocks noChangeShapeType="1"/>
          </p:cNvSpPr>
          <p:nvPr/>
        </p:nvSpPr>
        <p:spPr bwMode="auto">
          <a:xfrm>
            <a:off x="9039225" y="4995863"/>
            <a:ext cx="0" cy="4572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50" name="Line 48"/>
          <p:cNvSpPr>
            <a:spLocks noChangeShapeType="1"/>
          </p:cNvSpPr>
          <p:nvPr/>
        </p:nvSpPr>
        <p:spPr bwMode="auto">
          <a:xfrm>
            <a:off x="9194800" y="4995863"/>
            <a:ext cx="0" cy="4572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51" name="Line 49"/>
          <p:cNvSpPr>
            <a:spLocks noChangeShapeType="1"/>
          </p:cNvSpPr>
          <p:nvPr/>
        </p:nvSpPr>
        <p:spPr bwMode="auto">
          <a:xfrm>
            <a:off x="9350375" y="4995863"/>
            <a:ext cx="0" cy="4572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52" name="Line 50"/>
          <p:cNvSpPr>
            <a:spLocks noChangeShapeType="1"/>
          </p:cNvSpPr>
          <p:nvPr/>
        </p:nvSpPr>
        <p:spPr bwMode="auto">
          <a:xfrm>
            <a:off x="9505950" y="4995863"/>
            <a:ext cx="0" cy="4572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53" name="Line 51"/>
          <p:cNvSpPr>
            <a:spLocks noChangeShapeType="1"/>
          </p:cNvSpPr>
          <p:nvPr/>
        </p:nvSpPr>
        <p:spPr bwMode="auto">
          <a:xfrm>
            <a:off x="9661525" y="4995863"/>
            <a:ext cx="0" cy="4572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54" name="Rectangle 52"/>
          <p:cNvSpPr>
            <a:spLocks noChangeArrowheads="1"/>
          </p:cNvSpPr>
          <p:nvPr/>
        </p:nvSpPr>
        <p:spPr bwMode="auto">
          <a:xfrm>
            <a:off x="2427289" y="5072063"/>
            <a:ext cx="466725" cy="304800"/>
          </a:xfrm>
          <a:prstGeom prst="rect">
            <a:avLst/>
          </a:prstGeom>
          <a:solidFill>
            <a:schemeClr val="bg1"/>
          </a:solidFill>
          <a:ln w="9525">
            <a:solidFill>
              <a:schemeClr val="bg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sz="2800" dirty="0">
              <a:latin typeface="微软雅黑 Light" panose="020B0502040204020203" pitchFamily="34" charset="-122"/>
              <a:ea typeface="微软雅黑 Light" panose="020B0502040204020203" pitchFamily="34" charset="-122"/>
            </a:endParaRPr>
          </a:p>
        </p:txBody>
      </p:sp>
      <p:sp>
        <p:nvSpPr>
          <p:cNvPr id="55" name="Rectangle 53"/>
          <p:cNvSpPr>
            <a:spLocks noChangeArrowheads="1"/>
          </p:cNvSpPr>
          <p:nvPr/>
        </p:nvSpPr>
        <p:spPr bwMode="auto">
          <a:xfrm>
            <a:off x="3049589" y="5072063"/>
            <a:ext cx="466725" cy="304800"/>
          </a:xfrm>
          <a:prstGeom prst="rect">
            <a:avLst/>
          </a:prstGeom>
          <a:solidFill>
            <a:schemeClr val="bg1"/>
          </a:solidFill>
          <a:ln w="9525">
            <a:solidFill>
              <a:schemeClr val="bg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sz="2800" dirty="0">
              <a:latin typeface="微软雅黑 Light" panose="020B0502040204020203" pitchFamily="34" charset="-122"/>
              <a:ea typeface="微软雅黑 Light" panose="020B0502040204020203" pitchFamily="34" charset="-122"/>
            </a:endParaRPr>
          </a:p>
        </p:txBody>
      </p:sp>
      <p:sp>
        <p:nvSpPr>
          <p:cNvPr id="56" name="Rectangle 54"/>
          <p:cNvSpPr>
            <a:spLocks noChangeArrowheads="1"/>
          </p:cNvSpPr>
          <p:nvPr/>
        </p:nvSpPr>
        <p:spPr bwMode="auto">
          <a:xfrm>
            <a:off x="3671889" y="5072063"/>
            <a:ext cx="466725" cy="304800"/>
          </a:xfrm>
          <a:prstGeom prst="rect">
            <a:avLst/>
          </a:prstGeom>
          <a:solidFill>
            <a:schemeClr val="bg1"/>
          </a:solidFill>
          <a:ln w="9525">
            <a:solidFill>
              <a:schemeClr val="bg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sz="2800" dirty="0">
              <a:latin typeface="微软雅黑 Light" panose="020B0502040204020203" pitchFamily="34" charset="-122"/>
              <a:ea typeface="微软雅黑 Light" panose="020B0502040204020203" pitchFamily="34" charset="-122"/>
            </a:endParaRPr>
          </a:p>
        </p:txBody>
      </p:sp>
      <p:sp>
        <p:nvSpPr>
          <p:cNvPr id="57" name="Rectangle 55"/>
          <p:cNvSpPr>
            <a:spLocks noChangeArrowheads="1"/>
          </p:cNvSpPr>
          <p:nvPr/>
        </p:nvSpPr>
        <p:spPr bwMode="auto">
          <a:xfrm>
            <a:off x="4294189" y="5072063"/>
            <a:ext cx="466725" cy="304800"/>
          </a:xfrm>
          <a:prstGeom prst="rect">
            <a:avLst/>
          </a:prstGeom>
          <a:solidFill>
            <a:schemeClr val="bg1"/>
          </a:solidFill>
          <a:ln w="9525">
            <a:solidFill>
              <a:schemeClr val="bg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sz="2800" dirty="0">
              <a:latin typeface="微软雅黑 Light" panose="020B0502040204020203" pitchFamily="34" charset="-122"/>
              <a:ea typeface="微软雅黑 Light" panose="020B0502040204020203" pitchFamily="34" charset="-122"/>
            </a:endParaRPr>
          </a:p>
        </p:txBody>
      </p:sp>
      <p:sp>
        <p:nvSpPr>
          <p:cNvPr id="58" name="Rectangle 56"/>
          <p:cNvSpPr>
            <a:spLocks noChangeArrowheads="1"/>
          </p:cNvSpPr>
          <p:nvPr/>
        </p:nvSpPr>
        <p:spPr bwMode="auto">
          <a:xfrm>
            <a:off x="4916489" y="5072063"/>
            <a:ext cx="466725" cy="304800"/>
          </a:xfrm>
          <a:prstGeom prst="rect">
            <a:avLst/>
          </a:prstGeom>
          <a:solidFill>
            <a:schemeClr val="bg1"/>
          </a:solidFill>
          <a:ln w="9525">
            <a:solidFill>
              <a:schemeClr val="bg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sz="2800" dirty="0">
              <a:latin typeface="微软雅黑 Light" panose="020B0502040204020203" pitchFamily="34" charset="-122"/>
              <a:ea typeface="微软雅黑 Light" panose="020B0502040204020203" pitchFamily="34" charset="-122"/>
            </a:endParaRPr>
          </a:p>
        </p:txBody>
      </p:sp>
      <p:sp>
        <p:nvSpPr>
          <p:cNvPr id="59" name="Rectangle 57"/>
          <p:cNvSpPr>
            <a:spLocks noChangeArrowheads="1"/>
          </p:cNvSpPr>
          <p:nvPr/>
        </p:nvSpPr>
        <p:spPr bwMode="auto">
          <a:xfrm>
            <a:off x="5538789" y="5072063"/>
            <a:ext cx="466725" cy="304800"/>
          </a:xfrm>
          <a:prstGeom prst="rect">
            <a:avLst/>
          </a:prstGeom>
          <a:solidFill>
            <a:schemeClr val="bg1"/>
          </a:solidFill>
          <a:ln w="9525">
            <a:solidFill>
              <a:schemeClr val="bg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sz="2800" dirty="0">
              <a:latin typeface="微软雅黑 Light" panose="020B0502040204020203" pitchFamily="34" charset="-122"/>
              <a:ea typeface="微软雅黑 Light" panose="020B0502040204020203" pitchFamily="34" charset="-122"/>
            </a:endParaRPr>
          </a:p>
        </p:txBody>
      </p:sp>
      <p:sp>
        <p:nvSpPr>
          <p:cNvPr id="60" name="Rectangle 58"/>
          <p:cNvSpPr>
            <a:spLocks noChangeArrowheads="1"/>
          </p:cNvSpPr>
          <p:nvPr/>
        </p:nvSpPr>
        <p:spPr bwMode="auto">
          <a:xfrm>
            <a:off x="6246813" y="5072063"/>
            <a:ext cx="381000" cy="304800"/>
          </a:xfrm>
          <a:prstGeom prst="rect">
            <a:avLst/>
          </a:prstGeom>
          <a:solidFill>
            <a:srgbClr val="CCECFF"/>
          </a:solidFill>
          <a:ln>
            <a:noFill/>
          </a:ln>
          <a:effectLst/>
          <a:extLs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sz="2800" dirty="0">
              <a:latin typeface="微软雅黑 Light" panose="020B0502040204020203" pitchFamily="34" charset="-122"/>
              <a:ea typeface="微软雅黑 Light" panose="020B0502040204020203" pitchFamily="34" charset="-122"/>
            </a:endParaRPr>
          </a:p>
        </p:txBody>
      </p:sp>
      <p:sp>
        <p:nvSpPr>
          <p:cNvPr id="61" name="Rectangle 59"/>
          <p:cNvSpPr>
            <a:spLocks noChangeArrowheads="1"/>
          </p:cNvSpPr>
          <p:nvPr/>
        </p:nvSpPr>
        <p:spPr bwMode="auto">
          <a:xfrm>
            <a:off x="6783389" y="5072063"/>
            <a:ext cx="466725" cy="304800"/>
          </a:xfrm>
          <a:prstGeom prst="rect">
            <a:avLst/>
          </a:prstGeom>
          <a:solidFill>
            <a:srgbClr val="CCECFF"/>
          </a:solidFill>
          <a:ln>
            <a:noFill/>
          </a:ln>
          <a:effectLst/>
          <a:extLs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sz="2800" dirty="0">
              <a:latin typeface="微软雅黑 Light" panose="020B0502040204020203" pitchFamily="34" charset="-122"/>
              <a:ea typeface="微软雅黑 Light" panose="020B0502040204020203" pitchFamily="34" charset="-122"/>
            </a:endParaRPr>
          </a:p>
        </p:txBody>
      </p:sp>
      <p:sp>
        <p:nvSpPr>
          <p:cNvPr id="62" name="Rectangle 60"/>
          <p:cNvSpPr>
            <a:spLocks noChangeArrowheads="1"/>
          </p:cNvSpPr>
          <p:nvPr/>
        </p:nvSpPr>
        <p:spPr bwMode="auto">
          <a:xfrm>
            <a:off x="7405689" y="5072063"/>
            <a:ext cx="466725" cy="304800"/>
          </a:xfrm>
          <a:prstGeom prst="rect">
            <a:avLst/>
          </a:prstGeom>
          <a:solidFill>
            <a:srgbClr val="CCECFF"/>
          </a:solidFill>
          <a:ln>
            <a:noFill/>
          </a:ln>
          <a:effectLst/>
          <a:extLs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sz="2800" dirty="0">
              <a:latin typeface="微软雅黑 Light" panose="020B0502040204020203" pitchFamily="34" charset="-122"/>
              <a:ea typeface="微软雅黑 Light" panose="020B0502040204020203" pitchFamily="34" charset="-122"/>
            </a:endParaRPr>
          </a:p>
        </p:txBody>
      </p:sp>
      <p:sp>
        <p:nvSpPr>
          <p:cNvPr id="63" name="Rectangle 61"/>
          <p:cNvSpPr>
            <a:spLocks noChangeArrowheads="1"/>
          </p:cNvSpPr>
          <p:nvPr/>
        </p:nvSpPr>
        <p:spPr bwMode="auto">
          <a:xfrm>
            <a:off x="8027989" y="5072063"/>
            <a:ext cx="466725" cy="304800"/>
          </a:xfrm>
          <a:prstGeom prst="rect">
            <a:avLst/>
          </a:prstGeom>
          <a:solidFill>
            <a:srgbClr val="CCECFF"/>
          </a:solidFill>
          <a:ln>
            <a:noFill/>
          </a:ln>
          <a:effectLst/>
          <a:extLs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sz="2800" dirty="0">
              <a:latin typeface="微软雅黑 Light" panose="020B0502040204020203" pitchFamily="34" charset="-122"/>
              <a:ea typeface="微软雅黑 Light" panose="020B0502040204020203" pitchFamily="34" charset="-122"/>
            </a:endParaRPr>
          </a:p>
        </p:txBody>
      </p:sp>
      <p:sp>
        <p:nvSpPr>
          <p:cNvPr id="64" name="Rectangle 62"/>
          <p:cNvSpPr>
            <a:spLocks noChangeArrowheads="1"/>
          </p:cNvSpPr>
          <p:nvPr/>
        </p:nvSpPr>
        <p:spPr bwMode="auto">
          <a:xfrm>
            <a:off x="8650289" y="5072063"/>
            <a:ext cx="466725" cy="304800"/>
          </a:xfrm>
          <a:prstGeom prst="rect">
            <a:avLst/>
          </a:prstGeom>
          <a:solidFill>
            <a:srgbClr val="CCECFF"/>
          </a:solidFill>
          <a:ln>
            <a:noFill/>
          </a:ln>
          <a:effectLst/>
          <a:extLs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sz="2800" dirty="0">
              <a:latin typeface="微软雅黑 Light" panose="020B0502040204020203" pitchFamily="34" charset="-122"/>
              <a:ea typeface="微软雅黑 Light" panose="020B0502040204020203" pitchFamily="34" charset="-122"/>
            </a:endParaRPr>
          </a:p>
        </p:txBody>
      </p:sp>
      <p:sp>
        <p:nvSpPr>
          <p:cNvPr id="65" name="Rectangle 63"/>
          <p:cNvSpPr>
            <a:spLocks noChangeArrowheads="1"/>
          </p:cNvSpPr>
          <p:nvPr/>
        </p:nvSpPr>
        <p:spPr bwMode="auto">
          <a:xfrm>
            <a:off x="9272589" y="5072063"/>
            <a:ext cx="466725" cy="304800"/>
          </a:xfrm>
          <a:prstGeom prst="rect">
            <a:avLst/>
          </a:prstGeom>
          <a:solidFill>
            <a:srgbClr val="CCECFF"/>
          </a:solidFill>
          <a:ln>
            <a:noFill/>
          </a:ln>
          <a:effectLst/>
          <a:extLs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sz="2800" dirty="0">
              <a:latin typeface="微软雅黑 Light" panose="020B0502040204020203" pitchFamily="34" charset="-122"/>
              <a:ea typeface="微软雅黑 Light" panose="020B0502040204020203" pitchFamily="34" charset="-122"/>
            </a:endParaRPr>
          </a:p>
        </p:txBody>
      </p:sp>
      <p:sp>
        <p:nvSpPr>
          <p:cNvPr id="66" name="Rectangle 64"/>
          <p:cNvSpPr>
            <a:spLocks noChangeArrowheads="1"/>
          </p:cNvSpPr>
          <p:nvPr/>
        </p:nvSpPr>
        <p:spPr bwMode="auto">
          <a:xfrm>
            <a:off x="2894014" y="5110163"/>
            <a:ext cx="155575" cy="22860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sz="2800" dirty="0">
              <a:latin typeface="微软雅黑 Light" panose="020B0502040204020203" pitchFamily="34" charset="-122"/>
              <a:ea typeface="微软雅黑 Light" panose="020B0502040204020203" pitchFamily="34" charset="-122"/>
            </a:endParaRPr>
          </a:p>
        </p:txBody>
      </p:sp>
      <p:sp>
        <p:nvSpPr>
          <p:cNvPr id="67" name="Rectangle 65"/>
          <p:cNvSpPr>
            <a:spLocks noChangeArrowheads="1"/>
          </p:cNvSpPr>
          <p:nvPr/>
        </p:nvSpPr>
        <p:spPr bwMode="auto">
          <a:xfrm>
            <a:off x="4138614" y="5110163"/>
            <a:ext cx="155575" cy="22860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sz="2800" dirty="0">
              <a:latin typeface="微软雅黑 Light" panose="020B0502040204020203" pitchFamily="34" charset="-122"/>
              <a:ea typeface="微软雅黑 Light" panose="020B0502040204020203" pitchFamily="34" charset="-122"/>
            </a:endParaRPr>
          </a:p>
        </p:txBody>
      </p:sp>
      <p:sp>
        <p:nvSpPr>
          <p:cNvPr id="68" name="Rectangle 66"/>
          <p:cNvSpPr>
            <a:spLocks noChangeArrowheads="1"/>
          </p:cNvSpPr>
          <p:nvPr/>
        </p:nvSpPr>
        <p:spPr bwMode="auto">
          <a:xfrm>
            <a:off x="5395914" y="5110163"/>
            <a:ext cx="155575" cy="22860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sz="2800" dirty="0">
              <a:latin typeface="微软雅黑 Light" panose="020B0502040204020203" pitchFamily="34" charset="-122"/>
              <a:ea typeface="微软雅黑 Light" panose="020B0502040204020203" pitchFamily="34" charset="-122"/>
            </a:endParaRPr>
          </a:p>
        </p:txBody>
      </p:sp>
      <p:sp>
        <p:nvSpPr>
          <p:cNvPr id="69" name="Rectangle 67"/>
          <p:cNvSpPr>
            <a:spLocks noChangeArrowheads="1"/>
          </p:cNvSpPr>
          <p:nvPr/>
        </p:nvSpPr>
        <p:spPr bwMode="auto">
          <a:xfrm>
            <a:off x="6615114" y="5110163"/>
            <a:ext cx="155575" cy="228600"/>
          </a:xfrm>
          <a:prstGeom prst="rect">
            <a:avLst/>
          </a:prstGeom>
          <a:solidFill>
            <a:srgbClr val="CCE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sz="2800" dirty="0">
              <a:latin typeface="微软雅黑 Light" panose="020B0502040204020203" pitchFamily="34" charset="-122"/>
              <a:ea typeface="微软雅黑 Light" panose="020B0502040204020203" pitchFamily="34" charset="-122"/>
            </a:endParaRPr>
          </a:p>
        </p:txBody>
      </p:sp>
      <p:sp>
        <p:nvSpPr>
          <p:cNvPr id="70" name="Rectangle 68"/>
          <p:cNvSpPr>
            <a:spLocks noChangeArrowheads="1"/>
          </p:cNvSpPr>
          <p:nvPr/>
        </p:nvSpPr>
        <p:spPr bwMode="auto">
          <a:xfrm>
            <a:off x="7834314" y="5110163"/>
            <a:ext cx="155575" cy="228600"/>
          </a:xfrm>
          <a:prstGeom prst="rect">
            <a:avLst/>
          </a:prstGeom>
          <a:solidFill>
            <a:srgbClr val="CCE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sz="2800" dirty="0">
              <a:latin typeface="微软雅黑 Light" panose="020B0502040204020203" pitchFamily="34" charset="-122"/>
              <a:ea typeface="微软雅黑 Light" panose="020B0502040204020203" pitchFamily="34" charset="-122"/>
            </a:endParaRPr>
          </a:p>
        </p:txBody>
      </p:sp>
      <p:sp>
        <p:nvSpPr>
          <p:cNvPr id="71" name="Rectangle 69"/>
          <p:cNvSpPr>
            <a:spLocks noChangeArrowheads="1"/>
          </p:cNvSpPr>
          <p:nvPr/>
        </p:nvSpPr>
        <p:spPr bwMode="auto">
          <a:xfrm>
            <a:off x="9156701" y="5110163"/>
            <a:ext cx="155575" cy="228600"/>
          </a:xfrm>
          <a:prstGeom prst="rect">
            <a:avLst/>
          </a:prstGeom>
          <a:solidFill>
            <a:srgbClr val="CCE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sz="2800" dirty="0">
              <a:latin typeface="微软雅黑 Light" panose="020B0502040204020203" pitchFamily="34" charset="-122"/>
              <a:ea typeface="微软雅黑 Light" panose="020B0502040204020203" pitchFamily="34" charset="-122"/>
            </a:endParaRPr>
          </a:p>
        </p:txBody>
      </p:sp>
      <p:sp>
        <p:nvSpPr>
          <p:cNvPr id="72" name="Rectangle 70"/>
          <p:cNvSpPr>
            <a:spLocks noChangeArrowheads="1"/>
          </p:cNvSpPr>
          <p:nvPr/>
        </p:nvSpPr>
        <p:spPr bwMode="auto">
          <a:xfrm>
            <a:off x="4838700" y="3700463"/>
            <a:ext cx="4965700" cy="457200"/>
          </a:xfrm>
          <a:prstGeom prst="rect">
            <a:avLst/>
          </a:prstGeom>
          <a:noFill/>
          <a:ln w="28575">
            <a:solidFill>
              <a:schemeClr val="tx1"/>
            </a:solidFill>
            <a:miter lim="800000"/>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sz="2800" dirty="0">
              <a:latin typeface="微软雅黑 Light" panose="020B0502040204020203" pitchFamily="34" charset="-122"/>
              <a:ea typeface="微软雅黑 Light" panose="020B0502040204020203" pitchFamily="34" charset="-122"/>
            </a:endParaRPr>
          </a:p>
        </p:txBody>
      </p:sp>
      <p:sp>
        <p:nvSpPr>
          <p:cNvPr id="73" name="Line 71"/>
          <p:cNvSpPr>
            <a:spLocks noChangeShapeType="1"/>
          </p:cNvSpPr>
          <p:nvPr/>
        </p:nvSpPr>
        <p:spPr bwMode="auto">
          <a:xfrm>
            <a:off x="4994275" y="3700463"/>
            <a:ext cx="0" cy="4572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74" name="Line 72"/>
          <p:cNvSpPr>
            <a:spLocks noChangeShapeType="1"/>
          </p:cNvSpPr>
          <p:nvPr/>
        </p:nvSpPr>
        <p:spPr bwMode="auto">
          <a:xfrm>
            <a:off x="5149850" y="3700463"/>
            <a:ext cx="0" cy="4572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75" name="Line 73"/>
          <p:cNvSpPr>
            <a:spLocks noChangeShapeType="1"/>
          </p:cNvSpPr>
          <p:nvPr/>
        </p:nvSpPr>
        <p:spPr bwMode="auto">
          <a:xfrm>
            <a:off x="5303838" y="3700463"/>
            <a:ext cx="0" cy="4572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76" name="Line 74"/>
          <p:cNvSpPr>
            <a:spLocks noChangeShapeType="1"/>
          </p:cNvSpPr>
          <p:nvPr/>
        </p:nvSpPr>
        <p:spPr bwMode="auto">
          <a:xfrm>
            <a:off x="5459413" y="3700463"/>
            <a:ext cx="0" cy="4572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77" name="Line 75"/>
          <p:cNvSpPr>
            <a:spLocks noChangeShapeType="1"/>
          </p:cNvSpPr>
          <p:nvPr/>
        </p:nvSpPr>
        <p:spPr bwMode="auto">
          <a:xfrm>
            <a:off x="5614988" y="3700463"/>
            <a:ext cx="0" cy="4572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78" name="Line 76"/>
          <p:cNvSpPr>
            <a:spLocks noChangeShapeType="1"/>
          </p:cNvSpPr>
          <p:nvPr/>
        </p:nvSpPr>
        <p:spPr bwMode="auto">
          <a:xfrm>
            <a:off x="5770563" y="3700463"/>
            <a:ext cx="0" cy="4572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79" name="Line 77"/>
          <p:cNvSpPr>
            <a:spLocks noChangeShapeType="1"/>
          </p:cNvSpPr>
          <p:nvPr/>
        </p:nvSpPr>
        <p:spPr bwMode="auto">
          <a:xfrm>
            <a:off x="5924550" y="3700463"/>
            <a:ext cx="0" cy="4572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80" name="Line 78"/>
          <p:cNvSpPr>
            <a:spLocks noChangeShapeType="1"/>
          </p:cNvSpPr>
          <p:nvPr/>
        </p:nvSpPr>
        <p:spPr bwMode="auto">
          <a:xfrm>
            <a:off x="6080125" y="3700463"/>
            <a:ext cx="0" cy="4572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81" name="Line 79"/>
          <p:cNvSpPr>
            <a:spLocks noChangeShapeType="1"/>
          </p:cNvSpPr>
          <p:nvPr/>
        </p:nvSpPr>
        <p:spPr bwMode="auto">
          <a:xfrm>
            <a:off x="6235700" y="3700463"/>
            <a:ext cx="0" cy="4572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82" name="Rectangle 80"/>
          <p:cNvSpPr>
            <a:spLocks noChangeArrowheads="1"/>
          </p:cNvSpPr>
          <p:nvPr/>
        </p:nvSpPr>
        <p:spPr bwMode="auto">
          <a:xfrm>
            <a:off x="6235700" y="3719514"/>
            <a:ext cx="3562350" cy="428625"/>
          </a:xfrm>
          <a:prstGeom prst="rect">
            <a:avLst/>
          </a:prstGeom>
          <a:solidFill>
            <a:srgbClr val="CCE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sz="2800" dirty="0">
              <a:latin typeface="微软雅黑 Light" panose="020B0502040204020203" pitchFamily="34" charset="-122"/>
              <a:ea typeface="微软雅黑 Light" panose="020B0502040204020203" pitchFamily="34" charset="-122"/>
            </a:endParaRPr>
          </a:p>
        </p:txBody>
      </p:sp>
      <p:sp>
        <p:nvSpPr>
          <p:cNvPr id="83" name="Line 81"/>
          <p:cNvSpPr>
            <a:spLocks noChangeShapeType="1"/>
          </p:cNvSpPr>
          <p:nvPr/>
        </p:nvSpPr>
        <p:spPr bwMode="auto">
          <a:xfrm>
            <a:off x="6391275" y="3700463"/>
            <a:ext cx="0" cy="4572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84" name="Line 82"/>
          <p:cNvSpPr>
            <a:spLocks noChangeShapeType="1"/>
          </p:cNvSpPr>
          <p:nvPr/>
        </p:nvSpPr>
        <p:spPr bwMode="auto">
          <a:xfrm>
            <a:off x="6545263" y="3700463"/>
            <a:ext cx="0" cy="4572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85" name="Line 83"/>
          <p:cNvSpPr>
            <a:spLocks noChangeShapeType="1"/>
          </p:cNvSpPr>
          <p:nvPr/>
        </p:nvSpPr>
        <p:spPr bwMode="auto">
          <a:xfrm>
            <a:off x="6700838" y="3700463"/>
            <a:ext cx="0" cy="4572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86" name="Line 84"/>
          <p:cNvSpPr>
            <a:spLocks noChangeShapeType="1"/>
          </p:cNvSpPr>
          <p:nvPr/>
        </p:nvSpPr>
        <p:spPr bwMode="auto">
          <a:xfrm>
            <a:off x="6856413" y="3700463"/>
            <a:ext cx="0" cy="4572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87" name="Line 85"/>
          <p:cNvSpPr>
            <a:spLocks noChangeShapeType="1"/>
          </p:cNvSpPr>
          <p:nvPr/>
        </p:nvSpPr>
        <p:spPr bwMode="auto">
          <a:xfrm>
            <a:off x="7011988" y="3700463"/>
            <a:ext cx="0" cy="4572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88" name="Line 86"/>
          <p:cNvSpPr>
            <a:spLocks noChangeShapeType="1"/>
          </p:cNvSpPr>
          <p:nvPr/>
        </p:nvSpPr>
        <p:spPr bwMode="auto">
          <a:xfrm>
            <a:off x="7165975" y="3700463"/>
            <a:ext cx="0" cy="4572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89" name="Line 87"/>
          <p:cNvSpPr>
            <a:spLocks noChangeShapeType="1"/>
          </p:cNvSpPr>
          <p:nvPr/>
        </p:nvSpPr>
        <p:spPr bwMode="auto">
          <a:xfrm>
            <a:off x="7321550" y="3700463"/>
            <a:ext cx="0" cy="4572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90" name="Line 88"/>
          <p:cNvSpPr>
            <a:spLocks noChangeShapeType="1"/>
          </p:cNvSpPr>
          <p:nvPr/>
        </p:nvSpPr>
        <p:spPr bwMode="auto">
          <a:xfrm>
            <a:off x="7477125" y="3700463"/>
            <a:ext cx="0" cy="4572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91" name="Line 89"/>
          <p:cNvSpPr>
            <a:spLocks noChangeShapeType="1"/>
          </p:cNvSpPr>
          <p:nvPr/>
        </p:nvSpPr>
        <p:spPr bwMode="auto">
          <a:xfrm>
            <a:off x="7632700" y="3700463"/>
            <a:ext cx="0" cy="4572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92" name="Line 90"/>
          <p:cNvSpPr>
            <a:spLocks noChangeShapeType="1"/>
          </p:cNvSpPr>
          <p:nvPr/>
        </p:nvSpPr>
        <p:spPr bwMode="auto">
          <a:xfrm>
            <a:off x="7786688" y="3700463"/>
            <a:ext cx="0" cy="4572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93" name="Line 91"/>
          <p:cNvSpPr>
            <a:spLocks noChangeShapeType="1"/>
          </p:cNvSpPr>
          <p:nvPr/>
        </p:nvSpPr>
        <p:spPr bwMode="auto">
          <a:xfrm>
            <a:off x="7942263" y="3700463"/>
            <a:ext cx="0" cy="4572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94" name="Line 92"/>
          <p:cNvSpPr>
            <a:spLocks noChangeShapeType="1"/>
          </p:cNvSpPr>
          <p:nvPr/>
        </p:nvSpPr>
        <p:spPr bwMode="auto">
          <a:xfrm>
            <a:off x="8097838" y="3700463"/>
            <a:ext cx="0" cy="4572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95" name="Line 93"/>
          <p:cNvSpPr>
            <a:spLocks noChangeShapeType="1"/>
          </p:cNvSpPr>
          <p:nvPr/>
        </p:nvSpPr>
        <p:spPr bwMode="auto">
          <a:xfrm>
            <a:off x="8253413" y="3700463"/>
            <a:ext cx="0" cy="4572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96" name="Line 94"/>
          <p:cNvSpPr>
            <a:spLocks noChangeShapeType="1"/>
          </p:cNvSpPr>
          <p:nvPr/>
        </p:nvSpPr>
        <p:spPr bwMode="auto">
          <a:xfrm>
            <a:off x="8407400" y="3700463"/>
            <a:ext cx="0" cy="4572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97" name="Line 95"/>
          <p:cNvSpPr>
            <a:spLocks noChangeShapeType="1"/>
          </p:cNvSpPr>
          <p:nvPr/>
        </p:nvSpPr>
        <p:spPr bwMode="auto">
          <a:xfrm>
            <a:off x="8562975" y="3700463"/>
            <a:ext cx="0" cy="4572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98" name="Line 96"/>
          <p:cNvSpPr>
            <a:spLocks noChangeShapeType="1"/>
          </p:cNvSpPr>
          <p:nvPr/>
        </p:nvSpPr>
        <p:spPr bwMode="auto">
          <a:xfrm>
            <a:off x="8718550" y="3700463"/>
            <a:ext cx="0" cy="4572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99" name="Line 97"/>
          <p:cNvSpPr>
            <a:spLocks noChangeShapeType="1"/>
          </p:cNvSpPr>
          <p:nvPr/>
        </p:nvSpPr>
        <p:spPr bwMode="auto">
          <a:xfrm>
            <a:off x="8874125" y="3700463"/>
            <a:ext cx="0" cy="4572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100" name="Line 98"/>
          <p:cNvSpPr>
            <a:spLocks noChangeShapeType="1"/>
          </p:cNvSpPr>
          <p:nvPr/>
        </p:nvSpPr>
        <p:spPr bwMode="auto">
          <a:xfrm>
            <a:off x="9028113" y="3700463"/>
            <a:ext cx="0" cy="4572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101" name="Line 99"/>
          <p:cNvSpPr>
            <a:spLocks noChangeShapeType="1"/>
          </p:cNvSpPr>
          <p:nvPr/>
        </p:nvSpPr>
        <p:spPr bwMode="auto">
          <a:xfrm>
            <a:off x="9183688" y="3700463"/>
            <a:ext cx="0" cy="4572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102" name="Line 100"/>
          <p:cNvSpPr>
            <a:spLocks noChangeShapeType="1"/>
          </p:cNvSpPr>
          <p:nvPr/>
        </p:nvSpPr>
        <p:spPr bwMode="auto">
          <a:xfrm>
            <a:off x="9339263" y="3700463"/>
            <a:ext cx="0" cy="4572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103" name="Line 101"/>
          <p:cNvSpPr>
            <a:spLocks noChangeShapeType="1"/>
          </p:cNvSpPr>
          <p:nvPr/>
        </p:nvSpPr>
        <p:spPr bwMode="auto">
          <a:xfrm>
            <a:off x="9494838" y="3700463"/>
            <a:ext cx="0" cy="4572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104" name="Line 102"/>
          <p:cNvSpPr>
            <a:spLocks noChangeShapeType="1"/>
          </p:cNvSpPr>
          <p:nvPr/>
        </p:nvSpPr>
        <p:spPr bwMode="auto">
          <a:xfrm>
            <a:off x="9648825" y="3700463"/>
            <a:ext cx="0" cy="4572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105" name="Rectangle 103"/>
          <p:cNvSpPr>
            <a:spLocks noChangeArrowheads="1"/>
          </p:cNvSpPr>
          <p:nvPr/>
        </p:nvSpPr>
        <p:spPr bwMode="auto">
          <a:xfrm>
            <a:off x="4916489" y="3776663"/>
            <a:ext cx="465137" cy="304800"/>
          </a:xfrm>
          <a:prstGeom prst="rect">
            <a:avLst/>
          </a:prstGeom>
          <a:solidFill>
            <a:schemeClr val="bg1"/>
          </a:solidFill>
          <a:ln w="9525">
            <a:solidFill>
              <a:schemeClr val="bg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sz="2800" dirty="0">
              <a:latin typeface="微软雅黑 Light" panose="020B0502040204020203" pitchFamily="34" charset="-122"/>
              <a:ea typeface="微软雅黑 Light" panose="020B0502040204020203" pitchFamily="34" charset="-122"/>
            </a:endParaRPr>
          </a:p>
        </p:txBody>
      </p:sp>
      <p:sp>
        <p:nvSpPr>
          <p:cNvPr id="106" name="Rectangle 104"/>
          <p:cNvSpPr>
            <a:spLocks noChangeArrowheads="1"/>
          </p:cNvSpPr>
          <p:nvPr/>
        </p:nvSpPr>
        <p:spPr bwMode="auto">
          <a:xfrm>
            <a:off x="6234114" y="3776663"/>
            <a:ext cx="388937" cy="304800"/>
          </a:xfrm>
          <a:prstGeom prst="rect">
            <a:avLst/>
          </a:prstGeom>
          <a:solidFill>
            <a:srgbClr val="CCECFF"/>
          </a:solidFill>
          <a:ln>
            <a:noFill/>
          </a:ln>
          <a:effectLst/>
          <a:extLs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sz="2800" dirty="0">
              <a:latin typeface="微软雅黑 Light" panose="020B0502040204020203" pitchFamily="34" charset="-122"/>
              <a:ea typeface="微软雅黑 Light" panose="020B0502040204020203" pitchFamily="34" charset="-122"/>
            </a:endParaRPr>
          </a:p>
        </p:txBody>
      </p:sp>
      <p:sp>
        <p:nvSpPr>
          <p:cNvPr id="107" name="Rectangle 105"/>
          <p:cNvSpPr>
            <a:spLocks noChangeArrowheads="1"/>
          </p:cNvSpPr>
          <p:nvPr/>
        </p:nvSpPr>
        <p:spPr bwMode="auto">
          <a:xfrm>
            <a:off x="5537200" y="3776663"/>
            <a:ext cx="465138" cy="304800"/>
          </a:xfrm>
          <a:prstGeom prst="rect">
            <a:avLst/>
          </a:prstGeom>
          <a:solidFill>
            <a:schemeClr val="bg1"/>
          </a:solidFill>
          <a:ln w="9525">
            <a:solidFill>
              <a:schemeClr val="bg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sz="2800" dirty="0">
              <a:latin typeface="微软雅黑 Light" panose="020B0502040204020203" pitchFamily="34" charset="-122"/>
              <a:ea typeface="微软雅黑 Light" panose="020B0502040204020203" pitchFamily="34" charset="-122"/>
            </a:endParaRPr>
          </a:p>
        </p:txBody>
      </p:sp>
      <p:sp>
        <p:nvSpPr>
          <p:cNvPr id="108" name="Rectangle 106"/>
          <p:cNvSpPr>
            <a:spLocks noChangeArrowheads="1"/>
          </p:cNvSpPr>
          <p:nvPr/>
        </p:nvSpPr>
        <p:spPr bwMode="auto">
          <a:xfrm>
            <a:off x="6778625" y="3776663"/>
            <a:ext cx="465138" cy="304800"/>
          </a:xfrm>
          <a:prstGeom prst="rect">
            <a:avLst/>
          </a:prstGeom>
          <a:solidFill>
            <a:srgbClr val="CCECFF"/>
          </a:solidFill>
          <a:ln>
            <a:noFill/>
          </a:ln>
          <a:effectLst/>
          <a:extLs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sz="2800" dirty="0">
              <a:latin typeface="微软雅黑 Light" panose="020B0502040204020203" pitchFamily="34" charset="-122"/>
              <a:ea typeface="微软雅黑 Light" panose="020B0502040204020203" pitchFamily="34" charset="-122"/>
            </a:endParaRPr>
          </a:p>
        </p:txBody>
      </p:sp>
      <p:sp>
        <p:nvSpPr>
          <p:cNvPr id="109" name="Rectangle 107"/>
          <p:cNvSpPr>
            <a:spLocks noChangeArrowheads="1"/>
          </p:cNvSpPr>
          <p:nvPr/>
        </p:nvSpPr>
        <p:spPr bwMode="auto">
          <a:xfrm>
            <a:off x="7399339" y="3776663"/>
            <a:ext cx="465137" cy="304800"/>
          </a:xfrm>
          <a:prstGeom prst="rect">
            <a:avLst/>
          </a:prstGeom>
          <a:solidFill>
            <a:srgbClr val="CCECFF"/>
          </a:solidFill>
          <a:ln>
            <a:noFill/>
          </a:ln>
          <a:effectLst/>
          <a:extLs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sz="2800" dirty="0">
              <a:latin typeface="微软雅黑 Light" panose="020B0502040204020203" pitchFamily="34" charset="-122"/>
              <a:ea typeface="微软雅黑 Light" panose="020B0502040204020203" pitchFamily="34" charset="-122"/>
            </a:endParaRPr>
          </a:p>
        </p:txBody>
      </p:sp>
      <p:sp>
        <p:nvSpPr>
          <p:cNvPr id="110" name="Rectangle 108"/>
          <p:cNvSpPr>
            <a:spLocks noChangeArrowheads="1"/>
          </p:cNvSpPr>
          <p:nvPr/>
        </p:nvSpPr>
        <p:spPr bwMode="auto">
          <a:xfrm>
            <a:off x="8020050" y="3776663"/>
            <a:ext cx="465138" cy="304800"/>
          </a:xfrm>
          <a:prstGeom prst="rect">
            <a:avLst/>
          </a:prstGeom>
          <a:solidFill>
            <a:srgbClr val="CCECFF"/>
          </a:solidFill>
          <a:ln>
            <a:noFill/>
          </a:ln>
          <a:effectLst/>
          <a:extLs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sz="2800" dirty="0">
              <a:latin typeface="微软雅黑 Light" panose="020B0502040204020203" pitchFamily="34" charset="-122"/>
              <a:ea typeface="微软雅黑 Light" panose="020B0502040204020203" pitchFamily="34" charset="-122"/>
            </a:endParaRPr>
          </a:p>
        </p:txBody>
      </p:sp>
      <p:sp>
        <p:nvSpPr>
          <p:cNvPr id="111" name="Rectangle 109"/>
          <p:cNvSpPr>
            <a:spLocks noChangeArrowheads="1"/>
          </p:cNvSpPr>
          <p:nvPr/>
        </p:nvSpPr>
        <p:spPr bwMode="auto">
          <a:xfrm>
            <a:off x="8640764" y="3776663"/>
            <a:ext cx="465137" cy="304800"/>
          </a:xfrm>
          <a:prstGeom prst="rect">
            <a:avLst/>
          </a:prstGeom>
          <a:solidFill>
            <a:srgbClr val="CCECFF"/>
          </a:solidFill>
          <a:ln>
            <a:noFill/>
          </a:ln>
          <a:effectLst/>
          <a:extLs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sz="2800" dirty="0">
              <a:latin typeface="微软雅黑 Light" panose="020B0502040204020203" pitchFamily="34" charset="-122"/>
              <a:ea typeface="微软雅黑 Light" panose="020B0502040204020203" pitchFamily="34" charset="-122"/>
            </a:endParaRPr>
          </a:p>
        </p:txBody>
      </p:sp>
      <p:sp>
        <p:nvSpPr>
          <p:cNvPr id="112" name="Rectangle 110"/>
          <p:cNvSpPr>
            <a:spLocks noChangeArrowheads="1"/>
          </p:cNvSpPr>
          <p:nvPr/>
        </p:nvSpPr>
        <p:spPr bwMode="auto">
          <a:xfrm>
            <a:off x="9261475" y="3776663"/>
            <a:ext cx="465138" cy="304800"/>
          </a:xfrm>
          <a:prstGeom prst="rect">
            <a:avLst/>
          </a:prstGeom>
          <a:solidFill>
            <a:srgbClr val="CCECFF"/>
          </a:solidFill>
          <a:ln>
            <a:noFill/>
          </a:ln>
          <a:effectLst/>
          <a:extLs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sz="2800" dirty="0">
              <a:latin typeface="微软雅黑 Light" panose="020B0502040204020203" pitchFamily="34" charset="-122"/>
              <a:ea typeface="微软雅黑 Light" panose="020B0502040204020203" pitchFamily="34" charset="-122"/>
            </a:endParaRPr>
          </a:p>
        </p:txBody>
      </p:sp>
      <p:sp>
        <p:nvSpPr>
          <p:cNvPr id="113" name="Rectangle 111"/>
          <p:cNvSpPr>
            <a:spLocks noChangeArrowheads="1"/>
          </p:cNvSpPr>
          <p:nvPr/>
        </p:nvSpPr>
        <p:spPr bwMode="auto">
          <a:xfrm>
            <a:off x="5394326" y="3814763"/>
            <a:ext cx="155575" cy="22860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sz="2800" dirty="0">
              <a:latin typeface="微软雅黑 Light" panose="020B0502040204020203" pitchFamily="34" charset="-122"/>
              <a:ea typeface="微软雅黑 Light" panose="020B0502040204020203" pitchFamily="34" charset="-122"/>
            </a:endParaRPr>
          </a:p>
        </p:txBody>
      </p:sp>
      <p:sp>
        <p:nvSpPr>
          <p:cNvPr id="114" name="Rectangle 112"/>
          <p:cNvSpPr>
            <a:spLocks noChangeArrowheads="1"/>
          </p:cNvSpPr>
          <p:nvPr/>
        </p:nvSpPr>
        <p:spPr bwMode="auto">
          <a:xfrm>
            <a:off x="6610351" y="3814763"/>
            <a:ext cx="155575" cy="228600"/>
          </a:xfrm>
          <a:prstGeom prst="rect">
            <a:avLst/>
          </a:prstGeom>
          <a:solidFill>
            <a:srgbClr val="CCE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sz="2800" dirty="0">
              <a:latin typeface="微软雅黑 Light" panose="020B0502040204020203" pitchFamily="34" charset="-122"/>
              <a:ea typeface="微软雅黑 Light" panose="020B0502040204020203" pitchFamily="34" charset="-122"/>
            </a:endParaRPr>
          </a:p>
        </p:txBody>
      </p:sp>
      <p:sp>
        <p:nvSpPr>
          <p:cNvPr id="115" name="Rectangle 113"/>
          <p:cNvSpPr>
            <a:spLocks noChangeArrowheads="1"/>
          </p:cNvSpPr>
          <p:nvPr/>
        </p:nvSpPr>
        <p:spPr bwMode="auto">
          <a:xfrm>
            <a:off x="7826375" y="3814763"/>
            <a:ext cx="153988" cy="228600"/>
          </a:xfrm>
          <a:prstGeom prst="rect">
            <a:avLst/>
          </a:prstGeom>
          <a:solidFill>
            <a:srgbClr val="CCE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sz="2800" dirty="0">
              <a:latin typeface="微软雅黑 Light" panose="020B0502040204020203" pitchFamily="34" charset="-122"/>
              <a:ea typeface="微软雅黑 Light" panose="020B0502040204020203" pitchFamily="34" charset="-122"/>
            </a:endParaRPr>
          </a:p>
        </p:txBody>
      </p:sp>
      <p:sp>
        <p:nvSpPr>
          <p:cNvPr id="116" name="Rectangle 114"/>
          <p:cNvSpPr>
            <a:spLocks noChangeArrowheads="1"/>
          </p:cNvSpPr>
          <p:nvPr/>
        </p:nvSpPr>
        <p:spPr bwMode="auto">
          <a:xfrm>
            <a:off x="9145589" y="3814763"/>
            <a:ext cx="153987" cy="228600"/>
          </a:xfrm>
          <a:prstGeom prst="rect">
            <a:avLst/>
          </a:prstGeom>
          <a:solidFill>
            <a:srgbClr val="CCE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sz="2800" dirty="0">
              <a:latin typeface="微软雅黑 Light" panose="020B0502040204020203" pitchFamily="34" charset="-122"/>
              <a:ea typeface="微软雅黑 Light" panose="020B0502040204020203" pitchFamily="34" charset="-122"/>
            </a:endParaRPr>
          </a:p>
        </p:txBody>
      </p:sp>
      <p:sp>
        <p:nvSpPr>
          <p:cNvPr id="117" name="Text Box 115"/>
          <p:cNvSpPr txBox="1">
            <a:spLocks noChangeArrowheads="1"/>
          </p:cNvSpPr>
          <p:nvPr/>
        </p:nvSpPr>
        <p:spPr bwMode="auto">
          <a:xfrm>
            <a:off x="3517900" y="5040314"/>
            <a:ext cx="132600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dirty="0">
                <a:latin typeface="微软雅黑 Light" panose="020B0502040204020203" pitchFamily="34" charset="-122"/>
                <a:ea typeface="微软雅黑 Light" panose="020B0502040204020203" pitchFamily="34" charset="-122"/>
              </a:rPr>
              <a:t>00000000</a:t>
            </a:r>
            <a:endParaRPr kumimoji="1" lang="en-US" altLang="zh-CN" dirty="0">
              <a:latin typeface="微软雅黑 Light" panose="020B0502040204020203" pitchFamily="34" charset="-122"/>
              <a:ea typeface="微软雅黑 Light" panose="020B0502040204020203" pitchFamily="34" charset="-122"/>
            </a:endParaRPr>
          </a:p>
        </p:txBody>
      </p:sp>
      <p:sp>
        <p:nvSpPr>
          <p:cNvPr id="118" name="Text Box 116"/>
          <p:cNvSpPr txBox="1">
            <a:spLocks noChangeArrowheads="1"/>
          </p:cNvSpPr>
          <p:nvPr/>
        </p:nvSpPr>
        <p:spPr bwMode="auto">
          <a:xfrm>
            <a:off x="2273300" y="5040314"/>
            <a:ext cx="14478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kumimoji="1" lang="en-US" altLang="zh-CN" dirty="0">
                <a:latin typeface="微软雅黑 Light" panose="020B0502040204020203" pitchFamily="34" charset="-122"/>
                <a:ea typeface="微软雅黑 Light" panose="020B0502040204020203" pitchFamily="34" charset="-122"/>
              </a:rPr>
              <a:t>0000000</a:t>
            </a:r>
            <a:r>
              <a:rPr kumimoji="1" lang="en-US" altLang="zh-CN" b="1" dirty="0">
                <a:latin typeface="微软雅黑 Light" panose="020B0502040204020203" pitchFamily="34" charset="-122"/>
                <a:ea typeface="微软雅黑 Light" panose="020B0502040204020203" pitchFamily="34" charset="-122"/>
              </a:rPr>
              <a:t>1</a:t>
            </a:r>
            <a:endParaRPr kumimoji="1" lang="en-US" altLang="zh-CN" b="1" dirty="0">
              <a:latin typeface="微软雅黑 Light" panose="020B0502040204020203" pitchFamily="34" charset="-122"/>
              <a:ea typeface="微软雅黑 Light" panose="020B0502040204020203" pitchFamily="34" charset="-122"/>
            </a:endParaRPr>
          </a:p>
        </p:txBody>
      </p:sp>
      <p:sp>
        <p:nvSpPr>
          <p:cNvPr id="119" name="Text Box 117"/>
          <p:cNvSpPr txBox="1">
            <a:spLocks noChangeArrowheads="1"/>
          </p:cNvSpPr>
          <p:nvPr/>
        </p:nvSpPr>
        <p:spPr bwMode="auto">
          <a:xfrm>
            <a:off x="4762500" y="5040314"/>
            <a:ext cx="1109599"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dirty="0">
                <a:latin typeface="微软雅黑 Light" panose="020B0502040204020203" pitchFamily="34" charset="-122"/>
                <a:ea typeface="微软雅黑 Light" panose="020B0502040204020203" pitchFamily="34" charset="-122"/>
              </a:rPr>
              <a:t>01011110</a:t>
            </a:r>
            <a:endParaRPr kumimoji="1" lang="en-US" altLang="zh-CN" dirty="0">
              <a:latin typeface="微软雅黑 Light" panose="020B0502040204020203" pitchFamily="34" charset="-122"/>
              <a:ea typeface="微软雅黑 Light" panose="020B0502040204020203" pitchFamily="34" charset="-122"/>
            </a:endParaRPr>
          </a:p>
        </p:txBody>
      </p:sp>
      <p:sp>
        <p:nvSpPr>
          <p:cNvPr id="120" name="Text Box 118"/>
          <p:cNvSpPr txBox="1">
            <a:spLocks noChangeArrowheads="1"/>
          </p:cNvSpPr>
          <p:nvPr/>
        </p:nvSpPr>
        <p:spPr bwMode="auto">
          <a:xfrm>
            <a:off x="6019800" y="5021264"/>
            <a:ext cx="32733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dirty="0">
                <a:latin typeface="微软雅黑 Light" panose="020B0502040204020203" pitchFamily="34" charset="-122"/>
                <a:ea typeface="微软雅黑 Light" panose="020B0502040204020203" pitchFamily="34" charset="-122"/>
              </a:rPr>
              <a:t>0</a:t>
            </a:r>
            <a:endParaRPr kumimoji="1" lang="en-US" altLang="zh-CN" dirty="0">
              <a:latin typeface="微软雅黑 Light" panose="020B0502040204020203" pitchFamily="34" charset="-122"/>
              <a:ea typeface="微软雅黑 Light" panose="020B0502040204020203" pitchFamily="34" charset="-122"/>
            </a:endParaRPr>
          </a:p>
        </p:txBody>
      </p:sp>
      <p:sp>
        <p:nvSpPr>
          <p:cNvPr id="121" name="Text Box 119"/>
          <p:cNvSpPr txBox="1">
            <a:spLocks noChangeArrowheads="1"/>
          </p:cNvSpPr>
          <p:nvPr/>
        </p:nvSpPr>
        <p:spPr bwMode="auto">
          <a:xfrm>
            <a:off x="4762500" y="3738564"/>
            <a:ext cx="625492"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dirty="0">
                <a:latin typeface="微软雅黑 Light" panose="020B0502040204020203" pitchFamily="34" charset="-122"/>
                <a:ea typeface="微软雅黑 Light" panose="020B0502040204020203" pitchFamily="34" charset="-122"/>
              </a:rPr>
              <a:t>1110</a:t>
            </a:r>
            <a:endParaRPr kumimoji="1" lang="en-US" altLang="zh-CN" dirty="0">
              <a:latin typeface="微软雅黑 Light" panose="020B0502040204020203" pitchFamily="34" charset="-122"/>
              <a:ea typeface="微软雅黑 Light" panose="020B0502040204020203" pitchFamily="34" charset="-122"/>
            </a:endParaRPr>
          </a:p>
        </p:txBody>
      </p:sp>
      <p:sp>
        <p:nvSpPr>
          <p:cNvPr id="122" name="Line 120"/>
          <p:cNvSpPr>
            <a:spLocks noChangeShapeType="1"/>
          </p:cNvSpPr>
          <p:nvPr/>
        </p:nvSpPr>
        <p:spPr bwMode="auto">
          <a:xfrm>
            <a:off x="6235700" y="4233863"/>
            <a:ext cx="0" cy="762000"/>
          </a:xfrm>
          <a:prstGeom prst="line">
            <a:avLst/>
          </a:prstGeom>
          <a:noFill/>
          <a:ln w="9525">
            <a:solidFill>
              <a:schemeClr val="tx1"/>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123" name="Line 121"/>
          <p:cNvSpPr>
            <a:spLocks noChangeShapeType="1"/>
          </p:cNvSpPr>
          <p:nvPr/>
        </p:nvSpPr>
        <p:spPr bwMode="auto">
          <a:xfrm>
            <a:off x="9817100" y="4233863"/>
            <a:ext cx="0" cy="762000"/>
          </a:xfrm>
          <a:prstGeom prst="line">
            <a:avLst/>
          </a:prstGeom>
          <a:noFill/>
          <a:ln w="9525">
            <a:solidFill>
              <a:schemeClr val="tx1"/>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124" name="Text Box 122"/>
          <p:cNvSpPr txBox="1">
            <a:spLocks noChangeArrowheads="1"/>
          </p:cNvSpPr>
          <p:nvPr/>
        </p:nvSpPr>
        <p:spPr bwMode="auto">
          <a:xfrm>
            <a:off x="4749800" y="3316289"/>
            <a:ext cx="32733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dirty="0">
                <a:latin typeface="微软雅黑 Light" panose="020B0502040204020203" pitchFamily="34" charset="-122"/>
                <a:ea typeface="微软雅黑 Light" panose="020B0502040204020203" pitchFamily="34" charset="-122"/>
              </a:rPr>
              <a:t>0</a:t>
            </a:r>
            <a:endParaRPr kumimoji="1" lang="en-US" altLang="zh-CN" dirty="0">
              <a:latin typeface="微软雅黑 Light" panose="020B0502040204020203" pitchFamily="34" charset="-122"/>
              <a:ea typeface="微软雅黑 Light" panose="020B0502040204020203" pitchFamily="34" charset="-122"/>
            </a:endParaRPr>
          </a:p>
        </p:txBody>
      </p:sp>
      <p:sp>
        <p:nvSpPr>
          <p:cNvPr id="125" name="Text Box 123"/>
          <p:cNvSpPr txBox="1">
            <a:spLocks noChangeArrowheads="1"/>
          </p:cNvSpPr>
          <p:nvPr/>
        </p:nvSpPr>
        <p:spPr bwMode="auto">
          <a:xfrm>
            <a:off x="5994400" y="3316289"/>
            <a:ext cx="32733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dirty="0">
                <a:latin typeface="微软雅黑 Light" panose="020B0502040204020203" pitchFamily="34" charset="-122"/>
                <a:ea typeface="微软雅黑 Light" panose="020B0502040204020203" pitchFamily="34" charset="-122"/>
              </a:rPr>
              <a:t>8</a:t>
            </a:r>
            <a:endParaRPr kumimoji="1" lang="en-US" altLang="zh-CN" dirty="0">
              <a:latin typeface="微软雅黑 Light" panose="020B0502040204020203" pitchFamily="34" charset="-122"/>
              <a:ea typeface="微软雅黑 Light" panose="020B0502040204020203" pitchFamily="34" charset="-122"/>
            </a:endParaRPr>
          </a:p>
        </p:txBody>
      </p:sp>
      <p:sp>
        <p:nvSpPr>
          <p:cNvPr id="126" name="Text Box 124"/>
          <p:cNvSpPr txBox="1">
            <a:spLocks noChangeArrowheads="1"/>
          </p:cNvSpPr>
          <p:nvPr/>
        </p:nvSpPr>
        <p:spPr bwMode="auto">
          <a:xfrm>
            <a:off x="7226300" y="3316289"/>
            <a:ext cx="4381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dirty="0">
                <a:latin typeface="微软雅黑 Light" panose="020B0502040204020203" pitchFamily="34" charset="-122"/>
                <a:ea typeface="微软雅黑 Light" panose="020B0502040204020203" pitchFamily="34" charset="-122"/>
              </a:rPr>
              <a:t>16</a:t>
            </a:r>
            <a:endParaRPr kumimoji="1" lang="en-US" altLang="zh-CN" dirty="0">
              <a:latin typeface="微软雅黑 Light" panose="020B0502040204020203" pitchFamily="34" charset="-122"/>
              <a:ea typeface="微软雅黑 Light" panose="020B0502040204020203" pitchFamily="34" charset="-122"/>
            </a:endParaRPr>
          </a:p>
        </p:txBody>
      </p:sp>
      <p:sp>
        <p:nvSpPr>
          <p:cNvPr id="127" name="Text Box 125"/>
          <p:cNvSpPr txBox="1">
            <a:spLocks noChangeArrowheads="1"/>
          </p:cNvSpPr>
          <p:nvPr/>
        </p:nvSpPr>
        <p:spPr bwMode="auto">
          <a:xfrm>
            <a:off x="8445500" y="3316289"/>
            <a:ext cx="47481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dirty="0">
                <a:latin typeface="微软雅黑 Light" panose="020B0502040204020203" pitchFamily="34" charset="-122"/>
                <a:ea typeface="微软雅黑 Light" panose="020B0502040204020203" pitchFamily="34" charset="-122"/>
              </a:rPr>
              <a:t>24</a:t>
            </a:r>
            <a:endParaRPr kumimoji="1" lang="en-US" altLang="zh-CN" dirty="0">
              <a:latin typeface="微软雅黑 Light" panose="020B0502040204020203" pitchFamily="34" charset="-122"/>
              <a:ea typeface="微软雅黑 Light" panose="020B0502040204020203" pitchFamily="34" charset="-122"/>
            </a:endParaRPr>
          </a:p>
        </p:txBody>
      </p:sp>
      <p:sp>
        <p:nvSpPr>
          <p:cNvPr id="128" name="Text Box 126"/>
          <p:cNvSpPr txBox="1">
            <a:spLocks noChangeArrowheads="1"/>
          </p:cNvSpPr>
          <p:nvPr/>
        </p:nvSpPr>
        <p:spPr bwMode="auto">
          <a:xfrm>
            <a:off x="9525000" y="3316289"/>
            <a:ext cx="4381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dirty="0">
                <a:latin typeface="微软雅黑 Light" panose="020B0502040204020203" pitchFamily="34" charset="-122"/>
                <a:ea typeface="微软雅黑 Light" panose="020B0502040204020203" pitchFamily="34" charset="-122"/>
              </a:rPr>
              <a:t>31</a:t>
            </a:r>
            <a:endParaRPr kumimoji="1" lang="en-US" altLang="zh-CN" dirty="0">
              <a:latin typeface="微软雅黑 Light" panose="020B0502040204020203" pitchFamily="34" charset="-122"/>
              <a:ea typeface="微软雅黑 Light" panose="020B0502040204020203" pitchFamily="34" charset="-122"/>
            </a:endParaRPr>
          </a:p>
        </p:txBody>
      </p:sp>
      <p:sp>
        <p:nvSpPr>
          <p:cNvPr id="129" name="Text Box 127"/>
          <p:cNvSpPr txBox="1">
            <a:spLocks noChangeArrowheads="1"/>
          </p:cNvSpPr>
          <p:nvPr/>
        </p:nvSpPr>
        <p:spPr bwMode="auto">
          <a:xfrm>
            <a:off x="3000376" y="3690938"/>
            <a:ext cx="186301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400" dirty="0">
                <a:latin typeface="微软雅黑 Light" panose="020B0502040204020203" pitchFamily="34" charset="-122"/>
                <a:ea typeface="微软雅黑 Light" panose="020B0502040204020203" pitchFamily="34" charset="-122"/>
              </a:rPr>
              <a:t>D </a:t>
            </a:r>
            <a:r>
              <a:rPr kumimoji="1" lang="zh-CN" altLang="zh-CN" sz="2400" dirty="0">
                <a:latin typeface="微软雅黑 Light" panose="020B0502040204020203" pitchFamily="34" charset="-122"/>
                <a:ea typeface="微软雅黑 Light" panose="020B0502040204020203" pitchFamily="34" charset="-122"/>
              </a:rPr>
              <a:t>类 </a:t>
            </a:r>
            <a:r>
              <a:rPr kumimoji="1" lang="en-US" altLang="zh-CN" sz="2400" dirty="0">
                <a:latin typeface="微软雅黑 Light" panose="020B0502040204020203" pitchFamily="34" charset="-122"/>
                <a:ea typeface="微软雅黑 Light" panose="020B0502040204020203" pitchFamily="34" charset="-122"/>
              </a:rPr>
              <a:t>IP </a:t>
            </a:r>
            <a:r>
              <a:rPr kumimoji="1" lang="zh-CN" altLang="zh-CN" sz="2400" dirty="0">
                <a:latin typeface="微软雅黑 Light" panose="020B0502040204020203" pitchFamily="34" charset="-122"/>
                <a:ea typeface="微软雅黑 Light" panose="020B0502040204020203" pitchFamily="34" charset="-122"/>
              </a:rPr>
              <a:t>地址</a:t>
            </a:r>
            <a:endParaRPr kumimoji="1" lang="zh-CN" altLang="en-US" sz="2400" dirty="0">
              <a:latin typeface="微软雅黑 Light" panose="020B0502040204020203" pitchFamily="34" charset="-122"/>
              <a:ea typeface="微软雅黑 Light" panose="020B0502040204020203" pitchFamily="34" charset="-122"/>
            </a:endParaRPr>
          </a:p>
        </p:txBody>
      </p:sp>
      <p:sp>
        <p:nvSpPr>
          <p:cNvPr id="130" name="Line 128"/>
          <p:cNvSpPr>
            <a:spLocks noChangeShapeType="1"/>
          </p:cNvSpPr>
          <p:nvPr/>
        </p:nvSpPr>
        <p:spPr bwMode="auto">
          <a:xfrm flipV="1">
            <a:off x="5461000" y="3243263"/>
            <a:ext cx="0" cy="381000"/>
          </a:xfrm>
          <a:prstGeom prst="line">
            <a:avLst/>
          </a:prstGeom>
          <a:noFill/>
          <a:ln w="9525">
            <a:solidFill>
              <a:schemeClr val="tx1"/>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131" name="Line 129"/>
          <p:cNvSpPr>
            <a:spLocks noChangeShapeType="1"/>
          </p:cNvSpPr>
          <p:nvPr/>
        </p:nvSpPr>
        <p:spPr bwMode="auto">
          <a:xfrm flipV="1">
            <a:off x="6235700" y="3243263"/>
            <a:ext cx="0" cy="908050"/>
          </a:xfrm>
          <a:prstGeom prst="line">
            <a:avLst/>
          </a:prstGeom>
          <a:noFill/>
          <a:ln w="9525">
            <a:solidFill>
              <a:schemeClr val="tx1"/>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132" name="Line 130"/>
          <p:cNvSpPr>
            <a:spLocks noChangeShapeType="1"/>
          </p:cNvSpPr>
          <p:nvPr/>
        </p:nvSpPr>
        <p:spPr bwMode="auto">
          <a:xfrm>
            <a:off x="5473700" y="3319463"/>
            <a:ext cx="762000" cy="0"/>
          </a:xfrm>
          <a:prstGeom prst="line">
            <a:avLst/>
          </a:prstGeom>
          <a:noFill/>
          <a:ln w="28575">
            <a:solidFill>
              <a:srgbClr val="3333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133" name="Line 131"/>
          <p:cNvSpPr>
            <a:spLocks noChangeShapeType="1"/>
          </p:cNvSpPr>
          <p:nvPr/>
        </p:nvSpPr>
        <p:spPr bwMode="auto">
          <a:xfrm>
            <a:off x="6245225" y="5718175"/>
            <a:ext cx="3581400" cy="0"/>
          </a:xfrm>
          <a:prstGeom prst="line">
            <a:avLst/>
          </a:prstGeom>
          <a:noFill/>
          <a:ln w="28575">
            <a:solidFill>
              <a:srgbClr val="3333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134" name="Text Box 132"/>
          <p:cNvSpPr txBox="1">
            <a:spLocks noChangeArrowheads="1"/>
          </p:cNvSpPr>
          <p:nvPr/>
        </p:nvSpPr>
        <p:spPr bwMode="auto">
          <a:xfrm>
            <a:off x="6235700" y="2636838"/>
            <a:ext cx="2077813"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400" dirty="0">
                <a:latin typeface="微软雅黑 Light" panose="020B0502040204020203" pitchFamily="34" charset="-122"/>
                <a:ea typeface="微软雅黑 Light" panose="020B0502040204020203" pitchFamily="34" charset="-122"/>
              </a:rPr>
              <a:t>这</a:t>
            </a:r>
            <a:r>
              <a:rPr kumimoji="1" lang="zh-CN" altLang="zh-CN" sz="2400" dirty="0">
                <a:latin typeface="微软雅黑 Light" panose="020B0502040204020203" pitchFamily="34" charset="-122"/>
                <a:ea typeface="微软雅黑 Light" panose="020B0502040204020203" pitchFamily="34" charset="-122"/>
              </a:rPr>
              <a:t> 5</a:t>
            </a:r>
            <a:r>
              <a:rPr kumimoji="1" lang="en-US" altLang="zh-CN" sz="2400" dirty="0">
                <a:latin typeface="微软雅黑 Light" panose="020B0502040204020203" pitchFamily="34" charset="-122"/>
                <a:ea typeface="微软雅黑 Light" panose="020B0502040204020203" pitchFamily="34" charset="-122"/>
              </a:rPr>
              <a:t> </a:t>
            </a:r>
            <a:r>
              <a:rPr kumimoji="1" lang="zh-CN" altLang="en-US" sz="2400" dirty="0">
                <a:latin typeface="微软雅黑 Light" panose="020B0502040204020203" pitchFamily="34" charset="-122"/>
                <a:ea typeface="微软雅黑 Light" panose="020B0502040204020203" pitchFamily="34" charset="-122"/>
              </a:rPr>
              <a:t>位不使用</a:t>
            </a:r>
            <a:endParaRPr kumimoji="1" lang="zh-CN" altLang="en-US" sz="2400" dirty="0">
              <a:latin typeface="微软雅黑 Light" panose="020B0502040204020203" pitchFamily="34" charset="-122"/>
              <a:ea typeface="微软雅黑 Light" panose="020B0502040204020203" pitchFamily="34" charset="-122"/>
            </a:endParaRPr>
          </a:p>
        </p:txBody>
      </p:sp>
      <p:sp>
        <p:nvSpPr>
          <p:cNvPr id="135" name="Arc 133"/>
          <p:cNvSpPr/>
          <p:nvPr/>
        </p:nvSpPr>
        <p:spPr bwMode="auto">
          <a:xfrm flipH="1">
            <a:off x="5856289" y="3090863"/>
            <a:ext cx="498475" cy="228600"/>
          </a:xfrm>
          <a:custGeom>
            <a:avLst/>
            <a:gdLst>
              <a:gd name="G0" fmla="+- 1956 0 0"/>
              <a:gd name="G1" fmla="+- 21600 0 0"/>
              <a:gd name="G2" fmla="+- 21600 0 0"/>
              <a:gd name="T0" fmla="*/ 0 w 23556"/>
              <a:gd name="T1" fmla="*/ 89 h 21600"/>
              <a:gd name="T2" fmla="*/ 23556 w 23556"/>
              <a:gd name="T3" fmla="*/ 21600 h 21600"/>
              <a:gd name="T4" fmla="*/ 1956 w 23556"/>
              <a:gd name="T5" fmla="*/ 21600 h 21600"/>
            </a:gdLst>
            <a:ahLst/>
            <a:cxnLst>
              <a:cxn ang="0">
                <a:pos x="T0" y="T1"/>
              </a:cxn>
              <a:cxn ang="0">
                <a:pos x="T2" y="T3"/>
              </a:cxn>
              <a:cxn ang="0">
                <a:pos x="T4" y="T5"/>
              </a:cxn>
            </a:cxnLst>
            <a:rect l="0" t="0" r="r" b="b"/>
            <a:pathLst>
              <a:path w="23556" h="21600" fill="none" extrusionOk="0">
                <a:moveTo>
                  <a:pt x="-1" y="88"/>
                </a:moveTo>
                <a:cubicBezTo>
                  <a:pt x="650" y="29"/>
                  <a:pt x="1302" y="-1"/>
                  <a:pt x="1956" y="0"/>
                </a:cubicBezTo>
                <a:cubicBezTo>
                  <a:pt x="13885" y="0"/>
                  <a:pt x="23556" y="9670"/>
                  <a:pt x="23556" y="21600"/>
                </a:cubicBezTo>
              </a:path>
              <a:path w="23556" h="21600" stroke="0" extrusionOk="0">
                <a:moveTo>
                  <a:pt x="-1" y="88"/>
                </a:moveTo>
                <a:cubicBezTo>
                  <a:pt x="650" y="29"/>
                  <a:pt x="1302" y="-1"/>
                  <a:pt x="1956" y="0"/>
                </a:cubicBezTo>
                <a:cubicBezTo>
                  <a:pt x="13885" y="0"/>
                  <a:pt x="23556" y="9670"/>
                  <a:pt x="23556" y="21600"/>
                </a:cubicBezTo>
                <a:lnTo>
                  <a:pt x="1956" y="21600"/>
                </a:lnTo>
                <a:close/>
              </a:path>
            </a:pathLst>
          </a:custGeom>
          <a:noFill/>
          <a:ln w="9525">
            <a:solidFill>
              <a:schemeClr val="tx1"/>
            </a:solidFill>
            <a:round/>
            <a:headEnd type="triangle" w="sm"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sz="2800" dirty="0">
              <a:latin typeface="微软雅黑 Light" panose="020B0502040204020203" pitchFamily="34" charset="-122"/>
              <a:ea typeface="微软雅黑 Light" panose="020B0502040204020203" pitchFamily="34" charset="-122"/>
            </a:endParaRPr>
          </a:p>
        </p:txBody>
      </p:sp>
      <p:sp>
        <p:nvSpPr>
          <p:cNvPr id="136" name="Line 134"/>
          <p:cNvSpPr>
            <a:spLocks noChangeShapeType="1"/>
          </p:cNvSpPr>
          <p:nvPr/>
        </p:nvSpPr>
        <p:spPr bwMode="auto">
          <a:xfrm>
            <a:off x="2349500" y="5529263"/>
            <a:ext cx="0" cy="741362"/>
          </a:xfrm>
          <a:prstGeom prst="line">
            <a:avLst/>
          </a:prstGeom>
          <a:noFill/>
          <a:ln w="9525">
            <a:solidFill>
              <a:schemeClr val="accent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137" name="Line 135"/>
          <p:cNvSpPr>
            <a:spLocks noChangeShapeType="1"/>
          </p:cNvSpPr>
          <p:nvPr/>
        </p:nvSpPr>
        <p:spPr bwMode="auto">
          <a:xfrm>
            <a:off x="2362200" y="6199188"/>
            <a:ext cx="7467600" cy="0"/>
          </a:xfrm>
          <a:prstGeom prst="line">
            <a:avLst/>
          </a:prstGeom>
          <a:noFill/>
          <a:ln w="28575">
            <a:solidFill>
              <a:srgbClr val="3333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138" name="Text Box 136"/>
          <p:cNvSpPr txBox="1">
            <a:spLocks noChangeArrowheads="1"/>
          </p:cNvSpPr>
          <p:nvPr/>
        </p:nvSpPr>
        <p:spPr bwMode="auto">
          <a:xfrm>
            <a:off x="5016500" y="5983289"/>
            <a:ext cx="2089033" cy="40011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zh-CN" dirty="0">
                <a:latin typeface="微软雅黑 Light" panose="020B0502040204020203" pitchFamily="34" charset="-122"/>
                <a:ea typeface="微软雅黑 Light" panose="020B0502040204020203" pitchFamily="34" charset="-122"/>
              </a:rPr>
              <a:t>48 </a:t>
            </a:r>
            <a:r>
              <a:rPr kumimoji="1" lang="zh-CN" altLang="en-US" dirty="0">
                <a:latin typeface="微软雅黑 Light" panose="020B0502040204020203" pitchFamily="34" charset="-122"/>
                <a:ea typeface="微软雅黑 Light" panose="020B0502040204020203" pitchFamily="34" charset="-122"/>
              </a:rPr>
              <a:t>位</a:t>
            </a:r>
            <a:r>
              <a:rPr kumimoji="1" lang="zh-CN" altLang="zh-CN" dirty="0">
                <a:latin typeface="微软雅黑 Light" panose="020B0502040204020203" pitchFamily="34" charset="-122"/>
                <a:ea typeface="微软雅黑 Light" panose="020B0502040204020203" pitchFamily="34" charset="-122"/>
              </a:rPr>
              <a:t>以太网地址</a:t>
            </a:r>
            <a:endParaRPr kumimoji="1" lang="zh-CN" altLang="en-US" dirty="0">
              <a:latin typeface="微软雅黑 Light" panose="020B0502040204020203" pitchFamily="34" charset="-122"/>
              <a:ea typeface="微软雅黑 Light" panose="020B0502040204020203" pitchFamily="34" charset="-122"/>
            </a:endParaRPr>
          </a:p>
        </p:txBody>
      </p:sp>
      <p:sp>
        <p:nvSpPr>
          <p:cNvPr id="139" name="Text Box 137"/>
          <p:cNvSpPr txBox="1">
            <a:spLocks noChangeArrowheads="1"/>
          </p:cNvSpPr>
          <p:nvPr/>
        </p:nvSpPr>
        <p:spPr bwMode="auto">
          <a:xfrm>
            <a:off x="2522539" y="4602164"/>
            <a:ext cx="3855543"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dirty="0">
                <a:latin typeface="微软雅黑 Light" panose="020B0502040204020203" pitchFamily="34" charset="-122"/>
                <a:ea typeface="微软雅黑 Light" panose="020B0502040204020203" pitchFamily="34" charset="-122"/>
              </a:rPr>
              <a:t>0       1        0        0        5       E</a:t>
            </a:r>
            <a:endParaRPr kumimoji="1" lang="en-US" altLang="zh-CN" dirty="0">
              <a:latin typeface="微软雅黑 Light" panose="020B0502040204020203" pitchFamily="34" charset="-122"/>
              <a:ea typeface="微软雅黑 Light" panose="020B0502040204020203" pitchFamily="34" charset="-122"/>
            </a:endParaRPr>
          </a:p>
        </p:txBody>
      </p:sp>
      <p:sp>
        <p:nvSpPr>
          <p:cNvPr id="140" name="Text Box 138"/>
          <p:cNvSpPr txBox="1">
            <a:spLocks noChangeArrowheads="1"/>
          </p:cNvSpPr>
          <p:nvPr/>
        </p:nvSpPr>
        <p:spPr bwMode="auto">
          <a:xfrm>
            <a:off x="2724150" y="5680076"/>
            <a:ext cx="16065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2800" dirty="0">
                <a:latin typeface="微软雅黑 Light" panose="020B0502040204020203" pitchFamily="34" charset="-122"/>
                <a:ea typeface="微软雅黑 Light" panose="020B0502040204020203" pitchFamily="34" charset="-122"/>
              </a:rPr>
              <a:t>表示多播</a:t>
            </a:r>
            <a:endParaRPr kumimoji="1" lang="zh-CN" altLang="en-US" sz="2800" dirty="0">
              <a:latin typeface="微软雅黑 Light" panose="020B0502040204020203" pitchFamily="34" charset="-122"/>
              <a:ea typeface="微软雅黑 Light" panose="020B0502040204020203" pitchFamily="34" charset="-122"/>
            </a:endParaRPr>
          </a:p>
        </p:txBody>
      </p:sp>
      <p:sp>
        <p:nvSpPr>
          <p:cNvPr id="141" name="Line 139"/>
          <p:cNvSpPr>
            <a:spLocks noChangeShapeType="1"/>
          </p:cNvSpPr>
          <p:nvPr/>
        </p:nvSpPr>
        <p:spPr bwMode="auto">
          <a:xfrm flipH="1" flipV="1">
            <a:off x="3517900" y="5449889"/>
            <a:ext cx="6350" cy="282575"/>
          </a:xfrm>
          <a:prstGeom prst="line">
            <a:avLst/>
          </a:prstGeom>
          <a:noFill/>
          <a:ln w="57150">
            <a:solidFill>
              <a:schemeClr val="hlink"/>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latin typeface="微软雅黑 Light" panose="020B0502040204020203" pitchFamily="34" charset="-122"/>
              <a:ea typeface="微软雅黑 Light" panose="020B0502040204020203" pitchFamily="34" charset="-122"/>
            </a:endParaRPr>
          </a:p>
        </p:txBody>
      </p:sp>
      <p:sp>
        <p:nvSpPr>
          <p:cNvPr id="142" name="Text Box 140"/>
          <p:cNvSpPr txBox="1">
            <a:spLocks noChangeArrowheads="1"/>
          </p:cNvSpPr>
          <p:nvPr/>
        </p:nvSpPr>
        <p:spPr bwMode="auto">
          <a:xfrm>
            <a:off x="6599238" y="5530851"/>
            <a:ext cx="3062057" cy="36933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800" dirty="0">
                <a:latin typeface="微软雅黑 Light" panose="020B0502040204020203" pitchFamily="34" charset="-122"/>
                <a:ea typeface="微软雅黑 Light" panose="020B0502040204020203" pitchFamily="34" charset="-122"/>
              </a:rPr>
              <a:t>最</a:t>
            </a:r>
            <a:r>
              <a:rPr kumimoji="1" lang="zh-CN" altLang="zh-CN" sz="1800" dirty="0">
                <a:latin typeface="微软雅黑 Light" panose="020B0502040204020203" pitchFamily="34" charset="-122"/>
                <a:ea typeface="微软雅黑 Light" panose="020B0502040204020203" pitchFamily="34" charset="-122"/>
              </a:rPr>
              <a:t>低 23</a:t>
            </a:r>
            <a:r>
              <a:rPr kumimoji="1" lang="en-US" altLang="zh-CN" sz="1800" dirty="0">
                <a:latin typeface="微软雅黑 Light" panose="020B0502040204020203" pitchFamily="34" charset="-122"/>
                <a:ea typeface="微软雅黑 Light" panose="020B0502040204020203" pitchFamily="34" charset="-122"/>
              </a:rPr>
              <a:t> </a:t>
            </a:r>
            <a:r>
              <a:rPr kumimoji="1" lang="zh-CN" altLang="en-US" sz="1800" dirty="0">
                <a:latin typeface="微软雅黑 Light" panose="020B0502040204020203" pitchFamily="34" charset="-122"/>
                <a:ea typeface="微软雅黑 Light" panose="020B0502040204020203" pitchFamily="34" charset="-122"/>
              </a:rPr>
              <a:t>位来自 </a:t>
            </a:r>
            <a:r>
              <a:rPr kumimoji="1" lang="en-US" altLang="zh-CN" sz="1800" dirty="0">
                <a:latin typeface="微软雅黑 Light" panose="020B0502040204020203" pitchFamily="34" charset="-122"/>
                <a:ea typeface="微软雅黑 Light" panose="020B0502040204020203" pitchFamily="34" charset="-122"/>
              </a:rPr>
              <a:t>D </a:t>
            </a:r>
            <a:r>
              <a:rPr kumimoji="1" lang="zh-CN" altLang="en-US" sz="1800" dirty="0">
                <a:latin typeface="微软雅黑 Light" panose="020B0502040204020203" pitchFamily="34" charset="-122"/>
                <a:ea typeface="微软雅黑 Light" panose="020B0502040204020203" pitchFamily="34" charset="-122"/>
              </a:rPr>
              <a:t>类 </a:t>
            </a:r>
            <a:r>
              <a:rPr kumimoji="1" lang="en-US" altLang="zh-CN" sz="1800" dirty="0">
                <a:latin typeface="微软雅黑 Light" panose="020B0502040204020203" pitchFamily="34" charset="-122"/>
                <a:ea typeface="微软雅黑 Light" panose="020B0502040204020203" pitchFamily="34" charset="-122"/>
              </a:rPr>
              <a:t>IP </a:t>
            </a:r>
            <a:r>
              <a:rPr kumimoji="1" lang="zh-CN" altLang="zh-CN" sz="1800" dirty="0">
                <a:latin typeface="微软雅黑 Light" panose="020B0502040204020203" pitchFamily="34" charset="-122"/>
                <a:ea typeface="微软雅黑 Light" panose="020B0502040204020203" pitchFamily="34" charset="-122"/>
              </a:rPr>
              <a:t>地址</a:t>
            </a:r>
            <a:endParaRPr kumimoji="1" lang="zh-CN" altLang="en-US" sz="1800" dirty="0">
              <a:latin typeface="微软雅黑 Light" panose="020B0502040204020203" pitchFamily="34" charset="-122"/>
              <a:ea typeface="微软雅黑 Light" panose="020B0502040204020203" pitchFamily="34" charset="-122"/>
            </a:endParaRPr>
          </a:p>
        </p:txBody>
      </p:sp>
      <p:sp>
        <p:nvSpPr>
          <p:cNvPr id="143" name="Line 141"/>
          <p:cNvSpPr>
            <a:spLocks noChangeShapeType="1"/>
          </p:cNvSpPr>
          <p:nvPr/>
        </p:nvSpPr>
        <p:spPr bwMode="auto">
          <a:xfrm>
            <a:off x="6240463" y="5516563"/>
            <a:ext cx="0" cy="3048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144" name="AutoShape 142"/>
          <p:cNvSpPr>
            <a:spLocks noChangeArrowheads="1"/>
          </p:cNvSpPr>
          <p:nvPr/>
        </p:nvSpPr>
        <p:spPr bwMode="auto">
          <a:xfrm>
            <a:off x="7751763" y="4148138"/>
            <a:ext cx="431800" cy="1079500"/>
          </a:xfrm>
          <a:prstGeom prst="downArrow">
            <a:avLst>
              <a:gd name="adj1" fmla="val 50000"/>
              <a:gd name="adj2" fmla="val 62500"/>
            </a:avLst>
          </a:prstGeom>
          <a:solidFill>
            <a:schemeClr val="hlink"/>
          </a:solidFill>
          <a:ln w="9525">
            <a:solidFill>
              <a:schemeClr val="hlink"/>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a:endParaRPr lang="zh-CN" altLang="zh-CN" sz="2800" dirty="0">
              <a:latin typeface="微软雅黑 Light" panose="020B0502040204020203" pitchFamily="34" charset="-122"/>
              <a:ea typeface="微软雅黑 Light" panose="020B0502040204020203" pitchFamily="34" charset="-122"/>
            </a:endParaRPr>
          </a:p>
        </p:txBody>
      </p:sp>
      <p:sp>
        <p:nvSpPr>
          <p:cNvPr id="145" name="Line 143"/>
          <p:cNvSpPr>
            <a:spLocks noChangeShapeType="1"/>
          </p:cNvSpPr>
          <p:nvPr/>
        </p:nvSpPr>
        <p:spPr bwMode="auto">
          <a:xfrm>
            <a:off x="9821863" y="5549901"/>
            <a:ext cx="0" cy="741363"/>
          </a:xfrm>
          <a:prstGeom prst="line">
            <a:avLst/>
          </a:prstGeom>
          <a:noFill/>
          <a:ln w="9525">
            <a:solidFill>
              <a:schemeClr val="accent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a typeface="微软雅黑 Light" panose="020B0502040204020203" pitchFamily="34" charset="-122"/>
            </a:endParaRPr>
          </a:p>
        </p:txBody>
      </p:sp>
    </p:spTree>
  </p:cSld>
  <p:clrMapOvr>
    <a:masterClrMapping/>
  </p:clrMapOvr>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灯片编号占位符 5"/>
          <p:cNvSpPr>
            <a:spLocks noGrp="1"/>
          </p:cNvSpPr>
          <p:nvPr>
            <p:ph type="sldNum" sz="quarter" idx="12"/>
          </p:nvPr>
        </p:nvSpPr>
        <p:spPr/>
        <p:txBody>
          <a:bodyPr/>
          <a:lstStyle/>
          <a:p>
            <a:fld id="{91525187-5B82-41DA-840E-CB6FFACD6879}" type="slidenum">
              <a:rPr lang="en-US" altLang="zh-CN"/>
            </a:fld>
            <a:endParaRPr lang="en-US" altLang="zh-CN"/>
          </a:p>
        </p:txBody>
      </p:sp>
      <p:sp>
        <p:nvSpPr>
          <p:cNvPr id="425986" name="Rectangle 2"/>
          <p:cNvSpPr>
            <a:spLocks noGrp="1" noChangeArrowheads="1"/>
          </p:cNvSpPr>
          <p:nvPr>
            <p:ph type="title"/>
          </p:nvPr>
        </p:nvSpPr>
        <p:spPr/>
        <p:txBody>
          <a:bodyPr/>
          <a:lstStyle/>
          <a:p>
            <a:r>
              <a:rPr lang="zh-CN" altLang="en-US"/>
              <a:t>地址映射示例</a:t>
            </a:r>
            <a:endParaRPr lang="zh-CN" altLang="en-US"/>
          </a:p>
        </p:txBody>
      </p:sp>
      <p:sp>
        <p:nvSpPr>
          <p:cNvPr id="425988" name="Rectangle 4"/>
          <p:cNvSpPr>
            <a:spLocks noChangeArrowheads="1"/>
          </p:cNvSpPr>
          <p:nvPr/>
        </p:nvSpPr>
        <p:spPr bwMode="auto">
          <a:xfrm>
            <a:off x="405160" y="2708275"/>
            <a:ext cx="11328400" cy="2592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normAutofit/>
          </a:bodyPr>
          <a:lstStyle/>
          <a:p>
            <a:pPr eaLnBrk="1" hangingPunct="1">
              <a:spcBef>
                <a:spcPct val="20000"/>
              </a:spcBef>
              <a:buClr>
                <a:srgbClr val="C80000"/>
              </a:buClr>
              <a:buSzPct val="80000"/>
            </a:pPr>
            <a:r>
              <a:rPr lang="zh-CN" altLang="en-US" sz="2800" dirty="0">
                <a:solidFill>
                  <a:srgbClr val="000000"/>
                </a:solidFill>
                <a:latin typeface="微软雅黑 Light" panose="020B0502040204020203" pitchFamily="34" charset="-122"/>
                <a:ea typeface="微软雅黑 Light" panose="020B0502040204020203" pitchFamily="34" charset="-122"/>
                <a:cs typeface="Times New Roman" panose="02020603050405020304" pitchFamily="18" charset="0"/>
              </a:rPr>
              <a:t>答：将</a:t>
            </a:r>
            <a:r>
              <a:rPr lang="en-US" altLang="zh-CN" sz="2800" dirty="0">
                <a:solidFill>
                  <a:srgbClr val="000000"/>
                </a:solidFill>
                <a:latin typeface="微软雅黑 Light" panose="020B0502040204020203" pitchFamily="34" charset="-122"/>
                <a:ea typeface="微软雅黑 Light" panose="020B0502040204020203" pitchFamily="34" charset="-122"/>
                <a:cs typeface="Times New Roman" panose="02020603050405020304" pitchFamily="18" charset="0"/>
              </a:rPr>
              <a:t>IP</a:t>
            </a:r>
            <a:r>
              <a:rPr lang="zh-CN" altLang="en-US" sz="2800" dirty="0">
                <a:solidFill>
                  <a:srgbClr val="000000"/>
                </a:solidFill>
                <a:latin typeface="微软雅黑 Light" panose="020B0502040204020203" pitchFamily="34" charset="-122"/>
                <a:ea typeface="微软雅黑 Light" panose="020B0502040204020203" pitchFamily="34" charset="-122"/>
                <a:cs typeface="Times New Roman" panose="02020603050405020304" pitchFamily="18" charset="0"/>
              </a:rPr>
              <a:t>组播地址的低</a:t>
            </a:r>
            <a:r>
              <a:rPr lang="en-US" altLang="zh-CN" sz="2800" dirty="0">
                <a:solidFill>
                  <a:srgbClr val="000000"/>
                </a:solidFill>
                <a:latin typeface="微软雅黑 Light" panose="020B0502040204020203" pitchFamily="34" charset="-122"/>
                <a:ea typeface="微软雅黑 Light" panose="020B0502040204020203" pitchFamily="34" charset="-122"/>
                <a:cs typeface="Times New Roman" panose="02020603050405020304" pitchFamily="18" charset="0"/>
              </a:rPr>
              <a:t>24</a:t>
            </a:r>
            <a:r>
              <a:rPr lang="zh-CN" altLang="en-US" sz="2800" dirty="0">
                <a:solidFill>
                  <a:srgbClr val="000000"/>
                </a:solidFill>
                <a:latin typeface="微软雅黑 Light" panose="020B0502040204020203" pitchFamily="34" charset="-122"/>
                <a:ea typeface="微软雅黑 Light" panose="020B0502040204020203" pitchFamily="34" charset="-122"/>
                <a:cs typeface="Times New Roman" panose="02020603050405020304" pitchFamily="18" charset="0"/>
              </a:rPr>
              <a:t>位表示为二进制：</a:t>
            </a:r>
            <a:endParaRPr lang="zh-CN" altLang="en-US" sz="2800" dirty="0">
              <a:solidFill>
                <a:srgbClr val="000000"/>
              </a:solidFill>
              <a:latin typeface="微软雅黑 Light" panose="020B0502040204020203" pitchFamily="34" charset="-122"/>
              <a:ea typeface="微软雅黑 Light" panose="020B0502040204020203" pitchFamily="34" charset="-122"/>
              <a:cs typeface="Times New Roman" panose="02020603050405020304" pitchFamily="18" charset="0"/>
            </a:endParaRPr>
          </a:p>
          <a:p>
            <a:pPr eaLnBrk="1" hangingPunct="1">
              <a:spcBef>
                <a:spcPct val="20000"/>
              </a:spcBef>
              <a:buClr>
                <a:srgbClr val="C80000"/>
              </a:buClr>
              <a:buSzPct val="80000"/>
            </a:pPr>
            <a:r>
              <a:rPr lang="zh-CN" altLang="en-US" sz="2800" dirty="0">
                <a:solidFill>
                  <a:srgbClr val="000000"/>
                </a:solidFill>
                <a:latin typeface="微软雅黑 Light" panose="020B0502040204020203" pitchFamily="34" charset="-122"/>
                <a:ea typeface="微软雅黑 Light" panose="020B0502040204020203" pitchFamily="34" charset="-122"/>
                <a:cs typeface="Times New Roman" panose="02020603050405020304" pitchFamily="18" charset="0"/>
              </a:rPr>
              <a:t>	</a:t>
            </a:r>
            <a:r>
              <a:rPr lang="en-US" altLang="zh-CN" sz="2800" dirty="0">
                <a:solidFill>
                  <a:srgbClr val="000000"/>
                </a:solidFill>
                <a:latin typeface="微软雅黑 Light" panose="020B0502040204020203" pitchFamily="34" charset="-122"/>
                <a:ea typeface="微软雅黑 Light" panose="020B0502040204020203" pitchFamily="34" charset="-122"/>
                <a:cs typeface="Times New Roman" panose="02020603050405020304" pitchFamily="18" charset="0"/>
              </a:rPr>
              <a:t>10000000 00101111 01010001</a:t>
            </a:r>
            <a:endParaRPr lang="en-US" altLang="zh-CN" sz="2800" dirty="0">
              <a:solidFill>
                <a:srgbClr val="000000"/>
              </a:solidFill>
              <a:latin typeface="微软雅黑 Light" panose="020B0502040204020203" pitchFamily="34" charset="-122"/>
              <a:ea typeface="微软雅黑 Light" panose="020B0502040204020203" pitchFamily="34" charset="-122"/>
              <a:cs typeface="Times New Roman" panose="02020603050405020304" pitchFamily="18" charset="0"/>
            </a:endParaRPr>
          </a:p>
          <a:p>
            <a:pPr eaLnBrk="1" hangingPunct="1">
              <a:spcBef>
                <a:spcPct val="20000"/>
              </a:spcBef>
              <a:buClr>
                <a:srgbClr val="C80000"/>
              </a:buClr>
              <a:buSzPct val="80000"/>
            </a:pPr>
            <a:r>
              <a:rPr lang="en-US" altLang="zh-CN" sz="2800" dirty="0">
                <a:solidFill>
                  <a:srgbClr val="000000"/>
                </a:solidFill>
                <a:latin typeface="微软雅黑 Light" panose="020B0502040204020203" pitchFamily="34" charset="-122"/>
                <a:ea typeface="微软雅黑 Light" panose="020B0502040204020203" pitchFamily="34" charset="-122"/>
                <a:cs typeface="Times New Roman" panose="02020603050405020304" pitchFamily="18" charset="0"/>
              </a:rPr>
              <a:t>	</a:t>
            </a:r>
            <a:r>
              <a:rPr lang="zh-CN" altLang="en-US" sz="2800" dirty="0">
                <a:solidFill>
                  <a:srgbClr val="000000"/>
                </a:solidFill>
                <a:latin typeface="微软雅黑 Light" panose="020B0502040204020203" pitchFamily="34" charset="-122"/>
                <a:ea typeface="微软雅黑 Light" panose="020B0502040204020203" pitchFamily="34" charset="-122"/>
                <a:cs typeface="Times New Roman" panose="02020603050405020304" pitchFamily="18" charset="0"/>
              </a:rPr>
              <a:t>所以，</a:t>
            </a:r>
            <a:r>
              <a:rPr lang="en-US" altLang="zh-CN" sz="2800" dirty="0">
                <a:solidFill>
                  <a:srgbClr val="000000"/>
                </a:solidFill>
                <a:latin typeface="微软雅黑 Light" panose="020B0502040204020203" pitchFamily="34" charset="-122"/>
                <a:ea typeface="微软雅黑 Light" panose="020B0502040204020203" pitchFamily="34" charset="-122"/>
                <a:cs typeface="Times New Roman" panose="02020603050405020304" pitchFamily="18" charset="0"/>
              </a:rPr>
              <a:t>MAC</a:t>
            </a:r>
            <a:r>
              <a:rPr lang="zh-CN" altLang="en-US" sz="2800" dirty="0">
                <a:solidFill>
                  <a:srgbClr val="000000"/>
                </a:solidFill>
                <a:latin typeface="微软雅黑 Light" panose="020B0502040204020203" pitchFamily="34" charset="-122"/>
                <a:ea typeface="微软雅黑 Light" panose="020B0502040204020203" pitchFamily="34" charset="-122"/>
                <a:cs typeface="Times New Roman" panose="02020603050405020304" pitchFamily="18" charset="0"/>
              </a:rPr>
              <a:t>地址为</a:t>
            </a:r>
            <a:r>
              <a:rPr lang="en-US" altLang="zh-CN" sz="2800" dirty="0">
                <a:solidFill>
                  <a:srgbClr val="000000"/>
                </a:solidFill>
                <a:latin typeface="微软雅黑 Light" panose="020B0502040204020203" pitchFamily="34" charset="-122"/>
                <a:ea typeface="微软雅黑 Light" panose="020B0502040204020203" pitchFamily="34" charset="-122"/>
                <a:cs typeface="Times New Roman" panose="02020603050405020304" pitchFamily="18" charset="0"/>
              </a:rPr>
              <a:t>01-00-5E-00-2F-51</a:t>
            </a:r>
            <a:r>
              <a:rPr lang="zh-CN" altLang="en-US" sz="2800" dirty="0">
                <a:solidFill>
                  <a:srgbClr val="000000"/>
                </a:solidFill>
                <a:latin typeface="微软雅黑 Light" panose="020B0502040204020203" pitchFamily="34" charset="-122"/>
                <a:ea typeface="微软雅黑 Light" panose="020B0502040204020203" pitchFamily="34" charset="-122"/>
                <a:cs typeface="Times New Roman" panose="02020603050405020304" pitchFamily="18" charset="0"/>
              </a:rPr>
              <a:t>的帧将会引起中断</a:t>
            </a:r>
            <a:endParaRPr lang="zh-CN" altLang="en-US" sz="2800" dirty="0">
              <a:solidFill>
                <a:srgbClr val="000000"/>
              </a:solidFill>
              <a:latin typeface="微软雅黑 Light" panose="020B0502040204020203" pitchFamily="34" charset="-122"/>
              <a:ea typeface="微软雅黑 Light" panose="020B0502040204020203" pitchFamily="34" charset="-122"/>
              <a:cs typeface="Times New Roman" panose="02020603050405020304" pitchFamily="18" charset="0"/>
            </a:endParaRPr>
          </a:p>
        </p:txBody>
      </p:sp>
      <p:sp>
        <p:nvSpPr>
          <p:cNvPr id="3" name="内容占位符 2"/>
          <p:cNvSpPr>
            <a:spLocks noGrp="1"/>
          </p:cNvSpPr>
          <p:nvPr>
            <p:ph idx="1"/>
          </p:nvPr>
        </p:nvSpPr>
        <p:spPr>
          <a:xfrm>
            <a:off x="334434" y="1052514"/>
            <a:ext cx="11523133" cy="1655761"/>
          </a:xfrm>
        </p:spPr>
        <p:txBody>
          <a:bodyPr/>
          <a:lstStyle/>
          <a:p>
            <a:r>
              <a:rPr lang="zh-CN" altLang="en-US" dirty="0">
                <a:solidFill>
                  <a:srgbClr val="000000"/>
                </a:solidFill>
              </a:rPr>
              <a:t>一台以太网主机加入组播组</a:t>
            </a:r>
            <a:r>
              <a:rPr lang="en-US" altLang="zh-CN" dirty="0">
                <a:solidFill>
                  <a:srgbClr val="000000"/>
                </a:solidFill>
              </a:rPr>
              <a:t>225.128.47.81</a:t>
            </a:r>
            <a:r>
              <a:rPr lang="zh-CN" altLang="en-US" dirty="0">
                <a:solidFill>
                  <a:srgbClr val="000000"/>
                </a:solidFill>
              </a:rPr>
              <a:t>，具有什么样的</a:t>
            </a:r>
            <a:r>
              <a:rPr lang="en-US" altLang="zh-CN" dirty="0">
                <a:solidFill>
                  <a:srgbClr val="000000"/>
                </a:solidFill>
              </a:rPr>
              <a:t>MAC</a:t>
            </a:r>
            <a:r>
              <a:rPr lang="zh-CN" altLang="en-US" dirty="0">
                <a:solidFill>
                  <a:srgbClr val="000000"/>
                </a:solidFill>
              </a:rPr>
              <a:t>地址的一个帧的到达将引起网络接口卡的中断</a:t>
            </a:r>
            <a:r>
              <a:rPr lang="en-US" altLang="zh-CN" dirty="0">
                <a:solidFill>
                  <a:srgbClr val="000000"/>
                </a:solidFill>
              </a:rPr>
              <a:t>CPU</a:t>
            </a:r>
            <a:r>
              <a:rPr lang="zh-CN" altLang="en-US" dirty="0">
                <a:solidFill>
                  <a:srgbClr val="000000"/>
                </a:solidFill>
              </a:rPr>
              <a:t>？</a:t>
            </a:r>
            <a:endParaRPr lang="zh-CN" altLang="en-US" dirty="0">
              <a:solidFill>
                <a:srgbClr val="000000"/>
              </a:solidFill>
            </a:endParaRPr>
          </a:p>
          <a:p>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425988"/>
                                        </p:tgtEl>
                                        <p:attrNameLst>
                                          <p:attrName>style.visibility</p:attrName>
                                        </p:attrNameLst>
                                      </p:cBhvr>
                                      <p:to>
                                        <p:strVal val="visible"/>
                                      </p:to>
                                    </p:set>
                                    <p:animEffect transition="in" filter="wipe(up)">
                                      <p:cBhvr>
                                        <p:cTn id="7" dur="500"/>
                                        <p:tgtEl>
                                          <p:spTgt spid="42598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5988" grpId="0"/>
    </p:bldLst>
  </p:timing>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5"/>
          <p:cNvSpPr>
            <a:spLocks noGrp="1"/>
          </p:cNvSpPr>
          <p:nvPr>
            <p:ph type="sldNum" sz="quarter" idx="12"/>
          </p:nvPr>
        </p:nvSpPr>
        <p:spPr/>
        <p:txBody>
          <a:bodyPr/>
          <a:lstStyle/>
          <a:p>
            <a:fld id="{4D042539-3B26-4503-99B7-80B5F7D8465A}" type="slidenum">
              <a:rPr lang="en-US" altLang="zh-CN"/>
            </a:fld>
            <a:endParaRPr lang="en-US" altLang="zh-CN"/>
          </a:p>
        </p:txBody>
      </p:sp>
      <p:sp>
        <p:nvSpPr>
          <p:cNvPr id="796674" name="Rectangle 2"/>
          <p:cNvSpPr>
            <a:spLocks noGrp="1" noChangeArrowheads="1"/>
          </p:cNvSpPr>
          <p:nvPr>
            <p:ph type="title"/>
          </p:nvPr>
        </p:nvSpPr>
        <p:spPr/>
        <p:txBody>
          <a:bodyPr/>
          <a:lstStyle/>
          <a:p>
            <a:r>
              <a:rPr lang="en-US" altLang="zh-CN"/>
              <a:t>IGMP</a:t>
            </a:r>
            <a:r>
              <a:rPr lang="zh-CN" altLang="en-US"/>
              <a:t>协议</a:t>
            </a:r>
            <a:endParaRPr lang="zh-CN" altLang="en-US"/>
          </a:p>
        </p:txBody>
      </p:sp>
      <p:sp>
        <p:nvSpPr>
          <p:cNvPr id="796675" name="Rectangle 3"/>
          <p:cNvSpPr>
            <a:spLocks noGrp="1" noChangeArrowheads="1"/>
          </p:cNvSpPr>
          <p:nvPr>
            <p:ph type="body" idx="1"/>
          </p:nvPr>
        </p:nvSpPr>
        <p:spPr/>
        <p:txBody>
          <a:bodyPr/>
          <a:lstStyle/>
          <a:p>
            <a:r>
              <a:rPr lang="en-US" altLang="zh-CN" dirty="0"/>
              <a:t>IGMP</a:t>
            </a:r>
            <a:r>
              <a:rPr lang="zh-CN" altLang="en-US" dirty="0"/>
              <a:t>是</a:t>
            </a:r>
            <a:r>
              <a:rPr lang="en-US" altLang="zh-CN" dirty="0"/>
              <a:t>Internet Group Management Protocol</a:t>
            </a:r>
            <a:r>
              <a:rPr lang="zh-CN" altLang="en-US" dirty="0"/>
              <a:t>（互联网组管理协议）的简称</a:t>
            </a:r>
            <a:endParaRPr lang="zh-CN" altLang="en-US" dirty="0"/>
          </a:p>
          <a:p>
            <a:r>
              <a:rPr lang="en-US" altLang="zh-CN" dirty="0"/>
              <a:t>IGMP</a:t>
            </a:r>
            <a:r>
              <a:rPr lang="zh-CN" altLang="en-US" dirty="0"/>
              <a:t>是</a:t>
            </a:r>
            <a:r>
              <a:rPr lang="en-US" altLang="zh-CN" dirty="0"/>
              <a:t>TCP/IP</a:t>
            </a:r>
            <a:r>
              <a:rPr lang="zh-CN" altLang="en-US" dirty="0"/>
              <a:t>协议族中负责 </a:t>
            </a:r>
            <a:r>
              <a:rPr lang="en-US" altLang="zh-CN" dirty="0"/>
              <a:t>IP</a:t>
            </a:r>
            <a:r>
              <a:rPr lang="zh-CN" altLang="en-US" dirty="0"/>
              <a:t>多播成员管理的协议，用来在 </a:t>
            </a:r>
            <a:r>
              <a:rPr lang="en-US" altLang="zh-CN" dirty="0"/>
              <a:t>IP</a:t>
            </a:r>
            <a:r>
              <a:rPr lang="zh-CN" altLang="en-US" dirty="0"/>
              <a:t>主机和与其直接相邻的组播路由器之间建立、维护多播组成员关系</a:t>
            </a:r>
            <a:endParaRPr lang="zh-CN" altLang="en-US" dirty="0"/>
          </a:p>
          <a:p>
            <a:r>
              <a:rPr lang="en-US" altLang="zh-CN" dirty="0"/>
              <a:t>IGMP</a:t>
            </a:r>
            <a:r>
              <a:rPr lang="zh-CN" altLang="en-US" dirty="0"/>
              <a:t>的版本：到目前为止，有</a:t>
            </a:r>
            <a:r>
              <a:rPr lang="en-US" altLang="zh-CN" dirty="0"/>
              <a:t>3</a:t>
            </a:r>
            <a:r>
              <a:rPr lang="zh-CN" altLang="en-US" dirty="0"/>
              <a:t>个版本</a:t>
            </a:r>
            <a:endParaRPr lang="zh-CN" altLang="en-US" dirty="0"/>
          </a:p>
          <a:p>
            <a:pPr lvl="1"/>
            <a:r>
              <a:rPr lang="en-US" altLang="zh-CN" dirty="0"/>
              <a:t>IGMPv1</a:t>
            </a:r>
            <a:r>
              <a:rPr lang="zh-CN" altLang="en-US" dirty="0"/>
              <a:t>（由 </a:t>
            </a:r>
            <a:r>
              <a:rPr lang="en-US" altLang="zh-CN" dirty="0"/>
              <a:t>RFC 1112</a:t>
            </a:r>
            <a:r>
              <a:rPr lang="zh-CN" altLang="en-US" dirty="0"/>
              <a:t>定义） </a:t>
            </a:r>
            <a:endParaRPr lang="zh-CN" altLang="en-US" dirty="0"/>
          </a:p>
          <a:p>
            <a:pPr lvl="1"/>
            <a:r>
              <a:rPr lang="en-US" altLang="zh-CN" dirty="0"/>
              <a:t>IGMPv2</a:t>
            </a:r>
            <a:r>
              <a:rPr lang="zh-CN" altLang="en-US" dirty="0"/>
              <a:t>（由 </a:t>
            </a:r>
            <a:r>
              <a:rPr lang="en-US" altLang="zh-CN" dirty="0"/>
              <a:t>RFC 2236</a:t>
            </a:r>
            <a:r>
              <a:rPr lang="zh-CN" altLang="en-US" dirty="0"/>
              <a:t>定义） </a:t>
            </a:r>
            <a:endParaRPr lang="zh-CN" altLang="en-US" dirty="0"/>
          </a:p>
          <a:p>
            <a:pPr lvl="1"/>
            <a:r>
              <a:rPr lang="en-US" altLang="zh-CN" dirty="0"/>
              <a:t>IGMPv3</a:t>
            </a:r>
            <a:r>
              <a:rPr lang="zh-CN" altLang="en-US" dirty="0"/>
              <a:t>（由 </a:t>
            </a:r>
            <a:r>
              <a:rPr lang="en-US" altLang="zh-CN" dirty="0"/>
              <a:t>RFC 3376</a:t>
            </a:r>
            <a:r>
              <a:rPr lang="zh-CN" altLang="en-US" dirty="0"/>
              <a:t>定义）</a:t>
            </a:r>
            <a:endParaRPr lang="zh-CN" altLang="en-US" dirty="0"/>
          </a:p>
        </p:txBody>
      </p:sp>
    </p:spTree>
  </p:cSld>
  <p:clrMapOvr>
    <a:masterClrMapping/>
  </p:clrMapOvr>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灯片编号占位符 5"/>
          <p:cNvSpPr>
            <a:spLocks noGrp="1"/>
          </p:cNvSpPr>
          <p:nvPr>
            <p:ph type="sldNum" sz="quarter" idx="12"/>
          </p:nvPr>
        </p:nvSpPr>
        <p:spPr/>
        <p:txBody>
          <a:bodyPr/>
          <a:lstStyle/>
          <a:p>
            <a:fld id="{150279A6-5762-439C-BDAF-321789528D53}" type="slidenum">
              <a:rPr lang="en-US" altLang="zh-CN"/>
            </a:fld>
            <a:endParaRPr lang="en-US" altLang="zh-CN"/>
          </a:p>
        </p:txBody>
      </p:sp>
      <p:sp>
        <p:nvSpPr>
          <p:cNvPr id="567298" name="Rectangle 2"/>
          <p:cNvSpPr>
            <a:spLocks noGrp="1" noChangeArrowheads="1"/>
          </p:cNvSpPr>
          <p:nvPr>
            <p:ph type="title"/>
          </p:nvPr>
        </p:nvSpPr>
        <p:spPr/>
        <p:txBody>
          <a:bodyPr/>
          <a:lstStyle/>
          <a:p>
            <a:r>
              <a:rPr lang="en-US" altLang="zh-CN" dirty="0"/>
              <a:t>IGMP v1</a:t>
            </a:r>
            <a:r>
              <a:rPr lang="zh-CN" altLang="en-US" dirty="0"/>
              <a:t>报文格式</a:t>
            </a:r>
            <a:endParaRPr lang="zh-CN" altLang="en-US" dirty="0"/>
          </a:p>
        </p:txBody>
      </p:sp>
      <p:sp>
        <p:nvSpPr>
          <p:cNvPr id="567302" name="Rectangle 6"/>
          <p:cNvSpPr>
            <a:spLocks noChangeArrowheads="1"/>
          </p:cNvSpPr>
          <p:nvPr/>
        </p:nvSpPr>
        <p:spPr bwMode="auto">
          <a:xfrm>
            <a:off x="2206625" y="1555751"/>
            <a:ext cx="973138" cy="504825"/>
          </a:xfrm>
          <a:prstGeom prst="rect">
            <a:avLst/>
          </a:prstGeom>
          <a:solidFill>
            <a:schemeClr val="accent1"/>
          </a:solidFill>
          <a:ln w="19050" algn="ctr">
            <a:solidFill>
              <a:srgbClr val="0066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2400" dirty="0">
                <a:latin typeface="微软雅黑 Light" panose="020B0502040204020203" pitchFamily="34" charset="-122"/>
                <a:ea typeface="微软雅黑 Light" panose="020B0502040204020203" pitchFamily="34" charset="-122"/>
              </a:rPr>
              <a:t>版本</a:t>
            </a:r>
            <a:endParaRPr lang="zh-CN" altLang="en-US" sz="2400" dirty="0">
              <a:latin typeface="微软雅黑 Light" panose="020B0502040204020203" pitchFamily="34" charset="-122"/>
              <a:ea typeface="微软雅黑 Light" panose="020B0502040204020203" pitchFamily="34" charset="-122"/>
            </a:endParaRPr>
          </a:p>
        </p:txBody>
      </p:sp>
      <p:sp>
        <p:nvSpPr>
          <p:cNvPr id="567303" name="Rectangle 7"/>
          <p:cNvSpPr>
            <a:spLocks noChangeArrowheads="1"/>
          </p:cNvSpPr>
          <p:nvPr/>
        </p:nvSpPr>
        <p:spPr bwMode="auto">
          <a:xfrm>
            <a:off x="4151314" y="1555751"/>
            <a:ext cx="1944687" cy="504825"/>
          </a:xfrm>
          <a:prstGeom prst="rect">
            <a:avLst/>
          </a:prstGeom>
          <a:solidFill>
            <a:schemeClr val="accent1"/>
          </a:solidFill>
          <a:ln w="19050" algn="ctr">
            <a:solidFill>
              <a:srgbClr val="0066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2400" dirty="0">
                <a:latin typeface="微软雅黑 Light" panose="020B0502040204020203" pitchFamily="34" charset="-122"/>
                <a:ea typeface="微软雅黑 Light" panose="020B0502040204020203" pitchFamily="34" charset="-122"/>
              </a:rPr>
              <a:t>未用</a:t>
            </a:r>
            <a:endParaRPr lang="zh-CN" altLang="en-US" sz="2400" dirty="0">
              <a:latin typeface="微软雅黑 Light" panose="020B0502040204020203" pitchFamily="34" charset="-122"/>
              <a:ea typeface="微软雅黑 Light" panose="020B0502040204020203" pitchFamily="34" charset="-122"/>
            </a:endParaRPr>
          </a:p>
        </p:txBody>
      </p:sp>
      <p:sp>
        <p:nvSpPr>
          <p:cNvPr id="567304" name="Rectangle 8"/>
          <p:cNvSpPr>
            <a:spLocks noChangeArrowheads="1"/>
          </p:cNvSpPr>
          <p:nvPr/>
        </p:nvSpPr>
        <p:spPr bwMode="auto">
          <a:xfrm>
            <a:off x="6094414" y="1555751"/>
            <a:ext cx="3887787" cy="504825"/>
          </a:xfrm>
          <a:prstGeom prst="rect">
            <a:avLst/>
          </a:prstGeom>
          <a:solidFill>
            <a:schemeClr val="accent1"/>
          </a:solidFill>
          <a:ln w="19050" algn="ctr">
            <a:solidFill>
              <a:srgbClr val="0066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2400" dirty="0">
                <a:latin typeface="微软雅黑 Light" panose="020B0502040204020203" pitchFamily="34" charset="-122"/>
                <a:ea typeface="微软雅黑 Light" panose="020B0502040204020203" pitchFamily="34" charset="-122"/>
              </a:rPr>
              <a:t>检验和</a:t>
            </a:r>
            <a:endParaRPr lang="zh-CN" altLang="en-US" sz="2400" dirty="0">
              <a:latin typeface="微软雅黑 Light" panose="020B0502040204020203" pitchFamily="34" charset="-122"/>
              <a:ea typeface="微软雅黑 Light" panose="020B0502040204020203" pitchFamily="34" charset="-122"/>
            </a:endParaRPr>
          </a:p>
        </p:txBody>
      </p:sp>
      <p:sp>
        <p:nvSpPr>
          <p:cNvPr id="567306" name="Text Box 10"/>
          <p:cNvSpPr txBox="1">
            <a:spLocks noChangeArrowheads="1"/>
          </p:cNvSpPr>
          <p:nvPr/>
        </p:nvSpPr>
        <p:spPr bwMode="auto">
          <a:xfrm>
            <a:off x="2135189" y="1231901"/>
            <a:ext cx="32733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dirty="0">
                <a:latin typeface="微软雅黑 Light" panose="020B0502040204020203" pitchFamily="34" charset="-122"/>
                <a:ea typeface="微软雅黑 Light" panose="020B0502040204020203" pitchFamily="34" charset="-122"/>
              </a:rPr>
              <a:t>0</a:t>
            </a:r>
            <a:endParaRPr lang="en-US" altLang="zh-CN" dirty="0">
              <a:latin typeface="微软雅黑 Light" panose="020B0502040204020203" pitchFamily="34" charset="-122"/>
              <a:ea typeface="微软雅黑 Light" panose="020B0502040204020203" pitchFamily="34" charset="-122"/>
            </a:endParaRPr>
          </a:p>
        </p:txBody>
      </p:sp>
      <p:sp>
        <p:nvSpPr>
          <p:cNvPr id="567308" name="Text Box 12"/>
          <p:cNvSpPr txBox="1">
            <a:spLocks noChangeArrowheads="1"/>
          </p:cNvSpPr>
          <p:nvPr/>
        </p:nvSpPr>
        <p:spPr bwMode="auto">
          <a:xfrm>
            <a:off x="3903664" y="1231901"/>
            <a:ext cx="540533"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dirty="0">
                <a:latin typeface="微软雅黑 Light" panose="020B0502040204020203" pitchFamily="34" charset="-122"/>
                <a:ea typeface="微软雅黑 Light" panose="020B0502040204020203" pitchFamily="34" charset="-122"/>
              </a:rPr>
              <a:t>7 8</a:t>
            </a:r>
            <a:endParaRPr lang="en-US" altLang="zh-CN" dirty="0">
              <a:latin typeface="微软雅黑 Light" panose="020B0502040204020203" pitchFamily="34" charset="-122"/>
              <a:ea typeface="微软雅黑 Light" panose="020B0502040204020203" pitchFamily="34" charset="-122"/>
            </a:endParaRPr>
          </a:p>
        </p:txBody>
      </p:sp>
      <p:sp>
        <p:nvSpPr>
          <p:cNvPr id="567310" name="Text Box 14"/>
          <p:cNvSpPr txBox="1">
            <a:spLocks noChangeArrowheads="1"/>
          </p:cNvSpPr>
          <p:nvPr/>
        </p:nvSpPr>
        <p:spPr bwMode="auto">
          <a:xfrm>
            <a:off x="5664200" y="1231901"/>
            <a:ext cx="76174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dirty="0">
                <a:latin typeface="微软雅黑 Light" panose="020B0502040204020203" pitchFamily="34" charset="-122"/>
                <a:ea typeface="微软雅黑 Light" panose="020B0502040204020203" pitchFamily="34" charset="-122"/>
              </a:rPr>
              <a:t>15 16</a:t>
            </a:r>
            <a:endParaRPr lang="en-US" altLang="zh-CN" dirty="0">
              <a:latin typeface="微软雅黑 Light" panose="020B0502040204020203" pitchFamily="34" charset="-122"/>
              <a:ea typeface="微软雅黑 Light" panose="020B0502040204020203" pitchFamily="34" charset="-122"/>
            </a:endParaRPr>
          </a:p>
        </p:txBody>
      </p:sp>
      <p:sp>
        <p:nvSpPr>
          <p:cNvPr id="567311" name="Text Box 15"/>
          <p:cNvSpPr txBox="1">
            <a:spLocks noChangeArrowheads="1"/>
          </p:cNvSpPr>
          <p:nvPr/>
        </p:nvSpPr>
        <p:spPr bwMode="auto">
          <a:xfrm>
            <a:off x="9590089" y="1231901"/>
            <a:ext cx="441146"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dirty="0">
                <a:latin typeface="微软雅黑 Light" panose="020B0502040204020203" pitchFamily="34" charset="-122"/>
                <a:ea typeface="微软雅黑 Light" panose="020B0502040204020203" pitchFamily="34" charset="-122"/>
              </a:rPr>
              <a:t>31</a:t>
            </a:r>
            <a:endParaRPr lang="en-US" altLang="zh-CN" dirty="0">
              <a:latin typeface="微软雅黑 Light" panose="020B0502040204020203" pitchFamily="34" charset="-122"/>
              <a:ea typeface="微软雅黑 Light" panose="020B0502040204020203" pitchFamily="34" charset="-122"/>
            </a:endParaRPr>
          </a:p>
        </p:txBody>
      </p:sp>
      <p:sp>
        <p:nvSpPr>
          <p:cNvPr id="567312" name="Rectangle 16"/>
          <p:cNvSpPr>
            <a:spLocks noChangeArrowheads="1"/>
          </p:cNvSpPr>
          <p:nvPr/>
        </p:nvSpPr>
        <p:spPr bwMode="auto">
          <a:xfrm>
            <a:off x="2208214" y="2058989"/>
            <a:ext cx="7775575" cy="504825"/>
          </a:xfrm>
          <a:prstGeom prst="rect">
            <a:avLst/>
          </a:prstGeom>
          <a:solidFill>
            <a:schemeClr val="accent1"/>
          </a:solidFill>
          <a:ln w="19050" algn="ctr">
            <a:solidFill>
              <a:srgbClr val="0066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2400" dirty="0">
                <a:latin typeface="微软雅黑 Light" panose="020B0502040204020203" pitchFamily="34" charset="-122"/>
                <a:ea typeface="微软雅黑 Light" panose="020B0502040204020203" pitchFamily="34" charset="-122"/>
              </a:rPr>
              <a:t>组地址</a:t>
            </a:r>
            <a:endParaRPr lang="zh-CN" altLang="en-US" sz="2400" dirty="0">
              <a:latin typeface="微软雅黑 Light" panose="020B0502040204020203" pitchFamily="34" charset="-122"/>
              <a:ea typeface="微软雅黑 Light" panose="020B0502040204020203" pitchFamily="34" charset="-122"/>
            </a:endParaRPr>
          </a:p>
        </p:txBody>
      </p:sp>
      <p:sp>
        <p:nvSpPr>
          <p:cNvPr id="567314" name="Rectangle 18"/>
          <p:cNvSpPr>
            <a:spLocks noChangeArrowheads="1"/>
          </p:cNvSpPr>
          <p:nvPr/>
        </p:nvSpPr>
        <p:spPr bwMode="auto">
          <a:xfrm>
            <a:off x="3000376" y="4870451"/>
            <a:ext cx="1223963" cy="504825"/>
          </a:xfrm>
          <a:prstGeom prst="rect">
            <a:avLst/>
          </a:prstGeom>
          <a:solidFill>
            <a:schemeClr val="accent1"/>
          </a:solidFill>
          <a:ln w="19050" algn="ctr">
            <a:solidFill>
              <a:srgbClr val="0066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2400" dirty="0">
                <a:latin typeface="微软雅黑 Light" panose="020B0502040204020203" pitchFamily="34" charset="-122"/>
                <a:ea typeface="微软雅黑 Light" panose="020B0502040204020203" pitchFamily="34" charset="-122"/>
              </a:rPr>
              <a:t>帧首</a:t>
            </a:r>
            <a:endParaRPr lang="zh-CN" altLang="en-US" sz="2400" dirty="0">
              <a:latin typeface="微软雅黑 Light" panose="020B0502040204020203" pitchFamily="34" charset="-122"/>
              <a:ea typeface="微软雅黑 Light" panose="020B0502040204020203" pitchFamily="34" charset="-122"/>
            </a:endParaRPr>
          </a:p>
        </p:txBody>
      </p:sp>
      <p:sp>
        <p:nvSpPr>
          <p:cNvPr id="567315" name="Rectangle 19"/>
          <p:cNvSpPr>
            <a:spLocks noChangeArrowheads="1"/>
          </p:cNvSpPr>
          <p:nvPr/>
        </p:nvSpPr>
        <p:spPr bwMode="auto">
          <a:xfrm>
            <a:off x="7824788" y="4870451"/>
            <a:ext cx="1223962" cy="504825"/>
          </a:xfrm>
          <a:prstGeom prst="rect">
            <a:avLst/>
          </a:prstGeom>
          <a:solidFill>
            <a:schemeClr val="accent1"/>
          </a:solidFill>
          <a:ln w="19050" algn="ctr">
            <a:solidFill>
              <a:srgbClr val="0066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2400" dirty="0">
                <a:latin typeface="微软雅黑 Light" panose="020B0502040204020203" pitchFamily="34" charset="-122"/>
                <a:ea typeface="微软雅黑 Light" panose="020B0502040204020203" pitchFamily="34" charset="-122"/>
              </a:rPr>
              <a:t>帧尾</a:t>
            </a:r>
            <a:endParaRPr lang="zh-CN" altLang="en-US" sz="2400" dirty="0">
              <a:latin typeface="微软雅黑 Light" panose="020B0502040204020203" pitchFamily="34" charset="-122"/>
              <a:ea typeface="微软雅黑 Light" panose="020B0502040204020203" pitchFamily="34" charset="-122"/>
            </a:endParaRPr>
          </a:p>
        </p:txBody>
      </p:sp>
      <p:sp>
        <p:nvSpPr>
          <p:cNvPr id="567316" name="Rectangle 20"/>
          <p:cNvSpPr>
            <a:spLocks noChangeArrowheads="1"/>
          </p:cNvSpPr>
          <p:nvPr/>
        </p:nvSpPr>
        <p:spPr bwMode="auto">
          <a:xfrm>
            <a:off x="4224338" y="4870451"/>
            <a:ext cx="3600450" cy="504825"/>
          </a:xfrm>
          <a:prstGeom prst="rect">
            <a:avLst/>
          </a:prstGeom>
          <a:solidFill>
            <a:schemeClr val="accent1"/>
          </a:solidFill>
          <a:ln w="19050" algn="ctr">
            <a:solidFill>
              <a:srgbClr val="0066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2400" dirty="0">
                <a:latin typeface="微软雅黑 Light" panose="020B0502040204020203" pitchFamily="34" charset="-122"/>
                <a:ea typeface="微软雅黑 Light" panose="020B0502040204020203" pitchFamily="34" charset="-122"/>
              </a:rPr>
              <a:t>帧数据</a:t>
            </a:r>
            <a:endParaRPr lang="zh-CN" altLang="en-US" sz="2400" dirty="0">
              <a:latin typeface="微软雅黑 Light" panose="020B0502040204020203" pitchFamily="34" charset="-122"/>
              <a:ea typeface="微软雅黑 Light" panose="020B0502040204020203" pitchFamily="34" charset="-122"/>
            </a:endParaRPr>
          </a:p>
        </p:txBody>
      </p:sp>
      <p:sp>
        <p:nvSpPr>
          <p:cNvPr id="567317" name="Rectangle 21"/>
          <p:cNvSpPr>
            <a:spLocks noChangeArrowheads="1"/>
          </p:cNvSpPr>
          <p:nvPr/>
        </p:nvSpPr>
        <p:spPr bwMode="auto">
          <a:xfrm>
            <a:off x="4224338" y="4222751"/>
            <a:ext cx="1223962" cy="504825"/>
          </a:xfrm>
          <a:prstGeom prst="rect">
            <a:avLst/>
          </a:prstGeom>
          <a:solidFill>
            <a:schemeClr val="accent1"/>
          </a:solidFill>
          <a:ln w="19050" algn="ctr">
            <a:solidFill>
              <a:srgbClr val="0066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400" dirty="0">
                <a:latin typeface="微软雅黑 Light" panose="020B0502040204020203" pitchFamily="34" charset="-122"/>
                <a:ea typeface="微软雅黑 Light" panose="020B0502040204020203" pitchFamily="34" charset="-122"/>
              </a:rPr>
              <a:t>IP</a:t>
            </a:r>
            <a:r>
              <a:rPr lang="zh-CN" altLang="en-US" sz="2400" dirty="0">
                <a:latin typeface="微软雅黑 Light" panose="020B0502040204020203" pitchFamily="34" charset="-122"/>
                <a:ea typeface="微软雅黑 Light" panose="020B0502040204020203" pitchFamily="34" charset="-122"/>
              </a:rPr>
              <a:t>首部</a:t>
            </a:r>
            <a:endParaRPr lang="zh-CN" altLang="en-US" sz="2400" dirty="0">
              <a:latin typeface="微软雅黑 Light" panose="020B0502040204020203" pitchFamily="34" charset="-122"/>
              <a:ea typeface="微软雅黑 Light" panose="020B0502040204020203" pitchFamily="34" charset="-122"/>
            </a:endParaRPr>
          </a:p>
        </p:txBody>
      </p:sp>
      <p:sp>
        <p:nvSpPr>
          <p:cNvPr id="567318" name="Rectangle 22"/>
          <p:cNvSpPr>
            <a:spLocks noChangeArrowheads="1"/>
          </p:cNvSpPr>
          <p:nvPr/>
        </p:nvSpPr>
        <p:spPr bwMode="auto">
          <a:xfrm>
            <a:off x="5448300" y="4222751"/>
            <a:ext cx="2376488" cy="504825"/>
          </a:xfrm>
          <a:prstGeom prst="rect">
            <a:avLst/>
          </a:prstGeom>
          <a:solidFill>
            <a:schemeClr val="accent1"/>
          </a:solidFill>
          <a:ln w="19050" algn="ctr">
            <a:solidFill>
              <a:srgbClr val="0066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400" dirty="0">
                <a:latin typeface="微软雅黑 Light" panose="020B0502040204020203" pitchFamily="34" charset="-122"/>
                <a:ea typeface="微软雅黑 Light" panose="020B0502040204020203" pitchFamily="34" charset="-122"/>
              </a:rPr>
              <a:t>IP</a:t>
            </a:r>
            <a:r>
              <a:rPr lang="zh-CN" altLang="en-US" sz="2400" dirty="0">
                <a:latin typeface="微软雅黑 Light" panose="020B0502040204020203" pitchFamily="34" charset="-122"/>
                <a:ea typeface="微软雅黑 Light" panose="020B0502040204020203" pitchFamily="34" charset="-122"/>
              </a:rPr>
              <a:t>数据</a:t>
            </a:r>
            <a:endParaRPr lang="zh-CN" altLang="en-US" sz="2400" dirty="0">
              <a:latin typeface="微软雅黑 Light" panose="020B0502040204020203" pitchFamily="34" charset="-122"/>
              <a:ea typeface="微软雅黑 Light" panose="020B0502040204020203" pitchFamily="34" charset="-122"/>
            </a:endParaRPr>
          </a:p>
        </p:txBody>
      </p:sp>
      <p:sp>
        <p:nvSpPr>
          <p:cNvPr id="567319" name="Rectangle 23"/>
          <p:cNvSpPr>
            <a:spLocks noChangeArrowheads="1"/>
          </p:cNvSpPr>
          <p:nvPr/>
        </p:nvSpPr>
        <p:spPr bwMode="auto">
          <a:xfrm>
            <a:off x="5448300" y="3573464"/>
            <a:ext cx="2376488" cy="504825"/>
          </a:xfrm>
          <a:prstGeom prst="rect">
            <a:avLst/>
          </a:prstGeom>
          <a:solidFill>
            <a:schemeClr val="accent1"/>
          </a:solidFill>
          <a:ln w="19050" algn="ctr">
            <a:solidFill>
              <a:srgbClr val="0066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400" dirty="0">
                <a:latin typeface="微软雅黑 Light" panose="020B0502040204020203" pitchFamily="34" charset="-122"/>
                <a:ea typeface="微软雅黑 Light" panose="020B0502040204020203" pitchFamily="34" charset="-122"/>
              </a:rPr>
              <a:t>IGMP</a:t>
            </a:r>
            <a:r>
              <a:rPr lang="zh-CN" altLang="en-US" sz="2400" dirty="0">
                <a:latin typeface="微软雅黑 Light" panose="020B0502040204020203" pitchFamily="34" charset="-122"/>
                <a:ea typeface="微软雅黑 Light" panose="020B0502040204020203" pitchFamily="34" charset="-122"/>
              </a:rPr>
              <a:t>报文</a:t>
            </a:r>
            <a:endParaRPr lang="zh-CN" altLang="en-US" sz="2400" dirty="0">
              <a:latin typeface="微软雅黑 Light" panose="020B0502040204020203" pitchFamily="34" charset="-122"/>
              <a:ea typeface="微软雅黑 Light" panose="020B0502040204020203" pitchFamily="34" charset="-122"/>
            </a:endParaRPr>
          </a:p>
        </p:txBody>
      </p:sp>
      <p:sp>
        <p:nvSpPr>
          <p:cNvPr id="567320" name="Rectangle 24"/>
          <p:cNvSpPr>
            <a:spLocks noChangeArrowheads="1"/>
          </p:cNvSpPr>
          <p:nvPr/>
        </p:nvSpPr>
        <p:spPr bwMode="auto">
          <a:xfrm>
            <a:off x="3168651" y="1555751"/>
            <a:ext cx="982663" cy="504825"/>
          </a:xfrm>
          <a:prstGeom prst="rect">
            <a:avLst/>
          </a:prstGeom>
          <a:solidFill>
            <a:schemeClr val="accent1"/>
          </a:solidFill>
          <a:ln w="19050" algn="ctr">
            <a:solidFill>
              <a:srgbClr val="0066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2400" dirty="0">
                <a:latin typeface="微软雅黑 Light" panose="020B0502040204020203" pitchFamily="34" charset="-122"/>
                <a:ea typeface="微软雅黑 Light" panose="020B0502040204020203" pitchFamily="34" charset="-122"/>
              </a:rPr>
              <a:t>类型</a:t>
            </a:r>
            <a:endParaRPr lang="zh-CN" altLang="en-US" sz="2400" dirty="0">
              <a:latin typeface="微软雅黑 Light" panose="020B0502040204020203" pitchFamily="34" charset="-122"/>
              <a:ea typeface="微软雅黑 Light" panose="020B0502040204020203" pitchFamily="34" charset="-122"/>
            </a:endParaRPr>
          </a:p>
        </p:txBody>
      </p:sp>
      <p:sp>
        <p:nvSpPr>
          <p:cNvPr id="567321" name="Text Box 25"/>
          <p:cNvSpPr txBox="1">
            <a:spLocks noChangeArrowheads="1"/>
          </p:cNvSpPr>
          <p:nvPr/>
        </p:nvSpPr>
        <p:spPr bwMode="auto">
          <a:xfrm>
            <a:off x="2927351" y="1231901"/>
            <a:ext cx="550151"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dirty="0">
                <a:latin typeface="微软雅黑 Light" panose="020B0502040204020203" pitchFamily="34" charset="-122"/>
                <a:ea typeface="微软雅黑 Light" panose="020B0502040204020203" pitchFamily="34" charset="-122"/>
              </a:rPr>
              <a:t>3 4</a:t>
            </a:r>
            <a:endParaRPr lang="en-US" altLang="zh-CN" dirty="0">
              <a:latin typeface="微软雅黑 Light" panose="020B0502040204020203" pitchFamily="34" charset="-122"/>
              <a:ea typeface="微软雅黑 Light" panose="020B0502040204020203" pitchFamily="34" charset="-122"/>
            </a:endParaRPr>
          </a:p>
        </p:txBody>
      </p:sp>
      <p:sp>
        <p:nvSpPr>
          <p:cNvPr id="567322" name="Freeform 26"/>
          <p:cNvSpPr/>
          <p:nvPr/>
        </p:nvSpPr>
        <p:spPr bwMode="auto">
          <a:xfrm>
            <a:off x="2208214" y="2563813"/>
            <a:ext cx="7775575" cy="1009650"/>
          </a:xfrm>
          <a:custGeom>
            <a:avLst/>
            <a:gdLst>
              <a:gd name="T0" fmla="*/ 0 w 4898"/>
              <a:gd name="T1" fmla="*/ 0 h 1271"/>
              <a:gd name="T2" fmla="*/ 2048 w 4898"/>
              <a:gd name="T3" fmla="*/ 1271 h 1271"/>
              <a:gd name="T4" fmla="*/ 3531 w 4898"/>
              <a:gd name="T5" fmla="*/ 1271 h 1271"/>
              <a:gd name="T6" fmla="*/ 4898 w 4898"/>
              <a:gd name="T7" fmla="*/ 1 h 1271"/>
            </a:gdLst>
            <a:ahLst/>
            <a:cxnLst>
              <a:cxn ang="0">
                <a:pos x="T0" y="T1"/>
              </a:cxn>
              <a:cxn ang="0">
                <a:pos x="T2" y="T3"/>
              </a:cxn>
              <a:cxn ang="0">
                <a:pos x="T4" y="T5"/>
              </a:cxn>
              <a:cxn ang="0">
                <a:pos x="T6" y="T7"/>
              </a:cxn>
            </a:cxnLst>
            <a:rect l="0" t="0" r="r" b="b"/>
            <a:pathLst>
              <a:path w="4898" h="1271">
                <a:moveTo>
                  <a:pt x="0" y="0"/>
                </a:moveTo>
                <a:lnTo>
                  <a:pt x="2048" y="1271"/>
                </a:lnTo>
                <a:lnTo>
                  <a:pt x="3531" y="1271"/>
                </a:lnTo>
                <a:lnTo>
                  <a:pt x="4898" y="1"/>
                </a:lnTo>
              </a:path>
            </a:pathLst>
          </a:custGeom>
          <a:gradFill rotWithShape="1">
            <a:gsLst>
              <a:gs pos="0">
                <a:schemeClr val="accent1">
                  <a:gamma/>
                  <a:shade val="46275"/>
                  <a:invGamma/>
                </a:schemeClr>
              </a:gs>
              <a:gs pos="100000">
                <a:schemeClr val="accent1"/>
              </a:gs>
            </a:gsLst>
            <a:lin ang="5400000" scaled="1"/>
          </a:gradFill>
          <a:ln w="9525" cap="flat" cmpd="sng">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567323" name="Text Box 27"/>
          <p:cNvSpPr txBox="1">
            <a:spLocks noChangeArrowheads="1"/>
          </p:cNvSpPr>
          <p:nvPr/>
        </p:nvSpPr>
        <p:spPr bwMode="auto">
          <a:xfrm>
            <a:off x="2495550" y="5661026"/>
            <a:ext cx="6580648"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2400" dirty="0">
                <a:latin typeface="微软雅黑 Light" panose="020B0502040204020203" pitchFamily="34" charset="-122"/>
                <a:ea typeface="微软雅黑 Light" panose="020B0502040204020203" pitchFamily="34" charset="-122"/>
              </a:rPr>
              <a:t>版本：</a:t>
            </a:r>
            <a:r>
              <a:rPr lang="en-US" altLang="zh-CN" sz="2400" dirty="0">
                <a:latin typeface="微软雅黑 Light" panose="020B0502040204020203" pitchFamily="34" charset="-122"/>
                <a:ea typeface="微软雅黑 Light" panose="020B0502040204020203" pitchFamily="34" charset="-122"/>
              </a:rPr>
              <a:t>1</a:t>
            </a:r>
            <a:endParaRPr lang="en-US" altLang="zh-CN" sz="2400" dirty="0">
              <a:latin typeface="微软雅黑 Light" panose="020B0502040204020203" pitchFamily="34" charset="-122"/>
              <a:ea typeface="微软雅黑 Light" panose="020B0502040204020203" pitchFamily="34" charset="-122"/>
            </a:endParaRPr>
          </a:p>
          <a:p>
            <a:r>
              <a:rPr lang="zh-CN" altLang="en-US" sz="2400" dirty="0">
                <a:latin typeface="微软雅黑 Light" panose="020B0502040204020203" pitchFamily="34" charset="-122"/>
                <a:ea typeface="微软雅黑 Light" panose="020B0502040204020203" pitchFamily="34" charset="-122"/>
              </a:rPr>
              <a:t>类型：</a:t>
            </a:r>
            <a:r>
              <a:rPr lang="en-US" altLang="zh-CN" sz="2400" dirty="0">
                <a:latin typeface="微软雅黑 Light" panose="020B0502040204020203" pitchFamily="34" charset="-122"/>
                <a:ea typeface="微软雅黑 Light" panose="020B0502040204020203" pitchFamily="34" charset="-122"/>
              </a:rPr>
              <a:t>1-</a:t>
            </a:r>
            <a:r>
              <a:rPr lang="zh-CN" altLang="en-US" sz="2400" dirty="0">
                <a:latin typeface="微软雅黑 Light" panose="020B0502040204020203" pitchFamily="34" charset="-122"/>
                <a:ea typeface="微软雅黑 Light" panose="020B0502040204020203" pitchFamily="34" charset="-122"/>
              </a:rPr>
              <a:t>路由器发出的报文，</a:t>
            </a:r>
            <a:r>
              <a:rPr lang="en-US" altLang="zh-CN" sz="2400" dirty="0">
                <a:latin typeface="微软雅黑 Light" panose="020B0502040204020203" pitchFamily="34" charset="-122"/>
                <a:ea typeface="微软雅黑 Light" panose="020B0502040204020203" pitchFamily="34" charset="-122"/>
              </a:rPr>
              <a:t>2-</a:t>
            </a:r>
            <a:r>
              <a:rPr lang="zh-CN" altLang="en-US" sz="2400" dirty="0">
                <a:latin typeface="微软雅黑 Light" panose="020B0502040204020203" pitchFamily="34" charset="-122"/>
                <a:ea typeface="微软雅黑 Light" panose="020B0502040204020203" pitchFamily="34" charset="-122"/>
              </a:rPr>
              <a:t>主机发出的报文</a:t>
            </a:r>
            <a:endParaRPr lang="zh-CN" altLang="en-US" sz="2400" dirty="0">
              <a:latin typeface="微软雅黑 Light" panose="020B0502040204020203" pitchFamily="34" charset="-122"/>
              <a:ea typeface="微软雅黑 Light" panose="020B0502040204020203" pitchFamily="34" charset="-122"/>
            </a:endParaRPr>
          </a:p>
        </p:txBody>
      </p:sp>
    </p:spTree>
  </p:cSld>
  <p:clrMapOvr>
    <a:masterClrMapping/>
  </p:clrMapOvr>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5"/>
          <p:cNvSpPr>
            <a:spLocks noGrp="1"/>
          </p:cNvSpPr>
          <p:nvPr>
            <p:ph type="sldNum" sz="quarter" idx="12"/>
          </p:nvPr>
        </p:nvSpPr>
        <p:spPr/>
        <p:txBody>
          <a:bodyPr/>
          <a:lstStyle/>
          <a:p>
            <a:fld id="{8210B099-EF0B-4BBE-B2A8-1FC6B796479A}" type="slidenum">
              <a:rPr lang="en-US" altLang="zh-CN"/>
            </a:fld>
            <a:endParaRPr lang="en-US" altLang="zh-CN"/>
          </a:p>
        </p:txBody>
      </p:sp>
      <p:sp>
        <p:nvSpPr>
          <p:cNvPr id="822274" name="Rectangle 2"/>
          <p:cNvSpPr>
            <a:spLocks noGrp="1" noChangeArrowheads="1"/>
          </p:cNvSpPr>
          <p:nvPr>
            <p:ph type="title"/>
          </p:nvPr>
        </p:nvSpPr>
        <p:spPr/>
        <p:txBody>
          <a:bodyPr/>
          <a:lstStyle/>
          <a:p>
            <a:r>
              <a:rPr lang="en-US" altLang="zh-CN"/>
              <a:t>IGMP</a:t>
            </a:r>
            <a:r>
              <a:rPr lang="zh-CN" altLang="en-US"/>
              <a:t>工作机制</a:t>
            </a:r>
            <a:endParaRPr lang="zh-CN" altLang="en-US"/>
          </a:p>
        </p:txBody>
      </p:sp>
      <p:sp>
        <p:nvSpPr>
          <p:cNvPr id="822275" name="Rectangle 3"/>
          <p:cNvSpPr>
            <a:spLocks noGrp="1" noChangeArrowheads="1"/>
          </p:cNvSpPr>
          <p:nvPr>
            <p:ph type="body" idx="1"/>
          </p:nvPr>
        </p:nvSpPr>
        <p:spPr/>
        <p:txBody>
          <a:bodyPr/>
          <a:lstStyle/>
          <a:p>
            <a:r>
              <a:rPr lang="zh-CN" altLang="en-US" sz="2800" dirty="0"/>
              <a:t>第一阶段：当某个主机加入新的多播组时，该主机应向多播组的多播地址发送</a:t>
            </a:r>
            <a:r>
              <a:rPr lang="en-US" altLang="zh-CN" sz="2800" dirty="0"/>
              <a:t>IGMP </a:t>
            </a:r>
            <a:r>
              <a:rPr lang="zh-CN" altLang="en-US" sz="2800" dirty="0"/>
              <a:t>报文，声明自己要成为该组的成员。本地的多播路由器收到 </a:t>
            </a:r>
            <a:r>
              <a:rPr lang="en-US" altLang="zh-CN" sz="2800" dirty="0"/>
              <a:t>IGMP </a:t>
            </a:r>
            <a:r>
              <a:rPr lang="zh-CN" altLang="en-US" sz="2800" dirty="0"/>
              <a:t>报文后，将组成员关系转发给因特网上的其他多播路由器</a:t>
            </a:r>
            <a:endParaRPr lang="zh-CN" altLang="en-US" sz="2800" dirty="0"/>
          </a:p>
          <a:p>
            <a:r>
              <a:rPr lang="zh-CN" altLang="en-US" sz="2800" dirty="0"/>
              <a:t>第二阶段：因为组成员关系是动态的，因此本地多播路由器要周期性地探询本地局域网上的主机，以便知道这些主机是否还继续是组的成员</a:t>
            </a:r>
            <a:endParaRPr lang="zh-CN" altLang="en-US" sz="2800" dirty="0"/>
          </a:p>
          <a:p>
            <a:pPr lvl="1"/>
            <a:r>
              <a:rPr lang="zh-CN" altLang="en-US" sz="2400" dirty="0"/>
              <a:t>只要对某个组有一个主机响应，那么多播路由器就认为这个组是活跃的</a:t>
            </a:r>
            <a:endParaRPr lang="zh-CN" altLang="en-US" sz="2400" dirty="0"/>
          </a:p>
          <a:p>
            <a:pPr lvl="1"/>
            <a:r>
              <a:rPr lang="zh-CN" altLang="en-US" sz="2400" dirty="0"/>
              <a:t>但一个组在经过几次的探询后仍然没有一个主机响应，则不再将该组的成员关系转发给其他的多播路由器</a:t>
            </a:r>
            <a:endParaRPr lang="zh-CN" altLang="en-US" sz="2400" dirty="0"/>
          </a:p>
        </p:txBody>
      </p:sp>
    </p:spTree>
  </p:cSld>
  <p:clrMapOvr>
    <a:masterClrMapping/>
  </p:clrMapOvr>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5"/>
          <p:cNvSpPr>
            <a:spLocks noGrp="1"/>
          </p:cNvSpPr>
          <p:nvPr>
            <p:ph type="sldNum" sz="quarter" idx="12"/>
          </p:nvPr>
        </p:nvSpPr>
        <p:spPr/>
        <p:txBody>
          <a:bodyPr/>
          <a:lstStyle/>
          <a:p>
            <a:fld id="{961CCF69-08DD-4EAB-836D-B59E9E349DAE}" type="slidenum">
              <a:rPr lang="en-US" altLang="zh-CN"/>
            </a:fld>
            <a:endParaRPr lang="en-US" altLang="zh-CN"/>
          </a:p>
        </p:txBody>
      </p:sp>
      <p:sp>
        <p:nvSpPr>
          <p:cNvPr id="821250" name="Rectangle 2"/>
          <p:cNvSpPr>
            <a:spLocks noGrp="1" noChangeArrowheads="1"/>
          </p:cNvSpPr>
          <p:nvPr>
            <p:ph type="title"/>
          </p:nvPr>
        </p:nvSpPr>
        <p:spPr/>
        <p:txBody>
          <a:bodyPr/>
          <a:lstStyle/>
          <a:p>
            <a:r>
              <a:rPr lang="en-US" altLang="zh-CN"/>
              <a:t>IGMP</a:t>
            </a:r>
            <a:r>
              <a:rPr lang="zh-CN" altLang="en-US"/>
              <a:t>采用的一些具体措施 </a:t>
            </a:r>
            <a:endParaRPr lang="zh-CN" altLang="en-US"/>
          </a:p>
        </p:txBody>
      </p:sp>
      <p:sp>
        <p:nvSpPr>
          <p:cNvPr id="821251" name="Rectangle 3"/>
          <p:cNvSpPr>
            <a:spLocks noGrp="1" noChangeArrowheads="1"/>
          </p:cNvSpPr>
          <p:nvPr>
            <p:ph type="body" idx="1"/>
          </p:nvPr>
        </p:nvSpPr>
        <p:spPr/>
        <p:txBody>
          <a:bodyPr/>
          <a:lstStyle/>
          <a:p>
            <a:pPr>
              <a:lnSpc>
                <a:spcPct val="90000"/>
              </a:lnSpc>
            </a:pPr>
            <a:r>
              <a:rPr lang="zh-CN" altLang="en-US" sz="2800" dirty="0"/>
              <a:t>在主机和多播路由器之间的所有通信都使用 </a:t>
            </a:r>
            <a:r>
              <a:rPr lang="en-US" altLang="zh-CN" sz="2800" dirty="0"/>
              <a:t>IP </a:t>
            </a:r>
            <a:r>
              <a:rPr lang="zh-CN" altLang="en-US" sz="2800" dirty="0"/>
              <a:t>多播</a:t>
            </a:r>
            <a:endParaRPr lang="zh-CN" altLang="en-US" sz="2800" dirty="0"/>
          </a:p>
          <a:p>
            <a:pPr>
              <a:lnSpc>
                <a:spcPct val="90000"/>
              </a:lnSpc>
            </a:pPr>
            <a:r>
              <a:rPr lang="zh-CN" altLang="en-US" sz="2800" dirty="0"/>
              <a:t>多播路由器在探询组成员关系时，只需要对所有的组发送一个请求信息的询问报文</a:t>
            </a:r>
            <a:endParaRPr lang="zh-CN" altLang="en-US" sz="2800" dirty="0"/>
          </a:p>
          <a:p>
            <a:pPr>
              <a:lnSpc>
                <a:spcPct val="90000"/>
              </a:lnSpc>
            </a:pPr>
            <a:r>
              <a:rPr lang="zh-CN" altLang="en-US" sz="2800" dirty="0"/>
              <a:t>当同一个网络上连接有几个多播路由器时，它们能够迅速和有效地选择其中的一个来探询主机的成员关系 </a:t>
            </a:r>
            <a:endParaRPr lang="zh-CN" altLang="en-US" sz="2800" dirty="0"/>
          </a:p>
          <a:p>
            <a:pPr>
              <a:lnSpc>
                <a:spcPct val="90000"/>
              </a:lnSpc>
            </a:pPr>
            <a:r>
              <a:rPr lang="zh-CN" altLang="en-US" sz="2800" dirty="0"/>
              <a:t>在 </a:t>
            </a:r>
            <a:r>
              <a:rPr lang="en-US" altLang="zh-CN" sz="2800" dirty="0"/>
              <a:t>IGMP </a:t>
            </a:r>
            <a:r>
              <a:rPr lang="zh-CN" altLang="en-US" sz="2800" dirty="0"/>
              <a:t>的询问报文中有一个数值 </a:t>
            </a:r>
            <a:r>
              <a:rPr lang="en-US" altLang="zh-CN" sz="2800" dirty="0"/>
              <a:t>N</a:t>
            </a:r>
            <a:r>
              <a:rPr lang="zh-CN" altLang="en-US" sz="2800" dirty="0"/>
              <a:t>，它指明一个最长响应时间（默认值为 </a:t>
            </a:r>
            <a:r>
              <a:rPr lang="en-US" altLang="zh-CN" sz="2800" dirty="0"/>
              <a:t>10</a:t>
            </a:r>
            <a:r>
              <a:rPr lang="zh-CN" altLang="en-US" sz="2800" dirty="0"/>
              <a:t>秒）。当收到询问时，主机在 </a:t>
            </a:r>
            <a:r>
              <a:rPr lang="en-US" altLang="zh-CN" sz="2800" dirty="0"/>
              <a:t>0 </a:t>
            </a:r>
            <a:r>
              <a:rPr lang="zh-CN" altLang="en-US" sz="2800" dirty="0"/>
              <a:t>到 </a:t>
            </a:r>
            <a:r>
              <a:rPr lang="en-US" altLang="zh-CN" sz="2800" dirty="0"/>
              <a:t>N </a:t>
            </a:r>
            <a:r>
              <a:rPr lang="zh-CN" altLang="en-US" sz="2800" dirty="0"/>
              <a:t>之间随机选择发送响应所需经过的时延。对应于最小时延的响应最先发送</a:t>
            </a:r>
            <a:endParaRPr lang="zh-CN" altLang="en-US" sz="2800" dirty="0"/>
          </a:p>
          <a:p>
            <a:pPr>
              <a:lnSpc>
                <a:spcPct val="90000"/>
              </a:lnSpc>
            </a:pPr>
            <a:r>
              <a:rPr lang="zh-CN" altLang="en-US" sz="2800" dirty="0"/>
              <a:t>同一个组内的每一个主机都要监听响应，只要有本组的其他主机先发送了响应，自己就可以不再发送响应了 </a:t>
            </a:r>
            <a:endParaRPr lang="zh-CN" altLang="en-US" sz="2800" dirty="0"/>
          </a:p>
        </p:txBody>
      </p:sp>
    </p:spTree>
  </p:cSld>
  <p:clrMapOvr>
    <a:masterClrMapping/>
  </p:clrMapOvr>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灯片编号占位符 5"/>
          <p:cNvSpPr>
            <a:spLocks noGrp="1"/>
          </p:cNvSpPr>
          <p:nvPr>
            <p:ph type="sldNum" sz="quarter" idx="12"/>
          </p:nvPr>
        </p:nvSpPr>
        <p:spPr/>
        <p:txBody>
          <a:bodyPr/>
          <a:lstStyle/>
          <a:p>
            <a:fld id="{D0F1AD2B-92A7-47C9-AB0A-083D15206C28}" type="slidenum">
              <a:rPr lang="en-US" altLang="zh-CN"/>
            </a:fld>
            <a:endParaRPr lang="en-US" altLang="zh-CN"/>
          </a:p>
        </p:txBody>
      </p:sp>
      <p:sp>
        <p:nvSpPr>
          <p:cNvPr id="793614" name="Line 14"/>
          <p:cNvSpPr>
            <a:spLocks noChangeShapeType="1"/>
          </p:cNvSpPr>
          <p:nvPr/>
        </p:nvSpPr>
        <p:spPr bwMode="auto">
          <a:xfrm flipV="1">
            <a:off x="7523382" y="3403815"/>
            <a:ext cx="0" cy="86360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793613" name="Line 13"/>
          <p:cNvSpPr>
            <a:spLocks noChangeShapeType="1"/>
          </p:cNvSpPr>
          <p:nvPr/>
        </p:nvSpPr>
        <p:spPr bwMode="auto">
          <a:xfrm flipV="1">
            <a:off x="4211857" y="3403815"/>
            <a:ext cx="0" cy="86360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793611" name="Freeform 11"/>
          <p:cNvSpPr/>
          <p:nvPr/>
        </p:nvSpPr>
        <p:spPr bwMode="auto">
          <a:xfrm flipH="1">
            <a:off x="6588344" y="2106828"/>
            <a:ext cx="865188" cy="792162"/>
          </a:xfrm>
          <a:custGeom>
            <a:avLst/>
            <a:gdLst>
              <a:gd name="T0" fmla="*/ 0 w 545"/>
              <a:gd name="T1" fmla="*/ 499 h 499"/>
              <a:gd name="T2" fmla="*/ 312 w 545"/>
              <a:gd name="T3" fmla="*/ 154 h 499"/>
              <a:gd name="T4" fmla="*/ 288 w 545"/>
              <a:gd name="T5" fmla="*/ 319 h 499"/>
              <a:gd name="T6" fmla="*/ 545 w 545"/>
              <a:gd name="T7" fmla="*/ 0 h 499"/>
            </a:gdLst>
            <a:ahLst/>
            <a:cxnLst>
              <a:cxn ang="0">
                <a:pos x="T0" y="T1"/>
              </a:cxn>
              <a:cxn ang="0">
                <a:pos x="T2" y="T3"/>
              </a:cxn>
              <a:cxn ang="0">
                <a:pos x="T4" y="T5"/>
              </a:cxn>
              <a:cxn ang="0">
                <a:pos x="T6" y="T7"/>
              </a:cxn>
            </a:cxnLst>
            <a:rect l="0" t="0" r="r" b="b"/>
            <a:pathLst>
              <a:path w="545" h="499">
                <a:moveTo>
                  <a:pt x="0" y="499"/>
                </a:moveTo>
                <a:lnTo>
                  <a:pt x="312" y="154"/>
                </a:lnTo>
                <a:lnTo>
                  <a:pt x="288" y="319"/>
                </a:lnTo>
                <a:lnTo>
                  <a:pt x="545" y="0"/>
                </a:lnTo>
              </a:path>
            </a:pathLst>
          </a:custGeom>
          <a:noFill/>
          <a:ln w="2857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793610" name="Freeform 10"/>
          <p:cNvSpPr/>
          <p:nvPr/>
        </p:nvSpPr>
        <p:spPr bwMode="auto">
          <a:xfrm>
            <a:off x="4354733" y="2106828"/>
            <a:ext cx="865187" cy="792162"/>
          </a:xfrm>
          <a:custGeom>
            <a:avLst/>
            <a:gdLst>
              <a:gd name="T0" fmla="*/ 0 w 545"/>
              <a:gd name="T1" fmla="*/ 499 h 499"/>
              <a:gd name="T2" fmla="*/ 312 w 545"/>
              <a:gd name="T3" fmla="*/ 154 h 499"/>
              <a:gd name="T4" fmla="*/ 288 w 545"/>
              <a:gd name="T5" fmla="*/ 319 h 499"/>
              <a:gd name="T6" fmla="*/ 545 w 545"/>
              <a:gd name="T7" fmla="*/ 0 h 499"/>
            </a:gdLst>
            <a:ahLst/>
            <a:cxnLst>
              <a:cxn ang="0">
                <a:pos x="T0" y="T1"/>
              </a:cxn>
              <a:cxn ang="0">
                <a:pos x="T2" y="T3"/>
              </a:cxn>
              <a:cxn ang="0">
                <a:pos x="T4" y="T5"/>
              </a:cxn>
              <a:cxn ang="0">
                <a:pos x="T6" y="T7"/>
              </a:cxn>
            </a:cxnLst>
            <a:rect l="0" t="0" r="r" b="b"/>
            <a:pathLst>
              <a:path w="545" h="499">
                <a:moveTo>
                  <a:pt x="0" y="499"/>
                </a:moveTo>
                <a:lnTo>
                  <a:pt x="312" y="154"/>
                </a:lnTo>
                <a:lnTo>
                  <a:pt x="288" y="319"/>
                </a:lnTo>
                <a:lnTo>
                  <a:pt x="545" y="0"/>
                </a:lnTo>
              </a:path>
            </a:pathLst>
          </a:custGeom>
          <a:noFill/>
          <a:ln w="2857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793602" name="Rectangle 2"/>
          <p:cNvSpPr>
            <a:spLocks noGrp="1" noChangeArrowheads="1"/>
          </p:cNvSpPr>
          <p:nvPr>
            <p:ph type="title"/>
          </p:nvPr>
        </p:nvSpPr>
        <p:spPr/>
        <p:txBody>
          <a:bodyPr/>
          <a:lstStyle/>
          <a:p>
            <a:r>
              <a:rPr lang="zh-CN" altLang="en-US"/>
              <a:t>多播工作机制示例</a:t>
            </a:r>
            <a:r>
              <a:rPr lang="en-US" altLang="zh-CN"/>
              <a:t>(IGMP v1)</a:t>
            </a:r>
            <a:endParaRPr lang="en-US" altLang="zh-CN"/>
          </a:p>
        </p:txBody>
      </p:sp>
      <p:graphicFrame>
        <p:nvGraphicFramePr>
          <p:cNvPr id="793605" name="Object 5"/>
          <p:cNvGraphicFramePr>
            <a:graphicFrameLocks noGrp="1" noChangeAspect="1"/>
          </p:cNvGraphicFramePr>
          <p:nvPr>
            <p:ph idx="1"/>
          </p:nvPr>
        </p:nvGraphicFramePr>
        <p:xfrm>
          <a:off x="4932582" y="1243228"/>
          <a:ext cx="1871662" cy="965200"/>
        </p:xfrm>
        <a:graphic>
          <a:graphicData uri="http://schemas.openxmlformats.org/presentationml/2006/ole">
            <mc:AlternateContent xmlns:mc="http://schemas.openxmlformats.org/markup-compatibility/2006">
              <mc:Choice xmlns:v="urn:schemas-microsoft-com:vml" Requires="v">
                <p:oleObj spid="_x0000_s0" name="CorelDRAW" r:id="rId1" imgW="7258050" imgH="4429125" progId="CorelDRAW.Graphic.9">
                  <p:embed/>
                </p:oleObj>
              </mc:Choice>
              <mc:Fallback>
                <p:oleObj name="CorelDRAW" r:id="rId1" imgW="7258050" imgH="4429125" progId="CorelDRAW.Graphic.9">
                  <p:embed/>
                  <p:pic>
                    <p:nvPicPr>
                      <p:cNvPr id="0" name="Object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32582" y="1243228"/>
                        <a:ext cx="1871662" cy="965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793607" name="Text Box 7"/>
          <p:cNvSpPr txBox="1">
            <a:spLocks noChangeArrowheads="1"/>
          </p:cNvSpPr>
          <p:nvPr/>
        </p:nvSpPr>
        <p:spPr bwMode="auto">
          <a:xfrm>
            <a:off x="5136552" y="1603591"/>
            <a:ext cx="1449436"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dirty="0">
                <a:latin typeface="微软雅黑 Light" panose="020B0502040204020203" pitchFamily="34" charset="-122"/>
                <a:ea typeface="微软雅黑 Light" panose="020B0502040204020203" pitchFamily="34" charset="-122"/>
              </a:rPr>
              <a:t>IP Network</a:t>
            </a:r>
            <a:endParaRPr lang="en-US" altLang="zh-CN" dirty="0">
              <a:latin typeface="微软雅黑 Light" panose="020B0502040204020203" pitchFamily="34" charset="-122"/>
              <a:ea typeface="微软雅黑 Light" panose="020B0502040204020203" pitchFamily="34" charset="-122"/>
            </a:endParaRPr>
          </a:p>
        </p:txBody>
      </p:sp>
      <p:sp>
        <p:nvSpPr>
          <p:cNvPr id="793612" name="Line 12"/>
          <p:cNvSpPr>
            <a:spLocks noChangeShapeType="1"/>
          </p:cNvSpPr>
          <p:nvPr/>
        </p:nvSpPr>
        <p:spPr bwMode="auto">
          <a:xfrm>
            <a:off x="2122707" y="4267415"/>
            <a:ext cx="7632700"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793615" name="Line 15"/>
          <p:cNvSpPr>
            <a:spLocks noChangeShapeType="1"/>
          </p:cNvSpPr>
          <p:nvPr/>
        </p:nvSpPr>
        <p:spPr bwMode="auto">
          <a:xfrm flipV="1">
            <a:off x="2914869" y="4267415"/>
            <a:ext cx="0" cy="86360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793616" name="Line 16"/>
          <p:cNvSpPr>
            <a:spLocks noChangeShapeType="1"/>
          </p:cNvSpPr>
          <p:nvPr/>
        </p:nvSpPr>
        <p:spPr bwMode="auto">
          <a:xfrm flipV="1">
            <a:off x="5939057" y="4267415"/>
            <a:ext cx="0" cy="86360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793617" name="Line 17"/>
          <p:cNvSpPr>
            <a:spLocks noChangeShapeType="1"/>
          </p:cNvSpPr>
          <p:nvPr/>
        </p:nvSpPr>
        <p:spPr bwMode="auto">
          <a:xfrm flipV="1">
            <a:off x="8891807" y="4267415"/>
            <a:ext cx="0" cy="86360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dirty="0">
              <a:latin typeface="微软雅黑 Light" panose="020B0502040204020203" pitchFamily="34" charset="-122"/>
              <a:ea typeface="微软雅黑 Light" panose="020B0502040204020203" pitchFamily="34" charset="-122"/>
            </a:endParaRPr>
          </a:p>
        </p:txBody>
      </p:sp>
      <p:grpSp>
        <p:nvGrpSpPr>
          <p:cNvPr id="793625" name="Group 25"/>
          <p:cNvGrpSpPr/>
          <p:nvPr/>
        </p:nvGrpSpPr>
        <p:grpSpPr bwMode="auto">
          <a:xfrm>
            <a:off x="2845019" y="1532153"/>
            <a:ext cx="863600" cy="431800"/>
            <a:chOff x="5012" y="845"/>
            <a:chExt cx="681" cy="272"/>
          </a:xfrm>
        </p:grpSpPr>
        <p:sp>
          <p:nvSpPr>
            <p:cNvPr id="793621" name="Line 21"/>
            <p:cNvSpPr>
              <a:spLocks noChangeShapeType="1"/>
            </p:cNvSpPr>
            <p:nvPr/>
          </p:nvSpPr>
          <p:spPr bwMode="auto">
            <a:xfrm>
              <a:off x="5012" y="845"/>
              <a:ext cx="681" cy="0"/>
            </a:xfrm>
            <a:prstGeom prst="line">
              <a:avLst/>
            </a:prstGeom>
            <a:noFill/>
            <a:ln w="12700">
              <a:solidFill>
                <a:srgbClr val="0033CC"/>
              </a:solidFill>
              <a:prstDash val="dash"/>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793622" name="Line 22"/>
            <p:cNvSpPr>
              <a:spLocks noChangeShapeType="1"/>
            </p:cNvSpPr>
            <p:nvPr/>
          </p:nvSpPr>
          <p:spPr bwMode="auto">
            <a:xfrm>
              <a:off x="5012" y="1117"/>
              <a:ext cx="681" cy="0"/>
            </a:xfrm>
            <a:prstGeom prst="line">
              <a:avLst/>
            </a:prstGeom>
            <a:noFill/>
            <a:ln w="12700">
              <a:solidFill>
                <a:srgbClr val="800080"/>
              </a:solidFill>
              <a:prstDash val="dash"/>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dirty="0">
                <a:latin typeface="微软雅黑 Light" panose="020B0502040204020203" pitchFamily="34" charset="-122"/>
                <a:ea typeface="微软雅黑 Light" panose="020B0502040204020203" pitchFamily="34" charset="-122"/>
              </a:endParaRPr>
            </a:p>
          </p:txBody>
        </p:sp>
      </p:grpSp>
      <p:sp>
        <p:nvSpPr>
          <p:cNvPr id="793623" name="Text Box 23"/>
          <p:cNvSpPr txBox="1">
            <a:spLocks noChangeArrowheads="1"/>
          </p:cNvSpPr>
          <p:nvPr/>
        </p:nvSpPr>
        <p:spPr bwMode="auto">
          <a:xfrm>
            <a:off x="1979832" y="1748054"/>
            <a:ext cx="91493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dirty="0">
                <a:latin typeface="微软雅黑 Light" panose="020B0502040204020203" pitchFamily="34" charset="-122"/>
                <a:ea typeface="微软雅黑 Light" panose="020B0502040204020203" pitchFamily="34" charset="-122"/>
              </a:rPr>
              <a:t>Query</a:t>
            </a:r>
            <a:endParaRPr lang="en-US" altLang="zh-CN" dirty="0">
              <a:latin typeface="微软雅黑 Light" panose="020B0502040204020203" pitchFamily="34" charset="-122"/>
              <a:ea typeface="微软雅黑 Light" panose="020B0502040204020203" pitchFamily="34" charset="-122"/>
            </a:endParaRPr>
          </a:p>
        </p:txBody>
      </p:sp>
      <p:sp>
        <p:nvSpPr>
          <p:cNvPr id="793624" name="Text Box 24"/>
          <p:cNvSpPr txBox="1">
            <a:spLocks noChangeArrowheads="1"/>
          </p:cNvSpPr>
          <p:nvPr/>
        </p:nvSpPr>
        <p:spPr bwMode="auto">
          <a:xfrm>
            <a:off x="1908394" y="1316254"/>
            <a:ext cx="974241"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dirty="0">
                <a:latin typeface="微软雅黑 Light" panose="020B0502040204020203" pitchFamily="34" charset="-122"/>
                <a:ea typeface="微软雅黑 Light" panose="020B0502040204020203" pitchFamily="34" charset="-122"/>
              </a:rPr>
              <a:t>Report</a:t>
            </a:r>
            <a:endParaRPr lang="en-US" altLang="zh-CN" dirty="0">
              <a:latin typeface="微软雅黑 Light" panose="020B0502040204020203" pitchFamily="34" charset="-122"/>
              <a:ea typeface="微软雅黑 Light" panose="020B0502040204020203" pitchFamily="34" charset="-122"/>
            </a:endParaRPr>
          </a:p>
        </p:txBody>
      </p:sp>
      <p:sp>
        <p:nvSpPr>
          <p:cNvPr id="793626" name="Text Box 26"/>
          <p:cNvSpPr txBox="1">
            <a:spLocks noChangeArrowheads="1"/>
          </p:cNvSpPr>
          <p:nvPr/>
        </p:nvSpPr>
        <p:spPr bwMode="auto">
          <a:xfrm>
            <a:off x="3166592" y="2898991"/>
            <a:ext cx="43794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dirty="0">
                <a:latin typeface="微软雅黑 Light" panose="020B0502040204020203" pitchFamily="34" charset="-122"/>
                <a:ea typeface="微软雅黑 Light" panose="020B0502040204020203" pitchFamily="34" charset="-122"/>
              </a:rPr>
              <a:t>R1</a:t>
            </a:r>
            <a:endParaRPr lang="en-US" altLang="zh-CN" dirty="0">
              <a:latin typeface="微软雅黑 Light" panose="020B0502040204020203" pitchFamily="34" charset="-122"/>
              <a:ea typeface="微软雅黑 Light" panose="020B0502040204020203" pitchFamily="34" charset="-122"/>
            </a:endParaRPr>
          </a:p>
        </p:txBody>
      </p:sp>
      <p:sp>
        <p:nvSpPr>
          <p:cNvPr id="793627" name="Text Box 27"/>
          <p:cNvSpPr txBox="1">
            <a:spLocks noChangeArrowheads="1"/>
          </p:cNvSpPr>
          <p:nvPr/>
        </p:nvSpPr>
        <p:spPr bwMode="auto">
          <a:xfrm>
            <a:off x="8112224" y="2898991"/>
            <a:ext cx="48442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dirty="0">
                <a:latin typeface="微软雅黑 Light" panose="020B0502040204020203" pitchFamily="34" charset="-122"/>
                <a:ea typeface="微软雅黑 Light" panose="020B0502040204020203" pitchFamily="34" charset="-122"/>
              </a:rPr>
              <a:t>R2</a:t>
            </a:r>
            <a:endParaRPr lang="en-US" altLang="zh-CN" dirty="0">
              <a:latin typeface="微软雅黑 Light" panose="020B0502040204020203" pitchFamily="34" charset="-122"/>
              <a:ea typeface="微软雅黑 Light" panose="020B0502040204020203" pitchFamily="34" charset="-122"/>
            </a:endParaRPr>
          </a:p>
        </p:txBody>
      </p:sp>
      <p:sp>
        <p:nvSpPr>
          <p:cNvPr id="793629" name="Line 29"/>
          <p:cNvSpPr>
            <a:spLocks noChangeShapeType="1"/>
          </p:cNvSpPr>
          <p:nvPr/>
        </p:nvSpPr>
        <p:spPr bwMode="auto">
          <a:xfrm rot="5400000">
            <a:off x="2482276" y="4628572"/>
            <a:ext cx="576263" cy="0"/>
          </a:xfrm>
          <a:prstGeom prst="line">
            <a:avLst/>
          </a:prstGeom>
          <a:noFill/>
          <a:ln w="12700">
            <a:solidFill>
              <a:srgbClr val="0033CC"/>
            </a:solidFill>
            <a:prstDash val="dash"/>
            <a:round/>
            <a:head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793630" name="Line 30"/>
          <p:cNvSpPr>
            <a:spLocks noChangeShapeType="1"/>
          </p:cNvSpPr>
          <p:nvPr/>
        </p:nvSpPr>
        <p:spPr bwMode="auto">
          <a:xfrm rot="5400000">
            <a:off x="2771201" y="4628572"/>
            <a:ext cx="576263" cy="0"/>
          </a:xfrm>
          <a:prstGeom prst="line">
            <a:avLst/>
          </a:prstGeom>
          <a:noFill/>
          <a:ln w="12700">
            <a:solidFill>
              <a:srgbClr val="800080"/>
            </a:solidFill>
            <a:prstDash val="dash"/>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793631" name="Line 31"/>
          <p:cNvSpPr>
            <a:spLocks noChangeShapeType="1"/>
          </p:cNvSpPr>
          <p:nvPr/>
        </p:nvSpPr>
        <p:spPr bwMode="auto">
          <a:xfrm rot="5400000">
            <a:off x="5506463" y="4628572"/>
            <a:ext cx="576263" cy="0"/>
          </a:xfrm>
          <a:prstGeom prst="line">
            <a:avLst/>
          </a:prstGeom>
          <a:noFill/>
          <a:ln w="12700">
            <a:solidFill>
              <a:srgbClr val="0033CC"/>
            </a:solidFill>
            <a:prstDash val="dash"/>
            <a:round/>
            <a:head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793632" name="Line 32"/>
          <p:cNvSpPr>
            <a:spLocks noChangeShapeType="1"/>
          </p:cNvSpPr>
          <p:nvPr/>
        </p:nvSpPr>
        <p:spPr bwMode="auto">
          <a:xfrm rot="5400000">
            <a:off x="5795388" y="4628572"/>
            <a:ext cx="576263" cy="0"/>
          </a:xfrm>
          <a:prstGeom prst="line">
            <a:avLst/>
          </a:prstGeom>
          <a:noFill/>
          <a:ln w="12700">
            <a:solidFill>
              <a:srgbClr val="800080"/>
            </a:solidFill>
            <a:prstDash val="dash"/>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793633" name="Line 33"/>
          <p:cNvSpPr>
            <a:spLocks noChangeShapeType="1"/>
          </p:cNvSpPr>
          <p:nvPr/>
        </p:nvSpPr>
        <p:spPr bwMode="auto">
          <a:xfrm rot="5400000">
            <a:off x="8459213" y="4628572"/>
            <a:ext cx="576263" cy="0"/>
          </a:xfrm>
          <a:prstGeom prst="line">
            <a:avLst/>
          </a:prstGeom>
          <a:noFill/>
          <a:ln w="12700">
            <a:solidFill>
              <a:srgbClr val="0033CC"/>
            </a:solidFill>
            <a:prstDash val="dash"/>
            <a:round/>
            <a:head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793634" name="Line 34"/>
          <p:cNvSpPr>
            <a:spLocks noChangeShapeType="1"/>
          </p:cNvSpPr>
          <p:nvPr/>
        </p:nvSpPr>
        <p:spPr bwMode="auto">
          <a:xfrm rot="5400000">
            <a:off x="8748138" y="4628572"/>
            <a:ext cx="576263" cy="0"/>
          </a:xfrm>
          <a:prstGeom prst="line">
            <a:avLst/>
          </a:prstGeom>
          <a:noFill/>
          <a:ln w="12700">
            <a:solidFill>
              <a:srgbClr val="800080"/>
            </a:solidFill>
            <a:prstDash val="dash"/>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793636" name="Line 36"/>
          <p:cNvSpPr>
            <a:spLocks noChangeShapeType="1"/>
          </p:cNvSpPr>
          <p:nvPr/>
        </p:nvSpPr>
        <p:spPr bwMode="auto">
          <a:xfrm rot="5400000">
            <a:off x="7090788" y="3836409"/>
            <a:ext cx="576262" cy="0"/>
          </a:xfrm>
          <a:prstGeom prst="line">
            <a:avLst/>
          </a:prstGeom>
          <a:noFill/>
          <a:ln w="12700">
            <a:solidFill>
              <a:srgbClr val="0033CC"/>
            </a:solidFill>
            <a:prstDash val="dash"/>
            <a:round/>
            <a:head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793637" name="Line 37"/>
          <p:cNvSpPr>
            <a:spLocks noChangeShapeType="1"/>
          </p:cNvSpPr>
          <p:nvPr/>
        </p:nvSpPr>
        <p:spPr bwMode="auto">
          <a:xfrm rot="5400000">
            <a:off x="7379713" y="3836409"/>
            <a:ext cx="576262" cy="0"/>
          </a:xfrm>
          <a:prstGeom prst="line">
            <a:avLst/>
          </a:prstGeom>
          <a:noFill/>
          <a:ln w="12700">
            <a:solidFill>
              <a:srgbClr val="800080"/>
            </a:solidFill>
            <a:prstDash val="dash"/>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793638" name="Text Box 38"/>
          <p:cNvSpPr txBox="1">
            <a:spLocks noChangeArrowheads="1"/>
          </p:cNvSpPr>
          <p:nvPr/>
        </p:nvSpPr>
        <p:spPr bwMode="auto">
          <a:xfrm>
            <a:off x="3244945" y="5088152"/>
            <a:ext cx="891591"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dirty="0" err="1">
                <a:latin typeface="微软雅黑 Light" panose="020B0502040204020203" pitchFamily="34" charset="-122"/>
                <a:ea typeface="微软雅黑 Light" panose="020B0502040204020203" pitchFamily="34" charset="-122"/>
              </a:rPr>
              <a:t>HostA</a:t>
            </a:r>
            <a:endParaRPr lang="en-US" altLang="zh-CN" dirty="0">
              <a:latin typeface="微软雅黑 Light" panose="020B0502040204020203" pitchFamily="34" charset="-122"/>
              <a:ea typeface="微软雅黑 Light" panose="020B0502040204020203" pitchFamily="34" charset="-122"/>
            </a:endParaRPr>
          </a:p>
          <a:p>
            <a:pPr algn="ctr"/>
            <a:r>
              <a:rPr lang="en-US" altLang="zh-CN" dirty="0">
                <a:latin typeface="微软雅黑 Light" panose="020B0502040204020203" pitchFamily="34" charset="-122"/>
                <a:ea typeface="微软雅黑 Light" panose="020B0502040204020203" pitchFamily="34" charset="-122"/>
              </a:rPr>
              <a:t>(G2)</a:t>
            </a:r>
            <a:endParaRPr lang="en-US" altLang="zh-CN" dirty="0">
              <a:latin typeface="微软雅黑 Light" panose="020B0502040204020203" pitchFamily="34" charset="-122"/>
              <a:ea typeface="微软雅黑 Light" panose="020B0502040204020203" pitchFamily="34" charset="-122"/>
            </a:endParaRPr>
          </a:p>
        </p:txBody>
      </p:sp>
      <p:sp>
        <p:nvSpPr>
          <p:cNvPr id="793639" name="Text Box 39"/>
          <p:cNvSpPr txBox="1">
            <a:spLocks noChangeArrowheads="1"/>
          </p:cNvSpPr>
          <p:nvPr/>
        </p:nvSpPr>
        <p:spPr bwMode="auto">
          <a:xfrm>
            <a:off x="6293178" y="5108860"/>
            <a:ext cx="867545"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dirty="0" err="1">
                <a:latin typeface="微软雅黑 Light" panose="020B0502040204020203" pitchFamily="34" charset="-122"/>
                <a:ea typeface="微软雅黑 Light" panose="020B0502040204020203" pitchFamily="34" charset="-122"/>
              </a:rPr>
              <a:t>HostB</a:t>
            </a:r>
            <a:endParaRPr lang="en-US" altLang="zh-CN" dirty="0">
              <a:latin typeface="微软雅黑 Light" panose="020B0502040204020203" pitchFamily="34" charset="-122"/>
              <a:ea typeface="微软雅黑 Light" panose="020B0502040204020203" pitchFamily="34" charset="-122"/>
            </a:endParaRPr>
          </a:p>
          <a:p>
            <a:pPr algn="ctr"/>
            <a:r>
              <a:rPr lang="en-US" altLang="zh-CN" dirty="0">
                <a:latin typeface="微软雅黑 Light" panose="020B0502040204020203" pitchFamily="34" charset="-122"/>
                <a:ea typeface="微软雅黑 Light" panose="020B0502040204020203" pitchFamily="34" charset="-122"/>
              </a:rPr>
              <a:t>(G1)</a:t>
            </a:r>
            <a:endParaRPr lang="en-US" altLang="zh-CN" dirty="0">
              <a:latin typeface="微软雅黑 Light" panose="020B0502040204020203" pitchFamily="34" charset="-122"/>
              <a:ea typeface="微软雅黑 Light" panose="020B0502040204020203" pitchFamily="34" charset="-122"/>
            </a:endParaRPr>
          </a:p>
        </p:txBody>
      </p:sp>
      <p:sp>
        <p:nvSpPr>
          <p:cNvPr id="793640" name="Text Box 40"/>
          <p:cNvSpPr txBox="1">
            <a:spLocks noChangeArrowheads="1"/>
          </p:cNvSpPr>
          <p:nvPr/>
        </p:nvSpPr>
        <p:spPr bwMode="auto">
          <a:xfrm>
            <a:off x="9319597" y="5073001"/>
            <a:ext cx="888385"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dirty="0" err="1">
                <a:latin typeface="微软雅黑 Light" panose="020B0502040204020203" pitchFamily="34" charset="-122"/>
                <a:ea typeface="微软雅黑 Light" panose="020B0502040204020203" pitchFamily="34" charset="-122"/>
              </a:rPr>
              <a:t>HostC</a:t>
            </a:r>
            <a:endParaRPr lang="en-US" altLang="zh-CN" dirty="0">
              <a:latin typeface="微软雅黑 Light" panose="020B0502040204020203" pitchFamily="34" charset="-122"/>
              <a:ea typeface="微软雅黑 Light" panose="020B0502040204020203" pitchFamily="34" charset="-122"/>
            </a:endParaRPr>
          </a:p>
          <a:p>
            <a:pPr algn="ctr"/>
            <a:r>
              <a:rPr lang="en-US" altLang="zh-CN" dirty="0">
                <a:latin typeface="微软雅黑 Light" panose="020B0502040204020203" pitchFamily="34" charset="-122"/>
                <a:ea typeface="微软雅黑 Light" panose="020B0502040204020203" pitchFamily="34" charset="-122"/>
              </a:rPr>
              <a:t>(G1)</a:t>
            </a:r>
            <a:endParaRPr lang="en-US" altLang="zh-CN" dirty="0">
              <a:latin typeface="微软雅黑 Light" panose="020B0502040204020203" pitchFamily="34" charset="-122"/>
              <a:ea typeface="微软雅黑 Light" panose="020B0502040204020203" pitchFamily="34" charset="-122"/>
            </a:endParaRPr>
          </a:p>
        </p:txBody>
      </p:sp>
      <p:sp>
        <p:nvSpPr>
          <p:cNvPr id="793641" name="Text Box 41"/>
          <p:cNvSpPr txBox="1">
            <a:spLocks noChangeArrowheads="1"/>
          </p:cNvSpPr>
          <p:nvPr/>
        </p:nvSpPr>
        <p:spPr bwMode="auto">
          <a:xfrm>
            <a:off x="7465917" y="2467191"/>
            <a:ext cx="524503"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dirty="0">
                <a:latin typeface="微软雅黑 Light" panose="020B0502040204020203" pitchFamily="34" charset="-122"/>
                <a:ea typeface="微软雅黑 Light" panose="020B0502040204020203" pitchFamily="34" charset="-122"/>
              </a:rPr>
              <a:t>DR</a:t>
            </a:r>
            <a:endParaRPr lang="en-US" altLang="zh-CN" dirty="0">
              <a:latin typeface="微软雅黑 Light" panose="020B0502040204020203" pitchFamily="34" charset="-122"/>
              <a:ea typeface="微软雅黑 Light" panose="020B0502040204020203" pitchFamily="34" charset="-122"/>
            </a:endParaRPr>
          </a:p>
        </p:txBody>
      </p:sp>
      <p:sp>
        <p:nvSpPr>
          <p:cNvPr id="793642" name="AutoShape 42"/>
          <p:cNvSpPr>
            <a:spLocks noChangeArrowheads="1"/>
          </p:cNvSpPr>
          <p:nvPr/>
        </p:nvSpPr>
        <p:spPr bwMode="auto">
          <a:xfrm>
            <a:off x="7596407" y="1243228"/>
            <a:ext cx="2590800" cy="863600"/>
          </a:xfrm>
          <a:prstGeom prst="wedgeRoundRectCallout">
            <a:avLst>
              <a:gd name="adj1" fmla="val -42343"/>
              <a:gd name="adj2" fmla="val 102023"/>
              <a:gd name="adj3" fmla="val 16667"/>
            </a:avLst>
          </a:prstGeom>
          <a:solidFill>
            <a:srgbClr val="EAEAEA"/>
          </a:solidFill>
          <a:ln w="9525"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r>
              <a:rPr lang="zh-CN" altLang="en-US" sz="1800" dirty="0">
                <a:latin typeface="微软雅黑 Light" panose="020B0502040204020203" pitchFamily="34" charset="-122"/>
                <a:ea typeface="微软雅黑 Light" panose="020B0502040204020203" pitchFamily="34" charset="-122"/>
              </a:rPr>
              <a:t>由多播路由协议选举出唯一的信息转发者</a:t>
            </a:r>
            <a:r>
              <a:rPr lang="en-US" altLang="zh-CN" sz="1800" dirty="0">
                <a:latin typeface="微软雅黑 Light" panose="020B0502040204020203" pitchFamily="34" charset="-122"/>
                <a:ea typeface="微软雅黑 Light" panose="020B0502040204020203" pitchFamily="34" charset="-122"/>
              </a:rPr>
              <a:t>DR</a:t>
            </a:r>
            <a:r>
              <a:rPr lang="zh-CN" altLang="en-US" sz="1800" dirty="0">
                <a:latin typeface="微软雅黑 Light" panose="020B0502040204020203" pitchFamily="34" charset="-122"/>
                <a:ea typeface="微软雅黑 Light" panose="020B0502040204020203" pitchFamily="34" charset="-122"/>
              </a:rPr>
              <a:t>作为</a:t>
            </a:r>
            <a:r>
              <a:rPr lang="en-US" altLang="zh-CN" sz="1800" dirty="0">
                <a:latin typeface="微软雅黑 Light" panose="020B0502040204020203" pitchFamily="34" charset="-122"/>
                <a:ea typeface="微软雅黑 Light" panose="020B0502040204020203" pitchFamily="34" charset="-122"/>
              </a:rPr>
              <a:t>IGMP</a:t>
            </a:r>
            <a:r>
              <a:rPr lang="zh-CN" altLang="en-US" sz="1800" dirty="0">
                <a:latin typeface="微软雅黑 Light" panose="020B0502040204020203" pitchFamily="34" charset="-122"/>
                <a:ea typeface="微软雅黑 Light" panose="020B0502040204020203" pitchFamily="34" charset="-122"/>
              </a:rPr>
              <a:t>查询器</a:t>
            </a:r>
            <a:endParaRPr lang="zh-CN" altLang="en-US" sz="1800" dirty="0">
              <a:latin typeface="微软雅黑 Light" panose="020B0502040204020203" pitchFamily="34" charset="-122"/>
              <a:ea typeface="微软雅黑 Light" panose="020B0502040204020203" pitchFamily="34" charset="-122"/>
            </a:endParaRPr>
          </a:p>
        </p:txBody>
      </p:sp>
      <p:sp>
        <p:nvSpPr>
          <p:cNvPr id="793643" name="Text Box 43"/>
          <p:cNvSpPr txBox="1">
            <a:spLocks noChangeArrowheads="1"/>
          </p:cNvSpPr>
          <p:nvPr/>
        </p:nvSpPr>
        <p:spPr bwMode="auto">
          <a:xfrm>
            <a:off x="8556326" y="4384891"/>
            <a:ext cx="402674"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800" dirty="0">
                <a:solidFill>
                  <a:srgbClr val="FF3300"/>
                </a:solidFill>
                <a:latin typeface="微软雅黑 Light" panose="020B0502040204020203" pitchFamily="34" charset="-122"/>
                <a:ea typeface="微软雅黑 Light" panose="020B0502040204020203" pitchFamily="34" charset="-122"/>
              </a:rPr>
              <a:t>X</a:t>
            </a:r>
            <a:endParaRPr lang="en-US" altLang="zh-CN" sz="2800" dirty="0">
              <a:solidFill>
                <a:srgbClr val="FF3300"/>
              </a:solidFill>
              <a:latin typeface="微软雅黑 Light" panose="020B0502040204020203" pitchFamily="34" charset="-122"/>
              <a:ea typeface="微软雅黑 Light" panose="020B0502040204020203" pitchFamily="34" charset="-122"/>
            </a:endParaRPr>
          </a:p>
        </p:txBody>
      </p:sp>
      <p:sp>
        <p:nvSpPr>
          <p:cNvPr id="793644" name="Text Box 44"/>
          <p:cNvSpPr txBox="1">
            <a:spLocks noChangeArrowheads="1"/>
          </p:cNvSpPr>
          <p:nvPr/>
        </p:nvSpPr>
        <p:spPr bwMode="auto">
          <a:xfrm>
            <a:off x="2149779" y="5990254"/>
            <a:ext cx="80740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400" dirty="0">
                <a:latin typeface="微软雅黑 Light" panose="020B0502040204020203" pitchFamily="34" charset="-122"/>
                <a:ea typeface="微软雅黑 Light" panose="020B0502040204020203" pitchFamily="34" charset="-122"/>
              </a:rPr>
              <a:t>IGMP v1</a:t>
            </a:r>
            <a:r>
              <a:rPr lang="zh-CN" altLang="en-US" sz="2400" dirty="0">
                <a:latin typeface="微软雅黑 Light" panose="020B0502040204020203" pitchFamily="34" charset="-122"/>
                <a:ea typeface="微软雅黑 Light" panose="020B0502040204020203" pitchFamily="34" charset="-122"/>
              </a:rPr>
              <a:t>主要基于查询和响应机制完成对多播组成员的管理</a:t>
            </a:r>
            <a:endParaRPr lang="zh-CN" altLang="en-US" sz="2400" dirty="0">
              <a:latin typeface="微软雅黑 Light" panose="020B0502040204020203" pitchFamily="34" charset="-122"/>
              <a:ea typeface="微软雅黑 Light" panose="020B0502040204020203" pitchFamily="34" charset="-122"/>
            </a:endParaRPr>
          </a:p>
        </p:txBody>
      </p:sp>
      <p:sp>
        <p:nvSpPr>
          <p:cNvPr id="793645" name="AutoShape 45"/>
          <p:cNvSpPr>
            <a:spLocks noChangeArrowheads="1"/>
          </p:cNvSpPr>
          <p:nvPr/>
        </p:nvSpPr>
        <p:spPr bwMode="auto">
          <a:xfrm>
            <a:off x="8388570" y="3403815"/>
            <a:ext cx="1368425" cy="647700"/>
          </a:xfrm>
          <a:prstGeom prst="wedgeRoundRectCallout">
            <a:avLst>
              <a:gd name="adj1" fmla="val -98722"/>
              <a:gd name="adj2" fmla="val 30394"/>
              <a:gd name="adj3" fmla="val 16667"/>
            </a:avLst>
          </a:prstGeom>
          <a:solidFill>
            <a:srgbClr val="EAEAEA"/>
          </a:solidFill>
          <a:ln w="9525"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r>
              <a:rPr lang="zh-CN" altLang="en-US" dirty="0">
                <a:latin typeface="微软雅黑 Light" panose="020B0502040204020203" pitchFamily="34" charset="-122"/>
                <a:ea typeface="微软雅黑 Light" panose="020B0502040204020203" pitchFamily="34" charset="-122"/>
              </a:rPr>
              <a:t>目的地址</a:t>
            </a:r>
            <a:r>
              <a:rPr lang="en-US" altLang="zh-CN" dirty="0">
                <a:latin typeface="微软雅黑 Light" panose="020B0502040204020203" pitchFamily="34" charset="-122"/>
                <a:ea typeface="微软雅黑 Light" panose="020B0502040204020203" pitchFamily="34" charset="-122"/>
              </a:rPr>
              <a:t>224.0.0.1</a:t>
            </a:r>
            <a:endParaRPr lang="en-US" altLang="zh-CN" dirty="0">
              <a:latin typeface="微软雅黑 Light" panose="020B0502040204020203" pitchFamily="34" charset="-122"/>
              <a:ea typeface="微软雅黑 Light" panose="020B0502040204020203" pitchFamily="34" charset="-122"/>
            </a:endParaRPr>
          </a:p>
        </p:txBody>
      </p:sp>
      <p:pic>
        <p:nvPicPr>
          <p:cNvPr id="42" name="图形 41"/>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568502" y="5131015"/>
            <a:ext cx="598090" cy="452840"/>
          </a:xfrm>
          <a:prstGeom prst="rect">
            <a:avLst/>
          </a:prstGeom>
        </p:spPr>
      </p:pic>
      <p:pic>
        <p:nvPicPr>
          <p:cNvPr id="43" name="图形 42"/>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569368" y="5142986"/>
            <a:ext cx="598090" cy="452840"/>
          </a:xfrm>
          <a:prstGeom prst="rect">
            <a:avLst/>
          </a:prstGeom>
        </p:spPr>
      </p:pic>
      <p:pic>
        <p:nvPicPr>
          <p:cNvPr id="45" name="图形 44"/>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610792" y="5122082"/>
            <a:ext cx="598090" cy="452840"/>
          </a:xfrm>
          <a:prstGeom prst="rect">
            <a:avLst/>
          </a:prstGeom>
        </p:spPr>
      </p:pic>
      <p:grpSp>
        <p:nvGrpSpPr>
          <p:cNvPr id="50" name="组合 49"/>
          <p:cNvGrpSpPr/>
          <p:nvPr/>
        </p:nvGrpSpPr>
        <p:grpSpPr>
          <a:xfrm>
            <a:off x="3978593" y="2844232"/>
            <a:ext cx="712370" cy="716747"/>
            <a:chOff x="10878370" y="1373786"/>
            <a:chExt cx="487843" cy="520767"/>
          </a:xfrm>
        </p:grpSpPr>
        <p:sp>
          <p:nvSpPr>
            <p:cNvPr id="51" name="矩形: 圆角 50"/>
            <p:cNvSpPr/>
            <p:nvPr/>
          </p:nvSpPr>
          <p:spPr bwMode="auto">
            <a:xfrm>
              <a:off x="10882383" y="1373786"/>
              <a:ext cx="474305" cy="513215"/>
            </a:xfrm>
            <a:prstGeom prst="roundRect">
              <a:avLst/>
            </a:prstGeom>
            <a:solidFill>
              <a:schemeClr val="bg1"/>
            </a:solidFill>
            <a:ln w="9525" cap="flat" cmpd="sng" algn="ctr">
              <a:solidFill>
                <a:srgbClr val="000000"/>
              </a:solidFill>
              <a:prstDash val="solid"/>
              <a:round/>
              <a:headEnd type="none" w="med" len="med"/>
              <a:tailEnd type="none" w="med" len="med"/>
            </a:ln>
            <a:effectLst/>
          </p:spPr>
          <p:txBody>
            <a:bodyPr rot="0" spcFirstLastPara="0" vertOverflow="overflow" horzOverflow="overflow" vert="horz" wrap="square" lIns="36000" tIns="36000" rIns="36000" bIns="36000" numCol="1" spcCol="0" rtlCol="0" fromWordArt="0" anchor="ctr" anchorCtr="0" forceAA="0" compatLnSpc="1">
              <a:normAutofit/>
            </a:bodyPr>
            <a:lstStyle/>
            <a:p>
              <a:pPr marL="0" marR="0" indent="0" algn="ctr" defTabSz="914400" rtl="0" eaLnBrk="1" fontAlgn="base" latinLnBrk="0" hangingPunct="1">
                <a:lnSpc>
                  <a:spcPct val="100000"/>
                </a:lnSpc>
                <a:spcBef>
                  <a:spcPct val="0"/>
                </a:spcBef>
                <a:spcAft>
                  <a:spcPct val="0"/>
                </a:spcAft>
                <a:buClrTx/>
                <a:buSzTx/>
                <a:buFontTx/>
                <a:buNone/>
              </a:pPr>
              <a:endParaRPr kumimoji="0" lang="zh-CN" altLang="en-US" sz="20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endParaRPr>
            </a:p>
          </p:txBody>
        </p:sp>
        <p:pic>
          <p:nvPicPr>
            <p:cNvPr id="52" name="图形 51"/>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0878370" y="1381338"/>
              <a:ext cx="487843" cy="513215"/>
            </a:xfrm>
            <a:prstGeom prst="rect">
              <a:avLst/>
            </a:prstGeom>
          </p:spPr>
        </p:pic>
      </p:grpSp>
      <p:grpSp>
        <p:nvGrpSpPr>
          <p:cNvPr id="54" name="组合 53"/>
          <p:cNvGrpSpPr/>
          <p:nvPr/>
        </p:nvGrpSpPr>
        <p:grpSpPr>
          <a:xfrm>
            <a:off x="7160723" y="2833872"/>
            <a:ext cx="712370" cy="714406"/>
            <a:chOff x="10878370" y="1373786"/>
            <a:chExt cx="487843" cy="520767"/>
          </a:xfrm>
        </p:grpSpPr>
        <p:sp>
          <p:nvSpPr>
            <p:cNvPr id="55" name="矩形: 圆角 54"/>
            <p:cNvSpPr/>
            <p:nvPr/>
          </p:nvSpPr>
          <p:spPr bwMode="auto">
            <a:xfrm>
              <a:off x="10882383" y="1373786"/>
              <a:ext cx="474305" cy="513215"/>
            </a:xfrm>
            <a:prstGeom prst="roundRect">
              <a:avLst/>
            </a:prstGeom>
            <a:solidFill>
              <a:schemeClr val="bg1"/>
            </a:solidFill>
            <a:ln w="9525" cap="flat" cmpd="sng" algn="ctr">
              <a:solidFill>
                <a:srgbClr val="000000"/>
              </a:solidFill>
              <a:prstDash val="solid"/>
              <a:round/>
              <a:headEnd type="none" w="med" len="med"/>
              <a:tailEnd type="none" w="med" len="med"/>
            </a:ln>
            <a:effectLst/>
          </p:spPr>
          <p:txBody>
            <a:bodyPr rot="0" spcFirstLastPara="0" vertOverflow="overflow" horzOverflow="overflow" vert="horz" wrap="square" lIns="36000" tIns="36000" rIns="36000" bIns="36000" numCol="1" spcCol="0" rtlCol="0" fromWordArt="0" anchor="ctr" anchorCtr="0" forceAA="0" compatLnSpc="1">
              <a:normAutofit/>
            </a:bodyPr>
            <a:lstStyle/>
            <a:p>
              <a:pPr marL="0" marR="0" indent="0" algn="ctr" defTabSz="914400" rtl="0" eaLnBrk="1" fontAlgn="base" latinLnBrk="0" hangingPunct="1">
                <a:lnSpc>
                  <a:spcPct val="100000"/>
                </a:lnSpc>
                <a:spcBef>
                  <a:spcPct val="0"/>
                </a:spcBef>
                <a:spcAft>
                  <a:spcPct val="0"/>
                </a:spcAft>
                <a:buClrTx/>
                <a:buSzTx/>
                <a:buFontTx/>
                <a:buNone/>
              </a:pPr>
              <a:endParaRPr kumimoji="0" lang="zh-CN" altLang="en-US" sz="20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endParaRPr>
            </a:p>
          </p:txBody>
        </p:sp>
        <p:pic>
          <p:nvPicPr>
            <p:cNvPr id="56" name="图形 55"/>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0878370" y="1381338"/>
              <a:ext cx="487843" cy="513215"/>
            </a:xfrm>
            <a:prstGeom prst="rect">
              <a:avLst/>
            </a:prstGeom>
          </p:spPr>
        </p:pic>
      </p:grpSp>
    </p:spTree>
  </p:cSld>
  <p:clrMapOvr>
    <a:masterClrMapping/>
  </p:clrMapOvr>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矩形: 圆角 35"/>
          <p:cNvSpPr/>
          <p:nvPr/>
        </p:nvSpPr>
        <p:spPr bwMode="auto">
          <a:xfrm>
            <a:off x="9202434" y="5272890"/>
            <a:ext cx="2490703" cy="737849"/>
          </a:xfrm>
          <a:prstGeom prst="roundRect">
            <a:avLst/>
          </a:prstGeom>
          <a:solidFill>
            <a:schemeClr val="accent6">
              <a:lumMod val="20000"/>
              <a:lumOff val="80000"/>
            </a:schemeClr>
          </a:solidFill>
          <a:ln w="9525" cap="flat" cmpd="sng" algn="ctr">
            <a:solidFill>
              <a:schemeClr val="bg1">
                <a:lumMod val="85000"/>
              </a:schemeClr>
            </a:solidFill>
            <a:prstDash val="solid"/>
            <a:round/>
            <a:headEnd type="none" w="med" len="med"/>
            <a:tailEnd type="none" w="med" len="med"/>
          </a:ln>
          <a:effectLst/>
        </p:spPr>
        <p:txBody>
          <a:bodyPr vert="horz" wrap="square" lIns="91440" tIns="45720" rIns="91440" bIns="45720" numCol="1" rtlCol="0" anchor="ctr" anchorCtr="0" compatLnSpc="1"/>
          <a:lstStyle/>
          <a:p>
            <a:pPr algn="ctr" defTabSz="913765">
              <a:lnSpc>
                <a:spcPct val="120000"/>
              </a:lnSpc>
              <a:buClr>
                <a:srgbClr val="CC9900"/>
              </a:buClr>
            </a:pPr>
            <a:r>
              <a:rPr lang="en-US" altLang="zh-CN" sz="1800">
                <a:latin typeface="微软雅黑 Light" panose="020B0502040204020203" pitchFamily="34" charset="-122"/>
                <a:ea typeface="微软雅黑 Light" panose="020B0502040204020203" pitchFamily="34" charset="-122"/>
                <a:cs typeface="+mn-ea"/>
                <a:sym typeface="+mn-lt"/>
              </a:rPr>
              <a:t>IPv6</a:t>
            </a:r>
            <a:endParaRPr lang="en-US" altLang="ko-KR" sz="1800" dirty="0">
              <a:latin typeface="微软雅黑 Light" panose="020B0502040204020203" pitchFamily="34" charset="-122"/>
              <a:ea typeface="微软雅黑 Light" panose="020B0502040204020203" pitchFamily="34" charset="-122"/>
              <a:cs typeface="+mn-ea"/>
              <a:sym typeface="+mn-lt"/>
            </a:endParaRPr>
          </a:p>
        </p:txBody>
      </p:sp>
      <p:sp>
        <p:nvSpPr>
          <p:cNvPr id="2" name="标题 1"/>
          <p:cNvSpPr>
            <a:spLocks noGrp="1"/>
          </p:cNvSpPr>
          <p:nvPr>
            <p:ph type="title"/>
          </p:nvPr>
        </p:nvSpPr>
        <p:spPr/>
        <p:txBody>
          <a:bodyPr/>
          <a:lstStyle/>
          <a:p>
            <a:r>
              <a:rPr lang="en-US" altLang="zh-CN" dirty="0"/>
              <a:t>5.3 IPv6</a:t>
            </a:r>
            <a:r>
              <a:rPr lang="zh-CN" altLang="en-US" dirty="0"/>
              <a:t>协议</a:t>
            </a:r>
            <a:endParaRPr lang="zh-CN" altLang="en-US" dirty="0"/>
          </a:p>
        </p:txBody>
      </p:sp>
      <p:sp>
        <p:nvSpPr>
          <p:cNvPr id="3" name="内容占位符 2"/>
          <p:cNvSpPr>
            <a:spLocks noGrp="1"/>
          </p:cNvSpPr>
          <p:nvPr>
            <p:ph idx="1"/>
          </p:nvPr>
        </p:nvSpPr>
        <p:spPr>
          <a:xfrm>
            <a:off x="334434" y="1052515"/>
            <a:ext cx="11523133" cy="2088454"/>
          </a:xfrm>
        </p:spPr>
        <p:txBody>
          <a:bodyPr/>
          <a:lstStyle/>
          <a:p>
            <a:r>
              <a:rPr lang="en-US" altLang="zh-CN" dirty="0"/>
              <a:t>2011</a:t>
            </a:r>
            <a:r>
              <a:rPr lang="zh-CN" altLang="en-US" dirty="0"/>
              <a:t>年</a:t>
            </a:r>
            <a:r>
              <a:rPr lang="en-US" altLang="zh-CN" dirty="0"/>
              <a:t>2</a:t>
            </a:r>
            <a:r>
              <a:rPr lang="zh-CN" altLang="en-US" dirty="0"/>
              <a:t>月</a:t>
            </a:r>
            <a:r>
              <a:rPr lang="en-US" altLang="zh-CN" dirty="0"/>
              <a:t>3</a:t>
            </a:r>
            <a:r>
              <a:rPr lang="zh-CN" altLang="en-US" dirty="0"/>
              <a:t>日，</a:t>
            </a:r>
            <a:r>
              <a:rPr lang="en-US" altLang="zh-CN" dirty="0"/>
              <a:t>IANA</a:t>
            </a:r>
            <a:r>
              <a:rPr lang="zh-CN" altLang="en-US" dirty="0"/>
              <a:t>（</a:t>
            </a:r>
            <a:r>
              <a:rPr lang="en-US" altLang="zh-CN" dirty="0"/>
              <a:t>Internet Assigned Numbers Authority</a:t>
            </a:r>
            <a:r>
              <a:rPr lang="zh-CN" altLang="en-US" dirty="0"/>
              <a:t>）宣布将其最后的</a:t>
            </a:r>
            <a:r>
              <a:rPr lang="en-US" altLang="zh-CN" dirty="0"/>
              <a:t>468</a:t>
            </a:r>
            <a:r>
              <a:rPr lang="zh-CN" altLang="en-US" dirty="0"/>
              <a:t>万个</a:t>
            </a:r>
            <a:r>
              <a:rPr lang="en-US" altLang="zh-CN" dirty="0"/>
              <a:t>IPv4</a:t>
            </a:r>
            <a:r>
              <a:rPr lang="zh-CN" altLang="en-US" dirty="0"/>
              <a:t>地址平均分配到全球</a:t>
            </a:r>
            <a:r>
              <a:rPr lang="en-US" altLang="zh-CN" dirty="0"/>
              <a:t>5</a:t>
            </a:r>
            <a:r>
              <a:rPr lang="zh-CN" altLang="en-US" dirty="0"/>
              <a:t>个</a:t>
            </a:r>
            <a:r>
              <a:rPr lang="en-US" altLang="zh-CN" dirty="0"/>
              <a:t>RIR</a:t>
            </a:r>
            <a:r>
              <a:rPr lang="zh-CN" altLang="en-US" dirty="0"/>
              <a:t>（</a:t>
            </a:r>
            <a:r>
              <a:rPr lang="en-US" altLang="zh-CN" dirty="0"/>
              <a:t>Regional Internet Registry</a:t>
            </a:r>
            <a:r>
              <a:rPr lang="zh-CN" altLang="en-US" dirty="0"/>
              <a:t>），此后</a:t>
            </a:r>
            <a:r>
              <a:rPr lang="en-US" altLang="zh-CN" dirty="0"/>
              <a:t>IANA</a:t>
            </a:r>
            <a:r>
              <a:rPr lang="zh-CN" altLang="en-US" dirty="0"/>
              <a:t>再没有可分配的</a:t>
            </a:r>
            <a:r>
              <a:rPr lang="en-US" altLang="zh-CN" dirty="0"/>
              <a:t>IPv4</a:t>
            </a:r>
            <a:r>
              <a:rPr lang="zh-CN" altLang="en-US" dirty="0"/>
              <a:t>公网地址资源</a:t>
            </a:r>
            <a:endParaRPr lang="zh-CN" altLang="en-US" dirty="0"/>
          </a:p>
        </p:txBody>
      </p:sp>
      <p:sp>
        <p:nvSpPr>
          <p:cNvPr id="4" name="灯片编号占位符 3"/>
          <p:cNvSpPr>
            <a:spLocks noGrp="1"/>
          </p:cNvSpPr>
          <p:nvPr>
            <p:ph type="sldNum" sz="quarter" idx="12"/>
          </p:nvPr>
        </p:nvSpPr>
        <p:spPr/>
        <p:txBody>
          <a:bodyPr/>
          <a:lstStyle/>
          <a:p>
            <a:pPr>
              <a:defRPr/>
            </a:pPr>
            <a:fld id="{816960B2-2B11-492C-B588-5290E1274F96}" type="slidenum">
              <a:rPr lang="en-US" altLang="zh-CN" smtClean="0"/>
            </a:fld>
            <a:endParaRPr lang="en-US" altLang="zh-CN" dirty="0"/>
          </a:p>
        </p:txBody>
      </p:sp>
      <p:sp>
        <p:nvSpPr>
          <p:cNvPr id="5" name="矩形 6"/>
          <p:cNvSpPr/>
          <p:nvPr/>
        </p:nvSpPr>
        <p:spPr bwMode="ltGray">
          <a:xfrm>
            <a:off x="793977" y="4314789"/>
            <a:ext cx="1799297" cy="326382"/>
          </a:xfrm>
          <a:prstGeom prst="rect">
            <a:avLst/>
          </a:prstGeom>
          <a:solidFill>
            <a:srgbClr val="F6B78C"/>
          </a:solidFill>
          <a:ln>
            <a:solidFill>
              <a:srgbClr val="FFFFFF"/>
            </a:solidFill>
          </a:ln>
          <a:effectLst/>
        </p:spPr>
        <p:txBody>
          <a:bodyPr wrap="none" lIns="121887" tIns="60944" rIns="121887" bIns="60944" anchor="ctr" anchorCtr="0">
            <a:noAutofit/>
          </a:bodyPr>
          <a:lstStyle/>
          <a:p>
            <a:pPr marL="213995" indent="-213995" algn="ctr" defTabSz="697230" eaLnBrk="0" hangingPunct="0">
              <a:lnSpc>
                <a:spcPct val="120000"/>
              </a:lnSpc>
              <a:buClr>
                <a:srgbClr val="990000"/>
              </a:buClr>
              <a:buSzPct val="60000"/>
            </a:pPr>
            <a:r>
              <a:rPr lang="en-US" altLang="zh-CN" sz="1400" b="1" kern="0" dirty="0">
                <a:latin typeface="微软雅黑 Light" panose="020B0502040204020203" pitchFamily="34" charset="-122"/>
                <a:ea typeface="微软雅黑 Light" panose="020B0502040204020203" pitchFamily="34" charset="-122"/>
                <a:cs typeface="+mn-ea"/>
                <a:sym typeface="+mn-lt"/>
              </a:rPr>
              <a:t>2011.4</a:t>
            </a:r>
            <a:endParaRPr lang="zh-CN" altLang="en-US" sz="1400" b="1" kern="0" dirty="0">
              <a:latin typeface="微软雅黑 Light" panose="020B0502040204020203" pitchFamily="34" charset="-122"/>
              <a:ea typeface="微软雅黑 Light" panose="020B0502040204020203" pitchFamily="34" charset="-122"/>
              <a:cs typeface="+mn-ea"/>
              <a:sym typeface="+mn-lt"/>
            </a:endParaRPr>
          </a:p>
        </p:txBody>
      </p:sp>
      <p:sp>
        <p:nvSpPr>
          <p:cNvPr id="6" name="矩形 7"/>
          <p:cNvSpPr/>
          <p:nvPr/>
        </p:nvSpPr>
        <p:spPr bwMode="gray">
          <a:xfrm>
            <a:off x="2590590" y="4314789"/>
            <a:ext cx="1799297" cy="326382"/>
          </a:xfrm>
          <a:prstGeom prst="rect">
            <a:avLst/>
          </a:prstGeom>
          <a:solidFill>
            <a:schemeClr val="accent5">
              <a:lumMod val="90000"/>
            </a:schemeClr>
          </a:solidFill>
          <a:ln>
            <a:solidFill>
              <a:srgbClr val="FFFFFF"/>
            </a:solidFill>
          </a:ln>
          <a:effectLst/>
        </p:spPr>
        <p:txBody>
          <a:bodyPr wrap="none" lIns="121887" tIns="60944" rIns="121887" bIns="60944" anchor="ctr" anchorCtr="0">
            <a:noAutofit/>
          </a:bodyPr>
          <a:lstStyle/>
          <a:p>
            <a:pPr marL="213995" indent="-213995" algn="ctr" defTabSz="697230" eaLnBrk="0" hangingPunct="0">
              <a:lnSpc>
                <a:spcPct val="120000"/>
              </a:lnSpc>
              <a:buClr>
                <a:srgbClr val="990000"/>
              </a:buClr>
              <a:buSzPct val="60000"/>
              <a:defRPr/>
            </a:pPr>
            <a:r>
              <a:rPr lang="en-US" altLang="zh-CN" sz="1400" b="1" kern="0" dirty="0">
                <a:latin typeface="微软雅黑 Light" panose="020B0502040204020203" pitchFamily="34" charset="-122"/>
                <a:ea typeface="微软雅黑 Light" panose="020B0502040204020203" pitchFamily="34" charset="-122"/>
                <a:cs typeface="+mn-ea"/>
                <a:sym typeface="+mn-lt"/>
              </a:rPr>
              <a:t>2012.9</a:t>
            </a:r>
            <a:endParaRPr lang="zh-CN" altLang="en-US" sz="1400" b="1" kern="0" dirty="0">
              <a:latin typeface="微软雅黑 Light" panose="020B0502040204020203" pitchFamily="34" charset="-122"/>
              <a:ea typeface="微软雅黑 Light" panose="020B0502040204020203" pitchFamily="34" charset="-122"/>
              <a:cs typeface="+mn-ea"/>
              <a:sym typeface="+mn-lt"/>
            </a:endParaRPr>
          </a:p>
        </p:txBody>
      </p:sp>
      <p:sp>
        <p:nvSpPr>
          <p:cNvPr id="7" name="矩形 9"/>
          <p:cNvSpPr/>
          <p:nvPr/>
        </p:nvSpPr>
        <p:spPr bwMode="gray">
          <a:xfrm>
            <a:off x="6193948" y="4314789"/>
            <a:ext cx="1799297" cy="326382"/>
          </a:xfrm>
          <a:prstGeom prst="rect">
            <a:avLst/>
          </a:prstGeom>
          <a:solidFill>
            <a:schemeClr val="accent5">
              <a:lumMod val="90000"/>
            </a:schemeClr>
          </a:solidFill>
          <a:ln>
            <a:solidFill>
              <a:srgbClr val="FFFFFF"/>
            </a:solidFill>
          </a:ln>
          <a:effectLst/>
        </p:spPr>
        <p:txBody>
          <a:bodyPr wrap="none" lIns="121887" tIns="60944" rIns="121887" bIns="60944" anchor="ctr" anchorCtr="0">
            <a:noAutofit/>
          </a:bodyPr>
          <a:lstStyle/>
          <a:p>
            <a:pPr marL="213995" indent="-213995" algn="ctr" defTabSz="697230" eaLnBrk="0" hangingPunct="0">
              <a:lnSpc>
                <a:spcPct val="120000"/>
              </a:lnSpc>
              <a:buClr>
                <a:srgbClr val="990000"/>
              </a:buClr>
              <a:buSzPct val="60000"/>
            </a:pPr>
            <a:r>
              <a:rPr lang="en-US" altLang="zh-CN" sz="1400" b="1" kern="0" dirty="0">
                <a:latin typeface="微软雅黑 Light" panose="020B0502040204020203" pitchFamily="34" charset="-122"/>
                <a:ea typeface="微软雅黑 Light" panose="020B0502040204020203" pitchFamily="34" charset="-122"/>
                <a:cs typeface="+mn-ea"/>
                <a:sym typeface="+mn-lt"/>
              </a:rPr>
              <a:t>2015.9</a:t>
            </a:r>
            <a:endParaRPr lang="zh-CN" altLang="en-US" sz="1400" b="1" kern="0" dirty="0">
              <a:latin typeface="微软雅黑 Light" panose="020B0502040204020203" pitchFamily="34" charset="-122"/>
              <a:ea typeface="微软雅黑 Light" panose="020B0502040204020203" pitchFamily="34" charset="-122"/>
              <a:cs typeface="+mn-ea"/>
              <a:sym typeface="+mn-lt"/>
            </a:endParaRPr>
          </a:p>
        </p:txBody>
      </p:sp>
      <p:sp>
        <p:nvSpPr>
          <p:cNvPr id="8" name="矩形 10"/>
          <p:cNvSpPr/>
          <p:nvPr/>
        </p:nvSpPr>
        <p:spPr bwMode="ltGray">
          <a:xfrm>
            <a:off x="7993245" y="4314789"/>
            <a:ext cx="1799297" cy="326382"/>
          </a:xfrm>
          <a:prstGeom prst="rect">
            <a:avLst/>
          </a:prstGeom>
          <a:solidFill>
            <a:srgbClr val="F6B78C"/>
          </a:solidFill>
          <a:ln>
            <a:solidFill>
              <a:srgbClr val="FFFFFF"/>
            </a:solidFill>
          </a:ln>
          <a:effectLst/>
        </p:spPr>
        <p:txBody>
          <a:bodyPr wrap="none" lIns="121887" tIns="60944" rIns="121887" bIns="60944" anchor="ctr" anchorCtr="0">
            <a:noAutofit/>
          </a:bodyPr>
          <a:lstStyle/>
          <a:p>
            <a:pPr marL="213995" indent="-213995" algn="ctr" defTabSz="697230" eaLnBrk="0" hangingPunct="0">
              <a:lnSpc>
                <a:spcPct val="120000"/>
              </a:lnSpc>
              <a:buClr>
                <a:srgbClr val="990000"/>
              </a:buClr>
              <a:buSzPct val="60000"/>
            </a:pPr>
            <a:r>
              <a:rPr lang="en-US" altLang="zh-CN" sz="1400" b="1" kern="0" dirty="0">
                <a:latin typeface="微软雅黑 Light" panose="020B0502040204020203" pitchFamily="34" charset="-122"/>
                <a:ea typeface="微软雅黑 Light" panose="020B0502040204020203" pitchFamily="34" charset="-122"/>
                <a:cs typeface="+mn-ea"/>
                <a:sym typeface="+mn-lt"/>
              </a:rPr>
              <a:t>2019.11.25</a:t>
            </a:r>
            <a:endParaRPr lang="zh-CN" altLang="en-US" sz="1400" b="1" kern="0" dirty="0">
              <a:latin typeface="微软雅黑 Light" panose="020B0502040204020203" pitchFamily="34" charset="-122"/>
              <a:ea typeface="微软雅黑 Light" panose="020B0502040204020203" pitchFamily="34" charset="-122"/>
              <a:cs typeface="+mn-ea"/>
              <a:sym typeface="+mn-lt"/>
            </a:endParaRPr>
          </a:p>
        </p:txBody>
      </p:sp>
      <p:cxnSp>
        <p:nvCxnSpPr>
          <p:cNvPr id="9" name="直接箭头连接符 88"/>
          <p:cNvCxnSpPr/>
          <p:nvPr/>
        </p:nvCxnSpPr>
        <p:spPr bwMode="auto">
          <a:xfrm>
            <a:off x="1726400" y="3862887"/>
            <a:ext cx="0" cy="466311"/>
          </a:xfrm>
          <a:prstGeom prst="straightConnector1">
            <a:avLst/>
          </a:prstGeom>
          <a:noFill/>
          <a:ln w="25400">
            <a:solidFill>
              <a:schemeClr val="tx1">
                <a:alpha val="55000"/>
              </a:schemeClr>
            </a:solidFill>
            <a:headEnd type="triangl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0" name="직사각형 35"/>
          <p:cNvSpPr>
            <a:spLocks noChangeArrowheads="1"/>
          </p:cNvSpPr>
          <p:nvPr/>
        </p:nvSpPr>
        <p:spPr bwMode="ltGray">
          <a:xfrm>
            <a:off x="4394651" y="4314789"/>
            <a:ext cx="1799297" cy="326382"/>
          </a:xfrm>
          <a:prstGeom prst="rect">
            <a:avLst/>
          </a:prstGeom>
          <a:solidFill>
            <a:srgbClr val="F6B78C"/>
          </a:solidFill>
          <a:ln>
            <a:solidFill>
              <a:srgbClr val="FFFFFF"/>
            </a:solidFill>
          </a:ln>
          <a:effectLst/>
        </p:spPr>
        <p:txBody>
          <a:bodyPr wrap="none" lIns="121887" tIns="60944" rIns="121887" bIns="60944" anchor="ctr" anchorCtr="0">
            <a:noAutofit/>
          </a:bodyPr>
          <a:lstStyle/>
          <a:p>
            <a:pPr marL="213995" indent="-213995" algn="ctr" defTabSz="697230" eaLnBrk="0" hangingPunct="0">
              <a:lnSpc>
                <a:spcPct val="120000"/>
              </a:lnSpc>
              <a:buClr>
                <a:srgbClr val="990000"/>
              </a:buClr>
              <a:buSzPct val="60000"/>
            </a:pPr>
            <a:r>
              <a:rPr lang="en-US" altLang="zh-CN" sz="1400" b="1" kern="0" dirty="0">
                <a:latin typeface="微软雅黑 Light" panose="020B0502040204020203" pitchFamily="34" charset="-122"/>
                <a:ea typeface="微软雅黑 Light" panose="020B0502040204020203" pitchFamily="34" charset="-122"/>
                <a:cs typeface="+mn-ea"/>
                <a:sym typeface="+mn-lt"/>
              </a:rPr>
              <a:t>2014.6</a:t>
            </a:r>
            <a:endParaRPr lang="en-US" altLang="zh-CN" sz="1400" b="1" kern="0" dirty="0">
              <a:latin typeface="微软雅黑 Light" panose="020B0502040204020203" pitchFamily="34" charset="-122"/>
              <a:ea typeface="微软雅黑 Light" panose="020B0502040204020203" pitchFamily="34" charset="-122"/>
              <a:cs typeface="+mn-ea"/>
              <a:sym typeface="+mn-lt"/>
            </a:endParaRPr>
          </a:p>
        </p:txBody>
      </p:sp>
      <p:cxnSp>
        <p:nvCxnSpPr>
          <p:cNvPr id="11" name="直接箭头连接符 85"/>
          <p:cNvCxnSpPr/>
          <p:nvPr/>
        </p:nvCxnSpPr>
        <p:spPr bwMode="auto">
          <a:xfrm flipV="1">
            <a:off x="10447786" y="4646576"/>
            <a:ext cx="0" cy="597691"/>
          </a:xfrm>
          <a:prstGeom prst="straightConnector1">
            <a:avLst/>
          </a:prstGeom>
          <a:noFill/>
          <a:ln w="25400">
            <a:solidFill>
              <a:schemeClr val="tx1">
                <a:alpha val="55000"/>
              </a:schemeClr>
            </a:solidFill>
            <a:headEnd type="triangl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2" name="右箭头 34"/>
          <p:cNvSpPr/>
          <p:nvPr/>
        </p:nvSpPr>
        <p:spPr bwMode="gray">
          <a:xfrm>
            <a:off x="9792542" y="4153121"/>
            <a:ext cx="1546166" cy="649719"/>
          </a:xfrm>
          <a:prstGeom prst="rightArrow">
            <a:avLst/>
          </a:prstGeom>
          <a:solidFill>
            <a:schemeClr val="accent5">
              <a:lumMod val="90000"/>
            </a:schemeClr>
          </a:solidFill>
          <a:ln>
            <a:solidFill>
              <a:srgbClr val="FFFFFF"/>
            </a:solidFill>
          </a:ln>
          <a:effectLst/>
        </p:spPr>
        <p:txBody>
          <a:bodyPr wrap="none" lIns="121887" tIns="60944" rIns="121887" bIns="60944" anchor="ctr" anchorCtr="0">
            <a:noAutofit/>
          </a:bodyPr>
          <a:lstStyle/>
          <a:p>
            <a:pPr marL="213995" indent="-213995" algn="ctr" defTabSz="697230" eaLnBrk="0" hangingPunct="0">
              <a:lnSpc>
                <a:spcPct val="120000"/>
              </a:lnSpc>
              <a:buClr>
                <a:srgbClr val="CC9900"/>
              </a:buClr>
              <a:buSzPct val="60000"/>
              <a:buFont typeface="Wingdings" panose="05000000000000000000" pitchFamily="2" charset="2"/>
              <a:buChar char="n"/>
              <a:defRPr/>
            </a:pPr>
            <a:endParaRPr lang="zh-CN" altLang="en-US" sz="1000" b="1" kern="0" dirty="0">
              <a:solidFill>
                <a:srgbClr val="FFFFFF"/>
              </a:solidFill>
              <a:latin typeface="微软雅黑 Light" panose="020B0502040204020203" pitchFamily="34" charset="-122"/>
              <a:ea typeface="微软雅黑 Light" panose="020B0502040204020203" pitchFamily="34" charset="-122"/>
              <a:cs typeface="+mn-ea"/>
              <a:sym typeface="+mn-lt"/>
            </a:endParaRPr>
          </a:p>
        </p:txBody>
      </p:sp>
      <p:sp>
        <p:nvSpPr>
          <p:cNvPr id="13" name="矩形 12"/>
          <p:cNvSpPr/>
          <p:nvPr/>
        </p:nvSpPr>
        <p:spPr bwMode="gray">
          <a:xfrm>
            <a:off x="9847991" y="4314789"/>
            <a:ext cx="1305525" cy="326382"/>
          </a:xfrm>
          <a:prstGeom prst="rect">
            <a:avLst/>
          </a:prstGeom>
          <a:noFill/>
          <a:ln>
            <a:noFill/>
          </a:ln>
          <a:effectLst/>
        </p:spPr>
        <p:txBody>
          <a:bodyPr wrap="none" lIns="121887" tIns="60944" rIns="121887" bIns="60944" anchor="ctr" anchorCtr="0">
            <a:noAutofit/>
          </a:bodyPr>
          <a:lstStyle/>
          <a:p>
            <a:pPr marL="213995" indent="-213995" algn="ctr" defTabSz="697230" eaLnBrk="0" hangingPunct="0">
              <a:lnSpc>
                <a:spcPct val="120000"/>
              </a:lnSpc>
              <a:buSzPct val="60000"/>
              <a:defRPr/>
            </a:pPr>
            <a:r>
              <a:rPr lang="en-US" altLang="zh-CN" sz="1200" b="1" kern="0" dirty="0">
                <a:latin typeface="微软雅黑 Light" panose="020B0502040204020203" pitchFamily="34" charset="-122"/>
                <a:ea typeface="微软雅黑 Light" panose="020B0502040204020203" pitchFamily="34" charset="-122"/>
                <a:cs typeface="+mn-ea"/>
                <a:sym typeface="+mn-lt"/>
              </a:rPr>
              <a:t>Future</a:t>
            </a:r>
            <a:endParaRPr lang="zh-CN" altLang="en-US" sz="1200" b="1" kern="0" dirty="0">
              <a:latin typeface="微软雅黑 Light" panose="020B0502040204020203" pitchFamily="34" charset="-122"/>
              <a:ea typeface="微软雅黑 Light" panose="020B0502040204020203" pitchFamily="34" charset="-122"/>
              <a:cs typeface="+mn-ea"/>
              <a:sym typeface="+mn-lt"/>
            </a:endParaRPr>
          </a:p>
        </p:txBody>
      </p:sp>
      <p:cxnSp>
        <p:nvCxnSpPr>
          <p:cNvPr id="15" name="直接箭头连接符 88"/>
          <p:cNvCxnSpPr/>
          <p:nvPr/>
        </p:nvCxnSpPr>
        <p:spPr bwMode="auto">
          <a:xfrm>
            <a:off x="8893430" y="3857486"/>
            <a:ext cx="0" cy="466311"/>
          </a:xfrm>
          <a:prstGeom prst="straightConnector1">
            <a:avLst/>
          </a:prstGeom>
          <a:noFill/>
          <a:ln w="25400">
            <a:solidFill>
              <a:schemeClr val="tx1">
                <a:alpha val="55000"/>
              </a:schemeClr>
            </a:solidFill>
            <a:headEnd type="triangl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6" name="直接箭头连接符 85"/>
          <p:cNvCxnSpPr/>
          <p:nvPr/>
        </p:nvCxnSpPr>
        <p:spPr bwMode="auto">
          <a:xfrm flipV="1">
            <a:off x="3549898" y="4634479"/>
            <a:ext cx="0" cy="597691"/>
          </a:xfrm>
          <a:prstGeom prst="straightConnector1">
            <a:avLst/>
          </a:prstGeom>
          <a:noFill/>
          <a:ln w="25400">
            <a:solidFill>
              <a:schemeClr val="tx1">
                <a:alpha val="55000"/>
              </a:schemeClr>
            </a:solidFill>
            <a:headEnd type="triangl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9" name="直接箭头连接符 88"/>
          <p:cNvCxnSpPr/>
          <p:nvPr/>
        </p:nvCxnSpPr>
        <p:spPr bwMode="auto">
          <a:xfrm>
            <a:off x="5290216" y="3862887"/>
            <a:ext cx="0" cy="466311"/>
          </a:xfrm>
          <a:prstGeom prst="straightConnector1">
            <a:avLst/>
          </a:prstGeom>
          <a:noFill/>
          <a:ln w="25400">
            <a:solidFill>
              <a:schemeClr val="tx1">
                <a:alpha val="55000"/>
              </a:schemeClr>
            </a:solidFill>
            <a:headEnd type="triangl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0" name="直接箭头连接符 85"/>
          <p:cNvCxnSpPr/>
          <p:nvPr/>
        </p:nvCxnSpPr>
        <p:spPr bwMode="auto">
          <a:xfrm flipV="1">
            <a:off x="7072654" y="4623920"/>
            <a:ext cx="0" cy="597691"/>
          </a:xfrm>
          <a:prstGeom prst="straightConnector1">
            <a:avLst/>
          </a:prstGeom>
          <a:noFill/>
          <a:ln w="25400">
            <a:solidFill>
              <a:schemeClr val="tx1">
                <a:alpha val="55000"/>
              </a:schemeClr>
            </a:solidFill>
            <a:headEnd type="triangl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0" name="椭圆 29"/>
          <p:cNvSpPr>
            <a:spLocks noChangeAspect="1"/>
          </p:cNvSpPr>
          <p:nvPr/>
        </p:nvSpPr>
        <p:spPr>
          <a:xfrm>
            <a:off x="11047582" y="4922765"/>
            <a:ext cx="467309" cy="467309"/>
          </a:xfrm>
          <a:prstGeom prst="ellipse">
            <a:avLst/>
          </a:prstGeom>
          <a:solidFill>
            <a:schemeClr val="bg1">
              <a:lumMod val="50000"/>
            </a:schemeClr>
          </a:solidFill>
          <a:ln w="19050" cap="flat" cmpd="sng" algn="ctr">
            <a:noFill/>
            <a:prstDash val="solid"/>
            <a:miter lim="800000"/>
          </a:ln>
          <a:effectLst/>
        </p:spPr>
        <p:txBody>
          <a:bodyPr wrap="none" lIns="0" tIns="0" rIns="0" bIns="0" rtlCol="0" anchor="ctr"/>
          <a:lstStyle/>
          <a:p>
            <a:pPr algn="ctr" defTabSz="913765">
              <a:lnSpc>
                <a:spcPct val="120000"/>
              </a:lnSpc>
              <a:defRPr/>
            </a:pPr>
            <a:r>
              <a:rPr lang="en-US" altLang="zh-CN" sz="2800" b="1" kern="0" dirty="0">
                <a:solidFill>
                  <a:prstClr val="white"/>
                </a:solidFill>
                <a:latin typeface="微软雅黑 Light" panose="020B0502040204020203" pitchFamily="34" charset="-122"/>
                <a:ea typeface="微软雅黑 Light" panose="020B0502040204020203" pitchFamily="34" charset="-122"/>
                <a:cs typeface="+mn-ea"/>
                <a:sym typeface="+mn-lt"/>
              </a:rPr>
              <a:t>?</a:t>
            </a:r>
            <a:endParaRPr lang="zh-CN" altLang="en-US" sz="2800" b="1" kern="0" dirty="0">
              <a:solidFill>
                <a:prstClr val="white"/>
              </a:solidFill>
              <a:latin typeface="微软雅黑 Light" panose="020B0502040204020203" pitchFamily="34" charset="-122"/>
              <a:ea typeface="微软雅黑 Light" panose="020B0502040204020203" pitchFamily="34" charset="-122"/>
              <a:cs typeface="+mn-ea"/>
              <a:sym typeface="+mn-lt"/>
            </a:endParaRPr>
          </a:p>
        </p:txBody>
      </p:sp>
      <p:sp>
        <p:nvSpPr>
          <p:cNvPr id="31" name="矩形: 圆角 30"/>
          <p:cNvSpPr/>
          <p:nvPr/>
        </p:nvSpPr>
        <p:spPr bwMode="auto">
          <a:xfrm>
            <a:off x="4044864" y="3133004"/>
            <a:ext cx="2490703" cy="737849"/>
          </a:xfrm>
          <a:prstGeom prst="roundRect">
            <a:avLst/>
          </a:prstGeom>
          <a:solidFill>
            <a:schemeClr val="accent6">
              <a:lumMod val="20000"/>
              <a:lumOff val="80000"/>
            </a:schemeClr>
          </a:solidFill>
          <a:ln w="9525" cap="flat" cmpd="sng" algn="ctr">
            <a:solidFill>
              <a:schemeClr val="bg1">
                <a:lumMod val="85000"/>
              </a:schemeClr>
            </a:solidFill>
            <a:prstDash val="solid"/>
            <a:round/>
            <a:headEnd type="none" w="med" len="med"/>
            <a:tailEnd type="none" w="med" len="med"/>
          </a:ln>
          <a:effectLst/>
        </p:spPr>
        <p:txBody>
          <a:bodyPr vert="horz" wrap="square" lIns="91440" tIns="45720" rIns="91440" bIns="45720" numCol="1" rtlCol="0" anchor="ctr" anchorCtr="0" compatLnSpc="1"/>
          <a:lstStyle/>
          <a:p>
            <a:pPr algn="ctr" defTabSz="913765">
              <a:lnSpc>
                <a:spcPct val="120000"/>
              </a:lnSpc>
              <a:buClr>
                <a:srgbClr val="CC9900"/>
              </a:buClr>
            </a:pPr>
            <a:r>
              <a:rPr lang="en-US" altLang="zh-CN" sz="1800">
                <a:latin typeface="微软雅黑 Light" panose="020B0502040204020203" pitchFamily="34" charset="-122"/>
                <a:ea typeface="微软雅黑 Light" panose="020B0502040204020203" pitchFamily="34" charset="-122"/>
                <a:cs typeface="+mn-ea"/>
                <a:sym typeface="+mn-lt"/>
              </a:rPr>
              <a:t>LACNIC</a:t>
            </a:r>
            <a:r>
              <a:rPr lang="zh-CN" altLang="en-US" sz="1800">
                <a:latin typeface="微软雅黑 Light" panose="020B0502040204020203" pitchFamily="34" charset="-122"/>
                <a:ea typeface="微软雅黑 Light" panose="020B0502040204020203" pitchFamily="34" charset="-122"/>
                <a:cs typeface="+mn-ea"/>
                <a:sym typeface="+mn-lt"/>
              </a:rPr>
              <a:t>宣布</a:t>
            </a:r>
            <a:endParaRPr lang="en-US" altLang="zh-CN" sz="1800" dirty="0">
              <a:latin typeface="微软雅黑 Light" panose="020B0502040204020203" pitchFamily="34" charset="-122"/>
              <a:ea typeface="微软雅黑 Light" panose="020B0502040204020203" pitchFamily="34" charset="-122"/>
              <a:cs typeface="+mn-ea"/>
              <a:sym typeface="+mn-lt"/>
            </a:endParaRPr>
          </a:p>
          <a:p>
            <a:pPr algn="ctr" defTabSz="913765">
              <a:lnSpc>
                <a:spcPct val="120000"/>
              </a:lnSpc>
              <a:buClr>
                <a:srgbClr val="CC9900"/>
              </a:buClr>
            </a:pPr>
            <a:r>
              <a:rPr lang="en-US" altLang="zh-CN" sz="1800" dirty="0">
                <a:latin typeface="微软雅黑 Light" panose="020B0502040204020203" pitchFamily="34" charset="-122"/>
                <a:ea typeface="微软雅黑 Light" panose="020B0502040204020203" pitchFamily="34" charset="-122"/>
                <a:cs typeface="+mn-ea"/>
                <a:sym typeface="+mn-lt"/>
              </a:rPr>
              <a:t>IPv4</a:t>
            </a:r>
            <a:r>
              <a:rPr lang="zh-CN" altLang="en-US" sz="1800" dirty="0">
                <a:latin typeface="微软雅黑 Light" panose="020B0502040204020203" pitchFamily="34" charset="-122"/>
                <a:ea typeface="微软雅黑 Light" panose="020B0502040204020203" pitchFamily="34" charset="-122"/>
                <a:cs typeface="+mn-ea"/>
                <a:sym typeface="+mn-lt"/>
              </a:rPr>
              <a:t>地址</a:t>
            </a:r>
            <a:r>
              <a:rPr lang="zh-CN" altLang="en-US" sz="1800">
                <a:latin typeface="微软雅黑 Light" panose="020B0502040204020203" pitchFamily="34" charset="-122"/>
                <a:ea typeface="微软雅黑 Light" panose="020B0502040204020203" pitchFamily="34" charset="-122"/>
                <a:cs typeface="+mn-ea"/>
                <a:sym typeface="+mn-lt"/>
              </a:rPr>
              <a:t>分配完毕</a:t>
            </a:r>
            <a:endParaRPr lang="en-US" altLang="ko-KR" sz="1800" dirty="0">
              <a:latin typeface="微软雅黑 Light" panose="020B0502040204020203" pitchFamily="34" charset="-122"/>
              <a:ea typeface="微软雅黑 Light" panose="020B0502040204020203" pitchFamily="34" charset="-122"/>
              <a:cs typeface="+mn-ea"/>
              <a:sym typeface="+mn-lt"/>
            </a:endParaRPr>
          </a:p>
        </p:txBody>
      </p:sp>
      <p:sp>
        <p:nvSpPr>
          <p:cNvPr id="32" name="矩形: 圆角 31"/>
          <p:cNvSpPr/>
          <p:nvPr/>
        </p:nvSpPr>
        <p:spPr bwMode="auto">
          <a:xfrm>
            <a:off x="481048" y="3119637"/>
            <a:ext cx="2490703" cy="737849"/>
          </a:xfrm>
          <a:prstGeom prst="roundRect">
            <a:avLst/>
          </a:prstGeom>
          <a:solidFill>
            <a:schemeClr val="accent6">
              <a:lumMod val="20000"/>
              <a:lumOff val="80000"/>
            </a:schemeClr>
          </a:solidFill>
          <a:ln w="9525" cap="flat" cmpd="sng" algn="ctr">
            <a:solidFill>
              <a:schemeClr val="bg1">
                <a:lumMod val="85000"/>
              </a:schemeClr>
            </a:solidFill>
            <a:prstDash val="solid"/>
            <a:round/>
            <a:headEnd type="none" w="med" len="med"/>
            <a:tailEnd type="none" w="med" len="med"/>
          </a:ln>
          <a:effectLst/>
        </p:spPr>
        <p:txBody>
          <a:bodyPr vert="horz" wrap="square" lIns="91440" tIns="45720" rIns="91440" bIns="45720" numCol="1" rtlCol="0" anchor="ctr" anchorCtr="0" compatLnSpc="1"/>
          <a:lstStyle/>
          <a:p>
            <a:pPr algn="ctr" defTabSz="913765">
              <a:lnSpc>
                <a:spcPct val="120000"/>
              </a:lnSpc>
              <a:buClr>
                <a:srgbClr val="CC9900"/>
              </a:buClr>
            </a:pPr>
            <a:r>
              <a:rPr lang="en-US" altLang="zh-CN" sz="1800" dirty="0">
                <a:latin typeface="微软雅黑 Light" panose="020B0502040204020203" pitchFamily="34" charset="-122"/>
                <a:ea typeface="微软雅黑 Light" panose="020B0502040204020203" pitchFamily="34" charset="-122"/>
                <a:cs typeface="+mn-ea"/>
                <a:sym typeface="+mn-lt"/>
              </a:rPr>
              <a:t>APNIC</a:t>
            </a:r>
            <a:r>
              <a:rPr lang="zh-CN" altLang="en-US" sz="1800" dirty="0">
                <a:latin typeface="微软雅黑 Light" panose="020B0502040204020203" pitchFamily="34" charset="-122"/>
                <a:ea typeface="微软雅黑 Light" panose="020B0502040204020203" pitchFamily="34" charset="-122"/>
                <a:cs typeface="+mn-ea"/>
                <a:sym typeface="+mn-lt"/>
              </a:rPr>
              <a:t>宣布</a:t>
            </a:r>
            <a:endParaRPr lang="en-US" altLang="zh-CN" sz="1800" dirty="0">
              <a:latin typeface="微软雅黑 Light" panose="020B0502040204020203" pitchFamily="34" charset="-122"/>
              <a:ea typeface="微软雅黑 Light" panose="020B0502040204020203" pitchFamily="34" charset="-122"/>
              <a:cs typeface="+mn-ea"/>
              <a:sym typeface="+mn-lt"/>
            </a:endParaRPr>
          </a:p>
          <a:p>
            <a:pPr algn="ctr" defTabSz="913765">
              <a:lnSpc>
                <a:spcPct val="120000"/>
              </a:lnSpc>
              <a:buClr>
                <a:srgbClr val="CC9900"/>
              </a:buClr>
            </a:pPr>
            <a:r>
              <a:rPr lang="en-US" altLang="zh-CN" sz="1800" dirty="0">
                <a:latin typeface="微软雅黑 Light" panose="020B0502040204020203" pitchFamily="34" charset="-122"/>
                <a:ea typeface="微软雅黑 Light" panose="020B0502040204020203" pitchFamily="34" charset="-122"/>
                <a:cs typeface="+mn-ea"/>
                <a:sym typeface="+mn-lt"/>
              </a:rPr>
              <a:t>IPv4</a:t>
            </a:r>
            <a:r>
              <a:rPr lang="zh-CN" altLang="en-US" sz="1800" dirty="0">
                <a:latin typeface="微软雅黑 Light" panose="020B0502040204020203" pitchFamily="34" charset="-122"/>
                <a:ea typeface="微软雅黑 Light" panose="020B0502040204020203" pitchFamily="34" charset="-122"/>
                <a:cs typeface="+mn-ea"/>
                <a:sym typeface="+mn-lt"/>
              </a:rPr>
              <a:t>地址分配完毕</a:t>
            </a:r>
            <a:endParaRPr lang="en-US" altLang="ko-KR" sz="1800" dirty="0">
              <a:latin typeface="微软雅黑 Light" panose="020B0502040204020203" pitchFamily="34" charset="-122"/>
              <a:ea typeface="微软雅黑 Light" panose="020B0502040204020203" pitchFamily="34" charset="-122"/>
              <a:cs typeface="+mn-ea"/>
              <a:sym typeface="+mn-lt"/>
            </a:endParaRPr>
          </a:p>
        </p:txBody>
      </p:sp>
      <p:sp>
        <p:nvSpPr>
          <p:cNvPr id="33" name="矩形: 圆角 32"/>
          <p:cNvSpPr/>
          <p:nvPr/>
        </p:nvSpPr>
        <p:spPr bwMode="auto">
          <a:xfrm>
            <a:off x="2304546" y="5221458"/>
            <a:ext cx="2490703" cy="737849"/>
          </a:xfrm>
          <a:prstGeom prst="roundRect">
            <a:avLst/>
          </a:prstGeom>
          <a:solidFill>
            <a:schemeClr val="accent6">
              <a:lumMod val="20000"/>
              <a:lumOff val="80000"/>
            </a:schemeClr>
          </a:solidFill>
          <a:ln w="9525" cap="flat" cmpd="sng" algn="ctr">
            <a:solidFill>
              <a:schemeClr val="bg1">
                <a:lumMod val="85000"/>
              </a:schemeClr>
            </a:solidFill>
            <a:prstDash val="solid"/>
            <a:round/>
            <a:headEnd type="none" w="med" len="med"/>
            <a:tailEnd type="none" w="med" len="med"/>
          </a:ln>
          <a:effectLst/>
        </p:spPr>
        <p:txBody>
          <a:bodyPr vert="horz" wrap="square" lIns="91440" tIns="45720" rIns="91440" bIns="45720" numCol="1" rtlCol="0" anchor="ctr" anchorCtr="0" compatLnSpc="1"/>
          <a:lstStyle/>
          <a:p>
            <a:pPr algn="ctr" defTabSz="913765">
              <a:lnSpc>
                <a:spcPct val="120000"/>
              </a:lnSpc>
              <a:buClr>
                <a:srgbClr val="CC9900"/>
              </a:buClr>
            </a:pPr>
            <a:r>
              <a:rPr lang="en-US" altLang="zh-CN" sz="1800" dirty="0">
                <a:latin typeface="微软雅黑 Light" panose="020B0502040204020203" pitchFamily="34" charset="-122"/>
                <a:ea typeface="微软雅黑 Light" panose="020B0502040204020203" pitchFamily="34" charset="-122"/>
                <a:cs typeface="+mn-ea"/>
                <a:sym typeface="+mn-lt"/>
              </a:rPr>
              <a:t>RIPE</a:t>
            </a:r>
            <a:r>
              <a:rPr lang="zh-CN" altLang="en-US" sz="1800" dirty="0">
                <a:latin typeface="微软雅黑 Light" panose="020B0502040204020203" pitchFamily="34" charset="-122"/>
                <a:ea typeface="微软雅黑 Light" panose="020B0502040204020203" pitchFamily="34" charset="-122"/>
                <a:cs typeface="+mn-ea"/>
                <a:sym typeface="+mn-lt"/>
              </a:rPr>
              <a:t>宣布</a:t>
            </a:r>
            <a:endParaRPr lang="en-US" altLang="zh-CN" sz="1800" dirty="0">
              <a:latin typeface="微软雅黑 Light" panose="020B0502040204020203" pitchFamily="34" charset="-122"/>
              <a:ea typeface="微软雅黑 Light" panose="020B0502040204020203" pitchFamily="34" charset="-122"/>
              <a:cs typeface="+mn-ea"/>
              <a:sym typeface="+mn-lt"/>
            </a:endParaRPr>
          </a:p>
          <a:p>
            <a:pPr algn="ctr" defTabSz="913765">
              <a:lnSpc>
                <a:spcPct val="120000"/>
              </a:lnSpc>
              <a:buClr>
                <a:srgbClr val="CC9900"/>
              </a:buClr>
            </a:pPr>
            <a:r>
              <a:rPr lang="en-US" altLang="zh-CN" sz="1800" dirty="0">
                <a:latin typeface="微软雅黑 Light" panose="020B0502040204020203" pitchFamily="34" charset="-122"/>
                <a:ea typeface="微软雅黑 Light" panose="020B0502040204020203" pitchFamily="34" charset="-122"/>
                <a:cs typeface="+mn-ea"/>
                <a:sym typeface="+mn-lt"/>
              </a:rPr>
              <a:t>IPv4</a:t>
            </a:r>
            <a:r>
              <a:rPr lang="zh-CN" altLang="en-US" sz="1800" dirty="0">
                <a:latin typeface="微软雅黑 Light" panose="020B0502040204020203" pitchFamily="34" charset="-122"/>
                <a:ea typeface="微软雅黑 Light" panose="020B0502040204020203" pitchFamily="34" charset="-122"/>
                <a:cs typeface="+mn-ea"/>
                <a:sym typeface="+mn-lt"/>
              </a:rPr>
              <a:t>地址分配完毕</a:t>
            </a:r>
            <a:endParaRPr lang="en-US" altLang="ko-KR" sz="1800" dirty="0">
              <a:latin typeface="微软雅黑 Light" panose="020B0502040204020203" pitchFamily="34" charset="-122"/>
              <a:ea typeface="微软雅黑 Light" panose="020B0502040204020203" pitchFamily="34" charset="-122"/>
              <a:cs typeface="+mn-ea"/>
              <a:sym typeface="+mn-lt"/>
            </a:endParaRPr>
          </a:p>
        </p:txBody>
      </p:sp>
      <p:sp>
        <p:nvSpPr>
          <p:cNvPr id="34" name="矩形: 圆角 33"/>
          <p:cNvSpPr/>
          <p:nvPr/>
        </p:nvSpPr>
        <p:spPr bwMode="auto">
          <a:xfrm>
            <a:off x="5804971" y="5244267"/>
            <a:ext cx="2490703" cy="737849"/>
          </a:xfrm>
          <a:prstGeom prst="roundRect">
            <a:avLst/>
          </a:prstGeom>
          <a:solidFill>
            <a:schemeClr val="accent6">
              <a:lumMod val="20000"/>
              <a:lumOff val="80000"/>
            </a:schemeClr>
          </a:solidFill>
          <a:ln w="9525" cap="flat" cmpd="sng" algn="ctr">
            <a:solidFill>
              <a:schemeClr val="bg1">
                <a:lumMod val="85000"/>
              </a:schemeClr>
            </a:solidFill>
            <a:prstDash val="solid"/>
            <a:round/>
            <a:headEnd type="none" w="med" len="med"/>
            <a:tailEnd type="none" w="med" len="med"/>
          </a:ln>
          <a:effectLst/>
        </p:spPr>
        <p:txBody>
          <a:bodyPr vert="horz" wrap="square" lIns="91440" tIns="45720" rIns="91440" bIns="45720" numCol="1" rtlCol="0" anchor="ctr" anchorCtr="0" compatLnSpc="1"/>
          <a:lstStyle/>
          <a:p>
            <a:pPr algn="ctr" defTabSz="913765">
              <a:lnSpc>
                <a:spcPct val="120000"/>
              </a:lnSpc>
              <a:buClr>
                <a:srgbClr val="CC9900"/>
              </a:buClr>
            </a:pPr>
            <a:r>
              <a:rPr lang="en-US" altLang="zh-CN" sz="1800">
                <a:latin typeface="微软雅黑 Light" panose="020B0502040204020203" pitchFamily="34" charset="-122"/>
                <a:ea typeface="微软雅黑 Light" panose="020B0502040204020203" pitchFamily="34" charset="-122"/>
                <a:cs typeface="+mn-ea"/>
                <a:sym typeface="+mn-lt"/>
              </a:rPr>
              <a:t>ARIN</a:t>
            </a:r>
            <a:r>
              <a:rPr lang="zh-CN" altLang="en-US" sz="1800">
                <a:latin typeface="微软雅黑 Light" panose="020B0502040204020203" pitchFamily="34" charset="-122"/>
                <a:ea typeface="微软雅黑 Light" panose="020B0502040204020203" pitchFamily="34" charset="-122"/>
                <a:cs typeface="+mn-ea"/>
                <a:sym typeface="+mn-lt"/>
              </a:rPr>
              <a:t>宣布</a:t>
            </a:r>
            <a:endParaRPr lang="en-US" altLang="zh-CN" sz="1800" dirty="0">
              <a:latin typeface="微软雅黑 Light" panose="020B0502040204020203" pitchFamily="34" charset="-122"/>
              <a:ea typeface="微软雅黑 Light" panose="020B0502040204020203" pitchFamily="34" charset="-122"/>
              <a:cs typeface="+mn-ea"/>
              <a:sym typeface="+mn-lt"/>
            </a:endParaRPr>
          </a:p>
          <a:p>
            <a:pPr algn="ctr" defTabSz="913765">
              <a:lnSpc>
                <a:spcPct val="120000"/>
              </a:lnSpc>
              <a:buClr>
                <a:srgbClr val="CC9900"/>
              </a:buClr>
            </a:pPr>
            <a:r>
              <a:rPr lang="en-US" altLang="zh-CN" sz="1800" dirty="0">
                <a:latin typeface="微软雅黑 Light" panose="020B0502040204020203" pitchFamily="34" charset="-122"/>
                <a:ea typeface="微软雅黑 Light" panose="020B0502040204020203" pitchFamily="34" charset="-122"/>
                <a:cs typeface="+mn-ea"/>
                <a:sym typeface="+mn-lt"/>
              </a:rPr>
              <a:t>IPv4</a:t>
            </a:r>
            <a:r>
              <a:rPr lang="zh-CN" altLang="en-US" sz="1800" dirty="0">
                <a:latin typeface="微软雅黑 Light" panose="020B0502040204020203" pitchFamily="34" charset="-122"/>
                <a:ea typeface="微软雅黑 Light" panose="020B0502040204020203" pitchFamily="34" charset="-122"/>
                <a:cs typeface="+mn-ea"/>
                <a:sym typeface="+mn-lt"/>
              </a:rPr>
              <a:t>地址</a:t>
            </a:r>
            <a:r>
              <a:rPr lang="zh-CN" altLang="en-US" sz="1800">
                <a:latin typeface="微软雅黑 Light" panose="020B0502040204020203" pitchFamily="34" charset="-122"/>
                <a:ea typeface="微软雅黑 Light" panose="020B0502040204020203" pitchFamily="34" charset="-122"/>
                <a:cs typeface="+mn-ea"/>
                <a:sym typeface="+mn-lt"/>
              </a:rPr>
              <a:t>分配完毕</a:t>
            </a:r>
            <a:endParaRPr lang="en-US" altLang="ko-KR" sz="1800" dirty="0">
              <a:latin typeface="微软雅黑 Light" panose="020B0502040204020203" pitchFamily="34" charset="-122"/>
              <a:ea typeface="微软雅黑 Light" panose="020B0502040204020203" pitchFamily="34" charset="-122"/>
              <a:cs typeface="+mn-ea"/>
              <a:sym typeface="+mn-lt"/>
            </a:endParaRPr>
          </a:p>
        </p:txBody>
      </p:sp>
      <p:sp>
        <p:nvSpPr>
          <p:cNvPr id="35" name="矩形: 圆角 34"/>
          <p:cNvSpPr/>
          <p:nvPr/>
        </p:nvSpPr>
        <p:spPr bwMode="auto">
          <a:xfrm>
            <a:off x="7648288" y="3144535"/>
            <a:ext cx="2490703" cy="737849"/>
          </a:xfrm>
          <a:prstGeom prst="roundRect">
            <a:avLst/>
          </a:prstGeom>
          <a:solidFill>
            <a:schemeClr val="accent6">
              <a:lumMod val="20000"/>
              <a:lumOff val="80000"/>
            </a:schemeClr>
          </a:solidFill>
          <a:ln w="9525" cap="flat" cmpd="sng" algn="ctr">
            <a:solidFill>
              <a:schemeClr val="bg1">
                <a:lumMod val="85000"/>
              </a:schemeClr>
            </a:solidFill>
            <a:prstDash val="solid"/>
            <a:round/>
            <a:headEnd type="none" w="med" len="med"/>
            <a:tailEnd type="none" w="med" len="med"/>
          </a:ln>
          <a:effectLst/>
        </p:spPr>
        <p:txBody>
          <a:bodyPr vert="horz" wrap="square" lIns="91440" tIns="45720" rIns="91440" bIns="45720" numCol="1" rtlCol="0" anchor="ctr" anchorCtr="0" compatLnSpc="1"/>
          <a:lstStyle/>
          <a:p>
            <a:pPr algn="ctr" defTabSz="913765">
              <a:lnSpc>
                <a:spcPct val="120000"/>
              </a:lnSpc>
              <a:buClr>
                <a:srgbClr val="CC9900"/>
              </a:buClr>
            </a:pPr>
            <a:r>
              <a:rPr lang="en-US" altLang="zh-CN" sz="1800" dirty="0">
                <a:latin typeface="微软雅黑 Light" panose="020B0502040204020203" pitchFamily="34" charset="-122"/>
                <a:ea typeface="微软雅黑 Light" panose="020B0502040204020203" pitchFamily="34" charset="-122"/>
                <a:cs typeface="+mn-ea"/>
                <a:sym typeface="+mn-lt"/>
              </a:rPr>
              <a:t>AFRINIC</a:t>
            </a:r>
            <a:r>
              <a:rPr lang="zh-CN" altLang="en-US" sz="1800" dirty="0">
                <a:latin typeface="微软雅黑 Light" panose="020B0502040204020203" pitchFamily="34" charset="-122"/>
                <a:ea typeface="微软雅黑 Light" panose="020B0502040204020203" pitchFamily="34" charset="-122"/>
                <a:cs typeface="+mn-ea"/>
                <a:sym typeface="+mn-lt"/>
              </a:rPr>
              <a:t>宣布</a:t>
            </a:r>
            <a:endParaRPr lang="en-US" altLang="zh-CN" sz="1800" dirty="0">
              <a:latin typeface="微软雅黑 Light" panose="020B0502040204020203" pitchFamily="34" charset="-122"/>
              <a:ea typeface="微软雅黑 Light" panose="020B0502040204020203" pitchFamily="34" charset="-122"/>
              <a:cs typeface="+mn-ea"/>
              <a:sym typeface="+mn-lt"/>
            </a:endParaRPr>
          </a:p>
          <a:p>
            <a:pPr algn="ctr" defTabSz="913765">
              <a:lnSpc>
                <a:spcPct val="120000"/>
              </a:lnSpc>
              <a:buClr>
                <a:srgbClr val="CC9900"/>
              </a:buClr>
            </a:pPr>
            <a:r>
              <a:rPr lang="en-US" altLang="zh-CN" sz="1800" dirty="0">
                <a:latin typeface="微软雅黑 Light" panose="020B0502040204020203" pitchFamily="34" charset="-122"/>
                <a:ea typeface="微软雅黑 Light" panose="020B0502040204020203" pitchFamily="34" charset="-122"/>
                <a:cs typeface="+mn-ea"/>
                <a:sym typeface="+mn-lt"/>
              </a:rPr>
              <a:t>IPv4</a:t>
            </a:r>
            <a:r>
              <a:rPr lang="zh-CN" altLang="en-US" sz="1800" dirty="0">
                <a:latin typeface="微软雅黑 Light" panose="020B0502040204020203" pitchFamily="34" charset="-122"/>
                <a:ea typeface="微软雅黑 Light" panose="020B0502040204020203" pitchFamily="34" charset="-122"/>
                <a:cs typeface="+mn-ea"/>
                <a:sym typeface="+mn-lt"/>
              </a:rPr>
              <a:t>地址分配完毕</a:t>
            </a:r>
            <a:endParaRPr lang="en-US" altLang="ko-KR" sz="1800" dirty="0">
              <a:latin typeface="微软雅黑 Light" panose="020B0502040204020203" pitchFamily="34" charset="-122"/>
              <a:ea typeface="微软雅黑 Light" panose="020B0502040204020203" pitchFamily="34" charset="-122"/>
              <a:cs typeface="+mn-ea"/>
              <a:sym typeface="+mn-lt"/>
            </a:endParaRPr>
          </a:p>
        </p:txBody>
      </p:sp>
    </p:spTree>
  </p:cSld>
  <p:clrMapOvr>
    <a:masterClrMapping/>
  </p:clrMapOvr>
</p:sld>
</file>

<file path=ppt/slides/slide1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IPv6</a:t>
            </a:r>
            <a:r>
              <a:rPr lang="zh-CN" altLang="en-US" dirty="0"/>
              <a:t>的优势</a:t>
            </a:r>
            <a:endParaRPr lang="zh-CN" altLang="en-US" dirty="0"/>
          </a:p>
        </p:txBody>
      </p:sp>
      <p:sp>
        <p:nvSpPr>
          <p:cNvPr id="4" name="灯片编号占位符 3"/>
          <p:cNvSpPr>
            <a:spLocks noGrp="1"/>
          </p:cNvSpPr>
          <p:nvPr>
            <p:ph type="sldNum" sz="quarter" idx="12"/>
          </p:nvPr>
        </p:nvSpPr>
        <p:spPr/>
        <p:txBody>
          <a:bodyPr/>
          <a:lstStyle/>
          <a:p>
            <a:pPr>
              <a:defRPr/>
            </a:pPr>
            <a:fld id="{816960B2-2B11-492C-B588-5290E1274F96}" type="slidenum">
              <a:rPr lang="en-US" altLang="zh-CN" smtClean="0"/>
            </a:fld>
            <a:endParaRPr lang="en-US" altLang="zh-CN" dirty="0"/>
          </a:p>
        </p:txBody>
      </p:sp>
      <p:sp>
        <p:nvSpPr>
          <p:cNvPr id="5" name="圆角矩形 4"/>
          <p:cNvSpPr/>
          <p:nvPr/>
        </p:nvSpPr>
        <p:spPr>
          <a:xfrm>
            <a:off x="673515" y="1267382"/>
            <a:ext cx="1919464" cy="479866"/>
          </a:xfrm>
          <a:prstGeom prst="roundRect">
            <a:avLst>
              <a:gd name="adj" fmla="val 6668"/>
            </a:avLst>
          </a:prstGeom>
          <a:solidFill>
            <a:schemeClr val="accent1"/>
          </a:solidFill>
          <a:ln w="12700" cap="flat" cmpd="sng" algn="ctr">
            <a:noFill/>
            <a:prstDash val="solid"/>
            <a:miter lim="800000"/>
          </a:ln>
          <a:effectLst/>
        </p:spPr>
        <p:txBody>
          <a:bodyPr lIns="0" rIns="0" rtlCol="0" anchor="ctr"/>
          <a:lstStyle/>
          <a:p>
            <a:pPr algn="ctr" defTabSz="1218565">
              <a:lnSpc>
                <a:spcPct val="120000"/>
              </a:lnSpc>
              <a:defRPr/>
            </a:pPr>
            <a:r>
              <a:rPr lang="en-US" altLang="zh-CN" sz="1600" b="1" kern="0" dirty="0">
                <a:latin typeface="微软雅黑 Light" panose="020B0502040204020203" pitchFamily="34" charset="-122"/>
                <a:ea typeface="微软雅黑 Light" panose="020B0502040204020203" pitchFamily="34" charset="-122"/>
                <a:cs typeface="+mn-ea"/>
                <a:sym typeface="+mn-lt"/>
              </a:rPr>
              <a:t>“</a:t>
            </a:r>
            <a:r>
              <a:rPr lang="zh-CN" altLang="en-US" sz="1600" b="1" kern="0" dirty="0">
                <a:latin typeface="微软雅黑 Light" panose="020B0502040204020203" pitchFamily="34" charset="-122"/>
                <a:ea typeface="微软雅黑 Light" panose="020B0502040204020203" pitchFamily="34" charset="-122"/>
                <a:cs typeface="+mn-ea"/>
                <a:sym typeface="+mn-lt"/>
              </a:rPr>
              <a:t>无限</a:t>
            </a:r>
            <a:r>
              <a:rPr lang="en-US" altLang="zh-CN" sz="1600" b="1" kern="0" dirty="0">
                <a:latin typeface="微软雅黑 Light" panose="020B0502040204020203" pitchFamily="34" charset="-122"/>
                <a:ea typeface="微软雅黑 Light" panose="020B0502040204020203" pitchFamily="34" charset="-122"/>
                <a:cs typeface="+mn-ea"/>
                <a:sym typeface="+mn-lt"/>
              </a:rPr>
              <a:t>”</a:t>
            </a:r>
            <a:r>
              <a:rPr lang="zh-CN" altLang="en-US" sz="1600" b="1" kern="0" dirty="0">
                <a:latin typeface="微软雅黑 Light" panose="020B0502040204020203" pitchFamily="34" charset="-122"/>
                <a:ea typeface="微软雅黑 Light" panose="020B0502040204020203" pitchFamily="34" charset="-122"/>
                <a:cs typeface="+mn-ea"/>
                <a:sym typeface="+mn-lt"/>
              </a:rPr>
              <a:t>地址空间</a:t>
            </a:r>
            <a:endParaRPr lang="en-US" sz="1600" b="1" kern="0" dirty="0">
              <a:latin typeface="微软雅黑 Light" panose="020B0502040204020203" pitchFamily="34" charset="-122"/>
              <a:ea typeface="微软雅黑 Light" panose="020B0502040204020203" pitchFamily="34" charset="-122"/>
              <a:cs typeface="+mn-ea"/>
              <a:sym typeface="+mn-lt"/>
            </a:endParaRPr>
          </a:p>
        </p:txBody>
      </p:sp>
      <p:sp>
        <p:nvSpPr>
          <p:cNvPr id="6" name="圆角矩形 5"/>
          <p:cNvSpPr/>
          <p:nvPr/>
        </p:nvSpPr>
        <p:spPr>
          <a:xfrm>
            <a:off x="2664667" y="1267382"/>
            <a:ext cx="9000000" cy="479866"/>
          </a:xfrm>
          <a:prstGeom prst="roundRect">
            <a:avLst>
              <a:gd name="adj" fmla="val 6668"/>
            </a:avLst>
          </a:prstGeom>
          <a:solidFill>
            <a:schemeClr val="bg1">
              <a:lumMod val="85000"/>
              <a:alpha val="50000"/>
            </a:schemeClr>
          </a:solidFill>
          <a:ln w="12700" cap="flat" cmpd="sng" algn="ctr">
            <a:noFill/>
            <a:prstDash val="solid"/>
            <a:miter lim="800000"/>
          </a:ln>
          <a:effectLst/>
        </p:spPr>
        <p:txBody>
          <a:bodyPr rtlCol="0" anchor="ctr"/>
          <a:lstStyle/>
          <a:p>
            <a:pPr defTabSz="1218565">
              <a:lnSpc>
                <a:spcPct val="120000"/>
              </a:lnSpc>
              <a:defRPr/>
            </a:pPr>
            <a:r>
              <a:rPr lang="zh-CN" altLang="en-US" sz="1600" kern="0" dirty="0">
                <a:solidFill>
                  <a:prstClr val="black"/>
                </a:solidFill>
                <a:latin typeface="微软雅黑 Light" panose="020B0502040204020203" pitchFamily="34" charset="-122"/>
                <a:ea typeface="微软雅黑 Light" panose="020B0502040204020203" pitchFamily="34" charset="-122"/>
                <a:cs typeface="+mn-ea"/>
                <a:sym typeface="+mn-lt"/>
              </a:rPr>
              <a:t>地址长度为</a:t>
            </a:r>
            <a:r>
              <a:rPr lang="en-US" altLang="zh-CN" sz="1600" kern="0" dirty="0">
                <a:solidFill>
                  <a:prstClr val="black"/>
                </a:solidFill>
                <a:latin typeface="微软雅黑 Light" panose="020B0502040204020203" pitchFamily="34" charset="-122"/>
                <a:ea typeface="微软雅黑 Light" panose="020B0502040204020203" pitchFamily="34" charset="-122"/>
                <a:cs typeface="+mn-ea"/>
                <a:sym typeface="+mn-lt"/>
              </a:rPr>
              <a:t>128 bit</a:t>
            </a:r>
            <a:r>
              <a:rPr lang="zh-CN" altLang="en-US" sz="1600" kern="0" dirty="0">
                <a:solidFill>
                  <a:prstClr val="black"/>
                </a:solidFill>
                <a:latin typeface="微软雅黑 Light" panose="020B0502040204020203" pitchFamily="34" charset="-122"/>
                <a:ea typeface="微软雅黑 Light" panose="020B0502040204020203" pitchFamily="34" charset="-122"/>
                <a:cs typeface="+mn-ea"/>
                <a:sym typeface="+mn-lt"/>
              </a:rPr>
              <a:t>，海量的地址空间，满足物联网等新兴业务、有利于业务演进及扩展</a:t>
            </a:r>
            <a:endParaRPr lang="zh-CN" altLang="en-US" sz="1600" kern="0" dirty="0">
              <a:solidFill>
                <a:prstClr val="black"/>
              </a:solidFill>
              <a:latin typeface="微软雅黑 Light" panose="020B0502040204020203" pitchFamily="34" charset="-122"/>
              <a:ea typeface="微软雅黑 Light" panose="020B0502040204020203" pitchFamily="34" charset="-122"/>
              <a:cs typeface="+mn-ea"/>
              <a:sym typeface="+mn-lt"/>
            </a:endParaRPr>
          </a:p>
        </p:txBody>
      </p:sp>
      <p:sp>
        <p:nvSpPr>
          <p:cNvPr id="7" name="圆角矩形 6"/>
          <p:cNvSpPr/>
          <p:nvPr/>
        </p:nvSpPr>
        <p:spPr>
          <a:xfrm>
            <a:off x="673515" y="2003173"/>
            <a:ext cx="1919464" cy="479866"/>
          </a:xfrm>
          <a:prstGeom prst="roundRect">
            <a:avLst>
              <a:gd name="adj" fmla="val 6668"/>
            </a:avLst>
          </a:prstGeom>
          <a:solidFill>
            <a:schemeClr val="accent1"/>
          </a:solidFill>
          <a:ln w="12700" cap="flat" cmpd="sng" algn="ctr">
            <a:noFill/>
            <a:prstDash val="solid"/>
            <a:miter lim="800000"/>
          </a:ln>
          <a:effectLst/>
        </p:spPr>
        <p:txBody>
          <a:bodyPr rtlCol="0" anchor="ctr"/>
          <a:lstStyle/>
          <a:p>
            <a:pPr algn="ctr" defTabSz="1218565">
              <a:lnSpc>
                <a:spcPct val="120000"/>
              </a:lnSpc>
              <a:defRPr/>
            </a:pPr>
            <a:r>
              <a:rPr lang="zh-CN" altLang="en-US" sz="1600" b="1" kern="0" dirty="0">
                <a:latin typeface="微软雅黑 Light" panose="020B0502040204020203" pitchFamily="34" charset="-122"/>
                <a:ea typeface="微软雅黑 Light" panose="020B0502040204020203" pitchFamily="34" charset="-122"/>
                <a:cs typeface="+mn-ea"/>
                <a:sym typeface="+mn-lt"/>
              </a:rPr>
              <a:t>层次化的地址结构</a:t>
            </a:r>
            <a:endParaRPr lang="zh-CN" altLang="en-US" sz="1600" b="1" kern="0" dirty="0">
              <a:latin typeface="微软雅黑 Light" panose="020B0502040204020203" pitchFamily="34" charset="-122"/>
              <a:ea typeface="微软雅黑 Light" panose="020B0502040204020203" pitchFamily="34" charset="-122"/>
              <a:cs typeface="+mn-ea"/>
              <a:sym typeface="+mn-lt"/>
            </a:endParaRPr>
          </a:p>
        </p:txBody>
      </p:sp>
      <p:sp>
        <p:nvSpPr>
          <p:cNvPr id="8" name="圆角矩形 7"/>
          <p:cNvSpPr/>
          <p:nvPr/>
        </p:nvSpPr>
        <p:spPr>
          <a:xfrm>
            <a:off x="2664667" y="2003175"/>
            <a:ext cx="9000000" cy="479866"/>
          </a:xfrm>
          <a:prstGeom prst="roundRect">
            <a:avLst>
              <a:gd name="adj" fmla="val 6668"/>
            </a:avLst>
          </a:prstGeom>
          <a:solidFill>
            <a:schemeClr val="bg1">
              <a:lumMod val="85000"/>
              <a:alpha val="50000"/>
            </a:schemeClr>
          </a:solidFill>
          <a:ln w="12700" cap="flat" cmpd="sng" algn="ctr">
            <a:noFill/>
            <a:prstDash val="solid"/>
            <a:miter lim="800000"/>
          </a:ln>
          <a:effectLst/>
        </p:spPr>
        <p:txBody>
          <a:bodyPr rtlCol="0" anchor="ctr"/>
          <a:lstStyle/>
          <a:p>
            <a:pPr defTabSz="1218565">
              <a:lnSpc>
                <a:spcPct val="120000"/>
              </a:lnSpc>
              <a:defRPr/>
            </a:pPr>
            <a:r>
              <a:rPr lang="en-US" altLang="zh-CN" sz="1600" kern="0" dirty="0">
                <a:solidFill>
                  <a:prstClr val="black"/>
                </a:solidFill>
                <a:latin typeface="微软雅黑 Light" panose="020B0502040204020203" pitchFamily="34" charset="-122"/>
                <a:ea typeface="微软雅黑 Light" panose="020B0502040204020203" pitchFamily="34" charset="-122"/>
                <a:cs typeface="+mn-ea"/>
                <a:sym typeface="+mn-lt"/>
              </a:rPr>
              <a:t>IPv6</a:t>
            </a:r>
            <a:r>
              <a:rPr lang="zh-CN" altLang="en-US" sz="1600" kern="0" dirty="0">
                <a:solidFill>
                  <a:prstClr val="black"/>
                </a:solidFill>
                <a:latin typeface="微软雅黑 Light" panose="020B0502040204020203" pitchFamily="34" charset="-122"/>
                <a:ea typeface="微软雅黑 Light" panose="020B0502040204020203" pitchFamily="34" charset="-122"/>
                <a:cs typeface="+mn-ea"/>
                <a:sym typeface="+mn-lt"/>
              </a:rPr>
              <a:t>地址的分配更加规范，利于路由聚合（缩减</a:t>
            </a:r>
            <a:r>
              <a:rPr lang="en-US" altLang="zh-CN" sz="1600" kern="0" dirty="0">
                <a:solidFill>
                  <a:prstClr val="black"/>
                </a:solidFill>
                <a:latin typeface="微软雅黑 Light" panose="020B0502040204020203" pitchFamily="34" charset="-122"/>
                <a:ea typeface="微软雅黑 Light" panose="020B0502040204020203" pitchFamily="34" charset="-122"/>
                <a:cs typeface="+mn-ea"/>
                <a:sym typeface="+mn-lt"/>
              </a:rPr>
              <a:t>IPv6</a:t>
            </a:r>
            <a:r>
              <a:rPr lang="zh-CN" altLang="en-US" sz="1600" kern="0" dirty="0">
                <a:solidFill>
                  <a:prstClr val="black"/>
                </a:solidFill>
                <a:latin typeface="微软雅黑 Light" panose="020B0502040204020203" pitchFamily="34" charset="-122"/>
                <a:ea typeface="微软雅黑 Light" panose="020B0502040204020203" pitchFamily="34" charset="-122"/>
                <a:cs typeface="+mn-ea"/>
                <a:sym typeface="+mn-lt"/>
              </a:rPr>
              <a:t>路由表规模）、路由快速查询</a:t>
            </a:r>
            <a:endParaRPr lang="zh-CN" altLang="en-US" sz="1600" kern="0" dirty="0">
              <a:solidFill>
                <a:prstClr val="black"/>
              </a:solidFill>
              <a:latin typeface="微软雅黑 Light" panose="020B0502040204020203" pitchFamily="34" charset="-122"/>
              <a:ea typeface="微软雅黑 Light" panose="020B0502040204020203" pitchFamily="34" charset="-122"/>
              <a:cs typeface="+mn-ea"/>
              <a:sym typeface="+mn-lt"/>
            </a:endParaRPr>
          </a:p>
        </p:txBody>
      </p:sp>
      <p:sp>
        <p:nvSpPr>
          <p:cNvPr id="9" name="圆角矩形 8"/>
          <p:cNvSpPr/>
          <p:nvPr/>
        </p:nvSpPr>
        <p:spPr>
          <a:xfrm>
            <a:off x="673515" y="2738969"/>
            <a:ext cx="1919464" cy="479866"/>
          </a:xfrm>
          <a:prstGeom prst="roundRect">
            <a:avLst>
              <a:gd name="adj" fmla="val 6668"/>
            </a:avLst>
          </a:prstGeom>
          <a:solidFill>
            <a:schemeClr val="accent1"/>
          </a:solidFill>
          <a:ln w="12700" cap="flat" cmpd="sng" algn="ctr">
            <a:noFill/>
            <a:prstDash val="solid"/>
            <a:miter lim="800000"/>
          </a:ln>
          <a:effectLst/>
        </p:spPr>
        <p:txBody>
          <a:bodyPr rtlCol="0" anchor="ctr"/>
          <a:lstStyle/>
          <a:p>
            <a:pPr algn="ctr" defTabSz="1218565">
              <a:lnSpc>
                <a:spcPct val="120000"/>
              </a:lnSpc>
              <a:defRPr/>
            </a:pPr>
            <a:r>
              <a:rPr lang="zh-CN" altLang="en-US" sz="1600" b="1" kern="0" dirty="0">
                <a:latin typeface="微软雅黑 Light" panose="020B0502040204020203" pitchFamily="34" charset="-122"/>
                <a:ea typeface="微软雅黑 Light" panose="020B0502040204020203" pitchFamily="34" charset="-122"/>
                <a:cs typeface="+mn-ea"/>
                <a:sym typeface="+mn-lt"/>
              </a:rPr>
              <a:t>即插即用</a:t>
            </a:r>
            <a:endParaRPr lang="zh-CN" altLang="en-US" sz="1600" b="1" kern="0" dirty="0">
              <a:latin typeface="微软雅黑 Light" panose="020B0502040204020203" pitchFamily="34" charset="-122"/>
              <a:ea typeface="微软雅黑 Light" panose="020B0502040204020203" pitchFamily="34" charset="-122"/>
              <a:cs typeface="+mn-ea"/>
              <a:sym typeface="+mn-lt"/>
            </a:endParaRPr>
          </a:p>
        </p:txBody>
      </p:sp>
      <p:sp>
        <p:nvSpPr>
          <p:cNvPr id="10" name="圆角矩形 9"/>
          <p:cNvSpPr/>
          <p:nvPr/>
        </p:nvSpPr>
        <p:spPr>
          <a:xfrm>
            <a:off x="2664667" y="2738969"/>
            <a:ext cx="9000000" cy="479866"/>
          </a:xfrm>
          <a:prstGeom prst="roundRect">
            <a:avLst>
              <a:gd name="adj" fmla="val 6668"/>
            </a:avLst>
          </a:prstGeom>
          <a:solidFill>
            <a:schemeClr val="bg1">
              <a:lumMod val="85000"/>
              <a:alpha val="50000"/>
            </a:schemeClr>
          </a:solidFill>
          <a:ln w="12700" cap="flat" cmpd="sng" algn="ctr">
            <a:noFill/>
            <a:prstDash val="solid"/>
            <a:miter lim="800000"/>
          </a:ln>
          <a:effectLst/>
        </p:spPr>
        <p:txBody>
          <a:bodyPr rtlCol="0" anchor="ctr"/>
          <a:lstStyle/>
          <a:p>
            <a:pPr defTabSz="1218565">
              <a:lnSpc>
                <a:spcPct val="120000"/>
              </a:lnSpc>
              <a:defRPr/>
            </a:pPr>
            <a:r>
              <a:rPr lang="en-US" altLang="zh-CN" sz="1600" kern="0" dirty="0">
                <a:solidFill>
                  <a:prstClr val="black"/>
                </a:solidFill>
                <a:latin typeface="微软雅黑 Light" panose="020B0502040204020203" pitchFamily="34" charset="-122"/>
                <a:ea typeface="微软雅黑 Light" panose="020B0502040204020203" pitchFamily="34" charset="-122"/>
                <a:cs typeface="+mn-ea"/>
                <a:sym typeface="+mn-lt"/>
              </a:rPr>
              <a:t>IPv6</a:t>
            </a:r>
            <a:r>
              <a:rPr lang="zh-CN" altLang="en-US" sz="1600" kern="0" dirty="0">
                <a:solidFill>
                  <a:prstClr val="black"/>
                </a:solidFill>
                <a:latin typeface="微软雅黑 Light" panose="020B0502040204020203" pitchFamily="34" charset="-122"/>
                <a:ea typeface="微软雅黑 Light" panose="020B0502040204020203" pitchFamily="34" charset="-122"/>
                <a:cs typeface="+mn-ea"/>
                <a:sym typeface="+mn-lt"/>
              </a:rPr>
              <a:t>支持无状态地址自动配置（</a:t>
            </a:r>
            <a:r>
              <a:rPr lang="en-US" altLang="zh-CN" sz="1600" kern="0" dirty="0">
                <a:solidFill>
                  <a:prstClr val="black"/>
                </a:solidFill>
                <a:latin typeface="微软雅黑 Light" panose="020B0502040204020203" pitchFamily="34" charset="-122"/>
                <a:ea typeface="微软雅黑 Light" panose="020B0502040204020203" pitchFamily="34" charset="-122"/>
                <a:cs typeface="+mn-ea"/>
                <a:sym typeface="+mn-lt"/>
              </a:rPr>
              <a:t>SLAAC</a:t>
            </a:r>
            <a:r>
              <a:rPr lang="zh-CN" altLang="en-US" sz="1600" kern="0" dirty="0">
                <a:solidFill>
                  <a:prstClr val="black"/>
                </a:solidFill>
                <a:latin typeface="微软雅黑 Light" panose="020B0502040204020203" pitchFamily="34" charset="-122"/>
                <a:ea typeface="微软雅黑 Light" panose="020B0502040204020203" pitchFamily="34" charset="-122"/>
                <a:cs typeface="+mn-ea"/>
                <a:sym typeface="+mn-lt"/>
              </a:rPr>
              <a:t>），终端接入更简单 </a:t>
            </a:r>
            <a:endParaRPr lang="zh-CN" altLang="en-US" sz="1600" kern="0" dirty="0">
              <a:solidFill>
                <a:prstClr val="black"/>
              </a:solidFill>
              <a:latin typeface="微软雅黑 Light" panose="020B0502040204020203" pitchFamily="34" charset="-122"/>
              <a:ea typeface="微软雅黑 Light" panose="020B0502040204020203" pitchFamily="34" charset="-122"/>
              <a:cs typeface="+mn-ea"/>
              <a:sym typeface="+mn-lt"/>
            </a:endParaRPr>
          </a:p>
        </p:txBody>
      </p:sp>
      <p:sp>
        <p:nvSpPr>
          <p:cNvPr id="11" name="圆角矩形 10"/>
          <p:cNvSpPr/>
          <p:nvPr/>
        </p:nvSpPr>
        <p:spPr>
          <a:xfrm>
            <a:off x="673515" y="3474763"/>
            <a:ext cx="1919464" cy="479866"/>
          </a:xfrm>
          <a:prstGeom prst="roundRect">
            <a:avLst>
              <a:gd name="adj" fmla="val 6668"/>
            </a:avLst>
          </a:prstGeom>
          <a:solidFill>
            <a:schemeClr val="accent1"/>
          </a:solidFill>
          <a:ln w="12700" cap="flat" cmpd="sng" algn="ctr">
            <a:noFill/>
            <a:prstDash val="solid"/>
            <a:miter lim="800000"/>
          </a:ln>
          <a:effectLst/>
        </p:spPr>
        <p:txBody>
          <a:bodyPr rtlCol="0" anchor="ctr"/>
          <a:lstStyle/>
          <a:p>
            <a:pPr algn="ctr" defTabSz="1218565">
              <a:lnSpc>
                <a:spcPct val="120000"/>
              </a:lnSpc>
              <a:defRPr/>
            </a:pPr>
            <a:r>
              <a:rPr lang="zh-CN" altLang="en-US" sz="1600" b="1" kern="0" dirty="0">
                <a:latin typeface="微软雅黑 Light" panose="020B0502040204020203" pitchFamily="34" charset="-122"/>
                <a:ea typeface="微软雅黑 Light" panose="020B0502040204020203" pitchFamily="34" charset="-122"/>
                <a:cs typeface="+mn-ea"/>
                <a:sym typeface="+mn-lt"/>
              </a:rPr>
              <a:t>简化的报文头部</a:t>
            </a:r>
            <a:endParaRPr lang="zh-CN" altLang="en-US" sz="1600" b="1" kern="0" dirty="0">
              <a:latin typeface="微软雅黑 Light" panose="020B0502040204020203" pitchFamily="34" charset="-122"/>
              <a:ea typeface="微软雅黑 Light" panose="020B0502040204020203" pitchFamily="34" charset="-122"/>
              <a:cs typeface="+mn-ea"/>
              <a:sym typeface="+mn-lt"/>
            </a:endParaRPr>
          </a:p>
        </p:txBody>
      </p:sp>
      <p:sp>
        <p:nvSpPr>
          <p:cNvPr id="12" name="圆角矩形 11"/>
          <p:cNvSpPr/>
          <p:nvPr/>
        </p:nvSpPr>
        <p:spPr>
          <a:xfrm>
            <a:off x="2664667" y="3474763"/>
            <a:ext cx="9000000" cy="479866"/>
          </a:xfrm>
          <a:prstGeom prst="roundRect">
            <a:avLst>
              <a:gd name="adj" fmla="val 6668"/>
            </a:avLst>
          </a:prstGeom>
          <a:solidFill>
            <a:schemeClr val="bg1">
              <a:lumMod val="85000"/>
              <a:alpha val="50000"/>
            </a:schemeClr>
          </a:solidFill>
          <a:ln w="12700" cap="flat" cmpd="sng" algn="ctr">
            <a:noFill/>
            <a:prstDash val="solid"/>
            <a:miter lim="800000"/>
          </a:ln>
          <a:effectLst/>
        </p:spPr>
        <p:txBody>
          <a:bodyPr rtlCol="0" anchor="ctr"/>
          <a:lstStyle/>
          <a:p>
            <a:pPr defTabSz="1218565">
              <a:lnSpc>
                <a:spcPct val="120000"/>
              </a:lnSpc>
              <a:defRPr/>
            </a:pPr>
            <a:r>
              <a:rPr lang="zh-CN" altLang="en-US" sz="1600" kern="0" dirty="0">
                <a:solidFill>
                  <a:prstClr val="black"/>
                </a:solidFill>
                <a:latin typeface="微软雅黑 Light" panose="020B0502040204020203" pitchFamily="34" charset="-122"/>
                <a:ea typeface="微软雅黑 Light" panose="020B0502040204020203" pitchFamily="34" charset="-122"/>
                <a:cs typeface="+mn-ea"/>
                <a:sym typeface="+mn-lt"/>
              </a:rPr>
              <a:t>简化报文头，提高效率；通过扩展报文头支持新应用，利于网络设备转发处理</a:t>
            </a:r>
            <a:endParaRPr lang="zh-CN" altLang="en-US" sz="1600" kern="0" dirty="0">
              <a:solidFill>
                <a:prstClr val="black"/>
              </a:solidFill>
              <a:latin typeface="微软雅黑 Light" panose="020B0502040204020203" pitchFamily="34" charset="-122"/>
              <a:ea typeface="微软雅黑 Light" panose="020B0502040204020203" pitchFamily="34" charset="-122"/>
              <a:cs typeface="+mn-ea"/>
              <a:sym typeface="+mn-lt"/>
            </a:endParaRPr>
          </a:p>
        </p:txBody>
      </p:sp>
      <p:sp>
        <p:nvSpPr>
          <p:cNvPr id="13" name="圆角矩形 12"/>
          <p:cNvSpPr/>
          <p:nvPr/>
        </p:nvSpPr>
        <p:spPr>
          <a:xfrm>
            <a:off x="673515" y="4210557"/>
            <a:ext cx="1919464" cy="479866"/>
          </a:xfrm>
          <a:prstGeom prst="roundRect">
            <a:avLst>
              <a:gd name="adj" fmla="val 6668"/>
            </a:avLst>
          </a:prstGeom>
          <a:solidFill>
            <a:schemeClr val="accent1"/>
          </a:solidFill>
          <a:ln w="12700" cap="flat" cmpd="sng" algn="ctr">
            <a:noFill/>
            <a:prstDash val="solid"/>
            <a:miter lim="800000"/>
          </a:ln>
          <a:effectLst/>
        </p:spPr>
        <p:txBody>
          <a:bodyPr rtlCol="0" anchor="ctr"/>
          <a:lstStyle/>
          <a:p>
            <a:pPr algn="ctr" defTabSz="1218565">
              <a:lnSpc>
                <a:spcPct val="120000"/>
              </a:lnSpc>
              <a:defRPr/>
            </a:pPr>
            <a:r>
              <a:rPr lang="zh-CN" altLang="en-US" sz="1600" b="1" kern="0" dirty="0">
                <a:latin typeface="微软雅黑 Light" panose="020B0502040204020203" pitchFamily="34" charset="-122"/>
                <a:ea typeface="微软雅黑 Light" panose="020B0502040204020203" pitchFamily="34" charset="-122"/>
                <a:cs typeface="+mn-ea"/>
                <a:sym typeface="+mn-lt"/>
              </a:rPr>
              <a:t>安全特性</a:t>
            </a:r>
            <a:endParaRPr lang="zh-CN" altLang="en-US" sz="1600" b="1" kern="0" dirty="0">
              <a:latin typeface="微软雅黑 Light" panose="020B0502040204020203" pitchFamily="34" charset="-122"/>
              <a:ea typeface="微软雅黑 Light" panose="020B0502040204020203" pitchFamily="34" charset="-122"/>
              <a:cs typeface="+mn-ea"/>
              <a:sym typeface="+mn-lt"/>
            </a:endParaRPr>
          </a:p>
        </p:txBody>
      </p:sp>
      <p:sp>
        <p:nvSpPr>
          <p:cNvPr id="14" name="圆角矩形 13"/>
          <p:cNvSpPr/>
          <p:nvPr/>
        </p:nvSpPr>
        <p:spPr>
          <a:xfrm>
            <a:off x="2664667" y="4210557"/>
            <a:ext cx="9000000" cy="479866"/>
          </a:xfrm>
          <a:prstGeom prst="roundRect">
            <a:avLst>
              <a:gd name="adj" fmla="val 6668"/>
            </a:avLst>
          </a:prstGeom>
          <a:solidFill>
            <a:schemeClr val="bg1">
              <a:lumMod val="85000"/>
              <a:alpha val="50000"/>
            </a:schemeClr>
          </a:solidFill>
          <a:ln w="12700" cap="flat" cmpd="sng" algn="ctr">
            <a:noFill/>
            <a:prstDash val="solid"/>
            <a:miter lim="800000"/>
          </a:ln>
          <a:effectLst/>
        </p:spPr>
        <p:txBody>
          <a:bodyPr rtlCol="0" anchor="ctr"/>
          <a:lstStyle/>
          <a:p>
            <a:pPr defTabSz="1218565">
              <a:lnSpc>
                <a:spcPct val="120000"/>
              </a:lnSpc>
              <a:defRPr/>
            </a:pPr>
            <a:r>
              <a:rPr lang="en-US" altLang="zh-CN" sz="1600" kern="0" dirty="0">
                <a:solidFill>
                  <a:prstClr val="black"/>
                </a:solidFill>
                <a:latin typeface="微软雅黑 Light" panose="020B0502040204020203" pitchFamily="34" charset="-122"/>
                <a:ea typeface="微软雅黑 Light" panose="020B0502040204020203" pitchFamily="34" charset="-122"/>
                <a:cs typeface="+mn-ea"/>
                <a:sym typeface="+mn-lt"/>
              </a:rPr>
              <a:t>IPsec</a:t>
            </a:r>
            <a:r>
              <a:rPr lang="zh-CN" altLang="en-US" sz="1600" kern="0" dirty="0">
                <a:solidFill>
                  <a:prstClr val="black"/>
                </a:solidFill>
                <a:latin typeface="微软雅黑 Light" panose="020B0502040204020203" pitchFamily="34" charset="-122"/>
                <a:ea typeface="微软雅黑 Light" panose="020B0502040204020203" pitchFamily="34" charset="-122"/>
                <a:cs typeface="+mn-ea"/>
                <a:sym typeface="+mn-lt"/>
              </a:rPr>
              <a:t>、真实源地址认证等保证端到端安全；避免</a:t>
            </a:r>
            <a:r>
              <a:rPr lang="en-US" altLang="zh-CN" sz="1600" kern="0" dirty="0">
                <a:solidFill>
                  <a:prstClr val="black"/>
                </a:solidFill>
                <a:latin typeface="微软雅黑 Light" panose="020B0502040204020203" pitchFamily="34" charset="-122"/>
                <a:ea typeface="微软雅黑 Light" panose="020B0502040204020203" pitchFamily="34" charset="-122"/>
                <a:cs typeface="+mn-ea"/>
                <a:sym typeface="+mn-lt"/>
              </a:rPr>
              <a:t>NAT</a:t>
            </a:r>
            <a:r>
              <a:rPr lang="zh-CN" altLang="en-US" sz="1600" kern="0" dirty="0">
                <a:solidFill>
                  <a:prstClr val="black"/>
                </a:solidFill>
                <a:latin typeface="微软雅黑 Light" panose="020B0502040204020203" pitchFamily="34" charset="-122"/>
                <a:ea typeface="微软雅黑 Light" panose="020B0502040204020203" pitchFamily="34" charset="-122"/>
                <a:cs typeface="+mn-ea"/>
                <a:sym typeface="+mn-lt"/>
              </a:rPr>
              <a:t>破坏端到端通信的完整性</a:t>
            </a:r>
            <a:endParaRPr lang="zh-CN" altLang="en-US" sz="1600" kern="0" dirty="0">
              <a:solidFill>
                <a:prstClr val="black"/>
              </a:solidFill>
              <a:latin typeface="微软雅黑 Light" panose="020B0502040204020203" pitchFamily="34" charset="-122"/>
              <a:ea typeface="微软雅黑 Light" panose="020B0502040204020203" pitchFamily="34" charset="-122"/>
              <a:cs typeface="+mn-ea"/>
              <a:sym typeface="+mn-lt"/>
            </a:endParaRPr>
          </a:p>
        </p:txBody>
      </p:sp>
      <p:sp>
        <p:nvSpPr>
          <p:cNvPr id="15" name="圆角矩形 14"/>
          <p:cNvSpPr/>
          <p:nvPr/>
        </p:nvSpPr>
        <p:spPr>
          <a:xfrm>
            <a:off x="673515" y="4946351"/>
            <a:ext cx="1919464" cy="479866"/>
          </a:xfrm>
          <a:prstGeom prst="roundRect">
            <a:avLst>
              <a:gd name="adj" fmla="val 6668"/>
            </a:avLst>
          </a:prstGeom>
          <a:solidFill>
            <a:schemeClr val="accent1"/>
          </a:solidFill>
          <a:ln w="12700" cap="flat" cmpd="sng" algn="ctr">
            <a:noFill/>
            <a:prstDash val="solid"/>
            <a:miter lim="800000"/>
          </a:ln>
          <a:effectLst/>
        </p:spPr>
        <p:txBody>
          <a:bodyPr rtlCol="0" anchor="ctr"/>
          <a:lstStyle/>
          <a:p>
            <a:pPr algn="ctr" defTabSz="1218565">
              <a:lnSpc>
                <a:spcPct val="120000"/>
              </a:lnSpc>
              <a:defRPr/>
            </a:pPr>
            <a:r>
              <a:rPr lang="zh-CN" altLang="en-US" sz="1600" b="1" kern="0" dirty="0">
                <a:latin typeface="微软雅黑 Light" panose="020B0502040204020203" pitchFamily="34" charset="-122"/>
                <a:ea typeface="微软雅黑 Light" panose="020B0502040204020203" pitchFamily="34" charset="-122"/>
                <a:cs typeface="+mn-ea"/>
                <a:sym typeface="+mn-lt"/>
              </a:rPr>
              <a:t>移动性</a:t>
            </a:r>
            <a:endParaRPr lang="zh-CN" altLang="en-US" sz="1600" b="1" kern="0" dirty="0">
              <a:latin typeface="微软雅黑 Light" panose="020B0502040204020203" pitchFamily="34" charset="-122"/>
              <a:ea typeface="微软雅黑 Light" panose="020B0502040204020203" pitchFamily="34" charset="-122"/>
              <a:cs typeface="+mn-ea"/>
              <a:sym typeface="+mn-lt"/>
            </a:endParaRPr>
          </a:p>
        </p:txBody>
      </p:sp>
      <p:sp>
        <p:nvSpPr>
          <p:cNvPr id="16" name="圆角矩形 15"/>
          <p:cNvSpPr/>
          <p:nvPr/>
        </p:nvSpPr>
        <p:spPr>
          <a:xfrm>
            <a:off x="2664667" y="4946351"/>
            <a:ext cx="9000000" cy="479866"/>
          </a:xfrm>
          <a:prstGeom prst="roundRect">
            <a:avLst>
              <a:gd name="adj" fmla="val 6668"/>
            </a:avLst>
          </a:prstGeom>
          <a:solidFill>
            <a:schemeClr val="bg1">
              <a:lumMod val="85000"/>
              <a:alpha val="50000"/>
            </a:schemeClr>
          </a:solidFill>
          <a:ln w="12700" cap="flat" cmpd="sng" algn="ctr">
            <a:noFill/>
            <a:prstDash val="solid"/>
            <a:miter lim="800000"/>
          </a:ln>
          <a:effectLst/>
        </p:spPr>
        <p:txBody>
          <a:bodyPr rtlCol="0" anchor="ctr"/>
          <a:lstStyle/>
          <a:p>
            <a:pPr defTabSz="1218565">
              <a:lnSpc>
                <a:spcPct val="120000"/>
              </a:lnSpc>
              <a:defRPr/>
            </a:pPr>
            <a:r>
              <a:rPr lang="zh-CN" altLang="en-US" sz="1600" kern="0" dirty="0">
                <a:solidFill>
                  <a:prstClr val="black"/>
                </a:solidFill>
                <a:latin typeface="微软雅黑 Light" panose="020B0502040204020203" pitchFamily="34" charset="-122"/>
                <a:ea typeface="微软雅黑 Light" panose="020B0502040204020203" pitchFamily="34" charset="-122"/>
                <a:cs typeface="+mn-ea"/>
                <a:sym typeface="+mn-lt"/>
              </a:rPr>
              <a:t>对移动网络实时通信有较大改进，整个移动网络性能有比较大的提升</a:t>
            </a:r>
            <a:endParaRPr lang="zh-CN" altLang="en-US" sz="1600" kern="0" dirty="0">
              <a:solidFill>
                <a:prstClr val="black"/>
              </a:solidFill>
              <a:latin typeface="微软雅黑 Light" panose="020B0502040204020203" pitchFamily="34" charset="-122"/>
              <a:ea typeface="微软雅黑 Light" panose="020B0502040204020203" pitchFamily="34" charset="-122"/>
              <a:cs typeface="+mn-ea"/>
              <a:sym typeface="+mn-lt"/>
            </a:endParaRPr>
          </a:p>
        </p:txBody>
      </p:sp>
      <p:sp>
        <p:nvSpPr>
          <p:cNvPr id="17" name="圆角矩形 16"/>
          <p:cNvSpPr/>
          <p:nvPr/>
        </p:nvSpPr>
        <p:spPr>
          <a:xfrm>
            <a:off x="673515" y="5682147"/>
            <a:ext cx="1919464" cy="479866"/>
          </a:xfrm>
          <a:prstGeom prst="roundRect">
            <a:avLst>
              <a:gd name="adj" fmla="val 6668"/>
            </a:avLst>
          </a:prstGeom>
          <a:solidFill>
            <a:schemeClr val="accent1"/>
          </a:solidFill>
          <a:ln w="12700" cap="flat" cmpd="sng" algn="ctr">
            <a:noFill/>
            <a:prstDash val="solid"/>
            <a:miter lim="800000"/>
          </a:ln>
          <a:effectLst/>
        </p:spPr>
        <p:txBody>
          <a:bodyPr rtlCol="0" anchor="ctr"/>
          <a:lstStyle/>
          <a:p>
            <a:pPr algn="ctr" defTabSz="1218565">
              <a:lnSpc>
                <a:spcPct val="120000"/>
              </a:lnSpc>
              <a:defRPr/>
            </a:pPr>
            <a:r>
              <a:rPr lang="zh-CN" altLang="en-US" sz="1600" b="1" kern="0" dirty="0">
                <a:latin typeface="微软雅黑 Light" panose="020B0502040204020203" pitchFamily="34" charset="-122"/>
                <a:ea typeface="微软雅黑 Light" panose="020B0502040204020203" pitchFamily="34" charset="-122"/>
                <a:cs typeface="+mn-ea"/>
                <a:sym typeface="+mn-lt"/>
              </a:rPr>
              <a:t>增强的</a:t>
            </a:r>
            <a:r>
              <a:rPr lang="en-US" altLang="zh-CN" sz="1600" b="1" kern="0" dirty="0" err="1">
                <a:latin typeface="微软雅黑 Light" panose="020B0502040204020203" pitchFamily="34" charset="-122"/>
                <a:ea typeface="微软雅黑 Light" panose="020B0502040204020203" pitchFamily="34" charset="-122"/>
                <a:cs typeface="+mn-ea"/>
                <a:sym typeface="+mn-lt"/>
              </a:rPr>
              <a:t>QoS</a:t>
            </a:r>
            <a:r>
              <a:rPr lang="zh-CN" altLang="en-US" sz="1600" b="1" kern="0" dirty="0">
                <a:latin typeface="微软雅黑 Light" panose="020B0502040204020203" pitchFamily="34" charset="-122"/>
                <a:ea typeface="微软雅黑 Light" panose="020B0502040204020203" pitchFamily="34" charset="-122"/>
                <a:cs typeface="+mn-ea"/>
                <a:sym typeface="+mn-lt"/>
              </a:rPr>
              <a:t>特性</a:t>
            </a:r>
            <a:endParaRPr lang="zh-CN" altLang="en-US" sz="1600" b="1" kern="0" dirty="0">
              <a:latin typeface="微软雅黑 Light" panose="020B0502040204020203" pitchFamily="34" charset="-122"/>
              <a:ea typeface="微软雅黑 Light" panose="020B0502040204020203" pitchFamily="34" charset="-122"/>
              <a:cs typeface="+mn-ea"/>
              <a:sym typeface="+mn-lt"/>
            </a:endParaRPr>
          </a:p>
        </p:txBody>
      </p:sp>
      <p:sp>
        <p:nvSpPr>
          <p:cNvPr id="18" name="圆角矩形 17"/>
          <p:cNvSpPr/>
          <p:nvPr/>
        </p:nvSpPr>
        <p:spPr>
          <a:xfrm>
            <a:off x="2664666" y="5682147"/>
            <a:ext cx="9000000" cy="479866"/>
          </a:xfrm>
          <a:prstGeom prst="roundRect">
            <a:avLst>
              <a:gd name="adj" fmla="val 6668"/>
            </a:avLst>
          </a:prstGeom>
          <a:solidFill>
            <a:schemeClr val="bg1">
              <a:lumMod val="85000"/>
              <a:alpha val="50000"/>
            </a:schemeClr>
          </a:solidFill>
          <a:ln w="12700" cap="flat" cmpd="sng" algn="ctr">
            <a:noFill/>
            <a:prstDash val="solid"/>
            <a:miter lim="800000"/>
          </a:ln>
          <a:effectLst/>
        </p:spPr>
        <p:txBody>
          <a:bodyPr rtlCol="0" anchor="ctr"/>
          <a:lstStyle/>
          <a:p>
            <a:pPr defTabSz="1218565">
              <a:lnSpc>
                <a:spcPct val="120000"/>
              </a:lnSpc>
              <a:defRPr/>
            </a:pPr>
            <a:r>
              <a:rPr lang="zh-CN" altLang="en-US" sz="1600" kern="0" dirty="0">
                <a:solidFill>
                  <a:prstClr val="black"/>
                </a:solidFill>
                <a:latin typeface="微软雅黑 Light" panose="020B0502040204020203" pitchFamily="34" charset="-122"/>
                <a:ea typeface="微软雅黑 Light" panose="020B0502040204020203" pitchFamily="34" charset="-122"/>
                <a:cs typeface="+mn-ea"/>
                <a:sym typeface="+mn-lt"/>
              </a:rPr>
              <a:t>额外定义了流标签字段，可为应用程序或者终端所用，针对特殊的服务和数据流，分配特定的资源</a:t>
            </a:r>
            <a:endParaRPr lang="zh-CN" altLang="en-US" sz="1600" kern="0" dirty="0">
              <a:solidFill>
                <a:prstClr val="black"/>
              </a:solidFill>
              <a:latin typeface="微软雅黑 Light" panose="020B0502040204020203" pitchFamily="34" charset="-122"/>
              <a:ea typeface="微软雅黑 Light" panose="020B0502040204020203" pitchFamily="34" charset="-122"/>
              <a:cs typeface="+mn-ea"/>
              <a:sym typeface="+mn-lt"/>
            </a:endParaRPr>
          </a:p>
        </p:txBody>
      </p:sp>
    </p:spTree>
  </p:cSld>
  <p:clrMapOvr>
    <a:masterClrMapping/>
  </p:clrMapOvr>
</p:sld>
</file>

<file path=ppt/slides/slide1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IPv6</a:t>
            </a:r>
            <a:r>
              <a:rPr lang="zh-CN" altLang="en-US" dirty="0"/>
              <a:t>基本头部</a:t>
            </a:r>
            <a:endParaRPr lang="zh-CN" altLang="en-US" dirty="0"/>
          </a:p>
        </p:txBody>
      </p:sp>
      <p:sp>
        <p:nvSpPr>
          <p:cNvPr id="3" name="内容占位符 2"/>
          <p:cNvSpPr>
            <a:spLocks noGrp="1"/>
          </p:cNvSpPr>
          <p:nvPr>
            <p:ph idx="1"/>
          </p:nvPr>
        </p:nvSpPr>
        <p:spPr>
          <a:xfrm>
            <a:off x="334434" y="1052515"/>
            <a:ext cx="11523133" cy="1685440"/>
          </a:xfrm>
        </p:spPr>
        <p:txBody>
          <a:bodyPr/>
          <a:lstStyle/>
          <a:p>
            <a:r>
              <a:rPr lang="en-US" altLang="zh-CN" dirty="0"/>
              <a:t>IPv6</a:t>
            </a:r>
            <a:r>
              <a:rPr lang="zh-CN" altLang="en-US" dirty="0"/>
              <a:t>报文头部由一个</a:t>
            </a:r>
            <a:r>
              <a:rPr lang="en-US" altLang="zh-CN" dirty="0"/>
              <a:t>IPv6</a:t>
            </a:r>
            <a:r>
              <a:rPr lang="zh-CN" altLang="en-US" dirty="0"/>
              <a:t>基本头部（必须存在）和多个扩展头部（可选）组成 </a:t>
            </a:r>
            <a:endParaRPr lang="zh-CN" altLang="en-US" dirty="0"/>
          </a:p>
          <a:p>
            <a:r>
              <a:rPr lang="zh-CN" altLang="en-US" dirty="0"/>
              <a:t>基本头部提供报文转发的基本信息，会被转发路径上的所有设备解析</a:t>
            </a:r>
            <a:endParaRPr lang="zh-CN" altLang="en-US" dirty="0"/>
          </a:p>
        </p:txBody>
      </p:sp>
      <p:sp>
        <p:nvSpPr>
          <p:cNvPr id="4" name="灯片编号占位符 3"/>
          <p:cNvSpPr>
            <a:spLocks noGrp="1"/>
          </p:cNvSpPr>
          <p:nvPr>
            <p:ph type="sldNum" sz="quarter" idx="12"/>
          </p:nvPr>
        </p:nvSpPr>
        <p:spPr/>
        <p:txBody>
          <a:bodyPr/>
          <a:lstStyle/>
          <a:p>
            <a:pPr>
              <a:defRPr/>
            </a:pPr>
            <a:fld id="{816960B2-2B11-492C-B588-5290E1274F96}" type="slidenum">
              <a:rPr lang="en-US" altLang="zh-CN" smtClean="0"/>
            </a:fld>
            <a:endParaRPr lang="en-US" altLang="zh-CN" dirty="0"/>
          </a:p>
        </p:txBody>
      </p:sp>
      <p:sp>
        <p:nvSpPr>
          <p:cNvPr id="5" name="文本框 4"/>
          <p:cNvSpPr txBox="1"/>
          <p:nvPr/>
        </p:nvSpPr>
        <p:spPr bwMode="auto">
          <a:xfrm>
            <a:off x="1788312" y="2737955"/>
            <a:ext cx="4005221" cy="392363"/>
          </a:xfrm>
          <a:prstGeom prst="rect">
            <a:avLst/>
          </a:prstGeom>
          <a:noFill/>
          <a:ln w="9525" algn="ctr">
            <a:noFill/>
            <a:miter lim="800000"/>
          </a:ln>
        </p:spPr>
        <p:txBody>
          <a:bodyPr vert="horz" wrap="none" lIns="87768" tIns="43884" rIns="87768" bIns="43884" numCol="1" rtlCol="0" anchor="ctr" anchorCtr="0" compatLnSpc="1">
            <a:spAutoFit/>
          </a:bodyPr>
          <a:lstStyle/>
          <a:p>
            <a:pPr>
              <a:lnSpc>
                <a:spcPct val="120000"/>
              </a:lnSpc>
            </a:pPr>
            <a:r>
              <a:rPr lang="en-US" altLang="zh-CN" sz="1800" b="1" dirty="0">
                <a:latin typeface="微软雅黑 Light" panose="020B0502040204020203" pitchFamily="34" charset="-122"/>
                <a:ea typeface="微软雅黑 Light" panose="020B0502040204020203" pitchFamily="34" charset="-122"/>
                <a:cs typeface="+mn-ea"/>
                <a:sym typeface="+mn-lt"/>
              </a:rPr>
              <a:t>IPv4</a:t>
            </a:r>
            <a:r>
              <a:rPr lang="zh-CN" altLang="en-US" sz="1800" b="1" dirty="0">
                <a:latin typeface="微软雅黑 Light" panose="020B0502040204020203" pitchFamily="34" charset="-122"/>
                <a:ea typeface="微软雅黑 Light" panose="020B0502040204020203" pitchFamily="34" charset="-122"/>
                <a:cs typeface="+mn-ea"/>
                <a:sym typeface="+mn-lt"/>
              </a:rPr>
              <a:t>报文头部（</a:t>
            </a:r>
            <a:r>
              <a:rPr lang="en-US" altLang="zh-CN" sz="1800" b="1" dirty="0">
                <a:latin typeface="微软雅黑 Light" panose="020B0502040204020203" pitchFamily="34" charset="-122"/>
                <a:ea typeface="微软雅黑 Light" panose="020B0502040204020203" pitchFamily="34" charset="-122"/>
                <a:cs typeface="+mn-ea"/>
                <a:sym typeface="+mn-lt"/>
              </a:rPr>
              <a:t>20 Byte ~ 60 Byte</a:t>
            </a:r>
            <a:r>
              <a:rPr lang="zh-CN" altLang="en-US" sz="1800" b="1" dirty="0">
                <a:latin typeface="微软雅黑 Light" panose="020B0502040204020203" pitchFamily="34" charset="-122"/>
                <a:ea typeface="微软雅黑 Light" panose="020B0502040204020203" pitchFamily="34" charset="-122"/>
                <a:cs typeface="+mn-ea"/>
                <a:sym typeface="+mn-lt"/>
              </a:rPr>
              <a:t> ）</a:t>
            </a:r>
            <a:endParaRPr lang="zh-CN" altLang="en-US" sz="1800" b="1" dirty="0">
              <a:latin typeface="微软雅黑 Light" panose="020B0502040204020203" pitchFamily="34" charset="-122"/>
              <a:ea typeface="微软雅黑 Light" panose="020B0502040204020203" pitchFamily="34" charset="-122"/>
              <a:cs typeface="+mn-ea"/>
              <a:sym typeface="+mn-lt"/>
            </a:endParaRPr>
          </a:p>
        </p:txBody>
      </p:sp>
      <p:sp>
        <p:nvSpPr>
          <p:cNvPr id="6" name="文本框 5"/>
          <p:cNvSpPr txBox="1"/>
          <p:nvPr/>
        </p:nvSpPr>
        <p:spPr bwMode="auto">
          <a:xfrm>
            <a:off x="6954435" y="2737955"/>
            <a:ext cx="2857471" cy="392363"/>
          </a:xfrm>
          <a:prstGeom prst="rect">
            <a:avLst/>
          </a:prstGeom>
          <a:noFill/>
          <a:ln w="9525" algn="ctr">
            <a:noFill/>
            <a:miter lim="800000"/>
          </a:ln>
        </p:spPr>
        <p:txBody>
          <a:bodyPr vert="horz" wrap="none" lIns="87768" tIns="43884" rIns="87768" bIns="43884" numCol="1" rtlCol="0" anchor="ctr" anchorCtr="0" compatLnSpc="1">
            <a:spAutoFit/>
          </a:bodyPr>
          <a:lstStyle/>
          <a:p>
            <a:pPr>
              <a:lnSpc>
                <a:spcPct val="120000"/>
              </a:lnSpc>
            </a:pPr>
            <a:r>
              <a:rPr lang="en-US" altLang="zh-CN" sz="1800" b="1" dirty="0">
                <a:latin typeface="微软雅黑 Light" panose="020B0502040204020203" pitchFamily="34" charset="-122"/>
                <a:ea typeface="微软雅黑 Light" panose="020B0502040204020203" pitchFamily="34" charset="-122"/>
                <a:cs typeface="+mn-ea"/>
                <a:sym typeface="+mn-lt"/>
              </a:rPr>
              <a:t>IPv6</a:t>
            </a:r>
            <a:r>
              <a:rPr lang="zh-CN" altLang="en-US" sz="1800" b="1" dirty="0">
                <a:latin typeface="微软雅黑 Light" panose="020B0502040204020203" pitchFamily="34" charset="-122"/>
                <a:ea typeface="微软雅黑 Light" panose="020B0502040204020203" pitchFamily="34" charset="-122"/>
                <a:cs typeface="+mn-ea"/>
                <a:sym typeface="+mn-lt"/>
              </a:rPr>
              <a:t>基本头部（</a:t>
            </a:r>
            <a:r>
              <a:rPr lang="en-US" altLang="zh-CN" sz="1800" b="1" dirty="0">
                <a:latin typeface="微软雅黑 Light" panose="020B0502040204020203" pitchFamily="34" charset="-122"/>
                <a:ea typeface="微软雅黑 Light" panose="020B0502040204020203" pitchFamily="34" charset="-122"/>
                <a:cs typeface="+mn-ea"/>
                <a:sym typeface="+mn-lt"/>
              </a:rPr>
              <a:t>40 Byte</a:t>
            </a:r>
            <a:r>
              <a:rPr lang="zh-CN" altLang="en-US" sz="1800" b="1" dirty="0">
                <a:latin typeface="微软雅黑 Light" panose="020B0502040204020203" pitchFamily="34" charset="-122"/>
                <a:ea typeface="微软雅黑 Light" panose="020B0502040204020203" pitchFamily="34" charset="-122"/>
                <a:cs typeface="+mn-ea"/>
                <a:sym typeface="+mn-lt"/>
              </a:rPr>
              <a:t>）</a:t>
            </a:r>
            <a:endParaRPr lang="zh-CN" altLang="en-US" sz="1800" b="1" dirty="0">
              <a:latin typeface="微软雅黑 Light" panose="020B0502040204020203" pitchFamily="34" charset="-122"/>
              <a:ea typeface="微软雅黑 Light" panose="020B0502040204020203" pitchFamily="34" charset="-122"/>
              <a:cs typeface="+mn-ea"/>
              <a:sym typeface="+mn-lt"/>
            </a:endParaRPr>
          </a:p>
        </p:txBody>
      </p:sp>
      <p:graphicFrame>
        <p:nvGraphicFramePr>
          <p:cNvPr id="7" name="表格 6"/>
          <p:cNvGraphicFramePr>
            <a:graphicFrameLocks noGrp="1"/>
          </p:cNvGraphicFramePr>
          <p:nvPr/>
        </p:nvGraphicFramePr>
        <p:xfrm>
          <a:off x="1631504" y="3222968"/>
          <a:ext cx="4103320" cy="2584549"/>
        </p:xfrm>
        <a:graphic>
          <a:graphicData uri="http://schemas.openxmlformats.org/drawingml/2006/table">
            <a:tbl>
              <a:tblPr firstRow="1" bandRow="1">
                <a:tableStyleId>{2D5ABB26-0587-4C30-8999-92F81FD0307C}</a:tableStyleId>
              </a:tblPr>
              <a:tblGrid>
                <a:gridCol w="791778"/>
                <a:gridCol w="495269"/>
                <a:gridCol w="908573"/>
                <a:gridCol w="791779"/>
                <a:gridCol w="123569"/>
                <a:gridCol w="992352"/>
              </a:tblGrid>
              <a:tr h="370695">
                <a:tc>
                  <a:txBody>
                    <a:bodyPr/>
                    <a:lstStyle/>
                    <a:p>
                      <a:pPr algn="ctr">
                        <a:lnSpc>
                          <a:spcPct val="120000"/>
                        </a:lnSpc>
                        <a:spcBef>
                          <a:spcPts val="0"/>
                        </a:spcBef>
                        <a:spcAft>
                          <a:spcPts val="0"/>
                        </a:spcAft>
                      </a:pPr>
                      <a:r>
                        <a:rPr lang="en-US" altLang="zh-CN" sz="1400" dirty="0">
                          <a:latin typeface="微软雅黑 Light" panose="020B0502040204020203" pitchFamily="34" charset="-122"/>
                          <a:ea typeface="微软雅黑 Light" panose="020B0502040204020203" pitchFamily="34" charset="-122"/>
                          <a:cs typeface="+mn-ea"/>
                          <a:sym typeface="+mn-lt"/>
                        </a:rPr>
                        <a:t>Version</a:t>
                      </a:r>
                      <a:endParaRPr lang="zh-CN" altLang="en-US" sz="1400" dirty="0">
                        <a:latin typeface="微软雅黑 Light" panose="020B0502040204020203" pitchFamily="34" charset="-122"/>
                        <a:ea typeface="微软雅黑 Light" panose="020B0502040204020203" pitchFamily="34" charset="-122"/>
                        <a:cs typeface="+mn-ea"/>
                        <a:sym typeface="+mn-lt"/>
                      </a:endParaRPr>
                    </a:p>
                  </a:txBody>
                  <a:tcPr marL="91404" marR="91404" marT="45702" marB="45702" anchor="ctr">
                    <a:lnL w="190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90000"/>
                      </a:schemeClr>
                    </a:solidFill>
                  </a:tcPr>
                </a:tc>
                <a:tc>
                  <a:txBody>
                    <a:bodyPr/>
                    <a:lstStyle/>
                    <a:p>
                      <a:pPr algn="ctr">
                        <a:lnSpc>
                          <a:spcPct val="120000"/>
                        </a:lnSpc>
                        <a:spcBef>
                          <a:spcPts val="0"/>
                        </a:spcBef>
                        <a:spcAft>
                          <a:spcPts val="0"/>
                        </a:spcAft>
                      </a:pPr>
                      <a:r>
                        <a:rPr lang="en-US" altLang="zh-CN" sz="1400">
                          <a:latin typeface="微软雅黑 Light" panose="020B0502040204020203" pitchFamily="34" charset="-122"/>
                          <a:ea typeface="微软雅黑 Light" panose="020B0502040204020203" pitchFamily="34" charset="-122"/>
                          <a:cs typeface="+mn-ea"/>
                          <a:sym typeface="+mn-lt"/>
                        </a:rPr>
                        <a:t>IHL</a:t>
                      </a:r>
                      <a:endParaRPr lang="zh-CN" altLang="en-US" sz="1400">
                        <a:latin typeface="微软雅黑 Light" panose="020B0502040204020203" pitchFamily="34" charset="-122"/>
                        <a:ea typeface="微软雅黑 Light" panose="020B0502040204020203" pitchFamily="34" charset="-122"/>
                        <a:cs typeface="+mn-ea"/>
                        <a:sym typeface="+mn-lt"/>
                      </a:endParaRPr>
                    </a:p>
                  </a:txBody>
                  <a:tcPr marL="91404" marR="91404" marT="45702" marB="457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pattFill prst="wdDnDiag">
                      <a:fgClr>
                        <a:schemeClr val="accent5">
                          <a:lumMod val="60000"/>
                          <a:lumOff val="40000"/>
                        </a:schemeClr>
                      </a:fgClr>
                      <a:bgClr>
                        <a:schemeClr val="bg1"/>
                      </a:bgClr>
                    </a:pattFill>
                  </a:tcPr>
                </a:tc>
                <a:tc>
                  <a:txBody>
                    <a:bodyPr/>
                    <a:lstStyle/>
                    <a:p>
                      <a:pPr algn="ctr">
                        <a:lnSpc>
                          <a:spcPct val="120000"/>
                        </a:lnSpc>
                        <a:spcBef>
                          <a:spcPts val="0"/>
                        </a:spcBef>
                        <a:spcAft>
                          <a:spcPts val="0"/>
                        </a:spcAft>
                      </a:pPr>
                      <a:r>
                        <a:rPr lang="en-US" altLang="zh-CN" sz="1400" dirty="0" err="1">
                          <a:latin typeface="微软雅黑 Light" panose="020B0502040204020203" pitchFamily="34" charset="-122"/>
                          <a:ea typeface="微软雅黑 Light" panose="020B0502040204020203" pitchFamily="34" charset="-122"/>
                          <a:cs typeface="+mn-ea"/>
                          <a:sym typeface="+mn-lt"/>
                        </a:rPr>
                        <a:t>ToS</a:t>
                      </a:r>
                      <a:endParaRPr lang="zh-CN" altLang="en-US" sz="1400" dirty="0">
                        <a:latin typeface="微软雅黑 Light" panose="020B0502040204020203" pitchFamily="34" charset="-122"/>
                        <a:ea typeface="微软雅黑 Light" panose="020B0502040204020203" pitchFamily="34" charset="-122"/>
                        <a:cs typeface="+mn-ea"/>
                        <a:sym typeface="+mn-lt"/>
                      </a:endParaRPr>
                    </a:p>
                  </a:txBody>
                  <a:tcPr marL="91404" marR="91404" marT="45702" marB="457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gridSpan="3">
                  <a:txBody>
                    <a:bodyPr/>
                    <a:lstStyle/>
                    <a:p>
                      <a:pPr algn="ctr">
                        <a:lnSpc>
                          <a:spcPct val="120000"/>
                        </a:lnSpc>
                        <a:spcBef>
                          <a:spcPts val="0"/>
                        </a:spcBef>
                        <a:spcAft>
                          <a:spcPts val="0"/>
                        </a:spcAft>
                      </a:pPr>
                      <a:r>
                        <a:rPr lang="en-US" altLang="zh-CN" sz="1400" dirty="0">
                          <a:latin typeface="微软雅黑 Light" panose="020B0502040204020203" pitchFamily="34" charset="-122"/>
                          <a:ea typeface="微软雅黑 Light" panose="020B0502040204020203" pitchFamily="34" charset="-122"/>
                          <a:cs typeface="+mn-ea"/>
                          <a:sym typeface="+mn-lt"/>
                        </a:rPr>
                        <a:t>Total Length</a:t>
                      </a:r>
                      <a:endParaRPr lang="zh-CN" altLang="en-US" sz="1400" dirty="0">
                        <a:latin typeface="微软雅黑 Light" panose="020B0502040204020203" pitchFamily="34" charset="-122"/>
                        <a:ea typeface="微软雅黑 Light" panose="020B0502040204020203" pitchFamily="34" charset="-122"/>
                        <a:cs typeface="+mn-ea"/>
                        <a:sym typeface="+mn-lt"/>
                      </a:endParaRPr>
                    </a:p>
                  </a:txBody>
                  <a:tcPr marL="91404" marR="91404" marT="45702" marB="45702" anchor="ctr">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hMerge="1">
                  <a:tcPr/>
                </a:tc>
                <a:tc hMerge="1">
                  <a:tcPr/>
                </a:tc>
              </a:tr>
              <a:tr h="517958">
                <a:tc gridSpan="3">
                  <a:txBody>
                    <a:bodyPr/>
                    <a:lstStyle/>
                    <a:p>
                      <a:pPr algn="ctr">
                        <a:lnSpc>
                          <a:spcPct val="120000"/>
                        </a:lnSpc>
                        <a:spcBef>
                          <a:spcPts val="0"/>
                        </a:spcBef>
                        <a:spcAft>
                          <a:spcPts val="0"/>
                        </a:spcAft>
                      </a:pPr>
                      <a:r>
                        <a:rPr lang="en-US" altLang="zh-CN" sz="1400" dirty="0">
                          <a:latin typeface="微软雅黑 Light" panose="020B0502040204020203" pitchFamily="34" charset="-122"/>
                          <a:ea typeface="微软雅黑 Light" panose="020B0502040204020203" pitchFamily="34" charset="-122"/>
                          <a:cs typeface="+mn-ea"/>
                          <a:sym typeface="+mn-lt"/>
                        </a:rPr>
                        <a:t>Identification</a:t>
                      </a:r>
                      <a:endParaRPr lang="zh-CN" altLang="en-US" sz="1400" dirty="0">
                        <a:latin typeface="微软雅黑 Light" panose="020B0502040204020203" pitchFamily="34" charset="-122"/>
                        <a:ea typeface="微软雅黑 Light" panose="020B0502040204020203" pitchFamily="34" charset="-122"/>
                        <a:cs typeface="+mn-ea"/>
                        <a:sym typeface="+mn-lt"/>
                      </a:endParaRPr>
                    </a:p>
                  </a:txBody>
                  <a:tcPr marL="91404" marR="91404" marT="45702" marB="45702" anchor="ctr">
                    <a:lnL w="190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pattFill prst="wdDnDiag">
                      <a:fgClr>
                        <a:schemeClr val="accent5">
                          <a:lumMod val="40000"/>
                          <a:lumOff val="60000"/>
                        </a:schemeClr>
                      </a:fgClr>
                      <a:bgClr>
                        <a:schemeClr val="bg1"/>
                      </a:bgClr>
                    </a:pattFill>
                  </a:tcPr>
                </a:tc>
                <a:tc hMerge="1">
                  <a:tcPr/>
                </a:tc>
                <a:tc hMerge="1">
                  <a:tcPr/>
                </a:tc>
                <a:tc>
                  <a:txBody>
                    <a:bodyPr/>
                    <a:lstStyle/>
                    <a:p>
                      <a:pPr algn="ctr">
                        <a:lnSpc>
                          <a:spcPct val="120000"/>
                        </a:lnSpc>
                        <a:spcBef>
                          <a:spcPts val="0"/>
                        </a:spcBef>
                        <a:spcAft>
                          <a:spcPts val="0"/>
                        </a:spcAft>
                      </a:pPr>
                      <a:r>
                        <a:rPr lang="en-US" altLang="zh-CN" sz="1400">
                          <a:latin typeface="微软雅黑 Light" panose="020B0502040204020203" pitchFamily="34" charset="-122"/>
                          <a:ea typeface="微软雅黑 Light" panose="020B0502040204020203" pitchFamily="34" charset="-122"/>
                          <a:cs typeface="+mn-ea"/>
                          <a:sym typeface="+mn-lt"/>
                        </a:rPr>
                        <a:t>Flags</a:t>
                      </a:r>
                      <a:endParaRPr lang="zh-CN" altLang="en-US" sz="1400">
                        <a:latin typeface="微软雅黑 Light" panose="020B0502040204020203" pitchFamily="34" charset="-122"/>
                        <a:ea typeface="微软雅黑 Light" panose="020B0502040204020203" pitchFamily="34" charset="-122"/>
                        <a:cs typeface="+mn-ea"/>
                        <a:sym typeface="+mn-lt"/>
                      </a:endParaRPr>
                    </a:p>
                  </a:txBody>
                  <a:tcPr marL="91404" marR="91404" marT="45702" marB="457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pattFill prst="wdDnDiag">
                      <a:fgClr>
                        <a:schemeClr val="accent5">
                          <a:lumMod val="40000"/>
                          <a:lumOff val="60000"/>
                        </a:schemeClr>
                      </a:fgClr>
                      <a:bgClr>
                        <a:schemeClr val="bg1"/>
                      </a:bgClr>
                    </a:pattFill>
                  </a:tcPr>
                </a:tc>
                <a:tc gridSpan="2">
                  <a:txBody>
                    <a:bodyPr/>
                    <a:lstStyle/>
                    <a:p>
                      <a:pPr algn="ctr">
                        <a:lnSpc>
                          <a:spcPct val="120000"/>
                        </a:lnSpc>
                        <a:spcBef>
                          <a:spcPts val="0"/>
                        </a:spcBef>
                        <a:spcAft>
                          <a:spcPts val="0"/>
                        </a:spcAft>
                      </a:pPr>
                      <a:r>
                        <a:rPr lang="en-US" altLang="zh-CN" sz="1400">
                          <a:latin typeface="微软雅黑 Light" panose="020B0502040204020203" pitchFamily="34" charset="-122"/>
                          <a:ea typeface="微软雅黑 Light" panose="020B0502040204020203" pitchFamily="34" charset="-122"/>
                          <a:cs typeface="+mn-ea"/>
                          <a:sym typeface="+mn-lt"/>
                        </a:rPr>
                        <a:t>Fragment</a:t>
                      </a:r>
                      <a:r>
                        <a:rPr lang="en-US" altLang="zh-CN" sz="1400" baseline="0">
                          <a:latin typeface="微软雅黑 Light" panose="020B0502040204020203" pitchFamily="34" charset="-122"/>
                          <a:ea typeface="微软雅黑 Light" panose="020B0502040204020203" pitchFamily="34" charset="-122"/>
                          <a:cs typeface="+mn-ea"/>
                          <a:sym typeface="+mn-lt"/>
                        </a:rPr>
                        <a:t> Offset</a:t>
                      </a:r>
                      <a:endParaRPr lang="zh-CN" altLang="en-US" sz="1400">
                        <a:latin typeface="微软雅黑 Light" panose="020B0502040204020203" pitchFamily="34" charset="-122"/>
                        <a:ea typeface="微软雅黑 Light" panose="020B0502040204020203" pitchFamily="34" charset="-122"/>
                        <a:cs typeface="+mn-ea"/>
                        <a:sym typeface="+mn-lt"/>
                      </a:endParaRPr>
                    </a:p>
                  </a:txBody>
                  <a:tcPr marL="91404" marR="91404" marT="45702" marB="45702" anchor="ctr">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pattFill prst="wdDnDiag">
                      <a:fgClr>
                        <a:schemeClr val="accent5">
                          <a:lumMod val="40000"/>
                          <a:lumOff val="60000"/>
                        </a:schemeClr>
                      </a:fgClr>
                      <a:bgClr>
                        <a:schemeClr val="bg1"/>
                      </a:bgClr>
                    </a:pattFill>
                  </a:tcPr>
                </a:tc>
                <a:tc hMerge="1">
                  <a:tcP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0695">
                <a:tc gridSpan="2">
                  <a:txBody>
                    <a:bodyPr/>
                    <a:lstStyle/>
                    <a:p>
                      <a:pPr algn="ctr">
                        <a:lnSpc>
                          <a:spcPct val="120000"/>
                        </a:lnSpc>
                        <a:spcBef>
                          <a:spcPts val="0"/>
                        </a:spcBef>
                        <a:spcAft>
                          <a:spcPts val="0"/>
                        </a:spcAft>
                      </a:pPr>
                      <a:r>
                        <a:rPr lang="en-US" altLang="zh-CN" sz="1400" dirty="0">
                          <a:latin typeface="微软雅黑 Light" panose="020B0502040204020203" pitchFamily="34" charset="-122"/>
                          <a:ea typeface="微软雅黑 Light" panose="020B0502040204020203" pitchFamily="34" charset="-122"/>
                          <a:cs typeface="+mn-ea"/>
                          <a:sym typeface="+mn-lt"/>
                        </a:rPr>
                        <a:t>TTL</a:t>
                      </a:r>
                      <a:endParaRPr lang="zh-CN" altLang="en-US" sz="1400" dirty="0">
                        <a:latin typeface="微软雅黑 Light" panose="020B0502040204020203" pitchFamily="34" charset="-122"/>
                        <a:ea typeface="微软雅黑 Light" panose="020B0502040204020203" pitchFamily="34" charset="-122"/>
                        <a:cs typeface="+mn-ea"/>
                        <a:sym typeface="+mn-lt"/>
                      </a:endParaRPr>
                    </a:p>
                  </a:txBody>
                  <a:tcPr marL="91404" marR="91404" marT="45702" marB="45702" anchor="ctr">
                    <a:lnL w="190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hMerge="1">
                  <a:tcPr/>
                </a:tc>
                <a:tc>
                  <a:txBody>
                    <a:bodyPr/>
                    <a:lstStyle/>
                    <a:p>
                      <a:pPr algn="ctr">
                        <a:lnSpc>
                          <a:spcPct val="120000"/>
                        </a:lnSpc>
                        <a:spcBef>
                          <a:spcPts val="0"/>
                        </a:spcBef>
                        <a:spcAft>
                          <a:spcPts val="0"/>
                        </a:spcAft>
                      </a:pPr>
                      <a:r>
                        <a:rPr lang="en-US" altLang="zh-CN" sz="1400" dirty="0">
                          <a:latin typeface="微软雅黑 Light" panose="020B0502040204020203" pitchFamily="34" charset="-122"/>
                          <a:ea typeface="微软雅黑 Light" panose="020B0502040204020203" pitchFamily="34" charset="-122"/>
                          <a:cs typeface="+mn-ea"/>
                          <a:sym typeface="+mn-lt"/>
                        </a:rPr>
                        <a:t>Protocol</a:t>
                      </a:r>
                      <a:endParaRPr lang="zh-CN" altLang="en-US" sz="1400" dirty="0">
                        <a:latin typeface="微软雅黑 Light" panose="020B0502040204020203" pitchFamily="34" charset="-122"/>
                        <a:ea typeface="微软雅黑 Light" panose="020B0502040204020203" pitchFamily="34" charset="-122"/>
                        <a:cs typeface="+mn-ea"/>
                        <a:sym typeface="+mn-lt"/>
                      </a:endParaRPr>
                    </a:p>
                  </a:txBody>
                  <a:tcPr marL="91404" marR="91404" marT="45702" marB="457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gridSpan="3">
                  <a:txBody>
                    <a:bodyPr/>
                    <a:lstStyle/>
                    <a:p>
                      <a:pPr algn="ctr">
                        <a:lnSpc>
                          <a:spcPct val="120000"/>
                        </a:lnSpc>
                        <a:spcBef>
                          <a:spcPts val="0"/>
                        </a:spcBef>
                        <a:spcAft>
                          <a:spcPts val="0"/>
                        </a:spcAft>
                      </a:pPr>
                      <a:r>
                        <a:rPr lang="en-US" altLang="zh-CN" sz="1400" dirty="0">
                          <a:latin typeface="微软雅黑 Light" panose="020B0502040204020203" pitchFamily="34" charset="-122"/>
                          <a:ea typeface="微软雅黑 Light" panose="020B0502040204020203" pitchFamily="34" charset="-122"/>
                          <a:cs typeface="+mn-ea"/>
                          <a:sym typeface="+mn-lt"/>
                        </a:rPr>
                        <a:t>Head</a:t>
                      </a:r>
                      <a:r>
                        <a:rPr lang="en-US" altLang="zh-CN" sz="1400" baseline="0" dirty="0">
                          <a:latin typeface="微软雅黑 Light" panose="020B0502040204020203" pitchFamily="34" charset="-122"/>
                          <a:ea typeface="微软雅黑 Light" panose="020B0502040204020203" pitchFamily="34" charset="-122"/>
                          <a:cs typeface="+mn-ea"/>
                          <a:sym typeface="+mn-lt"/>
                        </a:rPr>
                        <a:t> Checksum</a:t>
                      </a:r>
                      <a:endParaRPr lang="zh-CN" altLang="en-US" sz="1400" dirty="0">
                        <a:latin typeface="微软雅黑 Light" panose="020B0502040204020203" pitchFamily="34" charset="-122"/>
                        <a:ea typeface="微软雅黑 Light" panose="020B0502040204020203" pitchFamily="34" charset="-122"/>
                        <a:cs typeface="+mn-ea"/>
                        <a:sym typeface="+mn-lt"/>
                      </a:endParaRPr>
                    </a:p>
                  </a:txBody>
                  <a:tcPr marL="91404" marR="91404" marT="45702" marB="45702" anchor="ctr">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pattFill prst="wdDnDiag">
                      <a:fgClr>
                        <a:schemeClr val="accent5">
                          <a:lumMod val="40000"/>
                          <a:lumOff val="60000"/>
                        </a:schemeClr>
                      </a:fgClr>
                      <a:bgClr>
                        <a:schemeClr val="bg1"/>
                      </a:bgClr>
                    </a:pattFill>
                  </a:tcPr>
                </a:tc>
                <a:tc hMerge="1">
                  <a:tcPr/>
                </a:tc>
                <a:tc hMerge="1">
                  <a:tcPr/>
                </a:tc>
              </a:tr>
              <a:tr h="370695">
                <a:tc gridSpan="6">
                  <a:txBody>
                    <a:bodyPr/>
                    <a:lstStyle/>
                    <a:p>
                      <a:pPr algn="ctr">
                        <a:lnSpc>
                          <a:spcPct val="120000"/>
                        </a:lnSpc>
                        <a:spcBef>
                          <a:spcPts val="0"/>
                        </a:spcBef>
                        <a:spcAft>
                          <a:spcPts val="0"/>
                        </a:spcAft>
                      </a:pPr>
                      <a:r>
                        <a:rPr lang="en-US" altLang="zh-CN" sz="1400" dirty="0">
                          <a:latin typeface="微软雅黑 Light" panose="020B0502040204020203" pitchFamily="34" charset="-122"/>
                          <a:ea typeface="微软雅黑 Light" panose="020B0502040204020203" pitchFamily="34" charset="-122"/>
                          <a:cs typeface="+mn-ea"/>
                          <a:sym typeface="+mn-lt"/>
                        </a:rPr>
                        <a:t>Source address</a:t>
                      </a:r>
                      <a:endParaRPr lang="zh-CN" altLang="en-US" sz="1400" dirty="0">
                        <a:latin typeface="微软雅黑 Light" panose="020B0502040204020203" pitchFamily="34" charset="-122"/>
                        <a:ea typeface="微软雅黑 Light" panose="020B0502040204020203" pitchFamily="34" charset="-122"/>
                        <a:cs typeface="+mn-ea"/>
                        <a:sym typeface="+mn-lt"/>
                      </a:endParaRPr>
                    </a:p>
                  </a:txBody>
                  <a:tcPr marL="91404" marR="91404" marT="45702" marB="45702"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90000"/>
                      </a:schemeClr>
                    </a:solidFill>
                  </a:tcPr>
                </a:tc>
                <a:tc hMerge="1">
                  <a:tcPr/>
                </a:tc>
                <a:tc hMerge="1">
                  <a:tcPr/>
                </a:tc>
                <a:tc hMerge="1">
                  <a:tcPr/>
                </a:tc>
                <a:tc hMerge="1">
                  <a:tcPr/>
                </a:tc>
                <a:tc hMerge="1">
                  <a:tcPr/>
                </a:tc>
              </a:tr>
              <a:tr h="370695">
                <a:tc gridSpan="6">
                  <a:txBody>
                    <a:bodyPr/>
                    <a:lstStyle/>
                    <a:p>
                      <a:pPr algn="ctr">
                        <a:lnSpc>
                          <a:spcPct val="120000"/>
                        </a:lnSpc>
                        <a:spcBef>
                          <a:spcPts val="0"/>
                        </a:spcBef>
                        <a:spcAft>
                          <a:spcPts val="0"/>
                        </a:spcAft>
                      </a:pPr>
                      <a:r>
                        <a:rPr lang="en-US" altLang="zh-CN" sz="1400" dirty="0">
                          <a:latin typeface="微软雅黑 Light" panose="020B0502040204020203" pitchFamily="34" charset="-122"/>
                          <a:ea typeface="微软雅黑 Light" panose="020B0502040204020203" pitchFamily="34" charset="-122"/>
                          <a:cs typeface="+mn-ea"/>
                          <a:sym typeface="+mn-lt"/>
                        </a:rPr>
                        <a:t>Destination address</a:t>
                      </a:r>
                      <a:endParaRPr lang="zh-CN" altLang="en-US" sz="1400" dirty="0">
                        <a:latin typeface="微软雅黑 Light" panose="020B0502040204020203" pitchFamily="34" charset="-122"/>
                        <a:ea typeface="微软雅黑 Light" panose="020B0502040204020203" pitchFamily="34" charset="-122"/>
                        <a:cs typeface="+mn-ea"/>
                        <a:sym typeface="+mn-lt"/>
                      </a:endParaRPr>
                    </a:p>
                  </a:txBody>
                  <a:tcPr marL="91404" marR="91404" marT="45702" marB="45702"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90000"/>
                      </a:schemeClr>
                    </a:solidFill>
                  </a:tcPr>
                </a:tc>
                <a:tc hMerge="1">
                  <a:tcPr/>
                </a:tc>
                <a:tc hMerge="1">
                  <a:tcPr/>
                </a:tc>
                <a:tc hMerge="1">
                  <a:tcPr/>
                </a:tc>
                <a:tc hMerge="1">
                  <a:tcPr/>
                </a:tc>
                <a:tc hMerge="1">
                  <a:tcPr/>
                </a:tc>
              </a:tr>
              <a:tr h="518557">
                <a:tc gridSpan="5">
                  <a:txBody>
                    <a:bodyPr/>
                    <a:lstStyle/>
                    <a:p>
                      <a:pPr algn="ctr">
                        <a:lnSpc>
                          <a:spcPct val="120000"/>
                        </a:lnSpc>
                        <a:spcBef>
                          <a:spcPts val="0"/>
                        </a:spcBef>
                        <a:spcAft>
                          <a:spcPts val="0"/>
                        </a:spcAft>
                      </a:pPr>
                      <a:r>
                        <a:rPr lang="en-US" altLang="zh-CN" sz="1400">
                          <a:latin typeface="微软雅黑 Light" panose="020B0502040204020203" pitchFamily="34" charset="-122"/>
                          <a:ea typeface="微软雅黑 Light" panose="020B0502040204020203" pitchFamily="34" charset="-122"/>
                          <a:cs typeface="+mn-ea"/>
                          <a:sym typeface="+mn-lt"/>
                        </a:rPr>
                        <a:t>Options</a:t>
                      </a:r>
                      <a:endParaRPr lang="zh-CN" altLang="en-US" sz="1400">
                        <a:latin typeface="微软雅黑 Light" panose="020B0502040204020203" pitchFamily="34" charset="-122"/>
                        <a:ea typeface="微软雅黑 Light" panose="020B0502040204020203" pitchFamily="34" charset="-122"/>
                        <a:cs typeface="+mn-ea"/>
                        <a:sym typeface="+mn-lt"/>
                      </a:endParaRPr>
                    </a:p>
                  </a:txBody>
                  <a:tcPr marL="91404" marR="91404" marT="45702" marB="45702" anchor="ctr">
                    <a:lnL w="190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pattFill prst="wdDnDiag">
                      <a:fgClr>
                        <a:schemeClr val="accent5">
                          <a:lumMod val="40000"/>
                          <a:lumOff val="60000"/>
                        </a:schemeClr>
                      </a:fgClr>
                      <a:bgClr>
                        <a:schemeClr val="bg1"/>
                      </a:bgClr>
                    </a:pattFill>
                  </a:tcPr>
                </a:tc>
                <a:tc hMerge="1">
                  <a:tcPr/>
                </a:tc>
                <a:tc hMerge="1">
                  <a:tcPr/>
                </a:tc>
                <a:tc hMerge="1">
                  <a:tcPr/>
                </a:tc>
                <a:tc hMerge="1">
                  <a:tcPr/>
                </a:tc>
                <a:tc>
                  <a:txBody>
                    <a:bodyPr/>
                    <a:lstStyle/>
                    <a:p>
                      <a:pPr algn="ctr">
                        <a:lnSpc>
                          <a:spcPct val="120000"/>
                        </a:lnSpc>
                        <a:spcBef>
                          <a:spcPts val="0"/>
                        </a:spcBef>
                        <a:spcAft>
                          <a:spcPts val="0"/>
                        </a:spcAft>
                      </a:pPr>
                      <a:r>
                        <a:rPr lang="en-US" altLang="zh-CN" sz="1400" dirty="0">
                          <a:latin typeface="微软雅黑 Light" panose="020B0502040204020203" pitchFamily="34" charset="-122"/>
                          <a:ea typeface="微软雅黑 Light" panose="020B0502040204020203" pitchFamily="34" charset="-122"/>
                          <a:cs typeface="+mn-ea"/>
                          <a:sym typeface="+mn-lt"/>
                        </a:rPr>
                        <a:t>Padding</a:t>
                      </a:r>
                      <a:endParaRPr lang="zh-CN" altLang="en-US" sz="1400" dirty="0">
                        <a:latin typeface="微软雅黑 Light" panose="020B0502040204020203" pitchFamily="34" charset="-122"/>
                        <a:ea typeface="微软雅黑 Light" panose="020B0502040204020203" pitchFamily="34" charset="-122"/>
                        <a:cs typeface="+mn-ea"/>
                        <a:sym typeface="+mn-lt"/>
                      </a:endParaRPr>
                    </a:p>
                  </a:txBody>
                  <a:tcPr marL="91404" marR="91404" marT="45702" marB="45702" anchor="ctr">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pattFill prst="wdDnDiag">
                      <a:fgClr>
                        <a:schemeClr val="accent5">
                          <a:lumMod val="40000"/>
                          <a:lumOff val="60000"/>
                        </a:schemeClr>
                      </a:fgClr>
                      <a:bgClr>
                        <a:schemeClr val="bg1"/>
                      </a:bgClr>
                    </a:pattFill>
                  </a:tcPr>
                </a:tc>
              </a:tr>
            </a:tbl>
          </a:graphicData>
        </a:graphic>
      </p:graphicFrame>
      <p:graphicFrame>
        <p:nvGraphicFramePr>
          <p:cNvPr id="8" name="表格 7"/>
          <p:cNvGraphicFramePr>
            <a:graphicFrameLocks noGrp="1"/>
          </p:cNvGraphicFramePr>
          <p:nvPr/>
        </p:nvGraphicFramePr>
        <p:xfrm>
          <a:off x="6322023" y="3222968"/>
          <a:ext cx="4030874" cy="2584550"/>
        </p:xfrm>
        <a:graphic>
          <a:graphicData uri="http://schemas.openxmlformats.org/drawingml/2006/table">
            <a:tbl>
              <a:tblPr firstRow="1" bandRow="1">
                <a:tableStyleId>{2D5ABB26-0587-4C30-8999-92F81FD0307C}</a:tableStyleId>
              </a:tblPr>
              <a:tblGrid>
                <a:gridCol w="791779"/>
                <a:gridCol w="863759"/>
                <a:gridCol w="431879"/>
                <a:gridCol w="863759"/>
                <a:gridCol w="1079698"/>
              </a:tblGrid>
              <a:tr h="517958">
                <a:tc>
                  <a:txBody>
                    <a:bodyPr/>
                    <a:lstStyle/>
                    <a:p>
                      <a:pPr algn="ctr">
                        <a:lnSpc>
                          <a:spcPct val="120000"/>
                        </a:lnSpc>
                        <a:spcBef>
                          <a:spcPts val="0"/>
                        </a:spcBef>
                        <a:spcAft>
                          <a:spcPts val="0"/>
                        </a:spcAft>
                      </a:pPr>
                      <a:r>
                        <a:rPr lang="en-US" altLang="zh-CN" sz="1400" dirty="0">
                          <a:latin typeface="微软雅黑 Light" panose="020B0502040204020203" pitchFamily="34" charset="-122"/>
                          <a:ea typeface="微软雅黑 Light" panose="020B0502040204020203" pitchFamily="34" charset="-122"/>
                          <a:cs typeface="+mn-ea"/>
                          <a:sym typeface="+mn-lt"/>
                        </a:rPr>
                        <a:t>Version</a:t>
                      </a:r>
                      <a:endParaRPr lang="zh-CN" altLang="en-US" sz="1400" dirty="0">
                        <a:latin typeface="微软雅黑 Light" panose="020B0502040204020203" pitchFamily="34" charset="-122"/>
                        <a:ea typeface="微软雅黑 Light" panose="020B0502040204020203" pitchFamily="34" charset="-122"/>
                        <a:cs typeface="+mn-ea"/>
                        <a:sym typeface="+mn-lt"/>
                      </a:endParaRPr>
                    </a:p>
                  </a:txBody>
                  <a:tcPr marL="91404" marR="91404" marT="45702" marB="45702" anchor="ctr">
                    <a:lnL w="190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90000"/>
                      </a:schemeClr>
                    </a:solidFill>
                  </a:tcPr>
                </a:tc>
                <a:tc>
                  <a:txBody>
                    <a:bodyPr/>
                    <a:lstStyle/>
                    <a:p>
                      <a:pPr algn="ctr">
                        <a:lnSpc>
                          <a:spcPct val="120000"/>
                        </a:lnSpc>
                        <a:spcBef>
                          <a:spcPts val="0"/>
                        </a:spcBef>
                        <a:spcAft>
                          <a:spcPts val="0"/>
                        </a:spcAft>
                      </a:pPr>
                      <a:r>
                        <a:rPr lang="en-US" altLang="zh-CN" sz="1400" dirty="0">
                          <a:latin typeface="微软雅黑 Light" panose="020B0502040204020203" pitchFamily="34" charset="-122"/>
                          <a:ea typeface="微软雅黑 Light" panose="020B0502040204020203" pitchFamily="34" charset="-122"/>
                          <a:cs typeface="+mn-ea"/>
                          <a:sym typeface="+mn-lt"/>
                        </a:rPr>
                        <a:t>Traffic</a:t>
                      </a:r>
                      <a:r>
                        <a:rPr lang="en-US" altLang="zh-CN" sz="1400" baseline="0" dirty="0">
                          <a:latin typeface="微软雅黑 Light" panose="020B0502040204020203" pitchFamily="34" charset="-122"/>
                          <a:ea typeface="微软雅黑 Light" panose="020B0502040204020203" pitchFamily="34" charset="-122"/>
                          <a:cs typeface="+mn-ea"/>
                          <a:sym typeface="+mn-lt"/>
                        </a:rPr>
                        <a:t> Class</a:t>
                      </a:r>
                      <a:endParaRPr lang="zh-CN" altLang="en-US" sz="1400" dirty="0">
                        <a:latin typeface="微软雅黑 Light" panose="020B0502040204020203" pitchFamily="34" charset="-122"/>
                        <a:ea typeface="微软雅黑 Light" panose="020B0502040204020203" pitchFamily="34" charset="-122"/>
                        <a:cs typeface="+mn-ea"/>
                        <a:sym typeface="+mn-lt"/>
                      </a:endParaRPr>
                    </a:p>
                  </a:txBody>
                  <a:tcPr marL="91404" marR="91404" marT="45702" marB="457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gridSpan="3">
                  <a:txBody>
                    <a:bodyPr/>
                    <a:lstStyle/>
                    <a:p>
                      <a:pPr algn="ctr">
                        <a:lnSpc>
                          <a:spcPct val="120000"/>
                        </a:lnSpc>
                        <a:spcBef>
                          <a:spcPts val="0"/>
                        </a:spcBef>
                        <a:spcAft>
                          <a:spcPts val="0"/>
                        </a:spcAft>
                      </a:pPr>
                      <a:r>
                        <a:rPr lang="en-US" altLang="zh-CN" sz="1400" dirty="0">
                          <a:latin typeface="微软雅黑 Light" panose="020B0502040204020203" pitchFamily="34" charset="-122"/>
                          <a:ea typeface="微软雅黑 Light" panose="020B0502040204020203" pitchFamily="34" charset="-122"/>
                          <a:cs typeface="+mn-ea"/>
                          <a:sym typeface="+mn-lt"/>
                        </a:rPr>
                        <a:t>Flow Label</a:t>
                      </a:r>
                      <a:endParaRPr lang="zh-CN" altLang="en-US" sz="1400" dirty="0">
                        <a:latin typeface="微软雅黑 Light" panose="020B0502040204020203" pitchFamily="34" charset="-122"/>
                        <a:ea typeface="微软雅黑 Light" panose="020B0502040204020203" pitchFamily="34" charset="-122"/>
                        <a:cs typeface="+mn-ea"/>
                        <a:sym typeface="+mn-lt"/>
                      </a:endParaRPr>
                    </a:p>
                  </a:txBody>
                  <a:tcPr marL="91404" marR="91404" marT="45702" marB="45702" anchor="ctr">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hMerge="1">
                  <a:tcPr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C66"/>
                    </a:solidFill>
                  </a:tcPr>
                </a:tc>
                <a:tc hMerge="1">
                  <a:tcPr/>
                </a:tc>
              </a:tr>
              <a:tr h="586368">
                <a:tc gridSpan="3">
                  <a:txBody>
                    <a:bodyPr/>
                    <a:lstStyle/>
                    <a:p>
                      <a:pPr algn="ctr">
                        <a:lnSpc>
                          <a:spcPct val="120000"/>
                        </a:lnSpc>
                        <a:spcBef>
                          <a:spcPts val="0"/>
                        </a:spcBef>
                        <a:spcAft>
                          <a:spcPts val="0"/>
                        </a:spcAft>
                      </a:pPr>
                      <a:r>
                        <a:rPr lang="en-US" altLang="zh-CN" sz="1400" dirty="0">
                          <a:latin typeface="微软雅黑 Light" panose="020B0502040204020203" pitchFamily="34" charset="-122"/>
                          <a:ea typeface="微软雅黑 Light" panose="020B0502040204020203" pitchFamily="34" charset="-122"/>
                          <a:cs typeface="+mn-ea"/>
                          <a:sym typeface="+mn-lt"/>
                        </a:rPr>
                        <a:t>Payload Length</a:t>
                      </a:r>
                      <a:endParaRPr lang="zh-CN" altLang="en-US" sz="1400" dirty="0">
                        <a:latin typeface="微软雅黑 Light" panose="020B0502040204020203" pitchFamily="34" charset="-122"/>
                        <a:ea typeface="微软雅黑 Light" panose="020B0502040204020203" pitchFamily="34" charset="-122"/>
                        <a:cs typeface="+mn-ea"/>
                        <a:sym typeface="+mn-lt"/>
                      </a:endParaRPr>
                    </a:p>
                  </a:txBody>
                  <a:tcPr marL="91404" marR="91404" marT="45702" marB="45702" anchor="ctr">
                    <a:lnL w="190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hMerge="1">
                  <a:tcPr/>
                </a:tc>
                <a:tc hMerge="1">
                  <a:tcPr/>
                </a:tc>
                <a:tc>
                  <a:txBody>
                    <a:bodyPr/>
                    <a:lstStyle/>
                    <a:p>
                      <a:pPr algn="ctr">
                        <a:lnSpc>
                          <a:spcPct val="120000"/>
                        </a:lnSpc>
                        <a:spcBef>
                          <a:spcPts val="0"/>
                        </a:spcBef>
                        <a:spcAft>
                          <a:spcPts val="0"/>
                        </a:spcAft>
                      </a:pPr>
                      <a:r>
                        <a:rPr lang="en-US" altLang="zh-CN" sz="1400" dirty="0">
                          <a:latin typeface="微软雅黑 Light" panose="020B0502040204020203" pitchFamily="34" charset="-122"/>
                          <a:ea typeface="微软雅黑 Light" panose="020B0502040204020203" pitchFamily="34" charset="-122"/>
                          <a:cs typeface="+mn-ea"/>
                          <a:sym typeface="+mn-lt"/>
                        </a:rPr>
                        <a:t>Next Header</a:t>
                      </a:r>
                      <a:endParaRPr lang="zh-CN" altLang="en-US" sz="1400" dirty="0">
                        <a:latin typeface="微软雅黑 Light" panose="020B0502040204020203" pitchFamily="34" charset="-122"/>
                        <a:ea typeface="微软雅黑 Light" panose="020B0502040204020203" pitchFamily="34" charset="-122"/>
                        <a:cs typeface="+mn-ea"/>
                        <a:sym typeface="+mn-lt"/>
                      </a:endParaRPr>
                    </a:p>
                  </a:txBody>
                  <a:tcPr marL="91404" marR="91404" marT="45702" marB="457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ctr">
                        <a:lnSpc>
                          <a:spcPct val="120000"/>
                        </a:lnSpc>
                        <a:spcBef>
                          <a:spcPts val="0"/>
                        </a:spcBef>
                        <a:spcAft>
                          <a:spcPts val="0"/>
                        </a:spcAft>
                      </a:pPr>
                      <a:r>
                        <a:rPr lang="en-US" altLang="zh-CN" sz="1400" dirty="0">
                          <a:latin typeface="微软雅黑 Light" panose="020B0502040204020203" pitchFamily="34" charset="-122"/>
                          <a:ea typeface="微软雅黑 Light" panose="020B0502040204020203" pitchFamily="34" charset="-122"/>
                          <a:cs typeface="+mn-ea"/>
                          <a:sym typeface="+mn-lt"/>
                        </a:rPr>
                        <a:t>Hop Limit</a:t>
                      </a:r>
                      <a:endParaRPr lang="zh-CN" altLang="en-US" sz="1400" dirty="0">
                        <a:latin typeface="微软雅黑 Light" panose="020B0502040204020203" pitchFamily="34" charset="-122"/>
                        <a:ea typeface="微软雅黑 Light" panose="020B0502040204020203" pitchFamily="34" charset="-122"/>
                        <a:cs typeface="+mn-ea"/>
                        <a:sym typeface="+mn-lt"/>
                      </a:endParaRPr>
                    </a:p>
                  </a:txBody>
                  <a:tcPr marL="91404" marR="91404" marT="45702" marB="45702" anchor="ctr">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r>
              <a:tr h="649514">
                <a:tc gridSpan="5">
                  <a:txBody>
                    <a:bodyPr/>
                    <a:lstStyle/>
                    <a:p>
                      <a:pPr algn="ctr">
                        <a:lnSpc>
                          <a:spcPct val="120000"/>
                        </a:lnSpc>
                        <a:spcBef>
                          <a:spcPts val="0"/>
                        </a:spcBef>
                        <a:spcAft>
                          <a:spcPts val="0"/>
                        </a:spcAft>
                      </a:pPr>
                      <a:r>
                        <a:rPr lang="en-US" altLang="zh-CN" sz="1400" dirty="0">
                          <a:latin typeface="微软雅黑 Light" panose="020B0502040204020203" pitchFamily="34" charset="-122"/>
                          <a:ea typeface="微软雅黑 Light" panose="020B0502040204020203" pitchFamily="34" charset="-122"/>
                          <a:cs typeface="+mn-ea"/>
                          <a:sym typeface="+mn-lt"/>
                        </a:rPr>
                        <a:t>Source address</a:t>
                      </a:r>
                      <a:endParaRPr lang="zh-CN" altLang="en-US" sz="1400" dirty="0">
                        <a:latin typeface="微软雅黑 Light" panose="020B0502040204020203" pitchFamily="34" charset="-122"/>
                        <a:ea typeface="微软雅黑 Light" panose="020B0502040204020203" pitchFamily="34" charset="-122"/>
                        <a:cs typeface="+mn-ea"/>
                        <a:sym typeface="+mn-lt"/>
                      </a:endParaRPr>
                    </a:p>
                  </a:txBody>
                  <a:tcPr marL="91404" marR="91404" marT="45702" marB="45702"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90000"/>
                      </a:schemeClr>
                    </a:solidFill>
                  </a:tcPr>
                </a:tc>
                <a:tc hMerge="1">
                  <a:tcPr/>
                </a:tc>
                <a:tc hMerge="1">
                  <a:tcPr/>
                </a:tc>
                <a:tc hMerge="1">
                  <a:tcPr/>
                </a:tc>
                <a:tc hMerge="1">
                  <a:tcPr/>
                </a:tc>
              </a:tr>
              <a:tr h="765456">
                <a:tc gridSpan="5">
                  <a:txBody>
                    <a:bodyPr/>
                    <a:lstStyle/>
                    <a:p>
                      <a:pPr algn="ctr">
                        <a:lnSpc>
                          <a:spcPct val="120000"/>
                        </a:lnSpc>
                        <a:spcBef>
                          <a:spcPts val="0"/>
                        </a:spcBef>
                        <a:spcAft>
                          <a:spcPts val="0"/>
                        </a:spcAft>
                      </a:pPr>
                      <a:r>
                        <a:rPr lang="en-US" altLang="zh-CN" sz="1400" dirty="0">
                          <a:latin typeface="微软雅黑 Light" panose="020B0502040204020203" pitchFamily="34" charset="-122"/>
                          <a:ea typeface="微软雅黑 Light" panose="020B0502040204020203" pitchFamily="34" charset="-122"/>
                          <a:cs typeface="+mn-ea"/>
                          <a:sym typeface="+mn-lt"/>
                        </a:rPr>
                        <a:t>Destination address</a:t>
                      </a:r>
                      <a:endParaRPr lang="zh-CN" altLang="en-US" sz="1400" dirty="0">
                        <a:latin typeface="微软雅黑 Light" panose="020B0502040204020203" pitchFamily="34" charset="-122"/>
                        <a:ea typeface="微软雅黑 Light" panose="020B0502040204020203" pitchFamily="34" charset="-122"/>
                        <a:cs typeface="+mn-ea"/>
                        <a:sym typeface="+mn-lt"/>
                      </a:endParaRPr>
                    </a:p>
                  </a:txBody>
                  <a:tcPr marL="91404" marR="91404" marT="45702" marB="45702"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1">
                        <a:lumMod val="90000"/>
                      </a:schemeClr>
                    </a:solidFill>
                  </a:tcPr>
                </a:tc>
                <a:tc hMerge="1">
                  <a:tcPr/>
                </a:tc>
                <a:tc hMerge="1">
                  <a:tcPr/>
                </a:tc>
                <a:tc hMerge="1">
                  <a:tcPr/>
                </a:tc>
                <a:tc hMerge="1">
                  <a:tcPr/>
                </a:tc>
              </a:tr>
            </a:tbl>
          </a:graphicData>
        </a:graphic>
      </p:graphicFrame>
      <p:sp>
        <p:nvSpPr>
          <p:cNvPr id="9" name="矩形 8"/>
          <p:cNvSpPr/>
          <p:nvPr/>
        </p:nvSpPr>
        <p:spPr>
          <a:xfrm>
            <a:off x="5597867" y="6079221"/>
            <a:ext cx="983265" cy="196653"/>
          </a:xfrm>
          <a:prstGeom prst="rect">
            <a:avLst/>
          </a:prstGeom>
          <a:solidFill>
            <a:schemeClr val="accent1">
              <a:lumMod val="9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ct val="120000"/>
              </a:lnSpc>
            </a:pPr>
            <a:r>
              <a:rPr lang="zh-CN" altLang="en-US" sz="1100" dirty="0">
                <a:solidFill>
                  <a:schemeClr val="tx1"/>
                </a:solidFill>
                <a:latin typeface="微软雅黑 Light" panose="020B0502040204020203" pitchFamily="34" charset="-122"/>
                <a:ea typeface="微软雅黑 Light" panose="020B0502040204020203" pitchFamily="34" charset="-122"/>
                <a:cs typeface="+mn-ea"/>
                <a:sym typeface="+mn-lt"/>
              </a:rPr>
              <a:t>保留的字段</a:t>
            </a:r>
            <a:endParaRPr lang="zh-CN" altLang="en-US" sz="1100" dirty="0">
              <a:solidFill>
                <a:schemeClr val="tx1"/>
              </a:solidFill>
              <a:latin typeface="微软雅黑 Light" panose="020B0502040204020203" pitchFamily="34" charset="-122"/>
              <a:ea typeface="微软雅黑 Light" panose="020B0502040204020203" pitchFamily="34" charset="-122"/>
              <a:cs typeface="+mn-ea"/>
              <a:sym typeface="+mn-lt"/>
            </a:endParaRPr>
          </a:p>
        </p:txBody>
      </p:sp>
      <p:sp>
        <p:nvSpPr>
          <p:cNvPr id="10" name="矩形 9"/>
          <p:cNvSpPr/>
          <p:nvPr/>
        </p:nvSpPr>
        <p:spPr>
          <a:xfrm>
            <a:off x="6843747" y="6079221"/>
            <a:ext cx="983265" cy="196653"/>
          </a:xfrm>
          <a:prstGeom prst="rect">
            <a:avLst/>
          </a:prstGeom>
          <a:pattFill prst="wdDnDiag">
            <a:fgClr>
              <a:schemeClr val="accent5">
                <a:lumMod val="40000"/>
                <a:lumOff val="60000"/>
              </a:schemeClr>
            </a:fgClr>
            <a:bgClr>
              <a:schemeClr val="bg1"/>
            </a:bgClr>
          </a:patt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ct val="120000"/>
              </a:lnSpc>
            </a:pPr>
            <a:r>
              <a:rPr lang="zh-CN" altLang="en-US" sz="1100" dirty="0">
                <a:solidFill>
                  <a:schemeClr val="tx1"/>
                </a:solidFill>
                <a:latin typeface="微软雅黑 Light" panose="020B0502040204020203" pitchFamily="34" charset="-122"/>
                <a:ea typeface="微软雅黑 Light" panose="020B0502040204020203" pitchFamily="34" charset="-122"/>
                <a:cs typeface="+mn-ea"/>
                <a:sym typeface="+mn-lt"/>
              </a:rPr>
              <a:t>取消的字段</a:t>
            </a:r>
            <a:endParaRPr lang="zh-CN" altLang="en-US" sz="1100" dirty="0">
              <a:solidFill>
                <a:schemeClr val="tx1"/>
              </a:solidFill>
              <a:latin typeface="微软雅黑 Light" panose="020B0502040204020203" pitchFamily="34" charset="-122"/>
              <a:ea typeface="微软雅黑 Light" panose="020B0502040204020203" pitchFamily="34" charset="-122"/>
              <a:cs typeface="+mn-ea"/>
              <a:sym typeface="+mn-lt"/>
            </a:endParaRPr>
          </a:p>
        </p:txBody>
      </p:sp>
      <p:sp>
        <p:nvSpPr>
          <p:cNvPr id="11" name="矩形 10"/>
          <p:cNvSpPr/>
          <p:nvPr/>
        </p:nvSpPr>
        <p:spPr>
          <a:xfrm>
            <a:off x="8089627" y="6079221"/>
            <a:ext cx="983265" cy="196653"/>
          </a:xfrm>
          <a:prstGeom prst="rect">
            <a:avLst/>
          </a:prstGeom>
          <a:solidFill>
            <a:schemeClr val="accent6">
              <a:lumMod val="20000"/>
              <a:lumOff val="8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ct val="120000"/>
              </a:lnSpc>
            </a:pPr>
            <a:r>
              <a:rPr lang="zh-CN" altLang="en-US" sz="1100" dirty="0">
                <a:solidFill>
                  <a:schemeClr val="tx1"/>
                </a:solidFill>
                <a:latin typeface="微软雅黑 Light" panose="020B0502040204020203" pitchFamily="34" charset="-122"/>
                <a:ea typeface="微软雅黑 Light" panose="020B0502040204020203" pitchFamily="34" charset="-122"/>
                <a:cs typeface="+mn-ea"/>
                <a:sym typeface="+mn-lt"/>
              </a:rPr>
              <a:t>名字</a:t>
            </a:r>
            <a:r>
              <a:rPr lang="en-US" altLang="zh-CN" sz="1100" dirty="0">
                <a:solidFill>
                  <a:schemeClr val="tx1"/>
                </a:solidFill>
                <a:latin typeface="微软雅黑 Light" panose="020B0502040204020203" pitchFamily="34" charset="-122"/>
                <a:ea typeface="微软雅黑 Light" panose="020B0502040204020203" pitchFamily="34" charset="-122"/>
                <a:cs typeface="+mn-ea"/>
                <a:sym typeface="+mn-lt"/>
              </a:rPr>
              <a:t>/</a:t>
            </a:r>
            <a:r>
              <a:rPr lang="zh-CN" altLang="en-US" sz="1100" dirty="0">
                <a:solidFill>
                  <a:schemeClr val="tx1"/>
                </a:solidFill>
                <a:latin typeface="微软雅黑 Light" panose="020B0502040204020203" pitchFamily="34" charset="-122"/>
                <a:ea typeface="微软雅黑 Light" panose="020B0502040204020203" pitchFamily="34" charset="-122"/>
                <a:cs typeface="+mn-ea"/>
                <a:sym typeface="+mn-lt"/>
              </a:rPr>
              <a:t>位置变化</a:t>
            </a:r>
            <a:endParaRPr lang="zh-CN" altLang="en-US" sz="1100" dirty="0">
              <a:solidFill>
                <a:schemeClr val="tx1"/>
              </a:solidFill>
              <a:latin typeface="微软雅黑 Light" panose="020B0502040204020203" pitchFamily="34" charset="-122"/>
              <a:ea typeface="微软雅黑 Light" panose="020B0502040204020203" pitchFamily="34" charset="-122"/>
              <a:cs typeface="+mn-ea"/>
              <a:sym typeface="+mn-lt"/>
            </a:endParaRPr>
          </a:p>
        </p:txBody>
      </p:sp>
      <p:sp>
        <p:nvSpPr>
          <p:cNvPr id="12" name="矩形 11"/>
          <p:cNvSpPr/>
          <p:nvPr/>
        </p:nvSpPr>
        <p:spPr>
          <a:xfrm>
            <a:off x="9335508" y="6079221"/>
            <a:ext cx="983265" cy="196653"/>
          </a:xfrm>
          <a:prstGeom prst="rect">
            <a:avLst/>
          </a:prstGeom>
          <a:solidFill>
            <a:srgbClr val="FFC00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ct val="120000"/>
              </a:lnSpc>
            </a:pPr>
            <a:r>
              <a:rPr lang="zh-CN" altLang="en-US" sz="1100" dirty="0">
                <a:solidFill>
                  <a:schemeClr val="tx1"/>
                </a:solidFill>
                <a:latin typeface="微软雅黑 Light" panose="020B0502040204020203" pitchFamily="34" charset="-122"/>
                <a:ea typeface="微软雅黑 Light" panose="020B0502040204020203" pitchFamily="34" charset="-122"/>
                <a:cs typeface="+mn-ea"/>
                <a:sym typeface="+mn-lt"/>
              </a:rPr>
              <a:t>新增字段</a:t>
            </a:r>
            <a:endParaRPr lang="zh-CN" altLang="en-US" sz="1100" dirty="0">
              <a:solidFill>
                <a:schemeClr val="tx1"/>
              </a:solidFill>
              <a:latin typeface="微软雅黑 Light" panose="020B0502040204020203" pitchFamily="34" charset="-122"/>
              <a:ea typeface="微软雅黑 Light" panose="020B0502040204020203" pitchFamily="34" charset="-122"/>
              <a:cs typeface="+mn-ea"/>
              <a:sym typeface="+mn-lt"/>
            </a:endParaRPr>
          </a:p>
        </p:txBody>
      </p:sp>
    </p:spTree>
  </p:cSld>
  <p:clrMapOvr>
    <a:masterClrMapping/>
  </p:clrMapOvr>
</p:sld>
</file>

<file path=ppt/slides/slide1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IPv6</a:t>
            </a:r>
            <a:r>
              <a:rPr lang="zh-CN" altLang="en-US" dirty="0"/>
              <a:t>基本头格式</a:t>
            </a:r>
            <a:endParaRPr lang="zh-CN" altLang="en-US" dirty="0"/>
          </a:p>
        </p:txBody>
      </p:sp>
      <p:sp>
        <p:nvSpPr>
          <p:cNvPr id="3" name="内容占位符 2"/>
          <p:cNvSpPr>
            <a:spLocks noGrp="1"/>
          </p:cNvSpPr>
          <p:nvPr>
            <p:ph idx="1"/>
          </p:nvPr>
        </p:nvSpPr>
        <p:spPr>
          <a:xfrm>
            <a:off x="431800" y="1021135"/>
            <a:ext cx="5977591" cy="5437187"/>
          </a:xfrm>
        </p:spPr>
        <p:txBody>
          <a:bodyPr>
            <a:normAutofit/>
          </a:bodyPr>
          <a:lstStyle/>
          <a:p>
            <a:r>
              <a:rPr lang="en-US" altLang="zh-CN" dirty="0"/>
              <a:t>Version</a:t>
            </a:r>
            <a:r>
              <a:rPr lang="zh-CN" altLang="en-US" dirty="0"/>
              <a:t>：版本号</a:t>
            </a:r>
            <a:r>
              <a:rPr lang="en-US" altLang="zh-CN" dirty="0"/>
              <a:t>(4 bit)</a:t>
            </a:r>
            <a:endParaRPr lang="en-US" altLang="zh-CN" dirty="0"/>
          </a:p>
          <a:p>
            <a:pPr lvl="1"/>
            <a:r>
              <a:rPr lang="zh-CN" altLang="en-US" dirty="0"/>
              <a:t>对于</a:t>
            </a:r>
            <a:r>
              <a:rPr lang="en-US" altLang="zh-CN" dirty="0"/>
              <a:t>IPv6</a:t>
            </a:r>
            <a:r>
              <a:rPr lang="zh-CN" altLang="en-US" dirty="0"/>
              <a:t>，该值为</a:t>
            </a:r>
            <a:r>
              <a:rPr lang="en-US" altLang="zh-CN" dirty="0"/>
              <a:t>6</a:t>
            </a:r>
            <a:endParaRPr lang="en-US" altLang="zh-CN" dirty="0"/>
          </a:p>
          <a:p>
            <a:r>
              <a:rPr lang="en-US" altLang="zh-CN" dirty="0"/>
              <a:t>Traffic Class</a:t>
            </a:r>
            <a:r>
              <a:rPr lang="zh-CN" altLang="en-US" dirty="0"/>
              <a:t>：流类别</a:t>
            </a:r>
            <a:r>
              <a:rPr lang="en-US" altLang="zh-CN" dirty="0"/>
              <a:t>(8 bit)</a:t>
            </a:r>
            <a:endParaRPr lang="en-US" altLang="zh-CN" dirty="0"/>
          </a:p>
          <a:p>
            <a:pPr lvl="1"/>
            <a:r>
              <a:rPr lang="zh-CN" altLang="en-US" dirty="0"/>
              <a:t>类似</a:t>
            </a:r>
            <a:r>
              <a:rPr lang="en-US" altLang="zh-CN" dirty="0"/>
              <a:t>IPv4</a:t>
            </a:r>
            <a:r>
              <a:rPr lang="zh-CN" altLang="en-US" dirty="0"/>
              <a:t>中的</a:t>
            </a:r>
            <a:r>
              <a:rPr lang="en-US" altLang="zh-CN" dirty="0"/>
              <a:t>DS</a:t>
            </a:r>
            <a:r>
              <a:rPr lang="zh-CN" altLang="en-US" dirty="0"/>
              <a:t>字段</a:t>
            </a:r>
            <a:endParaRPr lang="en-US" altLang="zh-CN" dirty="0"/>
          </a:p>
          <a:p>
            <a:pPr lvl="1"/>
            <a:r>
              <a:rPr lang="zh-CN" altLang="en-US" dirty="0"/>
              <a:t>表示</a:t>
            </a:r>
            <a:r>
              <a:rPr lang="en-US" altLang="zh-CN" dirty="0"/>
              <a:t>IPv6</a:t>
            </a:r>
            <a:r>
              <a:rPr lang="zh-CN" altLang="en-US" dirty="0"/>
              <a:t>数据包的类或优先级，主要应用于</a:t>
            </a:r>
            <a:r>
              <a:rPr lang="en-US" altLang="zh-CN" dirty="0"/>
              <a:t>QoS</a:t>
            </a:r>
            <a:endParaRPr lang="zh-CN" altLang="en-US" dirty="0"/>
          </a:p>
          <a:p>
            <a:r>
              <a:rPr lang="en-US" altLang="zh-CN" dirty="0"/>
              <a:t>Flow Label</a:t>
            </a:r>
            <a:r>
              <a:rPr lang="zh-CN" altLang="en-US" dirty="0"/>
              <a:t>：流标签</a:t>
            </a:r>
            <a:r>
              <a:rPr lang="en-US" altLang="zh-CN" dirty="0"/>
              <a:t>(20 bit)</a:t>
            </a:r>
            <a:endParaRPr lang="en-US" altLang="zh-CN" dirty="0"/>
          </a:p>
          <a:p>
            <a:pPr lvl="1"/>
            <a:r>
              <a:rPr lang="zh-CN" altLang="en-US" dirty="0"/>
              <a:t>用于区分实时流量，不同的流标签</a:t>
            </a:r>
            <a:r>
              <a:rPr lang="en-US" altLang="zh-CN" dirty="0"/>
              <a:t>+</a:t>
            </a:r>
            <a:r>
              <a:rPr lang="zh-CN" altLang="en-US" dirty="0"/>
              <a:t>源地址可以唯一确定一条数据流，中间网络设备可以根据这些信息更加高效率的区分数据流</a:t>
            </a:r>
            <a:endParaRPr lang="zh-CN" altLang="en-US" dirty="0"/>
          </a:p>
        </p:txBody>
      </p:sp>
      <p:sp>
        <p:nvSpPr>
          <p:cNvPr id="4" name="灯片编号占位符 3"/>
          <p:cNvSpPr>
            <a:spLocks noGrp="1"/>
          </p:cNvSpPr>
          <p:nvPr>
            <p:ph type="sldNum" sz="quarter" idx="12"/>
          </p:nvPr>
        </p:nvSpPr>
        <p:spPr/>
        <p:txBody>
          <a:bodyPr/>
          <a:lstStyle/>
          <a:p>
            <a:pPr>
              <a:defRPr/>
            </a:pPr>
            <a:fld id="{816960B2-2B11-492C-B588-5290E1274F96}" type="slidenum">
              <a:rPr lang="en-US" altLang="zh-CN" smtClean="0"/>
            </a:fld>
            <a:endParaRPr lang="en-US" altLang="zh-CN" dirty="0"/>
          </a:p>
        </p:txBody>
      </p:sp>
      <p:graphicFrame>
        <p:nvGraphicFramePr>
          <p:cNvPr id="5" name="表格 4"/>
          <p:cNvGraphicFramePr>
            <a:graphicFrameLocks noGrp="1"/>
          </p:cNvGraphicFramePr>
          <p:nvPr/>
        </p:nvGraphicFramePr>
        <p:xfrm>
          <a:off x="7465726" y="2136725"/>
          <a:ext cx="4030874" cy="2584550"/>
        </p:xfrm>
        <a:graphic>
          <a:graphicData uri="http://schemas.openxmlformats.org/drawingml/2006/table">
            <a:tbl>
              <a:tblPr firstRow="1" bandRow="1">
                <a:tableStyleId>{2D5ABB26-0587-4C30-8999-92F81FD0307C}</a:tableStyleId>
              </a:tblPr>
              <a:tblGrid>
                <a:gridCol w="791779"/>
                <a:gridCol w="863759"/>
                <a:gridCol w="431879"/>
                <a:gridCol w="863759"/>
                <a:gridCol w="1079698"/>
              </a:tblGrid>
              <a:tr h="517958">
                <a:tc>
                  <a:txBody>
                    <a:bodyPr/>
                    <a:lstStyle/>
                    <a:p>
                      <a:pPr algn="ctr">
                        <a:lnSpc>
                          <a:spcPct val="120000"/>
                        </a:lnSpc>
                        <a:spcBef>
                          <a:spcPts val="0"/>
                        </a:spcBef>
                        <a:spcAft>
                          <a:spcPts val="0"/>
                        </a:spcAft>
                      </a:pPr>
                      <a:r>
                        <a:rPr lang="en-US" altLang="zh-CN" sz="1400" dirty="0">
                          <a:latin typeface="微软雅黑 Light" panose="020B0502040204020203" pitchFamily="34" charset="-122"/>
                          <a:ea typeface="微软雅黑 Light" panose="020B0502040204020203" pitchFamily="34" charset="-122"/>
                          <a:cs typeface="+mn-ea"/>
                          <a:sym typeface="+mn-lt"/>
                        </a:rPr>
                        <a:t>Version</a:t>
                      </a:r>
                      <a:endParaRPr lang="zh-CN" altLang="en-US" sz="1400" dirty="0">
                        <a:latin typeface="微软雅黑 Light" panose="020B0502040204020203" pitchFamily="34" charset="-122"/>
                        <a:ea typeface="微软雅黑 Light" panose="020B0502040204020203" pitchFamily="34" charset="-122"/>
                        <a:cs typeface="+mn-ea"/>
                        <a:sym typeface="+mn-lt"/>
                      </a:endParaRPr>
                    </a:p>
                  </a:txBody>
                  <a:tcPr marL="91404" marR="91404" marT="45702" marB="45702" anchor="ctr">
                    <a:lnL w="190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90000"/>
                      </a:schemeClr>
                    </a:solidFill>
                  </a:tcPr>
                </a:tc>
                <a:tc>
                  <a:txBody>
                    <a:bodyPr/>
                    <a:lstStyle/>
                    <a:p>
                      <a:pPr algn="ctr">
                        <a:lnSpc>
                          <a:spcPct val="120000"/>
                        </a:lnSpc>
                        <a:spcBef>
                          <a:spcPts val="0"/>
                        </a:spcBef>
                        <a:spcAft>
                          <a:spcPts val="0"/>
                        </a:spcAft>
                      </a:pPr>
                      <a:r>
                        <a:rPr lang="en-US" altLang="zh-CN" sz="1400" dirty="0">
                          <a:latin typeface="微软雅黑 Light" panose="020B0502040204020203" pitchFamily="34" charset="-122"/>
                          <a:ea typeface="微软雅黑 Light" panose="020B0502040204020203" pitchFamily="34" charset="-122"/>
                          <a:cs typeface="+mn-ea"/>
                          <a:sym typeface="+mn-lt"/>
                        </a:rPr>
                        <a:t>Traffic</a:t>
                      </a:r>
                      <a:r>
                        <a:rPr lang="en-US" altLang="zh-CN" sz="1400" baseline="0" dirty="0">
                          <a:latin typeface="微软雅黑 Light" panose="020B0502040204020203" pitchFamily="34" charset="-122"/>
                          <a:ea typeface="微软雅黑 Light" panose="020B0502040204020203" pitchFamily="34" charset="-122"/>
                          <a:cs typeface="+mn-ea"/>
                          <a:sym typeface="+mn-lt"/>
                        </a:rPr>
                        <a:t> Class</a:t>
                      </a:r>
                      <a:endParaRPr lang="zh-CN" altLang="en-US" sz="1400" dirty="0">
                        <a:latin typeface="微软雅黑 Light" panose="020B0502040204020203" pitchFamily="34" charset="-122"/>
                        <a:ea typeface="微软雅黑 Light" panose="020B0502040204020203" pitchFamily="34" charset="-122"/>
                        <a:cs typeface="+mn-ea"/>
                        <a:sym typeface="+mn-lt"/>
                      </a:endParaRPr>
                    </a:p>
                  </a:txBody>
                  <a:tcPr marL="91404" marR="91404" marT="45702" marB="457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gridSpan="3">
                  <a:txBody>
                    <a:bodyPr/>
                    <a:lstStyle/>
                    <a:p>
                      <a:pPr algn="ctr">
                        <a:lnSpc>
                          <a:spcPct val="120000"/>
                        </a:lnSpc>
                        <a:spcBef>
                          <a:spcPts val="0"/>
                        </a:spcBef>
                        <a:spcAft>
                          <a:spcPts val="0"/>
                        </a:spcAft>
                      </a:pPr>
                      <a:r>
                        <a:rPr lang="en-US" altLang="zh-CN" sz="1400" dirty="0">
                          <a:latin typeface="微软雅黑 Light" panose="020B0502040204020203" pitchFamily="34" charset="-122"/>
                          <a:ea typeface="微软雅黑 Light" panose="020B0502040204020203" pitchFamily="34" charset="-122"/>
                          <a:cs typeface="+mn-ea"/>
                          <a:sym typeface="+mn-lt"/>
                        </a:rPr>
                        <a:t>Flow Label</a:t>
                      </a:r>
                      <a:endParaRPr lang="zh-CN" altLang="en-US" sz="1400" dirty="0">
                        <a:latin typeface="微软雅黑 Light" panose="020B0502040204020203" pitchFamily="34" charset="-122"/>
                        <a:ea typeface="微软雅黑 Light" panose="020B0502040204020203" pitchFamily="34" charset="-122"/>
                        <a:cs typeface="+mn-ea"/>
                        <a:sym typeface="+mn-lt"/>
                      </a:endParaRPr>
                    </a:p>
                  </a:txBody>
                  <a:tcPr marL="91404" marR="91404" marT="45702" marB="45702" anchor="ctr">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hMerge="1">
                  <a:tcPr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C66"/>
                    </a:solidFill>
                  </a:tcPr>
                </a:tc>
                <a:tc hMerge="1">
                  <a:tcPr/>
                </a:tc>
              </a:tr>
              <a:tr h="586368">
                <a:tc gridSpan="3">
                  <a:txBody>
                    <a:bodyPr/>
                    <a:lstStyle/>
                    <a:p>
                      <a:pPr algn="ctr">
                        <a:lnSpc>
                          <a:spcPct val="120000"/>
                        </a:lnSpc>
                        <a:spcBef>
                          <a:spcPts val="0"/>
                        </a:spcBef>
                        <a:spcAft>
                          <a:spcPts val="0"/>
                        </a:spcAft>
                      </a:pPr>
                      <a:r>
                        <a:rPr lang="en-US" altLang="zh-CN" sz="1400" dirty="0">
                          <a:latin typeface="微软雅黑 Light" panose="020B0502040204020203" pitchFamily="34" charset="-122"/>
                          <a:ea typeface="微软雅黑 Light" panose="020B0502040204020203" pitchFamily="34" charset="-122"/>
                          <a:cs typeface="+mn-ea"/>
                          <a:sym typeface="+mn-lt"/>
                        </a:rPr>
                        <a:t>Payload Length</a:t>
                      </a:r>
                      <a:endParaRPr lang="zh-CN" altLang="en-US" sz="1400" dirty="0">
                        <a:latin typeface="微软雅黑 Light" panose="020B0502040204020203" pitchFamily="34" charset="-122"/>
                        <a:ea typeface="微软雅黑 Light" panose="020B0502040204020203" pitchFamily="34" charset="-122"/>
                        <a:cs typeface="+mn-ea"/>
                        <a:sym typeface="+mn-lt"/>
                      </a:endParaRPr>
                    </a:p>
                  </a:txBody>
                  <a:tcPr marL="91404" marR="91404" marT="45702" marB="45702" anchor="ctr">
                    <a:lnL w="190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hMerge="1">
                  <a:tcPr/>
                </a:tc>
                <a:tc hMerge="1">
                  <a:tcPr/>
                </a:tc>
                <a:tc>
                  <a:txBody>
                    <a:bodyPr/>
                    <a:lstStyle/>
                    <a:p>
                      <a:pPr algn="ctr">
                        <a:lnSpc>
                          <a:spcPct val="120000"/>
                        </a:lnSpc>
                        <a:spcBef>
                          <a:spcPts val="0"/>
                        </a:spcBef>
                        <a:spcAft>
                          <a:spcPts val="0"/>
                        </a:spcAft>
                      </a:pPr>
                      <a:r>
                        <a:rPr lang="en-US" altLang="zh-CN" sz="1400" dirty="0">
                          <a:latin typeface="微软雅黑 Light" panose="020B0502040204020203" pitchFamily="34" charset="-122"/>
                          <a:ea typeface="微软雅黑 Light" panose="020B0502040204020203" pitchFamily="34" charset="-122"/>
                          <a:cs typeface="+mn-ea"/>
                          <a:sym typeface="+mn-lt"/>
                        </a:rPr>
                        <a:t>Next Header</a:t>
                      </a:r>
                      <a:endParaRPr lang="zh-CN" altLang="en-US" sz="1400" dirty="0">
                        <a:latin typeface="微软雅黑 Light" panose="020B0502040204020203" pitchFamily="34" charset="-122"/>
                        <a:ea typeface="微软雅黑 Light" panose="020B0502040204020203" pitchFamily="34" charset="-122"/>
                        <a:cs typeface="+mn-ea"/>
                        <a:sym typeface="+mn-lt"/>
                      </a:endParaRPr>
                    </a:p>
                  </a:txBody>
                  <a:tcPr marL="91404" marR="91404" marT="45702" marB="457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ctr">
                        <a:lnSpc>
                          <a:spcPct val="120000"/>
                        </a:lnSpc>
                        <a:spcBef>
                          <a:spcPts val="0"/>
                        </a:spcBef>
                        <a:spcAft>
                          <a:spcPts val="0"/>
                        </a:spcAft>
                      </a:pPr>
                      <a:r>
                        <a:rPr lang="en-US" altLang="zh-CN" sz="1400" dirty="0">
                          <a:latin typeface="微软雅黑 Light" panose="020B0502040204020203" pitchFamily="34" charset="-122"/>
                          <a:ea typeface="微软雅黑 Light" panose="020B0502040204020203" pitchFamily="34" charset="-122"/>
                          <a:cs typeface="+mn-ea"/>
                          <a:sym typeface="+mn-lt"/>
                        </a:rPr>
                        <a:t>Hop Limit</a:t>
                      </a:r>
                      <a:endParaRPr lang="zh-CN" altLang="en-US" sz="1400" dirty="0">
                        <a:latin typeface="微软雅黑 Light" panose="020B0502040204020203" pitchFamily="34" charset="-122"/>
                        <a:ea typeface="微软雅黑 Light" panose="020B0502040204020203" pitchFamily="34" charset="-122"/>
                        <a:cs typeface="+mn-ea"/>
                        <a:sym typeface="+mn-lt"/>
                      </a:endParaRPr>
                    </a:p>
                  </a:txBody>
                  <a:tcPr marL="91404" marR="91404" marT="45702" marB="45702" anchor="ctr">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r>
              <a:tr h="649514">
                <a:tc gridSpan="5">
                  <a:txBody>
                    <a:bodyPr/>
                    <a:lstStyle/>
                    <a:p>
                      <a:pPr algn="ctr">
                        <a:lnSpc>
                          <a:spcPct val="120000"/>
                        </a:lnSpc>
                        <a:spcBef>
                          <a:spcPts val="0"/>
                        </a:spcBef>
                        <a:spcAft>
                          <a:spcPts val="0"/>
                        </a:spcAft>
                      </a:pPr>
                      <a:r>
                        <a:rPr lang="en-US" altLang="zh-CN" sz="1400" dirty="0">
                          <a:latin typeface="微软雅黑 Light" panose="020B0502040204020203" pitchFamily="34" charset="-122"/>
                          <a:ea typeface="微软雅黑 Light" panose="020B0502040204020203" pitchFamily="34" charset="-122"/>
                          <a:cs typeface="+mn-ea"/>
                          <a:sym typeface="+mn-lt"/>
                        </a:rPr>
                        <a:t>Source address</a:t>
                      </a:r>
                      <a:endParaRPr lang="zh-CN" altLang="en-US" sz="1400" dirty="0">
                        <a:latin typeface="微软雅黑 Light" panose="020B0502040204020203" pitchFamily="34" charset="-122"/>
                        <a:ea typeface="微软雅黑 Light" panose="020B0502040204020203" pitchFamily="34" charset="-122"/>
                        <a:cs typeface="+mn-ea"/>
                        <a:sym typeface="+mn-lt"/>
                      </a:endParaRPr>
                    </a:p>
                  </a:txBody>
                  <a:tcPr marL="91404" marR="91404" marT="45702" marB="45702"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90000"/>
                      </a:schemeClr>
                    </a:solidFill>
                  </a:tcPr>
                </a:tc>
                <a:tc hMerge="1">
                  <a:tcPr/>
                </a:tc>
                <a:tc hMerge="1">
                  <a:tcPr/>
                </a:tc>
                <a:tc hMerge="1">
                  <a:tcPr/>
                </a:tc>
                <a:tc hMerge="1">
                  <a:tcPr/>
                </a:tc>
              </a:tr>
              <a:tr h="765456">
                <a:tc gridSpan="5">
                  <a:txBody>
                    <a:bodyPr/>
                    <a:lstStyle/>
                    <a:p>
                      <a:pPr algn="ctr">
                        <a:lnSpc>
                          <a:spcPct val="120000"/>
                        </a:lnSpc>
                        <a:spcBef>
                          <a:spcPts val="0"/>
                        </a:spcBef>
                        <a:spcAft>
                          <a:spcPts val="0"/>
                        </a:spcAft>
                      </a:pPr>
                      <a:r>
                        <a:rPr lang="en-US" altLang="zh-CN" sz="1400" dirty="0">
                          <a:latin typeface="微软雅黑 Light" panose="020B0502040204020203" pitchFamily="34" charset="-122"/>
                          <a:ea typeface="微软雅黑 Light" panose="020B0502040204020203" pitchFamily="34" charset="-122"/>
                          <a:cs typeface="+mn-ea"/>
                          <a:sym typeface="+mn-lt"/>
                        </a:rPr>
                        <a:t>Destination address</a:t>
                      </a:r>
                      <a:endParaRPr lang="zh-CN" altLang="en-US" sz="1400" dirty="0">
                        <a:latin typeface="微软雅黑 Light" panose="020B0502040204020203" pitchFamily="34" charset="-122"/>
                        <a:ea typeface="微软雅黑 Light" panose="020B0502040204020203" pitchFamily="34" charset="-122"/>
                        <a:cs typeface="+mn-ea"/>
                        <a:sym typeface="+mn-lt"/>
                      </a:endParaRPr>
                    </a:p>
                  </a:txBody>
                  <a:tcPr marL="91404" marR="91404" marT="45702" marB="45702"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1">
                        <a:lumMod val="90000"/>
                      </a:schemeClr>
                    </a:solidFill>
                  </a:tcPr>
                </a:tc>
                <a:tc hMerge="1">
                  <a:tcPr/>
                </a:tc>
                <a:tc hMerge="1">
                  <a:tcPr/>
                </a:tc>
                <a:tc hMerge="1">
                  <a:tcPr/>
                </a:tc>
                <a:tc hMerge="1">
                  <a:tcPr/>
                </a:tc>
              </a:tr>
            </a:tbl>
          </a:graphicData>
        </a:graphic>
      </p:graphicFrame>
    </p:spTree>
  </p:cSld>
  <p:clrMapOvr>
    <a:masterClrMapping/>
  </p:clrMapOvr>
</p:sld>
</file>

<file path=ppt/slides/slide1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IPv6</a:t>
            </a:r>
            <a:r>
              <a:rPr lang="zh-CN" altLang="en-US" dirty="0"/>
              <a:t>基本头格式</a:t>
            </a:r>
            <a:endParaRPr lang="zh-CN" altLang="en-US" dirty="0"/>
          </a:p>
        </p:txBody>
      </p:sp>
      <p:sp>
        <p:nvSpPr>
          <p:cNvPr id="3" name="内容占位符 2"/>
          <p:cNvSpPr>
            <a:spLocks noGrp="1"/>
          </p:cNvSpPr>
          <p:nvPr>
            <p:ph idx="1"/>
          </p:nvPr>
        </p:nvSpPr>
        <p:spPr>
          <a:xfrm>
            <a:off x="431800" y="1016149"/>
            <a:ext cx="6744320" cy="5581203"/>
          </a:xfrm>
        </p:spPr>
        <p:txBody>
          <a:bodyPr>
            <a:normAutofit fontScale="92500" lnSpcReduction="10000"/>
          </a:bodyPr>
          <a:lstStyle/>
          <a:p>
            <a:pPr>
              <a:lnSpc>
                <a:spcPct val="120000"/>
              </a:lnSpc>
            </a:pPr>
            <a:r>
              <a:rPr lang="en-US" altLang="zh-CN" dirty="0"/>
              <a:t>Payload Length</a:t>
            </a:r>
            <a:r>
              <a:rPr lang="zh-CN" altLang="en-US" dirty="0"/>
              <a:t>：有效载荷长度</a:t>
            </a:r>
            <a:r>
              <a:rPr lang="en-US" altLang="zh-CN" dirty="0"/>
              <a:t>(16 bit)</a:t>
            </a:r>
            <a:endParaRPr lang="en-US" altLang="zh-CN" dirty="0"/>
          </a:p>
          <a:p>
            <a:pPr lvl="1">
              <a:lnSpc>
                <a:spcPct val="120000"/>
              </a:lnSpc>
            </a:pPr>
            <a:r>
              <a:rPr lang="zh-CN" altLang="en-US" dirty="0"/>
              <a:t>有效载荷是指紧跟</a:t>
            </a:r>
            <a:r>
              <a:rPr lang="en-US" altLang="zh-CN" dirty="0"/>
              <a:t>IPv6</a:t>
            </a:r>
            <a:r>
              <a:rPr lang="zh-CN" altLang="en-US" dirty="0"/>
              <a:t>包头的数据包的其它部分（即扩展报文头和上层协议数据单元）</a:t>
            </a:r>
            <a:endParaRPr lang="en-US" altLang="zh-CN" dirty="0"/>
          </a:p>
          <a:p>
            <a:pPr>
              <a:lnSpc>
                <a:spcPct val="120000"/>
              </a:lnSpc>
            </a:pPr>
            <a:r>
              <a:rPr lang="en-US" altLang="zh-CN" dirty="0"/>
              <a:t>Next Header</a:t>
            </a:r>
            <a:r>
              <a:rPr lang="zh-CN" altLang="en-US" dirty="0"/>
              <a:t>：下一个报文头</a:t>
            </a:r>
            <a:r>
              <a:rPr lang="en-US" altLang="zh-CN" dirty="0"/>
              <a:t>(8 bit)</a:t>
            </a:r>
            <a:endParaRPr lang="en-US" altLang="zh-CN" dirty="0"/>
          </a:p>
          <a:p>
            <a:pPr lvl="1">
              <a:lnSpc>
                <a:spcPct val="120000"/>
              </a:lnSpc>
            </a:pPr>
            <a:r>
              <a:rPr lang="zh-CN" altLang="en-US" dirty="0"/>
              <a:t>类似于</a:t>
            </a:r>
            <a:r>
              <a:rPr lang="en-US" altLang="zh-CN" dirty="0"/>
              <a:t>IPv4</a:t>
            </a:r>
            <a:r>
              <a:rPr lang="zh-CN" altLang="en-US" dirty="0"/>
              <a:t>的</a:t>
            </a:r>
            <a:r>
              <a:rPr lang="en-US" altLang="zh-CN" dirty="0"/>
              <a:t>Protocol</a:t>
            </a:r>
            <a:r>
              <a:rPr lang="zh-CN" altLang="en-US" dirty="0"/>
              <a:t>字段</a:t>
            </a:r>
            <a:endParaRPr lang="en-US" altLang="zh-CN" dirty="0"/>
          </a:p>
          <a:p>
            <a:pPr lvl="1">
              <a:lnSpc>
                <a:spcPct val="120000"/>
              </a:lnSpc>
            </a:pPr>
            <a:r>
              <a:rPr lang="zh-CN" altLang="en-US" dirty="0"/>
              <a:t>该字段定义紧跟在</a:t>
            </a:r>
            <a:r>
              <a:rPr lang="en-US" altLang="zh-CN" dirty="0"/>
              <a:t>IPv6</a:t>
            </a:r>
            <a:r>
              <a:rPr lang="zh-CN" altLang="en-US" dirty="0"/>
              <a:t>报文头后面的第一个扩展报文头（如果存在）的类型，或者上层协议数据单元中的协议类型</a:t>
            </a:r>
            <a:endParaRPr lang="en-US" altLang="zh-CN" dirty="0"/>
          </a:p>
          <a:p>
            <a:pPr>
              <a:lnSpc>
                <a:spcPct val="120000"/>
              </a:lnSpc>
            </a:pPr>
            <a:r>
              <a:rPr lang="en-US" altLang="zh-CN" dirty="0"/>
              <a:t>Hop Limit</a:t>
            </a:r>
            <a:r>
              <a:rPr lang="zh-CN" altLang="en-US" dirty="0"/>
              <a:t>：跳数限制</a:t>
            </a:r>
            <a:r>
              <a:rPr lang="en-US" altLang="zh-CN" dirty="0"/>
              <a:t>(8 bit)</a:t>
            </a:r>
            <a:endParaRPr lang="en-US" altLang="zh-CN" dirty="0"/>
          </a:p>
          <a:p>
            <a:pPr lvl="1">
              <a:lnSpc>
                <a:spcPct val="120000"/>
              </a:lnSpc>
            </a:pPr>
            <a:r>
              <a:rPr lang="zh-CN" altLang="en-US" dirty="0"/>
              <a:t>该字段类似于</a:t>
            </a:r>
            <a:r>
              <a:rPr lang="en-US" altLang="zh-CN" dirty="0"/>
              <a:t>IPv4</a:t>
            </a:r>
            <a:r>
              <a:rPr lang="zh-CN" altLang="en-US" dirty="0"/>
              <a:t>中的</a:t>
            </a:r>
            <a:r>
              <a:rPr lang="en-US" altLang="zh-CN" dirty="0"/>
              <a:t>TTL</a:t>
            </a:r>
            <a:endParaRPr lang="en-US" altLang="zh-CN" dirty="0"/>
          </a:p>
          <a:p>
            <a:pPr lvl="1">
              <a:lnSpc>
                <a:spcPct val="120000"/>
              </a:lnSpc>
            </a:pPr>
            <a:r>
              <a:rPr lang="zh-CN" altLang="en-US" dirty="0"/>
              <a:t>它定义了</a:t>
            </a:r>
            <a:r>
              <a:rPr lang="en-US" altLang="zh-CN" dirty="0"/>
              <a:t>IP</a:t>
            </a:r>
            <a:r>
              <a:rPr lang="zh-CN" altLang="en-US" dirty="0"/>
              <a:t>数据包所能经过的最大跳数。每经过一个路由器，该数值减去</a:t>
            </a:r>
            <a:r>
              <a:rPr lang="en-US" altLang="zh-CN" dirty="0"/>
              <a:t>1</a:t>
            </a:r>
            <a:r>
              <a:rPr lang="zh-CN" altLang="en-US" dirty="0"/>
              <a:t>，当该字段的值为</a:t>
            </a:r>
            <a:r>
              <a:rPr lang="en-US" altLang="zh-CN" dirty="0"/>
              <a:t>0</a:t>
            </a:r>
            <a:r>
              <a:rPr lang="zh-CN" altLang="en-US" dirty="0"/>
              <a:t>时，数据包将被丢弃</a:t>
            </a:r>
            <a:endParaRPr lang="zh-CN" altLang="en-US" dirty="0"/>
          </a:p>
        </p:txBody>
      </p:sp>
      <p:sp>
        <p:nvSpPr>
          <p:cNvPr id="4" name="灯片编号占位符 3"/>
          <p:cNvSpPr>
            <a:spLocks noGrp="1"/>
          </p:cNvSpPr>
          <p:nvPr>
            <p:ph type="sldNum" sz="quarter" idx="12"/>
          </p:nvPr>
        </p:nvSpPr>
        <p:spPr/>
        <p:txBody>
          <a:bodyPr/>
          <a:lstStyle/>
          <a:p>
            <a:pPr>
              <a:defRPr/>
            </a:pPr>
            <a:fld id="{816960B2-2B11-492C-B588-5290E1274F96}" type="slidenum">
              <a:rPr lang="en-US" altLang="zh-CN" smtClean="0"/>
            </a:fld>
            <a:endParaRPr lang="en-US" altLang="zh-CN" dirty="0"/>
          </a:p>
        </p:txBody>
      </p:sp>
      <p:graphicFrame>
        <p:nvGraphicFramePr>
          <p:cNvPr id="6" name="表格 5"/>
          <p:cNvGraphicFramePr>
            <a:graphicFrameLocks noGrp="1"/>
          </p:cNvGraphicFramePr>
          <p:nvPr/>
        </p:nvGraphicFramePr>
        <p:xfrm>
          <a:off x="7537734" y="2136725"/>
          <a:ext cx="4030874" cy="2584550"/>
        </p:xfrm>
        <a:graphic>
          <a:graphicData uri="http://schemas.openxmlformats.org/drawingml/2006/table">
            <a:tbl>
              <a:tblPr firstRow="1" bandRow="1">
                <a:tableStyleId>{2D5ABB26-0587-4C30-8999-92F81FD0307C}</a:tableStyleId>
              </a:tblPr>
              <a:tblGrid>
                <a:gridCol w="791779"/>
                <a:gridCol w="863759"/>
                <a:gridCol w="431879"/>
                <a:gridCol w="863759"/>
                <a:gridCol w="1079698"/>
              </a:tblGrid>
              <a:tr h="517958">
                <a:tc>
                  <a:txBody>
                    <a:bodyPr/>
                    <a:lstStyle/>
                    <a:p>
                      <a:pPr algn="ctr">
                        <a:lnSpc>
                          <a:spcPct val="120000"/>
                        </a:lnSpc>
                        <a:spcBef>
                          <a:spcPts val="0"/>
                        </a:spcBef>
                        <a:spcAft>
                          <a:spcPts val="0"/>
                        </a:spcAft>
                      </a:pPr>
                      <a:r>
                        <a:rPr lang="en-US" altLang="zh-CN" sz="1400" dirty="0">
                          <a:latin typeface="微软雅黑 Light" panose="020B0502040204020203" pitchFamily="34" charset="-122"/>
                          <a:ea typeface="微软雅黑 Light" panose="020B0502040204020203" pitchFamily="34" charset="-122"/>
                          <a:cs typeface="+mn-ea"/>
                          <a:sym typeface="+mn-lt"/>
                        </a:rPr>
                        <a:t>Version</a:t>
                      </a:r>
                      <a:endParaRPr lang="zh-CN" altLang="en-US" sz="1400" dirty="0">
                        <a:latin typeface="微软雅黑 Light" panose="020B0502040204020203" pitchFamily="34" charset="-122"/>
                        <a:ea typeface="微软雅黑 Light" panose="020B0502040204020203" pitchFamily="34" charset="-122"/>
                        <a:cs typeface="+mn-ea"/>
                        <a:sym typeface="+mn-lt"/>
                      </a:endParaRPr>
                    </a:p>
                  </a:txBody>
                  <a:tcPr marL="91404" marR="91404" marT="45702" marB="45702" anchor="ctr">
                    <a:lnL w="190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90000"/>
                      </a:schemeClr>
                    </a:solidFill>
                  </a:tcPr>
                </a:tc>
                <a:tc>
                  <a:txBody>
                    <a:bodyPr/>
                    <a:lstStyle/>
                    <a:p>
                      <a:pPr algn="ctr">
                        <a:lnSpc>
                          <a:spcPct val="120000"/>
                        </a:lnSpc>
                        <a:spcBef>
                          <a:spcPts val="0"/>
                        </a:spcBef>
                        <a:spcAft>
                          <a:spcPts val="0"/>
                        </a:spcAft>
                      </a:pPr>
                      <a:r>
                        <a:rPr lang="en-US" altLang="zh-CN" sz="1400" dirty="0">
                          <a:latin typeface="微软雅黑 Light" panose="020B0502040204020203" pitchFamily="34" charset="-122"/>
                          <a:ea typeface="微软雅黑 Light" panose="020B0502040204020203" pitchFamily="34" charset="-122"/>
                          <a:cs typeface="+mn-ea"/>
                          <a:sym typeface="+mn-lt"/>
                        </a:rPr>
                        <a:t>Traffic</a:t>
                      </a:r>
                      <a:r>
                        <a:rPr lang="en-US" altLang="zh-CN" sz="1400" baseline="0" dirty="0">
                          <a:latin typeface="微软雅黑 Light" panose="020B0502040204020203" pitchFamily="34" charset="-122"/>
                          <a:ea typeface="微软雅黑 Light" panose="020B0502040204020203" pitchFamily="34" charset="-122"/>
                          <a:cs typeface="+mn-ea"/>
                          <a:sym typeface="+mn-lt"/>
                        </a:rPr>
                        <a:t> Class</a:t>
                      </a:r>
                      <a:endParaRPr lang="zh-CN" altLang="en-US" sz="1400" dirty="0">
                        <a:latin typeface="微软雅黑 Light" panose="020B0502040204020203" pitchFamily="34" charset="-122"/>
                        <a:ea typeface="微软雅黑 Light" panose="020B0502040204020203" pitchFamily="34" charset="-122"/>
                        <a:cs typeface="+mn-ea"/>
                        <a:sym typeface="+mn-lt"/>
                      </a:endParaRPr>
                    </a:p>
                  </a:txBody>
                  <a:tcPr marL="91404" marR="91404" marT="45702" marB="457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gridSpan="3">
                  <a:txBody>
                    <a:bodyPr/>
                    <a:lstStyle/>
                    <a:p>
                      <a:pPr algn="ctr">
                        <a:lnSpc>
                          <a:spcPct val="120000"/>
                        </a:lnSpc>
                        <a:spcBef>
                          <a:spcPts val="0"/>
                        </a:spcBef>
                        <a:spcAft>
                          <a:spcPts val="0"/>
                        </a:spcAft>
                      </a:pPr>
                      <a:r>
                        <a:rPr lang="en-US" altLang="zh-CN" sz="1400" dirty="0">
                          <a:latin typeface="微软雅黑 Light" panose="020B0502040204020203" pitchFamily="34" charset="-122"/>
                          <a:ea typeface="微软雅黑 Light" panose="020B0502040204020203" pitchFamily="34" charset="-122"/>
                          <a:cs typeface="+mn-ea"/>
                          <a:sym typeface="+mn-lt"/>
                        </a:rPr>
                        <a:t>Flow Label</a:t>
                      </a:r>
                      <a:endParaRPr lang="zh-CN" altLang="en-US" sz="1400" dirty="0">
                        <a:latin typeface="微软雅黑 Light" panose="020B0502040204020203" pitchFamily="34" charset="-122"/>
                        <a:ea typeface="微软雅黑 Light" panose="020B0502040204020203" pitchFamily="34" charset="-122"/>
                        <a:cs typeface="+mn-ea"/>
                        <a:sym typeface="+mn-lt"/>
                      </a:endParaRPr>
                    </a:p>
                  </a:txBody>
                  <a:tcPr marL="91404" marR="91404" marT="45702" marB="45702" anchor="ctr">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hMerge="1">
                  <a:tcPr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C66"/>
                    </a:solidFill>
                  </a:tcPr>
                </a:tc>
                <a:tc hMerge="1">
                  <a:tcPr/>
                </a:tc>
              </a:tr>
              <a:tr h="586368">
                <a:tc gridSpan="3">
                  <a:txBody>
                    <a:bodyPr/>
                    <a:lstStyle/>
                    <a:p>
                      <a:pPr algn="ctr">
                        <a:lnSpc>
                          <a:spcPct val="120000"/>
                        </a:lnSpc>
                        <a:spcBef>
                          <a:spcPts val="0"/>
                        </a:spcBef>
                        <a:spcAft>
                          <a:spcPts val="0"/>
                        </a:spcAft>
                      </a:pPr>
                      <a:r>
                        <a:rPr lang="en-US" altLang="zh-CN" sz="1400" dirty="0">
                          <a:latin typeface="微软雅黑 Light" panose="020B0502040204020203" pitchFamily="34" charset="-122"/>
                          <a:ea typeface="微软雅黑 Light" panose="020B0502040204020203" pitchFamily="34" charset="-122"/>
                          <a:cs typeface="+mn-ea"/>
                          <a:sym typeface="+mn-lt"/>
                        </a:rPr>
                        <a:t>Payload Length</a:t>
                      </a:r>
                      <a:endParaRPr lang="zh-CN" altLang="en-US" sz="1400" dirty="0">
                        <a:latin typeface="微软雅黑 Light" panose="020B0502040204020203" pitchFamily="34" charset="-122"/>
                        <a:ea typeface="微软雅黑 Light" panose="020B0502040204020203" pitchFamily="34" charset="-122"/>
                        <a:cs typeface="+mn-ea"/>
                        <a:sym typeface="+mn-lt"/>
                      </a:endParaRPr>
                    </a:p>
                  </a:txBody>
                  <a:tcPr marL="91404" marR="91404" marT="45702" marB="45702" anchor="ctr">
                    <a:lnL w="190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hMerge="1">
                  <a:tcPr/>
                </a:tc>
                <a:tc hMerge="1">
                  <a:tcPr/>
                </a:tc>
                <a:tc>
                  <a:txBody>
                    <a:bodyPr/>
                    <a:lstStyle/>
                    <a:p>
                      <a:pPr algn="ctr">
                        <a:lnSpc>
                          <a:spcPct val="120000"/>
                        </a:lnSpc>
                        <a:spcBef>
                          <a:spcPts val="0"/>
                        </a:spcBef>
                        <a:spcAft>
                          <a:spcPts val="0"/>
                        </a:spcAft>
                      </a:pPr>
                      <a:r>
                        <a:rPr lang="en-US" altLang="zh-CN" sz="1400" dirty="0">
                          <a:latin typeface="微软雅黑 Light" panose="020B0502040204020203" pitchFamily="34" charset="-122"/>
                          <a:ea typeface="微软雅黑 Light" panose="020B0502040204020203" pitchFamily="34" charset="-122"/>
                          <a:cs typeface="+mn-ea"/>
                          <a:sym typeface="+mn-lt"/>
                        </a:rPr>
                        <a:t>Next Header</a:t>
                      </a:r>
                      <a:endParaRPr lang="zh-CN" altLang="en-US" sz="1400" dirty="0">
                        <a:latin typeface="微软雅黑 Light" panose="020B0502040204020203" pitchFamily="34" charset="-122"/>
                        <a:ea typeface="微软雅黑 Light" panose="020B0502040204020203" pitchFamily="34" charset="-122"/>
                        <a:cs typeface="+mn-ea"/>
                        <a:sym typeface="+mn-lt"/>
                      </a:endParaRPr>
                    </a:p>
                  </a:txBody>
                  <a:tcPr marL="91404" marR="91404" marT="45702" marB="457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ctr">
                        <a:lnSpc>
                          <a:spcPct val="120000"/>
                        </a:lnSpc>
                        <a:spcBef>
                          <a:spcPts val="0"/>
                        </a:spcBef>
                        <a:spcAft>
                          <a:spcPts val="0"/>
                        </a:spcAft>
                      </a:pPr>
                      <a:r>
                        <a:rPr lang="en-US" altLang="zh-CN" sz="1400" dirty="0">
                          <a:latin typeface="微软雅黑 Light" panose="020B0502040204020203" pitchFamily="34" charset="-122"/>
                          <a:ea typeface="微软雅黑 Light" panose="020B0502040204020203" pitchFamily="34" charset="-122"/>
                          <a:cs typeface="+mn-ea"/>
                          <a:sym typeface="+mn-lt"/>
                        </a:rPr>
                        <a:t>Hop Limit</a:t>
                      </a:r>
                      <a:endParaRPr lang="zh-CN" altLang="en-US" sz="1400" dirty="0">
                        <a:latin typeface="微软雅黑 Light" panose="020B0502040204020203" pitchFamily="34" charset="-122"/>
                        <a:ea typeface="微软雅黑 Light" panose="020B0502040204020203" pitchFamily="34" charset="-122"/>
                        <a:cs typeface="+mn-ea"/>
                        <a:sym typeface="+mn-lt"/>
                      </a:endParaRPr>
                    </a:p>
                  </a:txBody>
                  <a:tcPr marL="91404" marR="91404" marT="45702" marB="45702" anchor="ctr">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r>
              <a:tr h="649514">
                <a:tc gridSpan="5">
                  <a:txBody>
                    <a:bodyPr/>
                    <a:lstStyle/>
                    <a:p>
                      <a:pPr algn="ctr">
                        <a:lnSpc>
                          <a:spcPct val="120000"/>
                        </a:lnSpc>
                        <a:spcBef>
                          <a:spcPts val="0"/>
                        </a:spcBef>
                        <a:spcAft>
                          <a:spcPts val="0"/>
                        </a:spcAft>
                      </a:pPr>
                      <a:r>
                        <a:rPr lang="en-US" altLang="zh-CN" sz="1400" dirty="0">
                          <a:latin typeface="微软雅黑 Light" panose="020B0502040204020203" pitchFamily="34" charset="-122"/>
                          <a:ea typeface="微软雅黑 Light" panose="020B0502040204020203" pitchFamily="34" charset="-122"/>
                          <a:cs typeface="+mn-ea"/>
                          <a:sym typeface="+mn-lt"/>
                        </a:rPr>
                        <a:t>Source address</a:t>
                      </a:r>
                      <a:endParaRPr lang="zh-CN" altLang="en-US" sz="1400" dirty="0">
                        <a:latin typeface="微软雅黑 Light" panose="020B0502040204020203" pitchFamily="34" charset="-122"/>
                        <a:ea typeface="微软雅黑 Light" panose="020B0502040204020203" pitchFamily="34" charset="-122"/>
                        <a:cs typeface="+mn-ea"/>
                        <a:sym typeface="+mn-lt"/>
                      </a:endParaRPr>
                    </a:p>
                  </a:txBody>
                  <a:tcPr marL="91404" marR="91404" marT="45702" marB="45702"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90000"/>
                      </a:schemeClr>
                    </a:solidFill>
                  </a:tcPr>
                </a:tc>
                <a:tc hMerge="1">
                  <a:tcPr/>
                </a:tc>
                <a:tc hMerge="1">
                  <a:tcPr/>
                </a:tc>
                <a:tc hMerge="1">
                  <a:tcPr/>
                </a:tc>
                <a:tc hMerge="1">
                  <a:tcPr/>
                </a:tc>
              </a:tr>
              <a:tr h="765456">
                <a:tc gridSpan="5">
                  <a:txBody>
                    <a:bodyPr/>
                    <a:lstStyle/>
                    <a:p>
                      <a:pPr algn="ctr">
                        <a:lnSpc>
                          <a:spcPct val="120000"/>
                        </a:lnSpc>
                        <a:spcBef>
                          <a:spcPts val="0"/>
                        </a:spcBef>
                        <a:spcAft>
                          <a:spcPts val="0"/>
                        </a:spcAft>
                      </a:pPr>
                      <a:r>
                        <a:rPr lang="en-US" altLang="zh-CN" sz="1400" dirty="0">
                          <a:latin typeface="微软雅黑 Light" panose="020B0502040204020203" pitchFamily="34" charset="-122"/>
                          <a:ea typeface="微软雅黑 Light" panose="020B0502040204020203" pitchFamily="34" charset="-122"/>
                          <a:cs typeface="+mn-ea"/>
                          <a:sym typeface="+mn-lt"/>
                        </a:rPr>
                        <a:t>Destination address</a:t>
                      </a:r>
                      <a:endParaRPr lang="zh-CN" altLang="en-US" sz="1400" dirty="0">
                        <a:latin typeface="微软雅黑 Light" panose="020B0502040204020203" pitchFamily="34" charset="-122"/>
                        <a:ea typeface="微软雅黑 Light" panose="020B0502040204020203" pitchFamily="34" charset="-122"/>
                        <a:cs typeface="+mn-ea"/>
                        <a:sym typeface="+mn-lt"/>
                      </a:endParaRPr>
                    </a:p>
                  </a:txBody>
                  <a:tcPr marL="91404" marR="91404" marT="45702" marB="45702"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1">
                        <a:lumMod val="90000"/>
                      </a:schemeClr>
                    </a:solidFill>
                  </a:tcPr>
                </a:tc>
                <a:tc hMerge="1">
                  <a:tcPr/>
                </a:tc>
                <a:tc hMerge="1">
                  <a:tcPr/>
                </a:tc>
                <a:tc hMerge="1">
                  <a:tcPr/>
                </a:tc>
                <a:tc hMerge="1">
                  <a:tcPr/>
                </a:tc>
              </a:tr>
            </a:tbl>
          </a:graphicData>
        </a:graphic>
      </p:graphicFrame>
    </p:spTree>
  </p:cSld>
  <p:clrMapOvr>
    <a:masterClrMapping/>
  </p:clrMapOvr>
</p:sld>
</file>

<file path=ppt/slides/slide1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IPv6</a:t>
            </a:r>
            <a:r>
              <a:rPr lang="zh-CN" altLang="en-US" dirty="0"/>
              <a:t>基本头格式</a:t>
            </a:r>
            <a:endParaRPr lang="zh-CN" altLang="en-US" dirty="0"/>
          </a:p>
        </p:txBody>
      </p:sp>
      <p:sp>
        <p:nvSpPr>
          <p:cNvPr id="3" name="内容占位符 2"/>
          <p:cNvSpPr>
            <a:spLocks noGrp="1"/>
          </p:cNvSpPr>
          <p:nvPr>
            <p:ph idx="1"/>
          </p:nvPr>
        </p:nvSpPr>
        <p:spPr>
          <a:xfrm>
            <a:off x="551384" y="1156793"/>
            <a:ext cx="5977591" cy="5437187"/>
          </a:xfrm>
        </p:spPr>
        <p:txBody>
          <a:bodyPr>
            <a:normAutofit/>
          </a:bodyPr>
          <a:lstStyle/>
          <a:p>
            <a:r>
              <a:rPr lang="en-US" altLang="zh-CN" dirty="0"/>
              <a:t>Source Address</a:t>
            </a:r>
            <a:r>
              <a:rPr lang="zh-CN" altLang="en-US" dirty="0"/>
              <a:t>：源地址</a:t>
            </a:r>
            <a:r>
              <a:rPr lang="en-US" altLang="zh-CN" dirty="0"/>
              <a:t>(128 bit),</a:t>
            </a:r>
            <a:r>
              <a:rPr lang="zh-CN" altLang="en-US" dirty="0"/>
              <a:t>表示发送方的地址</a:t>
            </a:r>
            <a:endParaRPr lang="en-US" altLang="zh-CN" dirty="0"/>
          </a:p>
          <a:p>
            <a:r>
              <a:rPr lang="en-US" altLang="zh-CN" dirty="0"/>
              <a:t>Destination Address</a:t>
            </a:r>
            <a:r>
              <a:rPr lang="zh-CN" altLang="en-US" dirty="0"/>
              <a:t>：目的地址，</a:t>
            </a:r>
            <a:r>
              <a:rPr lang="en-US" altLang="zh-CN" dirty="0"/>
              <a:t>(128 bit)</a:t>
            </a:r>
            <a:r>
              <a:rPr lang="zh-CN" altLang="en-US" dirty="0"/>
              <a:t>。表示接收方的地址</a:t>
            </a:r>
            <a:endParaRPr lang="zh-CN" altLang="en-US" dirty="0"/>
          </a:p>
        </p:txBody>
      </p:sp>
      <p:sp>
        <p:nvSpPr>
          <p:cNvPr id="4" name="灯片编号占位符 3"/>
          <p:cNvSpPr>
            <a:spLocks noGrp="1"/>
          </p:cNvSpPr>
          <p:nvPr>
            <p:ph type="sldNum" sz="quarter" idx="12"/>
          </p:nvPr>
        </p:nvSpPr>
        <p:spPr/>
        <p:txBody>
          <a:bodyPr/>
          <a:lstStyle/>
          <a:p>
            <a:pPr>
              <a:defRPr/>
            </a:pPr>
            <a:fld id="{816960B2-2B11-492C-B588-5290E1274F96}" type="slidenum">
              <a:rPr lang="en-US" altLang="zh-CN" smtClean="0"/>
            </a:fld>
            <a:endParaRPr lang="en-US" altLang="zh-CN" dirty="0"/>
          </a:p>
        </p:txBody>
      </p:sp>
      <p:graphicFrame>
        <p:nvGraphicFramePr>
          <p:cNvPr id="6" name="表格 5"/>
          <p:cNvGraphicFramePr>
            <a:graphicFrameLocks noGrp="1"/>
          </p:cNvGraphicFramePr>
          <p:nvPr/>
        </p:nvGraphicFramePr>
        <p:xfrm>
          <a:off x="6810461" y="2136725"/>
          <a:ext cx="4030874" cy="2584550"/>
        </p:xfrm>
        <a:graphic>
          <a:graphicData uri="http://schemas.openxmlformats.org/drawingml/2006/table">
            <a:tbl>
              <a:tblPr firstRow="1" bandRow="1">
                <a:tableStyleId>{2D5ABB26-0587-4C30-8999-92F81FD0307C}</a:tableStyleId>
              </a:tblPr>
              <a:tblGrid>
                <a:gridCol w="791779"/>
                <a:gridCol w="863759"/>
                <a:gridCol w="431879"/>
                <a:gridCol w="863759"/>
                <a:gridCol w="1079698"/>
              </a:tblGrid>
              <a:tr h="517958">
                <a:tc>
                  <a:txBody>
                    <a:bodyPr/>
                    <a:lstStyle/>
                    <a:p>
                      <a:pPr algn="ctr">
                        <a:lnSpc>
                          <a:spcPct val="120000"/>
                        </a:lnSpc>
                        <a:spcBef>
                          <a:spcPts val="0"/>
                        </a:spcBef>
                        <a:spcAft>
                          <a:spcPts val="0"/>
                        </a:spcAft>
                      </a:pPr>
                      <a:r>
                        <a:rPr lang="en-US" altLang="zh-CN" sz="1400" dirty="0">
                          <a:latin typeface="微软雅黑 Light" panose="020B0502040204020203" pitchFamily="34" charset="-122"/>
                          <a:ea typeface="微软雅黑 Light" panose="020B0502040204020203" pitchFamily="34" charset="-122"/>
                          <a:cs typeface="+mn-ea"/>
                          <a:sym typeface="+mn-lt"/>
                        </a:rPr>
                        <a:t>Version</a:t>
                      </a:r>
                      <a:endParaRPr lang="zh-CN" altLang="en-US" sz="1400" dirty="0">
                        <a:latin typeface="微软雅黑 Light" panose="020B0502040204020203" pitchFamily="34" charset="-122"/>
                        <a:ea typeface="微软雅黑 Light" panose="020B0502040204020203" pitchFamily="34" charset="-122"/>
                        <a:cs typeface="+mn-ea"/>
                        <a:sym typeface="+mn-lt"/>
                      </a:endParaRPr>
                    </a:p>
                  </a:txBody>
                  <a:tcPr marL="91404" marR="91404" marT="45702" marB="45702" anchor="ctr">
                    <a:lnL w="190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90000"/>
                      </a:schemeClr>
                    </a:solidFill>
                  </a:tcPr>
                </a:tc>
                <a:tc>
                  <a:txBody>
                    <a:bodyPr/>
                    <a:lstStyle/>
                    <a:p>
                      <a:pPr algn="ctr">
                        <a:lnSpc>
                          <a:spcPct val="120000"/>
                        </a:lnSpc>
                        <a:spcBef>
                          <a:spcPts val="0"/>
                        </a:spcBef>
                        <a:spcAft>
                          <a:spcPts val="0"/>
                        </a:spcAft>
                      </a:pPr>
                      <a:r>
                        <a:rPr lang="en-US" altLang="zh-CN" sz="1400" dirty="0">
                          <a:latin typeface="微软雅黑 Light" panose="020B0502040204020203" pitchFamily="34" charset="-122"/>
                          <a:ea typeface="微软雅黑 Light" panose="020B0502040204020203" pitchFamily="34" charset="-122"/>
                          <a:cs typeface="+mn-ea"/>
                          <a:sym typeface="+mn-lt"/>
                        </a:rPr>
                        <a:t>Traffic</a:t>
                      </a:r>
                      <a:r>
                        <a:rPr lang="en-US" altLang="zh-CN" sz="1400" baseline="0" dirty="0">
                          <a:latin typeface="微软雅黑 Light" panose="020B0502040204020203" pitchFamily="34" charset="-122"/>
                          <a:ea typeface="微软雅黑 Light" panose="020B0502040204020203" pitchFamily="34" charset="-122"/>
                          <a:cs typeface="+mn-ea"/>
                          <a:sym typeface="+mn-lt"/>
                        </a:rPr>
                        <a:t> Class</a:t>
                      </a:r>
                      <a:endParaRPr lang="zh-CN" altLang="en-US" sz="1400" dirty="0">
                        <a:latin typeface="微软雅黑 Light" panose="020B0502040204020203" pitchFamily="34" charset="-122"/>
                        <a:ea typeface="微软雅黑 Light" panose="020B0502040204020203" pitchFamily="34" charset="-122"/>
                        <a:cs typeface="+mn-ea"/>
                        <a:sym typeface="+mn-lt"/>
                      </a:endParaRPr>
                    </a:p>
                  </a:txBody>
                  <a:tcPr marL="91404" marR="91404" marT="45702" marB="457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gridSpan="3">
                  <a:txBody>
                    <a:bodyPr/>
                    <a:lstStyle/>
                    <a:p>
                      <a:pPr algn="ctr">
                        <a:lnSpc>
                          <a:spcPct val="120000"/>
                        </a:lnSpc>
                        <a:spcBef>
                          <a:spcPts val="0"/>
                        </a:spcBef>
                        <a:spcAft>
                          <a:spcPts val="0"/>
                        </a:spcAft>
                      </a:pPr>
                      <a:r>
                        <a:rPr lang="en-US" altLang="zh-CN" sz="1400" dirty="0">
                          <a:latin typeface="微软雅黑 Light" panose="020B0502040204020203" pitchFamily="34" charset="-122"/>
                          <a:ea typeface="微软雅黑 Light" panose="020B0502040204020203" pitchFamily="34" charset="-122"/>
                          <a:cs typeface="+mn-ea"/>
                          <a:sym typeface="+mn-lt"/>
                        </a:rPr>
                        <a:t>Flow Label</a:t>
                      </a:r>
                      <a:endParaRPr lang="zh-CN" altLang="en-US" sz="1400" dirty="0">
                        <a:latin typeface="微软雅黑 Light" panose="020B0502040204020203" pitchFamily="34" charset="-122"/>
                        <a:ea typeface="微软雅黑 Light" panose="020B0502040204020203" pitchFamily="34" charset="-122"/>
                        <a:cs typeface="+mn-ea"/>
                        <a:sym typeface="+mn-lt"/>
                      </a:endParaRPr>
                    </a:p>
                  </a:txBody>
                  <a:tcPr marL="91404" marR="91404" marT="45702" marB="45702" anchor="ctr">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hMerge="1">
                  <a:tcPr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C66"/>
                    </a:solidFill>
                  </a:tcPr>
                </a:tc>
                <a:tc hMerge="1">
                  <a:tcPr/>
                </a:tc>
              </a:tr>
              <a:tr h="586368">
                <a:tc gridSpan="3">
                  <a:txBody>
                    <a:bodyPr/>
                    <a:lstStyle/>
                    <a:p>
                      <a:pPr algn="ctr">
                        <a:lnSpc>
                          <a:spcPct val="120000"/>
                        </a:lnSpc>
                        <a:spcBef>
                          <a:spcPts val="0"/>
                        </a:spcBef>
                        <a:spcAft>
                          <a:spcPts val="0"/>
                        </a:spcAft>
                      </a:pPr>
                      <a:r>
                        <a:rPr lang="en-US" altLang="zh-CN" sz="1400" dirty="0">
                          <a:latin typeface="微软雅黑 Light" panose="020B0502040204020203" pitchFamily="34" charset="-122"/>
                          <a:ea typeface="微软雅黑 Light" panose="020B0502040204020203" pitchFamily="34" charset="-122"/>
                          <a:cs typeface="+mn-ea"/>
                          <a:sym typeface="+mn-lt"/>
                        </a:rPr>
                        <a:t>Payload Length</a:t>
                      </a:r>
                      <a:endParaRPr lang="zh-CN" altLang="en-US" sz="1400" dirty="0">
                        <a:latin typeface="微软雅黑 Light" panose="020B0502040204020203" pitchFamily="34" charset="-122"/>
                        <a:ea typeface="微软雅黑 Light" panose="020B0502040204020203" pitchFamily="34" charset="-122"/>
                        <a:cs typeface="+mn-ea"/>
                        <a:sym typeface="+mn-lt"/>
                      </a:endParaRPr>
                    </a:p>
                  </a:txBody>
                  <a:tcPr marL="91404" marR="91404" marT="45702" marB="45702" anchor="ctr">
                    <a:lnL w="190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hMerge="1">
                  <a:tcPr/>
                </a:tc>
                <a:tc hMerge="1">
                  <a:tcPr/>
                </a:tc>
                <a:tc>
                  <a:txBody>
                    <a:bodyPr/>
                    <a:lstStyle/>
                    <a:p>
                      <a:pPr algn="ctr">
                        <a:lnSpc>
                          <a:spcPct val="120000"/>
                        </a:lnSpc>
                        <a:spcBef>
                          <a:spcPts val="0"/>
                        </a:spcBef>
                        <a:spcAft>
                          <a:spcPts val="0"/>
                        </a:spcAft>
                      </a:pPr>
                      <a:r>
                        <a:rPr lang="en-US" altLang="zh-CN" sz="1400" dirty="0">
                          <a:latin typeface="微软雅黑 Light" panose="020B0502040204020203" pitchFamily="34" charset="-122"/>
                          <a:ea typeface="微软雅黑 Light" panose="020B0502040204020203" pitchFamily="34" charset="-122"/>
                          <a:cs typeface="+mn-ea"/>
                          <a:sym typeface="+mn-lt"/>
                        </a:rPr>
                        <a:t>Next Header</a:t>
                      </a:r>
                      <a:endParaRPr lang="zh-CN" altLang="en-US" sz="1400" dirty="0">
                        <a:latin typeface="微软雅黑 Light" panose="020B0502040204020203" pitchFamily="34" charset="-122"/>
                        <a:ea typeface="微软雅黑 Light" panose="020B0502040204020203" pitchFamily="34" charset="-122"/>
                        <a:cs typeface="+mn-ea"/>
                        <a:sym typeface="+mn-lt"/>
                      </a:endParaRPr>
                    </a:p>
                  </a:txBody>
                  <a:tcPr marL="91404" marR="91404" marT="45702" marB="457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ctr">
                        <a:lnSpc>
                          <a:spcPct val="120000"/>
                        </a:lnSpc>
                        <a:spcBef>
                          <a:spcPts val="0"/>
                        </a:spcBef>
                        <a:spcAft>
                          <a:spcPts val="0"/>
                        </a:spcAft>
                      </a:pPr>
                      <a:r>
                        <a:rPr lang="en-US" altLang="zh-CN" sz="1400" dirty="0">
                          <a:latin typeface="微软雅黑 Light" panose="020B0502040204020203" pitchFamily="34" charset="-122"/>
                          <a:ea typeface="微软雅黑 Light" panose="020B0502040204020203" pitchFamily="34" charset="-122"/>
                          <a:cs typeface="+mn-ea"/>
                          <a:sym typeface="+mn-lt"/>
                        </a:rPr>
                        <a:t>Hop Limit</a:t>
                      </a:r>
                      <a:endParaRPr lang="zh-CN" altLang="en-US" sz="1400" dirty="0">
                        <a:latin typeface="微软雅黑 Light" panose="020B0502040204020203" pitchFamily="34" charset="-122"/>
                        <a:ea typeface="微软雅黑 Light" panose="020B0502040204020203" pitchFamily="34" charset="-122"/>
                        <a:cs typeface="+mn-ea"/>
                        <a:sym typeface="+mn-lt"/>
                      </a:endParaRPr>
                    </a:p>
                  </a:txBody>
                  <a:tcPr marL="91404" marR="91404" marT="45702" marB="45702" anchor="ctr">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r>
              <a:tr h="649514">
                <a:tc gridSpan="5">
                  <a:txBody>
                    <a:bodyPr/>
                    <a:lstStyle/>
                    <a:p>
                      <a:pPr algn="ctr">
                        <a:lnSpc>
                          <a:spcPct val="120000"/>
                        </a:lnSpc>
                        <a:spcBef>
                          <a:spcPts val="0"/>
                        </a:spcBef>
                        <a:spcAft>
                          <a:spcPts val="0"/>
                        </a:spcAft>
                      </a:pPr>
                      <a:r>
                        <a:rPr lang="en-US" altLang="zh-CN" sz="1400" dirty="0">
                          <a:latin typeface="微软雅黑 Light" panose="020B0502040204020203" pitchFamily="34" charset="-122"/>
                          <a:ea typeface="微软雅黑 Light" panose="020B0502040204020203" pitchFamily="34" charset="-122"/>
                          <a:cs typeface="+mn-ea"/>
                          <a:sym typeface="+mn-lt"/>
                        </a:rPr>
                        <a:t>Source address</a:t>
                      </a:r>
                      <a:endParaRPr lang="zh-CN" altLang="en-US" sz="1400" dirty="0">
                        <a:latin typeface="微软雅黑 Light" panose="020B0502040204020203" pitchFamily="34" charset="-122"/>
                        <a:ea typeface="微软雅黑 Light" panose="020B0502040204020203" pitchFamily="34" charset="-122"/>
                        <a:cs typeface="+mn-ea"/>
                        <a:sym typeface="+mn-lt"/>
                      </a:endParaRPr>
                    </a:p>
                  </a:txBody>
                  <a:tcPr marL="91404" marR="91404" marT="45702" marB="45702"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90000"/>
                      </a:schemeClr>
                    </a:solidFill>
                  </a:tcPr>
                </a:tc>
                <a:tc hMerge="1">
                  <a:tcPr/>
                </a:tc>
                <a:tc hMerge="1">
                  <a:tcPr/>
                </a:tc>
                <a:tc hMerge="1">
                  <a:tcPr/>
                </a:tc>
                <a:tc hMerge="1">
                  <a:tcPr/>
                </a:tc>
              </a:tr>
              <a:tr h="765456">
                <a:tc gridSpan="5">
                  <a:txBody>
                    <a:bodyPr/>
                    <a:lstStyle/>
                    <a:p>
                      <a:pPr algn="ctr">
                        <a:lnSpc>
                          <a:spcPct val="120000"/>
                        </a:lnSpc>
                        <a:spcBef>
                          <a:spcPts val="0"/>
                        </a:spcBef>
                        <a:spcAft>
                          <a:spcPts val="0"/>
                        </a:spcAft>
                      </a:pPr>
                      <a:r>
                        <a:rPr lang="en-US" altLang="zh-CN" sz="1400" dirty="0">
                          <a:latin typeface="微软雅黑 Light" panose="020B0502040204020203" pitchFamily="34" charset="-122"/>
                          <a:ea typeface="微软雅黑 Light" panose="020B0502040204020203" pitchFamily="34" charset="-122"/>
                          <a:cs typeface="+mn-ea"/>
                          <a:sym typeface="+mn-lt"/>
                        </a:rPr>
                        <a:t>Destination address</a:t>
                      </a:r>
                      <a:endParaRPr lang="zh-CN" altLang="en-US" sz="1400" dirty="0">
                        <a:latin typeface="微软雅黑 Light" panose="020B0502040204020203" pitchFamily="34" charset="-122"/>
                        <a:ea typeface="微软雅黑 Light" panose="020B0502040204020203" pitchFamily="34" charset="-122"/>
                        <a:cs typeface="+mn-ea"/>
                        <a:sym typeface="+mn-lt"/>
                      </a:endParaRPr>
                    </a:p>
                  </a:txBody>
                  <a:tcPr marL="91404" marR="91404" marT="45702" marB="45702"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1">
                        <a:lumMod val="90000"/>
                      </a:schemeClr>
                    </a:solidFill>
                  </a:tcPr>
                </a:tc>
                <a:tc hMerge="1">
                  <a:tcPr/>
                </a:tc>
                <a:tc hMerge="1">
                  <a:tcPr/>
                </a:tc>
                <a:tc hMerge="1">
                  <a:tcPr/>
                </a:tc>
                <a:tc hMerge="1">
                  <a:tcPr/>
                </a:tc>
              </a:tr>
            </a:tbl>
          </a:graphicData>
        </a:graphic>
      </p:graphicFrame>
    </p:spTree>
  </p:cSld>
  <p:clrMapOvr>
    <a:masterClrMapping/>
  </p:clrMapOvr>
</p:sld>
</file>

<file path=ppt/slides/slide1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IPv6</a:t>
            </a:r>
            <a:r>
              <a:rPr lang="zh-CN" altLang="en-US" dirty="0"/>
              <a:t>扩展头</a:t>
            </a:r>
            <a:endParaRPr lang="zh-CN" altLang="en-US" dirty="0"/>
          </a:p>
        </p:txBody>
      </p:sp>
      <p:sp>
        <p:nvSpPr>
          <p:cNvPr id="4" name="内容占位符 3"/>
          <p:cNvSpPr>
            <a:spLocks noGrp="1"/>
          </p:cNvSpPr>
          <p:nvPr>
            <p:ph sz="half" idx="2"/>
          </p:nvPr>
        </p:nvSpPr>
        <p:spPr>
          <a:xfrm>
            <a:off x="6096000" y="1119336"/>
            <a:ext cx="5659967" cy="5437187"/>
          </a:xfrm>
        </p:spPr>
        <p:txBody>
          <a:bodyPr/>
          <a:lstStyle/>
          <a:p>
            <a:r>
              <a:rPr lang="en-US" altLang="zh-CN" dirty="0"/>
              <a:t>Extension Header Length</a:t>
            </a:r>
            <a:r>
              <a:rPr lang="zh-CN" altLang="en-US" dirty="0"/>
              <a:t>：扩展报文头长度，长度为</a:t>
            </a:r>
            <a:r>
              <a:rPr lang="en-US" altLang="zh-CN" dirty="0"/>
              <a:t>8 bit</a:t>
            </a:r>
            <a:r>
              <a:rPr lang="zh-CN" altLang="en-US" dirty="0"/>
              <a:t>。表示扩展报文头的长度（不包含</a:t>
            </a:r>
            <a:r>
              <a:rPr lang="en-US" altLang="zh-CN" dirty="0"/>
              <a:t>Next Header</a:t>
            </a:r>
            <a:r>
              <a:rPr lang="zh-CN" altLang="en-US" dirty="0"/>
              <a:t>字段）</a:t>
            </a:r>
            <a:endParaRPr lang="zh-CN" altLang="en-US" dirty="0"/>
          </a:p>
          <a:p>
            <a:r>
              <a:rPr lang="en-US" altLang="zh-CN" dirty="0"/>
              <a:t>Extension Header Data</a:t>
            </a:r>
            <a:r>
              <a:rPr lang="zh-CN" altLang="en-US" dirty="0"/>
              <a:t>：扩展报文头数据，长度可变。扩展报文头的内容，为一系列选项字段和填充字段的组合</a:t>
            </a:r>
            <a:endParaRPr lang="zh-CN" altLang="en-US" dirty="0"/>
          </a:p>
          <a:p>
            <a:pPr marL="0" indent="0">
              <a:buNone/>
            </a:pPr>
            <a:endParaRPr lang="zh-CN" altLang="en-US" dirty="0"/>
          </a:p>
        </p:txBody>
      </p:sp>
      <p:sp>
        <p:nvSpPr>
          <p:cNvPr id="5" name="灯片编号占位符 4"/>
          <p:cNvSpPr>
            <a:spLocks noGrp="1"/>
          </p:cNvSpPr>
          <p:nvPr>
            <p:ph type="sldNum" sz="quarter" idx="12"/>
          </p:nvPr>
        </p:nvSpPr>
        <p:spPr/>
        <p:txBody>
          <a:bodyPr/>
          <a:lstStyle/>
          <a:p>
            <a:pPr>
              <a:defRPr/>
            </a:pPr>
            <a:fld id="{5ACAED0A-32C0-459D-9CE5-9FDF4154FCB4}" type="slidenum">
              <a:rPr lang="en-US" altLang="zh-CN" smtClean="0"/>
            </a:fld>
            <a:endParaRPr lang="en-US" altLang="zh-CN" dirty="0"/>
          </a:p>
        </p:txBody>
      </p:sp>
      <p:graphicFrame>
        <p:nvGraphicFramePr>
          <p:cNvPr id="19" name="表格 18"/>
          <p:cNvGraphicFramePr>
            <a:graphicFrameLocks noGrp="1"/>
          </p:cNvGraphicFramePr>
          <p:nvPr/>
        </p:nvGraphicFramePr>
        <p:xfrm>
          <a:off x="515596" y="1430512"/>
          <a:ext cx="4678173" cy="1439436"/>
        </p:xfrm>
        <a:graphic>
          <a:graphicData uri="http://schemas.openxmlformats.org/drawingml/2006/table">
            <a:tbl>
              <a:tblPr firstRow="1" bandRow="1">
                <a:tableStyleId>{2D5ABB26-0587-4C30-8999-92F81FD0307C}</a:tableStyleId>
              </a:tblPr>
              <a:tblGrid>
                <a:gridCol w="879365"/>
                <a:gridCol w="1109079"/>
                <a:gridCol w="545848"/>
                <a:gridCol w="1013716"/>
                <a:gridCol w="1130165"/>
              </a:tblGrid>
              <a:tr h="359859">
                <a:tc>
                  <a:txBody>
                    <a:bodyPr/>
                    <a:lstStyle/>
                    <a:p>
                      <a:pPr marL="0" algn="ctr" defTabSz="914400" rtl="0" eaLnBrk="1" latinLnBrk="0" hangingPunct="1">
                        <a:lnSpc>
                          <a:spcPct val="120000"/>
                        </a:lnSpc>
                        <a:spcBef>
                          <a:spcPts val="0"/>
                        </a:spcBef>
                        <a:spcAft>
                          <a:spcPts val="0"/>
                        </a:spcAft>
                      </a:pPr>
                      <a:r>
                        <a:rPr lang="en-US" altLang="zh-CN" sz="1400" kern="1200" baseline="0" dirty="0">
                          <a:latin typeface="微软雅黑 Light" panose="020B0502040204020203" pitchFamily="34" charset="-122"/>
                          <a:ea typeface="微软雅黑 Light" panose="020B0502040204020203" pitchFamily="34" charset="-122"/>
                          <a:cs typeface="+mn-ea"/>
                          <a:sym typeface="+mn-lt"/>
                        </a:rPr>
                        <a:t>Version</a:t>
                      </a:r>
                      <a:endParaRPr lang="zh-CN" altLang="en-US" sz="1400" b="0" kern="1200" baseline="0" dirty="0">
                        <a:solidFill>
                          <a:schemeClr val="tx1"/>
                        </a:solidFill>
                        <a:latin typeface="微软雅黑 Light" panose="020B0502040204020203" pitchFamily="34" charset="-122"/>
                        <a:ea typeface="微软雅黑 Light" panose="020B0502040204020203" pitchFamily="34" charset="-122"/>
                        <a:cs typeface="+mn-ea"/>
                        <a:sym typeface="+mn-lt"/>
                      </a:endParaRPr>
                    </a:p>
                  </a:txBody>
                  <a:tcPr marL="91404" marR="91404" marT="45702" marB="457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marL="0" marR="0" lvl="0" indent="0" algn="ctr" defTabSz="914400" rtl="0" eaLnBrk="1" fontAlgn="auto" latinLnBrk="0" hangingPunct="1">
                        <a:lnSpc>
                          <a:spcPct val="120000"/>
                        </a:lnSpc>
                        <a:spcBef>
                          <a:spcPts val="0"/>
                        </a:spcBef>
                        <a:spcAft>
                          <a:spcPts val="0"/>
                        </a:spcAft>
                        <a:buClrTx/>
                        <a:buSzTx/>
                        <a:buFontTx/>
                        <a:buNone/>
                        <a:defRPr/>
                      </a:pPr>
                      <a:r>
                        <a:rPr lang="en-US" altLang="zh-CN" sz="1100" b="0" kern="1200" baseline="0" dirty="0">
                          <a:solidFill>
                            <a:schemeClr val="tx1"/>
                          </a:solidFill>
                          <a:latin typeface="微软雅黑 Light" panose="020B0502040204020203" pitchFamily="34" charset="-122"/>
                          <a:ea typeface="微软雅黑 Light" panose="020B0502040204020203" pitchFamily="34" charset="-122"/>
                          <a:cs typeface="+mn-ea"/>
                          <a:sym typeface="+mn-lt"/>
                        </a:rPr>
                        <a:t>Traffic Class</a:t>
                      </a:r>
                      <a:endParaRPr lang="zh-CN" altLang="en-US" sz="1100" b="0" kern="1200" baseline="0" dirty="0">
                        <a:solidFill>
                          <a:schemeClr val="tx1"/>
                        </a:solidFill>
                        <a:latin typeface="微软雅黑 Light" panose="020B0502040204020203" pitchFamily="34" charset="-122"/>
                        <a:ea typeface="微软雅黑 Light" panose="020B0502040204020203" pitchFamily="34" charset="-122"/>
                        <a:cs typeface="+mn-ea"/>
                        <a:sym typeface="+mn-lt"/>
                      </a:endParaRPr>
                    </a:p>
                  </a:txBody>
                  <a:tcPr marL="91404" marR="91404" marT="45702" marB="457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gridSpan="3">
                  <a:txBody>
                    <a:bodyPr/>
                    <a:lstStyle/>
                    <a:p>
                      <a:pPr marL="0" algn="ctr" defTabSz="914400" rtl="0" eaLnBrk="1" latinLnBrk="0" hangingPunct="1">
                        <a:lnSpc>
                          <a:spcPct val="120000"/>
                        </a:lnSpc>
                        <a:spcBef>
                          <a:spcPts val="0"/>
                        </a:spcBef>
                        <a:spcAft>
                          <a:spcPts val="0"/>
                        </a:spcAft>
                      </a:pPr>
                      <a:r>
                        <a:rPr lang="en-US" altLang="zh-CN" sz="1400" kern="1200" baseline="0" dirty="0">
                          <a:latin typeface="微软雅黑 Light" panose="020B0502040204020203" pitchFamily="34" charset="-122"/>
                          <a:ea typeface="微软雅黑 Light" panose="020B0502040204020203" pitchFamily="34" charset="-122"/>
                          <a:cs typeface="+mn-ea"/>
                          <a:sym typeface="+mn-lt"/>
                        </a:rPr>
                        <a:t>Flow Label</a:t>
                      </a:r>
                      <a:endParaRPr lang="zh-CN" altLang="en-US" sz="1400" b="0" kern="1200" baseline="0" dirty="0">
                        <a:solidFill>
                          <a:schemeClr val="tx1"/>
                        </a:solidFill>
                        <a:latin typeface="微软雅黑 Light" panose="020B0502040204020203" pitchFamily="34" charset="-122"/>
                        <a:ea typeface="微软雅黑 Light" panose="020B0502040204020203" pitchFamily="34" charset="-122"/>
                        <a:cs typeface="+mn-ea"/>
                        <a:sym typeface="+mn-lt"/>
                      </a:endParaRPr>
                    </a:p>
                  </a:txBody>
                  <a:tcPr marL="91404" marR="91404" marT="45702" marB="457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hMerge="1">
                  <a:tcPr anchor="ctr"/>
                </a:tc>
                <a:tc hMerge="1">
                  <a:tcPr/>
                </a:tc>
              </a:tr>
              <a:tr h="359859">
                <a:tc gridSpan="3">
                  <a:txBody>
                    <a:bodyPr/>
                    <a:lstStyle/>
                    <a:p>
                      <a:pPr marL="0" algn="ctr" defTabSz="914400" rtl="0" eaLnBrk="1" latinLnBrk="0" hangingPunct="1">
                        <a:lnSpc>
                          <a:spcPct val="120000"/>
                        </a:lnSpc>
                        <a:spcBef>
                          <a:spcPts val="0"/>
                        </a:spcBef>
                        <a:spcAft>
                          <a:spcPts val="0"/>
                        </a:spcAft>
                      </a:pPr>
                      <a:r>
                        <a:rPr lang="en-US" altLang="zh-CN" sz="1400" kern="1200" baseline="0" dirty="0">
                          <a:latin typeface="微软雅黑 Light" panose="020B0502040204020203" pitchFamily="34" charset="-122"/>
                          <a:ea typeface="微软雅黑 Light" panose="020B0502040204020203" pitchFamily="34" charset="-122"/>
                          <a:cs typeface="+mn-ea"/>
                          <a:sym typeface="+mn-lt"/>
                        </a:rPr>
                        <a:t>Payload length</a:t>
                      </a:r>
                      <a:endParaRPr lang="zh-CN" altLang="en-US" sz="1400" kern="1200" baseline="0" dirty="0">
                        <a:solidFill>
                          <a:schemeClr val="tx1"/>
                        </a:solidFill>
                        <a:latin typeface="微软雅黑 Light" panose="020B0502040204020203" pitchFamily="34" charset="-122"/>
                        <a:ea typeface="微软雅黑 Light" panose="020B0502040204020203" pitchFamily="34" charset="-122"/>
                        <a:cs typeface="+mn-ea"/>
                        <a:sym typeface="+mn-lt"/>
                      </a:endParaRPr>
                    </a:p>
                  </a:txBody>
                  <a:tcPr marL="45702" marR="45702" marT="45702" marB="457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hMerge="1">
                  <a:tcPr/>
                </a:tc>
                <a:tc hMerge="1">
                  <a:tcPr anchor="ctr"/>
                </a:tc>
                <a:tc>
                  <a:txBody>
                    <a:bodyPr/>
                    <a:lstStyle/>
                    <a:p>
                      <a:pPr marL="0" marR="0" lvl="0" indent="0" algn="ctr" defTabSz="914400" rtl="0" eaLnBrk="1" fontAlgn="auto" latinLnBrk="0" hangingPunct="1">
                        <a:lnSpc>
                          <a:spcPct val="120000"/>
                        </a:lnSpc>
                        <a:spcBef>
                          <a:spcPts val="0"/>
                        </a:spcBef>
                        <a:spcAft>
                          <a:spcPts val="0"/>
                        </a:spcAft>
                        <a:buClrTx/>
                        <a:buSzTx/>
                        <a:buFontTx/>
                        <a:buNone/>
                        <a:defRPr/>
                      </a:pPr>
                      <a:r>
                        <a:rPr lang="en-US" altLang="zh-CN" sz="1100" b="1" kern="1200" baseline="0" dirty="0">
                          <a:solidFill>
                            <a:schemeClr val="tx1"/>
                          </a:solidFill>
                          <a:latin typeface="微软雅黑 Light" panose="020B0502040204020203" pitchFamily="34" charset="-122"/>
                          <a:ea typeface="微软雅黑 Light" panose="020B0502040204020203" pitchFamily="34" charset="-122"/>
                          <a:cs typeface="+mn-ea"/>
                          <a:sym typeface="+mn-lt"/>
                        </a:rPr>
                        <a:t>Next Header</a:t>
                      </a:r>
                      <a:endParaRPr lang="zh-CN" altLang="en-US" sz="1100" b="1" kern="1200" baseline="0" dirty="0">
                        <a:solidFill>
                          <a:schemeClr val="tx1"/>
                        </a:solidFill>
                        <a:latin typeface="微软雅黑 Light" panose="020B0502040204020203" pitchFamily="34" charset="-122"/>
                        <a:ea typeface="微软雅黑 Light" panose="020B0502040204020203" pitchFamily="34" charset="-122"/>
                        <a:cs typeface="+mn-ea"/>
                        <a:sym typeface="+mn-lt"/>
                      </a:endParaRPr>
                    </a:p>
                  </a:txBody>
                  <a:tcPr marL="45702" marR="45702" marT="45702" marB="457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90000"/>
                      </a:schemeClr>
                    </a:solidFill>
                  </a:tcPr>
                </a:tc>
                <a:tc>
                  <a:txBody>
                    <a:bodyPr/>
                    <a:lstStyle/>
                    <a:p>
                      <a:pPr marL="0" algn="ctr" defTabSz="914400" rtl="0" eaLnBrk="1" latinLnBrk="0" hangingPunct="1">
                        <a:lnSpc>
                          <a:spcPct val="120000"/>
                        </a:lnSpc>
                        <a:spcBef>
                          <a:spcPts val="0"/>
                        </a:spcBef>
                        <a:spcAft>
                          <a:spcPts val="0"/>
                        </a:spcAft>
                      </a:pPr>
                      <a:r>
                        <a:rPr lang="en-US" altLang="zh-CN" sz="1400" kern="1200" dirty="0">
                          <a:latin typeface="微软雅黑 Light" panose="020B0502040204020203" pitchFamily="34" charset="-122"/>
                          <a:ea typeface="微软雅黑 Light" panose="020B0502040204020203" pitchFamily="34" charset="-122"/>
                          <a:cs typeface="+mn-ea"/>
                          <a:sym typeface="+mn-lt"/>
                        </a:rPr>
                        <a:t>Hop Limit</a:t>
                      </a:r>
                      <a:endParaRPr lang="zh-CN" altLang="en-US" sz="1400" kern="1200" dirty="0">
                        <a:solidFill>
                          <a:schemeClr val="tx1"/>
                        </a:solidFill>
                        <a:latin typeface="微软雅黑 Light" panose="020B0502040204020203" pitchFamily="34" charset="-122"/>
                        <a:ea typeface="微软雅黑 Light" panose="020B0502040204020203" pitchFamily="34" charset="-122"/>
                        <a:cs typeface="+mn-ea"/>
                        <a:sym typeface="+mn-lt"/>
                      </a:endParaRPr>
                    </a:p>
                  </a:txBody>
                  <a:tcPr marL="45702" marR="45702" marT="45702" marB="457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r>
              <a:tr h="359859">
                <a:tc gridSpan="5">
                  <a:txBody>
                    <a:bodyPr/>
                    <a:lstStyle/>
                    <a:p>
                      <a:pPr marL="0" algn="ctr" defTabSz="914400" rtl="0" eaLnBrk="1" latinLnBrk="0" hangingPunct="1">
                        <a:lnSpc>
                          <a:spcPct val="120000"/>
                        </a:lnSpc>
                        <a:spcBef>
                          <a:spcPts val="0"/>
                        </a:spcBef>
                        <a:spcAft>
                          <a:spcPts val="0"/>
                        </a:spcAft>
                      </a:pPr>
                      <a:r>
                        <a:rPr lang="en-US" altLang="zh-CN" sz="1400" kern="1200" baseline="0" dirty="0">
                          <a:latin typeface="微软雅黑 Light" panose="020B0502040204020203" pitchFamily="34" charset="-122"/>
                          <a:ea typeface="微软雅黑 Light" panose="020B0502040204020203" pitchFamily="34" charset="-122"/>
                          <a:cs typeface="+mn-ea"/>
                          <a:sym typeface="+mn-lt"/>
                        </a:rPr>
                        <a:t>Source Address</a:t>
                      </a:r>
                      <a:r>
                        <a:rPr lang="zh-CN" altLang="en-US" sz="1400" kern="1200" baseline="0" dirty="0">
                          <a:latin typeface="微软雅黑 Light" panose="020B0502040204020203" pitchFamily="34" charset="-122"/>
                          <a:ea typeface="微软雅黑 Light" panose="020B0502040204020203" pitchFamily="34" charset="-122"/>
                          <a:cs typeface="+mn-ea"/>
                          <a:sym typeface="+mn-lt"/>
                        </a:rPr>
                        <a:t>（</a:t>
                      </a:r>
                      <a:r>
                        <a:rPr lang="en-US" altLang="zh-CN" sz="1400" kern="1200" baseline="0" dirty="0">
                          <a:latin typeface="微软雅黑 Light" panose="020B0502040204020203" pitchFamily="34" charset="-122"/>
                          <a:ea typeface="微软雅黑 Light" panose="020B0502040204020203" pitchFamily="34" charset="-122"/>
                          <a:cs typeface="+mn-ea"/>
                          <a:sym typeface="+mn-lt"/>
                        </a:rPr>
                        <a:t>128 bit</a:t>
                      </a:r>
                      <a:r>
                        <a:rPr lang="zh-CN" altLang="en-US" sz="1400" kern="1200" baseline="0" dirty="0">
                          <a:latin typeface="微软雅黑 Light" panose="020B0502040204020203" pitchFamily="34" charset="-122"/>
                          <a:ea typeface="微软雅黑 Light" panose="020B0502040204020203" pitchFamily="34" charset="-122"/>
                          <a:cs typeface="+mn-ea"/>
                          <a:sym typeface="+mn-lt"/>
                        </a:rPr>
                        <a:t>）</a:t>
                      </a:r>
                      <a:endParaRPr lang="zh-CN" altLang="en-US" sz="1400" kern="1200" baseline="0" dirty="0">
                        <a:solidFill>
                          <a:schemeClr val="tx1"/>
                        </a:solidFill>
                        <a:latin typeface="微软雅黑 Light" panose="020B0502040204020203" pitchFamily="34" charset="-122"/>
                        <a:ea typeface="微软雅黑 Light" panose="020B0502040204020203" pitchFamily="34" charset="-122"/>
                        <a:cs typeface="+mn-ea"/>
                        <a:sym typeface="+mn-lt"/>
                      </a:endParaRPr>
                    </a:p>
                  </a:txBody>
                  <a:tcPr marL="91404" marR="91404" marT="45702" marB="457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hMerge="1">
                  <a:tcPr/>
                </a:tc>
                <a:tc hMerge="1">
                  <a:tcPr/>
                </a:tc>
                <a:tc hMerge="1">
                  <a:tcPr/>
                </a:tc>
                <a:tc hMerge="1">
                  <a:tcPr/>
                </a:tc>
              </a:tr>
              <a:tr h="359859">
                <a:tc gridSpan="5">
                  <a:txBody>
                    <a:bodyPr/>
                    <a:lstStyle/>
                    <a:p>
                      <a:pPr marL="0" algn="ctr" defTabSz="914400" rtl="0" eaLnBrk="1" latinLnBrk="0" hangingPunct="1">
                        <a:lnSpc>
                          <a:spcPct val="120000"/>
                        </a:lnSpc>
                        <a:spcBef>
                          <a:spcPts val="0"/>
                        </a:spcBef>
                        <a:spcAft>
                          <a:spcPts val="0"/>
                        </a:spcAft>
                      </a:pPr>
                      <a:r>
                        <a:rPr lang="en-US" altLang="zh-CN" sz="1400" kern="1200" baseline="0" dirty="0">
                          <a:latin typeface="微软雅黑 Light" panose="020B0502040204020203" pitchFamily="34" charset="-122"/>
                          <a:ea typeface="微软雅黑 Light" panose="020B0502040204020203" pitchFamily="34" charset="-122"/>
                          <a:cs typeface="+mn-ea"/>
                          <a:sym typeface="+mn-lt"/>
                        </a:rPr>
                        <a:t>Destination Address</a:t>
                      </a:r>
                      <a:r>
                        <a:rPr lang="zh-CN" altLang="en-US" sz="1400" kern="1200" baseline="0" dirty="0">
                          <a:latin typeface="微软雅黑 Light" panose="020B0502040204020203" pitchFamily="34" charset="-122"/>
                          <a:ea typeface="微软雅黑 Light" panose="020B0502040204020203" pitchFamily="34" charset="-122"/>
                          <a:cs typeface="+mn-ea"/>
                          <a:sym typeface="+mn-lt"/>
                        </a:rPr>
                        <a:t>（</a:t>
                      </a:r>
                      <a:r>
                        <a:rPr lang="en-US" altLang="zh-CN" sz="1400" kern="1200" baseline="0" dirty="0">
                          <a:latin typeface="微软雅黑 Light" panose="020B0502040204020203" pitchFamily="34" charset="-122"/>
                          <a:ea typeface="微软雅黑 Light" panose="020B0502040204020203" pitchFamily="34" charset="-122"/>
                          <a:cs typeface="+mn-ea"/>
                          <a:sym typeface="+mn-lt"/>
                        </a:rPr>
                        <a:t>128 bit</a:t>
                      </a:r>
                      <a:r>
                        <a:rPr lang="zh-CN" altLang="en-US" sz="1400" kern="1200" baseline="0" dirty="0">
                          <a:latin typeface="微软雅黑 Light" panose="020B0502040204020203" pitchFamily="34" charset="-122"/>
                          <a:ea typeface="微软雅黑 Light" panose="020B0502040204020203" pitchFamily="34" charset="-122"/>
                          <a:cs typeface="+mn-ea"/>
                          <a:sym typeface="+mn-lt"/>
                        </a:rPr>
                        <a:t>）</a:t>
                      </a:r>
                      <a:endParaRPr lang="zh-CN" altLang="en-US" sz="1400" kern="1200" baseline="0" dirty="0">
                        <a:solidFill>
                          <a:schemeClr val="tx1"/>
                        </a:solidFill>
                        <a:latin typeface="微软雅黑 Light" panose="020B0502040204020203" pitchFamily="34" charset="-122"/>
                        <a:ea typeface="微软雅黑 Light" panose="020B0502040204020203" pitchFamily="34" charset="-122"/>
                        <a:cs typeface="+mn-ea"/>
                        <a:sym typeface="+mn-lt"/>
                      </a:endParaRPr>
                    </a:p>
                  </a:txBody>
                  <a:tcPr marL="91404" marR="91404" marT="45702" marB="457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hMerge="1">
                  <a:tcPr/>
                </a:tc>
                <a:tc hMerge="1">
                  <a:tcPr/>
                </a:tc>
                <a:tc hMerge="1">
                  <a:tcPr/>
                </a:tc>
                <a:tc hMerge="1">
                  <a:tcPr/>
                </a:tc>
              </a:tr>
            </a:tbl>
          </a:graphicData>
        </a:graphic>
      </p:graphicFrame>
      <p:sp>
        <p:nvSpPr>
          <p:cNvPr id="20" name="文本框 19"/>
          <p:cNvSpPr txBox="1"/>
          <p:nvPr/>
        </p:nvSpPr>
        <p:spPr bwMode="auto">
          <a:xfrm>
            <a:off x="5461263" y="1824142"/>
            <a:ext cx="587619" cy="652177"/>
          </a:xfrm>
          <a:prstGeom prst="rect">
            <a:avLst/>
          </a:prstGeom>
          <a:noFill/>
          <a:ln w="9525" algn="ctr">
            <a:noFill/>
            <a:miter lim="800000"/>
          </a:ln>
        </p:spPr>
        <p:txBody>
          <a:bodyPr vert="horz" wrap="none" lIns="87768" tIns="43884" rIns="87768" bIns="43884" numCol="1" rtlCol="0" anchor="ctr" anchorCtr="0" compatLnSpc="1">
            <a:spAutoFit/>
          </a:bodyPr>
          <a:lstStyle/>
          <a:p>
            <a:pPr>
              <a:lnSpc>
                <a:spcPct val="120000"/>
              </a:lnSpc>
            </a:pPr>
            <a:r>
              <a:rPr lang="en-US" altLang="zh-CN" sz="1600" dirty="0">
                <a:latin typeface="微软雅黑 Light" panose="020B0502040204020203" pitchFamily="34" charset="-122"/>
                <a:ea typeface="微软雅黑 Light" panose="020B0502040204020203" pitchFamily="34" charset="-122"/>
                <a:cs typeface="+mn-ea"/>
                <a:sym typeface="+mn-lt"/>
              </a:rPr>
              <a:t>40</a:t>
            </a:r>
            <a:endParaRPr lang="en-US" altLang="zh-CN" sz="1600" dirty="0">
              <a:latin typeface="微软雅黑 Light" panose="020B0502040204020203" pitchFamily="34" charset="-122"/>
              <a:ea typeface="微软雅黑 Light" panose="020B0502040204020203" pitchFamily="34" charset="-122"/>
              <a:cs typeface="+mn-ea"/>
              <a:sym typeface="+mn-lt"/>
            </a:endParaRPr>
          </a:p>
          <a:p>
            <a:pPr>
              <a:lnSpc>
                <a:spcPct val="120000"/>
              </a:lnSpc>
            </a:pPr>
            <a:r>
              <a:rPr lang="en-US" altLang="zh-CN" sz="1600" dirty="0">
                <a:latin typeface="微软雅黑 Light" panose="020B0502040204020203" pitchFamily="34" charset="-122"/>
                <a:ea typeface="微软雅黑 Light" panose="020B0502040204020203" pitchFamily="34" charset="-122"/>
                <a:cs typeface="+mn-ea"/>
                <a:sym typeface="+mn-lt"/>
              </a:rPr>
              <a:t>Byte</a:t>
            </a:r>
            <a:endParaRPr lang="en-US" altLang="zh-CN" sz="1600" dirty="0">
              <a:latin typeface="微软雅黑 Light" panose="020B0502040204020203" pitchFamily="34" charset="-122"/>
              <a:ea typeface="微软雅黑 Light" panose="020B0502040204020203" pitchFamily="34" charset="-122"/>
              <a:cs typeface="+mn-ea"/>
              <a:sym typeface="+mn-lt"/>
            </a:endParaRPr>
          </a:p>
        </p:txBody>
      </p:sp>
      <p:sp>
        <p:nvSpPr>
          <p:cNvPr id="21" name="文本框 20"/>
          <p:cNvSpPr txBox="1"/>
          <p:nvPr/>
        </p:nvSpPr>
        <p:spPr bwMode="auto">
          <a:xfrm>
            <a:off x="2591009" y="5030540"/>
            <a:ext cx="889727" cy="490979"/>
          </a:xfrm>
          <a:prstGeom prst="rect">
            <a:avLst/>
          </a:prstGeom>
          <a:noFill/>
          <a:ln w="9525" algn="ctr">
            <a:noFill/>
            <a:miter lim="800000"/>
          </a:ln>
        </p:spPr>
        <p:txBody>
          <a:bodyPr vert="horz" wrap="square" lIns="87768" tIns="43884" rIns="87768" bIns="43884" numCol="1" rtlCol="0" anchor="ctr" anchorCtr="0" compatLnSpc="1">
            <a:spAutoFit/>
          </a:bodyPr>
          <a:lstStyle/>
          <a:p>
            <a:pPr>
              <a:lnSpc>
                <a:spcPct val="120000"/>
              </a:lnSpc>
            </a:pPr>
            <a:r>
              <a:rPr lang="en-US" altLang="zh-CN" sz="2400" dirty="0">
                <a:cs typeface="+mn-ea"/>
                <a:sym typeface="+mn-lt"/>
              </a:rPr>
              <a:t>……</a:t>
            </a:r>
            <a:endParaRPr lang="zh-CN" altLang="en-US" sz="2400" dirty="0">
              <a:cs typeface="+mn-ea"/>
              <a:sym typeface="+mn-lt"/>
            </a:endParaRPr>
          </a:p>
        </p:txBody>
      </p:sp>
      <p:graphicFrame>
        <p:nvGraphicFramePr>
          <p:cNvPr id="22" name="表格 21"/>
          <p:cNvGraphicFramePr>
            <a:graphicFrameLocks noGrp="1"/>
          </p:cNvGraphicFramePr>
          <p:nvPr/>
        </p:nvGraphicFramePr>
        <p:xfrm>
          <a:off x="515596" y="5661248"/>
          <a:ext cx="4678173" cy="359859"/>
        </p:xfrm>
        <a:graphic>
          <a:graphicData uri="http://schemas.openxmlformats.org/drawingml/2006/table">
            <a:tbl>
              <a:tblPr firstRow="1" bandRow="1">
                <a:tableStyleId>{2D5ABB26-0587-4C30-8999-92F81FD0307C}</a:tableStyleId>
              </a:tblPr>
              <a:tblGrid>
                <a:gridCol w="4678173"/>
              </a:tblGrid>
              <a:tr h="359859">
                <a:tc>
                  <a:txBody>
                    <a:bodyPr/>
                    <a:lstStyle/>
                    <a:p>
                      <a:pPr marL="0" algn="ctr" defTabSz="914400" rtl="0" eaLnBrk="1" latinLnBrk="0" hangingPunct="1">
                        <a:lnSpc>
                          <a:spcPct val="120000"/>
                        </a:lnSpc>
                        <a:spcBef>
                          <a:spcPts val="0"/>
                        </a:spcBef>
                        <a:spcAft>
                          <a:spcPts val="0"/>
                        </a:spcAft>
                      </a:pPr>
                      <a:r>
                        <a:rPr lang="en-US" altLang="zh-CN" sz="1400" kern="1200" dirty="0">
                          <a:solidFill>
                            <a:schemeClr val="tx1"/>
                          </a:solidFill>
                          <a:latin typeface="微软雅黑 Light" panose="020B0502040204020203" pitchFamily="34" charset="-122"/>
                          <a:ea typeface="微软雅黑 Light" panose="020B0502040204020203" pitchFamily="34" charset="-122"/>
                          <a:cs typeface="+mn-ea"/>
                          <a:sym typeface="+mn-lt"/>
                        </a:rPr>
                        <a:t>Data</a:t>
                      </a:r>
                      <a:endParaRPr lang="zh-CN" altLang="en-US" sz="1400" kern="1200" dirty="0">
                        <a:solidFill>
                          <a:schemeClr val="tx1"/>
                        </a:solidFill>
                        <a:latin typeface="微软雅黑 Light" panose="020B0502040204020203" pitchFamily="34" charset="-122"/>
                        <a:ea typeface="微软雅黑 Light" panose="020B0502040204020203" pitchFamily="34" charset="-122"/>
                        <a:cs typeface="+mn-ea"/>
                        <a:sym typeface="+mn-lt"/>
                      </a:endParaRPr>
                    </a:p>
                  </a:txBody>
                  <a:tcPr marL="91404" marR="91404" marT="45702" marB="457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r>
            </a:tbl>
          </a:graphicData>
        </a:graphic>
      </p:graphicFrame>
      <p:sp>
        <p:nvSpPr>
          <p:cNvPr id="23" name="文本框 22"/>
          <p:cNvSpPr txBox="1"/>
          <p:nvPr/>
        </p:nvSpPr>
        <p:spPr bwMode="auto">
          <a:xfrm>
            <a:off x="5461263" y="3310513"/>
            <a:ext cx="382435" cy="653908"/>
          </a:xfrm>
          <a:prstGeom prst="rect">
            <a:avLst/>
          </a:prstGeom>
          <a:noFill/>
          <a:ln w="9525" algn="ctr">
            <a:noFill/>
            <a:miter lim="800000"/>
          </a:ln>
        </p:spPr>
        <p:txBody>
          <a:bodyPr vert="horz" wrap="none" lIns="87768" tIns="43884" rIns="87768" bIns="43884" numCol="1" rtlCol="0" anchor="ctr" anchorCtr="0" compatLnSpc="1">
            <a:spAutoFit/>
          </a:bodyPr>
          <a:lstStyle/>
          <a:p>
            <a:pPr>
              <a:lnSpc>
                <a:spcPct val="120000"/>
              </a:lnSpc>
            </a:pPr>
            <a:r>
              <a:rPr lang="zh-CN" altLang="en-US" sz="1600" dirty="0">
                <a:latin typeface="微软雅黑 Light" panose="020B0502040204020203" pitchFamily="34" charset="-122"/>
                <a:ea typeface="微软雅黑 Light" panose="020B0502040204020203" pitchFamily="34" charset="-122"/>
                <a:cs typeface="+mn-ea"/>
                <a:sym typeface="+mn-lt"/>
              </a:rPr>
              <a:t>变</a:t>
            </a:r>
            <a:endParaRPr lang="en-US" altLang="zh-CN" sz="1600" dirty="0">
              <a:latin typeface="微软雅黑 Light" panose="020B0502040204020203" pitchFamily="34" charset="-122"/>
              <a:ea typeface="微软雅黑 Light" panose="020B0502040204020203" pitchFamily="34" charset="-122"/>
              <a:cs typeface="+mn-ea"/>
              <a:sym typeface="+mn-lt"/>
            </a:endParaRPr>
          </a:p>
          <a:p>
            <a:pPr>
              <a:lnSpc>
                <a:spcPct val="120000"/>
              </a:lnSpc>
            </a:pPr>
            <a:r>
              <a:rPr lang="zh-CN" altLang="en-US" sz="1600" dirty="0">
                <a:latin typeface="微软雅黑 Light" panose="020B0502040204020203" pitchFamily="34" charset="-122"/>
                <a:ea typeface="微软雅黑 Light" panose="020B0502040204020203" pitchFamily="34" charset="-122"/>
                <a:cs typeface="+mn-ea"/>
                <a:sym typeface="+mn-lt"/>
              </a:rPr>
              <a:t>长</a:t>
            </a:r>
            <a:endParaRPr lang="zh-CN" altLang="en-US" sz="1600" dirty="0">
              <a:latin typeface="微软雅黑 Light" panose="020B0502040204020203" pitchFamily="34" charset="-122"/>
              <a:ea typeface="微软雅黑 Light" panose="020B0502040204020203" pitchFamily="34" charset="-122"/>
              <a:cs typeface="+mn-ea"/>
              <a:sym typeface="+mn-lt"/>
            </a:endParaRPr>
          </a:p>
        </p:txBody>
      </p:sp>
      <p:sp>
        <p:nvSpPr>
          <p:cNvPr id="24" name="文本框 23"/>
          <p:cNvSpPr txBox="1"/>
          <p:nvPr/>
        </p:nvSpPr>
        <p:spPr bwMode="auto">
          <a:xfrm>
            <a:off x="5461263" y="4459424"/>
            <a:ext cx="382435" cy="653908"/>
          </a:xfrm>
          <a:prstGeom prst="rect">
            <a:avLst/>
          </a:prstGeom>
          <a:noFill/>
          <a:ln w="9525" algn="ctr">
            <a:noFill/>
            <a:miter lim="800000"/>
          </a:ln>
        </p:spPr>
        <p:txBody>
          <a:bodyPr vert="horz" wrap="none" lIns="87768" tIns="43884" rIns="87768" bIns="43884" numCol="1" rtlCol="0" anchor="ctr" anchorCtr="0" compatLnSpc="1">
            <a:spAutoFit/>
          </a:bodyPr>
          <a:lstStyle/>
          <a:p>
            <a:pPr>
              <a:lnSpc>
                <a:spcPct val="120000"/>
              </a:lnSpc>
            </a:pPr>
            <a:r>
              <a:rPr lang="zh-CN" altLang="en-US" sz="1600" dirty="0">
                <a:latin typeface="微软雅黑 Light" panose="020B0502040204020203" pitchFamily="34" charset="-122"/>
                <a:ea typeface="微软雅黑 Light" panose="020B0502040204020203" pitchFamily="34" charset="-122"/>
                <a:cs typeface="+mn-ea"/>
                <a:sym typeface="+mn-lt"/>
              </a:rPr>
              <a:t>变</a:t>
            </a:r>
            <a:endParaRPr lang="en-US" altLang="zh-CN" sz="1600" dirty="0">
              <a:latin typeface="微软雅黑 Light" panose="020B0502040204020203" pitchFamily="34" charset="-122"/>
              <a:ea typeface="微软雅黑 Light" panose="020B0502040204020203" pitchFamily="34" charset="-122"/>
              <a:cs typeface="+mn-ea"/>
              <a:sym typeface="+mn-lt"/>
            </a:endParaRPr>
          </a:p>
          <a:p>
            <a:pPr>
              <a:lnSpc>
                <a:spcPct val="120000"/>
              </a:lnSpc>
            </a:pPr>
            <a:r>
              <a:rPr lang="zh-CN" altLang="en-US" sz="1600" dirty="0">
                <a:latin typeface="微软雅黑 Light" panose="020B0502040204020203" pitchFamily="34" charset="-122"/>
                <a:ea typeface="微软雅黑 Light" panose="020B0502040204020203" pitchFamily="34" charset="-122"/>
                <a:cs typeface="+mn-ea"/>
                <a:sym typeface="+mn-lt"/>
              </a:rPr>
              <a:t>长</a:t>
            </a:r>
            <a:endParaRPr lang="zh-CN" altLang="en-US" sz="1600" dirty="0">
              <a:latin typeface="微软雅黑 Light" panose="020B0502040204020203" pitchFamily="34" charset="-122"/>
              <a:ea typeface="微软雅黑 Light" panose="020B0502040204020203" pitchFamily="34" charset="-122"/>
              <a:cs typeface="+mn-ea"/>
              <a:sym typeface="+mn-lt"/>
            </a:endParaRPr>
          </a:p>
        </p:txBody>
      </p:sp>
      <p:graphicFrame>
        <p:nvGraphicFramePr>
          <p:cNvPr id="25" name="表格 24"/>
          <p:cNvGraphicFramePr>
            <a:graphicFrameLocks noGrp="1"/>
          </p:cNvGraphicFramePr>
          <p:nvPr/>
        </p:nvGraphicFramePr>
        <p:xfrm>
          <a:off x="515596" y="3307139"/>
          <a:ext cx="4678172" cy="719718"/>
        </p:xfrm>
        <a:graphic>
          <a:graphicData uri="http://schemas.openxmlformats.org/drawingml/2006/table">
            <a:tbl>
              <a:tblPr firstRow="1" bandRow="1">
                <a:tableStyleId>{2D5ABB26-0587-4C30-8999-92F81FD0307C}</a:tableStyleId>
              </a:tblPr>
              <a:tblGrid>
                <a:gridCol w="1560077"/>
                <a:gridCol w="2665959"/>
                <a:gridCol w="452136"/>
              </a:tblGrid>
              <a:tr h="359859">
                <a:tc>
                  <a:txBody>
                    <a:bodyPr/>
                    <a:lstStyle/>
                    <a:p>
                      <a:pPr algn="ctr">
                        <a:lnSpc>
                          <a:spcPct val="120000"/>
                        </a:lnSpc>
                        <a:spcBef>
                          <a:spcPts val="0"/>
                        </a:spcBef>
                        <a:spcAft>
                          <a:spcPts val="0"/>
                        </a:spcAft>
                      </a:pPr>
                      <a:r>
                        <a:rPr lang="en-US" altLang="zh-CN" sz="1400" b="1" kern="1200" dirty="0">
                          <a:solidFill>
                            <a:schemeClr val="tx1"/>
                          </a:solidFill>
                          <a:latin typeface="微软雅黑 Light" panose="020B0502040204020203" pitchFamily="34" charset="-122"/>
                          <a:ea typeface="微软雅黑 Light" panose="020B0502040204020203" pitchFamily="34" charset="-122"/>
                          <a:cs typeface="+mn-ea"/>
                          <a:sym typeface="+mn-lt"/>
                        </a:rPr>
                        <a:t>Next</a:t>
                      </a:r>
                      <a:r>
                        <a:rPr lang="en-US" altLang="zh-CN" sz="1400" dirty="0">
                          <a:solidFill>
                            <a:schemeClr val="bg1"/>
                          </a:solidFill>
                          <a:latin typeface="微软雅黑 Light" panose="020B0502040204020203" pitchFamily="34" charset="-122"/>
                          <a:ea typeface="微软雅黑 Light" panose="020B0502040204020203" pitchFamily="34" charset="-122"/>
                          <a:cs typeface="+mn-ea"/>
                          <a:sym typeface="+mn-lt"/>
                        </a:rPr>
                        <a:t> </a:t>
                      </a:r>
                      <a:r>
                        <a:rPr lang="en-US" altLang="zh-CN" sz="1400" b="1" kern="1200" dirty="0">
                          <a:solidFill>
                            <a:schemeClr val="tx1"/>
                          </a:solidFill>
                          <a:latin typeface="微软雅黑 Light" panose="020B0502040204020203" pitchFamily="34" charset="-122"/>
                          <a:ea typeface="微软雅黑 Light" panose="020B0502040204020203" pitchFamily="34" charset="-122"/>
                          <a:cs typeface="+mn-ea"/>
                          <a:sym typeface="+mn-lt"/>
                        </a:rPr>
                        <a:t>Header</a:t>
                      </a:r>
                      <a:endParaRPr lang="zh-CN" altLang="en-US" sz="1400" b="1" kern="1200" dirty="0">
                        <a:solidFill>
                          <a:schemeClr val="tx1"/>
                        </a:solidFill>
                        <a:latin typeface="微软雅黑 Light" panose="020B0502040204020203" pitchFamily="34" charset="-122"/>
                        <a:ea typeface="微软雅黑 Light" panose="020B0502040204020203" pitchFamily="34" charset="-122"/>
                        <a:cs typeface="+mn-ea"/>
                        <a:sym typeface="+mn-lt"/>
                      </a:endParaRPr>
                    </a:p>
                  </a:txBody>
                  <a:tcPr marL="91404" marR="91404" marT="45702" marB="457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90000"/>
                      </a:schemeClr>
                    </a:solidFill>
                  </a:tcPr>
                </a:tc>
                <a:tc>
                  <a:txBody>
                    <a:bodyPr/>
                    <a:lstStyle/>
                    <a:p>
                      <a:pPr algn="ctr">
                        <a:lnSpc>
                          <a:spcPct val="120000"/>
                        </a:lnSpc>
                        <a:spcBef>
                          <a:spcPts val="0"/>
                        </a:spcBef>
                        <a:spcAft>
                          <a:spcPts val="0"/>
                        </a:spcAft>
                      </a:pPr>
                      <a:r>
                        <a:rPr lang="en-US" altLang="zh-CN" sz="1400" dirty="0">
                          <a:latin typeface="微软雅黑 Light" panose="020B0502040204020203" pitchFamily="34" charset="-122"/>
                          <a:ea typeface="微软雅黑 Light" panose="020B0502040204020203" pitchFamily="34" charset="-122"/>
                          <a:cs typeface="+mn-ea"/>
                          <a:sym typeface="+mn-lt"/>
                        </a:rPr>
                        <a:t>Extension</a:t>
                      </a:r>
                      <a:r>
                        <a:rPr lang="en-US" altLang="zh-CN" sz="1400" baseline="0" dirty="0">
                          <a:latin typeface="微软雅黑 Light" panose="020B0502040204020203" pitchFamily="34" charset="-122"/>
                          <a:ea typeface="微软雅黑 Light" panose="020B0502040204020203" pitchFamily="34" charset="-122"/>
                          <a:cs typeface="+mn-ea"/>
                          <a:sym typeface="+mn-lt"/>
                        </a:rPr>
                        <a:t> Header Length</a:t>
                      </a:r>
                      <a:endParaRPr lang="zh-CN" altLang="en-US" sz="1400" dirty="0">
                        <a:latin typeface="微软雅黑 Light" panose="020B0502040204020203" pitchFamily="34" charset="-122"/>
                        <a:ea typeface="微软雅黑 Light" panose="020B0502040204020203" pitchFamily="34" charset="-122"/>
                        <a:cs typeface="+mn-ea"/>
                        <a:sym typeface="+mn-lt"/>
                      </a:endParaRPr>
                    </a:p>
                  </a:txBody>
                  <a:tcPr marL="91404" marR="91404" marT="45702" marB="457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lnSpc>
                          <a:spcPct val="120000"/>
                        </a:lnSpc>
                        <a:spcBef>
                          <a:spcPts val="0"/>
                        </a:spcBef>
                        <a:spcAft>
                          <a:spcPts val="0"/>
                        </a:spcAft>
                      </a:pPr>
                      <a:endParaRPr lang="zh-CN" altLang="en-US" sz="1400" dirty="0">
                        <a:latin typeface="+mn-lt"/>
                        <a:ea typeface="+mn-ea"/>
                        <a:cs typeface="+mn-ea"/>
                        <a:sym typeface="+mn-lt"/>
                      </a:endParaRPr>
                    </a:p>
                  </a:txBody>
                  <a:tcPr marL="91404" marR="91404" marT="45702" marB="457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r>
              <a:tr h="359859">
                <a:tc gridSpan="3">
                  <a:txBody>
                    <a:bodyPr/>
                    <a:lstStyle/>
                    <a:p>
                      <a:pPr algn="ctr">
                        <a:lnSpc>
                          <a:spcPct val="120000"/>
                        </a:lnSpc>
                        <a:spcBef>
                          <a:spcPts val="0"/>
                        </a:spcBef>
                        <a:spcAft>
                          <a:spcPts val="0"/>
                        </a:spcAft>
                      </a:pPr>
                      <a:r>
                        <a:rPr lang="en-US" altLang="zh-CN" sz="1400" dirty="0">
                          <a:latin typeface="微软雅黑 Light" panose="020B0502040204020203" pitchFamily="34" charset="-122"/>
                          <a:ea typeface="微软雅黑 Light" panose="020B0502040204020203" pitchFamily="34" charset="-122"/>
                          <a:cs typeface="+mn-ea"/>
                          <a:sym typeface="+mn-lt"/>
                        </a:rPr>
                        <a:t>Extension Header Data</a:t>
                      </a:r>
                      <a:endParaRPr lang="en-US" altLang="zh-CN" sz="1400" dirty="0">
                        <a:latin typeface="微软雅黑 Light" panose="020B0502040204020203" pitchFamily="34" charset="-122"/>
                        <a:ea typeface="微软雅黑 Light" panose="020B0502040204020203" pitchFamily="34" charset="-122"/>
                        <a:cs typeface="+mn-ea"/>
                        <a:sym typeface="+mn-lt"/>
                      </a:endParaRPr>
                    </a:p>
                  </a:txBody>
                  <a:tcPr marL="91404" marR="91404" marT="45702" marB="457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hMerge="1">
                  <a:tcPr/>
                </a:tc>
                <a:tc hMerge="1">
                  <a:tcPr/>
                </a:tc>
              </a:tr>
            </a:tbl>
          </a:graphicData>
        </a:graphic>
      </p:graphicFrame>
      <p:graphicFrame>
        <p:nvGraphicFramePr>
          <p:cNvPr id="26" name="表格 25"/>
          <p:cNvGraphicFramePr>
            <a:graphicFrameLocks noGrp="1"/>
          </p:cNvGraphicFramePr>
          <p:nvPr/>
        </p:nvGraphicFramePr>
        <p:xfrm>
          <a:off x="515596" y="4416496"/>
          <a:ext cx="4678172" cy="719718"/>
        </p:xfrm>
        <a:graphic>
          <a:graphicData uri="http://schemas.openxmlformats.org/drawingml/2006/table">
            <a:tbl>
              <a:tblPr firstRow="1" bandRow="1">
                <a:tableStyleId>{2D5ABB26-0587-4C30-8999-92F81FD0307C}</a:tableStyleId>
              </a:tblPr>
              <a:tblGrid>
                <a:gridCol w="1560077"/>
                <a:gridCol w="2665959"/>
                <a:gridCol w="452136"/>
              </a:tblGrid>
              <a:tr h="359859">
                <a:tc>
                  <a:txBody>
                    <a:bodyPr/>
                    <a:lstStyle/>
                    <a:p>
                      <a:pPr algn="ctr">
                        <a:lnSpc>
                          <a:spcPct val="120000"/>
                        </a:lnSpc>
                        <a:spcBef>
                          <a:spcPts val="0"/>
                        </a:spcBef>
                        <a:spcAft>
                          <a:spcPts val="0"/>
                        </a:spcAft>
                      </a:pPr>
                      <a:r>
                        <a:rPr lang="en-US" altLang="zh-CN" sz="1400" b="1" kern="1200" dirty="0">
                          <a:solidFill>
                            <a:schemeClr val="tx1"/>
                          </a:solidFill>
                          <a:latin typeface="微软雅黑 Light" panose="020B0502040204020203" pitchFamily="34" charset="-122"/>
                          <a:ea typeface="微软雅黑 Light" panose="020B0502040204020203" pitchFamily="34" charset="-122"/>
                          <a:cs typeface="+mn-ea"/>
                          <a:sym typeface="+mn-lt"/>
                        </a:rPr>
                        <a:t>Next</a:t>
                      </a:r>
                      <a:r>
                        <a:rPr lang="en-US" altLang="zh-CN" sz="1400" dirty="0">
                          <a:solidFill>
                            <a:schemeClr val="bg1"/>
                          </a:solidFill>
                          <a:latin typeface="微软雅黑 Light" panose="020B0502040204020203" pitchFamily="34" charset="-122"/>
                          <a:ea typeface="微软雅黑 Light" panose="020B0502040204020203" pitchFamily="34" charset="-122"/>
                          <a:cs typeface="+mn-ea"/>
                          <a:sym typeface="+mn-lt"/>
                        </a:rPr>
                        <a:t> </a:t>
                      </a:r>
                      <a:r>
                        <a:rPr lang="en-US" altLang="zh-CN" sz="1400" b="1" kern="1200" dirty="0">
                          <a:solidFill>
                            <a:schemeClr val="tx1"/>
                          </a:solidFill>
                          <a:latin typeface="微软雅黑 Light" panose="020B0502040204020203" pitchFamily="34" charset="-122"/>
                          <a:ea typeface="微软雅黑 Light" panose="020B0502040204020203" pitchFamily="34" charset="-122"/>
                          <a:cs typeface="+mn-ea"/>
                          <a:sym typeface="+mn-lt"/>
                        </a:rPr>
                        <a:t>Header</a:t>
                      </a:r>
                      <a:endParaRPr lang="zh-CN" altLang="en-US" sz="1400" b="1" kern="1200" dirty="0">
                        <a:solidFill>
                          <a:schemeClr val="tx1"/>
                        </a:solidFill>
                        <a:latin typeface="微软雅黑 Light" panose="020B0502040204020203" pitchFamily="34" charset="-122"/>
                        <a:ea typeface="微软雅黑 Light" panose="020B0502040204020203" pitchFamily="34" charset="-122"/>
                        <a:cs typeface="+mn-ea"/>
                        <a:sym typeface="+mn-lt"/>
                      </a:endParaRPr>
                    </a:p>
                  </a:txBody>
                  <a:tcPr marL="91404" marR="91404" marT="45702" marB="457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90000"/>
                      </a:schemeClr>
                    </a:solidFill>
                  </a:tcPr>
                </a:tc>
                <a:tc>
                  <a:txBody>
                    <a:bodyPr/>
                    <a:lstStyle/>
                    <a:p>
                      <a:pPr algn="ctr">
                        <a:lnSpc>
                          <a:spcPct val="120000"/>
                        </a:lnSpc>
                        <a:spcBef>
                          <a:spcPts val="0"/>
                        </a:spcBef>
                        <a:spcAft>
                          <a:spcPts val="0"/>
                        </a:spcAft>
                      </a:pPr>
                      <a:r>
                        <a:rPr lang="en-US" altLang="zh-CN" sz="1400" dirty="0">
                          <a:latin typeface="微软雅黑 Light" panose="020B0502040204020203" pitchFamily="34" charset="-122"/>
                          <a:ea typeface="微软雅黑 Light" panose="020B0502040204020203" pitchFamily="34" charset="-122"/>
                          <a:cs typeface="+mn-ea"/>
                          <a:sym typeface="+mn-lt"/>
                        </a:rPr>
                        <a:t>Extension</a:t>
                      </a:r>
                      <a:r>
                        <a:rPr lang="en-US" altLang="zh-CN" sz="1400" baseline="0" dirty="0">
                          <a:latin typeface="微软雅黑 Light" panose="020B0502040204020203" pitchFamily="34" charset="-122"/>
                          <a:ea typeface="微软雅黑 Light" panose="020B0502040204020203" pitchFamily="34" charset="-122"/>
                          <a:cs typeface="+mn-ea"/>
                          <a:sym typeface="+mn-lt"/>
                        </a:rPr>
                        <a:t> Header Length</a:t>
                      </a:r>
                      <a:endParaRPr lang="zh-CN" altLang="en-US" sz="1400" dirty="0">
                        <a:latin typeface="微软雅黑 Light" panose="020B0502040204020203" pitchFamily="34" charset="-122"/>
                        <a:ea typeface="微软雅黑 Light" panose="020B0502040204020203" pitchFamily="34" charset="-122"/>
                        <a:cs typeface="+mn-ea"/>
                        <a:sym typeface="+mn-lt"/>
                      </a:endParaRPr>
                    </a:p>
                  </a:txBody>
                  <a:tcPr marL="91404" marR="91404" marT="45702" marB="457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lnSpc>
                          <a:spcPct val="120000"/>
                        </a:lnSpc>
                        <a:spcBef>
                          <a:spcPts val="0"/>
                        </a:spcBef>
                        <a:spcAft>
                          <a:spcPts val="0"/>
                        </a:spcAft>
                      </a:pPr>
                      <a:endParaRPr lang="zh-CN" altLang="en-US" sz="1400" dirty="0">
                        <a:latin typeface="+mn-lt"/>
                        <a:ea typeface="+mn-ea"/>
                        <a:cs typeface="+mn-ea"/>
                        <a:sym typeface="+mn-lt"/>
                      </a:endParaRPr>
                    </a:p>
                  </a:txBody>
                  <a:tcPr marL="91404" marR="91404" marT="45702" marB="457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r>
              <a:tr h="359859">
                <a:tc gridSpan="3">
                  <a:txBody>
                    <a:bodyPr/>
                    <a:lstStyle/>
                    <a:p>
                      <a:pPr algn="ctr">
                        <a:lnSpc>
                          <a:spcPct val="120000"/>
                        </a:lnSpc>
                        <a:spcBef>
                          <a:spcPts val="0"/>
                        </a:spcBef>
                        <a:spcAft>
                          <a:spcPts val="0"/>
                        </a:spcAft>
                      </a:pPr>
                      <a:r>
                        <a:rPr lang="en-US" altLang="zh-CN" sz="1400" dirty="0">
                          <a:latin typeface="微软雅黑 Light" panose="020B0502040204020203" pitchFamily="34" charset="-122"/>
                          <a:ea typeface="微软雅黑 Light" panose="020B0502040204020203" pitchFamily="34" charset="-122"/>
                          <a:cs typeface="+mn-ea"/>
                          <a:sym typeface="+mn-lt"/>
                        </a:rPr>
                        <a:t>Extension Header Data</a:t>
                      </a:r>
                      <a:endParaRPr lang="en-US" altLang="zh-CN" sz="1400" dirty="0">
                        <a:latin typeface="微软雅黑 Light" panose="020B0502040204020203" pitchFamily="34" charset="-122"/>
                        <a:ea typeface="微软雅黑 Light" panose="020B0502040204020203" pitchFamily="34" charset="-122"/>
                        <a:cs typeface="+mn-ea"/>
                        <a:sym typeface="+mn-lt"/>
                      </a:endParaRPr>
                    </a:p>
                  </a:txBody>
                  <a:tcPr marL="91404" marR="91404" marT="45702" marB="457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hMerge="1">
                  <a:tcPr/>
                </a:tc>
                <a:tc hMerge="1">
                  <a:tcPr/>
                </a:tc>
              </a:tr>
            </a:tbl>
          </a:graphicData>
        </a:graphic>
      </p:graphicFrame>
      <p:sp>
        <p:nvSpPr>
          <p:cNvPr id="27" name="右大括号 26"/>
          <p:cNvSpPr/>
          <p:nvPr/>
        </p:nvSpPr>
        <p:spPr>
          <a:xfrm>
            <a:off x="5263790" y="3301915"/>
            <a:ext cx="214228" cy="724943"/>
          </a:xfrm>
          <a:prstGeom prst="rightBrac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lnSpc>
                <a:spcPct val="120000"/>
              </a:lnSpc>
            </a:pPr>
            <a:endParaRPr lang="zh-CN" altLang="en-US" sz="1800" dirty="0">
              <a:latin typeface="微软雅黑 Light" panose="020B0502040204020203" pitchFamily="34" charset="-122"/>
              <a:ea typeface="微软雅黑 Light" panose="020B0502040204020203" pitchFamily="34" charset="-122"/>
              <a:cs typeface="+mn-ea"/>
              <a:sym typeface="+mn-lt"/>
            </a:endParaRPr>
          </a:p>
        </p:txBody>
      </p:sp>
      <p:sp>
        <p:nvSpPr>
          <p:cNvPr id="28" name="右大括号 27"/>
          <p:cNvSpPr/>
          <p:nvPr/>
        </p:nvSpPr>
        <p:spPr>
          <a:xfrm>
            <a:off x="5263790" y="4411272"/>
            <a:ext cx="214228" cy="724943"/>
          </a:xfrm>
          <a:prstGeom prst="rightBrac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lnSpc>
                <a:spcPct val="120000"/>
              </a:lnSpc>
            </a:pPr>
            <a:endParaRPr lang="zh-CN" altLang="en-US" sz="1800" dirty="0">
              <a:latin typeface="微软雅黑 Light" panose="020B0502040204020203" pitchFamily="34" charset="-122"/>
              <a:ea typeface="微软雅黑 Light" panose="020B0502040204020203" pitchFamily="34" charset="-122"/>
              <a:cs typeface="+mn-ea"/>
              <a:sym typeface="+mn-lt"/>
            </a:endParaRPr>
          </a:p>
        </p:txBody>
      </p:sp>
      <p:sp>
        <p:nvSpPr>
          <p:cNvPr id="29" name="右大括号 28"/>
          <p:cNvSpPr/>
          <p:nvPr/>
        </p:nvSpPr>
        <p:spPr>
          <a:xfrm>
            <a:off x="5263790" y="1430513"/>
            <a:ext cx="214228" cy="1439438"/>
          </a:xfrm>
          <a:prstGeom prst="rightBrac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lnSpc>
                <a:spcPct val="120000"/>
              </a:lnSpc>
            </a:pPr>
            <a:endParaRPr lang="zh-CN" altLang="en-US" sz="1800" dirty="0">
              <a:latin typeface="微软雅黑 Light" panose="020B0502040204020203" pitchFamily="34" charset="-122"/>
              <a:ea typeface="微软雅黑 Light" panose="020B0502040204020203" pitchFamily="34" charset="-122"/>
              <a:cs typeface="+mn-ea"/>
              <a:sym typeface="+mn-lt"/>
            </a:endParaRPr>
          </a:p>
        </p:txBody>
      </p:sp>
      <p:sp>
        <p:nvSpPr>
          <p:cNvPr id="30" name="任意多边形 6"/>
          <p:cNvSpPr/>
          <p:nvPr/>
        </p:nvSpPr>
        <p:spPr>
          <a:xfrm>
            <a:off x="1365402" y="1954022"/>
            <a:ext cx="1685704" cy="1353116"/>
          </a:xfrm>
          <a:custGeom>
            <a:avLst/>
            <a:gdLst>
              <a:gd name="connsiteX0" fmla="*/ 2560320 w 2560320"/>
              <a:gd name="connsiteY0" fmla="*/ 0 h 1300480"/>
              <a:gd name="connsiteX1" fmla="*/ 0 w 2560320"/>
              <a:gd name="connsiteY1" fmla="*/ 1300480 h 1300480"/>
              <a:gd name="connsiteX0-1" fmla="*/ 0 w 50800"/>
              <a:gd name="connsiteY0-2" fmla="*/ 254000 h 254000"/>
              <a:gd name="connsiteX1-3" fmla="*/ 50800 w 50800"/>
              <a:gd name="connsiteY1-4" fmla="*/ 0 h 254000"/>
              <a:gd name="connsiteX0-5" fmla="*/ 0 w 2174240"/>
              <a:gd name="connsiteY0-6" fmla="*/ 1513840 h 1513840"/>
              <a:gd name="connsiteX1-7" fmla="*/ 2174240 w 2174240"/>
              <a:gd name="connsiteY1-8" fmla="*/ 0 h 1513840"/>
              <a:gd name="connsiteX0-9" fmla="*/ 0 w 2174240"/>
              <a:gd name="connsiteY0-10" fmla="*/ 1513840 h 1513840"/>
              <a:gd name="connsiteX1-11" fmla="*/ 2174240 w 2174240"/>
              <a:gd name="connsiteY1-12" fmla="*/ 0 h 1513840"/>
              <a:gd name="connsiteX0-13" fmla="*/ 0 w 2306320"/>
              <a:gd name="connsiteY0-14" fmla="*/ 1209040 h 1209040"/>
              <a:gd name="connsiteX1-15" fmla="*/ 2306320 w 2306320"/>
              <a:gd name="connsiteY1-16" fmla="*/ 0 h 1209040"/>
              <a:gd name="connsiteX0-17" fmla="*/ 0 w 2306320"/>
              <a:gd name="connsiteY0-18" fmla="*/ 1209040 h 1209040"/>
              <a:gd name="connsiteX1-19" fmla="*/ 2306320 w 2306320"/>
              <a:gd name="connsiteY1-20" fmla="*/ 0 h 1209040"/>
              <a:gd name="connsiteX0-21" fmla="*/ 0 w 2306320"/>
              <a:gd name="connsiteY0-22" fmla="*/ 1209040 h 1209040"/>
              <a:gd name="connsiteX1-23" fmla="*/ 2306320 w 2306320"/>
              <a:gd name="connsiteY1-24" fmla="*/ 0 h 1209040"/>
              <a:gd name="connsiteX0-25" fmla="*/ 0 w 1658620"/>
              <a:gd name="connsiteY0-26" fmla="*/ 858520 h 858520"/>
              <a:gd name="connsiteX1-27" fmla="*/ 1658620 w 1658620"/>
              <a:gd name="connsiteY1-28" fmla="*/ 0 h 858520"/>
              <a:gd name="connsiteX0-29" fmla="*/ 0 w 1658620"/>
              <a:gd name="connsiteY0-30" fmla="*/ 858520 h 858520"/>
              <a:gd name="connsiteX1-31" fmla="*/ 1658620 w 1658620"/>
              <a:gd name="connsiteY1-32" fmla="*/ 0 h 858520"/>
              <a:gd name="connsiteX0-33" fmla="*/ 0 w 1658620"/>
              <a:gd name="connsiteY0-34" fmla="*/ 924090 h 924090"/>
              <a:gd name="connsiteX1-35" fmla="*/ 1658620 w 1658620"/>
              <a:gd name="connsiteY1-36" fmla="*/ 65570 h 924090"/>
              <a:gd name="connsiteX0-37" fmla="*/ 0 w 1864360"/>
              <a:gd name="connsiteY0-38" fmla="*/ 924090 h 924090"/>
              <a:gd name="connsiteX1-39" fmla="*/ 1864360 w 1864360"/>
              <a:gd name="connsiteY1-40" fmla="*/ 65570 h 924090"/>
              <a:gd name="connsiteX0-41" fmla="*/ 0 w 1864360"/>
              <a:gd name="connsiteY0-42" fmla="*/ 858520 h 858520"/>
              <a:gd name="connsiteX1-43" fmla="*/ 1864360 w 1864360"/>
              <a:gd name="connsiteY1-44" fmla="*/ 0 h 858520"/>
              <a:gd name="connsiteX0-45" fmla="*/ 0 w 1864360"/>
              <a:gd name="connsiteY0-46" fmla="*/ 949960 h 949960"/>
              <a:gd name="connsiteX1-47" fmla="*/ 1864360 w 1864360"/>
              <a:gd name="connsiteY1-48" fmla="*/ 0 h 949960"/>
              <a:gd name="connsiteX0-49" fmla="*/ 0 w 1864360"/>
              <a:gd name="connsiteY0-50" fmla="*/ 949960 h 949960"/>
              <a:gd name="connsiteX1-51" fmla="*/ 1864360 w 1864360"/>
              <a:gd name="connsiteY1-52" fmla="*/ 0 h 949960"/>
              <a:gd name="connsiteX0-53" fmla="*/ 0 w 2382520"/>
              <a:gd name="connsiteY0-54" fmla="*/ 972820 h 972820"/>
              <a:gd name="connsiteX1-55" fmla="*/ 2382520 w 2382520"/>
              <a:gd name="connsiteY1-56" fmla="*/ 0 h 972820"/>
              <a:gd name="connsiteX0-57" fmla="*/ 0 w 2382520"/>
              <a:gd name="connsiteY0-58" fmla="*/ 972820 h 972820"/>
              <a:gd name="connsiteX1-59" fmla="*/ 2382520 w 2382520"/>
              <a:gd name="connsiteY1-60" fmla="*/ 0 h 972820"/>
              <a:gd name="connsiteX0-61" fmla="*/ 0 w 2382520"/>
              <a:gd name="connsiteY0-62" fmla="*/ 942340 h 942340"/>
              <a:gd name="connsiteX1-63" fmla="*/ 2382520 w 2382520"/>
              <a:gd name="connsiteY1-64" fmla="*/ 0 h 942340"/>
              <a:gd name="connsiteX0-65" fmla="*/ 0 w 2397760"/>
              <a:gd name="connsiteY0-66" fmla="*/ 1186180 h 1186180"/>
              <a:gd name="connsiteX1-67" fmla="*/ 2397760 w 2397760"/>
              <a:gd name="connsiteY1-68" fmla="*/ 0 h 1186180"/>
              <a:gd name="connsiteX0-69" fmla="*/ 0 w 2397760"/>
              <a:gd name="connsiteY0-70" fmla="*/ 1186180 h 1186180"/>
              <a:gd name="connsiteX1-71" fmla="*/ 2397760 w 2397760"/>
              <a:gd name="connsiteY1-72" fmla="*/ 0 h 1186180"/>
            </a:gdLst>
            <a:ahLst/>
            <a:cxnLst>
              <a:cxn ang="0">
                <a:pos x="connsiteX0-1" y="connsiteY0-2"/>
              </a:cxn>
              <a:cxn ang="0">
                <a:pos x="connsiteX1-3" y="connsiteY1-4"/>
              </a:cxn>
            </a:cxnLst>
            <a:rect l="l" t="t" r="r" b="b"/>
            <a:pathLst>
              <a:path w="2397760" h="1186180">
                <a:moveTo>
                  <a:pt x="0" y="1186180"/>
                </a:moveTo>
                <a:cubicBezTo>
                  <a:pt x="485987" y="64347"/>
                  <a:pt x="1523153" y="4233"/>
                  <a:pt x="2397760" y="0"/>
                </a:cubicBezTo>
              </a:path>
            </a:pathLst>
          </a:custGeom>
          <a:ln w="25400">
            <a:solidFill>
              <a:srgbClr val="ED6D00"/>
            </a:solidFill>
            <a:head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lnSpc>
                <a:spcPct val="120000"/>
              </a:lnSpc>
            </a:pPr>
            <a:endParaRPr lang="zh-CN" altLang="en-US" sz="1800">
              <a:cs typeface="+mn-ea"/>
              <a:sym typeface="+mn-lt"/>
            </a:endParaRPr>
          </a:p>
        </p:txBody>
      </p:sp>
      <p:cxnSp>
        <p:nvCxnSpPr>
          <p:cNvPr id="31" name="直接箭头连接符 30"/>
          <p:cNvCxnSpPr/>
          <p:nvPr/>
        </p:nvCxnSpPr>
        <p:spPr>
          <a:xfrm flipV="1">
            <a:off x="1365402" y="3664994"/>
            <a:ext cx="0" cy="764560"/>
          </a:xfrm>
          <a:prstGeom prst="straightConnector1">
            <a:avLst/>
          </a:prstGeom>
          <a:ln w="25400">
            <a:solidFill>
              <a:srgbClr val="ED6D00"/>
            </a:solidFill>
            <a:head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IPv6</a:t>
            </a:r>
            <a:r>
              <a:rPr lang="zh-CN" altLang="en-US" dirty="0"/>
              <a:t>扩展头示例</a:t>
            </a:r>
            <a:endParaRPr lang="zh-CN" altLang="en-US" dirty="0"/>
          </a:p>
        </p:txBody>
      </p:sp>
      <p:sp>
        <p:nvSpPr>
          <p:cNvPr id="3" name="灯片编号占位符 2"/>
          <p:cNvSpPr>
            <a:spLocks noGrp="1"/>
          </p:cNvSpPr>
          <p:nvPr>
            <p:ph type="sldNum" sz="quarter" idx="12"/>
          </p:nvPr>
        </p:nvSpPr>
        <p:spPr/>
        <p:txBody>
          <a:bodyPr/>
          <a:lstStyle/>
          <a:p>
            <a:pPr>
              <a:defRPr/>
            </a:pPr>
            <a:fld id="{A48A0D3F-54C8-4397-8424-A82B96940146}" type="slidenum">
              <a:rPr lang="en-US" altLang="zh-CN" smtClean="0"/>
            </a:fld>
            <a:endParaRPr lang="en-US" altLang="zh-CN"/>
          </a:p>
        </p:txBody>
      </p:sp>
      <p:graphicFrame>
        <p:nvGraphicFramePr>
          <p:cNvPr id="4" name="表格 3"/>
          <p:cNvGraphicFramePr>
            <a:graphicFrameLocks noGrp="1"/>
          </p:cNvGraphicFramePr>
          <p:nvPr/>
        </p:nvGraphicFramePr>
        <p:xfrm>
          <a:off x="6502944" y="1556792"/>
          <a:ext cx="4328263" cy="2656032"/>
        </p:xfrm>
        <a:graphic>
          <a:graphicData uri="http://schemas.openxmlformats.org/drawingml/2006/table">
            <a:tbl>
              <a:tblPr firstRow="1" bandRow="1">
                <a:tableStyleId>{72833802-FEF1-4C79-8D5D-14CF1EAF98D9}</a:tableStyleId>
              </a:tblPr>
              <a:tblGrid>
                <a:gridCol w="4328263"/>
              </a:tblGrid>
              <a:tr h="668922">
                <a:tc>
                  <a:txBody>
                    <a:bodyPr/>
                    <a:lstStyle/>
                    <a:p>
                      <a:pPr algn="ctr">
                        <a:lnSpc>
                          <a:spcPct val="120000"/>
                        </a:lnSpc>
                        <a:spcBef>
                          <a:spcPts val="0"/>
                        </a:spcBef>
                        <a:spcAft>
                          <a:spcPts val="0"/>
                        </a:spcAft>
                      </a:pPr>
                      <a:r>
                        <a:rPr lang="en-US" altLang="zh-CN" sz="1800" b="1" dirty="0">
                          <a:solidFill>
                            <a:schemeClr val="tx1"/>
                          </a:solidFill>
                          <a:latin typeface="微软雅黑 Light" panose="020B0502040204020203" pitchFamily="34" charset="-122"/>
                          <a:ea typeface="微软雅黑 Light" panose="020B0502040204020203" pitchFamily="34" charset="-122"/>
                          <a:cs typeface="+mn-ea"/>
                          <a:sym typeface="+mn-lt"/>
                        </a:rPr>
                        <a:t>IPv6</a:t>
                      </a:r>
                      <a:r>
                        <a:rPr lang="zh-CN" altLang="en-US" sz="1800" b="1" dirty="0">
                          <a:solidFill>
                            <a:schemeClr val="tx1"/>
                          </a:solidFill>
                          <a:latin typeface="微软雅黑 Light" panose="020B0502040204020203" pitchFamily="34" charset="-122"/>
                          <a:ea typeface="微软雅黑 Light" panose="020B0502040204020203" pitchFamily="34" charset="-122"/>
                          <a:cs typeface="+mn-ea"/>
                          <a:sym typeface="+mn-lt"/>
                        </a:rPr>
                        <a:t>基本报文头</a:t>
                      </a:r>
                      <a:endParaRPr lang="en-US" altLang="zh-CN" sz="1800" b="1" dirty="0">
                        <a:solidFill>
                          <a:schemeClr val="tx1"/>
                        </a:solidFill>
                        <a:latin typeface="微软雅黑 Light" panose="020B0502040204020203" pitchFamily="34" charset="-122"/>
                        <a:ea typeface="微软雅黑 Light" panose="020B0502040204020203" pitchFamily="34" charset="-122"/>
                        <a:cs typeface="+mn-ea"/>
                        <a:sym typeface="+mn-lt"/>
                      </a:endParaRPr>
                    </a:p>
                    <a:p>
                      <a:pPr algn="ctr">
                        <a:lnSpc>
                          <a:spcPct val="120000"/>
                        </a:lnSpc>
                        <a:spcBef>
                          <a:spcPts val="0"/>
                        </a:spcBef>
                        <a:spcAft>
                          <a:spcPts val="0"/>
                        </a:spcAft>
                      </a:pPr>
                      <a:r>
                        <a:rPr lang="en-US" altLang="zh-CN" sz="1800" b="0" dirty="0">
                          <a:solidFill>
                            <a:schemeClr val="tx1"/>
                          </a:solidFill>
                          <a:latin typeface="微软雅黑 Light" panose="020B0502040204020203" pitchFamily="34" charset="-122"/>
                          <a:ea typeface="微软雅黑 Light" panose="020B0502040204020203" pitchFamily="34" charset="-122"/>
                          <a:cs typeface="+mn-ea"/>
                          <a:sym typeface="+mn-lt"/>
                        </a:rPr>
                        <a:t>Next</a:t>
                      </a:r>
                      <a:r>
                        <a:rPr lang="en-US" altLang="zh-CN" sz="1800" b="0" baseline="0" dirty="0">
                          <a:solidFill>
                            <a:schemeClr val="tx1"/>
                          </a:solidFill>
                          <a:latin typeface="微软雅黑 Light" panose="020B0502040204020203" pitchFamily="34" charset="-122"/>
                          <a:ea typeface="微软雅黑 Light" panose="020B0502040204020203" pitchFamily="34" charset="-122"/>
                          <a:cs typeface="+mn-ea"/>
                          <a:sym typeface="+mn-lt"/>
                        </a:rPr>
                        <a:t> Header</a:t>
                      </a:r>
                      <a:r>
                        <a:rPr lang="en-US" altLang="zh-CN" sz="1800" b="0" dirty="0">
                          <a:solidFill>
                            <a:schemeClr val="tx1"/>
                          </a:solidFill>
                          <a:latin typeface="微软雅黑 Light" panose="020B0502040204020203" pitchFamily="34" charset="-122"/>
                          <a:ea typeface="微软雅黑 Light" panose="020B0502040204020203" pitchFamily="34" charset="-122"/>
                          <a:cs typeface="+mn-ea"/>
                          <a:sym typeface="+mn-lt"/>
                        </a:rPr>
                        <a:t>=0</a:t>
                      </a:r>
                      <a:r>
                        <a:rPr lang="zh-CN" altLang="en-US" sz="1800" b="0" dirty="0">
                          <a:solidFill>
                            <a:schemeClr val="tx1"/>
                          </a:solidFill>
                          <a:latin typeface="微软雅黑 Light" panose="020B0502040204020203" pitchFamily="34" charset="-122"/>
                          <a:ea typeface="微软雅黑 Light" panose="020B0502040204020203" pitchFamily="34" charset="-122"/>
                          <a:cs typeface="+mn-ea"/>
                          <a:sym typeface="+mn-lt"/>
                        </a:rPr>
                        <a:t>（逐跳选项报文头）</a:t>
                      </a:r>
                      <a:endParaRPr lang="zh-CN" altLang="en-US" sz="1800" b="0" dirty="0">
                        <a:solidFill>
                          <a:schemeClr val="tx1"/>
                        </a:solidFill>
                        <a:latin typeface="微软雅黑 Light" panose="020B0502040204020203" pitchFamily="34" charset="-122"/>
                        <a:ea typeface="微软雅黑 Light" panose="020B0502040204020203" pitchFamily="34" charset="-122"/>
                        <a:cs typeface="+mn-ea"/>
                        <a:sym typeface="+mn-lt"/>
                      </a:endParaRPr>
                    </a:p>
                  </a:txBody>
                  <a:tcPr marL="91404" marR="91404" marT="45702" marB="457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r>
              <a:tr h="668922">
                <a:tc>
                  <a:txBody>
                    <a:bodyPr/>
                    <a:lstStyle/>
                    <a:p>
                      <a:pPr algn="ctr">
                        <a:lnSpc>
                          <a:spcPct val="120000"/>
                        </a:lnSpc>
                        <a:spcBef>
                          <a:spcPts val="0"/>
                        </a:spcBef>
                        <a:spcAft>
                          <a:spcPts val="0"/>
                        </a:spcAft>
                      </a:pPr>
                      <a:r>
                        <a:rPr lang="en-US" altLang="zh-CN" sz="1800" b="1" dirty="0">
                          <a:solidFill>
                            <a:schemeClr val="tx1"/>
                          </a:solidFill>
                          <a:latin typeface="微软雅黑 Light" panose="020B0502040204020203" pitchFamily="34" charset="-122"/>
                          <a:ea typeface="微软雅黑 Light" panose="020B0502040204020203" pitchFamily="34" charset="-122"/>
                          <a:cs typeface="+mn-ea"/>
                          <a:sym typeface="+mn-lt"/>
                        </a:rPr>
                        <a:t>IPv6</a:t>
                      </a:r>
                      <a:r>
                        <a:rPr lang="zh-CN" altLang="en-US" sz="1800" b="1" dirty="0">
                          <a:solidFill>
                            <a:schemeClr val="tx1"/>
                          </a:solidFill>
                          <a:latin typeface="微软雅黑 Light" panose="020B0502040204020203" pitchFamily="34" charset="-122"/>
                          <a:ea typeface="微软雅黑 Light" panose="020B0502040204020203" pitchFamily="34" charset="-122"/>
                          <a:cs typeface="+mn-ea"/>
                          <a:sym typeface="+mn-lt"/>
                        </a:rPr>
                        <a:t>逐跳选项报文头</a:t>
                      </a:r>
                      <a:endParaRPr lang="en-US" altLang="zh-CN" sz="1800" b="1" dirty="0">
                        <a:solidFill>
                          <a:schemeClr val="tx1"/>
                        </a:solidFill>
                        <a:latin typeface="微软雅黑 Light" panose="020B0502040204020203" pitchFamily="34" charset="-122"/>
                        <a:ea typeface="微软雅黑 Light" panose="020B0502040204020203" pitchFamily="34" charset="-122"/>
                        <a:cs typeface="+mn-ea"/>
                        <a:sym typeface="+mn-lt"/>
                      </a:endParaRPr>
                    </a:p>
                    <a:p>
                      <a:pPr algn="ctr">
                        <a:lnSpc>
                          <a:spcPct val="120000"/>
                        </a:lnSpc>
                        <a:spcBef>
                          <a:spcPts val="0"/>
                        </a:spcBef>
                        <a:spcAft>
                          <a:spcPts val="0"/>
                        </a:spcAft>
                      </a:pPr>
                      <a:r>
                        <a:rPr lang="en-US" altLang="zh-CN" sz="1800" b="0" dirty="0">
                          <a:solidFill>
                            <a:schemeClr val="tx1"/>
                          </a:solidFill>
                          <a:latin typeface="微软雅黑 Light" panose="020B0502040204020203" pitchFamily="34" charset="-122"/>
                          <a:ea typeface="微软雅黑 Light" panose="020B0502040204020203" pitchFamily="34" charset="-122"/>
                          <a:cs typeface="+mn-ea"/>
                          <a:sym typeface="+mn-lt"/>
                        </a:rPr>
                        <a:t>Next</a:t>
                      </a:r>
                      <a:r>
                        <a:rPr lang="en-US" altLang="zh-CN" sz="1800" b="0" baseline="0" dirty="0">
                          <a:solidFill>
                            <a:schemeClr val="tx1"/>
                          </a:solidFill>
                          <a:latin typeface="微软雅黑 Light" panose="020B0502040204020203" pitchFamily="34" charset="-122"/>
                          <a:ea typeface="微软雅黑 Light" panose="020B0502040204020203" pitchFamily="34" charset="-122"/>
                          <a:cs typeface="+mn-ea"/>
                          <a:sym typeface="+mn-lt"/>
                        </a:rPr>
                        <a:t> Header</a:t>
                      </a:r>
                      <a:r>
                        <a:rPr lang="en-US" altLang="zh-CN" sz="1800" b="0" dirty="0">
                          <a:solidFill>
                            <a:schemeClr val="tx1"/>
                          </a:solidFill>
                          <a:latin typeface="微软雅黑 Light" panose="020B0502040204020203" pitchFamily="34" charset="-122"/>
                          <a:ea typeface="微软雅黑 Light" panose="020B0502040204020203" pitchFamily="34" charset="-122"/>
                          <a:cs typeface="+mn-ea"/>
                          <a:sym typeface="+mn-lt"/>
                        </a:rPr>
                        <a:t>=51</a:t>
                      </a:r>
                      <a:r>
                        <a:rPr lang="zh-CN" altLang="en-US" sz="1800" b="0" dirty="0">
                          <a:solidFill>
                            <a:schemeClr val="tx1"/>
                          </a:solidFill>
                          <a:latin typeface="微软雅黑 Light" panose="020B0502040204020203" pitchFamily="34" charset="-122"/>
                          <a:ea typeface="微软雅黑 Light" panose="020B0502040204020203" pitchFamily="34" charset="-122"/>
                          <a:cs typeface="+mn-ea"/>
                          <a:sym typeface="+mn-lt"/>
                        </a:rPr>
                        <a:t>（认证报文头）</a:t>
                      </a:r>
                      <a:endParaRPr lang="zh-CN" altLang="en-US" sz="1800" b="0" dirty="0">
                        <a:solidFill>
                          <a:schemeClr val="tx1"/>
                        </a:solidFill>
                        <a:latin typeface="微软雅黑 Light" panose="020B0502040204020203" pitchFamily="34" charset="-122"/>
                        <a:ea typeface="微软雅黑 Light" panose="020B0502040204020203" pitchFamily="34" charset="-122"/>
                        <a:cs typeface="+mn-ea"/>
                        <a:sym typeface="+mn-lt"/>
                      </a:endParaRPr>
                    </a:p>
                  </a:txBody>
                  <a:tcPr marL="91404" marR="91404" marT="45702" marB="457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tr>
              <a:tr h="668922">
                <a:tc>
                  <a:txBody>
                    <a:bodyPr/>
                    <a:lstStyle/>
                    <a:p>
                      <a:pPr algn="ctr">
                        <a:lnSpc>
                          <a:spcPct val="120000"/>
                        </a:lnSpc>
                        <a:spcBef>
                          <a:spcPts val="0"/>
                        </a:spcBef>
                        <a:spcAft>
                          <a:spcPts val="0"/>
                        </a:spcAft>
                      </a:pPr>
                      <a:r>
                        <a:rPr lang="en-US" altLang="zh-CN" sz="1800" b="1" dirty="0">
                          <a:solidFill>
                            <a:schemeClr val="tx1"/>
                          </a:solidFill>
                          <a:latin typeface="微软雅黑 Light" panose="020B0502040204020203" pitchFamily="34" charset="-122"/>
                          <a:ea typeface="微软雅黑 Light" panose="020B0502040204020203" pitchFamily="34" charset="-122"/>
                          <a:cs typeface="+mn-ea"/>
                          <a:sym typeface="+mn-lt"/>
                        </a:rPr>
                        <a:t>IPv6</a:t>
                      </a:r>
                      <a:r>
                        <a:rPr lang="zh-CN" altLang="en-US" sz="1800" b="1" dirty="0">
                          <a:solidFill>
                            <a:schemeClr val="tx1"/>
                          </a:solidFill>
                          <a:latin typeface="微软雅黑 Light" panose="020B0502040204020203" pitchFamily="34" charset="-122"/>
                          <a:ea typeface="微软雅黑 Light" panose="020B0502040204020203" pitchFamily="34" charset="-122"/>
                          <a:cs typeface="+mn-ea"/>
                          <a:sym typeface="+mn-lt"/>
                        </a:rPr>
                        <a:t>认证报文头</a:t>
                      </a:r>
                      <a:endParaRPr lang="en-US" altLang="zh-CN" sz="1800" b="1" dirty="0">
                        <a:solidFill>
                          <a:schemeClr val="tx1"/>
                        </a:solidFill>
                        <a:latin typeface="微软雅黑 Light" panose="020B0502040204020203" pitchFamily="34" charset="-122"/>
                        <a:ea typeface="微软雅黑 Light" panose="020B0502040204020203" pitchFamily="34" charset="-122"/>
                        <a:cs typeface="+mn-ea"/>
                        <a:sym typeface="+mn-lt"/>
                      </a:endParaRPr>
                    </a:p>
                    <a:p>
                      <a:pPr algn="ctr">
                        <a:lnSpc>
                          <a:spcPct val="120000"/>
                        </a:lnSpc>
                        <a:spcBef>
                          <a:spcPts val="0"/>
                        </a:spcBef>
                        <a:spcAft>
                          <a:spcPts val="0"/>
                        </a:spcAft>
                      </a:pPr>
                      <a:r>
                        <a:rPr lang="en-US" altLang="zh-CN" sz="1800" b="0" dirty="0">
                          <a:solidFill>
                            <a:schemeClr val="tx1"/>
                          </a:solidFill>
                          <a:latin typeface="微软雅黑 Light" panose="020B0502040204020203" pitchFamily="34" charset="-122"/>
                          <a:ea typeface="微软雅黑 Light" panose="020B0502040204020203" pitchFamily="34" charset="-122"/>
                          <a:cs typeface="+mn-ea"/>
                          <a:sym typeface="+mn-lt"/>
                        </a:rPr>
                        <a:t>Next</a:t>
                      </a:r>
                      <a:r>
                        <a:rPr lang="en-US" altLang="zh-CN" sz="1800" b="0" baseline="0" dirty="0">
                          <a:solidFill>
                            <a:schemeClr val="tx1"/>
                          </a:solidFill>
                          <a:latin typeface="微软雅黑 Light" panose="020B0502040204020203" pitchFamily="34" charset="-122"/>
                          <a:ea typeface="微软雅黑 Light" panose="020B0502040204020203" pitchFamily="34" charset="-122"/>
                          <a:cs typeface="+mn-ea"/>
                          <a:sym typeface="+mn-lt"/>
                        </a:rPr>
                        <a:t> Header</a:t>
                      </a:r>
                      <a:r>
                        <a:rPr lang="en-US" altLang="zh-CN" sz="1800" b="0" dirty="0">
                          <a:solidFill>
                            <a:schemeClr val="tx1"/>
                          </a:solidFill>
                          <a:latin typeface="微软雅黑 Light" panose="020B0502040204020203" pitchFamily="34" charset="-122"/>
                          <a:ea typeface="微软雅黑 Light" panose="020B0502040204020203" pitchFamily="34" charset="-122"/>
                          <a:cs typeface="+mn-ea"/>
                          <a:sym typeface="+mn-lt"/>
                        </a:rPr>
                        <a:t>=6</a:t>
                      </a:r>
                      <a:r>
                        <a:rPr lang="zh-CN" altLang="en-US" sz="1800" b="0" dirty="0">
                          <a:solidFill>
                            <a:schemeClr val="tx1"/>
                          </a:solidFill>
                          <a:latin typeface="微软雅黑 Light" panose="020B0502040204020203" pitchFamily="34" charset="-122"/>
                          <a:ea typeface="微软雅黑 Light" panose="020B0502040204020203" pitchFamily="34" charset="-122"/>
                          <a:cs typeface="+mn-ea"/>
                          <a:sym typeface="+mn-lt"/>
                        </a:rPr>
                        <a:t>（</a:t>
                      </a:r>
                      <a:r>
                        <a:rPr lang="en-US" altLang="zh-CN" sz="1800" b="0" dirty="0">
                          <a:solidFill>
                            <a:schemeClr val="tx1"/>
                          </a:solidFill>
                          <a:latin typeface="微软雅黑 Light" panose="020B0502040204020203" pitchFamily="34" charset="-122"/>
                          <a:ea typeface="微软雅黑 Light" panose="020B0502040204020203" pitchFamily="34" charset="-122"/>
                          <a:cs typeface="+mn-ea"/>
                          <a:sym typeface="+mn-lt"/>
                        </a:rPr>
                        <a:t>TCP</a:t>
                      </a:r>
                      <a:r>
                        <a:rPr lang="zh-CN" altLang="en-US" sz="1800" b="0" dirty="0">
                          <a:solidFill>
                            <a:schemeClr val="tx1"/>
                          </a:solidFill>
                          <a:latin typeface="微软雅黑 Light" panose="020B0502040204020203" pitchFamily="34" charset="-122"/>
                          <a:ea typeface="微软雅黑 Light" panose="020B0502040204020203" pitchFamily="34" charset="-122"/>
                          <a:cs typeface="+mn-ea"/>
                          <a:sym typeface="+mn-lt"/>
                        </a:rPr>
                        <a:t>）</a:t>
                      </a:r>
                      <a:endParaRPr lang="zh-CN" altLang="en-US" sz="1800" b="0" dirty="0">
                        <a:solidFill>
                          <a:schemeClr val="tx1"/>
                        </a:solidFill>
                        <a:latin typeface="微软雅黑 Light" panose="020B0502040204020203" pitchFamily="34" charset="-122"/>
                        <a:ea typeface="微软雅黑 Light" panose="020B0502040204020203" pitchFamily="34" charset="-122"/>
                        <a:cs typeface="+mn-ea"/>
                        <a:sym typeface="+mn-lt"/>
                      </a:endParaRPr>
                    </a:p>
                  </a:txBody>
                  <a:tcPr marL="91404" marR="91404" marT="45702" marB="457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r>
              <a:tr h="485010">
                <a:tc>
                  <a:txBody>
                    <a:bodyPr/>
                    <a:lstStyle/>
                    <a:p>
                      <a:pPr algn="ctr">
                        <a:lnSpc>
                          <a:spcPct val="120000"/>
                        </a:lnSpc>
                        <a:spcBef>
                          <a:spcPts val="0"/>
                        </a:spcBef>
                        <a:spcAft>
                          <a:spcPts val="0"/>
                        </a:spcAft>
                      </a:pPr>
                      <a:r>
                        <a:rPr lang="en-US" altLang="zh-CN" sz="1800" b="1" dirty="0">
                          <a:solidFill>
                            <a:schemeClr val="tx1"/>
                          </a:solidFill>
                          <a:latin typeface="微软雅黑 Light" panose="020B0502040204020203" pitchFamily="34" charset="-122"/>
                          <a:ea typeface="微软雅黑 Light" panose="020B0502040204020203" pitchFamily="34" charset="-122"/>
                          <a:cs typeface="+mn-ea"/>
                          <a:sym typeface="+mn-lt"/>
                        </a:rPr>
                        <a:t>TCP</a:t>
                      </a:r>
                      <a:r>
                        <a:rPr lang="zh-CN" altLang="en-US" sz="1800" b="1" dirty="0">
                          <a:solidFill>
                            <a:schemeClr val="tx1"/>
                          </a:solidFill>
                          <a:latin typeface="微软雅黑 Light" panose="020B0502040204020203" pitchFamily="34" charset="-122"/>
                          <a:ea typeface="微软雅黑 Light" panose="020B0502040204020203" pitchFamily="34" charset="-122"/>
                          <a:cs typeface="+mn-ea"/>
                          <a:sym typeface="+mn-lt"/>
                        </a:rPr>
                        <a:t>数据段</a:t>
                      </a:r>
                      <a:endParaRPr lang="zh-CN" altLang="en-US" sz="1800" b="1" dirty="0">
                        <a:solidFill>
                          <a:schemeClr val="tx1"/>
                        </a:solidFill>
                        <a:latin typeface="微软雅黑 Light" panose="020B0502040204020203" pitchFamily="34" charset="-122"/>
                        <a:ea typeface="微软雅黑 Light" panose="020B0502040204020203" pitchFamily="34" charset="-122"/>
                        <a:cs typeface="+mn-ea"/>
                        <a:sym typeface="+mn-lt"/>
                      </a:endParaRPr>
                    </a:p>
                  </a:txBody>
                  <a:tcPr marL="91404" marR="91404" marT="45702" marB="457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75000"/>
                      </a:schemeClr>
                    </a:solidFill>
                  </a:tcPr>
                </a:tc>
              </a:tr>
            </a:tbl>
          </a:graphicData>
        </a:graphic>
      </p:graphicFrame>
      <p:sp>
        <p:nvSpPr>
          <p:cNvPr id="5" name="文本框 4"/>
          <p:cNvSpPr txBox="1"/>
          <p:nvPr/>
        </p:nvSpPr>
        <p:spPr bwMode="auto">
          <a:xfrm>
            <a:off x="8250636" y="1069343"/>
            <a:ext cx="832879" cy="428655"/>
          </a:xfrm>
          <a:prstGeom prst="rect">
            <a:avLst/>
          </a:prstGeom>
          <a:noFill/>
          <a:ln w="9525" algn="ctr">
            <a:noFill/>
            <a:miter lim="800000"/>
          </a:ln>
        </p:spPr>
        <p:txBody>
          <a:bodyPr vert="horz" wrap="none" lIns="87768" tIns="43884" rIns="87768" bIns="43884" numCol="1" rtlCol="0" anchor="ctr" anchorCtr="0" compatLnSpc="1">
            <a:spAutoFit/>
          </a:bodyPr>
          <a:lstStyle/>
          <a:p>
            <a:pPr algn="ctr">
              <a:lnSpc>
                <a:spcPct val="120000"/>
              </a:lnSpc>
            </a:pPr>
            <a:r>
              <a:rPr lang="zh-CN" altLang="en-US" dirty="0">
                <a:latin typeface="微软雅黑 Light" panose="020B0502040204020203" pitchFamily="34" charset="-122"/>
                <a:ea typeface="微软雅黑 Light" panose="020B0502040204020203" pitchFamily="34" charset="-122"/>
                <a:cs typeface="+mn-ea"/>
                <a:sym typeface="+mn-lt"/>
              </a:rPr>
              <a:t>示例</a:t>
            </a:r>
            <a:r>
              <a:rPr lang="en-US" altLang="zh-CN" dirty="0">
                <a:latin typeface="微软雅黑 Light" panose="020B0502040204020203" pitchFamily="34" charset="-122"/>
                <a:ea typeface="微软雅黑 Light" panose="020B0502040204020203" pitchFamily="34" charset="-122"/>
                <a:cs typeface="+mn-ea"/>
                <a:sym typeface="+mn-lt"/>
              </a:rPr>
              <a:t>2</a:t>
            </a:r>
            <a:endParaRPr lang="zh-CN" altLang="en-US" dirty="0">
              <a:latin typeface="微软雅黑 Light" panose="020B0502040204020203" pitchFamily="34" charset="-122"/>
              <a:ea typeface="微软雅黑 Light" panose="020B0502040204020203" pitchFamily="34" charset="-122"/>
              <a:cs typeface="+mn-ea"/>
              <a:sym typeface="+mn-lt"/>
            </a:endParaRPr>
          </a:p>
        </p:txBody>
      </p:sp>
      <p:graphicFrame>
        <p:nvGraphicFramePr>
          <p:cNvPr id="6" name="表格 5"/>
          <p:cNvGraphicFramePr>
            <a:graphicFrameLocks noGrp="1"/>
          </p:cNvGraphicFramePr>
          <p:nvPr/>
        </p:nvGraphicFramePr>
        <p:xfrm>
          <a:off x="1458994" y="1556792"/>
          <a:ext cx="4328263" cy="1208684"/>
        </p:xfrm>
        <a:graphic>
          <a:graphicData uri="http://schemas.openxmlformats.org/drawingml/2006/table">
            <a:tbl>
              <a:tblPr firstRow="1" bandRow="1">
                <a:tableStyleId>{72833802-FEF1-4C79-8D5D-14CF1EAF98D9}</a:tableStyleId>
              </a:tblPr>
              <a:tblGrid>
                <a:gridCol w="4328263"/>
              </a:tblGrid>
              <a:tr h="668922">
                <a:tc>
                  <a:txBody>
                    <a:bodyPr/>
                    <a:lstStyle/>
                    <a:p>
                      <a:pPr algn="ctr">
                        <a:lnSpc>
                          <a:spcPct val="120000"/>
                        </a:lnSpc>
                        <a:spcBef>
                          <a:spcPts val="0"/>
                        </a:spcBef>
                        <a:spcAft>
                          <a:spcPts val="0"/>
                        </a:spcAft>
                      </a:pPr>
                      <a:r>
                        <a:rPr lang="en-US" altLang="zh-CN" sz="1800" b="1" dirty="0">
                          <a:solidFill>
                            <a:schemeClr val="tx1"/>
                          </a:solidFill>
                          <a:latin typeface="微软雅黑 Light" panose="020B0502040204020203" pitchFamily="34" charset="-122"/>
                          <a:ea typeface="微软雅黑 Light" panose="020B0502040204020203" pitchFamily="34" charset="-122"/>
                          <a:cs typeface="+mn-ea"/>
                          <a:sym typeface="+mn-lt"/>
                        </a:rPr>
                        <a:t>IPv6</a:t>
                      </a:r>
                      <a:r>
                        <a:rPr lang="zh-CN" altLang="en-US" sz="1800" b="1" dirty="0">
                          <a:solidFill>
                            <a:schemeClr val="tx1"/>
                          </a:solidFill>
                          <a:latin typeface="微软雅黑 Light" panose="020B0502040204020203" pitchFamily="34" charset="-122"/>
                          <a:ea typeface="微软雅黑 Light" panose="020B0502040204020203" pitchFamily="34" charset="-122"/>
                          <a:cs typeface="+mn-ea"/>
                          <a:sym typeface="+mn-lt"/>
                        </a:rPr>
                        <a:t>基本报文头</a:t>
                      </a:r>
                      <a:endParaRPr lang="en-US" altLang="zh-CN" sz="1800" b="1" dirty="0">
                        <a:solidFill>
                          <a:schemeClr val="tx1"/>
                        </a:solidFill>
                        <a:latin typeface="微软雅黑 Light" panose="020B0502040204020203" pitchFamily="34" charset="-122"/>
                        <a:ea typeface="微软雅黑 Light" panose="020B0502040204020203" pitchFamily="34" charset="-122"/>
                        <a:cs typeface="+mn-ea"/>
                        <a:sym typeface="+mn-lt"/>
                      </a:endParaRPr>
                    </a:p>
                    <a:p>
                      <a:pPr algn="ctr">
                        <a:lnSpc>
                          <a:spcPct val="120000"/>
                        </a:lnSpc>
                        <a:spcBef>
                          <a:spcPts val="0"/>
                        </a:spcBef>
                        <a:spcAft>
                          <a:spcPts val="0"/>
                        </a:spcAft>
                      </a:pPr>
                      <a:r>
                        <a:rPr lang="en-US" altLang="zh-CN" sz="1800" b="0" dirty="0">
                          <a:solidFill>
                            <a:schemeClr val="tx1"/>
                          </a:solidFill>
                          <a:latin typeface="微软雅黑 Light" panose="020B0502040204020203" pitchFamily="34" charset="-122"/>
                          <a:ea typeface="微软雅黑 Light" panose="020B0502040204020203" pitchFamily="34" charset="-122"/>
                          <a:cs typeface="+mn-ea"/>
                          <a:sym typeface="+mn-lt"/>
                        </a:rPr>
                        <a:t>Next</a:t>
                      </a:r>
                      <a:r>
                        <a:rPr lang="en-US" altLang="zh-CN" sz="1800" b="0" baseline="0" dirty="0">
                          <a:solidFill>
                            <a:schemeClr val="tx1"/>
                          </a:solidFill>
                          <a:latin typeface="微软雅黑 Light" panose="020B0502040204020203" pitchFamily="34" charset="-122"/>
                          <a:ea typeface="微软雅黑 Light" panose="020B0502040204020203" pitchFamily="34" charset="-122"/>
                          <a:cs typeface="+mn-ea"/>
                          <a:sym typeface="+mn-lt"/>
                        </a:rPr>
                        <a:t> Header</a:t>
                      </a:r>
                      <a:r>
                        <a:rPr lang="en-US" altLang="zh-CN" sz="1800" b="0" dirty="0">
                          <a:solidFill>
                            <a:schemeClr val="tx1"/>
                          </a:solidFill>
                          <a:latin typeface="微软雅黑 Light" panose="020B0502040204020203" pitchFamily="34" charset="-122"/>
                          <a:ea typeface="微软雅黑 Light" panose="020B0502040204020203" pitchFamily="34" charset="-122"/>
                          <a:cs typeface="+mn-ea"/>
                          <a:sym typeface="+mn-lt"/>
                        </a:rPr>
                        <a:t>=6</a:t>
                      </a:r>
                      <a:r>
                        <a:rPr lang="zh-CN" altLang="en-US" sz="1800" b="0" dirty="0">
                          <a:solidFill>
                            <a:schemeClr val="tx1"/>
                          </a:solidFill>
                          <a:latin typeface="微软雅黑 Light" panose="020B0502040204020203" pitchFamily="34" charset="-122"/>
                          <a:ea typeface="微软雅黑 Light" panose="020B0502040204020203" pitchFamily="34" charset="-122"/>
                          <a:cs typeface="+mn-ea"/>
                          <a:sym typeface="+mn-lt"/>
                        </a:rPr>
                        <a:t>（</a:t>
                      </a:r>
                      <a:r>
                        <a:rPr lang="en-US" altLang="zh-CN" sz="1800" b="0" dirty="0">
                          <a:solidFill>
                            <a:schemeClr val="tx1"/>
                          </a:solidFill>
                          <a:latin typeface="微软雅黑 Light" panose="020B0502040204020203" pitchFamily="34" charset="-122"/>
                          <a:ea typeface="微软雅黑 Light" panose="020B0502040204020203" pitchFamily="34" charset="-122"/>
                          <a:cs typeface="+mn-ea"/>
                          <a:sym typeface="+mn-lt"/>
                        </a:rPr>
                        <a:t>TCP</a:t>
                      </a:r>
                      <a:r>
                        <a:rPr lang="zh-CN" altLang="en-US" sz="1800" b="0" dirty="0">
                          <a:solidFill>
                            <a:schemeClr val="tx1"/>
                          </a:solidFill>
                          <a:latin typeface="微软雅黑 Light" panose="020B0502040204020203" pitchFamily="34" charset="-122"/>
                          <a:ea typeface="微软雅黑 Light" panose="020B0502040204020203" pitchFamily="34" charset="-122"/>
                          <a:cs typeface="+mn-ea"/>
                          <a:sym typeface="+mn-lt"/>
                        </a:rPr>
                        <a:t>）</a:t>
                      </a:r>
                      <a:endParaRPr lang="zh-CN" altLang="en-US" sz="1800" b="0" dirty="0">
                        <a:solidFill>
                          <a:schemeClr val="tx1"/>
                        </a:solidFill>
                        <a:latin typeface="微软雅黑 Light" panose="020B0502040204020203" pitchFamily="34" charset="-122"/>
                        <a:ea typeface="微软雅黑 Light" panose="020B0502040204020203" pitchFamily="34" charset="-122"/>
                        <a:cs typeface="+mn-ea"/>
                        <a:sym typeface="+mn-lt"/>
                      </a:endParaRPr>
                    </a:p>
                  </a:txBody>
                  <a:tcPr marL="91404" marR="91404" marT="45702" marB="457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r>
              <a:tr h="485010">
                <a:tc>
                  <a:txBody>
                    <a:bodyPr/>
                    <a:lstStyle/>
                    <a:p>
                      <a:pPr algn="ctr">
                        <a:lnSpc>
                          <a:spcPct val="120000"/>
                        </a:lnSpc>
                        <a:spcBef>
                          <a:spcPts val="0"/>
                        </a:spcBef>
                        <a:spcAft>
                          <a:spcPts val="0"/>
                        </a:spcAft>
                      </a:pPr>
                      <a:r>
                        <a:rPr lang="en-US" altLang="zh-CN" sz="1800" b="1" dirty="0">
                          <a:solidFill>
                            <a:schemeClr val="tx1"/>
                          </a:solidFill>
                          <a:latin typeface="微软雅黑 Light" panose="020B0502040204020203" pitchFamily="34" charset="-122"/>
                          <a:ea typeface="微软雅黑 Light" panose="020B0502040204020203" pitchFamily="34" charset="-122"/>
                          <a:cs typeface="+mn-ea"/>
                          <a:sym typeface="+mn-lt"/>
                        </a:rPr>
                        <a:t>TCP</a:t>
                      </a:r>
                      <a:r>
                        <a:rPr lang="zh-CN" altLang="en-US" sz="1800" b="1" dirty="0">
                          <a:solidFill>
                            <a:schemeClr val="tx1"/>
                          </a:solidFill>
                          <a:latin typeface="微软雅黑 Light" panose="020B0502040204020203" pitchFamily="34" charset="-122"/>
                          <a:ea typeface="微软雅黑 Light" panose="020B0502040204020203" pitchFamily="34" charset="-122"/>
                          <a:cs typeface="+mn-ea"/>
                          <a:sym typeface="+mn-lt"/>
                        </a:rPr>
                        <a:t>数据段</a:t>
                      </a:r>
                      <a:endParaRPr lang="zh-CN" altLang="en-US" sz="1800" b="1" dirty="0">
                        <a:solidFill>
                          <a:schemeClr val="tx1"/>
                        </a:solidFill>
                        <a:latin typeface="微软雅黑 Light" panose="020B0502040204020203" pitchFamily="34" charset="-122"/>
                        <a:ea typeface="微软雅黑 Light" panose="020B0502040204020203" pitchFamily="34" charset="-122"/>
                        <a:cs typeface="+mn-ea"/>
                        <a:sym typeface="+mn-lt"/>
                      </a:endParaRPr>
                    </a:p>
                  </a:txBody>
                  <a:tcPr marL="91404" marR="91404" marT="45702" marB="457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75000"/>
                      </a:schemeClr>
                    </a:solidFill>
                  </a:tcPr>
                </a:tc>
              </a:tr>
            </a:tbl>
          </a:graphicData>
        </a:graphic>
      </p:graphicFrame>
      <p:sp>
        <p:nvSpPr>
          <p:cNvPr id="7" name="文本框 6"/>
          <p:cNvSpPr txBox="1"/>
          <p:nvPr/>
        </p:nvSpPr>
        <p:spPr bwMode="auto">
          <a:xfrm>
            <a:off x="3228327" y="1069342"/>
            <a:ext cx="789597" cy="428655"/>
          </a:xfrm>
          <a:prstGeom prst="rect">
            <a:avLst/>
          </a:prstGeom>
          <a:noFill/>
          <a:ln w="9525" algn="ctr">
            <a:noFill/>
            <a:miter lim="800000"/>
          </a:ln>
        </p:spPr>
        <p:txBody>
          <a:bodyPr vert="horz" wrap="none" lIns="87768" tIns="43884" rIns="87768" bIns="43884" numCol="1" rtlCol="0" anchor="ctr" anchorCtr="0" compatLnSpc="1">
            <a:spAutoFit/>
          </a:bodyPr>
          <a:lstStyle/>
          <a:p>
            <a:pPr algn="ctr">
              <a:lnSpc>
                <a:spcPct val="120000"/>
              </a:lnSpc>
            </a:pPr>
            <a:r>
              <a:rPr lang="zh-CN" altLang="en-US" dirty="0">
                <a:latin typeface="微软雅黑 Light" panose="020B0502040204020203" pitchFamily="34" charset="-122"/>
                <a:ea typeface="微软雅黑 Light" panose="020B0502040204020203" pitchFamily="34" charset="-122"/>
                <a:cs typeface="+mn-ea"/>
                <a:sym typeface="+mn-lt"/>
              </a:rPr>
              <a:t>示例</a:t>
            </a:r>
            <a:r>
              <a:rPr lang="en-US" altLang="zh-CN" dirty="0">
                <a:latin typeface="微软雅黑 Light" panose="020B0502040204020203" pitchFamily="34" charset="-122"/>
                <a:ea typeface="微软雅黑 Light" panose="020B0502040204020203" pitchFamily="34" charset="-122"/>
                <a:cs typeface="+mn-ea"/>
                <a:sym typeface="+mn-lt"/>
              </a:rPr>
              <a:t>1</a:t>
            </a:r>
            <a:endParaRPr lang="zh-CN" altLang="en-US" dirty="0">
              <a:latin typeface="微软雅黑 Light" panose="020B0502040204020203" pitchFamily="34" charset="-122"/>
              <a:ea typeface="微软雅黑 Light" panose="020B0502040204020203" pitchFamily="34" charset="-122"/>
              <a:cs typeface="+mn-ea"/>
              <a:sym typeface="+mn-lt"/>
            </a:endParaRPr>
          </a:p>
        </p:txBody>
      </p:sp>
    </p:spTree>
  </p:cSld>
  <p:clrMapOvr>
    <a:masterClrMapping/>
  </p:clrMapOvr>
</p:sld>
</file>

<file path=ppt/slides/slide1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IPv6</a:t>
            </a:r>
            <a:r>
              <a:rPr lang="zh-CN" altLang="en-US" dirty="0"/>
              <a:t>扩展头</a:t>
            </a:r>
            <a:endParaRPr lang="zh-CN" altLang="en-US" dirty="0"/>
          </a:p>
        </p:txBody>
      </p:sp>
      <p:sp>
        <p:nvSpPr>
          <p:cNvPr id="4" name="灯片编号占位符 3"/>
          <p:cNvSpPr>
            <a:spLocks noGrp="1"/>
          </p:cNvSpPr>
          <p:nvPr>
            <p:ph type="sldNum" sz="quarter" idx="12"/>
          </p:nvPr>
        </p:nvSpPr>
        <p:spPr/>
        <p:txBody>
          <a:bodyPr/>
          <a:lstStyle/>
          <a:p>
            <a:pPr>
              <a:defRPr/>
            </a:pPr>
            <a:fld id="{6E6425F8-8564-4543-A15C-E4EDED80C1B6}" type="slidenum">
              <a:rPr lang="en-US" altLang="zh-CN" smtClean="0"/>
            </a:fld>
            <a:endParaRPr lang="en-US" altLang="zh-CN"/>
          </a:p>
        </p:txBody>
      </p:sp>
      <p:graphicFrame>
        <p:nvGraphicFramePr>
          <p:cNvPr id="5" name="表格占位符 4"/>
          <p:cNvGraphicFramePr>
            <a:graphicFrameLocks noGrp="1"/>
          </p:cNvGraphicFramePr>
          <p:nvPr>
            <p:ph type="tbl" idx="1"/>
          </p:nvPr>
        </p:nvGraphicFramePr>
        <p:xfrm>
          <a:off x="767408" y="1117301"/>
          <a:ext cx="10806321" cy="5406498"/>
        </p:xfrm>
        <a:graphic>
          <a:graphicData uri="http://schemas.openxmlformats.org/drawingml/2006/table">
            <a:tbl>
              <a:tblPr firstRow="1" bandRow="1">
                <a:tableStyleId>{72833802-FEF1-4C79-8D5D-14CF1EAF98D9}</a:tableStyleId>
              </a:tblPr>
              <a:tblGrid>
                <a:gridCol w="3530953"/>
                <a:gridCol w="2155363"/>
                <a:gridCol w="5120005"/>
              </a:tblGrid>
              <a:tr h="539789">
                <a:tc>
                  <a:txBody>
                    <a:bodyPr/>
                    <a:lstStyle/>
                    <a:p>
                      <a:pPr marL="0" algn="ctr" defTabSz="1188085" rtl="0" eaLnBrk="1" latinLnBrk="0" hangingPunct="1">
                        <a:lnSpc>
                          <a:spcPct val="120000"/>
                        </a:lnSpc>
                        <a:spcBef>
                          <a:spcPts val="0"/>
                        </a:spcBef>
                        <a:spcAft>
                          <a:spcPts val="0"/>
                        </a:spcAft>
                      </a:pPr>
                      <a:r>
                        <a:rPr lang="zh-CN" altLang="en-US" sz="1600" b="1" kern="1200" baseline="0" dirty="0">
                          <a:solidFill>
                            <a:schemeClr val="tx1"/>
                          </a:solidFill>
                          <a:latin typeface="微软雅黑 Light" panose="020B0502040204020203" pitchFamily="34" charset="-122"/>
                          <a:ea typeface="微软雅黑 Light" panose="020B0502040204020203" pitchFamily="34" charset="-122"/>
                          <a:cs typeface="+mn-ea"/>
                          <a:sym typeface="+mn-lt"/>
                        </a:rPr>
                        <a:t>名称</a:t>
                      </a:r>
                      <a:endParaRPr lang="zh-CN" altLang="en-US" sz="1600" b="1" kern="1200" baseline="0" dirty="0">
                        <a:solidFill>
                          <a:schemeClr val="tx1"/>
                        </a:solidFill>
                        <a:latin typeface="微软雅黑 Light" panose="020B0502040204020203" pitchFamily="34" charset="-122"/>
                        <a:ea typeface="微软雅黑 Light" panose="020B0502040204020203" pitchFamily="34" charset="-122"/>
                        <a:cs typeface="+mn-ea"/>
                        <a:sym typeface="+mn-lt"/>
                      </a:endParaRPr>
                    </a:p>
                  </a:txBody>
                  <a:tcPr marL="91404" marR="91404" marT="45702" marB="45702"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1188085" rtl="0" eaLnBrk="1" fontAlgn="auto" latinLnBrk="0" hangingPunct="1">
                        <a:lnSpc>
                          <a:spcPct val="120000"/>
                        </a:lnSpc>
                        <a:spcBef>
                          <a:spcPts val="0"/>
                        </a:spcBef>
                        <a:spcAft>
                          <a:spcPts val="0"/>
                        </a:spcAft>
                        <a:buClrTx/>
                        <a:buSzTx/>
                        <a:buFontTx/>
                        <a:buNone/>
                        <a:defRPr/>
                      </a:pPr>
                      <a:r>
                        <a:rPr lang="en-US" altLang="zh-CN" sz="1600" b="1" kern="1200" baseline="0" dirty="0">
                          <a:solidFill>
                            <a:schemeClr val="tx1"/>
                          </a:solidFill>
                          <a:latin typeface="微软雅黑 Light" panose="020B0502040204020203" pitchFamily="34" charset="-122"/>
                          <a:ea typeface="微软雅黑 Light" panose="020B0502040204020203" pitchFamily="34" charset="-122"/>
                          <a:cs typeface="+mn-ea"/>
                          <a:sym typeface="+mn-lt"/>
                        </a:rPr>
                        <a:t>Next Header</a:t>
                      </a:r>
                      <a:r>
                        <a:rPr lang="zh-CN" altLang="en-US" sz="1600" b="1" kern="1200" baseline="0" dirty="0">
                          <a:solidFill>
                            <a:schemeClr val="tx1"/>
                          </a:solidFill>
                          <a:latin typeface="微软雅黑 Light" panose="020B0502040204020203" pitchFamily="34" charset="-122"/>
                          <a:ea typeface="微软雅黑 Light" panose="020B0502040204020203" pitchFamily="34" charset="-122"/>
                          <a:cs typeface="+mn-ea"/>
                          <a:sym typeface="+mn-lt"/>
                        </a:rPr>
                        <a:t>协议号</a:t>
                      </a:r>
                      <a:endParaRPr lang="zh-CN" altLang="en-US" sz="1600" b="1" kern="1200" baseline="0" dirty="0">
                        <a:solidFill>
                          <a:schemeClr val="tx1"/>
                        </a:solidFill>
                        <a:latin typeface="微软雅黑 Light" panose="020B0502040204020203" pitchFamily="34" charset="-122"/>
                        <a:ea typeface="微软雅黑 Light" panose="020B0502040204020203" pitchFamily="34" charset="-122"/>
                        <a:cs typeface="+mn-ea"/>
                        <a:sym typeface="+mn-lt"/>
                      </a:endParaRPr>
                    </a:p>
                  </a:txBody>
                  <a:tcPr marL="91404" marR="91404" marT="45702" marB="45702"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lnSpc>
                          <a:spcPct val="120000"/>
                        </a:lnSpc>
                        <a:spcBef>
                          <a:spcPts val="0"/>
                        </a:spcBef>
                        <a:spcAft>
                          <a:spcPts val="0"/>
                        </a:spcAft>
                      </a:pPr>
                      <a:r>
                        <a:rPr lang="zh-CN" altLang="en-US" sz="1600" baseline="0" dirty="0">
                          <a:solidFill>
                            <a:schemeClr val="tx1"/>
                          </a:solidFill>
                          <a:latin typeface="微软雅黑 Light" panose="020B0502040204020203" pitchFamily="34" charset="-122"/>
                          <a:ea typeface="微软雅黑 Light" panose="020B0502040204020203" pitchFamily="34" charset="-122"/>
                          <a:cs typeface="+mn-ea"/>
                          <a:sym typeface="+mn-lt"/>
                        </a:rPr>
                        <a:t>作用</a:t>
                      </a:r>
                      <a:endParaRPr lang="zh-CN" altLang="en-US" sz="1600" baseline="0" dirty="0">
                        <a:solidFill>
                          <a:schemeClr val="tx1"/>
                        </a:solidFill>
                        <a:latin typeface="微软雅黑 Light" panose="020B0502040204020203" pitchFamily="34" charset="-122"/>
                        <a:ea typeface="微软雅黑 Light" panose="020B0502040204020203" pitchFamily="34" charset="-122"/>
                        <a:cs typeface="+mn-ea"/>
                        <a:sym typeface="+mn-lt"/>
                      </a:endParaRPr>
                    </a:p>
                  </a:txBody>
                  <a:tcPr marL="91404" marR="91404" marT="45702" marB="45702"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r>
              <a:tr h="539789">
                <a:tc>
                  <a:txBody>
                    <a:bodyPr/>
                    <a:lstStyle/>
                    <a:p>
                      <a:pPr marL="0" marR="0" lvl="0" indent="0" algn="ctr" defTabSz="1188085" rtl="0" eaLnBrk="1" fontAlgn="auto" latinLnBrk="0" hangingPunct="1">
                        <a:lnSpc>
                          <a:spcPct val="120000"/>
                        </a:lnSpc>
                        <a:spcBef>
                          <a:spcPts val="0"/>
                        </a:spcBef>
                        <a:spcAft>
                          <a:spcPts val="0"/>
                        </a:spcAft>
                        <a:buClrTx/>
                        <a:buSzTx/>
                        <a:buFontTx/>
                        <a:buNone/>
                        <a:defRPr/>
                      </a:pPr>
                      <a:r>
                        <a:rPr lang="zh-CN" altLang="en-US" sz="1600" baseline="0" dirty="0">
                          <a:latin typeface="微软雅黑 Light" panose="020B0502040204020203" pitchFamily="34" charset="-122"/>
                          <a:ea typeface="微软雅黑 Light" panose="020B0502040204020203" pitchFamily="34" charset="-122"/>
                          <a:cs typeface="+mn-ea"/>
                          <a:sym typeface="+mn-lt"/>
                        </a:rPr>
                        <a:t>逐跳选项扩展报文头</a:t>
                      </a:r>
                      <a:r>
                        <a:rPr lang="en-US" altLang="zh-CN" sz="1600" baseline="0" dirty="0">
                          <a:latin typeface="微软雅黑 Light" panose="020B0502040204020203" pitchFamily="34" charset="-122"/>
                          <a:ea typeface="微软雅黑 Light" panose="020B0502040204020203" pitchFamily="34" charset="-122"/>
                          <a:cs typeface="+mn-ea"/>
                          <a:sym typeface="+mn-lt"/>
                        </a:rPr>
                        <a:t>HBH</a:t>
                      </a:r>
                      <a:endParaRPr lang="en-US" altLang="zh-CN" sz="1600" baseline="0" dirty="0">
                        <a:latin typeface="微软雅黑 Light" panose="020B0502040204020203" pitchFamily="34" charset="-122"/>
                        <a:ea typeface="微软雅黑 Light" panose="020B0502040204020203" pitchFamily="34" charset="-122"/>
                        <a:cs typeface="+mn-ea"/>
                        <a:sym typeface="+mn-lt"/>
                      </a:endParaRPr>
                    </a:p>
                    <a:p>
                      <a:pPr marL="0" marR="0" lvl="0" indent="0" algn="ctr" defTabSz="1188085" rtl="0" eaLnBrk="1" fontAlgn="auto" latinLnBrk="0" hangingPunct="1">
                        <a:lnSpc>
                          <a:spcPct val="120000"/>
                        </a:lnSpc>
                        <a:spcBef>
                          <a:spcPts val="0"/>
                        </a:spcBef>
                        <a:spcAft>
                          <a:spcPts val="0"/>
                        </a:spcAft>
                        <a:buClrTx/>
                        <a:buSzTx/>
                        <a:buFontTx/>
                        <a:buNone/>
                        <a:defRPr/>
                      </a:pPr>
                      <a:r>
                        <a:rPr lang="zh-CN" altLang="en-US" sz="1600" baseline="0" dirty="0">
                          <a:latin typeface="微软雅黑 Light" panose="020B0502040204020203" pitchFamily="34" charset="-122"/>
                          <a:ea typeface="微软雅黑 Light" panose="020B0502040204020203" pitchFamily="34" charset="-122"/>
                          <a:cs typeface="+mn-ea"/>
                          <a:sym typeface="+mn-lt"/>
                        </a:rPr>
                        <a:t>（</a:t>
                      </a:r>
                      <a:r>
                        <a:rPr lang="en-US" altLang="zh-CN" sz="1600" baseline="0" dirty="0">
                          <a:latin typeface="微软雅黑 Light" panose="020B0502040204020203" pitchFamily="34" charset="-122"/>
                          <a:ea typeface="微软雅黑 Light" panose="020B0502040204020203" pitchFamily="34" charset="-122"/>
                          <a:cs typeface="+mn-ea"/>
                          <a:sym typeface="+mn-lt"/>
                        </a:rPr>
                        <a:t>Hop-by-Hop Options Header</a:t>
                      </a:r>
                      <a:r>
                        <a:rPr lang="zh-CN" altLang="en-US" sz="1600" baseline="0" dirty="0">
                          <a:latin typeface="微软雅黑 Light" panose="020B0502040204020203" pitchFamily="34" charset="-122"/>
                          <a:ea typeface="微软雅黑 Light" panose="020B0502040204020203" pitchFamily="34" charset="-122"/>
                          <a:cs typeface="+mn-ea"/>
                          <a:sym typeface="+mn-lt"/>
                        </a:rPr>
                        <a:t>）</a:t>
                      </a:r>
                      <a:endParaRPr lang="zh-CN" altLang="en-US" sz="1600" baseline="0" dirty="0">
                        <a:latin typeface="微软雅黑 Light" panose="020B0502040204020203" pitchFamily="34" charset="-122"/>
                        <a:ea typeface="微软雅黑 Light" panose="020B0502040204020203" pitchFamily="34" charset="-122"/>
                        <a:cs typeface="+mn-ea"/>
                        <a:sym typeface="+mn-lt"/>
                      </a:endParaRPr>
                    </a:p>
                  </a:txBody>
                  <a:tcPr marL="91404" marR="91404" marT="45702" marB="45702"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ctr" defTabSz="1188085" rtl="0" eaLnBrk="1" fontAlgn="auto" latinLnBrk="0" hangingPunct="1">
                        <a:lnSpc>
                          <a:spcPct val="120000"/>
                        </a:lnSpc>
                        <a:spcBef>
                          <a:spcPts val="0"/>
                        </a:spcBef>
                        <a:spcAft>
                          <a:spcPts val="0"/>
                        </a:spcAft>
                        <a:buClrTx/>
                        <a:buSzTx/>
                        <a:buFontTx/>
                        <a:buNone/>
                        <a:defRPr/>
                      </a:pPr>
                      <a:r>
                        <a:rPr lang="en-US" altLang="zh-CN" sz="1600" baseline="0" dirty="0">
                          <a:latin typeface="微软雅黑 Light" panose="020B0502040204020203" pitchFamily="34" charset="-122"/>
                          <a:ea typeface="微软雅黑 Light" panose="020B0502040204020203" pitchFamily="34" charset="-122"/>
                          <a:cs typeface="+mn-ea"/>
                          <a:sym typeface="+mn-lt"/>
                        </a:rPr>
                        <a:t>0</a:t>
                      </a:r>
                      <a:endParaRPr lang="zh-CN" altLang="en-US" sz="1600" baseline="0" dirty="0">
                        <a:latin typeface="微软雅黑 Light" panose="020B0502040204020203" pitchFamily="34" charset="-122"/>
                        <a:ea typeface="微软雅黑 Light" panose="020B0502040204020203" pitchFamily="34" charset="-122"/>
                        <a:cs typeface="+mn-ea"/>
                        <a:sym typeface="+mn-lt"/>
                      </a:endParaRPr>
                    </a:p>
                  </a:txBody>
                  <a:tcPr marL="91404" marR="91404" marT="45702" marB="45702"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1188085" rtl="0" eaLnBrk="1" fontAlgn="auto" latinLnBrk="0" hangingPunct="1">
                        <a:lnSpc>
                          <a:spcPct val="120000"/>
                        </a:lnSpc>
                        <a:spcBef>
                          <a:spcPts val="0"/>
                        </a:spcBef>
                        <a:spcAft>
                          <a:spcPts val="0"/>
                        </a:spcAft>
                        <a:buClrTx/>
                        <a:buSzTx/>
                        <a:buFontTx/>
                        <a:buNone/>
                        <a:defRPr/>
                      </a:pPr>
                      <a:r>
                        <a:rPr lang="zh-CN" altLang="en-US" sz="1600" baseline="0" dirty="0">
                          <a:latin typeface="微软雅黑 Light" panose="020B0502040204020203" pitchFamily="34" charset="-122"/>
                          <a:ea typeface="微软雅黑 Light" panose="020B0502040204020203" pitchFamily="34" charset="-122"/>
                          <a:cs typeface="+mn-ea"/>
                          <a:sym typeface="+mn-lt"/>
                        </a:rPr>
                        <a:t>用来携带</a:t>
                      </a:r>
                      <a:r>
                        <a:rPr lang="zh-CN" altLang="en-US" sz="1600" baseline="0" dirty="0">
                          <a:solidFill>
                            <a:schemeClr val="tx1"/>
                          </a:solidFill>
                          <a:latin typeface="微软雅黑 Light" panose="020B0502040204020203" pitchFamily="34" charset="-122"/>
                          <a:ea typeface="微软雅黑 Light" panose="020B0502040204020203" pitchFamily="34" charset="-122"/>
                          <a:cs typeface="+mn-ea"/>
                          <a:sym typeface="+mn-lt"/>
                        </a:rPr>
                        <a:t>需要被转发</a:t>
                      </a:r>
                      <a:r>
                        <a:rPr lang="zh-CN" altLang="en-US" sz="1600" baseline="0" dirty="0">
                          <a:solidFill>
                            <a:srgbClr val="C00000"/>
                          </a:solidFill>
                          <a:latin typeface="微软雅黑 Light" panose="020B0502040204020203" pitchFamily="34" charset="-122"/>
                          <a:ea typeface="微软雅黑 Light" panose="020B0502040204020203" pitchFamily="34" charset="-122"/>
                          <a:cs typeface="+mn-ea"/>
                          <a:sym typeface="+mn-lt"/>
                        </a:rPr>
                        <a:t>路径上的每一跳</a:t>
                      </a:r>
                      <a:r>
                        <a:rPr lang="zh-CN" altLang="en-US" sz="1600" baseline="0" dirty="0">
                          <a:latin typeface="微软雅黑 Light" panose="020B0502040204020203" pitchFamily="34" charset="-122"/>
                          <a:ea typeface="微软雅黑 Light" panose="020B0502040204020203" pitchFamily="34" charset="-122"/>
                          <a:cs typeface="+mn-ea"/>
                          <a:sym typeface="+mn-lt"/>
                        </a:rPr>
                        <a:t>路由器去处理的信息</a:t>
                      </a:r>
                      <a:endParaRPr lang="en-US" altLang="zh-CN" sz="1600" baseline="0" dirty="0">
                        <a:latin typeface="微软雅黑 Light" panose="020B0502040204020203" pitchFamily="34" charset="-122"/>
                        <a:ea typeface="微软雅黑 Light" panose="020B0502040204020203" pitchFamily="34" charset="-122"/>
                        <a:cs typeface="+mn-ea"/>
                        <a:sym typeface="+mn-lt"/>
                      </a:endParaRPr>
                    </a:p>
                  </a:txBody>
                  <a:tcPr marL="91404" marR="91404" marT="45702" marB="45702"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tr>
              <a:tr h="539789">
                <a:tc>
                  <a:txBody>
                    <a:bodyPr/>
                    <a:lstStyle/>
                    <a:p>
                      <a:pPr algn="ctr">
                        <a:lnSpc>
                          <a:spcPct val="120000"/>
                        </a:lnSpc>
                        <a:spcBef>
                          <a:spcPts val="0"/>
                        </a:spcBef>
                        <a:spcAft>
                          <a:spcPts val="0"/>
                        </a:spcAft>
                      </a:pPr>
                      <a:r>
                        <a:rPr lang="zh-CN" altLang="en-US" sz="1600" baseline="0" dirty="0">
                          <a:latin typeface="微软雅黑 Light" panose="020B0502040204020203" pitchFamily="34" charset="-122"/>
                          <a:ea typeface="微软雅黑 Light" panose="020B0502040204020203" pitchFamily="34" charset="-122"/>
                          <a:cs typeface="+mn-ea"/>
                          <a:sym typeface="+mn-lt"/>
                        </a:rPr>
                        <a:t>目的选项扩展报文头</a:t>
                      </a:r>
                      <a:r>
                        <a:rPr lang="en-US" altLang="zh-CN" sz="1600" baseline="0" dirty="0">
                          <a:latin typeface="微软雅黑 Light" panose="020B0502040204020203" pitchFamily="34" charset="-122"/>
                          <a:ea typeface="微软雅黑 Light" panose="020B0502040204020203" pitchFamily="34" charset="-122"/>
                          <a:cs typeface="+mn-ea"/>
                          <a:sym typeface="+mn-lt"/>
                        </a:rPr>
                        <a:t>DOH</a:t>
                      </a:r>
                      <a:endParaRPr lang="en-US" altLang="zh-CN" sz="1600" baseline="0" dirty="0">
                        <a:latin typeface="微软雅黑 Light" panose="020B0502040204020203" pitchFamily="34" charset="-122"/>
                        <a:ea typeface="微软雅黑 Light" panose="020B0502040204020203" pitchFamily="34" charset="-122"/>
                        <a:cs typeface="+mn-ea"/>
                        <a:sym typeface="+mn-lt"/>
                      </a:endParaRPr>
                    </a:p>
                    <a:p>
                      <a:pPr algn="ctr">
                        <a:lnSpc>
                          <a:spcPct val="120000"/>
                        </a:lnSpc>
                        <a:spcBef>
                          <a:spcPts val="0"/>
                        </a:spcBef>
                        <a:spcAft>
                          <a:spcPts val="0"/>
                        </a:spcAft>
                      </a:pPr>
                      <a:r>
                        <a:rPr lang="zh-CN" altLang="en-US" sz="1600" baseline="0" dirty="0">
                          <a:latin typeface="微软雅黑 Light" panose="020B0502040204020203" pitchFamily="34" charset="-122"/>
                          <a:ea typeface="微软雅黑 Light" panose="020B0502040204020203" pitchFamily="34" charset="-122"/>
                          <a:cs typeface="+mn-ea"/>
                          <a:sym typeface="+mn-lt"/>
                        </a:rPr>
                        <a:t>（</a:t>
                      </a:r>
                      <a:r>
                        <a:rPr lang="en-US" altLang="zh-CN" sz="1600" baseline="0" dirty="0">
                          <a:latin typeface="微软雅黑 Light" panose="020B0502040204020203" pitchFamily="34" charset="-122"/>
                          <a:ea typeface="微软雅黑 Light" panose="020B0502040204020203" pitchFamily="34" charset="-122"/>
                          <a:cs typeface="+mn-ea"/>
                          <a:sym typeface="+mn-lt"/>
                        </a:rPr>
                        <a:t>Destination Options Header</a:t>
                      </a:r>
                      <a:r>
                        <a:rPr lang="zh-CN" altLang="en-US" sz="1600" baseline="0" dirty="0">
                          <a:latin typeface="微软雅黑 Light" panose="020B0502040204020203" pitchFamily="34" charset="-122"/>
                          <a:ea typeface="微软雅黑 Light" panose="020B0502040204020203" pitchFamily="34" charset="-122"/>
                          <a:cs typeface="+mn-ea"/>
                          <a:sym typeface="+mn-lt"/>
                        </a:rPr>
                        <a:t>）</a:t>
                      </a:r>
                      <a:endParaRPr lang="zh-CN" altLang="en-US" sz="1600" baseline="0" dirty="0">
                        <a:latin typeface="微软雅黑 Light" panose="020B0502040204020203" pitchFamily="34" charset="-122"/>
                        <a:ea typeface="微软雅黑 Light" panose="020B0502040204020203" pitchFamily="34" charset="-122"/>
                        <a:cs typeface="+mn-ea"/>
                        <a:sym typeface="+mn-lt"/>
                      </a:endParaRPr>
                    </a:p>
                  </a:txBody>
                  <a:tcPr marL="91404" marR="91404" marT="45702" marB="45702"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lnSpc>
                          <a:spcPct val="120000"/>
                        </a:lnSpc>
                        <a:spcBef>
                          <a:spcPts val="0"/>
                        </a:spcBef>
                        <a:spcAft>
                          <a:spcPts val="0"/>
                        </a:spcAft>
                      </a:pPr>
                      <a:r>
                        <a:rPr lang="en-US" altLang="zh-CN" sz="1600" baseline="0" dirty="0">
                          <a:latin typeface="微软雅黑 Light" panose="020B0502040204020203" pitchFamily="34" charset="-122"/>
                          <a:ea typeface="微软雅黑 Light" panose="020B0502040204020203" pitchFamily="34" charset="-122"/>
                          <a:cs typeface="+mn-ea"/>
                          <a:sym typeface="+mn-lt"/>
                        </a:rPr>
                        <a:t>60</a:t>
                      </a:r>
                      <a:endParaRPr lang="zh-CN" altLang="en-US" sz="1600" baseline="0" dirty="0">
                        <a:latin typeface="微软雅黑 Light" panose="020B0502040204020203" pitchFamily="34" charset="-122"/>
                        <a:ea typeface="微软雅黑 Light" panose="020B0502040204020203" pitchFamily="34" charset="-122"/>
                        <a:cs typeface="+mn-ea"/>
                        <a:sym typeface="+mn-lt"/>
                      </a:endParaRPr>
                    </a:p>
                  </a:txBody>
                  <a:tcPr marL="91404" marR="91404" marT="45702" marB="45702"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1188085" rtl="0" eaLnBrk="1" fontAlgn="auto" latinLnBrk="0" hangingPunct="1">
                        <a:lnSpc>
                          <a:spcPct val="120000"/>
                        </a:lnSpc>
                        <a:spcBef>
                          <a:spcPts val="0"/>
                        </a:spcBef>
                        <a:spcAft>
                          <a:spcPts val="0"/>
                        </a:spcAft>
                        <a:buClrTx/>
                        <a:buSzTx/>
                        <a:buFontTx/>
                        <a:buNone/>
                        <a:defRPr/>
                      </a:pPr>
                      <a:r>
                        <a:rPr lang="zh-CN" altLang="en-US" sz="1600" baseline="0" dirty="0">
                          <a:latin typeface="微软雅黑 Light" panose="020B0502040204020203" pitchFamily="34" charset="-122"/>
                          <a:ea typeface="微软雅黑 Light" panose="020B0502040204020203" pitchFamily="34" charset="-122"/>
                          <a:cs typeface="+mn-ea"/>
                          <a:sym typeface="+mn-lt"/>
                        </a:rPr>
                        <a:t>用于携带需要由当前</a:t>
                      </a:r>
                      <a:r>
                        <a:rPr lang="zh-CN" altLang="en-US" sz="1600" kern="1200" baseline="0" dirty="0">
                          <a:solidFill>
                            <a:srgbClr val="C00000"/>
                          </a:solidFill>
                          <a:latin typeface="微软雅黑 Light" panose="020B0502040204020203" pitchFamily="34" charset="-122"/>
                          <a:ea typeface="微软雅黑 Light" panose="020B0502040204020203" pitchFamily="34" charset="-122"/>
                          <a:cs typeface="+mn-ea"/>
                          <a:sym typeface="+mn-lt"/>
                        </a:rPr>
                        <a:t>目的地址对应的节点</a:t>
                      </a:r>
                      <a:r>
                        <a:rPr lang="zh-CN" altLang="en-US" sz="1600" baseline="0" dirty="0">
                          <a:latin typeface="微软雅黑 Light" panose="020B0502040204020203" pitchFamily="34" charset="-122"/>
                          <a:ea typeface="微软雅黑 Light" panose="020B0502040204020203" pitchFamily="34" charset="-122"/>
                          <a:cs typeface="+mn-ea"/>
                          <a:sym typeface="+mn-lt"/>
                        </a:rPr>
                        <a:t>去处理的信息</a:t>
                      </a:r>
                      <a:endParaRPr lang="en-US" altLang="zh-CN" sz="1600" baseline="0" dirty="0">
                        <a:latin typeface="微软雅黑 Light" panose="020B0502040204020203" pitchFamily="34" charset="-122"/>
                        <a:ea typeface="微软雅黑 Light" panose="020B0502040204020203" pitchFamily="34" charset="-122"/>
                        <a:cs typeface="+mn-ea"/>
                        <a:sym typeface="+mn-lt"/>
                      </a:endParaRPr>
                    </a:p>
                  </a:txBody>
                  <a:tcPr marL="91404" marR="91404" marT="45702" marB="45702"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tr>
              <a:tr h="539789">
                <a:tc>
                  <a:txBody>
                    <a:bodyPr/>
                    <a:lstStyle/>
                    <a:p>
                      <a:pPr marL="0" marR="0" lvl="0" indent="0" algn="ctr" defTabSz="1188085" rtl="0" eaLnBrk="1" fontAlgn="auto" latinLnBrk="0" hangingPunct="1">
                        <a:lnSpc>
                          <a:spcPct val="120000"/>
                        </a:lnSpc>
                        <a:spcBef>
                          <a:spcPts val="0"/>
                        </a:spcBef>
                        <a:spcAft>
                          <a:spcPts val="0"/>
                        </a:spcAft>
                        <a:buClrTx/>
                        <a:buSzTx/>
                        <a:buFontTx/>
                        <a:buNone/>
                        <a:defRPr/>
                      </a:pPr>
                      <a:r>
                        <a:rPr lang="zh-CN" altLang="en-US" sz="1600" baseline="0" dirty="0">
                          <a:latin typeface="微软雅黑 Light" panose="020B0502040204020203" pitchFamily="34" charset="-122"/>
                          <a:ea typeface="微软雅黑 Light" panose="020B0502040204020203" pitchFamily="34" charset="-122"/>
                          <a:cs typeface="+mn-ea"/>
                          <a:sym typeface="+mn-lt"/>
                        </a:rPr>
                        <a:t>路由扩展报文头</a:t>
                      </a:r>
                      <a:r>
                        <a:rPr lang="en-US" altLang="zh-CN" sz="1600" baseline="0" dirty="0">
                          <a:latin typeface="微软雅黑 Light" panose="020B0502040204020203" pitchFamily="34" charset="-122"/>
                          <a:ea typeface="微软雅黑 Light" panose="020B0502040204020203" pitchFamily="34" charset="-122"/>
                          <a:cs typeface="+mn-ea"/>
                          <a:sym typeface="+mn-lt"/>
                        </a:rPr>
                        <a:t>RH</a:t>
                      </a:r>
                      <a:endParaRPr lang="en-US" altLang="zh-CN" sz="1600" baseline="0" dirty="0">
                        <a:latin typeface="微软雅黑 Light" panose="020B0502040204020203" pitchFamily="34" charset="-122"/>
                        <a:ea typeface="微软雅黑 Light" panose="020B0502040204020203" pitchFamily="34" charset="-122"/>
                        <a:cs typeface="+mn-ea"/>
                        <a:sym typeface="+mn-lt"/>
                      </a:endParaRPr>
                    </a:p>
                    <a:p>
                      <a:pPr marL="0" marR="0" lvl="0" indent="0" algn="ctr" defTabSz="1188085" rtl="0" eaLnBrk="1" fontAlgn="auto" latinLnBrk="0" hangingPunct="1">
                        <a:lnSpc>
                          <a:spcPct val="120000"/>
                        </a:lnSpc>
                        <a:spcBef>
                          <a:spcPts val="0"/>
                        </a:spcBef>
                        <a:spcAft>
                          <a:spcPts val="0"/>
                        </a:spcAft>
                        <a:buClrTx/>
                        <a:buSzTx/>
                        <a:buFontTx/>
                        <a:buNone/>
                        <a:defRPr/>
                      </a:pPr>
                      <a:r>
                        <a:rPr lang="zh-CN" altLang="en-US" sz="1600" baseline="0" dirty="0">
                          <a:latin typeface="微软雅黑 Light" panose="020B0502040204020203" pitchFamily="34" charset="-122"/>
                          <a:ea typeface="微软雅黑 Light" panose="020B0502040204020203" pitchFamily="34" charset="-122"/>
                          <a:cs typeface="+mn-ea"/>
                          <a:sym typeface="+mn-lt"/>
                        </a:rPr>
                        <a:t>（</a:t>
                      </a:r>
                      <a:r>
                        <a:rPr lang="en-US" altLang="zh-CN" sz="1600" baseline="0" dirty="0">
                          <a:latin typeface="微软雅黑 Light" panose="020B0502040204020203" pitchFamily="34" charset="-122"/>
                          <a:ea typeface="微软雅黑 Light" panose="020B0502040204020203" pitchFamily="34" charset="-122"/>
                          <a:cs typeface="+mn-ea"/>
                          <a:sym typeface="+mn-lt"/>
                        </a:rPr>
                        <a:t>Routing Header</a:t>
                      </a:r>
                      <a:r>
                        <a:rPr lang="zh-CN" altLang="en-US" sz="1600" baseline="0" dirty="0">
                          <a:latin typeface="微软雅黑 Light" panose="020B0502040204020203" pitchFamily="34" charset="-122"/>
                          <a:ea typeface="微软雅黑 Light" panose="020B0502040204020203" pitchFamily="34" charset="-122"/>
                          <a:cs typeface="+mn-ea"/>
                          <a:sym typeface="+mn-lt"/>
                        </a:rPr>
                        <a:t>）</a:t>
                      </a:r>
                      <a:endParaRPr lang="zh-CN" altLang="en-US" sz="1600" baseline="0" dirty="0">
                        <a:latin typeface="微软雅黑 Light" panose="020B0502040204020203" pitchFamily="34" charset="-122"/>
                        <a:ea typeface="微软雅黑 Light" panose="020B0502040204020203" pitchFamily="34" charset="-122"/>
                        <a:cs typeface="+mn-ea"/>
                        <a:sym typeface="+mn-lt"/>
                      </a:endParaRPr>
                    </a:p>
                  </a:txBody>
                  <a:tcPr marL="91404" marR="91404" marT="45702" marB="45702"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lnSpc>
                          <a:spcPct val="120000"/>
                        </a:lnSpc>
                        <a:spcBef>
                          <a:spcPts val="0"/>
                        </a:spcBef>
                        <a:spcAft>
                          <a:spcPts val="0"/>
                        </a:spcAft>
                      </a:pPr>
                      <a:r>
                        <a:rPr lang="en-US" altLang="zh-CN" sz="1600" baseline="0" dirty="0">
                          <a:latin typeface="微软雅黑 Light" panose="020B0502040204020203" pitchFamily="34" charset="-122"/>
                          <a:ea typeface="微软雅黑 Light" panose="020B0502040204020203" pitchFamily="34" charset="-122"/>
                          <a:cs typeface="+mn-ea"/>
                          <a:sym typeface="+mn-lt"/>
                        </a:rPr>
                        <a:t>43</a:t>
                      </a:r>
                      <a:endParaRPr lang="zh-CN" altLang="en-US" sz="1600" baseline="0" dirty="0">
                        <a:latin typeface="微软雅黑 Light" panose="020B0502040204020203" pitchFamily="34" charset="-122"/>
                        <a:ea typeface="微软雅黑 Light" panose="020B0502040204020203" pitchFamily="34" charset="-122"/>
                        <a:cs typeface="+mn-ea"/>
                        <a:sym typeface="+mn-lt"/>
                      </a:endParaRPr>
                    </a:p>
                  </a:txBody>
                  <a:tcPr marL="91404" marR="91404" marT="45702" marB="45702"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1188085" rtl="0" eaLnBrk="1" fontAlgn="auto" latinLnBrk="0" hangingPunct="1">
                        <a:lnSpc>
                          <a:spcPct val="120000"/>
                        </a:lnSpc>
                        <a:spcBef>
                          <a:spcPts val="0"/>
                        </a:spcBef>
                        <a:spcAft>
                          <a:spcPts val="0"/>
                        </a:spcAft>
                        <a:buClrTx/>
                        <a:buSzTx/>
                        <a:buFontTx/>
                        <a:buNone/>
                        <a:defRPr/>
                      </a:pPr>
                      <a:r>
                        <a:rPr lang="zh-CN" altLang="en-US" sz="1600" baseline="0" dirty="0">
                          <a:latin typeface="微软雅黑 Light" panose="020B0502040204020203" pitchFamily="34" charset="-122"/>
                          <a:ea typeface="微软雅黑 Light" panose="020B0502040204020203" pitchFamily="34" charset="-122"/>
                          <a:cs typeface="+mn-ea"/>
                          <a:sym typeface="+mn-lt"/>
                        </a:rPr>
                        <a:t>用来指明一个报文在网络内需要</a:t>
                      </a:r>
                      <a:r>
                        <a:rPr lang="zh-CN" altLang="en-US" sz="1600" kern="1200" baseline="0" dirty="0">
                          <a:solidFill>
                            <a:srgbClr val="C00000"/>
                          </a:solidFill>
                          <a:latin typeface="微软雅黑 Light" panose="020B0502040204020203" pitchFamily="34" charset="-122"/>
                          <a:ea typeface="微软雅黑 Light" panose="020B0502040204020203" pitchFamily="34" charset="-122"/>
                          <a:cs typeface="+mn-ea"/>
                          <a:sym typeface="+mn-lt"/>
                        </a:rPr>
                        <a:t>依次经过的路径点</a:t>
                      </a:r>
                      <a:r>
                        <a:rPr lang="zh-CN" altLang="en-US" sz="1600" baseline="0" dirty="0">
                          <a:latin typeface="微软雅黑 Light" panose="020B0502040204020203" pitchFamily="34" charset="-122"/>
                          <a:ea typeface="微软雅黑 Light" panose="020B0502040204020203" pitchFamily="34" charset="-122"/>
                          <a:cs typeface="+mn-ea"/>
                          <a:sym typeface="+mn-lt"/>
                        </a:rPr>
                        <a:t>，用于源路由方案</a:t>
                      </a:r>
                      <a:endParaRPr lang="zh-CN" altLang="en-US" sz="1600" baseline="0" dirty="0">
                        <a:latin typeface="微软雅黑 Light" panose="020B0502040204020203" pitchFamily="34" charset="-122"/>
                        <a:ea typeface="微软雅黑 Light" panose="020B0502040204020203" pitchFamily="34" charset="-122"/>
                        <a:cs typeface="+mn-ea"/>
                        <a:sym typeface="+mn-lt"/>
                      </a:endParaRPr>
                    </a:p>
                  </a:txBody>
                  <a:tcPr marL="91404" marR="91404" marT="45702" marB="45702"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tr>
              <a:tr h="539789">
                <a:tc>
                  <a:txBody>
                    <a:bodyPr/>
                    <a:lstStyle/>
                    <a:p>
                      <a:pPr marL="0" marR="0" lvl="0" indent="0" algn="ctr" defTabSz="1188085" rtl="0" eaLnBrk="1" fontAlgn="auto" latinLnBrk="0" hangingPunct="1">
                        <a:lnSpc>
                          <a:spcPct val="120000"/>
                        </a:lnSpc>
                        <a:spcBef>
                          <a:spcPts val="0"/>
                        </a:spcBef>
                        <a:spcAft>
                          <a:spcPts val="0"/>
                        </a:spcAft>
                        <a:buClrTx/>
                        <a:buSzTx/>
                        <a:buFontTx/>
                        <a:buNone/>
                        <a:defRPr/>
                      </a:pPr>
                      <a:r>
                        <a:rPr lang="zh-CN" altLang="en-US" sz="1600" baseline="0" dirty="0">
                          <a:latin typeface="微软雅黑 Light" panose="020B0502040204020203" pitchFamily="34" charset="-122"/>
                          <a:ea typeface="微软雅黑 Light" panose="020B0502040204020203" pitchFamily="34" charset="-122"/>
                          <a:cs typeface="+mn-ea"/>
                          <a:sym typeface="+mn-lt"/>
                        </a:rPr>
                        <a:t>分片扩展报文头</a:t>
                      </a:r>
                      <a:endParaRPr lang="en-US" altLang="zh-CN" sz="1600" baseline="0" dirty="0">
                        <a:latin typeface="微软雅黑 Light" panose="020B0502040204020203" pitchFamily="34" charset="-122"/>
                        <a:ea typeface="微软雅黑 Light" panose="020B0502040204020203" pitchFamily="34" charset="-122"/>
                        <a:cs typeface="+mn-ea"/>
                        <a:sym typeface="+mn-lt"/>
                      </a:endParaRPr>
                    </a:p>
                    <a:p>
                      <a:pPr marL="0" marR="0" lvl="0" indent="0" algn="ctr" defTabSz="1188085" rtl="0" eaLnBrk="1" fontAlgn="auto" latinLnBrk="0" hangingPunct="1">
                        <a:lnSpc>
                          <a:spcPct val="120000"/>
                        </a:lnSpc>
                        <a:spcBef>
                          <a:spcPts val="0"/>
                        </a:spcBef>
                        <a:spcAft>
                          <a:spcPts val="0"/>
                        </a:spcAft>
                        <a:buClrTx/>
                        <a:buSzTx/>
                        <a:buFontTx/>
                        <a:buNone/>
                        <a:defRPr/>
                      </a:pPr>
                      <a:r>
                        <a:rPr lang="zh-CN" altLang="en-US" sz="1600" baseline="0" dirty="0">
                          <a:latin typeface="微软雅黑 Light" panose="020B0502040204020203" pitchFamily="34" charset="-122"/>
                          <a:ea typeface="微软雅黑 Light" panose="020B0502040204020203" pitchFamily="34" charset="-122"/>
                          <a:cs typeface="+mn-ea"/>
                          <a:sym typeface="+mn-lt"/>
                        </a:rPr>
                        <a:t>（</a:t>
                      </a:r>
                      <a:r>
                        <a:rPr lang="en-US" altLang="zh-CN" sz="1600" baseline="0" dirty="0">
                          <a:latin typeface="微软雅黑 Light" panose="020B0502040204020203" pitchFamily="34" charset="-122"/>
                          <a:ea typeface="微软雅黑 Light" panose="020B0502040204020203" pitchFamily="34" charset="-122"/>
                          <a:cs typeface="+mn-ea"/>
                          <a:sym typeface="+mn-lt"/>
                        </a:rPr>
                        <a:t>Fragment Header</a:t>
                      </a:r>
                      <a:r>
                        <a:rPr lang="zh-CN" altLang="en-US" sz="1600" baseline="0" dirty="0">
                          <a:latin typeface="微软雅黑 Light" panose="020B0502040204020203" pitchFamily="34" charset="-122"/>
                          <a:ea typeface="微软雅黑 Light" panose="020B0502040204020203" pitchFamily="34" charset="-122"/>
                          <a:cs typeface="+mn-ea"/>
                          <a:sym typeface="+mn-lt"/>
                        </a:rPr>
                        <a:t>）</a:t>
                      </a:r>
                      <a:endParaRPr lang="zh-CN" altLang="en-US" sz="1600" baseline="0" dirty="0">
                        <a:latin typeface="微软雅黑 Light" panose="020B0502040204020203" pitchFamily="34" charset="-122"/>
                        <a:ea typeface="微软雅黑 Light" panose="020B0502040204020203" pitchFamily="34" charset="-122"/>
                        <a:cs typeface="+mn-ea"/>
                        <a:sym typeface="+mn-lt"/>
                      </a:endParaRPr>
                    </a:p>
                  </a:txBody>
                  <a:tcPr marL="91404" marR="91404" marT="45702" marB="45702"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lnSpc>
                          <a:spcPct val="120000"/>
                        </a:lnSpc>
                        <a:spcBef>
                          <a:spcPts val="0"/>
                        </a:spcBef>
                        <a:spcAft>
                          <a:spcPts val="0"/>
                        </a:spcAft>
                      </a:pPr>
                      <a:r>
                        <a:rPr lang="en-US" altLang="zh-CN" sz="1600" baseline="0" dirty="0">
                          <a:latin typeface="微软雅黑 Light" panose="020B0502040204020203" pitchFamily="34" charset="-122"/>
                          <a:ea typeface="微软雅黑 Light" panose="020B0502040204020203" pitchFamily="34" charset="-122"/>
                          <a:cs typeface="+mn-ea"/>
                          <a:sym typeface="+mn-lt"/>
                        </a:rPr>
                        <a:t>44</a:t>
                      </a:r>
                      <a:endParaRPr lang="zh-CN" altLang="en-US" sz="1600" baseline="0" dirty="0">
                        <a:latin typeface="微软雅黑 Light" panose="020B0502040204020203" pitchFamily="34" charset="-122"/>
                        <a:ea typeface="微软雅黑 Light" panose="020B0502040204020203" pitchFamily="34" charset="-122"/>
                        <a:cs typeface="+mn-ea"/>
                        <a:sym typeface="+mn-lt"/>
                      </a:endParaRPr>
                    </a:p>
                  </a:txBody>
                  <a:tcPr marL="91404" marR="91404" marT="45702" marB="45702"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1188085" rtl="0" eaLnBrk="1" fontAlgn="auto" latinLnBrk="0" hangingPunct="1">
                        <a:lnSpc>
                          <a:spcPct val="120000"/>
                        </a:lnSpc>
                        <a:spcBef>
                          <a:spcPts val="0"/>
                        </a:spcBef>
                        <a:spcAft>
                          <a:spcPts val="0"/>
                        </a:spcAft>
                        <a:buClrTx/>
                        <a:buSzTx/>
                        <a:buFontTx/>
                        <a:buNone/>
                        <a:defRPr/>
                      </a:pPr>
                      <a:r>
                        <a:rPr lang="zh-CN" altLang="en-US" sz="1600" baseline="0" dirty="0">
                          <a:latin typeface="微软雅黑 Light" panose="020B0502040204020203" pitchFamily="34" charset="-122"/>
                          <a:ea typeface="微软雅黑 Light" panose="020B0502040204020203" pitchFamily="34" charset="-122"/>
                          <a:cs typeface="+mn-ea"/>
                          <a:sym typeface="+mn-lt"/>
                        </a:rPr>
                        <a:t>携带了</a:t>
                      </a:r>
                      <a:r>
                        <a:rPr lang="zh-CN" altLang="en-US" sz="1600" kern="1200" baseline="0" dirty="0">
                          <a:solidFill>
                            <a:srgbClr val="C00000"/>
                          </a:solidFill>
                          <a:latin typeface="微软雅黑 Light" panose="020B0502040204020203" pitchFamily="34" charset="-122"/>
                          <a:ea typeface="微软雅黑 Light" panose="020B0502040204020203" pitchFamily="34" charset="-122"/>
                          <a:cs typeface="+mn-ea"/>
                          <a:sym typeface="+mn-lt"/>
                        </a:rPr>
                        <a:t>各个分片的识别信息</a:t>
                      </a:r>
                      <a:endParaRPr lang="zh-CN" altLang="en-US" sz="1600" kern="1200" baseline="0" dirty="0">
                        <a:solidFill>
                          <a:srgbClr val="C00000"/>
                        </a:solidFill>
                        <a:latin typeface="微软雅黑 Light" panose="020B0502040204020203" pitchFamily="34" charset="-122"/>
                        <a:ea typeface="微软雅黑 Light" panose="020B0502040204020203" pitchFamily="34" charset="-122"/>
                        <a:cs typeface="+mn-ea"/>
                        <a:sym typeface="+mn-lt"/>
                      </a:endParaRPr>
                    </a:p>
                  </a:txBody>
                  <a:tcPr marL="91404" marR="91404" marT="45702" marB="45702"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tr>
              <a:tr h="539789">
                <a:tc>
                  <a:txBody>
                    <a:bodyPr/>
                    <a:lstStyle/>
                    <a:p>
                      <a:pPr marL="0" marR="0" lvl="0" indent="0" algn="ctr" defTabSz="1188085" rtl="0" eaLnBrk="1" fontAlgn="auto" latinLnBrk="0" hangingPunct="1">
                        <a:lnSpc>
                          <a:spcPct val="120000"/>
                        </a:lnSpc>
                        <a:spcBef>
                          <a:spcPts val="0"/>
                        </a:spcBef>
                        <a:spcAft>
                          <a:spcPts val="0"/>
                        </a:spcAft>
                        <a:buClrTx/>
                        <a:buSzTx/>
                        <a:buFontTx/>
                        <a:buNone/>
                        <a:defRPr/>
                      </a:pPr>
                      <a:r>
                        <a:rPr lang="zh-CN" altLang="en-US" sz="1600" baseline="0" dirty="0">
                          <a:latin typeface="微软雅黑 Light" panose="020B0502040204020203" pitchFamily="34" charset="-122"/>
                          <a:ea typeface="微软雅黑 Light" panose="020B0502040204020203" pitchFamily="34" charset="-122"/>
                          <a:cs typeface="+mn-ea"/>
                          <a:sym typeface="+mn-lt"/>
                        </a:rPr>
                        <a:t>认证扩展报文头</a:t>
                      </a:r>
                      <a:r>
                        <a:rPr lang="en-US" altLang="zh-CN" sz="1600" baseline="0" dirty="0">
                          <a:latin typeface="微软雅黑 Light" panose="020B0502040204020203" pitchFamily="34" charset="-122"/>
                          <a:ea typeface="微软雅黑 Light" panose="020B0502040204020203" pitchFamily="34" charset="-122"/>
                          <a:cs typeface="+mn-ea"/>
                          <a:sym typeface="+mn-lt"/>
                        </a:rPr>
                        <a:t>AH</a:t>
                      </a:r>
                      <a:endParaRPr lang="en-US" altLang="zh-CN" sz="1600" baseline="0" dirty="0">
                        <a:latin typeface="微软雅黑 Light" panose="020B0502040204020203" pitchFamily="34" charset="-122"/>
                        <a:ea typeface="微软雅黑 Light" panose="020B0502040204020203" pitchFamily="34" charset="-122"/>
                        <a:cs typeface="+mn-ea"/>
                        <a:sym typeface="+mn-lt"/>
                      </a:endParaRPr>
                    </a:p>
                    <a:p>
                      <a:pPr marL="0" marR="0" lvl="0" indent="0" algn="ctr" defTabSz="1188085" rtl="0" eaLnBrk="1" fontAlgn="auto" latinLnBrk="0" hangingPunct="1">
                        <a:lnSpc>
                          <a:spcPct val="120000"/>
                        </a:lnSpc>
                        <a:spcBef>
                          <a:spcPts val="0"/>
                        </a:spcBef>
                        <a:spcAft>
                          <a:spcPts val="0"/>
                        </a:spcAft>
                        <a:buClrTx/>
                        <a:buSzTx/>
                        <a:buFontTx/>
                        <a:buNone/>
                        <a:defRPr/>
                      </a:pPr>
                      <a:r>
                        <a:rPr lang="zh-CN" altLang="en-US" sz="1600" baseline="0" dirty="0">
                          <a:latin typeface="微软雅黑 Light" panose="020B0502040204020203" pitchFamily="34" charset="-122"/>
                          <a:ea typeface="微软雅黑 Light" panose="020B0502040204020203" pitchFamily="34" charset="-122"/>
                          <a:cs typeface="+mn-ea"/>
                          <a:sym typeface="+mn-lt"/>
                        </a:rPr>
                        <a:t>（</a:t>
                      </a:r>
                      <a:r>
                        <a:rPr lang="en-US" altLang="zh-CN" sz="1600" baseline="0" dirty="0">
                          <a:latin typeface="微软雅黑 Light" panose="020B0502040204020203" pitchFamily="34" charset="-122"/>
                          <a:ea typeface="微软雅黑 Light" panose="020B0502040204020203" pitchFamily="34" charset="-122"/>
                          <a:cs typeface="+mn-ea"/>
                          <a:sym typeface="+mn-lt"/>
                        </a:rPr>
                        <a:t>Authentication Header</a:t>
                      </a:r>
                      <a:r>
                        <a:rPr lang="zh-CN" altLang="en-US" sz="1600" baseline="0" dirty="0">
                          <a:latin typeface="微软雅黑 Light" panose="020B0502040204020203" pitchFamily="34" charset="-122"/>
                          <a:ea typeface="微软雅黑 Light" panose="020B0502040204020203" pitchFamily="34" charset="-122"/>
                          <a:cs typeface="+mn-ea"/>
                          <a:sym typeface="+mn-lt"/>
                        </a:rPr>
                        <a:t>）</a:t>
                      </a:r>
                      <a:endParaRPr lang="zh-CN" altLang="en-US" sz="1600" baseline="0" dirty="0">
                        <a:latin typeface="微软雅黑 Light" panose="020B0502040204020203" pitchFamily="34" charset="-122"/>
                        <a:ea typeface="微软雅黑 Light" panose="020B0502040204020203" pitchFamily="34" charset="-122"/>
                        <a:cs typeface="+mn-ea"/>
                        <a:sym typeface="+mn-lt"/>
                      </a:endParaRPr>
                    </a:p>
                  </a:txBody>
                  <a:tcPr marL="91404" marR="91404" marT="45702" marB="45702"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lnSpc>
                          <a:spcPct val="120000"/>
                        </a:lnSpc>
                        <a:spcBef>
                          <a:spcPts val="0"/>
                        </a:spcBef>
                        <a:spcAft>
                          <a:spcPts val="0"/>
                        </a:spcAft>
                      </a:pPr>
                      <a:r>
                        <a:rPr lang="en-US" altLang="zh-CN" sz="1600" baseline="0" dirty="0">
                          <a:latin typeface="微软雅黑 Light" panose="020B0502040204020203" pitchFamily="34" charset="-122"/>
                          <a:ea typeface="微软雅黑 Light" panose="020B0502040204020203" pitchFamily="34" charset="-122"/>
                          <a:cs typeface="+mn-ea"/>
                          <a:sym typeface="+mn-lt"/>
                        </a:rPr>
                        <a:t>51</a:t>
                      </a:r>
                      <a:endParaRPr lang="zh-CN" altLang="en-US" sz="1600" baseline="0" dirty="0">
                        <a:latin typeface="微软雅黑 Light" panose="020B0502040204020203" pitchFamily="34" charset="-122"/>
                        <a:ea typeface="微软雅黑 Light" panose="020B0502040204020203" pitchFamily="34" charset="-122"/>
                        <a:cs typeface="+mn-ea"/>
                        <a:sym typeface="+mn-lt"/>
                      </a:endParaRPr>
                    </a:p>
                  </a:txBody>
                  <a:tcPr marL="91404" marR="91404" marT="45702" marB="45702"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1188085" rtl="0" eaLnBrk="1" fontAlgn="auto" latinLnBrk="0" hangingPunct="1">
                        <a:lnSpc>
                          <a:spcPct val="120000"/>
                        </a:lnSpc>
                        <a:spcBef>
                          <a:spcPts val="0"/>
                        </a:spcBef>
                        <a:spcAft>
                          <a:spcPts val="0"/>
                        </a:spcAft>
                        <a:buClrTx/>
                        <a:buSzTx/>
                        <a:buFontTx/>
                        <a:buNone/>
                        <a:defRPr/>
                      </a:pPr>
                      <a:r>
                        <a:rPr lang="zh-CN" altLang="en-US" sz="1600" baseline="0" dirty="0">
                          <a:latin typeface="微软雅黑 Light" panose="020B0502040204020203" pitchFamily="34" charset="-122"/>
                          <a:ea typeface="微软雅黑 Light" panose="020B0502040204020203" pitchFamily="34" charset="-122"/>
                          <a:cs typeface="+mn-ea"/>
                          <a:sym typeface="+mn-lt"/>
                        </a:rPr>
                        <a:t>通常用于</a:t>
                      </a:r>
                      <a:r>
                        <a:rPr lang="en-US" altLang="zh-CN" sz="1600" baseline="0" dirty="0">
                          <a:latin typeface="微软雅黑 Light" panose="020B0502040204020203" pitchFamily="34" charset="-122"/>
                          <a:ea typeface="微软雅黑 Light" panose="020B0502040204020203" pitchFamily="34" charset="-122"/>
                          <a:cs typeface="+mn-ea"/>
                          <a:sym typeface="+mn-lt"/>
                        </a:rPr>
                        <a:t>IPSec</a:t>
                      </a:r>
                      <a:r>
                        <a:rPr lang="zh-CN" altLang="en-US" sz="1600" kern="1200" baseline="0" dirty="0">
                          <a:solidFill>
                            <a:srgbClr val="C00000"/>
                          </a:solidFill>
                          <a:latin typeface="微软雅黑 Light" panose="020B0502040204020203" pitchFamily="34" charset="-122"/>
                          <a:ea typeface="微软雅黑 Light" panose="020B0502040204020203" pitchFamily="34" charset="-122"/>
                          <a:cs typeface="+mn-ea"/>
                          <a:sym typeface="+mn-lt"/>
                        </a:rPr>
                        <a:t>认证</a:t>
                      </a:r>
                      <a:r>
                        <a:rPr lang="zh-CN" altLang="en-US" sz="1600" baseline="0" dirty="0">
                          <a:latin typeface="微软雅黑 Light" panose="020B0502040204020203" pitchFamily="34" charset="-122"/>
                          <a:ea typeface="微软雅黑 Light" panose="020B0502040204020203" pitchFamily="34" charset="-122"/>
                          <a:cs typeface="+mn-ea"/>
                          <a:sym typeface="+mn-lt"/>
                        </a:rPr>
                        <a:t>。能提供</a:t>
                      </a:r>
                      <a:r>
                        <a:rPr lang="en-US" altLang="zh-CN" sz="1600" baseline="0" dirty="0">
                          <a:latin typeface="微软雅黑 Light" panose="020B0502040204020203" pitchFamily="34" charset="-122"/>
                          <a:ea typeface="微软雅黑 Light" panose="020B0502040204020203" pitchFamily="34" charset="-122"/>
                          <a:cs typeface="+mn-ea"/>
                          <a:sym typeface="+mn-lt"/>
                        </a:rPr>
                        <a:t>3</a:t>
                      </a:r>
                      <a:r>
                        <a:rPr lang="zh-CN" altLang="en-US" sz="1600" baseline="0" dirty="0">
                          <a:latin typeface="微软雅黑 Light" panose="020B0502040204020203" pitchFamily="34" charset="-122"/>
                          <a:ea typeface="微软雅黑 Light" panose="020B0502040204020203" pitchFamily="34" charset="-122"/>
                          <a:cs typeface="+mn-ea"/>
                          <a:sym typeface="+mn-lt"/>
                        </a:rPr>
                        <a:t>种安全功能：无连接的完整性验证、</a:t>
                      </a:r>
                      <a:r>
                        <a:rPr lang="en-US" altLang="zh-CN" sz="1600" baseline="0" dirty="0">
                          <a:latin typeface="微软雅黑 Light" panose="020B0502040204020203" pitchFamily="34" charset="-122"/>
                          <a:ea typeface="微软雅黑 Light" panose="020B0502040204020203" pitchFamily="34" charset="-122"/>
                          <a:cs typeface="+mn-ea"/>
                          <a:sym typeface="+mn-lt"/>
                        </a:rPr>
                        <a:t>IP</a:t>
                      </a:r>
                      <a:r>
                        <a:rPr lang="zh-CN" altLang="en-US" sz="1600" baseline="0" dirty="0">
                          <a:latin typeface="微软雅黑 Light" panose="020B0502040204020203" pitchFamily="34" charset="-122"/>
                          <a:ea typeface="微软雅黑 Light" panose="020B0502040204020203" pitchFamily="34" charset="-122"/>
                          <a:cs typeface="+mn-ea"/>
                          <a:sym typeface="+mn-lt"/>
                        </a:rPr>
                        <a:t>报文来源认证和重放攻击防护</a:t>
                      </a:r>
                      <a:endParaRPr lang="zh-CN" altLang="en-US" sz="1600" baseline="0" dirty="0">
                        <a:latin typeface="微软雅黑 Light" panose="020B0502040204020203" pitchFamily="34" charset="-122"/>
                        <a:ea typeface="微软雅黑 Light" panose="020B0502040204020203" pitchFamily="34" charset="-122"/>
                        <a:cs typeface="+mn-ea"/>
                        <a:sym typeface="+mn-lt"/>
                      </a:endParaRPr>
                    </a:p>
                  </a:txBody>
                  <a:tcPr marL="91404" marR="91404" marT="45702" marB="45702"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tr>
              <a:tr h="539789">
                <a:tc>
                  <a:txBody>
                    <a:bodyPr/>
                    <a:lstStyle/>
                    <a:p>
                      <a:pPr marL="0" marR="0" lvl="0" indent="0" algn="ctr" defTabSz="1188085" rtl="0" eaLnBrk="1" fontAlgn="auto" latinLnBrk="0" hangingPunct="1">
                        <a:lnSpc>
                          <a:spcPct val="120000"/>
                        </a:lnSpc>
                        <a:spcBef>
                          <a:spcPts val="0"/>
                        </a:spcBef>
                        <a:spcAft>
                          <a:spcPts val="0"/>
                        </a:spcAft>
                        <a:buClrTx/>
                        <a:buSzTx/>
                        <a:buFontTx/>
                        <a:buNone/>
                        <a:defRPr/>
                      </a:pPr>
                      <a:r>
                        <a:rPr lang="zh-CN" altLang="en-US" sz="1600" baseline="0" dirty="0">
                          <a:latin typeface="微软雅黑 Light" panose="020B0502040204020203" pitchFamily="34" charset="-122"/>
                          <a:ea typeface="微软雅黑 Light" panose="020B0502040204020203" pitchFamily="34" charset="-122"/>
                          <a:cs typeface="+mn-ea"/>
                          <a:sym typeface="+mn-lt"/>
                        </a:rPr>
                        <a:t>封装安全有效载荷扩展报文头</a:t>
                      </a:r>
                      <a:r>
                        <a:rPr lang="en-US" altLang="zh-CN" sz="1600" baseline="0" dirty="0">
                          <a:latin typeface="微软雅黑 Light" panose="020B0502040204020203" pitchFamily="34" charset="-122"/>
                          <a:ea typeface="微软雅黑 Light" panose="020B0502040204020203" pitchFamily="34" charset="-122"/>
                          <a:cs typeface="+mn-ea"/>
                          <a:sym typeface="+mn-lt"/>
                        </a:rPr>
                        <a:t>ESP</a:t>
                      </a:r>
                      <a:r>
                        <a:rPr lang="zh-CN" altLang="en-US" sz="1600" baseline="0" dirty="0">
                          <a:latin typeface="微软雅黑 Light" panose="020B0502040204020203" pitchFamily="34" charset="-122"/>
                          <a:ea typeface="微软雅黑 Light" panose="020B0502040204020203" pitchFamily="34" charset="-122"/>
                          <a:cs typeface="+mn-ea"/>
                          <a:sym typeface="+mn-lt"/>
                        </a:rPr>
                        <a:t>（</a:t>
                      </a:r>
                      <a:r>
                        <a:rPr lang="en-US" altLang="zh-CN" sz="1600" baseline="0" dirty="0">
                          <a:latin typeface="微软雅黑 Light" panose="020B0502040204020203" pitchFamily="34" charset="-122"/>
                          <a:ea typeface="微软雅黑 Light" panose="020B0502040204020203" pitchFamily="34" charset="-122"/>
                          <a:cs typeface="+mn-ea"/>
                          <a:sym typeface="+mn-lt"/>
                        </a:rPr>
                        <a:t>Encapsulating Security Payload Header</a:t>
                      </a:r>
                      <a:r>
                        <a:rPr lang="zh-CN" altLang="en-US" sz="1600" baseline="0" dirty="0">
                          <a:latin typeface="微软雅黑 Light" panose="020B0502040204020203" pitchFamily="34" charset="-122"/>
                          <a:ea typeface="微软雅黑 Light" panose="020B0502040204020203" pitchFamily="34" charset="-122"/>
                          <a:cs typeface="+mn-ea"/>
                          <a:sym typeface="+mn-lt"/>
                        </a:rPr>
                        <a:t>）</a:t>
                      </a:r>
                      <a:endParaRPr lang="zh-CN" altLang="en-US" sz="1600" baseline="0" dirty="0">
                        <a:latin typeface="微软雅黑 Light" panose="020B0502040204020203" pitchFamily="34" charset="-122"/>
                        <a:ea typeface="微软雅黑 Light" panose="020B0502040204020203" pitchFamily="34" charset="-122"/>
                        <a:cs typeface="+mn-ea"/>
                        <a:sym typeface="+mn-lt"/>
                      </a:endParaRPr>
                    </a:p>
                  </a:txBody>
                  <a:tcPr marL="91404" marR="91404" marT="45702" marB="45702"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lnSpc>
                          <a:spcPct val="120000"/>
                        </a:lnSpc>
                        <a:spcBef>
                          <a:spcPts val="0"/>
                        </a:spcBef>
                        <a:spcAft>
                          <a:spcPts val="0"/>
                        </a:spcAft>
                      </a:pPr>
                      <a:r>
                        <a:rPr lang="en-US" altLang="zh-CN" sz="1600" baseline="0" dirty="0">
                          <a:latin typeface="微软雅黑 Light" panose="020B0502040204020203" pitchFamily="34" charset="-122"/>
                          <a:ea typeface="微软雅黑 Light" panose="020B0502040204020203" pitchFamily="34" charset="-122"/>
                          <a:cs typeface="+mn-ea"/>
                          <a:sym typeface="+mn-lt"/>
                        </a:rPr>
                        <a:t>50</a:t>
                      </a:r>
                      <a:endParaRPr lang="zh-CN" altLang="en-US" sz="1600" baseline="0" dirty="0">
                        <a:latin typeface="微软雅黑 Light" panose="020B0502040204020203" pitchFamily="34" charset="-122"/>
                        <a:ea typeface="微软雅黑 Light" panose="020B0502040204020203" pitchFamily="34" charset="-122"/>
                        <a:cs typeface="+mn-ea"/>
                        <a:sym typeface="+mn-lt"/>
                      </a:endParaRPr>
                    </a:p>
                  </a:txBody>
                  <a:tcPr marL="91404" marR="91404" marT="45702" marB="45702"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1188085" rtl="0" eaLnBrk="1" fontAlgn="auto" latinLnBrk="0" hangingPunct="1">
                        <a:lnSpc>
                          <a:spcPct val="120000"/>
                        </a:lnSpc>
                        <a:spcBef>
                          <a:spcPts val="0"/>
                        </a:spcBef>
                        <a:spcAft>
                          <a:spcPts val="0"/>
                        </a:spcAft>
                        <a:buClrTx/>
                        <a:buSzTx/>
                        <a:buFontTx/>
                        <a:buNone/>
                        <a:defRPr/>
                      </a:pPr>
                      <a:r>
                        <a:rPr lang="zh-CN" altLang="en-US" sz="1600" baseline="0" dirty="0">
                          <a:latin typeface="微软雅黑 Light" panose="020B0502040204020203" pitchFamily="34" charset="-122"/>
                          <a:ea typeface="微软雅黑 Light" panose="020B0502040204020203" pitchFamily="34" charset="-122"/>
                          <a:cs typeface="+mn-ea"/>
                          <a:sym typeface="+mn-lt"/>
                        </a:rPr>
                        <a:t>通常用于</a:t>
                      </a:r>
                      <a:r>
                        <a:rPr lang="en-US" altLang="zh-CN" sz="1600" baseline="0" dirty="0">
                          <a:latin typeface="微软雅黑 Light" panose="020B0502040204020203" pitchFamily="34" charset="-122"/>
                          <a:ea typeface="微软雅黑 Light" panose="020B0502040204020203" pitchFamily="34" charset="-122"/>
                          <a:cs typeface="+mn-ea"/>
                          <a:sym typeface="+mn-lt"/>
                        </a:rPr>
                        <a:t>IPSec</a:t>
                      </a:r>
                      <a:r>
                        <a:rPr lang="zh-CN" altLang="en-US" sz="1600" kern="1200" baseline="0" dirty="0">
                          <a:solidFill>
                            <a:srgbClr val="C00000"/>
                          </a:solidFill>
                          <a:latin typeface="微软雅黑 Light" panose="020B0502040204020203" pitchFamily="34" charset="-122"/>
                          <a:ea typeface="微软雅黑 Light" panose="020B0502040204020203" pitchFamily="34" charset="-122"/>
                          <a:cs typeface="+mn-ea"/>
                          <a:sym typeface="+mn-lt"/>
                        </a:rPr>
                        <a:t>认证与加密</a:t>
                      </a:r>
                      <a:r>
                        <a:rPr lang="zh-CN" altLang="en-US" sz="1600" baseline="0" dirty="0">
                          <a:latin typeface="微软雅黑 Light" panose="020B0502040204020203" pitchFamily="34" charset="-122"/>
                          <a:ea typeface="微软雅黑 Light" panose="020B0502040204020203" pitchFamily="34" charset="-122"/>
                          <a:cs typeface="+mn-ea"/>
                          <a:sym typeface="+mn-lt"/>
                        </a:rPr>
                        <a:t>。能提供无连接的完整性验证，数据来源认证，重放攻击防护，以及数据加密等安全功能</a:t>
                      </a:r>
                      <a:endParaRPr lang="zh-CN" altLang="en-US" sz="1600" baseline="0" dirty="0">
                        <a:latin typeface="微软雅黑 Light" panose="020B0502040204020203" pitchFamily="34" charset="-122"/>
                        <a:ea typeface="微软雅黑 Light" panose="020B0502040204020203" pitchFamily="34" charset="-122"/>
                        <a:cs typeface="+mn-ea"/>
                        <a:sym typeface="+mn-lt"/>
                      </a:endParaRPr>
                    </a:p>
                  </a:txBody>
                  <a:tcPr marL="91404" marR="91404" marT="45702" marB="45702"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tr>
              <a:tr h="539789">
                <a:tc>
                  <a:txBody>
                    <a:bodyPr/>
                    <a:lstStyle/>
                    <a:p>
                      <a:pPr marL="0" marR="0" lvl="0" indent="0" algn="ctr" defTabSz="1188085" rtl="0" eaLnBrk="1" fontAlgn="auto" latinLnBrk="0" hangingPunct="1">
                        <a:lnSpc>
                          <a:spcPct val="120000"/>
                        </a:lnSpc>
                        <a:spcBef>
                          <a:spcPts val="0"/>
                        </a:spcBef>
                        <a:spcAft>
                          <a:spcPts val="0"/>
                        </a:spcAft>
                        <a:buClrTx/>
                        <a:buSzTx/>
                        <a:buFontTx/>
                        <a:buNone/>
                        <a:defRPr/>
                      </a:pPr>
                      <a:r>
                        <a:rPr lang="zh-CN" altLang="en-US" sz="1600" baseline="0" dirty="0">
                          <a:solidFill>
                            <a:schemeClr val="tx1"/>
                          </a:solidFill>
                          <a:latin typeface="微软雅黑 Light" panose="020B0502040204020203" pitchFamily="34" charset="-122"/>
                          <a:ea typeface="微软雅黑 Light" panose="020B0502040204020203" pitchFamily="34" charset="-122"/>
                          <a:cs typeface="+mn-ea"/>
                          <a:sym typeface="+mn-lt"/>
                        </a:rPr>
                        <a:t>上层协议报文</a:t>
                      </a:r>
                      <a:endParaRPr lang="en-US" altLang="zh-CN" sz="1600" baseline="0" dirty="0">
                        <a:solidFill>
                          <a:schemeClr val="tx1"/>
                        </a:solidFill>
                        <a:latin typeface="微软雅黑 Light" panose="020B0502040204020203" pitchFamily="34" charset="-122"/>
                        <a:ea typeface="微软雅黑 Light" panose="020B0502040204020203" pitchFamily="34" charset="-122"/>
                        <a:cs typeface="+mn-ea"/>
                        <a:sym typeface="+mn-lt"/>
                      </a:endParaRPr>
                    </a:p>
                    <a:p>
                      <a:pPr marL="0" marR="0" lvl="0" indent="0" algn="ctr" defTabSz="1188085" rtl="0" eaLnBrk="1" fontAlgn="auto" latinLnBrk="0" hangingPunct="1">
                        <a:lnSpc>
                          <a:spcPct val="120000"/>
                        </a:lnSpc>
                        <a:spcBef>
                          <a:spcPts val="0"/>
                        </a:spcBef>
                        <a:spcAft>
                          <a:spcPts val="0"/>
                        </a:spcAft>
                        <a:buClrTx/>
                        <a:buSzTx/>
                        <a:buFontTx/>
                        <a:buNone/>
                        <a:defRPr/>
                      </a:pPr>
                      <a:r>
                        <a:rPr lang="zh-CN" altLang="en-US" sz="1600" baseline="0" dirty="0">
                          <a:solidFill>
                            <a:schemeClr val="tx1"/>
                          </a:solidFill>
                          <a:latin typeface="微软雅黑 Light" panose="020B0502040204020203" pitchFamily="34" charset="-122"/>
                          <a:ea typeface="微软雅黑 Light" panose="020B0502040204020203" pitchFamily="34" charset="-122"/>
                          <a:cs typeface="+mn-ea"/>
                          <a:sym typeface="+mn-lt"/>
                        </a:rPr>
                        <a:t>（</a:t>
                      </a:r>
                      <a:r>
                        <a:rPr lang="en-US" altLang="zh-CN" sz="1600" baseline="0" dirty="0">
                          <a:solidFill>
                            <a:schemeClr val="tx1"/>
                          </a:solidFill>
                          <a:latin typeface="微软雅黑 Light" panose="020B0502040204020203" pitchFamily="34" charset="-122"/>
                          <a:ea typeface="微软雅黑 Light" panose="020B0502040204020203" pitchFamily="34" charset="-122"/>
                          <a:cs typeface="+mn-ea"/>
                          <a:sym typeface="+mn-lt"/>
                        </a:rPr>
                        <a:t>Upper-Layer Header</a:t>
                      </a:r>
                      <a:r>
                        <a:rPr lang="zh-CN" altLang="en-US" sz="1600" baseline="0" dirty="0">
                          <a:solidFill>
                            <a:schemeClr val="tx1"/>
                          </a:solidFill>
                          <a:latin typeface="微软雅黑 Light" panose="020B0502040204020203" pitchFamily="34" charset="-122"/>
                          <a:ea typeface="微软雅黑 Light" panose="020B0502040204020203" pitchFamily="34" charset="-122"/>
                          <a:cs typeface="+mn-ea"/>
                          <a:sym typeface="+mn-lt"/>
                        </a:rPr>
                        <a:t>）</a:t>
                      </a:r>
                      <a:endParaRPr lang="zh-CN" altLang="en-US" sz="1600" baseline="0" dirty="0">
                        <a:solidFill>
                          <a:schemeClr val="tx1"/>
                        </a:solidFill>
                        <a:latin typeface="微软雅黑 Light" panose="020B0502040204020203" pitchFamily="34" charset="-122"/>
                        <a:ea typeface="微软雅黑 Light" panose="020B0502040204020203" pitchFamily="34" charset="-122"/>
                        <a:cs typeface="+mn-ea"/>
                        <a:sym typeface="+mn-lt"/>
                      </a:endParaRPr>
                    </a:p>
                  </a:txBody>
                  <a:tcPr marL="91404" marR="91404" marT="45702" marB="45702"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lnSpc>
                          <a:spcPct val="120000"/>
                        </a:lnSpc>
                        <a:spcBef>
                          <a:spcPts val="0"/>
                        </a:spcBef>
                        <a:spcAft>
                          <a:spcPts val="0"/>
                        </a:spcAft>
                      </a:pPr>
                      <a:r>
                        <a:rPr lang="en-US" altLang="zh-CN" sz="1600" baseline="0" dirty="0">
                          <a:solidFill>
                            <a:schemeClr val="tx1"/>
                          </a:solidFill>
                          <a:latin typeface="微软雅黑 Light" panose="020B0502040204020203" pitchFamily="34" charset="-122"/>
                          <a:ea typeface="微软雅黑 Light" panose="020B0502040204020203" pitchFamily="34" charset="-122"/>
                          <a:cs typeface="+mn-ea"/>
                          <a:sym typeface="+mn-lt"/>
                        </a:rPr>
                        <a:t>ICMPv6 58</a:t>
                      </a:r>
                      <a:endParaRPr lang="en-US" altLang="zh-CN" sz="1600" baseline="0" dirty="0">
                        <a:solidFill>
                          <a:schemeClr val="tx1"/>
                        </a:solidFill>
                        <a:latin typeface="微软雅黑 Light" panose="020B0502040204020203" pitchFamily="34" charset="-122"/>
                        <a:ea typeface="微软雅黑 Light" panose="020B0502040204020203" pitchFamily="34" charset="-122"/>
                        <a:cs typeface="+mn-ea"/>
                        <a:sym typeface="+mn-lt"/>
                      </a:endParaRPr>
                    </a:p>
                    <a:p>
                      <a:pPr algn="ctr">
                        <a:lnSpc>
                          <a:spcPct val="120000"/>
                        </a:lnSpc>
                        <a:spcBef>
                          <a:spcPts val="0"/>
                        </a:spcBef>
                        <a:spcAft>
                          <a:spcPts val="0"/>
                        </a:spcAft>
                      </a:pPr>
                      <a:r>
                        <a:rPr lang="en-US" altLang="zh-CN" sz="1600" baseline="0" dirty="0">
                          <a:solidFill>
                            <a:schemeClr val="tx1"/>
                          </a:solidFill>
                          <a:latin typeface="微软雅黑 Light" panose="020B0502040204020203" pitchFamily="34" charset="-122"/>
                          <a:ea typeface="微软雅黑 Light" panose="020B0502040204020203" pitchFamily="34" charset="-122"/>
                          <a:cs typeface="+mn-ea"/>
                          <a:sym typeface="+mn-lt"/>
                        </a:rPr>
                        <a:t>TCP 6/UDP 17</a:t>
                      </a:r>
                      <a:endParaRPr lang="zh-CN" altLang="en-US" sz="1600" baseline="0" dirty="0">
                        <a:solidFill>
                          <a:schemeClr val="tx1"/>
                        </a:solidFill>
                        <a:latin typeface="微软雅黑 Light" panose="020B0502040204020203" pitchFamily="34" charset="-122"/>
                        <a:ea typeface="微软雅黑 Light" panose="020B0502040204020203" pitchFamily="34" charset="-122"/>
                        <a:cs typeface="+mn-ea"/>
                        <a:sym typeface="+mn-lt"/>
                      </a:endParaRPr>
                    </a:p>
                  </a:txBody>
                  <a:tcPr marL="91404" marR="91404" marT="45702" marB="45702"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nSpc>
                          <a:spcPct val="120000"/>
                        </a:lnSpc>
                        <a:spcBef>
                          <a:spcPts val="0"/>
                        </a:spcBef>
                        <a:spcAft>
                          <a:spcPts val="0"/>
                        </a:spcAft>
                      </a:pPr>
                      <a:r>
                        <a:rPr lang="zh-CN" altLang="en-US" sz="1600" baseline="0" dirty="0">
                          <a:solidFill>
                            <a:schemeClr val="tx1"/>
                          </a:solidFill>
                          <a:latin typeface="微软雅黑 Light" panose="020B0502040204020203" pitchFamily="34" charset="-122"/>
                          <a:ea typeface="微软雅黑 Light" panose="020B0502040204020203" pitchFamily="34" charset="-122"/>
                          <a:cs typeface="+mn-ea"/>
                          <a:sym typeface="+mn-lt"/>
                        </a:rPr>
                        <a:t>上层协议数据，比如</a:t>
                      </a:r>
                      <a:r>
                        <a:rPr lang="en-US" altLang="zh-CN" sz="1600" baseline="0" dirty="0">
                          <a:solidFill>
                            <a:schemeClr val="tx1"/>
                          </a:solidFill>
                          <a:latin typeface="微软雅黑 Light" panose="020B0502040204020203" pitchFamily="34" charset="-122"/>
                          <a:ea typeface="微软雅黑 Light" panose="020B0502040204020203" pitchFamily="34" charset="-122"/>
                          <a:cs typeface="+mn-ea"/>
                          <a:sym typeface="+mn-lt"/>
                        </a:rPr>
                        <a:t>ICMPv6</a:t>
                      </a:r>
                      <a:r>
                        <a:rPr lang="zh-CN" altLang="en-US" sz="1600" baseline="0" dirty="0">
                          <a:solidFill>
                            <a:schemeClr val="tx1"/>
                          </a:solidFill>
                          <a:latin typeface="微软雅黑 Light" panose="020B0502040204020203" pitchFamily="34" charset="-122"/>
                          <a:ea typeface="微软雅黑 Light" panose="020B0502040204020203" pitchFamily="34" charset="-122"/>
                          <a:cs typeface="+mn-ea"/>
                          <a:sym typeface="+mn-lt"/>
                        </a:rPr>
                        <a:t>等</a:t>
                      </a:r>
                      <a:endParaRPr lang="zh-CN" altLang="en-US" sz="1600" baseline="0" dirty="0">
                        <a:solidFill>
                          <a:schemeClr val="tx1"/>
                        </a:solidFill>
                        <a:latin typeface="微软雅黑 Light" panose="020B0502040204020203" pitchFamily="34" charset="-122"/>
                        <a:ea typeface="微软雅黑 Light" panose="020B0502040204020203" pitchFamily="34" charset="-122"/>
                        <a:cs typeface="+mn-ea"/>
                        <a:sym typeface="+mn-lt"/>
                      </a:endParaRPr>
                    </a:p>
                  </a:txBody>
                  <a:tcPr marL="91404" marR="91404" marT="45702" marB="45702"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tr>
            </a:tbl>
          </a:graphicData>
        </a:graphic>
      </p:graphicFrame>
    </p:spTree>
  </p:cSld>
  <p:clrMapOvr>
    <a:masterClrMapping/>
  </p:clrMapOvr>
</p:sld>
</file>

<file path=ppt/slides/slide1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IPv6</a:t>
            </a:r>
            <a:r>
              <a:rPr lang="zh-CN" altLang="en-US" dirty="0"/>
              <a:t>扩展头典型应用：</a:t>
            </a:r>
            <a:r>
              <a:rPr lang="en-US" altLang="zh-CN" dirty="0"/>
              <a:t>SRv6</a:t>
            </a:r>
            <a:endParaRPr lang="zh-CN" altLang="en-US" dirty="0"/>
          </a:p>
        </p:txBody>
      </p:sp>
      <p:sp>
        <p:nvSpPr>
          <p:cNvPr id="4" name="内容占位符 3"/>
          <p:cNvSpPr>
            <a:spLocks noGrp="1"/>
          </p:cNvSpPr>
          <p:nvPr>
            <p:ph sz="half" idx="2"/>
          </p:nvPr>
        </p:nvSpPr>
        <p:spPr>
          <a:xfrm>
            <a:off x="6681019" y="1052514"/>
            <a:ext cx="5176549" cy="5437187"/>
          </a:xfrm>
        </p:spPr>
        <p:txBody>
          <a:bodyPr>
            <a:normAutofit fontScale="92500"/>
          </a:bodyPr>
          <a:lstStyle/>
          <a:p>
            <a:r>
              <a:rPr lang="zh-CN" altLang="en-US" dirty="0"/>
              <a:t>为了基于</a:t>
            </a:r>
            <a:r>
              <a:rPr lang="en-US" altLang="zh-CN" dirty="0"/>
              <a:t>IPv6</a:t>
            </a:r>
            <a:r>
              <a:rPr lang="zh-CN" altLang="en-US" dirty="0"/>
              <a:t>转发平面实现</a:t>
            </a:r>
            <a:r>
              <a:rPr lang="en-US" altLang="zh-CN" dirty="0"/>
              <a:t>Segment Routing</a:t>
            </a:r>
            <a:r>
              <a:rPr lang="zh-CN" altLang="en-US" dirty="0"/>
              <a:t>，</a:t>
            </a:r>
            <a:r>
              <a:rPr lang="en-US" altLang="zh-CN" dirty="0"/>
              <a:t>IPv6</a:t>
            </a:r>
            <a:r>
              <a:rPr lang="zh-CN" altLang="en-US" dirty="0"/>
              <a:t>路由扩展头（</a:t>
            </a:r>
            <a:r>
              <a:rPr lang="en-US" altLang="zh-CN" dirty="0"/>
              <a:t>Routing Header</a:t>
            </a:r>
            <a:r>
              <a:rPr lang="zh-CN" altLang="en-US" dirty="0"/>
              <a:t>，</a:t>
            </a:r>
            <a:r>
              <a:rPr lang="en-US" altLang="zh-CN" dirty="0"/>
              <a:t>RH</a:t>
            </a:r>
            <a:r>
              <a:rPr lang="zh-CN" altLang="en-US" dirty="0"/>
              <a:t>）新增加一种类型，称作</a:t>
            </a:r>
            <a:r>
              <a:rPr lang="en-US" altLang="zh-CN" dirty="0"/>
              <a:t>SRH</a:t>
            </a:r>
            <a:r>
              <a:rPr lang="zh-CN" altLang="en-US" dirty="0"/>
              <a:t>（</a:t>
            </a:r>
            <a:r>
              <a:rPr lang="en-US" altLang="zh-CN" dirty="0"/>
              <a:t>Segment Routing Header</a:t>
            </a:r>
            <a:r>
              <a:rPr lang="zh-CN" altLang="en-US" dirty="0"/>
              <a:t>）扩展头，该扩展头指定一个</a:t>
            </a:r>
            <a:r>
              <a:rPr lang="en-US" altLang="zh-CN" dirty="0"/>
              <a:t>IPv6</a:t>
            </a:r>
            <a:r>
              <a:rPr lang="zh-CN" altLang="en-US" dirty="0"/>
              <a:t>的显式路径，存储的是</a:t>
            </a:r>
            <a:r>
              <a:rPr lang="en-US" altLang="zh-CN" dirty="0"/>
              <a:t>IPv6</a:t>
            </a:r>
            <a:r>
              <a:rPr lang="zh-CN" altLang="en-US" dirty="0"/>
              <a:t>的</a:t>
            </a:r>
            <a:r>
              <a:rPr lang="en-US" altLang="zh-CN" dirty="0"/>
              <a:t>Segment List</a:t>
            </a:r>
            <a:r>
              <a:rPr lang="zh-CN" altLang="en-US" dirty="0"/>
              <a:t>信息</a:t>
            </a:r>
            <a:endParaRPr lang="zh-CN" altLang="en-US" dirty="0"/>
          </a:p>
          <a:p>
            <a:r>
              <a:rPr lang="zh-CN" altLang="en-US" dirty="0"/>
              <a:t>当</a:t>
            </a:r>
            <a:r>
              <a:rPr lang="en-US" altLang="zh-CN" dirty="0"/>
              <a:t>IPv6</a:t>
            </a:r>
            <a:r>
              <a:rPr lang="zh-CN" altLang="en-US" dirty="0"/>
              <a:t>基本报文头的</a:t>
            </a:r>
            <a:r>
              <a:rPr lang="en-US" altLang="zh-CN" dirty="0"/>
              <a:t>Next Header</a:t>
            </a:r>
            <a:r>
              <a:rPr lang="zh-CN" altLang="en-US" dirty="0"/>
              <a:t>取值为</a:t>
            </a:r>
            <a:r>
              <a:rPr lang="en-US" altLang="zh-CN" dirty="0"/>
              <a:t>43</a:t>
            </a:r>
            <a:r>
              <a:rPr lang="zh-CN" altLang="en-US" dirty="0"/>
              <a:t>，表明下层报文头是</a:t>
            </a:r>
            <a:r>
              <a:rPr lang="en-US" altLang="zh-CN" dirty="0"/>
              <a:t>RH</a:t>
            </a:r>
            <a:r>
              <a:rPr lang="zh-CN" altLang="en-US" dirty="0"/>
              <a:t>；当</a:t>
            </a:r>
            <a:r>
              <a:rPr lang="en-US" altLang="zh-CN" dirty="0"/>
              <a:t>Routing Type</a:t>
            </a:r>
            <a:r>
              <a:rPr lang="zh-CN" altLang="en-US" dirty="0"/>
              <a:t>取值为</a:t>
            </a:r>
            <a:r>
              <a:rPr lang="en-US" altLang="zh-CN" dirty="0"/>
              <a:t>4</a:t>
            </a:r>
            <a:r>
              <a:rPr lang="zh-CN" altLang="en-US" dirty="0"/>
              <a:t>，表明</a:t>
            </a:r>
            <a:r>
              <a:rPr lang="en-US" altLang="zh-CN" dirty="0"/>
              <a:t>RH</a:t>
            </a:r>
            <a:r>
              <a:rPr lang="zh-CN" altLang="en-US" dirty="0"/>
              <a:t>的具体类型是</a:t>
            </a:r>
            <a:r>
              <a:rPr lang="en-US" altLang="zh-CN" dirty="0"/>
              <a:t>SRH</a:t>
            </a:r>
            <a:endParaRPr lang="zh-CN" altLang="en-US" dirty="0"/>
          </a:p>
        </p:txBody>
      </p:sp>
      <p:sp>
        <p:nvSpPr>
          <p:cNvPr id="5" name="灯片编号占位符 4"/>
          <p:cNvSpPr>
            <a:spLocks noGrp="1"/>
          </p:cNvSpPr>
          <p:nvPr>
            <p:ph type="sldNum" sz="quarter" idx="12"/>
          </p:nvPr>
        </p:nvSpPr>
        <p:spPr/>
        <p:txBody>
          <a:bodyPr/>
          <a:lstStyle/>
          <a:p>
            <a:pPr>
              <a:defRPr/>
            </a:pPr>
            <a:fld id="{5ACAED0A-32C0-459D-9CE5-9FDF4154FCB4}" type="slidenum">
              <a:rPr lang="en-US" altLang="zh-CN" smtClean="0"/>
            </a:fld>
            <a:endParaRPr lang="en-US" altLang="zh-CN" dirty="0"/>
          </a:p>
        </p:txBody>
      </p:sp>
      <p:sp>
        <p:nvSpPr>
          <p:cNvPr id="6" name="右大括号 5"/>
          <p:cNvSpPr/>
          <p:nvPr/>
        </p:nvSpPr>
        <p:spPr>
          <a:xfrm>
            <a:off x="6091135" y="3217515"/>
            <a:ext cx="132346" cy="2017426"/>
          </a:xfrm>
          <a:prstGeom prst="rightBrace">
            <a:avLst>
              <a:gd name="adj1" fmla="val 42917"/>
              <a:gd name="adj2" fmla="val 50000"/>
            </a:avLst>
          </a:prstGeom>
          <a:solidFill>
            <a:schemeClr val="accent1">
              <a:lumMod val="90000"/>
            </a:schemeClr>
          </a:solidFill>
          <a:ln w="19050">
            <a:solidFill>
              <a:schemeClr val="accent1">
                <a:lumMod val="9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defTabSz="913765">
              <a:lnSpc>
                <a:spcPct val="120000"/>
              </a:lnSpc>
            </a:pPr>
            <a:endParaRPr lang="zh-CN" altLang="en-US" sz="1800">
              <a:solidFill>
                <a:srgbClr val="1D1D1A"/>
              </a:solidFill>
              <a:latin typeface="微软雅黑 Light" panose="020B0502040204020203" pitchFamily="34" charset="-122"/>
              <a:ea typeface="微软雅黑 Light" panose="020B0502040204020203" pitchFamily="34" charset="-122"/>
              <a:cs typeface="+mn-ea"/>
              <a:sym typeface="+mn-lt"/>
            </a:endParaRPr>
          </a:p>
        </p:txBody>
      </p:sp>
      <p:sp>
        <p:nvSpPr>
          <p:cNvPr id="7" name="矩形 6"/>
          <p:cNvSpPr/>
          <p:nvPr/>
        </p:nvSpPr>
        <p:spPr>
          <a:xfrm rot="5400000">
            <a:off x="5859780" y="4185117"/>
            <a:ext cx="1184940" cy="398314"/>
          </a:xfrm>
          <a:prstGeom prst="rect">
            <a:avLst/>
          </a:prstGeom>
        </p:spPr>
        <p:txBody>
          <a:bodyPr wrap="none">
            <a:spAutoFit/>
          </a:bodyPr>
          <a:lstStyle/>
          <a:p>
            <a:pPr defTabSz="913765">
              <a:lnSpc>
                <a:spcPct val="120000"/>
              </a:lnSpc>
            </a:pPr>
            <a:r>
              <a:rPr lang="en-US" altLang="zh-CN" sz="1800" dirty="0">
                <a:solidFill>
                  <a:srgbClr val="C00000"/>
                </a:solidFill>
                <a:latin typeface="微软雅黑 Light" panose="020B0502040204020203" pitchFamily="34" charset="-122"/>
                <a:ea typeface="微软雅黑 Light" panose="020B0502040204020203" pitchFamily="34" charset="-122"/>
                <a:cs typeface="+mn-ea"/>
                <a:sym typeface="+mn-lt"/>
              </a:rPr>
              <a:t>SRv6 SRH</a:t>
            </a:r>
            <a:endParaRPr lang="zh-CN" altLang="en-US" sz="1800" dirty="0">
              <a:solidFill>
                <a:srgbClr val="C00000"/>
              </a:solidFill>
              <a:latin typeface="微软雅黑 Light" panose="020B0502040204020203" pitchFamily="34" charset="-122"/>
              <a:ea typeface="微软雅黑 Light" panose="020B0502040204020203" pitchFamily="34" charset="-122"/>
              <a:cs typeface="+mn-ea"/>
              <a:sym typeface="+mn-lt"/>
            </a:endParaRPr>
          </a:p>
        </p:txBody>
      </p:sp>
      <p:sp>
        <p:nvSpPr>
          <p:cNvPr id="8" name="矩形 7"/>
          <p:cNvSpPr/>
          <p:nvPr/>
        </p:nvSpPr>
        <p:spPr>
          <a:xfrm>
            <a:off x="334433" y="1796248"/>
            <a:ext cx="674448" cy="355957"/>
          </a:xfrm>
          <a:prstGeom prst="rect">
            <a:avLst/>
          </a:prstGeom>
          <a:solidFill>
            <a:schemeClr val="bg1">
              <a:lumMod val="95000"/>
            </a:schemeClr>
          </a:solid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defTabSz="913765" fontAlgn="ctr">
              <a:lnSpc>
                <a:spcPct val="120000"/>
              </a:lnSpc>
            </a:pPr>
            <a:r>
              <a:rPr lang="en-US" altLang="zh-CN" sz="1200" dirty="0">
                <a:solidFill>
                  <a:prstClr val="black"/>
                </a:solidFill>
                <a:latin typeface="微软雅黑 Light" panose="020B0502040204020203" pitchFamily="34" charset="-122"/>
                <a:ea typeface="微软雅黑 Light" panose="020B0502040204020203" pitchFamily="34" charset="-122"/>
                <a:cs typeface="+mn-ea"/>
                <a:sym typeface="+mn-lt"/>
              </a:rPr>
              <a:t>Version</a:t>
            </a:r>
            <a:endParaRPr lang="zh-CN" altLang="en-US" sz="1200" dirty="0">
              <a:solidFill>
                <a:prstClr val="black"/>
              </a:solidFill>
              <a:latin typeface="微软雅黑 Light" panose="020B0502040204020203" pitchFamily="34" charset="-122"/>
              <a:ea typeface="微软雅黑 Light" panose="020B0502040204020203" pitchFamily="34" charset="-122"/>
              <a:cs typeface="+mn-ea"/>
              <a:sym typeface="+mn-lt"/>
            </a:endParaRPr>
          </a:p>
        </p:txBody>
      </p:sp>
      <p:sp>
        <p:nvSpPr>
          <p:cNvPr id="9" name="矩形 8"/>
          <p:cNvSpPr/>
          <p:nvPr/>
        </p:nvSpPr>
        <p:spPr>
          <a:xfrm>
            <a:off x="1008881" y="1796248"/>
            <a:ext cx="1502898" cy="355957"/>
          </a:xfrm>
          <a:prstGeom prst="rect">
            <a:avLst/>
          </a:prstGeom>
          <a:solidFill>
            <a:schemeClr val="bg1">
              <a:lumMod val="95000"/>
            </a:schemeClr>
          </a:solid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765" fontAlgn="ctr">
              <a:lnSpc>
                <a:spcPct val="120000"/>
              </a:lnSpc>
            </a:pPr>
            <a:r>
              <a:rPr lang="en-US" altLang="zh-CN" sz="1200">
                <a:solidFill>
                  <a:schemeClr val="tx1"/>
                </a:solidFill>
                <a:latin typeface="微软雅黑 Light" panose="020B0502040204020203" pitchFamily="34" charset="-122"/>
                <a:ea typeface="微软雅黑 Light" panose="020B0502040204020203" pitchFamily="34" charset="-122"/>
                <a:cs typeface="+mn-ea"/>
                <a:sym typeface="+mn-lt"/>
              </a:rPr>
              <a:t>Traffic Class</a:t>
            </a:r>
            <a:endParaRPr lang="zh-CN" altLang="en-US" sz="1200" dirty="0">
              <a:solidFill>
                <a:schemeClr val="tx1"/>
              </a:solidFill>
              <a:latin typeface="微软雅黑 Light" panose="020B0502040204020203" pitchFamily="34" charset="-122"/>
              <a:ea typeface="微软雅黑 Light" panose="020B0502040204020203" pitchFamily="34" charset="-122"/>
              <a:cs typeface="+mn-ea"/>
              <a:sym typeface="+mn-lt"/>
            </a:endParaRPr>
          </a:p>
        </p:txBody>
      </p:sp>
      <p:sp>
        <p:nvSpPr>
          <p:cNvPr id="10" name="矩形 9"/>
          <p:cNvSpPr/>
          <p:nvPr/>
        </p:nvSpPr>
        <p:spPr>
          <a:xfrm>
            <a:off x="2511779" y="1796248"/>
            <a:ext cx="3535181" cy="355957"/>
          </a:xfrm>
          <a:prstGeom prst="rect">
            <a:avLst/>
          </a:prstGeom>
          <a:solidFill>
            <a:schemeClr val="bg1">
              <a:lumMod val="95000"/>
            </a:schemeClr>
          </a:solid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765" fontAlgn="ctr">
              <a:lnSpc>
                <a:spcPct val="120000"/>
              </a:lnSpc>
            </a:pPr>
            <a:r>
              <a:rPr lang="en-US" altLang="zh-CN" sz="1200">
                <a:solidFill>
                  <a:schemeClr val="tx1"/>
                </a:solidFill>
                <a:latin typeface="微软雅黑 Light" panose="020B0502040204020203" pitchFamily="34" charset="-122"/>
                <a:ea typeface="微软雅黑 Light" panose="020B0502040204020203" pitchFamily="34" charset="-122"/>
                <a:cs typeface="+mn-ea"/>
                <a:sym typeface="+mn-lt"/>
              </a:rPr>
              <a:t>Flow Label</a:t>
            </a:r>
            <a:endParaRPr lang="zh-CN" altLang="en-US" sz="1200" dirty="0">
              <a:solidFill>
                <a:schemeClr val="tx1"/>
              </a:solidFill>
              <a:latin typeface="微软雅黑 Light" panose="020B0502040204020203" pitchFamily="34" charset="-122"/>
              <a:ea typeface="微软雅黑 Light" panose="020B0502040204020203" pitchFamily="34" charset="-122"/>
              <a:cs typeface="+mn-ea"/>
              <a:sym typeface="+mn-lt"/>
            </a:endParaRPr>
          </a:p>
        </p:txBody>
      </p:sp>
      <p:sp>
        <p:nvSpPr>
          <p:cNvPr id="11" name="矩形 10"/>
          <p:cNvSpPr/>
          <p:nvPr/>
        </p:nvSpPr>
        <p:spPr>
          <a:xfrm>
            <a:off x="4594741" y="2147806"/>
            <a:ext cx="1452218" cy="355957"/>
          </a:xfrm>
          <a:prstGeom prst="rect">
            <a:avLst/>
          </a:prstGeom>
          <a:solidFill>
            <a:schemeClr val="bg1">
              <a:lumMod val="95000"/>
            </a:schemeClr>
          </a:solid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765" fontAlgn="ctr">
              <a:lnSpc>
                <a:spcPct val="120000"/>
              </a:lnSpc>
            </a:pPr>
            <a:r>
              <a:rPr lang="en-US" altLang="zh-CN" sz="1200">
                <a:solidFill>
                  <a:schemeClr val="tx1"/>
                </a:solidFill>
                <a:latin typeface="微软雅黑 Light" panose="020B0502040204020203" pitchFamily="34" charset="-122"/>
                <a:ea typeface="微软雅黑 Light" panose="020B0502040204020203" pitchFamily="34" charset="-122"/>
                <a:cs typeface="+mn-ea"/>
                <a:sym typeface="+mn-lt"/>
              </a:rPr>
              <a:t>Hop Limit</a:t>
            </a:r>
            <a:endParaRPr lang="zh-CN" altLang="en-US" sz="1200" dirty="0">
              <a:solidFill>
                <a:schemeClr val="tx1"/>
              </a:solidFill>
              <a:latin typeface="微软雅黑 Light" panose="020B0502040204020203" pitchFamily="34" charset="-122"/>
              <a:ea typeface="微软雅黑 Light" panose="020B0502040204020203" pitchFamily="34" charset="-122"/>
              <a:cs typeface="+mn-ea"/>
              <a:sym typeface="+mn-lt"/>
            </a:endParaRPr>
          </a:p>
        </p:txBody>
      </p:sp>
      <p:sp>
        <p:nvSpPr>
          <p:cNvPr id="12" name="矩形 11"/>
          <p:cNvSpPr/>
          <p:nvPr/>
        </p:nvSpPr>
        <p:spPr>
          <a:xfrm>
            <a:off x="3186227" y="2147806"/>
            <a:ext cx="1452218" cy="355957"/>
          </a:xfrm>
          <a:prstGeom prst="rect">
            <a:avLst/>
          </a:prstGeom>
          <a:solidFill>
            <a:schemeClr val="bg1">
              <a:lumMod val="95000"/>
            </a:schemeClr>
          </a:solid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151255" fontAlgn="ctr">
              <a:lnSpc>
                <a:spcPct val="120000"/>
              </a:lnSpc>
            </a:pPr>
            <a:r>
              <a:rPr lang="en-US" altLang="zh-CN" sz="1200" b="1" dirty="0">
                <a:solidFill>
                  <a:srgbClr val="C00000"/>
                </a:solidFill>
                <a:latin typeface="微软雅黑 Light" panose="020B0502040204020203" pitchFamily="34" charset="-122"/>
                <a:ea typeface="微软雅黑 Light" panose="020B0502040204020203" pitchFamily="34" charset="-122"/>
                <a:cs typeface="+mn-ea"/>
                <a:sym typeface="+mn-lt"/>
              </a:rPr>
              <a:t>Next Header=43</a:t>
            </a:r>
            <a:endParaRPr lang="zh-CN" altLang="en-US" sz="1200" b="1" dirty="0">
              <a:solidFill>
                <a:srgbClr val="C00000"/>
              </a:solidFill>
              <a:latin typeface="微软雅黑 Light" panose="020B0502040204020203" pitchFamily="34" charset="-122"/>
              <a:ea typeface="微软雅黑 Light" panose="020B0502040204020203" pitchFamily="34" charset="-122"/>
              <a:cs typeface="+mn-ea"/>
              <a:sym typeface="+mn-lt"/>
            </a:endParaRPr>
          </a:p>
        </p:txBody>
      </p:sp>
      <p:sp>
        <p:nvSpPr>
          <p:cNvPr id="13" name="矩形 12"/>
          <p:cNvSpPr/>
          <p:nvPr/>
        </p:nvSpPr>
        <p:spPr>
          <a:xfrm>
            <a:off x="334433" y="2147806"/>
            <a:ext cx="2851792" cy="355957"/>
          </a:xfrm>
          <a:prstGeom prst="rect">
            <a:avLst/>
          </a:prstGeom>
          <a:solidFill>
            <a:schemeClr val="bg1">
              <a:lumMod val="95000"/>
            </a:schemeClr>
          </a:solid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765" fontAlgn="ctr">
              <a:lnSpc>
                <a:spcPct val="120000"/>
              </a:lnSpc>
            </a:pPr>
            <a:r>
              <a:rPr lang="en-US" altLang="zh-CN" sz="1200">
                <a:solidFill>
                  <a:schemeClr val="tx1"/>
                </a:solidFill>
                <a:latin typeface="微软雅黑 Light" panose="020B0502040204020203" pitchFamily="34" charset="-122"/>
                <a:ea typeface="微软雅黑 Light" panose="020B0502040204020203" pitchFamily="34" charset="-122"/>
                <a:cs typeface="+mn-ea"/>
                <a:sym typeface="+mn-lt"/>
              </a:rPr>
              <a:t>Payload Length</a:t>
            </a:r>
            <a:endParaRPr lang="zh-CN" altLang="en-US" sz="1200" dirty="0">
              <a:solidFill>
                <a:schemeClr val="tx1"/>
              </a:solidFill>
              <a:latin typeface="微软雅黑 Light" panose="020B0502040204020203" pitchFamily="34" charset="-122"/>
              <a:ea typeface="微软雅黑 Light" panose="020B0502040204020203" pitchFamily="34" charset="-122"/>
              <a:cs typeface="+mn-ea"/>
              <a:sym typeface="+mn-lt"/>
            </a:endParaRPr>
          </a:p>
        </p:txBody>
      </p:sp>
      <p:sp>
        <p:nvSpPr>
          <p:cNvPr id="14" name="矩形 13"/>
          <p:cNvSpPr/>
          <p:nvPr/>
        </p:nvSpPr>
        <p:spPr>
          <a:xfrm>
            <a:off x="334432" y="2502501"/>
            <a:ext cx="5712526" cy="355957"/>
          </a:xfrm>
          <a:prstGeom prst="rect">
            <a:avLst/>
          </a:prstGeom>
          <a:solidFill>
            <a:schemeClr val="bg1">
              <a:lumMod val="95000"/>
            </a:schemeClr>
          </a:solid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765" fontAlgn="ctr">
              <a:lnSpc>
                <a:spcPct val="120000"/>
              </a:lnSpc>
            </a:pPr>
            <a:r>
              <a:rPr lang="en-US" altLang="zh-CN" sz="1200" dirty="0">
                <a:solidFill>
                  <a:schemeClr val="tx1"/>
                </a:solidFill>
                <a:latin typeface="微软雅黑 Light" panose="020B0502040204020203" pitchFamily="34" charset="-122"/>
                <a:ea typeface="微软雅黑 Light" panose="020B0502040204020203" pitchFamily="34" charset="-122"/>
                <a:cs typeface="+mn-ea"/>
                <a:sym typeface="+mn-lt"/>
              </a:rPr>
              <a:t>IPv6</a:t>
            </a:r>
            <a:r>
              <a:rPr lang="zh-CN" altLang="en-US" sz="1200" dirty="0">
                <a:solidFill>
                  <a:schemeClr val="tx1"/>
                </a:solidFill>
                <a:latin typeface="微软雅黑 Light" panose="020B0502040204020203" pitchFamily="34" charset="-122"/>
                <a:ea typeface="微软雅黑 Light" panose="020B0502040204020203" pitchFamily="34" charset="-122"/>
                <a:cs typeface="+mn-ea"/>
                <a:sym typeface="+mn-lt"/>
              </a:rPr>
              <a:t> </a:t>
            </a:r>
            <a:r>
              <a:rPr lang="en-US" altLang="zh-CN" sz="1200" dirty="0">
                <a:solidFill>
                  <a:schemeClr val="tx1"/>
                </a:solidFill>
                <a:latin typeface="微软雅黑 Light" panose="020B0502040204020203" pitchFamily="34" charset="-122"/>
                <a:ea typeface="微软雅黑 Light" panose="020B0502040204020203" pitchFamily="34" charset="-122"/>
                <a:cs typeface="+mn-ea"/>
                <a:sym typeface="+mn-lt"/>
              </a:rPr>
              <a:t>Source Address (SA)</a:t>
            </a:r>
            <a:endParaRPr lang="zh-CN" altLang="en-US" sz="1200" dirty="0">
              <a:solidFill>
                <a:schemeClr val="tx1"/>
              </a:solidFill>
              <a:latin typeface="微软雅黑 Light" panose="020B0502040204020203" pitchFamily="34" charset="-122"/>
              <a:ea typeface="微软雅黑 Light" panose="020B0502040204020203" pitchFamily="34" charset="-122"/>
              <a:cs typeface="+mn-ea"/>
              <a:sym typeface="+mn-lt"/>
            </a:endParaRPr>
          </a:p>
        </p:txBody>
      </p:sp>
      <p:sp>
        <p:nvSpPr>
          <p:cNvPr id="15" name="矩形 14"/>
          <p:cNvSpPr/>
          <p:nvPr/>
        </p:nvSpPr>
        <p:spPr>
          <a:xfrm>
            <a:off x="334432" y="2857197"/>
            <a:ext cx="5712526" cy="355957"/>
          </a:xfrm>
          <a:prstGeom prst="rect">
            <a:avLst/>
          </a:prstGeom>
          <a:solidFill>
            <a:schemeClr val="bg1">
              <a:lumMod val="95000"/>
            </a:schemeClr>
          </a:solid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765" fontAlgn="ctr">
              <a:lnSpc>
                <a:spcPct val="120000"/>
              </a:lnSpc>
            </a:pPr>
            <a:r>
              <a:rPr lang="en-US" altLang="zh-CN" sz="1200" dirty="0">
                <a:solidFill>
                  <a:schemeClr val="tx1"/>
                </a:solidFill>
                <a:latin typeface="微软雅黑 Light" panose="020B0502040204020203" pitchFamily="34" charset="-122"/>
                <a:ea typeface="微软雅黑 Light" panose="020B0502040204020203" pitchFamily="34" charset="-122"/>
                <a:cs typeface="+mn-ea"/>
                <a:sym typeface="+mn-lt"/>
              </a:rPr>
              <a:t>IPv6 Destination Address (DA)</a:t>
            </a:r>
            <a:endParaRPr lang="zh-CN" altLang="en-US" sz="1200" dirty="0">
              <a:solidFill>
                <a:schemeClr val="tx1"/>
              </a:solidFill>
              <a:latin typeface="微软雅黑 Light" panose="020B0502040204020203" pitchFamily="34" charset="-122"/>
              <a:ea typeface="微软雅黑 Light" panose="020B0502040204020203" pitchFamily="34" charset="-122"/>
              <a:cs typeface="+mn-ea"/>
              <a:sym typeface="+mn-lt"/>
            </a:endParaRPr>
          </a:p>
        </p:txBody>
      </p:sp>
      <p:sp>
        <p:nvSpPr>
          <p:cNvPr id="16" name="矩形 15"/>
          <p:cNvSpPr/>
          <p:nvPr/>
        </p:nvSpPr>
        <p:spPr>
          <a:xfrm>
            <a:off x="334432" y="3911141"/>
            <a:ext cx="5712526" cy="339651"/>
          </a:xfrm>
          <a:prstGeom prst="rect">
            <a:avLst/>
          </a:prstGeom>
          <a:solidFill>
            <a:schemeClr val="accent1">
              <a:lumMod val="9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1225" fontAlgn="ctr">
              <a:lnSpc>
                <a:spcPct val="120000"/>
              </a:lnSpc>
            </a:pPr>
            <a:r>
              <a:rPr lang="en-US" altLang="zh-CN" sz="1200" b="1" dirty="0">
                <a:solidFill>
                  <a:srgbClr val="C00000"/>
                </a:solidFill>
                <a:latin typeface="微软雅黑 Light" panose="020B0502040204020203" pitchFamily="34" charset="-122"/>
                <a:ea typeface="微软雅黑 Light" panose="020B0502040204020203" pitchFamily="34" charset="-122"/>
                <a:cs typeface="+mn-ea"/>
                <a:sym typeface="+mn-lt"/>
              </a:rPr>
              <a:t>Segment List[0]</a:t>
            </a:r>
            <a:endParaRPr lang="zh-CN" altLang="en-US" sz="1200" b="1" dirty="0">
              <a:solidFill>
                <a:srgbClr val="C00000"/>
              </a:solidFill>
              <a:latin typeface="微软雅黑 Light" panose="020B0502040204020203" pitchFamily="34" charset="-122"/>
              <a:ea typeface="微软雅黑 Light" panose="020B0502040204020203" pitchFamily="34" charset="-122"/>
              <a:cs typeface="+mn-ea"/>
              <a:sym typeface="+mn-lt"/>
            </a:endParaRPr>
          </a:p>
        </p:txBody>
      </p:sp>
      <p:sp>
        <p:nvSpPr>
          <p:cNvPr id="17" name="矩形 16"/>
          <p:cNvSpPr/>
          <p:nvPr/>
        </p:nvSpPr>
        <p:spPr>
          <a:xfrm>
            <a:off x="334433" y="3208766"/>
            <a:ext cx="1452218" cy="355957"/>
          </a:xfrm>
          <a:prstGeom prst="rect">
            <a:avLst/>
          </a:prstGeom>
          <a:solidFill>
            <a:schemeClr val="accent1">
              <a:lumMod val="9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151255" fontAlgn="ctr">
              <a:lnSpc>
                <a:spcPct val="120000"/>
              </a:lnSpc>
            </a:pPr>
            <a:r>
              <a:rPr lang="en-US" altLang="zh-CN" sz="1200" b="1" dirty="0">
                <a:solidFill>
                  <a:schemeClr val="tx1"/>
                </a:solidFill>
                <a:latin typeface="微软雅黑 Light" panose="020B0502040204020203" pitchFamily="34" charset="-122"/>
                <a:ea typeface="微软雅黑 Light" panose="020B0502040204020203" pitchFamily="34" charset="-122"/>
                <a:cs typeface="+mn-ea"/>
                <a:sym typeface="+mn-lt"/>
              </a:rPr>
              <a:t>Next Header</a:t>
            </a:r>
            <a:endParaRPr lang="zh-CN" altLang="en-US" sz="1200" b="1" dirty="0">
              <a:solidFill>
                <a:schemeClr val="tx1"/>
              </a:solidFill>
              <a:latin typeface="微软雅黑 Light" panose="020B0502040204020203" pitchFamily="34" charset="-122"/>
              <a:ea typeface="微软雅黑 Light" panose="020B0502040204020203" pitchFamily="34" charset="-122"/>
              <a:cs typeface="+mn-ea"/>
              <a:sym typeface="+mn-lt"/>
            </a:endParaRPr>
          </a:p>
        </p:txBody>
      </p:sp>
      <p:sp>
        <p:nvSpPr>
          <p:cNvPr id="18" name="矩形 17"/>
          <p:cNvSpPr/>
          <p:nvPr/>
        </p:nvSpPr>
        <p:spPr>
          <a:xfrm>
            <a:off x="1785670" y="3208766"/>
            <a:ext cx="1452218" cy="355957"/>
          </a:xfrm>
          <a:prstGeom prst="rect">
            <a:avLst/>
          </a:prstGeom>
          <a:solidFill>
            <a:schemeClr val="accent1">
              <a:lumMod val="9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1225" fontAlgn="ctr">
              <a:lnSpc>
                <a:spcPct val="120000"/>
              </a:lnSpc>
            </a:pPr>
            <a:r>
              <a:rPr lang="en-US" altLang="zh-CN" sz="1200" dirty="0">
                <a:solidFill>
                  <a:schemeClr val="tx1"/>
                </a:solidFill>
                <a:latin typeface="微软雅黑 Light" panose="020B0502040204020203" pitchFamily="34" charset="-122"/>
                <a:ea typeface="微软雅黑 Light" panose="020B0502040204020203" pitchFamily="34" charset="-122"/>
                <a:cs typeface="+mn-ea"/>
                <a:sym typeface="+mn-lt"/>
              </a:rPr>
              <a:t>Hdr Ext Len</a:t>
            </a:r>
            <a:endParaRPr lang="zh-CN" altLang="en-US" sz="1200" dirty="0">
              <a:solidFill>
                <a:schemeClr val="tx1"/>
              </a:solidFill>
              <a:latin typeface="微软雅黑 Light" panose="020B0502040204020203" pitchFamily="34" charset="-122"/>
              <a:ea typeface="微软雅黑 Light" panose="020B0502040204020203" pitchFamily="34" charset="-122"/>
              <a:cs typeface="+mn-ea"/>
              <a:sym typeface="+mn-lt"/>
            </a:endParaRPr>
          </a:p>
        </p:txBody>
      </p:sp>
      <p:sp>
        <p:nvSpPr>
          <p:cNvPr id="19" name="矩形 18"/>
          <p:cNvSpPr/>
          <p:nvPr/>
        </p:nvSpPr>
        <p:spPr>
          <a:xfrm>
            <a:off x="334432" y="5229200"/>
            <a:ext cx="5712526" cy="326136"/>
          </a:xfrm>
          <a:prstGeom prst="rect">
            <a:avLst/>
          </a:prstGeom>
          <a:solidFill>
            <a:schemeClr val="bg1"/>
          </a:solid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1225" fontAlgn="ctr">
              <a:lnSpc>
                <a:spcPct val="120000"/>
              </a:lnSpc>
            </a:pPr>
            <a:r>
              <a:rPr lang="en-US" altLang="zh-CN" sz="1200">
                <a:solidFill>
                  <a:schemeClr val="tx1"/>
                </a:solidFill>
                <a:latin typeface="微软雅黑 Light" panose="020B0502040204020203" pitchFamily="34" charset="-122"/>
                <a:ea typeface="微软雅黑 Light" panose="020B0502040204020203" pitchFamily="34" charset="-122"/>
                <a:cs typeface="+mn-ea"/>
                <a:sym typeface="+mn-lt"/>
              </a:rPr>
              <a:t>Payload</a:t>
            </a:r>
            <a:endParaRPr lang="zh-CN" altLang="en-US" sz="1200" dirty="0">
              <a:solidFill>
                <a:schemeClr val="tx1"/>
              </a:solidFill>
              <a:latin typeface="微软雅黑 Light" panose="020B0502040204020203" pitchFamily="34" charset="-122"/>
              <a:ea typeface="微软雅黑 Light" panose="020B0502040204020203" pitchFamily="34" charset="-122"/>
              <a:cs typeface="+mn-ea"/>
              <a:sym typeface="+mn-lt"/>
            </a:endParaRPr>
          </a:p>
        </p:txBody>
      </p:sp>
      <p:sp>
        <p:nvSpPr>
          <p:cNvPr id="20" name="矩形 19"/>
          <p:cNvSpPr/>
          <p:nvPr/>
        </p:nvSpPr>
        <p:spPr>
          <a:xfrm>
            <a:off x="3216656" y="3208766"/>
            <a:ext cx="1421789" cy="355957"/>
          </a:xfrm>
          <a:prstGeom prst="rect">
            <a:avLst/>
          </a:prstGeom>
          <a:solidFill>
            <a:schemeClr val="accent1">
              <a:lumMod val="9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defTabSz="1151255" fontAlgn="ctr">
              <a:lnSpc>
                <a:spcPct val="120000"/>
              </a:lnSpc>
            </a:pPr>
            <a:r>
              <a:rPr lang="en-US" altLang="zh-CN" sz="1200" b="1" dirty="0">
                <a:solidFill>
                  <a:srgbClr val="C00000"/>
                </a:solidFill>
                <a:latin typeface="微软雅黑 Light" panose="020B0502040204020203" pitchFamily="34" charset="-122"/>
                <a:ea typeface="微软雅黑 Light" panose="020B0502040204020203" pitchFamily="34" charset="-122"/>
                <a:cs typeface="+mn-ea"/>
                <a:sym typeface="+mn-lt"/>
              </a:rPr>
              <a:t>Routing Type=4 </a:t>
            </a:r>
            <a:endParaRPr lang="zh-CN" altLang="en-US" sz="1200" b="1" dirty="0">
              <a:solidFill>
                <a:srgbClr val="C00000"/>
              </a:solidFill>
              <a:latin typeface="微软雅黑 Light" panose="020B0502040204020203" pitchFamily="34" charset="-122"/>
              <a:ea typeface="微软雅黑 Light" panose="020B0502040204020203" pitchFamily="34" charset="-122"/>
              <a:cs typeface="+mn-ea"/>
              <a:sym typeface="+mn-lt"/>
            </a:endParaRPr>
          </a:p>
        </p:txBody>
      </p:sp>
      <p:sp>
        <p:nvSpPr>
          <p:cNvPr id="21" name="矩形 20"/>
          <p:cNvSpPr/>
          <p:nvPr/>
        </p:nvSpPr>
        <p:spPr>
          <a:xfrm>
            <a:off x="4638445" y="3208766"/>
            <a:ext cx="1408514" cy="355957"/>
          </a:xfrm>
          <a:prstGeom prst="rect">
            <a:avLst/>
          </a:prstGeom>
          <a:solidFill>
            <a:schemeClr val="accent1">
              <a:lumMod val="9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1225" fontAlgn="ctr">
              <a:lnSpc>
                <a:spcPct val="120000"/>
              </a:lnSpc>
            </a:pPr>
            <a:r>
              <a:rPr lang="en-US" altLang="zh-CN" sz="1200" dirty="0">
                <a:solidFill>
                  <a:schemeClr val="tx1"/>
                </a:solidFill>
                <a:latin typeface="微软雅黑 Light" panose="020B0502040204020203" pitchFamily="34" charset="-122"/>
                <a:ea typeface="微软雅黑 Light" panose="020B0502040204020203" pitchFamily="34" charset="-122"/>
                <a:cs typeface="+mn-ea"/>
                <a:sym typeface="+mn-lt"/>
              </a:rPr>
              <a:t>Segments Left=2</a:t>
            </a:r>
            <a:endParaRPr lang="zh-CN" altLang="en-US" sz="1200" dirty="0">
              <a:solidFill>
                <a:schemeClr val="tx1"/>
              </a:solidFill>
              <a:latin typeface="微软雅黑 Light" panose="020B0502040204020203" pitchFamily="34" charset="-122"/>
              <a:ea typeface="微软雅黑 Light" panose="020B0502040204020203" pitchFamily="34" charset="-122"/>
              <a:cs typeface="+mn-ea"/>
              <a:sym typeface="+mn-lt"/>
            </a:endParaRPr>
          </a:p>
        </p:txBody>
      </p:sp>
      <p:sp>
        <p:nvSpPr>
          <p:cNvPr id="22" name="矩形 21"/>
          <p:cNvSpPr/>
          <p:nvPr/>
        </p:nvSpPr>
        <p:spPr>
          <a:xfrm>
            <a:off x="334433" y="3559073"/>
            <a:ext cx="1452218" cy="355957"/>
          </a:xfrm>
          <a:prstGeom prst="rect">
            <a:avLst/>
          </a:prstGeom>
          <a:solidFill>
            <a:schemeClr val="accent1">
              <a:lumMod val="9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1225" fontAlgn="ctr">
              <a:lnSpc>
                <a:spcPct val="120000"/>
              </a:lnSpc>
            </a:pPr>
            <a:r>
              <a:rPr lang="en-US" altLang="zh-CN" sz="1200" dirty="0">
                <a:solidFill>
                  <a:schemeClr val="tx1"/>
                </a:solidFill>
                <a:latin typeface="微软雅黑 Light" panose="020B0502040204020203" pitchFamily="34" charset="-122"/>
                <a:ea typeface="微软雅黑 Light" panose="020B0502040204020203" pitchFamily="34" charset="-122"/>
                <a:cs typeface="+mn-ea"/>
                <a:sym typeface="+mn-lt"/>
              </a:rPr>
              <a:t>Last Entry</a:t>
            </a:r>
            <a:endParaRPr lang="zh-CN" altLang="en-US" sz="1200" dirty="0">
              <a:solidFill>
                <a:schemeClr val="tx1"/>
              </a:solidFill>
              <a:latin typeface="微软雅黑 Light" panose="020B0502040204020203" pitchFamily="34" charset="-122"/>
              <a:ea typeface="微软雅黑 Light" panose="020B0502040204020203" pitchFamily="34" charset="-122"/>
              <a:cs typeface="+mn-ea"/>
              <a:sym typeface="+mn-lt"/>
            </a:endParaRPr>
          </a:p>
        </p:txBody>
      </p:sp>
      <p:sp>
        <p:nvSpPr>
          <p:cNvPr id="23" name="矩形 22"/>
          <p:cNvSpPr/>
          <p:nvPr/>
        </p:nvSpPr>
        <p:spPr>
          <a:xfrm>
            <a:off x="1785670" y="3559073"/>
            <a:ext cx="1452218" cy="355957"/>
          </a:xfrm>
          <a:prstGeom prst="rect">
            <a:avLst/>
          </a:prstGeom>
          <a:solidFill>
            <a:schemeClr val="accent1">
              <a:lumMod val="9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1225" fontAlgn="ctr">
              <a:lnSpc>
                <a:spcPct val="120000"/>
              </a:lnSpc>
            </a:pPr>
            <a:r>
              <a:rPr lang="en-US" altLang="zh-CN" sz="1200" dirty="0">
                <a:solidFill>
                  <a:schemeClr val="tx1"/>
                </a:solidFill>
                <a:latin typeface="微软雅黑 Light" panose="020B0502040204020203" pitchFamily="34" charset="-122"/>
                <a:ea typeface="微软雅黑 Light" panose="020B0502040204020203" pitchFamily="34" charset="-122"/>
                <a:cs typeface="+mn-ea"/>
                <a:sym typeface="+mn-lt"/>
              </a:rPr>
              <a:t>Flags</a:t>
            </a:r>
            <a:endParaRPr lang="zh-CN" altLang="en-US" sz="1200" dirty="0">
              <a:solidFill>
                <a:schemeClr val="tx1"/>
              </a:solidFill>
              <a:latin typeface="微软雅黑 Light" panose="020B0502040204020203" pitchFamily="34" charset="-122"/>
              <a:ea typeface="微软雅黑 Light" panose="020B0502040204020203" pitchFamily="34" charset="-122"/>
              <a:cs typeface="+mn-ea"/>
              <a:sym typeface="+mn-lt"/>
            </a:endParaRPr>
          </a:p>
        </p:txBody>
      </p:sp>
      <p:sp>
        <p:nvSpPr>
          <p:cNvPr id="24" name="矩形 23"/>
          <p:cNvSpPr/>
          <p:nvPr/>
        </p:nvSpPr>
        <p:spPr>
          <a:xfrm>
            <a:off x="3216656" y="3559073"/>
            <a:ext cx="2830301" cy="355957"/>
          </a:xfrm>
          <a:prstGeom prst="rect">
            <a:avLst/>
          </a:prstGeom>
          <a:solidFill>
            <a:schemeClr val="accent1">
              <a:lumMod val="9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1225" fontAlgn="ctr">
              <a:lnSpc>
                <a:spcPct val="120000"/>
              </a:lnSpc>
            </a:pPr>
            <a:r>
              <a:rPr lang="en-US" altLang="zh-CN" sz="1200" dirty="0">
                <a:solidFill>
                  <a:schemeClr val="tx1"/>
                </a:solidFill>
                <a:latin typeface="微软雅黑 Light" panose="020B0502040204020203" pitchFamily="34" charset="-122"/>
                <a:ea typeface="微软雅黑 Light" panose="020B0502040204020203" pitchFamily="34" charset="-122"/>
                <a:cs typeface="+mn-ea"/>
                <a:sym typeface="+mn-lt"/>
              </a:rPr>
              <a:t>Tag </a:t>
            </a:r>
            <a:endParaRPr lang="zh-CN" altLang="en-US" sz="1200" dirty="0">
              <a:solidFill>
                <a:schemeClr val="tx1"/>
              </a:solidFill>
              <a:latin typeface="微软雅黑 Light" panose="020B0502040204020203" pitchFamily="34" charset="-122"/>
              <a:ea typeface="微软雅黑 Light" panose="020B0502040204020203" pitchFamily="34" charset="-122"/>
              <a:cs typeface="+mn-ea"/>
              <a:sym typeface="+mn-lt"/>
            </a:endParaRPr>
          </a:p>
        </p:txBody>
      </p:sp>
      <p:sp>
        <p:nvSpPr>
          <p:cNvPr id="25" name="矩形 24"/>
          <p:cNvSpPr/>
          <p:nvPr/>
        </p:nvSpPr>
        <p:spPr>
          <a:xfrm>
            <a:off x="334432" y="4250793"/>
            <a:ext cx="5712526" cy="339651"/>
          </a:xfrm>
          <a:prstGeom prst="rect">
            <a:avLst/>
          </a:prstGeom>
          <a:solidFill>
            <a:schemeClr val="accent1">
              <a:lumMod val="9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1225" fontAlgn="ctr">
              <a:lnSpc>
                <a:spcPct val="120000"/>
              </a:lnSpc>
            </a:pPr>
            <a:r>
              <a:rPr lang="en-US" altLang="zh-CN" sz="1200" b="1" dirty="0">
                <a:solidFill>
                  <a:srgbClr val="C00000"/>
                </a:solidFill>
                <a:latin typeface="微软雅黑 Light" panose="020B0502040204020203" pitchFamily="34" charset="-122"/>
                <a:ea typeface="微软雅黑 Light" panose="020B0502040204020203" pitchFamily="34" charset="-122"/>
                <a:cs typeface="+mn-ea"/>
                <a:sym typeface="+mn-lt"/>
              </a:rPr>
              <a:t>Segment List[1]</a:t>
            </a:r>
            <a:endParaRPr lang="zh-CN" altLang="en-US" sz="1200" b="1" dirty="0">
              <a:solidFill>
                <a:srgbClr val="C00000"/>
              </a:solidFill>
              <a:latin typeface="微软雅黑 Light" panose="020B0502040204020203" pitchFamily="34" charset="-122"/>
              <a:ea typeface="微软雅黑 Light" panose="020B0502040204020203" pitchFamily="34" charset="-122"/>
              <a:cs typeface="+mn-ea"/>
              <a:sym typeface="+mn-lt"/>
            </a:endParaRPr>
          </a:p>
        </p:txBody>
      </p:sp>
      <p:sp>
        <p:nvSpPr>
          <p:cNvPr id="26" name="矩形 25"/>
          <p:cNvSpPr/>
          <p:nvPr/>
        </p:nvSpPr>
        <p:spPr>
          <a:xfrm>
            <a:off x="334432" y="4576928"/>
            <a:ext cx="5712526" cy="339651"/>
          </a:xfrm>
          <a:prstGeom prst="rect">
            <a:avLst/>
          </a:prstGeom>
          <a:solidFill>
            <a:schemeClr val="accent1">
              <a:lumMod val="9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1225" fontAlgn="ctr">
              <a:lnSpc>
                <a:spcPct val="120000"/>
              </a:lnSpc>
            </a:pPr>
            <a:r>
              <a:rPr lang="en-US" altLang="zh-CN" sz="1200" b="1" dirty="0">
                <a:solidFill>
                  <a:srgbClr val="C00000"/>
                </a:solidFill>
                <a:latin typeface="微软雅黑 Light" panose="020B0502040204020203" pitchFamily="34" charset="-122"/>
                <a:ea typeface="微软雅黑 Light" panose="020B0502040204020203" pitchFamily="34" charset="-122"/>
                <a:cs typeface="+mn-ea"/>
                <a:sym typeface="+mn-lt"/>
              </a:rPr>
              <a:t>Segment List[2]</a:t>
            </a:r>
            <a:endParaRPr lang="zh-CN" altLang="en-US" sz="1200" b="1" dirty="0">
              <a:solidFill>
                <a:srgbClr val="C00000"/>
              </a:solidFill>
              <a:latin typeface="微软雅黑 Light" panose="020B0502040204020203" pitchFamily="34" charset="-122"/>
              <a:ea typeface="微软雅黑 Light" panose="020B0502040204020203" pitchFamily="34" charset="-122"/>
              <a:cs typeface="+mn-ea"/>
              <a:sym typeface="+mn-lt"/>
            </a:endParaRPr>
          </a:p>
        </p:txBody>
      </p:sp>
      <p:sp>
        <p:nvSpPr>
          <p:cNvPr id="27" name="矩形 26"/>
          <p:cNvSpPr/>
          <p:nvPr/>
        </p:nvSpPr>
        <p:spPr>
          <a:xfrm>
            <a:off x="334432" y="4903064"/>
            <a:ext cx="5712526" cy="339651"/>
          </a:xfrm>
          <a:prstGeom prst="rect">
            <a:avLst/>
          </a:prstGeom>
          <a:solidFill>
            <a:schemeClr val="accent1">
              <a:lumMod val="9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1225" fontAlgn="ctr">
              <a:lnSpc>
                <a:spcPct val="120000"/>
              </a:lnSpc>
              <a:defRPr/>
            </a:pPr>
            <a:r>
              <a:rPr lang="en-US" altLang="zh-CN" sz="1200" dirty="0">
                <a:solidFill>
                  <a:schemeClr val="tx1"/>
                </a:solidFill>
                <a:latin typeface="微软雅黑 Light" panose="020B0502040204020203" pitchFamily="34" charset="-122"/>
                <a:ea typeface="微软雅黑 Light" panose="020B0502040204020203" pitchFamily="34" charset="-122"/>
                <a:cs typeface="+mn-ea"/>
                <a:sym typeface="+mn-lt"/>
              </a:rPr>
              <a:t>Optional TLV objects</a:t>
            </a:r>
            <a:endParaRPr lang="zh-CN" altLang="en-US" sz="1200" dirty="0">
              <a:solidFill>
                <a:schemeClr val="tx1"/>
              </a:solidFill>
              <a:latin typeface="微软雅黑 Light" panose="020B0502040204020203" pitchFamily="34" charset="-122"/>
              <a:ea typeface="微软雅黑 Light" panose="020B0502040204020203" pitchFamily="34" charset="-122"/>
              <a:cs typeface="+mn-ea"/>
              <a:sym typeface="+mn-lt"/>
            </a:endParaRPr>
          </a:p>
        </p:txBody>
      </p:sp>
    </p:spTree>
  </p:cSld>
  <p:clrMapOvr>
    <a:masterClrMapping/>
  </p:clrMapOvr>
</p:sld>
</file>

<file path=ppt/slides/slide199.xml><?xml version="1.0" encoding="utf-8"?>
<p:sld xmlns:a="http://schemas.openxmlformats.org/drawingml/2006/main" xmlns:r="http://schemas.openxmlformats.org/officeDocument/2006/relationships" xmlns:p="http://schemas.openxmlformats.org/presentationml/2006/main">
  <p:cSld>
    <p:bg>
      <p:bgPr>
        <a:solidFill>
          <a:schemeClr val="accent3"/>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IPv6</a:t>
            </a:r>
            <a:r>
              <a:rPr lang="zh-CN" altLang="en-US" dirty="0"/>
              <a:t>地址</a:t>
            </a:r>
            <a:endParaRPr lang="zh-CN" altLang="en-US" dirty="0"/>
          </a:p>
        </p:txBody>
      </p:sp>
      <p:sp>
        <p:nvSpPr>
          <p:cNvPr id="3" name="内容占位符 2"/>
          <p:cNvSpPr>
            <a:spLocks noGrp="1"/>
          </p:cNvSpPr>
          <p:nvPr>
            <p:ph idx="1"/>
          </p:nvPr>
        </p:nvSpPr>
        <p:spPr>
          <a:xfrm>
            <a:off x="334434" y="1052515"/>
            <a:ext cx="11523133" cy="1080342"/>
          </a:xfrm>
        </p:spPr>
        <p:txBody>
          <a:bodyPr/>
          <a:lstStyle/>
          <a:p>
            <a:r>
              <a:rPr lang="en-US" altLang="zh-CN" dirty="0"/>
              <a:t>IPv6</a:t>
            </a:r>
            <a:r>
              <a:rPr lang="zh-CN" altLang="en-US" dirty="0"/>
              <a:t>地址的长度为</a:t>
            </a:r>
            <a:r>
              <a:rPr lang="en-US" altLang="zh-CN" dirty="0"/>
              <a:t>128 bit</a:t>
            </a:r>
            <a:r>
              <a:rPr lang="zh-CN" altLang="en-US" dirty="0"/>
              <a:t>。一般用冒号分割为</a:t>
            </a:r>
            <a:r>
              <a:rPr lang="en-US" altLang="zh-CN" dirty="0"/>
              <a:t>8</a:t>
            </a:r>
            <a:r>
              <a:rPr lang="zh-CN" altLang="en-US" dirty="0"/>
              <a:t>段，每一段</a:t>
            </a:r>
            <a:r>
              <a:rPr lang="en-US" altLang="zh-CN" dirty="0"/>
              <a:t>16 bit</a:t>
            </a:r>
            <a:r>
              <a:rPr lang="zh-CN" altLang="en-US" dirty="0"/>
              <a:t>，每一段内用十六进制表示。地址中的字母大小写不敏感</a:t>
            </a:r>
            <a:endParaRPr lang="zh-CN" altLang="en-US" dirty="0"/>
          </a:p>
        </p:txBody>
      </p:sp>
      <p:sp>
        <p:nvSpPr>
          <p:cNvPr id="4" name="灯片编号占位符 3"/>
          <p:cNvSpPr>
            <a:spLocks noGrp="1"/>
          </p:cNvSpPr>
          <p:nvPr>
            <p:ph type="sldNum" sz="quarter" idx="12"/>
          </p:nvPr>
        </p:nvSpPr>
        <p:spPr/>
        <p:txBody>
          <a:bodyPr/>
          <a:lstStyle/>
          <a:p>
            <a:pPr>
              <a:defRPr/>
            </a:pPr>
            <a:fld id="{816960B2-2B11-492C-B588-5290E1274F96}" type="slidenum">
              <a:rPr lang="en-US" altLang="zh-CN" smtClean="0"/>
            </a:fld>
            <a:endParaRPr lang="en-US" altLang="zh-CN" dirty="0"/>
          </a:p>
        </p:txBody>
      </p:sp>
      <p:sp>
        <p:nvSpPr>
          <p:cNvPr id="5" name="内容占位符 2"/>
          <p:cNvSpPr txBox="1"/>
          <p:nvPr/>
        </p:nvSpPr>
        <p:spPr bwMode="auto">
          <a:xfrm>
            <a:off x="355327" y="3644802"/>
            <a:ext cx="11523133" cy="28085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normAutofit/>
          </a:bodyPr>
          <a:lstStyle>
            <a:lvl1pPr marL="342900" indent="-342900" algn="l" rtl="0" eaLnBrk="1" fontAlgn="base" hangingPunct="1">
              <a:spcBef>
                <a:spcPct val="20000"/>
              </a:spcBef>
              <a:spcAft>
                <a:spcPct val="0"/>
              </a:spcAft>
              <a:buClr>
                <a:srgbClr val="C80000"/>
              </a:buClr>
              <a:buSzPct val="80000"/>
              <a:buFont typeface="Wingdings" panose="05000000000000000000" pitchFamily="2" charset="2"/>
              <a:buChar char="n"/>
              <a:defRPr sz="2800" baseline="0">
                <a:solidFill>
                  <a:schemeClr val="tx1"/>
                </a:solidFill>
                <a:latin typeface="微软雅黑 Light" panose="020B0502040204020203" pitchFamily="34" charset="-122"/>
                <a:ea typeface="微软雅黑 Light" panose="020B0502040204020203" pitchFamily="34" charset="-122"/>
                <a:cs typeface="Times New Roman" panose="02020603050405020304" pitchFamily="18" charset="0"/>
              </a:defRPr>
            </a:lvl1pPr>
            <a:lvl2pPr marL="742950" indent="-285750" algn="l" rtl="0" eaLnBrk="1" fontAlgn="base" hangingPunct="1">
              <a:spcBef>
                <a:spcPct val="20000"/>
              </a:spcBef>
              <a:spcAft>
                <a:spcPct val="0"/>
              </a:spcAft>
              <a:buClr>
                <a:srgbClr val="00C800"/>
              </a:buClr>
              <a:buSzPct val="80000"/>
              <a:buFont typeface="Wingdings" panose="05000000000000000000" pitchFamily="2" charset="2"/>
              <a:buChar char="n"/>
              <a:defRPr sz="2400" baseline="0">
                <a:solidFill>
                  <a:schemeClr val="tx1"/>
                </a:solidFill>
                <a:latin typeface="微软雅黑 Light" panose="020B0502040204020203" pitchFamily="34" charset="-122"/>
                <a:ea typeface="微软雅黑 Light" panose="020B0502040204020203" pitchFamily="34" charset="-122"/>
                <a:cs typeface="Times New Roman" panose="02020603050405020304" pitchFamily="18" charset="0"/>
              </a:defRPr>
            </a:lvl2pPr>
            <a:lvl3pPr marL="1143000" indent="-228600" algn="l" rtl="0" eaLnBrk="1" fontAlgn="base" hangingPunct="1">
              <a:spcBef>
                <a:spcPct val="20000"/>
              </a:spcBef>
              <a:spcAft>
                <a:spcPct val="0"/>
              </a:spcAft>
              <a:buClr>
                <a:srgbClr val="0000C8"/>
              </a:buClr>
              <a:buSzPct val="80000"/>
              <a:buFont typeface="Wingdings" panose="05000000000000000000" pitchFamily="2" charset="2"/>
              <a:buChar char="n"/>
              <a:defRPr sz="2000" baseline="0">
                <a:solidFill>
                  <a:schemeClr val="tx1"/>
                </a:solidFill>
                <a:latin typeface="微软雅黑 Light" panose="020B0502040204020203" pitchFamily="34" charset="-122"/>
                <a:ea typeface="微软雅黑 Light" panose="020B0502040204020203" pitchFamily="34" charset="-122"/>
                <a:cs typeface="Times New Roman" panose="02020603050405020304" pitchFamily="18" charset="0"/>
              </a:defRPr>
            </a:lvl3pPr>
            <a:lvl4pPr marL="1600200" indent="-228600" algn="l" rtl="0" eaLnBrk="1" fontAlgn="base" hangingPunct="1">
              <a:spcBef>
                <a:spcPct val="20000"/>
              </a:spcBef>
              <a:spcAft>
                <a:spcPct val="0"/>
              </a:spcAft>
              <a:buClr>
                <a:srgbClr val="FF7F00"/>
              </a:buClr>
              <a:buSzPct val="80000"/>
              <a:buFont typeface="Wingdings" panose="05000000000000000000" pitchFamily="2" charset="2"/>
              <a:buChar char="u"/>
              <a:defRPr sz="1800" baseline="0">
                <a:solidFill>
                  <a:schemeClr val="tx1"/>
                </a:solidFill>
                <a:latin typeface="微软雅黑 Light" panose="020B0502040204020203" pitchFamily="34" charset="-122"/>
                <a:ea typeface="微软雅黑 Light" panose="020B0502040204020203" pitchFamily="34" charset="-122"/>
                <a:cs typeface="Times New Roman" panose="02020603050405020304" pitchFamily="18" charset="0"/>
              </a:defRPr>
            </a:lvl4pPr>
            <a:lvl5pPr marL="2057400" indent="-228600" algn="l" rtl="0" eaLnBrk="1" fontAlgn="base" hangingPunct="1">
              <a:spcBef>
                <a:spcPct val="20000"/>
              </a:spcBef>
              <a:spcAft>
                <a:spcPct val="0"/>
              </a:spcAft>
              <a:buSzPct val="80000"/>
              <a:buFont typeface="Wingdings" panose="05000000000000000000" pitchFamily="2" charset="2"/>
              <a:buChar char="Ø"/>
              <a:defRPr sz="1800" baseline="0">
                <a:solidFill>
                  <a:schemeClr val="tx1"/>
                </a:solidFill>
                <a:latin typeface="微软雅黑 Light" panose="020B0502040204020203" pitchFamily="34" charset="-122"/>
                <a:ea typeface="微软雅黑 Light" panose="020B0502040204020203" pitchFamily="34" charset="-122"/>
                <a:cs typeface="Times New Roman" panose="02020603050405020304" pitchFamily="18" charset="0"/>
              </a:defRPr>
            </a:lvl5pPr>
            <a:lvl6pPr marL="2514600" indent="-228600" algn="l" rtl="0" fontAlgn="base">
              <a:spcBef>
                <a:spcPct val="20000"/>
              </a:spcBef>
              <a:spcAft>
                <a:spcPct val="0"/>
              </a:spcAft>
              <a:buSzPct val="80000"/>
              <a:buFont typeface="Wingdings" panose="05000000000000000000" pitchFamily="2" charset="2"/>
              <a:buChar char="Ø"/>
              <a:defRPr sz="2000">
                <a:solidFill>
                  <a:schemeClr val="tx1"/>
                </a:solidFill>
                <a:latin typeface="+mn-lt"/>
                <a:ea typeface="+mn-ea"/>
              </a:defRPr>
            </a:lvl6pPr>
            <a:lvl7pPr marL="2971800" indent="-228600" algn="l" rtl="0" fontAlgn="base">
              <a:spcBef>
                <a:spcPct val="20000"/>
              </a:spcBef>
              <a:spcAft>
                <a:spcPct val="0"/>
              </a:spcAft>
              <a:buSzPct val="80000"/>
              <a:buFont typeface="Wingdings" panose="05000000000000000000" pitchFamily="2" charset="2"/>
              <a:buChar char="Ø"/>
              <a:defRPr sz="2000">
                <a:solidFill>
                  <a:schemeClr val="tx1"/>
                </a:solidFill>
                <a:latin typeface="+mn-lt"/>
                <a:ea typeface="+mn-ea"/>
              </a:defRPr>
            </a:lvl7pPr>
            <a:lvl8pPr marL="3429000" indent="-228600" algn="l" rtl="0" fontAlgn="base">
              <a:spcBef>
                <a:spcPct val="20000"/>
              </a:spcBef>
              <a:spcAft>
                <a:spcPct val="0"/>
              </a:spcAft>
              <a:buSzPct val="80000"/>
              <a:buFont typeface="Wingdings" panose="05000000000000000000" pitchFamily="2" charset="2"/>
              <a:buChar char="Ø"/>
              <a:defRPr sz="2000">
                <a:solidFill>
                  <a:schemeClr val="tx1"/>
                </a:solidFill>
                <a:latin typeface="+mn-lt"/>
                <a:ea typeface="+mn-ea"/>
              </a:defRPr>
            </a:lvl8pPr>
            <a:lvl9pPr marL="3886200" indent="-228600" algn="l" rtl="0" fontAlgn="base">
              <a:spcBef>
                <a:spcPct val="20000"/>
              </a:spcBef>
              <a:spcAft>
                <a:spcPct val="0"/>
              </a:spcAft>
              <a:buSzPct val="80000"/>
              <a:buFont typeface="Wingdings" panose="05000000000000000000" pitchFamily="2" charset="2"/>
              <a:buChar char="Ø"/>
              <a:defRPr sz="2000">
                <a:solidFill>
                  <a:schemeClr val="tx1"/>
                </a:solidFill>
                <a:latin typeface="+mn-lt"/>
                <a:ea typeface="+mn-ea"/>
              </a:defRPr>
            </a:lvl9pPr>
          </a:lstStyle>
          <a:p>
            <a:r>
              <a:rPr lang="en-US" altLang="zh-CN" kern="0" dirty="0"/>
              <a:t>IPv6</a:t>
            </a:r>
            <a:r>
              <a:rPr lang="zh-CN" altLang="en-US" kern="0" dirty="0"/>
              <a:t>用“</a:t>
            </a:r>
            <a:r>
              <a:rPr lang="en-US" altLang="zh-CN" kern="0" dirty="0"/>
              <a:t>IPv6</a:t>
            </a:r>
            <a:r>
              <a:rPr lang="zh-CN" altLang="en-US" kern="0" dirty="0"/>
              <a:t>地址</a:t>
            </a:r>
            <a:r>
              <a:rPr lang="en-US" altLang="zh-CN" kern="0" dirty="0"/>
              <a:t>/</a:t>
            </a:r>
            <a:r>
              <a:rPr lang="zh-CN" altLang="en-US" kern="0" dirty="0"/>
              <a:t>掩码长度”的方式来表示</a:t>
            </a:r>
            <a:r>
              <a:rPr lang="en-US" altLang="zh-CN" kern="0" dirty="0"/>
              <a:t>IPv6</a:t>
            </a:r>
            <a:r>
              <a:rPr lang="zh-CN" altLang="en-US" kern="0" dirty="0"/>
              <a:t>地址</a:t>
            </a:r>
            <a:endParaRPr lang="en-US" altLang="zh-CN" kern="0" dirty="0"/>
          </a:p>
          <a:p>
            <a:pPr lvl="1"/>
            <a:r>
              <a:rPr lang="zh-CN" altLang="de-DE" kern="0" dirty="0"/>
              <a:t>例如</a:t>
            </a:r>
            <a:r>
              <a:rPr lang="zh-CN" altLang="en-US" kern="0" dirty="0"/>
              <a:t>：       </a:t>
            </a:r>
            <a:r>
              <a:rPr lang="de-DE" altLang="zh-CN" kern="0" dirty="0"/>
              <a:t>2001:0DB8:2345:CD30:1230:4567:89AB:CDEF/64</a:t>
            </a:r>
            <a:endParaRPr lang="de-DE" altLang="zh-CN" kern="0" dirty="0"/>
          </a:p>
          <a:p>
            <a:pPr lvl="1"/>
            <a:r>
              <a:rPr lang="zh-CN" altLang="en-US" kern="0" dirty="0"/>
              <a:t>网络前缀：</a:t>
            </a:r>
            <a:r>
              <a:rPr lang="en-US" altLang="zh-CN" kern="0" dirty="0"/>
              <a:t>2001:0DB8:2345:CD30::/64</a:t>
            </a:r>
            <a:endParaRPr lang="de-DE" altLang="zh-CN" kern="0" dirty="0"/>
          </a:p>
          <a:p>
            <a:endParaRPr lang="en-US" altLang="zh-CN" kern="0" dirty="0"/>
          </a:p>
          <a:p>
            <a:pPr lvl="1"/>
            <a:endParaRPr lang="zh-CN" altLang="en-US" kern="0" dirty="0"/>
          </a:p>
        </p:txBody>
      </p:sp>
      <p:grpSp>
        <p:nvGrpSpPr>
          <p:cNvPr id="31" name="组合 30"/>
          <p:cNvGrpSpPr/>
          <p:nvPr/>
        </p:nvGrpSpPr>
        <p:grpSpPr>
          <a:xfrm>
            <a:off x="1855594" y="2129544"/>
            <a:ext cx="863759" cy="449259"/>
            <a:chOff x="1250457" y="1924232"/>
            <a:chExt cx="864096" cy="449434"/>
          </a:xfrm>
        </p:grpSpPr>
        <p:sp>
          <p:nvSpPr>
            <p:cNvPr id="32" name="右大括号 5"/>
            <p:cNvSpPr/>
            <p:nvPr/>
          </p:nvSpPr>
          <p:spPr>
            <a:xfrm rot="16200000">
              <a:off x="1658623" y="1917736"/>
              <a:ext cx="103670" cy="808190"/>
            </a:xfrm>
            <a:prstGeom prst="rightBrace">
              <a:avLst/>
            </a:prstGeom>
            <a:noFill/>
            <a:ln w="19050" cap="flat" cmpd="sng" algn="ctr">
              <a:solidFill>
                <a:sysClr val="window" lastClr="FFFFFF">
                  <a:lumMod val="50000"/>
                </a:sysClr>
              </a:solidFill>
              <a:prstDash val="solid"/>
              <a:miter lim="800000"/>
              <a:headEnd type="none" w="med" len="med"/>
              <a:tailEnd type="none" w="med" len="med"/>
            </a:ln>
            <a:effectLst/>
          </p:spPr>
          <p:txBody>
            <a:bodyPr rtlCol="0" anchor="ctr"/>
            <a:lstStyle/>
            <a:p>
              <a:pPr algn="ctr" defTabSz="913765">
                <a:lnSpc>
                  <a:spcPct val="120000"/>
                </a:lnSpc>
                <a:defRPr/>
              </a:pPr>
              <a:endParaRPr lang="zh-CN" altLang="en-US" sz="1400" kern="0" dirty="0">
                <a:solidFill>
                  <a:prstClr val="black"/>
                </a:solidFill>
                <a:latin typeface="微软雅黑 Light" panose="020B0502040204020203" pitchFamily="34" charset="-122"/>
                <a:ea typeface="微软雅黑 Light" panose="020B0502040204020203" pitchFamily="34" charset="-122"/>
                <a:cs typeface="+mn-ea"/>
                <a:sym typeface="+mn-lt"/>
              </a:endParaRPr>
            </a:p>
          </p:txBody>
        </p:sp>
        <p:sp>
          <p:nvSpPr>
            <p:cNvPr id="33" name="矩形 6"/>
            <p:cNvSpPr/>
            <p:nvPr/>
          </p:nvSpPr>
          <p:spPr>
            <a:xfrm>
              <a:off x="1250457" y="1924232"/>
              <a:ext cx="864096" cy="330412"/>
            </a:xfrm>
            <a:prstGeom prst="rect">
              <a:avLst/>
            </a:prstGeom>
          </p:spPr>
          <p:txBody>
            <a:bodyPr wrap="square">
              <a:spAutoFit/>
            </a:bodyPr>
            <a:lstStyle/>
            <a:p>
              <a:pPr algn="ctr">
                <a:lnSpc>
                  <a:spcPct val="120000"/>
                </a:lnSpc>
              </a:pPr>
              <a:r>
                <a:rPr lang="en-US" altLang="zh-CN" sz="1400" dirty="0">
                  <a:solidFill>
                    <a:prstClr val="black"/>
                  </a:solidFill>
                  <a:latin typeface="微软雅黑 Light" panose="020B0502040204020203" pitchFamily="34" charset="-122"/>
                  <a:ea typeface="微软雅黑 Light" panose="020B0502040204020203" pitchFamily="34" charset="-122"/>
                  <a:cs typeface="+mn-ea"/>
                  <a:sym typeface="+mn-lt"/>
                </a:rPr>
                <a:t>16 bit</a:t>
              </a:r>
              <a:endParaRPr lang="zh-CN" altLang="en-US" sz="1400" dirty="0">
                <a:solidFill>
                  <a:prstClr val="black"/>
                </a:solidFill>
                <a:latin typeface="微软雅黑 Light" panose="020B0502040204020203" pitchFamily="34" charset="-122"/>
                <a:ea typeface="微软雅黑 Light" panose="020B0502040204020203" pitchFamily="34" charset="-122"/>
                <a:cs typeface="+mn-ea"/>
                <a:sym typeface="+mn-lt"/>
              </a:endParaRPr>
            </a:p>
          </p:txBody>
        </p:sp>
      </p:grpSp>
      <p:grpSp>
        <p:nvGrpSpPr>
          <p:cNvPr id="34" name="组合 33"/>
          <p:cNvGrpSpPr/>
          <p:nvPr/>
        </p:nvGrpSpPr>
        <p:grpSpPr>
          <a:xfrm>
            <a:off x="2938428" y="2129544"/>
            <a:ext cx="863759" cy="449259"/>
            <a:chOff x="1250457" y="1924232"/>
            <a:chExt cx="864096" cy="449434"/>
          </a:xfrm>
        </p:grpSpPr>
        <p:sp>
          <p:nvSpPr>
            <p:cNvPr id="35" name="右大括号 5"/>
            <p:cNvSpPr/>
            <p:nvPr/>
          </p:nvSpPr>
          <p:spPr>
            <a:xfrm rot="16200000">
              <a:off x="1658623" y="1917736"/>
              <a:ext cx="103670" cy="808190"/>
            </a:xfrm>
            <a:prstGeom prst="rightBrace">
              <a:avLst/>
            </a:prstGeom>
            <a:noFill/>
            <a:ln w="19050" cap="flat" cmpd="sng" algn="ctr">
              <a:solidFill>
                <a:sysClr val="window" lastClr="FFFFFF">
                  <a:lumMod val="50000"/>
                </a:sysClr>
              </a:solidFill>
              <a:prstDash val="solid"/>
              <a:miter lim="800000"/>
              <a:headEnd type="none" w="med" len="med"/>
              <a:tailEnd type="none" w="med" len="med"/>
            </a:ln>
            <a:effectLst/>
          </p:spPr>
          <p:txBody>
            <a:bodyPr rtlCol="0" anchor="ctr"/>
            <a:lstStyle/>
            <a:p>
              <a:pPr algn="ctr" defTabSz="913765">
                <a:lnSpc>
                  <a:spcPct val="120000"/>
                </a:lnSpc>
                <a:defRPr/>
              </a:pPr>
              <a:endParaRPr lang="zh-CN" altLang="en-US" sz="1400" kern="0" dirty="0">
                <a:solidFill>
                  <a:prstClr val="black"/>
                </a:solidFill>
                <a:latin typeface="微软雅黑 Light" panose="020B0502040204020203" pitchFamily="34" charset="-122"/>
                <a:ea typeface="微软雅黑 Light" panose="020B0502040204020203" pitchFamily="34" charset="-122"/>
                <a:cs typeface="+mn-ea"/>
                <a:sym typeface="+mn-lt"/>
              </a:endParaRPr>
            </a:p>
          </p:txBody>
        </p:sp>
        <p:sp>
          <p:nvSpPr>
            <p:cNvPr id="36" name="矩形 6"/>
            <p:cNvSpPr/>
            <p:nvPr/>
          </p:nvSpPr>
          <p:spPr>
            <a:xfrm>
              <a:off x="1250457" y="1924232"/>
              <a:ext cx="864096" cy="330412"/>
            </a:xfrm>
            <a:prstGeom prst="rect">
              <a:avLst/>
            </a:prstGeom>
          </p:spPr>
          <p:txBody>
            <a:bodyPr wrap="square">
              <a:spAutoFit/>
            </a:bodyPr>
            <a:lstStyle/>
            <a:p>
              <a:pPr algn="ctr">
                <a:lnSpc>
                  <a:spcPct val="120000"/>
                </a:lnSpc>
              </a:pPr>
              <a:r>
                <a:rPr lang="en-US" altLang="zh-CN" sz="1400" dirty="0">
                  <a:solidFill>
                    <a:prstClr val="black"/>
                  </a:solidFill>
                  <a:latin typeface="微软雅黑 Light" panose="020B0502040204020203" pitchFamily="34" charset="-122"/>
                  <a:ea typeface="微软雅黑 Light" panose="020B0502040204020203" pitchFamily="34" charset="-122"/>
                  <a:cs typeface="+mn-ea"/>
                  <a:sym typeface="+mn-lt"/>
                </a:rPr>
                <a:t>16 bit</a:t>
              </a:r>
              <a:endParaRPr lang="zh-CN" altLang="en-US" sz="1400" dirty="0">
                <a:solidFill>
                  <a:prstClr val="black"/>
                </a:solidFill>
                <a:latin typeface="微软雅黑 Light" panose="020B0502040204020203" pitchFamily="34" charset="-122"/>
                <a:ea typeface="微软雅黑 Light" panose="020B0502040204020203" pitchFamily="34" charset="-122"/>
                <a:cs typeface="+mn-ea"/>
                <a:sym typeface="+mn-lt"/>
              </a:endParaRPr>
            </a:p>
          </p:txBody>
        </p:sp>
      </p:grpSp>
      <p:grpSp>
        <p:nvGrpSpPr>
          <p:cNvPr id="37" name="组合 36"/>
          <p:cNvGrpSpPr/>
          <p:nvPr/>
        </p:nvGrpSpPr>
        <p:grpSpPr>
          <a:xfrm>
            <a:off x="4021262" y="2129544"/>
            <a:ext cx="863759" cy="449259"/>
            <a:chOff x="1250457" y="1924232"/>
            <a:chExt cx="864096" cy="449434"/>
          </a:xfrm>
        </p:grpSpPr>
        <p:sp>
          <p:nvSpPr>
            <p:cNvPr id="38" name="右大括号 5"/>
            <p:cNvSpPr/>
            <p:nvPr/>
          </p:nvSpPr>
          <p:spPr>
            <a:xfrm rot="16200000">
              <a:off x="1658623" y="1917736"/>
              <a:ext cx="103670" cy="808190"/>
            </a:xfrm>
            <a:prstGeom prst="rightBrace">
              <a:avLst/>
            </a:prstGeom>
            <a:noFill/>
            <a:ln w="19050" cap="flat" cmpd="sng" algn="ctr">
              <a:solidFill>
                <a:sysClr val="window" lastClr="FFFFFF">
                  <a:lumMod val="50000"/>
                </a:sysClr>
              </a:solidFill>
              <a:prstDash val="solid"/>
              <a:miter lim="800000"/>
              <a:headEnd type="none" w="med" len="med"/>
              <a:tailEnd type="none" w="med" len="med"/>
            </a:ln>
            <a:effectLst/>
          </p:spPr>
          <p:txBody>
            <a:bodyPr rtlCol="0" anchor="ctr"/>
            <a:lstStyle/>
            <a:p>
              <a:pPr algn="ctr" defTabSz="913765">
                <a:lnSpc>
                  <a:spcPct val="120000"/>
                </a:lnSpc>
                <a:defRPr/>
              </a:pPr>
              <a:endParaRPr lang="zh-CN" altLang="en-US" sz="1400" kern="0" dirty="0">
                <a:solidFill>
                  <a:prstClr val="black"/>
                </a:solidFill>
                <a:latin typeface="微软雅黑 Light" panose="020B0502040204020203" pitchFamily="34" charset="-122"/>
                <a:ea typeface="微软雅黑 Light" panose="020B0502040204020203" pitchFamily="34" charset="-122"/>
                <a:cs typeface="+mn-ea"/>
                <a:sym typeface="+mn-lt"/>
              </a:endParaRPr>
            </a:p>
          </p:txBody>
        </p:sp>
        <p:sp>
          <p:nvSpPr>
            <p:cNvPr id="39" name="矩形 6"/>
            <p:cNvSpPr/>
            <p:nvPr/>
          </p:nvSpPr>
          <p:spPr>
            <a:xfrm>
              <a:off x="1250457" y="1924232"/>
              <a:ext cx="864096" cy="330412"/>
            </a:xfrm>
            <a:prstGeom prst="rect">
              <a:avLst/>
            </a:prstGeom>
          </p:spPr>
          <p:txBody>
            <a:bodyPr wrap="square">
              <a:spAutoFit/>
            </a:bodyPr>
            <a:lstStyle/>
            <a:p>
              <a:pPr algn="ctr">
                <a:lnSpc>
                  <a:spcPct val="120000"/>
                </a:lnSpc>
              </a:pPr>
              <a:r>
                <a:rPr lang="en-US" altLang="zh-CN" sz="1400" dirty="0">
                  <a:solidFill>
                    <a:prstClr val="black"/>
                  </a:solidFill>
                  <a:latin typeface="微软雅黑 Light" panose="020B0502040204020203" pitchFamily="34" charset="-122"/>
                  <a:ea typeface="微软雅黑 Light" panose="020B0502040204020203" pitchFamily="34" charset="-122"/>
                  <a:cs typeface="+mn-ea"/>
                  <a:sym typeface="+mn-lt"/>
                </a:rPr>
                <a:t>16 bit</a:t>
              </a:r>
              <a:endParaRPr lang="zh-CN" altLang="en-US" sz="1400" dirty="0">
                <a:solidFill>
                  <a:prstClr val="black"/>
                </a:solidFill>
                <a:latin typeface="微软雅黑 Light" panose="020B0502040204020203" pitchFamily="34" charset="-122"/>
                <a:ea typeface="微软雅黑 Light" panose="020B0502040204020203" pitchFamily="34" charset="-122"/>
                <a:cs typeface="+mn-ea"/>
                <a:sym typeface="+mn-lt"/>
              </a:endParaRPr>
            </a:p>
          </p:txBody>
        </p:sp>
      </p:grpSp>
      <p:grpSp>
        <p:nvGrpSpPr>
          <p:cNvPr id="40" name="组合 39"/>
          <p:cNvGrpSpPr/>
          <p:nvPr/>
        </p:nvGrpSpPr>
        <p:grpSpPr>
          <a:xfrm>
            <a:off x="5104096" y="2129544"/>
            <a:ext cx="863759" cy="449259"/>
            <a:chOff x="1250457" y="1924232"/>
            <a:chExt cx="864096" cy="449434"/>
          </a:xfrm>
        </p:grpSpPr>
        <p:sp>
          <p:nvSpPr>
            <p:cNvPr id="41" name="右大括号 5"/>
            <p:cNvSpPr/>
            <p:nvPr/>
          </p:nvSpPr>
          <p:spPr>
            <a:xfrm rot="16200000">
              <a:off x="1658623" y="1917736"/>
              <a:ext cx="103670" cy="808190"/>
            </a:xfrm>
            <a:prstGeom prst="rightBrace">
              <a:avLst/>
            </a:prstGeom>
            <a:noFill/>
            <a:ln w="19050" cap="flat" cmpd="sng" algn="ctr">
              <a:solidFill>
                <a:sysClr val="window" lastClr="FFFFFF">
                  <a:lumMod val="50000"/>
                </a:sysClr>
              </a:solidFill>
              <a:prstDash val="solid"/>
              <a:miter lim="800000"/>
              <a:headEnd type="none" w="med" len="med"/>
              <a:tailEnd type="none" w="med" len="med"/>
            </a:ln>
            <a:effectLst/>
          </p:spPr>
          <p:txBody>
            <a:bodyPr rtlCol="0" anchor="ctr"/>
            <a:lstStyle/>
            <a:p>
              <a:pPr algn="ctr" defTabSz="913765">
                <a:lnSpc>
                  <a:spcPct val="120000"/>
                </a:lnSpc>
                <a:defRPr/>
              </a:pPr>
              <a:endParaRPr lang="zh-CN" altLang="en-US" sz="1400" kern="0" dirty="0">
                <a:solidFill>
                  <a:prstClr val="black"/>
                </a:solidFill>
                <a:latin typeface="微软雅黑 Light" panose="020B0502040204020203" pitchFamily="34" charset="-122"/>
                <a:ea typeface="微软雅黑 Light" panose="020B0502040204020203" pitchFamily="34" charset="-122"/>
                <a:cs typeface="+mn-ea"/>
                <a:sym typeface="+mn-lt"/>
              </a:endParaRPr>
            </a:p>
          </p:txBody>
        </p:sp>
        <p:sp>
          <p:nvSpPr>
            <p:cNvPr id="42" name="矩形 6"/>
            <p:cNvSpPr/>
            <p:nvPr/>
          </p:nvSpPr>
          <p:spPr>
            <a:xfrm>
              <a:off x="1250457" y="1924232"/>
              <a:ext cx="864096" cy="330412"/>
            </a:xfrm>
            <a:prstGeom prst="rect">
              <a:avLst/>
            </a:prstGeom>
          </p:spPr>
          <p:txBody>
            <a:bodyPr wrap="square">
              <a:spAutoFit/>
            </a:bodyPr>
            <a:lstStyle/>
            <a:p>
              <a:pPr algn="ctr">
                <a:lnSpc>
                  <a:spcPct val="120000"/>
                </a:lnSpc>
              </a:pPr>
              <a:r>
                <a:rPr lang="en-US" altLang="zh-CN" sz="1400" dirty="0">
                  <a:solidFill>
                    <a:prstClr val="black"/>
                  </a:solidFill>
                  <a:latin typeface="微软雅黑 Light" panose="020B0502040204020203" pitchFamily="34" charset="-122"/>
                  <a:ea typeface="微软雅黑 Light" panose="020B0502040204020203" pitchFamily="34" charset="-122"/>
                  <a:cs typeface="+mn-ea"/>
                  <a:sym typeface="+mn-lt"/>
                </a:rPr>
                <a:t>16 bit</a:t>
              </a:r>
              <a:endParaRPr lang="zh-CN" altLang="en-US" sz="1400" dirty="0">
                <a:solidFill>
                  <a:prstClr val="black"/>
                </a:solidFill>
                <a:latin typeface="微软雅黑 Light" panose="020B0502040204020203" pitchFamily="34" charset="-122"/>
                <a:ea typeface="微软雅黑 Light" panose="020B0502040204020203" pitchFamily="34" charset="-122"/>
                <a:cs typeface="+mn-ea"/>
                <a:sym typeface="+mn-lt"/>
              </a:endParaRPr>
            </a:p>
          </p:txBody>
        </p:sp>
      </p:grpSp>
      <p:grpSp>
        <p:nvGrpSpPr>
          <p:cNvPr id="43" name="组合 42"/>
          <p:cNvGrpSpPr/>
          <p:nvPr/>
        </p:nvGrpSpPr>
        <p:grpSpPr>
          <a:xfrm>
            <a:off x="6186930" y="2129544"/>
            <a:ext cx="863759" cy="449259"/>
            <a:chOff x="1250457" y="1924232"/>
            <a:chExt cx="864096" cy="449434"/>
          </a:xfrm>
        </p:grpSpPr>
        <p:sp>
          <p:nvSpPr>
            <p:cNvPr id="44" name="右大括号 5"/>
            <p:cNvSpPr/>
            <p:nvPr/>
          </p:nvSpPr>
          <p:spPr>
            <a:xfrm rot="16200000">
              <a:off x="1658623" y="1917736"/>
              <a:ext cx="103670" cy="808190"/>
            </a:xfrm>
            <a:prstGeom prst="rightBrace">
              <a:avLst/>
            </a:prstGeom>
            <a:noFill/>
            <a:ln w="19050" cap="flat" cmpd="sng" algn="ctr">
              <a:solidFill>
                <a:sysClr val="window" lastClr="FFFFFF">
                  <a:lumMod val="50000"/>
                </a:sysClr>
              </a:solidFill>
              <a:prstDash val="solid"/>
              <a:miter lim="800000"/>
              <a:headEnd type="none" w="med" len="med"/>
              <a:tailEnd type="none" w="med" len="med"/>
            </a:ln>
            <a:effectLst/>
          </p:spPr>
          <p:txBody>
            <a:bodyPr rtlCol="0" anchor="ctr"/>
            <a:lstStyle/>
            <a:p>
              <a:pPr algn="ctr" defTabSz="913765">
                <a:lnSpc>
                  <a:spcPct val="120000"/>
                </a:lnSpc>
                <a:defRPr/>
              </a:pPr>
              <a:endParaRPr lang="zh-CN" altLang="en-US" sz="1400" kern="0" dirty="0">
                <a:solidFill>
                  <a:prstClr val="black"/>
                </a:solidFill>
                <a:latin typeface="微软雅黑 Light" panose="020B0502040204020203" pitchFamily="34" charset="-122"/>
                <a:ea typeface="微软雅黑 Light" panose="020B0502040204020203" pitchFamily="34" charset="-122"/>
                <a:cs typeface="+mn-ea"/>
                <a:sym typeface="+mn-lt"/>
              </a:endParaRPr>
            </a:p>
          </p:txBody>
        </p:sp>
        <p:sp>
          <p:nvSpPr>
            <p:cNvPr id="45" name="矩形 6"/>
            <p:cNvSpPr/>
            <p:nvPr/>
          </p:nvSpPr>
          <p:spPr>
            <a:xfrm>
              <a:off x="1250457" y="1924232"/>
              <a:ext cx="864096" cy="330412"/>
            </a:xfrm>
            <a:prstGeom prst="rect">
              <a:avLst/>
            </a:prstGeom>
          </p:spPr>
          <p:txBody>
            <a:bodyPr wrap="square">
              <a:spAutoFit/>
            </a:bodyPr>
            <a:lstStyle/>
            <a:p>
              <a:pPr algn="ctr">
                <a:lnSpc>
                  <a:spcPct val="120000"/>
                </a:lnSpc>
              </a:pPr>
              <a:r>
                <a:rPr lang="en-US" altLang="zh-CN" sz="1400" dirty="0">
                  <a:solidFill>
                    <a:prstClr val="black"/>
                  </a:solidFill>
                  <a:latin typeface="微软雅黑 Light" panose="020B0502040204020203" pitchFamily="34" charset="-122"/>
                  <a:ea typeface="微软雅黑 Light" panose="020B0502040204020203" pitchFamily="34" charset="-122"/>
                  <a:cs typeface="+mn-ea"/>
                  <a:sym typeface="+mn-lt"/>
                </a:rPr>
                <a:t>16 bit</a:t>
              </a:r>
              <a:endParaRPr lang="zh-CN" altLang="en-US" sz="1400" dirty="0">
                <a:solidFill>
                  <a:prstClr val="black"/>
                </a:solidFill>
                <a:latin typeface="微软雅黑 Light" panose="020B0502040204020203" pitchFamily="34" charset="-122"/>
                <a:ea typeface="微软雅黑 Light" panose="020B0502040204020203" pitchFamily="34" charset="-122"/>
                <a:cs typeface="+mn-ea"/>
                <a:sym typeface="+mn-lt"/>
              </a:endParaRPr>
            </a:p>
          </p:txBody>
        </p:sp>
      </p:grpSp>
      <p:grpSp>
        <p:nvGrpSpPr>
          <p:cNvPr id="46" name="组合 45"/>
          <p:cNvGrpSpPr/>
          <p:nvPr/>
        </p:nvGrpSpPr>
        <p:grpSpPr>
          <a:xfrm>
            <a:off x="7269764" y="2129544"/>
            <a:ext cx="863759" cy="449259"/>
            <a:chOff x="1250457" y="1924232"/>
            <a:chExt cx="864096" cy="449434"/>
          </a:xfrm>
        </p:grpSpPr>
        <p:sp>
          <p:nvSpPr>
            <p:cNvPr id="47" name="右大括号 5"/>
            <p:cNvSpPr/>
            <p:nvPr/>
          </p:nvSpPr>
          <p:spPr>
            <a:xfrm rot="16200000">
              <a:off x="1658623" y="1917736"/>
              <a:ext cx="103670" cy="808190"/>
            </a:xfrm>
            <a:prstGeom prst="rightBrace">
              <a:avLst/>
            </a:prstGeom>
            <a:noFill/>
            <a:ln w="19050" cap="flat" cmpd="sng" algn="ctr">
              <a:solidFill>
                <a:sysClr val="window" lastClr="FFFFFF">
                  <a:lumMod val="50000"/>
                </a:sysClr>
              </a:solidFill>
              <a:prstDash val="solid"/>
              <a:miter lim="800000"/>
              <a:headEnd type="none" w="med" len="med"/>
              <a:tailEnd type="none" w="med" len="med"/>
            </a:ln>
            <a:effectLst/>
          </p:spPr>
          <p:txBody>
            <a:bodyPr rtlCol="0" anchor="ctr"/>
            <a:lstStyle/>
            <a:p>
              <a:pPr algn="ctr" defTabSz="913765">
                <a:lnSpc>
                  <a:spcPct val="120000"/>
                </a:lnSpc>
                <a:defRPr/>
              </a:pPr>
              <a:endParaRPr lang="zh-CN" altLang="en-US" sz="1400" kern="0" dirty="0">
                <a:solidFill>
                  <a:prstClr val="black"/>
                </a:solidFill>
                <a:latin typeface="微软雅黑 Light" panose="020B0502040204020203" pitchFamily="34" charset="-122"/>
                <a:ea typeface="微软雅黑 Light" panose="020B0502040204020203" pitchFamily="34" charset="-122"/>
                <a:cs typeface="+mn-ea"/>
                <a:sym typeface="+mn-lt"/>
              </a:endParaRPr>
            </a:p>
          </p:txBody>
        </p:sp>
        <p:sp>
          <p:nvSpPr>
            <p:cNvPr id="48" name="矩形 6"/>
            <p:cNvSpPr/>
            <p:nvPr/>
          </p:nvSpPr>
          <p:spPr>
            <a:xfrm>
              <a:off x="1250457" y="1924232"/>
              <a:ext cx="864096" cy="330412"/>
            </a:xfrm>
            <a:prstGeom prst="rect">
              <a:avLst/>
            </a:prstGeom>
          </p:spPr>
          <p:txBody>
            <a:bodyPr wrap="square">
              <a:spAutoFit/>
            </a:bodyPr>
            <a:lstStyle/>
            <a:p>
              <a:pPr algn="ctr">
                <a:lnSpc>
                  <a:spcPct val="120000"/>
                </a:lnSpc>
              </a:pPr>
              <a:r>
                <a:rPr lang="en-US" altLang="zh-CN" sz="1400" dirty="0">
                  <a:solidFill>
                    <a:prstClr val="black"/>
                  </a:solidFill>
                  <a:latin typeface="微软雅黑 Light" panose="020B0502040204020203" pitchFamily="34" charset="-122"/>
                  <a:ea typeface="微软雅黑 Light" panose="020B0502040204020203" pitchFamily="34" charset="-122"/>
                  <a:cs typeface="+mn-ea"/>
                  <a:sym typeface="+mn-lt"/>
                </a:rPr>
                <a:t>16 bit</a:t>
              </a:r>
              <a:endParaRPr lang="zh-CN" altLang="en-US" sz="1400" dirty="0">
                <a:solidFill>
                  <a:prstClr val="black"/>
                </a:solidFill>
                <a:latin typeface="微软雅黑 Light" panose="020B0502040204020203" pitchFamily="34" charset="-122"/>
                <a:ea typeface="微软雅黑 Light" panose="020B0502040204020203" pitchFamily="34" charset="-122"/>
                <a:cs typeface="+mn-ea"/>
                <a:sym typeface="+mn-lt"/>
              </a:endParaRPr>
            </a:p>
          </p:txBody>
        </p:sp>
      </p:grpSp>
      <p:grpSp>
        <p:nvGrpSpPr>
          <p:cNvPr id="49" name="组合 48"/>
          <p:cNvGrpSpPr/>
          <p:nvPr/>
        </p:nvGrpSpPr>
        <p:grpSpPr>
          <a:xfrm>
            <a:off x="8352598" y="2129544"/>
            <a:ext cx="863759" cy="449259"/>
            <a:chOff x="1250457" y="1924232"/>
            <a:chExt cx="864096" cy="449434"/>
          </a:xfrm>
        </p:grpSpPr>
        <p:sp>
          <p:nvSpPr>
            <p:cNvPr id="50" name="右大括号 5"/>
            <p:cNvSpPr/>
            <p:nvPr/>
          </p:nvSpPr>
          <p:spPr>
            <a:xfrm rot="16200000">
              <a:off x="1658623" y="1917736"/>
              <a:ext cx="103670" cy="808190"/>
            </a:xfrm>
            <a:prstGeom prst="rightBrace">
              <a:avLst/>
            </a:prstGeom>
            <a:noFill/>
            <a:ln w="19050" cap="flat" cmpd="sng" algn="ctr">
              <a:solidFill>
                <a:sysClr val="window" lastClr="FFFFFF">
                  <a:lumMod val="50000"/>
                </a:sysClr>
              </a:solidFill>
              <a:prstDash val="solid"/>
              <a:miter lim="800000"/>
              <a:headEnd type="none" w="med" len="med"/>
              <a:tailEnd type="none" w="med" len="med"/>
            </a:ln>
            <a:effectLst/>
          </p:spPr>
          <p:txBody>
            <a:bodyPr rtlCol="0" anchor="ctr"/>
            <a:lstStyle/>
            <a:p>
              <a:pPr algn="ctr" defTabSz="913765">
                <a:lnSpc>
                  <a:spcPct val="120000"/>
                </a:lnSpc>
                <a:defRPr/>
              </a:pPr>
              <a:endParaRPr lang="zh-CN" altLang="en-US" sz="1400" kern="0" dirty="0">
                <a:solidFill>
                  <a:prstClr val="black"/>
                </a:solidFill>
                <a:latin typeface="微软雅黑 Light" panose="020B0502040204020203" pitchFamily="34" charset="-122"/>
                <a:ea typeface="微软雅黑 Light" panose="020B0502040204020203" pitchFamily="34" charset="-122"/>
                <a:cs typeface="+mn-ea"/>
                <a:sym typeface="+mn-lt"/>
              </a:endParaRPr>
            </a:p>
          </p:txBody>
        </p:sp>
        <p:sp>
          <p:nvSpPr>
            <p:cNvPr id="51" name="矩形 6"/>
            <p:cNvSpPr/>
            <p:nvPr/>
          </p:nvSpPr>
          <p:spPr>
            <a:xfrm>
              <a:off x="1250457" y="1924232"/>
              <a:ext cx="864096" cy="330412"/>
            </a:xfrm>
            <a:prstGeom prst="rect">
              <a:avLst/>
            </a:prstGeom>
          </p:spPr>
          <p:txBody>
            <a:bodyPr wrap="square">
              <a:spAutoFit/>
            </a:bodyPr>
            <a:lstStyle/>
            <a:p>
              <a:pPr algn="ctr">
                <a:lnSpc>
                  <a:spcPct val="120000"/>
                </a:lnSpc>
              </a:pPr>
              <a:r>
                <a:rPr lang="en-US" altLang="zh-CN" sz="1400" dirty="0">
                  <a:solidFill>
                    <a:prstClr val="black"/>
                  </a:solidFill>
                  <a:latin typeface="微软雅黑 Light" panose="020B0502040204020203" pitchFamily="34" charset="-122"/>
                  <a:ea typeface="微软雅黑 Light" panose="020B0502040204020203" pitchFamily="34" charset="-122"/>
                  <a:cs typeface="+mn-ea"/>
                  <a:sym typeface="+mn-lt"/>
                </a:rPr>
                <a:t>16 bit</a:t>
              </a:r>
              <a:endParaRPr lang="zh-CN" altLang="en-US" sz="1400" dirty="0">
                <a:solidFill>
                  <a:prstClr val="black"/>
                </a:solidFill>
                <a:latin typeface="微软雅黑 Light" panose="020B0502040204020203" pitchFamily="34" charset="-122"/>
                <a:ea typeface="微软雅黑 Light" panose="020B0502040204020203" pitchFamily="34" charset="-122"/>
                <a:cs typeface="+mn-ea"/>
                <a:sym typeface="+mn-lt"/>
              </a:endParaRPr>
            </a:p>
          </p:txBody>
        </p:sp>
      </p:grpSp>
      <p:grpSp>
        <p:nvGrpSpPr>
          <p:cNvPr id="52" name="组合 51"/>
          <p:cNvGrpSpPr/>
          <p:nvPr/>
        </p:nvGrpSpPr>
        <p:grpSpPr>
          <a:xfrm>
            <a:off x="9435429" y="2129544"/>
            <a:ext cx="863759" cy="449259"/>
            <a:chOff x="1250457" y="1924232"/>
            <a:chExt cx="864096" cy="449434"/>
          </a:xfrm>
        </p:grpSpPr>
        <p:sp>
          <p:nvSpPr>
            <p:cNvPr id="53" name="右大括号 5"/>
            <p:cNvSpPr/>
            <p:nvPr/>
          </p:nvSpPr>
          <p:spPr>
            <a:xfrm rot="16200000">
              <a:off x="1658623" y="1917736"/>
              <a:ext cx="103670" cy="808190"/>
            </a:xfrm>
            <a:prstGeom prst="rightBrace">
              <a:avLst/>
            </a:prstGeom>
            <a:noFill/>
            <a:ln w="19050" cap="flat" cmpd="sng" algn="ctr">
              <a:solidFill>
                <a:sysClr val="window" lastClr="FFFFFF">
                  <a:lumMod val="50000"/>
                </a:sysClr>
              </a:solidFill>
              <a:prstDash val="solid"/>
              <a:miter lim="800000"/>
              <a:headEnd type="none" w="med" len="med"/>
              <a:tailEnd type="none" w="med" len="med"/>
            </a:ln>
            <a:effectLst/>
          </p:spPr>
          <p:txBody>
            <a:bodyPr rtlCol="0" anchor="ctr"/>
            <a:lstStyle/>
            <a:p>
              <a:pPr algn="ctr" defTabSz="913765">
                <a:lnSpc>
                  <a:spcPct val="120000"/>
                </a:lnSpc>
                <a:defRPr/>
              </a:pPr>
              <a:endParaRPr lang="zh-CN" altLang="en-US" sz="1400" kern="0" dirty="0">
                <a:solidFill>
                  <a:prstClr val="black"/>
                </a:solidFill>
                <a:latin typeface="微软雅黑 Light" panose="020B0502040204020203" pitchFamily="34" charset="-122"/>
                <a:ea typeface="微软雅黑 Light" panose="020B0502040204020203" pitchFamily="34" charset="-122"/>
                <a:cs typeface="+mn-ea"/>
                <a:sym typeface="+mn-lt"/>
              </a:endParaRPr>
            </a:p>
          </p:txBody>
        </p:sp>
        <p:sp>
          <p:nvSpPr>
            <p:cNvPr id="54" name="矩形 6"/>
            <p:cNvSpPr/>
            <p:nvPr/>
          </p:nvSpPr>
          <p:spPr>
            <a:xfrm>
              <a:off x="1250457" y="1924232"/>
              <a:ext cx="864096" cy="330412"/>
            </a:xfrm>
            <a:prstGeom prst="rect">
              <a:avLst/>
            </a:prstGeom>
          </p:spPr>
          <p:txBody>
            <a:bodyPr wrap="square">
              <a:spAutoFit/>
            </a:bodyPr>
            <a:lstStyle/>
            <a:p>
              <a:pPr algn="ctr">
                <a:lnSpc>
                  <a:spcPct val="120000"/>
                </a:lnSpc>
              </a:pPr>
              <a:r>
                <a:rPr lang="en-US" altLang="zh-CN" sz="1400" dirty="0">
                  <a:solidFill>
                    <a:prstClr val="black"/>
                  </a:solidFill>
                  <a:latin typeface="微软雅黑 Light" panose="020B0502040204020203" pitchFamily="34" charset="-122"/>
                  <a:ea typeface="微软雅黑 Light" panose="020B0502040204020203" pitchFamily="34" charset="-122"/>
                  <a:cs typeface="+mn-ea"/>
                  <a:sym typeface="+mn-lt"/>
                </a:rPr>
                <a:t>16 bit</a:t>
              </a:r>
              <a:endParaRPr lang="zh-CN" altLang="en-US" sz="1400" dirty="0">
                <a:solidFill>
                  <a:prstClr val="black"/>
                </a:solidFill>
                <a:latin typeface="微软雅黑 Light" panose="020B0502040204020203" pitchFamily="34" charset="-122"/>
                <a:ea typeface="微软雅黑 Light" panose="020B0502040204020203" pitchFamily="34" charset="-122"/>
                <a:cs typeface="+mn-ea"/>
                <a:sym typeface="+mn-lt"/>
              </a:endParaRPr>
            </a:p>
          </p:txBody>
        </p:sp>
      </p:grpSp>
      <p:graphicFrame>
        <p:nvGraphicFramePr>
          <p:cNvPr id="55" name="表格 2"/>
          <p:cNvGraphicFramePr>
            <a:graphicFrameLocks noGrp="1"/>
          </p:cNvGraphicFramePr>
          <p:nvPr/>
        </p:nvGraphicFramePr>
        <p:xfrm>
          <a:off x="1892814" y="2635252"/>
          <a:ext cx="8406372" cy="394490"/>
        </p:xfrm>
        <a:graphic>
          <a:graphicData uri="http://schemas.openxmlformats.org/drawingml/2006/table">
            <a:tbl>
              <a:tblPr firstRow="1" bandRow="1"/>
              <a:tblGrid>
                <a:gridCol w="807940"/>
                <a:gridCol w="299944"/>
                <a:gridCol w="807940"/>
                <a:gridCol w="273818"/>
                <a:gridCol w="807940"/>
                <a:gridCol w="273818"/>
                <a:gridCol w="807940"/>
                <a:gridCol w="273818"/>
                <a:gridCol w="807940"/>
                <a:gridCol w="273818"/>
                <a:gridCol w="807940"/>
                <a:gridCol w="273818"/>
                <a:gridCol w="807940"/>
                <a:gridCol w="273818"/>
                <a:gridCol w="807940"/>
              </a:tblGrid>
              <a:tr h="365617">
                <a:tc>
                  <a:txBody>
                    <a:bodyPr/>
                    <a:lstStyle>
                      <a:lvl1pPr marL="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1pPr>
                      <a:lvl2pPr marL="4572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2pPr>
                      <a:lvl3pPr marL="9144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3pPr>
                      <a:lvl4pPr marL="13716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4pPr>
                      <a:lvl5pPr marL="18288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5pPr>
                      <a:lvl6pPr marL="22860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6pPr>
                      <a:lvl7pPr marL="27432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7pPr>
                      <a:lvl8pPr marL="32004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8pPr>
                      <a:lvl9pPr marL="36576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9pPr>
                    </a:lstStyle>
                    <a:p>
                      <a:pPr algn="ctr">
                        <a:lnSpc>
                          <a:spcPct val="120000"/>
                        </a:lnSpc>
                        <a:spcBef>
                          <a:spcPts val="0"/>
                        </a:spcBef>
                        <a:spcAft>
                          <a:spcPts val="0"/>
                        </a:spcAft>
                      </a:pPr>
                      <a:r>
                        <a:rPr lang="en-US" altLang="zh-CN" sz="1800" b="0" baseline="0" dirty="0">
                          <a:solidFill>
                            <a:schemeClr val="tx1"/>
                          </a:solidFill>
                          <a:latin typeface="微软雅黑 Light" panose="020B0502040204020203" pitchFamily="34" charset="-122"/>
                          <a:ea typeface="微软雅黑 Light" panose="020B0502040204020203" pitchFamily="34" charset="-122"/>
                          <a:cs typeface="+mn-ea"/>
                          <a:sym typeface="+mn-lt"/>
                        </a:rPr>
                        <a:t>2001</a:t>
                      </a:r>
                      <a:endParaRPr lang="zh-CN" altLang="en-US" sz="1800" b="0" baseline="0" dirty="0">
                        <a:solidFill>
                          <a:schemeClr val="tx1"/>
                        </a:solidFill>
                        <a:latin typeface="微软雅黑 Light" panose="020B0502040204020203" pitchFamily="34" charset="-122"/>
                        <a:ea typeface="微软雅黑 Light" panose="020B0502040204020203" pitchFamily="34" charset="-122"/>
                        <a:cs typeface="+mn-ea"/>
                        <a:sym typeface="+mn-lt"/>
                      </a:endParaRPr>
                    </a:p>
                  </a:txBody>
                  <a:tcPr marL="0" marR="0" marT="45702" marB="45702"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lnTlToBr w="12700" cmpd="sng">
                      <a:noFill/>
                      <a:prstDash val="solid"/>
                    </a:lnTlToBr>
                    <a:lnBlToTr w="12700" cmpd="sng">
                      <a:noFill/>
                      <a:prstDash val="solid"/>
                    </a:lnBlToTr>
                    <a:solidFill>
                      <a:schemeClr val="accent3"/>
                    </a:solidFill>
                  </a:tcPr>
                </a:tc>
                <a:tc>
                  <a:txBody>
                    <a:bodyPr/>
                    <a:lstStyle>
                      <a:lvl1pPr marL="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1pPr>
                      <a:lvl2pPr marL="4572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2pPr>
                      <a:lvl3pPr marL="9144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3pPr>
                      <a:lvl4pPr marL="13716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4pPr>
                      <a:lvl5pPr marL="18288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5pPr>
                      <a:lvl6pPr marL="22860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6pPr>
                      <a:lvl7pPr marL="27432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7pPr>
                      <a:lvl8pPr marL="32004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8pPr>
                      <a:lvl9pPr marL="36576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9pPr>
                    </a:lstStyle>
                    <a:p>
                      <a:pPr algn="ctr">
                        <a:lnSpc>
                          <a:spcPct val="120000"/>
                        </a:lnSpc>
                        <a:spcBef>
                          <a:spcPts val="0"/>
                        </a:spcBef>
                        <a:spcAft>
                          <a:spcPts val="0"/>
                        </a:spcAft>
                      </a:pPr>
                      <a:r>
                        <a:rPr lang="en-US" altLang="zh-CN" sz="1800" b="0" baseline="0" dirty="0">
                          <a:solidFill>
                            <a:schemeClr val="tx1"/>
                          </a:solidFill>
                          <a:latin typeface="微软雅黑 Light" panose="020B0502040204020203" pitchFamily="34" charset="-122"/>
                          <a:ea typeface="微软雅黑 Light" panose="020B0502040204020203" pitchFamily="34" charset="-122"/>
                          <a:cs typeface="+mn-ea"/>
                          <a:sym typeface="+mn-lt"/>
                        </a:rPr>
                        <a:t>:</a:t>
                      </a:r>
                      <a:endParaRPr lang="zh-CN" altLang="en-US" sz="1800" b="0" baseline="0" dirty="0">
                        <a:solidFill>
                          <a:schemeClr val="tx1"/>
                        </a:solidFill>
                        <a:latin typeface="微软雅黑 Light" panose="020B0502040204020203" pitchFamily="34" charset="-122"/>
                        <a:ea typeface="微软雅黑 Light" panose="020B0502040204020203" pitchFamily="34" charset="-122"/>
                        <a:cs typeface="+mn-ea"/>
                        <a:sym typeface="+mn-lt"/>
                      </a:endParaRPr>
                    </a:p>
                  </a:txBody>
                  <a:tcPr marL="0" marR="0" marT="45702" marB="45702"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lnTlToBr w="12700" cmpd="sng">
                      <a:noFill/>
                      <a:prstDash val="solid"/>
                    </a:lnTlToBr>
                    <a:lnBlToTr w="12700" cmpd="sng">
                      <a:noFill/>
                      <a:prstDash val="solid"/>
                    </a:lnBlToTr>
                    <a:solidFill>
                      <a:schemeClr val="accent3"/>
                    </a:solidFill>
                  </a:tcPr>
                </a:tc>
                <a:tc>
                  <a:txBody>
                    <a:bodyPr/>
                    <a:lstStyle>
                      <a:lvl1pPr marL="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1pPr>
                      <a:lvl2pPr marL="4572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2pPr>
                      <a:lvl3pPr marL="9144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3pPr>
                      <a:lvl4pPr marL="13716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4pPr>
                      <a:lvl5pPr marL="18288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5pPr>
                      <a:lvl6pPr marL="22860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6pPr>
                      <a:lvl7pPr marL="27432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7pPr>
                      <a:lvl8pPr marL="32004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8pPr>
                      <a:lvl9pPr marL="36576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9pPr>
                    </a:lstStyle>
                    <a:p>
                      <a:pPr algn="ctr">
                        <a:lnSpc>
                          <a:spcPct val="120000"/>
                        </a:lnSpc>
                        <a:spcBef>
                          <a:spcPts val="0"/>
                        </a:spcBef>
                        <a:spcAft>
                          <a:spcPts val="0"/>
                        </a:spcAft>
                      </a:pPr>
                      <a:r>
                        <a:rPr lang="en-US" altLang="zh-CN" sz="1800" b="0" baseline="0" dirty="0">
                          <a:solidFill>
                            <a:schemeClr val="tx1"/>
                          </a:solidFill>
                          <a:latin typeface="微软雅黑 Light" panose="020B0502040204020203" pitchFamily="34" charset="-122"/>
                          <a:ea typeface="微软雅黑 Light" panose="020B0502040204020203" pitchFamily="34" charset="-122"/>
                          <a:cs typeface="+mn-ea"/>
                          <a:sym typeface="+mn-lt"/>
                        </a:rPr>
                        <a:t>0DB8</a:t>
                      </a:r>
                      <a:endParaRPr lang="zh-CN" altLang="en-US" sz="1800" b="0" baseline="0" dirty="0">
                        <a:solidFill>
                          <a:schemeClr val="tx1"/>
                        </a:solidFill>
                        <a:latin typeface="微软雅黑 Light" panose="020B0502040204020203" pitchFamily="34" charset="-122"/>
                        <a:ea typeface="微软雅黑 Light" panose="020B0502040204020203" pitchFamily="34" charset="-122"/>
                        <a:cs typeface="+mn-ea"/>
                        <a:sym typeface="+mn-lt"/>
                      </a:endParaRPr>
                    </a:p>
                  </a:txBody>
                  <a:tcPr marL="0" marR="0" marT="45702" marB="45702"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lnTlToBr w="12700" cmpd="sng">
                      <a:noFill/>
                      <a:prstDash val="solid"/>
                    </a:lnTlToBr>
                    <a:lnBlToTr w="12700" cmpd="sng">
                      <a:noFill/>
                      <a:prstDash val="solid"/>
                    </a:lnBlToTr>
                    <a:solidFill>
                      <a:schemeClr val="accent3"/>
                    </a:solidFill>
                  </a:tcPr>
                </a:tc>
                <a:tc>
                  <a:txBody>
                    <a:bodyPr/>
                    <a:lstStyle>
                      <a:lvl1pPr marL="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1pPr>
                      <a:lvl2pPr marL="4572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2pPr>
                      <a:lvl3pPr marL="9144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3pPr>
                      <a:lvl4pPr marL="13716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4pPr>
                      <a:lvl5pPr marL="18288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5pPr>
                      <a:lvl6pPr marL="22860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6pPr>
                      <a:lvl7pPr marL="27432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7pPr>
                      <a:lvl8pPr marL="32004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8pPr>
                      <a:lvl9pPr marL="36576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9pPr>
                    </a:lstStyle>
                    <a:p>
                      <a:pPr algn="ctr">
                        <a:lnSpc>
                          <a:spcPct val="120000"/>
                        </a:lnSpc>
                        <a:spcBef>
                          <a:spcPts val="0"/>
                        </a:spcBef>
                        <a:spcAft>
                          <a:spcPts val="0"/>
                        </a:spcAft>
                      </a:pPr>
                      <a:r>
                        <a:rPr lang="en-US" altLang="zh-CN" sz="1800" b="0" kern="1200" baseline="0" dirty="0">
                          <a:solidFill>
                            <a:schemeClr val="tx1"/>
                          </a:solidFill>
                          <a:latin typeface="微软雅黑 Light" panose="020B0502040204020203" pitchFamily="34" charset="-122"/>
                          <a:ea typeface="微软雅黑 Light" panose="020B0502040204020203" pitchFamily="34" charset="-122"/>
                          <a:cs typeface="+mn-ea"/>
                          <a:sym typeface="+mn-lt"/>
                        </a:rPr>
                        <a:t>:</a:t>
                      </a:r>
                      <a:endParaRPr lang="zh-CN" altLang="en-US" sz="1800" b="0" kern="1200" baseline="0" dirty="0">
                        <a:solidFill>
                          <a:schemeClr val="tx1"/>
                        </a:solidFill>
                        <a:latin typeface="微软雅黑 Light" panose="020B0502040204020203" pitchFamily="34" charset="-122"/>
                        <a:ea typeface="微软雅黑 Light" panose="020B0502040204020203" pitchFamily="34" charset="-122"/>
                        <a:cs typeface="+mn-ea"/>
                        <a:sym typeface="+mn-lt"/>
                      </a:endParaRPr>
                    </a:p>
                  </a:txBody>
                  <a:tcPr marL="0" marR="0" marT="45702" marB="45702"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lnTlToBr w="12700" cmpd="sng">
                      <a:noFill/>
                      <a:prstDash val="solid"/>
                    </a:lnTlToBr>
                    <a:lnBlToTr w="12700" cmpd="sng">
                      <a:noFill/>
                      <a:prstDash val="solid"/>
                    </a:lnBlToTr>
                    <a:solidFill>
                      <a:schemeClr val="accent3"/>
                    </a:solidFill>
                  </a:tcPr>
                </a:tc>
                <a:tc>
                  <a:txBody>
                    <a:bodyPr/>
                    <a:lstStyle>
                      <a:lvl1pPr marL="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1pPr>
                      <a:lvl2pPr marL="4572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2pPr>
                      <a:lvl3pPr marL="9144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3pPr>
                      <a:lvl4pPr marL="13716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4pPr>
                      <a:lvl5pPr marL="18288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5pPr>
                      <a:lvl6pPr marL="22860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6pPr>
                      <a:lvl7pPr marL="27432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7pPr>
                      <a:lvl8pPr marL="32004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8pPr>
                      <a:lvl9pPr marL="36576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9pPr>
                    </a:lstStyle>
                    <a:p>
                      <a:pPr algn="ctr">
                        <a:lnSpc>
                          <a:spcPct val="120000"/>
                        </a:lnSpc>
                        <a:spcBef>
                          <a:spcPts val="0"/>
                        </a:spcBef>
                        <a:spcAft>
                          <a:spcPts val="0"/>
                        </a:spcAft>
                      </a:pPr>
                      <a:r>
                        <a:rPr lang="en-US" altLang="zh-CN" sz="1800" b="0" baseline="0" dirty="0">
                          <a:solidFill>
                            <a:schemeClr val="tx1"/>
                          </a:solidFill>
                          <a:latin typeface="微软雅黑 Light" panose="020B0502040204020203" pitchFamily="34" charset="-122"/>
                          <a:ea typeface="微软雅黑 Light" panose="020B0502040204020203" pitchFamily="34" charset="-122"/>
                          <a:cs typeface="+mn-ea"/>
                          <a:sym typeface="+mn-lt"/>
                        </a:rPr>
                        <a:t>0000</a:t>
                      </a:r>
                      <a:endParaRPr lang="zh-CN" altLang="en-US" sz="1800" b="0" baseline="0" dirty="0">
                        <a:solidFill>
                          <a:schemeClr val="tx1"/>
                        </a:solidFill>
                        <a:latin typeface="微软雅黑 Light" panose="020B0502040204020203" pitchFamily="34" charset="-122"/>
                        <a:ea typeface="微软雅黑 Light" panose="020B0502040204020203" pitchFamily="34" charset="-122"/>
                        <a:cs typeface="+mn-ea"/>
                        <a:sym typeface="+mn-lt"/>
                      </a:endParaRPr>
                    </a:p>
                  </a:txBody>
                  <a:tcPr marL="0" marR="0" marT="45702" marB="45702"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lnTlToBr w="12700" cmpd="sng">
                      <a:noFill/>
                      <a:prstDash val="solid"/>
                    </a:lnTlToBr>
                    <a:lnBlToTr w="12700" cmpd="sng">
                      <a:noFill/>
                      <a:prstDash val="solid"/>
                    </a:lnBlToTr>
                    <a:solidFill>
                      <a:schemeClr val="accent3"/>
                    </a:solidFill>
                  </a:tcPr>
                </a:tc>
                <a:tc>
                  <a:txBody>
                    <a:bodyPr/>
                    <a:lstStyle>
                      <a:lvl1pPr marL="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1pPr>
                      <a:lvl2pPr marL="4572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2pPr>
                      <a:lvl3pPr marL="9144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3pPr>
                      <a:lvl4pPr marL="13716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4pPr>
                      <a:lvl5pPr marL="18288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5pPr>
                      <a:lvl6pPr marL="22860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6pPr>
                      <a:lvl7pPr marL="27432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7pPr>
                      <a:lvl8pPr marL="32004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8pPr>
                      <a:lvl9pPr marL="36576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9pPr>
                    </a:lstStyle>
                    <a:p>
                      <a:pPr algn="ctr">
                        <a:lnSpc>
                          <a:spcPct val="120000"/>
                        </a:lnSpc>
                        <a:spcBef>
                          <a:spcPts val="0"/>
                        </a:spcBef>
                        <a:spcAft>
                          <a:spcPts val="0"/>
                        </a:spcAft>
                      </a:pPr>
                      <a:r>
                        <a:rPr lang="en-US" altLang="zh-CN" sz="1800" b="0" kern="1200" baseline="0" dirty="0">
                          <a:solidFill>
                            <a:schemeClr val="tx1"/>
                          </a:solidFill>
                          <a:latin typeface="微软雅黑 Light" panose="020B0502040204020203" pitchFamily="34" charset="-122"/>
                          <a:ea typeface="微软雅黑 Light" panose="020B0502040204020203" pitchFamily="34" charset="-122"/>
                          <a:cs typeface="+mn-ea"/>
                          <a:sym typeface="+mn-lt"/>
                        </a:rPr>
                        <a:t>:</a:t>
                      </a:r>
                      <a:endParaRPr lang="zh-CN" altLang="en-US" sz="1800" b="0" kern="1200" baseline="0" dirty="0">
                        <a:solidFill>
                          <a:schemeClr val="tx1"/>
                        </a:solidFill>
                        <a:latin typeface="微软雅黑 Light" panose="020B0502040204020203" pitchFamily="34" charset="-122"/>
                        <a:ea typeface="微软雅黑 Light" panose="020B0502040204020203" pitchFamily="34" charset="-122"/>
                        <a:cs typeface="+mn-ea"/>
                        <a:sym typeface="+mn-lt"/>
                      </a:endParaRPr>
                    </a:p>
                  </a:txBody>
                  <a:tcPr marL="0" marR="0" marT="45702" marB="45702"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lnTlToBr w="12700" cmpd="sng">
                      <a:noFill/>
                      <a:prstDash val="solid"/>
                    </a:lnTlToBr>
                    <a:lnBlToTr w="12700" cmpd="sng">
                      <a:noFill/>
                      <a:prstDash val="solid"/>
                    </a:lnBlToTr>
                    <a:solidFill>
                      <a:schemeClr val="accent3"/>
                    </a:solidFill>
                  </a:tcPr>
                </a:tc>
                <a:tc>
                  <a:txBody>
                    <a:bodyPr/>
                    <a:lstStyle>
                      <a:lvl1pPr marL="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1pPr>
                      <a:lvl2pPr marL="4572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2pPr>
                      <a:lvl3pPr marL="9144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3pPr>
                      <a:lvl4pPr marL="13716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4pPr>
                      <a:lvl5pPr marL="18288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5pPr>
                      <a:lvl6pPr marL="22860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6pPr>
                      <a:lvl7pPr marL="27432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7pPr>
                      <a:lvl8pPr marL="32004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8pPr>
                      <a:lvl9pPr marL="36576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9pPr>
                    </a:lstStyle>
                    <a:p>
                      <a:pPr algn="ctr">
                        <a:lnSpc>
                          <a:spcPct val="120000"/>
                        </a:lnSpc>
                        <a:spcBef>
                          <a:spcPts val="0"/>
                        </a:spcBef>
                        <a:spcAft>
                          <a:spcPts val="0"/>
                        </a:spcAft>
                      </a:pPr>
                      <a:r>
                        <a:rPr lang="en-US" altLang="zh-CN" sz="1800" b="0" baseline="0" dirty="0">
                          <a:solidFill>
                            <a:schemeClr val="tx1"/>
                          </a:solidFill>
                          <a:latin typeface="微软雅黑 Light" panose="020B0502040204020203" pitchFamily="34" charset="-122"/>
                          <a:ea typeface="微软雅黑 Light" panose="020B0502040204020203" pitchFamily="34" charset="-122"/>
                          <a:cs typeface="+mn-ea"/>
                          <a:sym typeface="+mn-lt"/>
                        </a:rPr>
                        <a:t>0000</a:t>
                      </a:r>
                      <a:endParaRPr lang="zh-CN" altLang="en-US" sz="1800" b="0" baseline="0" dirty="0">
                        <a:solidFill>
                          <a:schemeClr val="tx1"/>
                        </a:solidFill>
                        <a:latin typeface="微软雅黑 Light" panose="020B0502040204020203" pitchFamily="34" charset="-122"/>
                        <a:ea typeface="微软雅黑 Light" panose="020B0502040204020203" pitchFamily="34" charset="-122"/>
                        <a:cs typeface="+mn-ea"/>
                        <a:sym typeface="+mn-lt"/>
                      </a:endParaRPr>
                    </a:p>
                  </a:txBody>
                  <a:tcPr marL="0" marR="0" marT="45702" marB="45702"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lnTlToBr w="12700" cmpd="sng">
                      <a:noFill/>
                      <a:prstDash val="solid"/>
                    </a:lnTlToBr>
                    <a:lnBlToTr w="12700" cmpd="sng">
                      <a:noFill/>
                      <a:prstDash val="solid"/>
                    </a:lnBlToTr>
                    <a:solidFill>
                      <a:schemeClr val="accent3"/>
                    </a:solidFill>
                  </a:tcPr>
                </a:tc>
                <a:tc>
                  <a:txBody>
                    <a:bodyPr/>
                    <a:lstStyle>
                      <a:lvl1pPr marL="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1pPr>
                      <a:lvl2pPr marL="4572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2pPr>
                      <a:lvl3pPr marL="9144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3pPr>
                      <a:lvl4pPr marL="13716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4pPr>
                      <a:lvl5pPr marL="18288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5pPr>
                      <a:lvl6pPr marL="22860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6pPr>
                      <a:lvl7pPr marL="27432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7pPr>
                      <a:lvl8pPr marL="32004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8pPr>
                      <a:lvl9pPr marL="36576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9pPr>
                    </a:lstStyle>
                    <a:p>
                      <a:pPr algn="ctr">
                        <a:lnSpc>
                          <a:spcPct val="120000"/>
                        </a:lnSpc>
                        <a:spcBef>
                          <a:spcPts val="0"/>
                        </a:spcBef>
                        <a:spcAft>
                          <a:spcPts val="0"/>
                        </a:spcAft>
                      </a:pPr>
                      <a:r>
                        <a:rPr lang="en-US" altLang="zh-CN" sz="1800" b="0" kern="1200" baseline="0" dirty="0">
                          <a:solidFill>
                            <a:schemeClr val="tx1"/>
                          </a:solidFill>
                          <a:latin typeface="微软雅黑 Light" panose="020B0502040204020203" pitchFamily="34" charset="-122"/>
                          <a:ea typeface="微软雅黑 Light" panose="020B0502040204020203" pitchFamily="34" charset="-122"/>
                          <a:cs typeface="+mn-ea"/>
                          <a:sym typeface="+mn-lt"/>
                        </a:rPr>
                        <a:t>:</a:t>
                      </a:r>
                      <a:endParaRPr lang="zh-CN" altLang="en-US" sz="1800" b="0" kern="1200" baseline="0" dirty="0">
                        <a:solidFill>
                          <a:schemeClr val="tx1"/>
                        </a:solidFill>
                        <a:latin typeface="微软雅黑 Light" panose="020B0502040204020203" pitchFamily="34" charset="-122"/>
                        <a:ea typeface="微软雅黑 Light" panose="020B0502040204020203" pitchFamily="34" charset="-122"/>
                        <a:cs typeface="+mn-ea"/>
                        <a:sym typeface="+mn-lt"/>
                      </a:endParaRPr>
                    </a:p>
                  </a:txBody>
                  <a:tcPr marL="0" marR="0" marT="45702" marB="45702"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lnTlToBr w="12700" cmpd="sng">
                      <a:noFill/>
                      <a:prstDash val="solid"/>
                    </a:lnTlToBr>
                    <a:lnBlToTr w="12700" cmpd="sng">
                      <a:noFill/>
                      <a:prstDash val="solid"/>
                    </a:lnBlToTr>
                    <a:solidFill>
                      <a:schemeClr val="accent3"/>
                    </a:solidFill>
                  </a:tcPr>
                </a:tc>
                <a:tc>
                  <a:txBody>
                    <a:bodyPr/>
                    <a:lstStyle>
                      <a:lvl1pPr marL="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1pPr>
                      <a:lvl2pPr marL="4572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2pPr>
                      <a:lvl3pPr marL="9144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3pPr>
                      <a:lvl4pPr marL="13716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4pPr>
                      <a:lvl5pPr marL="18288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5pPr>
                      <a:lvl6pPr marL="22860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6pPr>
                      <a:lvl7pPr marL="27432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7pPr>
                      <a:lvl8pPr marL="32004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8pPr>
                      <a:lvl9pPr marL="36576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9pPr>
                    </a:lstStyle>
                    <a:p>
                      <a:pPr algn="ctr">
                        <a:lnSpc>
                          <a:spcPct val="120000"/>
                        </a:lnSpc>
                        <a:spcBef>
                          <a:spcPts val="0"/>
                        </a:spcBef>
                        <a:spcAft>
                          <a:spcPts val="0"/>
                        </a:spcAft>
                      </a:pPr>
                      <a:r>
                        <a:rPr lang="en-US" altLang="zh-CN" sz="1800" b="0" baseline="0" dirty="0">
                          <a:solidFill>
                            <a:schemeClr val="tx1"/>
                          </a:solidFill>
                          <a:latin typeface="微软雅黑 Light" panose="020B0502040204020203" pitchFamily="34" charset="-122"/>
                          <a:ea typeface="微软雅黑 Light" panose="020B0502040204020203" pitchFamily="34" charset="-122"/>
                          <a:cs typeface="+mn-ea"/>
                          <a:sym typeface="+mn-lt"/>
                        </a:rPr>
                        <a:t>0008</a:t>
                      </a:r>
                      <a:endParaRPr lang="zh-CN" altLang="en-US" sz="1800" b="0" baseline="0" dirty="0">
                        <a:solidFill>
                          <a:schemeClr val="tx1"/>
                        </a:solidFill>
                        <a:latin typeface="微软雅黑 Light" panose="020B0502040204020203" pitchFamily="34" charset="-122"/>
                        <a:ea typeface="微软雅黑 Light" panose="020B0502040204020203" pitchFamily="34" charset="-122"/>
                        <a:cs typeface="+mn-ea"/>
                        <a:sym typeface="+mn-lt"/>
                      </a:endParaRPr>
                    </a:p>
                  </a:txBody>
                  <a:tcPr marL="0" marR="0" marT="45702" marB="45702"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lnTlToBr w="12700" cmpd="sng">
                      <a:noFill/>
                      <a:prstDash val="solid"/>
                    </a:lnTlToBr>
                    <a:lnBlToTr w="12700" cmpd="sng">
                      <a:noFill/>
                      <a:prstDash val="solid"/>
                    </a:lnBlToTr>
                    <a:solidFill>
                      <a:schemeClr val="accent3"/>
                    </a:solidFill>
                  </a:tcPr>
                </a:tc>
                <a:tc>
                  <a:txBody>
                    <a:bodyPr/>
                    <a:lstStyle>
                      <a:lvl1pPr marL="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1pPr>
                      <a:lvl2pPr marL="4572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2pPr>
                      <a:lvl3pPr marL="9144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3pPr>
                      <a:lvl4pPr marL="13716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4pPr>
                      <a:lvl5pPr marL="18288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5pPr>
                      <a:lvl6pPr marL="22860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6pPr>
                      <a:lvl7pPr marL="27432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7pPr>
                      <a:lvl8pPr marL="32004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8pPr>
                      <a:lvl9pPr marL="36576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9pPr>
                    </a:lstStyle>
                    <a:p>
                      <a:pPr algn="ctr">
                        <a:lnSpc>
                          <a:spcPct val="120000"/>
                        </a:lnSpc>
                        <a:spcBef>
                          <a:spcPts val="0"/>
                        </a:spcBef>
                        <a:spcAft>
                          <a:spcPts val="0"/>
                        </a:spcAft>
                      </a:pPr>
                      <a:r>
                        <a:rPr lang="en-US" altLang="zh-CN" sz="1800" b="0" kern="1200" baseline="0" dirty="0">
                          <a:solidFill>
                            <a:schemeClr val="tx1"/>
                          </a:solidFill>
                          <a:latin typeface="微软雅黑 Light" panose="020B0502040204020203" pitchFamily="34" charset="-122"/>
                          <a:ea typeface="微软雅黑 Light" panose="020B0502040204020203" pitchFamily="34" charset="-122"/>
                          <a:cs typeface="+mn-ea"/>
                          <a:sym typeface="+mn-lt"/>
                        </a:rPr>
                        <a:t>:</a:t>
                      </a:r>
                      <a:endParaRPr lang="zh-CN" altLang="en-US" sz="1800" b="0" kern="1200" baseline="0" dirty="0">
                        <a:solidFill>
                          <a:schemeClr val="tx1"/>
                        </a:solidFill>
                        <a:latin typeface="微软雅黑 Light" panose="020B0502040204020203" pitchFamily="34" charset="-122"/>
                        <a:ea typeface="微软雅黑 Light" panose="020B0502040204020203" pitchFamily="34" charset="-122"/>
                        <a:cs typeface="+mn-ea"/>
                        <a:sym typeface="+mn-lt"/>
                      </a:endParaRPr>
                    </a:p>
                  </a:txBody>
                  <a:tcPr marL="0" marR="0" marT="45702" marB="45702"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lnTlToBr w="12700" cmpd="sng">
                      <a:noFill/>
                      <a:prstDash val="solid"/>
                    </a:lnTlToBr>
                    <a:lnBlToTr w="12700" cmpd="sng">
                      <a:noFill/>
                      <a:prstDash val="solid"/>
                    </a:lnBlToTr>
                    <a:solidFill>
                      <a:schemeClr val="accent3"/>
                    </a:solidFill>
                  </a:tcPr>
                </a:tc>
                <a:tc>
                  <a:txBody>
                    <a:bodyPr/>
                    <a:lstStyle>
                      <a:lvl1pPr marL="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1pPr>
                      <a:lvl2pPr marL="4572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2pPr>
                      <a:lvl3pPr marL="9144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3pPr>
                      <a:lvl4pPr marL="13716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4pPr>
                      <a:lvl5pPr marL="18288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5pPr>
                      <a:lvl6pPr marL="22860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6pPr>
                      <a:lvl7pPr marL="27432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7pPr>
                      <a:lvl8pPr marL="32004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8pPr>
                      <a:lvl9pPr marL="36576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9pPr>
                    </a:lstStyle>
                    <a:p>
                      <a:pPr algn="ctr">
                        <a:lnSpc>
                          <a:spcPct val="120000"/>
                        </a:lnSpc>
                        <a:spcBef>
                          <a:spcPts val="0"/>
                        </a:spcBef>
                        <a:spcAft>
                          <a:spcPts val="0"/>
                        </a:spcAft>
                      </a:pPr>
                      <a:r>
                        <a:rPr lang="en-US" altLang="zh-CN" sz="1800" b="0" baseline="0" dirty="0">
                          <a:solidFill>
                            <a:schemeClr val="tx1"/>
                          </a:solidFill>
                          <a:latin typeface="微软雅黑 Light" panose="020B0502040204020203" pitchFamily="34" charset="-122"/>
                          <a:ea typeface="微软雅黑 Light" panose="020B0502040204020203" pitchFamily="34" charset="-122"/>
                          <a:cs typeface="+mn-ea"/>
                          <a:sym typeface="+mn-lt"/>
                        </a:rPr>
                        <a:t>0800</a:t>
                      </a:r>
                      <a:endParaRPr lang="zh-CN" altLang="en-US" sz="1800" b="0" baseline="0" dirty="0">
                        <a:solidFill>
                          <a:schemeClr val="tx1"/>
                        </a:solidFill>
                        <a:latin typeface="微软雅黑 Light" panose="020B0502040204020203" pitchFamily="34" charset="-122"/>
                        <a:ea typeface="微软雅黑 Light" panose="020B0502040204020203" pitchFamily="34" charset="-122"/>
                        <a:cs typeface="+mn-ea"/>
                        <a:sym typeface="+mn-lt"/>
                      </a:endParaRPr>
                    </a:p>
                  </a:txBody>
                  <a:tcPr marL="0" marR="0" marT="45702" marB="45702"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lnTlToBr w="12700" cmpd="sng">
                      <a:noFill/>
                      <a:prstDash val="solid"/>
                    </a:lnTlToBr>
                    <a:lnBlToTr w="12700" cmpd="sng">
                      <a:noFill/>
                      <a:prstDash val="solid"/>
                    </a:lnBlToTr>
                    <a:solidFill>
                      <a:schemeClr val="accent3"/>
                    </a:solidFill>
                  </a:tcPr>
                </a:tc>
                <a:tc>
                  <a:txBody>
                    <a:bodyPr/>
                    <a:lstStyle>
                      <a:lvl1pPr marL="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1pPr>
                      <a:lvl2pPr marL="4572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2pPr>
                      <a:lvl3pPr marL="9144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3pPr>
                      <a:lvl4pPr marL="13716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4pPr>
                      <a:lvl5pPr marL="18288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5pPr>
                      <a:lvl6pPr marL="22860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6pPr>
                      <a:lvl7pPr marL="27432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7pPr>
                      <a:lvl8pPr marL="32004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8pPr>
                      <a:lvl9pPr marL="36576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9pPr>
                    </a:lstStyle>
                    <a:p>
                      <a:pPr algn="ctr">
                        <a:lnSpc>
                          <a:spcPct val="120000"/>
                        </a:lnSpc>
                        <a:spcBef>
                          <a:spcPts val="0"/>
                        </a:spcBef>
                        <a:spcAft>
                          <a:spcPts val="0"/>
                        </a:spcAft>
                      </a:pPr>
                      <a:r>
                        <a:rPr lang="en-US" altLang="zh-CN" sz="1800" b="0" kern="1200" baseline="0" dirty="0">
                          <a:solidFill>
                            <a:schemeClr val="tx1"/>
                          </a:solidFill>
                          <a:latin typeface="微软雅黑 Light" panose="020B0502040204020203" pitchFamily="34" charset="-122"/>
                          <a:ea typeface="微软雅黑 Light" panose="020B0502040204020203" pitchFamily="34" charset="-122"/>
                          <a:cs typeface="+mn-ea"/>
                          <a:sym typeface="+mn-lt"/>
                        </a:rPr>
                        <a:t>:</a:t>
                      </a:r>
                      <a:endParaRPr lang="zh-CN" altLang="en-US" sz="1800" b="0" kern="1200" baseline="0" dirty="0">
                        <a:solidFill>
                          <a:schemeClr val="tx1"/>
                        </a:solidFill>
                        <a:latin typeface="微软雅黑 Light" panose="020B0502040204020203" pitchFamily="34" charset="-122"/>
                        <a:ea typeface="微软雅黑 Light" panose="020B0502040204020203" pitchFamily="34" charset="-122"/>
                        <a:cs typeface="+mn-ea"/>
                        <a:sym typeface="+mn-lt"/>
                      </a:endParaRPr>
                    </a:p>
                  </a:txBody>
                  <a:tcPr marL="0" marR="0" marT="45702" marB="45702"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lnTlToBr w="12700" cmpd="sng">
                      <a:noFill/>
                      <a:prstDash val="solid"/>
                    </a:lnTlToBr>
                    <a:lnBlToTr w="12700" cmpd="sng">
                      <a:noFill/>
                      <a:prstDash val="solid"/>
                    </a:lnBlToTr>
                    <a:solidFill>
                      <a:schemeClr val="accent3"/>
                    </a:solidFill>
                  </a:tcPr>
                </a:tc>
                <a:tc>
                  <a:txBody>
                    <a:bodyPr/>
                    <a:lstStyle>
                      <a:lvl1pPr marL="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1pPr>
                      <a:lvl2pPr marL="4572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2pPr>
                      <a:lvl3pPr marL="9144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3pPr>
                      <a:lvl4pPr marL="13716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4pPr>
                      <a:lvl5pPr marL="18288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5pPr>
                      <a:lvl6pPr marL="22860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6pPr>
                      <a:lvl7pPr marL="27432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7pPr>
                      <a:lvl8pPr marL="32004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8pPr>
                      <a:lvl9pPr marL="36576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9pPr>
                    </a:lstStyle>
                    <a:p>
                      <a:pPr algn="ctr">
                        <a:lnSpc>
                          <a:spcPct val="120000"/>
                        </a:lnSpc>
                        <a:spcBef>
                          <a:spcPts val="0"/>
                        </a:spcBef>
                        <a:spcAft>
                          <a:spcPts val="0"/>
                        </a:spcAft>
                      </a:pPr>
                      <a:r>
                        <a:rPr lang="en-US" altLang="zh-CN" sz="1800" b="0" baseline="0" dirty="0">
                          <a:solidFill>
                            <a:schemeClr val="tx1"/>
                          </a:solidFill>
                          <a:latin typeface="微软雅黑 Light" panose="020B0502040204020203" pitchFamily="34" charset="-122"/>
                          <a:ea typeface="微软雅黑 Light" panose="020B0502040204020203" pitchFamily="34" charset="-122"/>
                          <a:cs typeface="+mn-ea"/>
                          <a:sym typeface="+mn-lt"/>
                        </a:rPr>
                        <a:t>200C</a:t>
                      </a:r>
                      <a:endParaRPr lang="zh-CN" altLang="en-US" sz="1800" b="0" baseline="0" dirty="0">
                        <a:solidFill>
                          <a:schemeClr val="tx1"/>
                        </a:solidFill>
                        <a:latin typeface="微软雅黑 Light" panose="020B0502040204020203" pitchFamily="34" charset="-122"/>
                        <a:ea typeface="微软雅黑 Light" panose="020B0502040204020203" pitchFamily="34" charset="-122"/>
                        <a:cs typeface="+mn-ea"/>
                        <a:sym typeface="+mn-lt"/>
                      </a:endParaRPr>
                    </a:p>
                  </a:txBody>
                  <a:tcPr marL="0" marR="0" marT="45702" marB="45702"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lnTlToBr w="12700" cmpd="sng">
                      <a:noFill/>
                      <a:prstDash val="solid"/>
                    </a:lnTlToBr>
                    <a:lnBlToTr w="12700" cmpd="sng">
                      <a:noFill/>
                      <a:prstDash val="solid"/>
                    </a:lnBlToTr>
                    <a:solidFill>
                      <a:schemeClr val="accent3"/>
                    </a:solidFill>
                  </a:tcPr>
                </a:tc>
                <a:tc>
                  <a:txBody>
                    <a:bodyPr/>
                    <a:lstStyle>
                      <a:lvl1pPr marL="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1pPr>
                      <a:lvl2pPr marL="4572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2pPr>
                      <a:lvl3pPr marL="9144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3pPr>
                      <a:lvl4pPr marL="13716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4pPr>
                      <a:lvl5pPr marL="18288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5pPr>
                      <a:lvl6pPr marL="22860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6pPr>
                      <a:lvl7pPr marL="27432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7pPr>
                      <a:lvl8pPr marL="32004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8pPr>
                      <a:lvl9pPr marL="36576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9pPr>
                    </a:lstStyle>
                    <a:p>
                      <a:pPr algn="ctr">
                        <a:lnSpc>
                          <a:spcPct val="120000"/>
                        </a:lnSpc>
                        <a:spcBef>
                          <a:spcPts val="0"/>
                        </a:spcBef>
                        <a:spcAft>
                          <a:spcPts val="0"/>
                        </a:spcAft>
                      </a:pPr>
                      <a:r>
                        <a:rPr lang="en-US" altLang="zh-CN" sz="1800" b="0" kern="1200" baseline="0" dirty="0">
                          <a:solidFill>
                            <a:schemeClr val="tx1"/>
                          </a:solidFill>
                          <a:latin typeface="微软雅黑 Light" panose="020B0502040204020203" pitchFamily="34" charset="-122"/>
                          <a:ea typeface="微软雅黑 Light" panose="020B0502040204020203" pitchFamily="34" charset="-122"/>
                          <a:cs typeface="+mn-ea"/>
                          <a:sym typeface="+mn-lt"/>
                        </a:rPr>
                        <a:t>:</a:t>
                      </a:r>
                      <a:endParaRPr lang="zh-CN" altLang="en-US" sz="1800" b="0" kern="1200" baseline="0" dirty="0">
                        <a:solidFill>
                          <a:schemeClr val="tx1"/>
                        </a:solidFill>
                        <a:latin typeface="微软雅黑 Light" panose="020B0502040204020203" pitchFamily="34" charset="-122"/>
                        <a:ea typeface="微软雅黑 Light" panose="020B0502040204020203" pitchFamily="34" charset="-122"/>
                        <a:cs typeface="+mn-ea"/>
                        <a:sym typeface="+mn-lt"/>
                      </a:endParaRPr>
                    </a:p>
                  </a:txBody>
                  <a:tcPr marL="0" marR="0" marT="45702" marB="45702"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lnTlToBr w="12700" cmpd="sng">
                      <a:noFill/>
                      <a:prstDash val="solid"/>
                    </a:lnTlToBr>
                    <a:lnBlToTr w="12700" cmpd="sng">
                      <a:noFill/>
                      <a:prstDash val="solid"/>
                    </a:lnBlToTr>
                    <a:solidFill>
                      <a:schemeClr val="accent3"/>
                    </a:solidFill>
                  </a:tcPr>
                </a:tc>
                <a:tc>
                  <a:txBody>
                    <a:bodyPr/>
                    <a:lstStyle>
                      <a:lvl1pPr marL="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1pPr>
                      <a:lvl2pPr marL="4572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2pPr>
                      <a:lvl3pPr marL="9144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3pPr>
                      <a:lvl4pPr marL="13716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4pPr>
                      <a:lvl5pPr marL="18288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5pPr>
                      <a:lvl6pPr marL="22860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6pPr>
                      <a:lvl7pPr marL="27432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7pPr>
                      <a:lvl8pPr marL="32004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8pPr>
                      <a:lvl9pPr marL="36576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9pPr>
                    </a:lstStyle>
                    <a:p>
                      <a:pPr algn="ctr">
                        <a:lnSpc>
                          <a:spcPct val="120000"/>
                        </a:lnSpc>
                        <a:spcBef>
                          <a:spcPts val="0"/>
                        </a:spcBef>
                        <a:spcAft>
                          <a:spcPts val="0"/>
                        </a:spcAft>
                      </a:pPr>
                      <a:r>
                        <a:rPr lang="en-US" altLang="zh-CN" sz="1800" b="0" baseline="0" dirty="0">
                          <a:solidFill>
                            <a:schemeClr val="tx1"/>
                          </a:solidFill>
                          <a:latin typeface="微软雅黑 Light" panose="020B0502040204020203" pitchFamily="34" charset="-122"/>
                          <a:ea typeface="微软雅黑 Light" panose="020B0502040204020203" pitchFamily="34" charset="-122"/>
                          <a:cs typeface="+mn-ea"/>
                          <a:sym typeface="+mn-lt"/>
                        </a:rPr>
                        <a:t>417A</a:t>
                      </a:r>
                      <a:endParaRPr lang="zh-CN" altLang="en-US" sz="1800" b="0" baseline="0" dirty="0">
                        <a:solidFill>
                          <a:schemeClr val="tx1"/>
                        </a:solidFill>
                        <a:latin typeface="微软雅黑 Light" panose="020B0502040204020203" pitchFamily="34" charset="-122"/>
                        <a:ea typeface="微软雅黑 Light" panose="020B0502040204020203" pitchFamily="34" charset="-122"/>
                        <a:cs typeface="+mn-ea"/>
                        <a:sym typeface="+mn-lt"/>
                      </a:endParaRPr>
                    </a:p>
                  </a:txBody>
                  <a:tcPr marL="0" marR="0" marT="45702" marB="45702"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lnTlToBr w="12700" cmpd="sng">
                      <a:noFill/>
                      <a:prstDash val="solid"/>
                    </a:lnTlToBr>
                    <a:lnBlToTr w="12700" cmpd="sng">
                      <a:noFill/>
                      <a:prstDash val="solid"/>
                    </a:lnBlToTr>
                    <a:solidFill>
                      <a:schemeClr val="accent3"/>
                    </a:solidFill>
                  </a:tcPr>
                </a:tc>
              </a:tr>
            </a:tbl>
          </a:graphicData>
        </a:graphic>
      </p:graphicFrame>
    </p:spTree>
  </p:cSld>
  <p:clrMapOvr>
    <a:masterClrMapping/>
  </p:clrMapOvr>
</p:sld>
</file>

<file path=ppt/slides/slide2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IPv6</a:t>
            </a:r>
            <a:r>
              <a:rPr lang="zh-CN" altLang="en-US" dirty="0"/>
              <a:t>地址缩写规范</a:t>
            </a:r>
            <a:endParaRPr lang="zh-CN" altLang="en-US" dirty="0"/>
          </a:p>
        </p:txBody>
      </p:sp>
      <p:sp>
        <p:nvSpPr>
          <p:cNvPr id="3" name="灯片编号占位符 2"/>
          <p:cNvSpPr>
            <a:spLocks noGrp="1"/>
          </p:cNvSpPr>
          <p:nvPr>
            <p:ph type="sldNum" sz="quarter" idx="12"/>
          </p:nvPr>
        </p:nvSpPr>
        <p:spPr/>
        <p:txBody>
          <a:bodyPr/>
          <a:lstStyle/>
          <a:p>
            <a:pPr>
              <a:defRPr/>
            </a:pPr>
            <a:fld id="{A48A0D3F-54C8-4397-8424-A82B96940146}" type="slidenum">
              <a:rPr lang="en-US" altLang="zh-CN" smtClean="0"/>
            </a:fld>
            <a:endParaRPr lang="en-US" altLang="zh-CN"/>
          </a:p>
        </p:txBody>
      </p:sp>
      <p:graphicFrame>
        <p:nvGraphicFramePr>
          <p:cNvPr id="4" name="表格 2"/>
          <p:cNvGraphicFramePr>
            <a:graphicFrameLocks noGrp="1"/>
          </p:cNvGraphicFramePr>
          <p:nvPr/>
        </p:nvGraphicFramePr>
        <p:xfrm>
          <a:off x="2143635" y="1123448"/>
          <a:ext cx="7848878" cy="495518"/>
        </p:xfrm>
        <a:graphic>
          <a:graphicData uri="http://schemas.openxmlformats.org/drawingml/2006/table">
            <a:tbl>
              <a:tblPr firstRow="1" bandRow="1"/>
              <a:tblGrid>
                <a:gridCol w="754359"/>
                <a:gridCol w="280052"/>
                <a:gridCol w="754359"/>
                <a:gridCol w="255659"/>
                <a:gridCol w="754359"/>
                <a:gridCol w="255659"/>
                <a:gridCol w="754359"/>
                <a:gridCol w="255659"/>
                <a:gridCol w="754359"/>
                <a:gridCol w="255659"/>
                <a:gridCol w="754359"/>
                <a:gridCol w="255659"/>
                <a:gridCol w="754359"/>
                <a:gridCol w="255659"/>
                <a:gridCol w="754359"/>
              </a:tblGrid>
              <a:tr h="304681">
                <a:tc>
                  <a:txBody>
                    <a:bodyPr/>
                    <a:lstStyle>
                      <a:lvl1pPr marL="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1pPr>
                      <a:lvl2pPr marL="4572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2pPr>
                      <a:lvl3pPr marL="9144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3pPr>
                      <a:lvl4pPr marL="13716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4pPr>
                      <a:lvl5pPr marL="18288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5pPr>
                      <a:lvl6pPr marL="22860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6pPr>
                      <a:lvl7pPr marL="27432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7pPr>
                      <a:lvl8pPr marL="32004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8pPr>
                      <a:lvl9pPr marL="36576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9pPr>
                    </a:lstStyle>
                    <a:p>
                      <a:pPr algn="ctr">
                        <a:lnSpc>
                          <a:spcPct val="120000"/>
                        </a:lnSpc>
                        <a:spcBef>
                          <a:spcPts val="0"/>
                        </a:spcBef>
                        <a:spcAft>
                          <a:spcPts val="0"/>
                        </a:spcAft>
                      </a:pPr>
                      <a:r>
                        <a:rPr lang="en-US" altLang="zh-CN" sz="2400" b="0" baseline="0" dirty="0">
                          <a:solidFill>
                            <a:schemeClr val="tx1"/>
                          </a:solidFill>
                          <a:latin typeface="微软雅黑 Light" panose="020B0502040204020203" pitchFamily="34" charset="-122"/>
                          <a:ea typeface="微软雅黑 Light" panose="020B0502040204020203" pitchFamily="34" charset="-122"/>
                          <a:cs typeface="+mn-ea"/>
                          <a:sym typeface="+mn-lt"/>
                        </a:rPr>
                        <a:t>2001</a:t>
                      </a:r>
                      <a:endParaRPr lang="zh-CN" altLang="en-US" sz="2400" b="0" baseline="0" dirty="0">
                        <a:solidFill>
                          <a:schemeClr val="tx1"/>
                        </a:solidFill>
                        <a:latin typeface="微软雅黑 Light" panose="020B0502040204020203" pitchFamily="34" charset="-122"/>
                        <a:ea typeface="微软雅黑 Light" panose="020B0502040204020203" pitchFamily="34" charset="-122"/>
                        <a:cs typeface="+mn-ea"/>
                        <a:sym typeface="+mn-lt"/>
                      </a:endParaRPr>
                    </a:p>
                  </a:txBody>
                  <a:tcPr marL="0" marR="0" marT="45702" marB="45702"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lnTlToBr w="12700" cmpd="sng">
                      <a:noFill/>
                      <a:prstDash val="solid"/>
                    </a:lnTlToBr>
                    <a:lnBlToTr w="12700" cmpd="sng">
                      <a:noFill/>
                      <a:prstDash val="solid"/>
                    </a:lnBlToTr>
                    <a:solidFill>
                      <a:srgbClr val="F4FBFE"/>
                    </a:solidFill>
                  </a:tcPr>
                </a:tc>
                <a:tc>
                  <a:txBody>
                    <a:bodyPr/>
                    <a:lstStyle>
                      <a:lvl1pPr marL="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1pPr>
                      <a:lvl2pPr marL="4572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2pPr>
                      <a:lvl3pPr marL="9144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3pPr>
                      <a:lvl4pPr marL="13716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4pPr>
                      <a:lvl5pPr marL="18288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5pPr>
                      <a:lvl6pPr marL="22860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6pPr>
                      <a:lvl7pPr marL="27432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7pPr>
                      <a:lvl8pPr marL="32004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8pPr>
                      <a:lvl9pPr marL="36576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9pPr>
                    </a:lstStyle>
                    <a:p>
                      <a:pPr algn="ctr">
                        <a:lnSpc>
                          <a:spcPct val="120000"/>
                        </a:lnSpc>
                        <a:spcBef>
                          <a:spcPts val="0"/>
                        </a:spcBef>
                        <a:spcAft>
                          <a:spcPts val="0"/>
                        </a:spcAft>
                      </a:pPr>
                      <a:r>
                        <a:rPr lang="en-US" altLang="zh-CN" sz="2400" b="0" baseline="0">
                          <a:solidFill>
                            <a:schemeClr val="tx1"/>
                          </a:solidFill>
                          <a:latin typeface="微软雅黑 Light" panose="020B0502040204020203" pitchFamily="34" charset="-122"/>
                          <a:ea typeface="微软雅黑 Light" panose="020B0502040204020203" pitchFamily="34" charset="-122"/>
                          <a:cs typeface="+mn-ea"/>
                          <a:sym typeface="+mn-lt"/>
                        </a:rPr>
                        <a:t>:</a:t>
                      </a:r>
                      <a:endParaRPr lang="zh-CN" altLang="en-US" sz="2400" b="0" baseline="0" dirty="0">
                        <a:solidFill>
                          <a:schemeClr val="tx1"/>
                        </a:solidFill>
                        <a:latin typeface="微软雅黑 Light" panose="020B0502040204020203" pitchFamily="34" charset="-122"/>
                        <a:ea typeface="微软雅黑 Light" panose="020B0502040204020203" pitchFamily="34" charset="-122"/>
                        <a:cs typeface="+mn-ea"/>
                        <a:sym typeface="+mn-lt"/>
                      </a:endParaRPr>
                    </a:p>
                  </a:txBody>
                  <a:tcPr marL="0" marR="0" marT="45702" marB="45702"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lnTlToBr w="12700" cmpd="sng">
                      <a:noFill/>
                      <a:prstDash val="solid"/>
                    </a:lnTlToBr>
                    <a:lnBlToTr w="12700" cmpd="sng">
                      <a:noFill/>
                      <a:prstDash val="solid"/>
                    </a:lnBlToTr>
                    <a:solidFill>
                      <a:srgbClr val="F4FBFE"/>
                    </a:solidFill>
                  </a:tcPr>
                </a:tc>
                <a:tc>
                  <a:txBody>
                    <a:bodyPr/>
                    <a:lstStyle>
                      <a:lvl1pPr marL="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1pPr>
                      <a:lvl2pPr marL="4572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2pPr>
                      <a:lvl3pPr marL="9144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3pPr>
                      <a:lvl4pPr marL="13716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4pPr>
                      <a:lvl5pPr marL="18288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5pPr>
                      <a:lvl6pPr marL="22860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6pPr>
                      <a:lvl7pPr marL="27432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7pPr>
                      <a:lvl8pPr marL="32004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8pPr>
                      <a:lvl9pPr marL="36576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9pPr>
                    </a:lstStyle>
                    <a:p>
                      <a:pPr algn="ctr">
                        <a:lnSpc>
                          <a:spcPct val="120000"/>
                        </a:lnSpc>
                        <a:spcBef>
                          <a:spcPts val="0"/>
                        </a:spcBef>
                        <a:spcAft>
                          <a:spcPts val="0"/>
                        </a:spcAft>
                      </a:pPr>
                      <a:r>
                        <a:rPr lang="en-US" altLang="zh-CN" sz="2400" b="0" baseline="0" dirty="0">
                          <a:solidFill>
                            <a:schemeClr val="tx1"/>
                          </a:solidFill>
                          <a:latin typeface="微软雅黑 Light" panose="020B0502040204020203" pitchFamily="34" charset="-122"/>
                          <a:ea typeface="微软雅黑 Light" panose="020B0502040204020203" pitchFamily="34" charset="-122"/>
                          <a:cs typeface="+mn-ea"/>
                          <a:sym typeface="+mn-lt"/>
                        </a:rPr>
                        <a:t>0DB8</a:t>
                      </a:r>
                      <a:endParaRPr lang="zh-CN" altLang="en-US" sz="2400" b="0" baseline="0" dirty="0">
                        <a:solidFill>
                          <a:schemeClr val="tx1"/>
                        </a:solidFill>
                        <a:latin typeface="微软雅黑 Light" panose="020B0502040204020203" pitchFamily="34" charset="-122"/>
                        <a:ea typeface="微软雅黑 Light" panose="020B0502040204020203" pitchFamily="34" charset="-122"/>
                        <a:cs typeface="+mn-ea"/>
                        <a:sym typeface="+mn-lt"/>
                      </a:endParaRPr>
                    </a:p>
                  </a:txBody>
                  <a:tcPr marL="0" marR="0" marT="45702" marB="45702"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lnTlToBr w="12700" cmpd="sng">
                      <a:noFill/>
                      <a:prstDash val="solid"/>
                    </a:lnTlToBr>
                    <a:lnBlToTr w="12700" cmpd="sng">
                      <a:noFill/>
                      <a:prstDash val="solid"/>
                    </a:lnBlToTr>
                    <a:solidFill>
                      <a:srgbClr val="F4FBFE"/>
                    </a:solidFill>
                  </a:tcPr>
                </a:tc>
                <a:tc>
                  <a:txBody>
                    <a:bodyPr/>
                    <a:lstStyle>
                      <a:lvl1pPr marL="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1pPr>
                      <a:lvl2pPr marL="4572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2pPr>
                      <a:lvl3pPr marL="9144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3pPr>
                      <a:lvl4pPr marL="13716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4pPr>
                      <a:lvl5pPr marL="18288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5pPr>
                      <a:lvl6pPr marL="22860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6pPr>
                      <a:lvl7pPr marL="27432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7pPr>
                      <a:lvl8pPr marL="32004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8pPr>
                      <a:lvl9pPr marL="36576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9pPr>
                    </a:lstStyle>
                    <a:p>
                      <a:pPr algn="ctr">
                        <a:lnSpc>
                          <a:spcPct val="120000"/>
                        </a:lnSpc>
                        <a:spcBef>
                          <a:spcPts val="0"/>
                        </a:spcBef>
                        <a:spcAft>
                          <a:spcPts val="0"/>
                        </a:spcAft>
                      </a:pPr>
                      <a:r>
                        <a:rPr lang="en-US" altLang="zh-CN" sz="2400" b="0" baseline="0">
                          <a:solidFill>
                            <a:schemeClr val="tx1"/>
                          </a:solidFill>
                          <a:latin typeface="微软雅黑 Light" panose="020B0502040204020203" pitchFamily="34" charset="-122"/>
                          <a:ea typeface="微软雅黑 Light" panose="020B0502040204020203" pitchFamily="34" charset="-122"/>
                          <a:cs typeface="+mn-ea"/>
                          <a:sym typeface="+mn-lt"/>
                        </a:rPr>
                        <a:t>:</a:t>
                      </a:r>
                      <a:endParaRPr lang="zh-CN" altLang="en-US" sz="2400" b="0" baseline="0" dirty="0">
                        <a:solidFill>
                          <a:schemeClr val="tx1"/>
                        </a:solidFill>
                        <a:latin typeface="微软雅黑 Light" panose="020B0502040204020203" pitchFamily="34" charset="-122"/>
                        <a:ea typeface="微软雅黑 Light" panose="020B0502040204020203" pitchFamily="34" charset="-122"/>
                        <a:cs typeface="+mn-ea"/>
                        <a:sym typeface="+mn-lt"/>
                      </a:endParaRPr>
                    </a:p>
                  </a:txBody>
                  <a:tcPr marL="0" marR="0" marT="45702" marB="45702"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lnTlToBr w="12700" cmpd="sng">
                      <a:noFill/>
                      <a:prstDash val="solid"/>
                    </a:lnTlToBr>
                    <a:lnBlToTr w="12700" cmpd="sng">
                      <a:noFill/>
                      <a:prstDash val="solid"/>
                    </a:lnBlToTr>
                    <a:solidFill>
                      <a:srgbClr val="F4FBFE"/>
                    </a:solidFill>
                  </a:tcPr>
                </a:tc>
                <a:tc>
                  <a:txBody>
                    <a:bodyPr/>
                    <a:lstStyle>
                      <a:lvl1pPr marL="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1pPr>
                      <a:lvl2pPr marL="4572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2pPr>
                      <a:lvl3pPr marL="9144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3pPr>
                      <a:lvl4pPr marL="13716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4pPr>
                      <a:lvl5pPr marL="18288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5pPr>
                      <a:lvl6pPr marL="22860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6pPr>
                      <a:lvl7pPr marL="27432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7pPr>
                      <a:lvl8pPr marL="32004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8pPr>
                      <a:lvl9pPr marL="36576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9pPr>
                    </a:lstStyle>
                    <a:p>
                      <a:pPr algn="ctr">
                        <a:lnSpc>
                          <a:spcPct val="120000"/>
                        </a:lnSpc>
                        <a:spcBef>
                          <a:spcPts val="0"/>
                        </a:spcBef>
                        <a:spcAft>
                          <a:spcPts val="0"/>
                        </a:spcAft>
                      </a:pPr>
                      <a:r>
                        <a:rPr lang="en-US" altLang="zh-CN" sz="2400" b="0" baseline="0" dirty="0">
                          <a:solidFill>
                            <a:schemeClr val="tx1"/>
                          </a:solidFill>
                          <a:latin typeface="微软雅黑 Light" panose="020B0502040204020203" pitchFamily="34" charset="-122"/>
                          <a:ea typeface="微软雅黑 Light" panose="020B0502040204020203" pitchFamily="34" charset="-122"/>
                          <a:cs typeface="+mn-ea"/>
                          <a:sym typeface="+mn-lt"/>
                        </a:rPr>
                        <a:t>0000</a:t>
                      </a:r>
                      <a:endParaRPr lang="zh-CN" altLang="en-US" sz="2400" b="0" baseline="0" dirty="0">
                        <a:solidFill>
                          <a:schemeClr val="tx1"/>
                        </a:solidFill>
                        <a:latin typeface="微软雅黑 Light" panose="020B0502040204020203" pitchFamily="34" charset="-122"/>
                        <a:ea typeface="微软雅黑 Light" panose="020B0502040204020203" pitchFamily="34" charset="-122"/>
                        <a:cs typeface="+mn-ea"/>
                        <a:sym typeface="+mn-lt"/>
                      </a:endParaRPr>
                    </a:p>
                  </a:txBody>
                  <a:tcPr marL="0" marR="0" marT="45702" marB="45702"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lnTlToBr w="12700" cmpd="sng">
                      <a:noFill/>
                      <a:prstDash val="solid"/>
                    </a:lnTlToBr>
                    <a:lnBlToTr w="12700" cmpd="sng">
                      <a:noFill/>
                      <a:prstDash val="solid"/>
                    </a:lnBlToTr>
                    <a:solidFill>
                      <a:srgbClr val="F4FBFE"/>
                    </a:solidFill>
                  </a:tcPr>
                </a:tc>
                <a:tc>
                  <a:txBody>
                    <a:bodyPr/>
                    <a:lstStyle>
                      <a:lvl1pPr marL="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1pPr>
                      <a:lvl2pPr marL="4572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2pPr>
                      <a:lvl3pPr marL="9144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3pPr>
                      <a:lvl4pPr marL="13716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4pPr>
                      <a:lvl5pPr marL="18288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5pPr>
                      <a:lvl6pPr marL="22860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6pPr>
                      <a:lvl7pPr marL="27432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7pPr>
                      <a:lvl8pPr marL="32004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8pPr>
                      <a:lvl9pPr marL="36576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9pPr>
                    </a:lstStyle>
                    <a:p>
                      <a:pPr algn="ctr">
                        <a:lnSpc>
                          <a:spcPct val="120000"/>
                        </a:lnSpc>
                        <a:spcBef>
                          <a:spcPts val="0"/>
                        </a:spcBef>
                        <a:spcAft>
                          <a:spcPts val="0"/>
                        </a:spcAft>
                      </a:pPr>
                      <a:r>
                        <a:rPr lang="en-US" altLang="zh-CN" sz="2400" b="0" baseline="0" dirty="0">
                          <a:solidFill>
                            <a:schemeClr val="tx1"/>
                          </a:solidFill>
                          <a:latin typeface="微软雅黑 Light" panose="020B0502040204020203" pitchFamily="34" charset="-122"/>
                          <a:ea typeface="微软雅黑 Light" panose="020B0502040204020203" pitchFamily="34" charset="-122"/>
                          <a:cs typeface="+mn-ea"/>
                          <a:sym typeface="+mn-lt"/>
                        </a:rPr>
                        <a:t>:</a:t>
                      </a:r>
                      <a:endParaRPr lang="zh-CN" altLang="en-US" sz="2400" b="0" baseline="0" dirty="0">
                        <a:solidFill>
                          <a:schemeClr val="tx1"/>
                        </a:solidFill>
                        <a:latin typeface="微软雅黑 Light" panose="020B0502040204020203" pitchFamily="34" charset="-122"/>
                        <a:ea typeface="微软雅黑 Light" panose="020B0502040204020203" pitchFamily="34" charset="-122"/>
                        <a:cs typeface="+mn-ea"/>
                        <a:sym typeface="+mn-lt"/>
                      </a:endParaRPr>
                    </a:p>
                  </a:txBody>
                  <a:tcPr marL="0" marR="0" marT="45702" marB="45702"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lnTlToBr w="12700" cmpd="sng">
                      <a:noFill/>
                      <a:prstDash val="solid"/>
                    </a:lnTlToBr>
                    <a:lnBlToTr w="12700" cmpd="sng">
                      <a:noFill/>
                      <a:prstDash val="solid"/>
                    </a:lnBlToTr>
                    <a:solidFill>
                      <a:srgbClr val="F4FBFE"/>
                    </a:solidFill>
                  </a:tcPr>
                </a:tc>
                <a:tc>
                  <a:txBody>
                    <a:bodyPr/>
                    <a:lstStyle>
                      <a:lvl1pPr marL="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1pPr>
                      <a:lvl2pPr marL="4572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2pPr>
                      <a:lvl3pPr marL="9144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3pPr>
                      <a:lvl4pPr marL="13716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4pPr>
                      <a:lvl5pPr marL="18288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5pPr>
                      <a:lvl6pPr marL="22860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6pPr>
                      <a:lvl7pPr marL="27432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7pPr>
                      <a:lvl8pPr marL="32004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8pPr>
                      <a:lvl9pPr marL="36576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9pPr>
                    </a:lstStyle>
                    <a:p>
                      <a:pPr algn="ctr">
                        <a:lnSpc>
                          <a:spcPct val="120000"/>
                        </a:lnSpc>
                        <a:spcBef>
                          <a:spcPts val="0"/>
                        </a:spcBef>
                        <a:spcAft>
                          <a:spcPts val="0"/>
                        </a:spcAft>
                      </a:pPr>
                      <a:r>
                        <a:rPr lang="en-US" altLang="zh-CN" sz="2400" b="0" baseline="0" dirty="0">
                          <a:solidFill>
                            <a:schemeClr val="tx1"/>
                          </a:solidFill>
                          <a:latin typeface="微软雅黑 Light" panose="020B0502040204020203" pitchFamily="34" charset="-122"/>
                          <a:ea typeface="微软雅黑 Light" panose="020B0502040204020203" pitchFamily="34" charset="-122"/>
                          <a:cs typeface="+mn-ea"/>
                          <a:sym typeface="+mn-lt"/>
                        </a:rPr>
                        <a:t>0000</a:t>
                      </a:r>
                      <a:endParaRPr lang="zh-CN" altLang="en-US" sz="2400" b="0" baseline="0" dirty="0">
                        <a:solidFill>
                          <a:schemeClr val="tx1"/>
                        </a:solidFill>
                        <a:latin typeface="微软雅黑 Light" panose="020B0502040204020203" pitchFamily="34" charset="-122"/>
                        <a:ea typeface="微软雅黑 Light" panose="020B0502040204020203" pitchFamily="34" charset="-122"/>
                        <a:cs typeface="+mn-ea"/>
                        <a:sym typeface="+mn-lt"/>
                      </a:endParaRPr>
                    </a:p>
                  </a:txBody>
                  <a:tcPr marL="0" marR="0" marT="45702" marB="45702"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lnTlToBr w="12700" cmpd="sng">
                      <a:noFill/>
                      <a:prstDash val="solid"/>
                    </a:lnTlToBr>
                    <a:lnBlToTr w="12700" cmpd="sng">
                      <a:noFill/>
                      <a:prstDash val="solid"/>
                    </a:lnBlToTr>
                    <a:solidFill>
                      <a:srgbClr val="F4FBFE"/>
                    </a:solidFill>
                  </a:tcPr>
                </a:tc>
                <a:tc>
                  <a:txBody>
                    <a:bodyPr/>
                    <a:lstStyle>
                      <a:lvl1pPr marL="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1pPr>
                      <a:lvl2pPr marL="4572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2pPr>
                      <a:lvl3pPr marL="9144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3pPr>
                      <a:lvl4pPr marL="13716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4pPr>
                      <a:lvl5pPr marL="18288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5pPr>
                      <a:lvl6pPr marL="22860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6pPr>
                      <a:lvl7pPr marL="27432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7pPr>
                      <a:lvl8pPr marL="32004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8pPr>
                      <a:lvl9pPr marL="36576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9pPr>
                    </a:lstStyle>
                    <a:p>
                      <a:pPr algn="ctr">
                        <a:lnSpc>
                          <a:spcPct val="120000"/>
                        </a:lnSpc>
                        <a:spcBef>
                          <a:spcPts val="0"/>
                        </a:spcBef>
                        <a:spcAft>
                          <a:spcPts val="0"/>
                        </a:spcAft>
                      </a:pPr>
                      <a:r>
                        <a:rPr lang="en-US" altLang="zh-CN" sz="2400" b="0" baseline="0">
                          <a:solidFill>
                            <a:schemeClr val="tx1"/>
                          </a:solidFill>
                          <a:latin typeface="微软雅黑 Light" panose="020B0502040204020203" pitchFamily="34" charset="-122"/>
                          <a:ea typeface="微软雅黑 Light" panose="020B0502040204020203" pitchFamily="34" charset="-122"/>
                          <a:cs typeface="+mn-ea"/>
                          <a:sym typeface="+mn-lt"/>
                        </a:rPr>
                        <a:t>:</a:t>
                      </a:r>
                      <a:endParaRPr lang="zh-CN" altLang="en-US" sz="2400" b="0" baseline="0" dirty="0">
                        <a:solidFill>
                          <a:schemeClr val="tx1"/>
                        </a:solidFill>
                        <a:latin typeface="微软雅黑 Light" panose="020B0502040204020203" pitchFamily="34" charset="-122"/>
                        <a:ea typeface="微软雅黑 Light" panose="020B0502040204020203" pitchFamily="34" charset="-122"/>
                        <a:cs typeface="+mn-ea"/>
                        <a:sym typeface="+mn-lt"/>
                      </a:endParaRPr>
                    </a:p>
                  </a:txBody>
                  <a:tcPr marL="0" marR="0" marT="45702" marB="45702"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lnTlToBr w="12700" cmpd="sng">
                      <a:noFill/>
                      <a:prstDash val="solid"/>
                    </a:lnTlToBr>
                    <a:lnBlToTr w="12700" cmpd="sng">
                      <a:noFill/>
                      <a:prstDash val="solid"/>
                    </a:lnBlToTr>
                    <a:solidFill>
                      <a:srgbClr val="F4FBFE"/>
                    </a:solidFill>
                  </a:tcPr>
                </a:tc>
                <a:tc>
                  <a:txBody>
                    <a:bodyPr/>
                    <a:lstStyle>
                      <a:lvl1pPr marL="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1pPr>
                      <a:lvl2pPr marL="4572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2pPr>
                      <a:lvl3pPr marL="9144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3pPr>
                      <a:lvl4pPr marL="13716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4pPr>
                      <a:lvl5pPr marL="18288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5pPr>
                      <a:lvl6pPr marL="22860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6pPr>
                      <a:lvl7pPr marL="27432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7pPr>
                      <a:lvl8pPr marL="32004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8pPr>
                      <a:lvl9pPr marL="36576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9pPr>
                    </a:lstStyle>
                    <a:p>
                      <a:pPr algn="ctr">
                        <a:lnSpc>
                          <a:spcPct val="120000"/>
                        </a:lnSpc>
                        <a:spcBef>
                          <a:spcPts val="0"/>
                        </a:spcBef>
                        <a:spcAft>
                          <a:spcPts val="0"/>
                        </a:spcAft>
                      </a:pPr>
                      <a:r>
                        <a:rPr lang="en-US" altLang="zh-CN" sz="2400" b="0" baseline="0" dirty="0">
                          <a:solidFill>
                            <a:schemeClr val="tx1"/>
                          </a:solidFill>
                          <a:latin typeface="微软雅黑 Light" panose="020B0502040204020203" pitchFamily="34" charset="-122"/>
                          <a:ea typeface="微软雅黑 Light" panose="020B0502040204020203" pitchFamily="34" charset="-122"/>
                          <a:cs typeface="+mn-ea"/>
                          <a:sym typeface="+mn-lt"/>
                        </a:rPr>
                        <a:t>0008</a:t>
                      </a:r>
                      <a:endParaRPr lang="zh-CN" altLang="en-US" sz="2400" b="0" baseline="0" dirty="0">
                        <a:solidFill>
                          <a:schemeClr val="tx1"/>
                        </a:solidFill>
                        <a:latin typeface="微软雅黑 Light" panose="020B0502040204020203" pitchFamily="34" charset="-122"/>
                        <a:ea typeface="微软雅黑 Light" panose="020B0502040204020203" pitchFamily="34" charset="-122"/>
                        <a:cs typeface="+mn-ea"/>
                        <a:sym typeface="+mn-lt"/>
                      </a:endParaRPr>
                    </a:p>
                  </a:txBody>
                  <a:tcPr marL="0" marR="0" marT="45702" marB="45702"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lnTlToBr w="12700" cmpd="sng">
                      <a:noFill/>
                      <a:prstDash val="solid"/>
                    </a:lnTlToBr>
                    <a:lnBlToTr w="12700" cmpd="sng">
                      <a:noFill/>
                      <a:prstDash val="solid"/>
                    </a:lnBlToTr>
                    <a:solidFill>
                      <a:srgbClr val="F4FBFE"/>
                    </a:solidFill>
                  </a:tcPr>
                </a:tc>
                <a:tc>
                  <a:txBody>
                    <a:bodyPr/>
                    <a:lstStyle>
                      <a:lvl1pPr marL="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1pPr>
                      <a:lvl2pPr marL="4572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2pPr>
                      <a:lvl3pPr marL="9144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3pPr>
                      <a:lvl4pPr marL="13716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4pPr>
                      <a:lvl5pPr marL="18288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5pPr>
                      <a:lvl6pPr marL="22860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6pPr>
                      <a:lvl7pPr marL="27432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7pPr>
                      <a:lvl8pPr marL="32004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8pPr>
                      <a:lvl9pPr marL="36576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9pPr>
                    </a:lstStyle>
                    <a:p>
                      <a:pPr algn="ctr">
                        <a:lnSpc>
                          <a:spcPct val="120000"/>
                        </a:lnSpc>
                        <a:spcBef>
                          <a:spcPts val="0"/>
                        </a:spcBef>
                        <a:spcAft>
                          <a:spcPts val="0"/>
                        </a:spcAft>
                      </a:pPr>
                      <a:r>
                        <a:rPr lang="en-US" altLang="zh-CN" sz="2400" b="0" baseline="0" dirty="0">
                          <a:solidFill>
                            <a:schemeClr val="tx1"/>
                          </a:solidFill>
                          <a:latin typeface="微软雅黑 Light" panose="020B0502040204020203" pitchFamily="34" charset="-122"/>
                          <a:ea typeface="微软雅黑 Light" panose="020B0502040204020203" pitchFamily="34" charset="-122"/>
                          <a:cs typeface="+mn-ea"/>
                          <a:sym typeface="+mn-lt"/>
                        </a:rPr>
                        <a:t>:</a:t>
                      </a:r>
                      <a:endParaRPr lang="zh-CN" altLang="en-US" sz="2400" b="0" baseline="0" dirty="0">
                        <a:solidFill>
                          <a:schemeClr val="tx1"/>
                        </a:solidFill>
                        <a:latin typeface="微软雅黑 Light" panose="020B0502040204020203" pitchFamily="34" charset="-122"/>
                        <a:ea typeface="微软雅黑 Light" panose="020B0502040204020203" pitchFamily="34" charset="-122"/>
                        <a:cs typeface="+mn-ea"/>
                        <a:sym typeface="+mn-lt"/>
                      </a:endParaRPr>
                    </a:p>
                  </a:txBody>
                  <a:tcPr marL="0" marR="0" marT="45702" marB="45702"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lnTlToBr w="12700" cmpd="sng">
                      <a:noFill/>
                      <a:prstDash val="solid"/>
                    </a:lnTlToBr>
                    <a:lnBlToTr w="12700" cmpd="sng">
                      <a:noFill/>
                      <a:prstDash val="solid"/>
                    </a:lnBlToTr>
                    <a:solidFill>
                      <a:srgbClr val="F4FBFE"/>
                    </a:solidFill>
                  </a:tcPr>
                </a:tc>
                <a:tc>
                  <a:txBody>
                    <a:bodyPr/>
                    <a:lstStyle>
                      <a:lvl1pPr marL="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1pPr>
                      <a:lvl2pPr marL="4572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2pPr>
                      <a:lvl3pPr marL="9144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3pPr>
                      <a:lvl4pPr marL="13716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4pPr>
                      <a:lvl5pPr marL="18288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5pPr>
                      <a:lvl6pPr marL="22860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6pPr>
                      <a:lvl7pPr marL="27432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7pPr>
                      <a:lvl8pPr marL="32004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8pPr>
                      <a:lvl9pPr marL="36576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9pPr>
                    </a:lstStyle>
                    <a:p>
                      <a:pPr algn="ctr">
                        <a:lnSpc>
                          <a:spcPct val="120000"/>
                        </a:lnSpc>
                        <a:spcBef>
                          <a:spcPts val="0"/>
                        </a:spcBef>
                        <a:spcAft>
                          <a:spcPts val="0"/>
                        </a:spcAft>
                      </a:pPr>
                      <a:r>
                        <a:rPr lang="en-US" altLang="zh-CN" sz="2400" b="0" baseline="0" dirty="0">
                          <a:solidFill>
                            <a:schemeClr val="tx1"/>
                          </a:solidFill>
                          <a:latin typeface="微软雅黑 Light" panose="020B0502040204020203" pitchFamily="34" charset="-122"/>
                          <a:ea typeface="微软雅黑 Light" panose="020B0502040204020203" pitchFamily="34" charset="-122"/>
                          <a:cs typeface="+mn-ea"/>
                          <a:sym typeface="+mn-lt"/>
                        </a:rPr>
                        <a:t>0800</a:t>
                      </a:r>
                      <a:endParaRPr lang="zh-CN" altLang="en-US" sz="2400" b="0" baseline="0" dirty="0">
                        <a:solidFill>
                          <a:schemeClr val="tx1"/>
                        </a:solidFill>
                        <a:latin typeface="微软雅黑 Light" panose="020B0502040204020203" pitchFamily="34" charset="-122"/>
                        <a:ea typeface="微软雅黑 Light" panose="020B0502040204020203" pitchFamily="34" charset="-122"/>
                        <a:cs typeface="+mn-ea"/>
                        <a:sym typeface="+mn-lt"/>
                      </a:endParaRPr>
                    </a:p>
                  </a:txBody>
                  <a:tcPr marL="0" marR="0" marT="45702" marB="45702"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lnTlToBr w="12700" cmpd="sng">
                      <a:noFill/>
                      <a:prstDash val="solid"/>
                    </a:lnTlToBr>
                    <a:lnBlToTr w="12700" cmpd="sng">
                      <a:noFill/>
                      <a:prstDash val="solid"/>
                    </a:lnBlToTr>
                    <a:solidFill>
                      <a:srgbClr val="F4FBFE"/>
                    </a:solidFill>
                  </a:tcPr>
                </a:tc>
                <a:tc>
                  <a:txBody>
                    <a:bodyPr/>
                    <a:lstStyle>
                      <a:lvl1pPr marL="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1pPr>
                      <a:lvl2pPr marL="4572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2pPr>
                      <a:lvl3pPr marL="9144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3pPr>
                      <a:lvl4pPr marL="13716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4pPr>
                      <a:lvl5pPr marL="18288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5pPr>
                      <a:lvl6pPr marL="22860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6pPr>
                      <a:lvl7pPr marL="27432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7pPr>
                      <a:lvl8pPr marL="32004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8pPr>
                      <a:lvl9pPr marL="36576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9pPr>
                    </a:lstStyle>
                    <a:p>
                      <a:pPr algn="ctr">
                        <a:lnSpc>
                          <a:spcPct val="120000"/>
                        </a:lnSpc>
                        <a:spcBef>
                          <a:spcPts val="0"/>
                        </a:spcBef>
                        <a:spcAft>
                          <a:spcPts val="0"/>
                        </a:spcAft>
                      </a:pPr>
                      <a:r>
                        <a:rPr lang="en-US" altLang="zh-CN" sz="2400" b="0" baseline="0" dirty="0">
                          <a:solidFill>
                            <a:schemeClr val="tx1"/>
                          </a:solidFill>
                          <a:latin typeface="微软雅黑 Light" panose="020B0502040204020203" pitchFamily="34" charset="-122"/>
                          <a:ea typeface="微软雅黑 Light" panose="020B0502040204020203" pitchFamily="34" charset="-122"/>
                          <a:cs typeface="+mn-ea"/>
                          <a:sym typeface="+mn-lt"/>
                        </a:rPr>
                        <a:t>:</a:t>
                      </a:r>
                      <a:endParaRPr lang="zh-CN" altLang="en-US" sz="2400" b="0" baseline="0" dirty="0">
                        <a:solidFill>
                          <a:schemeClr val="tx1"/>
                        </a:solidFill>
                        <a:latin typeface="微软雅黑 Light" panose="020B0502040204020203" pitchFamily="34" charset="-122"/>
                        <a:ea typeface="微软雅黑 Light" panose="020B0502040204020203" pitchFamily="34" charset="-122"/>
                        <a:cs typeface="+mn-ea"/>
                        <a:sym typeface="+mn-lt"/>
                      </a:endParaRPr>
                    </a:p>
                  </a:txBody>
                  <a:tcPr marL="0" marR="0" marT="45702" marB="45702"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lnTlToBr w="12700" cmpd="sng">
                      <a:noFill/>
                      <a:prstDash val="solid"/>
                    </a:lnTlToBr>
                    <a:lnBlToTr w="12700" cmpd="sng">
                      <a:noFill/>
                      <a:prstDash val="solid"/>
                    </a:lnBlToTr>
                    <a:solidFill>
                      <a:srgbClr val="F4FBFE"/>
                    </a:solidFill>
                  </a:tcPr>
                </a:tc>
                <a:tc>
                  <a:txBody>
                    <a:bodyPr/>
                    <a:lstStyle>
                      <a:lvl1pPr marL="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1pPr>
                      <a:lvl2pPr marL="4572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2pPr>
                      <a:lvl3pPr marL="9144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3pPr>
                      <a:lvl4pPr marL="13716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4pPr>
                      <a:lvl5pPr marL="18288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5pPr>
                      <a:lvl6pPr marL="22860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6pPr>
                      <a:lvl7pPr marL="27432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7pPr>
                      <a:lvl8pPr marL="32004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8pPr>
                      <a:lvl9pPr marL="36576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9pPr>
                    </a:lstStyle>
                    <a:p>
                      <a:pPr algn="ctr">
                        <a:lnSpc>
                          <a:spcPct val="120000"/>
                        </a:lnSpc>
                        <a:spcBef>
                          <a:spcPts val="0"/>
                        </a:spcBef>
                        <a:spcAft>
                          <a:spcPts val="0"/>
                        </a:spcAft>
                      </a:pPr>
                      <a:r>
                        <a:rPr lang="en-US" altLang="zh-CN" sz="2400" b="0" baseline="0" dirty="0">
                          <a:solidFill>
                            <a:schemeClr val="tx1"/>
                          </a:solidFill>
                          <a:latin typeface="微软雅黑 Light" panose="020B0502040204020203" pitchFamily="34" charset="-122"/>
                          <a:ea typeface="微软雅黑 Light" panose="020B0502040204020203" pitchFamily="34" charset="-122"/>
                          <a:cs typeface="+mn-ea"/>
                          <a:sym typeface="+mn-lt"/>
                        </a:rPr>
                        <a:t>200C</a:t>
                      </a:r>
                      <a:endParaRPr lang="zh-CN" altLang="en-US" sz="2400" b="0" baseline="0" dirty="0">
                        <a:solidFill>
                          <a:schemeClr val="tx1"/>
                        </a:solidFill>
                        <a:latin typeface="微软雅黑 Light" panose="020B0502040204020203" pitchFamily="34" charset="-122"/>
                        <a:ea typeface="微软雅黑 Light" panose="020B0502040204020203" pitchFamily="34" charset="-122"/>
                        <a:cs typeface="+mn-ea"/>
                        <a:sym typeface="+mn-lt"/>
                      </a:endParaRPr>
                    </a:p>
                  </a:txBody>
                  <a:tcPr marL="0" marR="0" marT="45702" marB="45702"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lnTlToBr w="12700" cmpd="sng">
                      <a:noFill/>
                      <a:prstDash val="solid"/>
                    </a:lnTlToBr>
                    <a:lnBlToTr w="12700" cmpd="sng">
                      <a:noFill/>
                      <a:prstDash val="solid"/>
                    </a:lnBlToTr>
                    <a:solidFill>
                      <a:srgbClr val="F4FBFE"/>
                    </a:solidFill>
                  </a:tcPr>
                </a:tc>
                <a:tc>
                  <a:txBody>
                    <a:bodyPr/>
                    <a:lstStyle>
                      <a:lvl1pPr marL="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1pPr>
                      <a:lvl2pPr marL="4572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2pPr>
                      <a:lvl3pPr marL="9144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3pPr>
                      <a:lvl4pPr marL="13716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4pPr>
                      <a:lvl5pPr marL="18288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5pPr>
                      <a:lvl6pPr marL="22860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6pPr>
                      <a:lvl7pPr marL="27432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7pPr>
                      <a:lvl8pPr marL="32004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8pPr>
                      <a:lvl9pPr marL="36576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9pPr>
                    </a:lstStyle>
                    <a:p>
                      <a:pPr algn="ctr">
                        <a:lnSpc>
                          <a:spcPct val="120000"/>
                        </a:lnSpc>
                        <a:spcBef>
                          <a:spcPts val="0"/>
                        </a:spcBef>
                        <a:spcAft>
                          <a:spcPts val="0"/>
                        </a:spcAft>
                      </a:pPr>
                      <a:r>
                        <a:rPr lang="en-US" altLang="zh-CN" sz="2400" b="0" baseline="0" dirty="0">
                          <a:solidFill>
                            <a:schemeClr val="tx1"/>
                          </a:solidFill>
                          <a:latin typeface="微软雅黑 Light" panose="020B0502040204020203" pitchFamily="34" charset="-122"/>
                          <a:ea typeface="微软雅黑 Light" panose="020B0502040204020203" pitchFamily="34" charset="-122"/>
                          <a:cs typeface="+mn-ea"/>
                          <a:sym typeface="+mn-lt"/>
                        </a:rPr>
                        <a:t>:</a:t>
                      </a:r>
                      <a:endParaRPr lang="zh-CN" altLang="en-US" sz="2400" b="0" baseline="0" dirty="0">
                        <a:solidFill>
                          <a:schemeClr val="tx1"/>
                        </a:solidFill>
                        <a:latin typeface="微软雅黑 Light" panose="020B0502040204020203" pitchFamily="34" charset="-122"/>
                        <a:ea typeface="微软雅黑 Light" panose="020B0502040204020203" pitchFamily="34" charset="-122"/>
                        <a:cs typeface="+mn-ea"/>
                        <a:sym typeface="+mn-lt"/>
                      </a:endParaRPr>
                    </a:p>
                  </a:txBody>
                  <a:tcPr marL="0" marR="0" marT="45702" marB="45702"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lnTlToBr w="12700" cmpd="sng">
                      <a:noFill/>
                      <a:prstDash val="solid"/>
                    </a:lnTlToBr>
                    <a:lnBlToTr w="12700" cmpd="sng">
                      <a:noFill/>
                      <a:prstDash val="solid"/>
                    </a:lnBlToTr>
                    <a:solidFill>
                      <a:srgbClr val="F4FBFE"/>
                    </a:solidFill>
                  </a:tcPr>
                </a:tc>
                <a:tc>
                  <a:txBody>
                    <a:bodyPr/>
                    <a:lstStyle>
                      <a:lvl1pPr marL="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1pPr>
                      <a:lvl2pPr marL="4572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2pPr>
                      <a:lvl3pPr marL="9144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3pPr>
                      <a:lvl4pPr marL="13716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4pPr>
                      <a:lvl5pPr marL="18288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5pPr>
                      <a:lvl6pPr marL="22860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6pPr>
                      <a:lvl7pPr marL="27432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7pPr>
                      <a:lvl8pPr marL="32004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8pPr>
                      <a:lvl9pPr marL="36576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9pPr>
                    </a:lstStyle>
                    <a:p>
                      <a:pPr algn="ctr">
                        <a:lnSpc>
                          <a:spcPct val="120000"/>
                        </a:lnSpc>
                        <a:spcBef>
                          <a:spcPts val="0"/>
                        </a:spcBef>
                        <a:spcAft>
                          <a:spcPts val="0"/>
                        </a:spcAft>
                      </a:pPr>
                      <a:r>
                        <a:rPr lang="en-US" altLang="zh-CN" sz="2400" b="0" baseline="0" dirty="0">
                          <a:solidFill>
                            <a:schemeClr val="tx1"/>
                          </a:solidFill>
                          <a:latin typeface="微软雅黑 Light" panose="020B0502040204020203" pitchFamily="34" charset="-122"/>
                          <a:ea typeface="微软雅黑 Light" panose="020B0502040204020203" pitchFamily="34" charset="-122"/>
                          <a:cs typeface="+mn-ea"/>
                          <a:sym typeface="+mn-lt"/>
                        </a:rPr>
                        <a:t>417A</a:t>
                      </a:r>
                      <a:endParaRPr lang="zh-CN" altLang="en-US" sz="2400" b="0" baseline="0" dirty="0">
                        <a:solidFill>
                          <a:schemeClr val="tx1"/>
                        </a:solidFill>
                        <a:latin typeface="微软雅黑 Light" panose="020B0502040204020203" pitchFamily="34" charset="-122"/>
                        <a:ea typeface="微软雅黑 Light" panose="020B0502040204020203" pitchFamily="34" charset="-122"/>
                        <a:cs typeface="+mn-ea"/>
                        <a:sym typeface="+mn-lt"/>
                      </a:endParaRPr>
                    </a:p>
                  </a:txBody>
                  <a:tcPr marL="0" marR="0" marT="45702" marB="45702"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lnTlToBr w="12700" cmpd="sng">
                      <a:noFill/>
                      <a:prstDash val="solid"/>
                    </a:lnTlToBr>
                    <a:lnBlToTr w="12700" cmpd="sng">
                      <a:noFill/>
                      <a:prstDash val="solid"/>
                    </a:lnBlToTr>
                    <a:solidFill>
                      <a:srgbClr val="F4FBFE"/>
                    </a:solidFill>
                  </a:tcPr>
                </a:tc>
              </a:tr>
            </a:tbl>
          </a:graphicData>
        </a:graphic>
      </p:graphicFrame>
      <p:sp>
        <p:nvSpPr>
          <p:cNvPr id="5" name="矩形 3"/>
          <p:cNvSpPr/>
          <p:nvPr/>
        </p:nvSpPr>
        <p:spPr>
          <a:xfrm>
            <a:off x="2151411" y="1762315"/>
            <a:ext cx="7848878" cy="801694"/>
          </a:xfrm>
          <a:prstGeom prst="rect">
            <a:avLst/>
          </a:prstGeom>
          <a:solidFill>
            <a:schemeClr val="bg1"/>
          </a:solidFill>
        </p:spPr>
        <p:style>
          <a:lnRef idx="1">
            <a:schemeClr val="dk1"/>
          </a:lnRef>
          <a:fillRef idx="2">
            <a:schemeClr val="dk1"/>
          </a:fillRef>
          <a:effectRef idx="1">
            <a:schemeClr val="dk1"/>
          </a:effectRef>
          <a:fontRef idx="minor">
            <a:schemeClr val="dk1"/>
          </a:fontRef>
        </p:style>
        <p:txBody>
          <a:bodyPr wrap="square">
            <a:spAutoFit/>
          </a:bodyPr>
          <a:lstStyle/>
          <a:p>
            <a:pPr>
              <a:lnSpc>
                <a:spcPct val="120000"/>
              </a:lnSpc>
            </a:pPr>
            <a:r>
              <a:rPr lang="zh-CN" altLang="en-US" dirty="0">
                <a:solidFill>
                  <a:prstClr val="black"/>
                </a:solidFill>
                <a:latin typeface="微软雅黑 Light" panose="020B0502040204020203" pitchFamily="34" charset="-122"/>
                <a:ea typeface="微软雅黑 Light" panose="020B0502040204020203" pitchFamily="34" charset="-122"/>
                <a:cs typeface="+mn-ea"/>
                <a:sym typeface="+mn-lt"/>
              </a:rPr>
              <a:t>每组</a:t>
            </a:r>
            <a:r>
              <a:rPr lang="en-US" altLang="zh-CN" dirty="0">
                <a:solidFill>
                  <a:prstClr val="black"/>
                </a:solidFill>
                <a:latin typeface="微软雅黑 Light" panose="020B0502040204020203" pitchFamily="34" charset="-122"/>
                <a:ea typeface="微软雅黑 Light" panose="020B0502040204020203" pitchFamily="34" charset="-122"/>
                <a:cs typeface="+mn-ea"/>
                <a:sym typeface="+mn-lt"/>
              </a:rPr>
              <a:t>16 bit</a:t>
            </a:r>
            <a:r>
              <a:rPr lang="zh-CN" altLang="en-US" dirty="0">
                <a:solidFill>
                  <a:prstClr val="black"/>
                </a:solidFill>
                <a:latin typeface="微软雅黑 Light" panose="020B0502040204020203" pitchFamily="34" charset="-122"/>
                <a:ea typeface="微软雅黑 Light" panose="020B0502040204020203" pitchFamily="34" charset="-122"/>
                <a:cs typeface="+mn-ea"/>
                <a:sym typeface="+mn-lt"/>
              </a:rPr>
              <a:t>单元中的前导</a:t>
            </a:r>
            <a:r>
              <a:rPr lang="en-US" altLang="zh-CN" dirty="0">
                <a:solidFill>
                  <a:prstClr val="black"/>
                </a:solidFill>
                <a:latin typeface="微软雅黑 Light" panose="020B0502040204020203" pitchFamily="34" charset="-122"/>
                <a:ea typeface="微软雅黑 Light" panose="020B0502040204020203" pitchFamily="34" charset="-122"/>
                <a:cs typeface="+mn-ea"/>
                <a:sym typeface="+mn-lt"/>
              </a:rPr>
              <a:t>0</a:t>
            </a:r>
            <a:r>
              <a:rPr lang="zh-CN" altLang="en-US" dirty="0">
                <a:solidFill>
                  <a:prstClr val="black"/>
                </a:solidFill>
                <a:latin typeface="微软雅黑 Light" panose="020B0502040204020203" pitchFamily="34" charset="-122"/>
                <a:ea typeface="微软雅黑 Light" panose="020B0502040204020203" pitchFamily="34" charset="-122"/>
                <a:cs typeface="+mn-ea"/>
                <a:sym typeface="+mn-lt"/>
              </a:rPr>
              <a:t>可以省略，如果</a:t>
            </a:r>
            <a:r>
              <a:rPr lang="en-US" altLang="zh-CN" dirty="0">
                <a:solidFill>
                  <a:prstClr val="black"/>
                </a:solidFill>
                <a:latin typeface="微软雅黑 Light" panose="020B0502040204020203" pitchFamily="34" charset="-122"/>
                <a:ea typeface="微软雅黑 Light" panose="020B0502040204020203" pitchFamily="34" charset="-122"/>
                <a:cs typeface="+mn-ea"/>
                <a:sym typeface="+mn-lt"/>
              </a:rPr>
              <a:t>16 bit</a:t>
            </a:r>
            <a:r>
              <a:rPr lang="zh-CN" altLang="en-US" dirty="0">
                <a:solidFill>
                  <a:prstClr val="black"/>
                </a:solidFill>
                <a:latin typeface="微软雅黑 Light" panose="020B0502040204020203" pitchFamily="34" charset="-122"/>
                <a:ea typeface="微软雅黑 Light" panose="020B0502040204020203" pitchFamily="34" charset="-122"/>
                <a:cs typeface="+mn-ea"/>
                <a:sym typeface="+mn-lt"/>
              </a:rPr>
              <a:t>单元的所有比特都为</a:t>
            </a:r>
            <a:r>
              <a:rPr lang="en-US" altLang="zh-CN" dirty="0">
                <a:solidFill>
                  <a:prstClr val="black"/>
                </a:solidFill>
                <a:latin typeface="微软雅黑 Light" panose="020B0502040204020203" pitchFamily="34" charset="-122"/>
                <a:ea typeface="微软雅黑 Light" panose="020B0502040204020203" pitchFamily="34" charset="-122"/>
                <a:cs typeface="+mn-ea"/>
                <a:sym typeface="+mn-lt"/>
              </a:rPr>
              <a:t>0</a:t>
            </a:r>
            <a:r>
              <a:rPr lang="zh-CN" altLang="en-US" dirty="0">
                <a:solidFill>
                  <a:prstClr val="black"/>
                </a:solidFill>
                <a:latin typeface="微软雅黑 Light" panose="020B0502040204020203" pitchFamily="34" charset="-122"/>
                <a:ea typeface="微软雅黑 Light" panose="020B0502040204020203" pitchFamily="34" charset="-122"/>
                <a:cs typeface="+mn-ea"/>
                <a:sym typeface="+mn-lt"/>
              </a:rPr>
              <a:t>，那么至少要保留一个“</a:t>
            </a:r>
            <a:r>
              <a:rPr lang="en-US" altLang="zh-CN" dirty="0">
                <a:solidFill>
                  <a:prstClr val="black"/>
                </a:solidFill>
                <a:latin typeface="微软雅黑 Light" panose="020B0502040204020203" pitchFamily="34" charset="-122"/>
                <a:ea typeface="微软雅黑 Light" panose="020B0502040204020203" pitchFamily="34" charset="-122"/>
                <a:cs typeface="+mn-ea"/>
                <a:sym typeface="+mn-lt"/>
              </a:rPr>
              <a:t>0</a:t>
            </a:r>
            <a:r>
              <a:rPr lang="zh-CN" altLang="en-US" dirty="0">
                <a:solidFill>
                  <a:prstClr val="black"/>
                </a:solidFill>
                <a:latin typeface="微软雅黑 Light" panose="020B0502040204020203" pitchFamily="34" charset="-122"/>
                <a:ea typeface="微软雅黑 Light" panose="020B0502040204020203" pitchFamily="34" charset="-122"/>
                <a:cs typeface="+mn-ea"/>
                <a:sym typeface="+mn-lt"/>
              </a:rPr>
              <a:t>”；拖尾的</a:t>
            </a:r>
            <a:r>
              <a:rPr lang="en-US" altLang="zh-CN" dirty="0">
                <a:solidFill>
                  <a:prstClr val="black"/>
                </a:solidFill>
                <a:latin typeface="微软雅黑 Light" panose="020B0502040204020203" pitchFamily="34" charset="-122"/>
                <a:ea typeface="微软雅黑 Light" panose="020B0502040204020203" pitchFamily="34" charset="-122"/>
                <a:cs typeface="+mn-ea"/>
                <a:sym typeface="+mn-lt"/>
              </a:rPr>
              <a:t>0</a:t>
            </a:r>
            <a:r>
              <a:rPr lang="zh-CN" altLang="en-US" dirty="0">
                <a:solidFill>
                  <a:prstClr val="black"/>
                </a:solidFill>
                <a:latin typeface="微软雅黑 Light" panose="020B0502040204020203" pitchFamily="34" charset="-122"/>
                <a:ea typeface="微软雅黑 Light" panose="020B0502040204020203" pitchFamily="34" charset="-122"/>
                <a:cs typeface="+mn-ea"/>
                <a:sym typeface="+mn-lt"/>
              </a:rPr>
              <a:t>不能被省略</a:t>
            </a:r>
            <a:endParaRPr lang="zh-CN" altLang="en-US" dirty="0">
              <a:solidFill>
                <a:prstClr val="black"/>
              </a:solidFill>
              <a:latin typeface="微软雅黑 Light" panose="020B0502040204020203" pitchFamily="34" charset="-122"/>
              <a:ea typeface="微软雅黑 Light" panose="020B0502040204020203" pitchFamily="34" charset="-122"/>
              <a:cs typeface="+mn-ea"/>
              <a:sym typeface="+mn-lt"/>
            </a:endParaRPr>
          </a:p>
        </p:txBody>
      </p:sp>
      <p:graphicFrame>
        <p:nvGraphicFramePr>
          <p:cNvPr id="6" name="表格 4"/>
          <p:cNvGraphicFramePr>
            <a:graphicFrameLocks noGrp="1"/>
          </p:cNvGraphicFramePr>
          <p:nvPr/>
        </p:nvGraphicFramePr>
        <p:xfrm>
          <a:off x="2171560" y="3124204"/>
          <a:ext cx="7848878" cy="495518"/>
        </p:xfrm>
        <a:graphic>
          <a:graphicData uri="http://schemas.openxmlformats.org/drawingml/2006/table">
            <a:tbl>
              <a:tblPr firstRow="1" bandRow="1"/>
              <a:tblGrid>
                <a:gridCol w="754359"/>
                <a:gridCol w="280052"/>
                <a:gridCol w="754359"/>
                <a:gridCol w="255659"/>
                <a:gridCol w="754359"/>
                <a:gridCol w="255659"/>
                <a:gridCol w="754359"/>
                <a:gridCol w="255659"/>
                <a:gridCol w="754359"/>
                <a:gridCol w="255659"/>
                <a:gridCol w="754359"/>
                <a:gridCol w="255659"/>
                <a:gridCol w="754359"/>
                <a:gridCol w="255659"/>
                <a:gridCol w="754359"/>
              </a:tblGrid>
              <a:tr h="304681">
                <a:tc>
                  <a:txBody>
                    <a:bodyPr/>
                    <a:lstStyle>
                      <a:lvl1pPr marL="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1pPr>
                      <a:lvl2pPr marL="4572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2pPr>
                      <a:lvl3pPr marL="9144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3pPr>
                      <a:lvl4pPr marL="13716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4pPr>
                      <a:lvl5pPr marL="18288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5pPr>
                      <a:lvl6pPr marL="22860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6pPr>
                      <a:lvl7pPr marL="27432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7pPr>
                      <a:lvl8pPr marL="32004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8pPr>
                      <a:lvl9pPr marL="36576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9pPr>
                    </a:lstStyle>
                    <a:p>
                      <a:pPr algn="ctr">
                        <a:lnSpc>
                          <a:spcPct val="120000"/>
                        </a:lnSpc>
                        <a:spcBef>
                          <a:spcPts val="0"/>
                        </a:spcBef>
                        <a:spcAft>
                          <a:spcPts val="0"/>
                        </a:spcAft>
                      </a:pPr>
                      <a:r>
                        <a:rPr lang="en-US" altLang="zh-CN" sz="2400" b="0" baseline="0" dirty="0">
                          <a:solidFill>
                            <a:schemeClr val="tx1"/>
                          </a:solidFill>
                          <a:latin typeface="微软雅黑 Light" panose="020B0502040204020203" pitchFamily="34" charset="-122"/>
                          <a:ea typeface="微软雅黑 Light" panose="020B0502040204020203" pitchFamily="34" charset="-122"/>
                          <a:cs typeface="+mn-ea"/>
                          <a:sym typeface="+mn-lt"/>
                        </a:rPr>
                        <a:t>2001</a:t>
                      </a:r>
                      <a:endParaRPr lang="zh-CN" altLang="en-US" sz="2400" b="0" baseline="0" dirty="0">
                        <a:solidFill>
                          <a:schemeClr val="tx1"/>
                        </a:solidFill>
                        <a:latin typeface="微软雅黑 Light" panose="020B0502040204020203" pitchFamily="34" charset="-122"/>
                        <a:ea typeface="微软雅黑 Light" panose="020B0502040204020203" pitchFamily="34" charset="-122"/>
                        <a:cs typeface="+mn-ea"/>
                        <a:sym typeface="+mn-lt"/>
                      </a:endParaRPr>
                    </a:p>
                  </a:txBody>
                  <a:tcPr marL="0" marR="0" marT="45702" marB="45702"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lnTlToBr w="12700" cmpd="sng">
                      <a:noFill/>
                      <a:prstDash val="solid"/>
                    </a:lnTlToBr>
                    <a:lnBlToTr w="12700" cmpd="sng">
                      <a:noFill/>
                      <a:prstDash val="solid"/>
                    </a:lnBlToTr>
                    <a:solidFill>
                      <a:srgbClr val="F4FBFE"/>
                    </a:solidFill>
                  </a:tcPr>
                </a:tc>
                <a:tc>
                  <a:txBody>
                    <a:bodyPr/>
                    <a:lstStyle>
                      <a:lvl1pPr marL="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1pPr>
                      <a:lvl2pPr marL="4572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2pPr>
                      <a:lvl3pPr marL="9144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3pPr>
                      <a:lvl4pPr marL="13716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4pPr>
                      <a:lvl5pPr marL="18288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5pPr>
                      <a:lvl6pPr marL="22860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6pPr>
                      <a:lvl7pPr marL="27432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7pPr>
                      <a:lvl8pPr marL="32004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8pPr>
                      <a:lvl9pPr marL="36576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9pPr>
                    </a:lstStyle>
                    <a:p>
                      <a:pPr algn="ctr">
                        <a:lnSpc>
                          <a:spcPct val="120000"/>
                        </a:lnSpc>
                        <a:spcBef>
                          <a:spcPts val="0"/>
                        </a:spcBef>
                        <a:spcAft>
                          <a:spcPts val="0"/>
                        </a:spcAft>
                      </a:pPr>
                      <a:r>
                        <a:rPr lang="en-US" altLang="zh-CN" sz="2400" b="0" baseline="0">
                          <a:solidFill>
                            <a:schemeClr val="tx1"/>
                          </a:solidFill>
                          <a:latin typeface="微软雅黑 Light" panose="020B0502040204020203" pitchFamily="34" charset="-122"/>
                          <a:ea typeface="微软雅黑 Light" panose="020B0502040204020203" pitchFamily="34" charset="-122"/>
                          <a:cs typeface="+mn-ea"/>
                          <a:sym typeface="+mn-lt"/>
                        </a:rPr>
                        <a:t>:</a:t>
                      </a:r>
                      <a:endParaRPr lang="zh-CN" altLang="en-US" sz="2400" b="0" baseline="0" dirty="0">
                        <a:solidFill>
                          <a:schemeClr val="tx1"/>
                        </a:solidFill>
                        <a:latin typeface="微软雅黑 Light" panose="020B0502040204020203" pitchFamily="34" charset="-122"/>
                        <a:ea typeface="微软雅黑 Light" panose="020B0502040204020203" pitchFamily="34" charset="-122"/>
                        <a:cs typeface="+mn-ea"/>
                        <a:sym typeface="+mn-lt"/>
                      </a:endParaRPr>
                    </a:p>
                  </a:txBody>
                  <a:tcPr marL="0" marR="0" marT="45702" marB="45702"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lnTlToBr w="12700" cmpd="sng">
                      <a:noFill/>
                      <a:prstDash val="solid"/>
                    </a:lnTlToBr>
                    <a:lnBlToTr w="12700" cmpd="sng">
                      <a:noFill/>
                      <a:prstDash val="solid"/>
                    </a:lnBlToTr>
                    <a:solidFill>
                      <a:srgbClr val="F4FBFE"/>
                    </a:solidFill>
                  </a:tcPr>
                </a:tc>
                <a:tc>
                  <a:txBody>
                    <a:bodyPr/>
                    <a:lstStyle>
                      <a:lvl1pPr marL="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1pPr>
                      <a:lvl2pPr marL="4572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2pPr>
                      <a:lvl3pPr marL="9144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3pPr>
                      <a:lvl4pPr marL="13716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4pPr>
                      <a:lvl5pPr marL="18288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5pPr>
                      <a:lvl6pPr marL="22860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6pPr>
                      <a:lvl7pPr marL="27432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7pPr>
                      <a:lvl8pPr marL="32004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8pPr>
                      <a:lvl9pPr marL="36576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9pPr>
                    </a:lstStyle>
                    <a:p>
                      <a:pPr algn="ctr">
                        <a:lnSpc>
                          <a:spcPct val="120000"/>
                        </a:lnSpc>
                        <a:spcBef>
                          <a:spcPts val="0"/>
                        </a:spcBef>
                        <a:spcAft>
                          <a:spcPts val="0"/>
                        </a:spcAft>
                      </a:pPr>
                      <a:r>
                        <a:rPr lang="en-US" altLang="zh-CN" sz="2400" b="0" baseline="0" dirty="0">
                          <a:solidFill>
                            <a:schemeClr val="tx1"/>
                          </a:solidFill>
                          <a:latin typeface="微软雅黑 Light" panose="020B0502040204020203" pitchFamily="34" charset="-122"/>
                          <a:ea typeface="微软雅黑 Light" panose="020B0502040204020203" pitchFamily="34" charset="-122"/>
                          <a:cs typeface="+mn-ea"/>
                          <a:sym typeface="+mn-lt"/>
                        </a:rPr>
                        <a:t>DB8</a:t>
                      </a:r>
                      <a:endParaRPr lang="zh-CN" altLang="en-US" sz="2400" b="0" baseline="0" dirty="0">
                        <a:solidFill>
                          <a:schemeClr val="tx1"/>
                        </a:solidFill>
                        <a:latin typeface="微软雅黑 Light" panose="020B0502040204020203" pitchFamily="34" charset="-122"/>
                        <a:ea typeface="微软雅黑 Light" panose="020B0502040204020203" pitchFamily="34" charset="-122"/>
                        <a:cs typeface="+mn-ea"/>
                        <a:sym typeface="+mn-lt"/>
                      </a:endParaRPr>
                    </a:p>
                  </a:txBody>
                  <a:tcPr marL="0" marR="0" marT="45702" marB="45702"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lnTlToBr w="12700" cmpd="sng">
                      <a:noFill/>
                      <a:prstDash val="solid"/>
                    </a:lnTlToBr>
                    <a:lnBlToTr w="12700" cmpd="sng">
                      <a:noFill/>
                      <a:prstDash val="solid"/>
                    </a:lnBlToTr>
                    <a:solidFill>
                      <a:srgbClr val="F4FBFE"/>
                    </a:solidFill>
                  </a:tcPr>
                </a:tc>
                <a:tc>
                  <a:txBody>
                    <a:bodyPr/>
                    <a:lstStyle>
                      <a:lvl1pPr marL="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1pPr>
                      <a:lvl2pPr marL="4572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2pPr>
                      <a:lvl3pPr marL="9144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3pPr>
                      <a:lvl4pPr marL="13716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4pPr>
                      <a:lvl5pPr marL="18288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5pPr>
                      <a:lvl6pPr marL="22860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6pPr>
                      <a:lvl7pPr marL="27432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7pPr>
                      <a:lvl8pPr marL="32004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8pPr>
                      <a:lvl9pPr marL="36576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9pPr>
                    </a:lstStyle>
                    <a:p>
                      <a:pPr algn="ctr">
                        <a:lnSpc>
                          <a:spcPct val="120000"/>
                        </a:lnSpc>
                        <a:spcBef>
                          <a:spcPts val="0"/>
                        </a:spcBef>
                        <a:spcAft>
                          <a:spcPts val="0"/>
                        </a:spcAft>
                      </a:pPr>
                      <a:r>
                        <a:rPr lang="en-US" altLang="zh-CN" sz="2400" b="0" baseline="0" dirty="0">
                          <a:solidFill>
                            <a:schemeClr val="tx1"/>
                          </a:solidFill>
                          <a:latin typeface="微软雅黑 Light" panose="020B0502040204020203" pitchFamily="34" charset="-122"/>
                          <a:ea typeface="微软雅黑 Light" panose="020B0502040204020203" pitchFamily="34" charset="-122"/>
                          <a:cs typeface="+mn-ea"/>
                          <a:sym typeface="+mn-lt"/>
                        </a:rPr>
                        <a:t>:</a:t>
                      </a:r>
                      <a:endParaRPr lang="zh-CN" altLang="en-US" sz="2400" b="0" baseline="0" dirty="0">
                        <a:solidFill>
                          <a:schemeClr val="tx1"/>
                        </a:solidFill>
                        <a:latin typeface="微软雅黑 Light" panose="020B0502040204020203" pitchFamily="34" charset="-122"/>
                        <a:ea typeface="微软雅黑 Light" panose="020B0502040204020203" pitchFamily="34" charset="-122"/>
                        <a:cs typeface="+mn-ea"/>
                        <a:sym typeface="+mn-lt"/>
                      </a:endParaRPr>
                    </a:p>
                  </a:txBody>
                  <a:tcPr marL="0" marR="0" marT="45702" marB="45702"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lnTlToBr w="12700" cmpd="sng">
                      <a:noFill/>
                      <a:prstDash val="solid"/>
                    </a:lnTlToBr>
                    <a:lnBlToTr w="12700" cmpd="sng">
                      <a:noFill/>
                      <a:prstDash val="solid"/>
                    </a:lnBlToTr>
                    <a:solidFill>
                      <a:srgbClr val="F4FBFE"/>
                    </a:solidFill>
                  </a:tcPr>
                </a:tc>
                <a:tc>
                  <a:txBody>
                    <a:bodyPr/>
                    <a:lstStyle>
                      <a:lvl1pPr marL="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1pPr>
                      <a:lvl2pPr marL="4572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2pPr>
                      <a:lvl3pPr marL="9144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3pPr>
                      <a:lvl4pPr marL="13716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4pPr>
                      <a:lvl5pPr marL="18288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5pPr>
                      <a:lvl6pPr marL="22860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6pPr>
                      <a:lvl7pPr marL="27432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7pPr>
                      <a:lvl8pPr marL="32004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8pPr>
                      <a:lvl9pPr marL="36576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9pPr>
                    </a:lstStyle>
                    <a:p>
                      <a:pPr algn="ctr">
                        <a:lnSpc>
                          <a:spcPct val="120000"/>
                        </a:lnSpc>
                        <a:spcBef>
                          <a:spcPts val="0"/>
                        </a:spcBef>
                        <a:spcAft>
                          <a:spcPts val="0"/>
                        </a:spcAft>
                      </a:pPr>
                      <a:r>
                        <a:rPr lang="en-US" altLang="zh-CN" sz="2400" b="0" baseline="0" dirty="0">
                          <a:solidFill>
                            <a:schemeClr val="tx1"/>
                          </a:solidFill>
                          <a:latin typeface="微软雅黑 Light" panose="020B0502040204020203" pitchFamily="34" charset="-122"/>
                          <a:ea typeface="微软雅黑 Light" panose="020B0502040204020203" pitchFamily="34" charset="-122"/>
                          <a:cs typeface="+mn-ea"/>
                          <a:sym typeface="+mn-lt"/>
                        </a:rPr>
                        <a:t>0</a:t>
                      </a:r>
                      <a:endParaRPr lang="zh-CN" altLang="en-US" sz="2400" b="0" baseline="0" dirty="0">
                        <a:solidFill>
                          <a:schemeClr val="tx1"/>
                        </a:solidFill>
                        <a:latin typeface="微软雅黑 Light" panose="020B0502040204020203" pitchFamily="34" charset="-122"/>
                        <a:ea typeface="微软雅黑 Light" panose="020B0502040204020203" pitchFamily="34" charset="-122"/>
                        <a:cs typeface="+mn-ea"/>
                        <a:sym typeface="+mn-lt"/>
                      </a:endParaRPr>
                    </a:p>
                  </a:txBody>
                  <a:tcPr marL="0" marR="0" marT="45702" marB="45702"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lnTlToBr w="12700" cmpd="sng">
                      <a:noFill/>
                      <a:prstDash val="solid"/>
                    </a:lnTlToBr>
                    <a:lnBlToTr w="12700" cmpd="sng">
                      <a:noFill/>
                      <a:prstDash val="solid"/>
                    </a:lnBlToTr>
                    <a:solidFill>
                      <a:srgbClr val="F4FBFE"/>
                    </a:solidFill>
                  </a:tcPr>
                </a:tc>
                <a:tc>
                  <a:txBody>
                    <a:bodyPr/>
                    <a:lstStyle>
                      <a:lvl1pPr marL="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1pPr>
                      <a:lvl2pPr marL="4572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2pPr>
                      <a:lvl3pPr marL="9144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3pPr>
                      <a:lvl4pPr marL="13716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4pPr>
                      <a:lvl5pPr marL="18288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5pPr>
                      <a:lvl6pPr marL="22860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6pPr>
                      <a:lvl7pPr marL="27432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7pPr>
                      <a:lvl8pPr marL="32004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8pPr>
                      <a:lvl9pPr marL="36576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9pPr>
                    </a:lstStyle>
                    <a:p>
                      <a:pPr algn="ctr">
                        <a:lnSpc>
                          <a:spcPct val="120000"/>
                        </a:lnSpc>
                        <a:spcBef>
                          <a:spcPts val="0"/>
                        </a:spcBef>
                        <a:spcAft>
                          <a:spcPts val="0"/>
                        </a:spcAft>
                      </a:pPr>
                      <a:r>
                        <a:rPr lang="en-US" altLang="zh-CN" sz="2400" b="0" baseline="0" dirty="0">
                          <a:solidFill>
                            <a:schemeClr val="tx1"/>
                          </a:solidFill>
                          <a:latin typeface="微软雅黑 Light" panose="020B0502040204020203" pitchFamily="34" charset="-122"/>
                          <a:ea typeface="微软雅黑 Light" panose="020B0502040204020203" pitchFamily="34" charset="-122"/>
                          <a:cs typeface="+mn-ea"/>
                          <a:sym typeface="+mn-lt"/>
                        </a:rPr>
                        <a:t>:</a:t>
                      </a:r>
                      <a:endParaRPr lang="zh-CN" altLang="en-US" sz="2400" b="0" baseline="0" dirty="0">
                        <a:solidFill>
                          <a:schemeClr val="tx1"/>
                        </a:solidFill>
                        <a:latin typeface="微软雅黑 Light" panose="020B0502040204020203" pitchFamily="34" charset="-122"/>
                        <a:ea typeface="微软雅黑 Light" panose="020B0502040204020203" pitchFamily="34" charset="-122"/>
                        <a:cs typeface="+mn-ea"/>
                        <a:sym typeface="+mn-lt"/>
                      </a:endParaRPr>
                    </a:p>
                  </a:txBody>
                  <a:tcPr marL="0" marR="0" marT="45702" marB="45702"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lnTlToBr w="12700" cmpd="sng">
                      <a:noFill/>
                      <a:prstDash val="solid"/>
                    </a:lnTlToBr>
                    <a:lnBlToTr w="12700" cmpd="sng">
                      <a:noFill/>
                      <a:prstDash val="solid"/>
                    </a:lnBlToTr>
                    <a:solidFill>
                      <a:srgbClr val="F4FBFE"/>
                    </a:solidFill>
                  </a:tcPr>
                </a:tc>
                <a:tc>
                  <a:txBody>
                    <a:bodyPr/>
                    <a:lstStyle>
                      <a:lvl1pPr marL="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1pPr>
                      <a:lvl2pPr marL="4572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2pPr>
                      <a:lvl3pPr marL="9144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3pPr>
                      <a:lvl4pPr marL="13716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4pPr>
                      <a:lvl5pPr marL="18288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5pPr>
                      <a:lvl6pPr marL="22860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6pPr>
                      <a:lvl7pPr marL="27432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7pPr>
                      <a:lvl8pPr marL="32004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8pPr>
                      <a:lvl9pPr marL="36576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9pPr>
                    </a:lstStyle>
                    <a:p>
                      <a:pPr algn="ctr">
                        <a:lnSpc>
                          <a:spcPct val="120000"/>
                        </a:lnSpc>
                        <a:spcBef>
                          <a:spcPts val="0"/>
                        </a:spcBef>
                        <a:spcAft>
                          <a:spcPts val="0"/>
                        </a:spcAft>
                      </a:pPr>
                      <a:r>
                        <a:rPr lang="en-US" altLang="zh-CN" sz="2400" b="0" baseline="0" dirty="0">
                          <a:solidFill>
                            <a:schemeClr val="tx1"/>
                          </a:solidFill>
                          <a:latin typeface="微软雅黑 Light" panose="020B0502040204020203" pitchFamily="34" charset="-122"/>
                          <a:ea typeface="微软雅黑 Light" panose="020B0502040204020203" pitchFamily="34" charset="-122"/>
                          <a:cs typeface="+mn-ea"/>
                          <a:sym typeface="+mn-lt"/>
                        </a:rPr>
                        <a:t>0</a:t>
                      </a:r>
                      <a:endParaRPr lang="zh-CN" altLang="en-US" sz="2400" b="0" baseline="0" dirty="0">
                        <a:solidFill>
                          <a:schemeClr val="tx1"/>
                        </a:solidFill>
                        <a:latin typeface="微软雅黑 Light" panose="020B0502040204020203" pitchFamily="34" charset="-122"/>
                        <a:ea typeface="微软雅黑 Light" panose="020B0502040204020203" pitchFamily="34" charset="-122"/>
                        <a:cs typeface="+mn-ea"/>
                        <a:sym typeface="+mn-lt"/>
                      </a:endParaRPr>
                    </a:p>
                  </a:txBody>
                  <a:tcPr marL="0" marR="0" marT="45702" marB="45702"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lnTlToBr w="12700" cmpd="sng">
                      <a:noFill/>
                      <a:prstDash val="solid"/>
                    </a:lnTlToBr>
                    <a:lnBlToTr w="12700" cmpd="sng">
                      <a:noFill/>
                      <a:prstDash val="solid"/>
                    </a:lnBlToTr>
                    <a:solidFill>
                      <a:srgbClr val="F4FBFE"/>
                    </a:solidFill>
                  </a:tcPr>
                </a:tc>
                <a:tc>
                  <a:txBody>
                    <a:bodyPr/>
                    <a:lstStyle>
                      <a:lvl1pPr marL="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1pPr>
                      <a:lvl2pPr marL="4572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2pPr>
                      <a:lvl3pPr marL="9144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3pPr>
                      <a:lvl4pPr marL="13716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4pPr>
                      <a:lvl5pPr marL="18288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5pPr>
                      <a:lvl6pPr marL="22860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6pPr>
                      <a:lvl7pPr marL="27432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7pPr>
                      <a:lvl8pPr marL="32004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8pPr>
                      <a:lvl9pPr marL="36576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9pPr>
                    </a:lstStyle>
                    <a:p>
                      <a:pPr algn="ctr">
                        <a:lnSpc>
                          <a:spcPct val="120000"/>
                        </a:lnSpc>
                        <a:spcBef>
                          <a:spcPts val="0"/>
                        </a:spcBef>
                        <a:spcAft>
                          <a:spcPts val="0"/>
                        </a:spcAft>
                      </a:pPr>
                      <a:r>
                        <a:rPr lang="en-US" altLang="zh-CN" sz="2400" b="0" baseline="0" dirty="0">
                          <a:solidFill>
                            <a:schemeClr val="tx1"/>
                          </a:solidFill>
                          <a:latin typeface="微软雅黑 Light" panose="020B0502040204020203" pitchFamily="34" charset="-122"/>
                          <a:ea typeface="微软雅黑 Light" panose="020B0502040204020203" pitchFamily="34" charset="-122"/>
                          <a:cs typeface="+mn-ea"/>
                          <a:sym typeface="+mn-lt"/>
                        </a:rPr>
                        <a:t>:</a:t>
                      </a:r>
                      <a:endParaRPr lang="zh-CN" altLang="en-US" sz="2400" b="0" baseline="0" dirty="0">
                        <a:solidFill>
                          <a:schemeClr val="tx1"/>
                        </a:solidFill>
                        <a:latin typeface="微软雅黑 Light" panose="020B0502040204020203" pitchFamily="34" charset="-122"/>
                        <a:ea typeface="微软雅黑 Light" panose="020B0502040204020203" pitchFamily="34" charset="-122"/>
                        <a:cs typeface="+mn-ea"/>
                        <a:sym typeface="+mn-lt"/>
                      </a:endParaRPr>
                    </a:p>
                  </a:txBody>
                  <a:tcPr marL="0" marR="0" marT="45702" marB="45702"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lnTlToBr w="12700" cmpd="sng">
                      <a:noFill/>
                      <a:prstDash val="solid"/>
                    </a:lnTlToBr>
                    <a:lnBlToTr w="12700" cmpd="sng">
                      <a:noFill/>
                      <a:prstDash val="solid"/>
                    </a:lnBlToTr>
                    <a:solidFill>
                      <a:srgbClr val="F4FBFE"/>
                    </a:solidFill>
                  </a:tcPr>
                </a:tc>
                <a:tc>
                  <a:txBody>
                    <a:bodyPr/>
                    <a:lstStyle>
                      <a:lvl1pPr marL="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1pPr>
                      <a:lvl2pPr marL="4572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2pPr>
                      <a:lvl3pPr marL="9144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3pPr>
                      <a:lvl4pPr marL="13716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4pPr>
                      <a:lvl5pPr marL="18288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5pPr>
                      <a:lvl6pPr marL="22860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6pPr>
                      <a:lvl7pPr marL="27432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7pPr>
                      <a:lvl8pPr marL="32004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8pPr>
                      <a:lvl9pPr marL="36576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9pPr>
                    </a:lstStyle>
                    <a:p>
                      <a:pPr algn="ctr">
                        <a:lnSpc>
                          <a:spcPct val="120000"/>
                        </a:lnSpc>
                        <a:spcBef>
                          <a:spcPts val="0"/>
                        </a:spcBef>
                        <a:spcAft>
                          <a:spcPts val="0"/>
                        </a:spcAft>
                      </a:pPr>
                      <a:r>
                        <a:rPr lang="en-US" altLang="zh-CN" sz="2400" b="0" baseline="0" dirty="0">
                          <a:solidFill>
                            <a:schemeClr val="tx1"/>
                          </a:solidFill>
                          <a:latin typeface="微软雅黑 Light" panose="020B0502040204020203" pitchFamily="34" charset="-122"/>
                          <a:ea typeface="微软雅黑 Light" panose="020B0502040204020203" pitchFamily="34" charset="-122"/>
                          <a:cs typeface="+mn-ea"/>
                          <a:sym typeface="+mn-lt"/>
                        </a:rPr>
                        <a:t>8</a:t>
                      </a:r>
                      <a:endParaRPr lang="zh-CN" altLang="en-US" sz="2400" b="0" baseline="0" dirty="0">
                        <a:solidFill>
                          <a:schemeClr val="tx1"/>
                        </a:solidFill>
                        <a:latin typeface="微软雅黑 Light" panose="020B0502040204020203" pitchFamily="34" charset="-122"/>
                        <a:ea typeface="微软雅黑 Light" panose="020B0502040204020203" pitchFamily="34" charset="-122"/>
                        <a:cs typeface="+mn-ea"/>
                        <a:sym typeface="+mn-lt"/>
                      </a:endParaRPr>
                    </a:p>
                  </a:txBody>
                  <a:tcPr marL="0" marR="0" marT="45702" marB="45702"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lnTlToBr w="12700" cmpd="sng">
                      <a:noFill/>
                      <a:prstDash val="solid"/>
                    </a:lnTlToBr>
                    <a:lnBlToTr w="12700" cmpd="sng">
                      <a:noFill/>
                      <a:prstDash val="solid"/>
                    </a:lnBlToTr>
                    <a:solidFill>
                      <a:srgbClr val="F4FBFE"/>
                    </a:solidFill>
                  </a:tcPr>
                </a:tc>
                <a:tc>
                  <a:txBody>
                    <a:bodyPr/>
                    <a:lstStyle>
                      <a:lvl1pPr marL="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1pPr>
                      <a:lvl2pPr marL="4572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2pPr>
                      <a:lvl3pPr marL="9144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3pPr>
                      <a:lvl4pPr marL="13716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4pPr>
                      <a:lvl5pPr marL="18288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5pPr>
                      <a:lvl6pPr marL="22860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6pPr>
                      <a:lvl7pPr marL="27432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7pPr>
                      <a:lvl8pPr marL="32004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8pPr>
                      <a:lvl9pPr marL="36576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9pPr>
                    </a:lstStyle>
                    <a:p>
                      <a:pPr algn="ctr">
                        <a:lnSpc>
                          <a:spcPct val="120000"/>
                        </a:lnSpc>
                        <a:spcBef>
                          <a:spcPts val="0"/>
                        </a:spcBef>
                        <a:spcAft>
                          <a:spcPts val="0"/>
                        </a:spcAft>
                      </a:pPr>
                      <a:r>
                        <a:rPr lang="en-US" altLang="zh-CN" sz="2400" b="0" baseline="0" dirty="0">
                          <a:solidFill>
                            <a:schemeClr val="tx1"/>
                          </a:solidFill>
                          <a:latin typeface="微软雅黑 Light" panose="020B0502040204020203" pitchFamily="34" charset="-122"/>
                          <a:ea typeface="微软雅黑 Light" panose="020B0502040204020203" pitchFamily="34" charset="-122"/>
                          <a:cs typeface="+mn-ea"/>
                          <a:sym typeface="+mn-lt"/>
                        </a:rPr>
                        <a:t>:</a:t>
                      </a:r>
                      <a:endParaRPr lang="zh-CN" altLang="en-US" sz="2400" b="0" baseline="0" dirty="0">
                        <a:solidFill>
                          <a:schemeClr val="tx1"/>
                        </a:solidFill>
                        <a:latin typeface="微软雅黑 Light" panose="020B0502040204020203" pitchFamily="34" charset="-122"/>
                        <a:ea typeface="微软雅黑 Light" panose="020B0502040204020203" pitchFamily="34" charset="-122"/>
                        <a:cs typeface="+mn-ea"/>
                        <a:sym typeface="+mn-lt"/>
                      </a:endParaRPr>
                    </a:p>
                  </a:txBody>
                  <a:tcPr marL="0" marR="0" marT="45702" marB="45702"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lnTlToBr w="12700" cmpd="sng">
                      <a:noFill/>
                      <a:prstDash val="solid"/>
                    </a:lnTlToBr>
                    <a:lnBlToTr w="12700" cmpd="sng">
                      <a:noFill/>
                      <a:prstDash val="solid"/>
                    </a:lnBlToTr>
                    <a:solidFill>
                      <a:srgbClr val="F4FBFE"/>
                    </a:solidFill>
                  </a:tcPr>
                </a:tc>
                <a:tc>
                  <a:txBody>
                    <a:bodyPr/>
                    <a:lstStyle>
                      <a:lvl1pPr marL="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1pPr>
                      <a:lvl2pPr marL="4572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2pPr>
                      <a:lvl3pPr marL="9144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3pPr>
                      <a:lvl4pPr marL="13716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4pPr>
                      <a:lvl5pPr marL="18288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5pPr>
                      <a:lvl6pPr marL="22860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6pPr>
                      <a:lvl7pPr marL="27432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7pPr>
                      <a:lvl8pPr marL="32004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8pPr>
                      <a:lvl9pPr marL="36576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9pPr>
                    </a:lstStyle>
                    <a:p>
                      <a:pPr algn="ctr">
                        <a:lnSpc>
                          <a:spcPct val="120000"/>
                        </a:lnSpc>
                        <a:spcBef>
                          <a:spcPts val="0"/>
                        </a:spcBef>
                        <a:spcAft>
                          <a:spcPts val="0"/>
                        </a:spcAft>
                      </a:pPr>
                      <a:r>
                        <a:rPr lang="en-US" altLang="zh-CN" sz="2400" b="0" baseline="0" dirty="0">
                          <a:solidFill>
                            <a:schemeClr val="tx1"/>
                          </a:solidFill>
                          <a:latin typeface="微软雅黑 Light" panose="020B0502040204020203" pitchFamily="34" charset="-122"/>
                          <a:ea typeface="微软雅黑 Light" panose="020B0502040204020203" pitchFamily="34" charset="-122"/>
                          <a:cs typeface="+mn-ea"/>
                          <a:sym typeface="+mn-lt"/>
                        </a:rPr>
                        <a:t>800</a:t>
                      </a:r>
                      <a:endParaRPr lang="zh-CN" altLang="en-US" sz="2400" b="0" baseline="0" dirty="0">
                        <a:solidFill>
                          <a:schemeClr val="tx1"/>
                        </a:solidFill>
                        <a:latin typeface="微软雅黑 Light" panose="020B0502040204020203" pitchFamily="34" charset="-122"/>
                        <a:ea typeface="微软雅黑 Light" panose="020B0502040204020203" pitchFamily="34" charset="-122"/>
                        <a:cs typeface="+mn-ea"/>
                        <a:sym typeface="+mn-lt"/>
                      </a:endParaRPr>
                    </a:p>
                  </a:txBody>
                  <a:tcPr marL="0" marR="0" marT="45702" marB="45702"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lnTlToBr w="12700" cmpd="sng">
                      <a:noFill/>
                      <a:prstDash val="solid"/>
                    </a:lnTlToBr>
                    <a:lnBlToTr w="12700" cmpd="sng">
                      <a:noFill/>
                      <a:prstDash val="solid"/>
                    </a:lnBlToTr>
                    <a:solidFill>
                      <a:srgbClr val="F4FBFE"/>
                    </a:solidFill>
                  </a:tcPr>
                </a:tc>
                <a:tc>
                  <a:txBody>
                    <a:bodyPr/>
                    <a:lstStyle>
                      <a:lvl1pPr marL="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1pPr>
                      <a:lvl2pPr marL="4572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2pPr>
                      <a:lvl3pPr marL="9144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3pPr>
                      <a:lvl4pPr marL="13716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4pPr>
                      <a:lvl5pPr marL="18288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5pPr>
                      <a:lvl6pPr marL="22860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6pPr>
                      <a:lvl7pPr marL="27432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7pPr>
                      <a:lvl8pPr marL="32004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8pPr>
                      <a:lvl9pPr marL="36576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9pPr>
                    </a:lstStyle>
                    <a:p>
                      <a:pPr algn="ctr">
                        <a:lnSpc>
                          <a:spcPct val="120000"/>
                        </a:lnSpc>
                        <a:spcBef>
                          <a:spcPts val="0"/>
                        </a:spcBef>
                        <a:spcAft>
                          <a:spcPts val="0"/>
                        </a:spcAft>
                      </a:pPr>
                      <a:r>
                        <a:rPr lang="en-US" altLang="zh-CN" sz="2400" b="0" baseline="0" dirty="0">
                          <a:solidFill>
                            <a:schemeClr val="tx1"/>
                          </a:solidFill>
                          <a:latin typeface="微软雅黑 Light" panose="020B0502040204020203" pitchFamily="34" charset="-122"/>
                          <a:ea typeface="微软雅黑 Light" panose="020B0502040204020203" pitchFamily="34" charset="-122"/>
                          <a:cs typeface="+mn-ea"/>
                          <a:sym typeface="+mn-lt"/>
                        </a:rPr>
                        <a:t>:</a:t>
                      </a:r>
                      <a:endParaRPr lang="zh-CN" altLang="en-US" sz="2400" b="0" baseline="0" dirty="0">
                        <a:solidFill>
                          <a:schemeClr val="tx1"/>
                        </a:solidFill>
                        <a:latin typeface="微软雅黑 Light" panose="020B0502040204020203" pitchFamily="34" charset="-122"/>
                        <a:ea typeface="微软雅黑 Light" panose="020B0502040204020203" pitchFamily="34" charset="-122"/>
                        <a:cs typeface="+mn-ea"/>
                        <a:sym typeface="+mn-lt"/>
                      </a:endParaRPr>
                    </a:p>
                  </a:txBody>
                  <a:tcPr marL="0" marR="0" marT="45702" marB="45702"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lnTlToBr w="12700" cmpd="sng">
                      <a:noFill/>
                      <a:prstDash val="solid"/>
                    </a:lnTlToBr>
                    <a:lnBlToTr w="12700" cmpd="sng">
                      <a:noFill/>
                      <a:prstDash val="solid"/>
                    </a:lnBlToTr>
                    <a:solidFill>
                      <a:srgbClr val="F4FBFE"/>
                    </a:solidFill>
                  </a:tcPr>
                </a:tc>
                <a:tc>
                  <a:txBody>
                    <a:bodyPr/>
                    <a:lstStyle>
                      <a:lvl1pPr marL="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1pPr>
                      <a:lvl2pPr marL="4572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2pPr>
                      <a:lvl3pPr marL="9144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3pPr>
                      <a:lvl4pPr marL="13716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4pPr>
                      <a:lvl5pPr marL="18288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5pPr>
                      <a:lvl6pPr marL="22860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6pPr>
                      <a:lvl7pPr marL="27432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7pPr>
                      <a:lvl8pPr marL="32004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8pPr>
                      <a:lvl9pPr marL="36576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9pPr>
                    </a:lstStyle>
                    <a:p>
                      <a:pPr algn="ctr">
                        <a:lnSpc>
                          <a:spcPct val="120000"/>
                        </a:lnSpc>
                        <a:spcBef>
                          <a:spcPts val="0"/>
                        </a:spcBef>
                        <a:spcAft>
                          <a:spcPts val="0"/>
                        </a:spcAft>
                      </a:pPr>
                      <a:r>
                        <a:rPr lang="en-US" altLang="zh-CN" sz="2400" b="0" baseline="0" dirty="0">
                          <a:solidFill>
                            <a:schemeClr val="tx1"/>
                          </a:solidFill>
                          <a:latin typeface="微软雅黑 Light" panose="020B0502040204020203" pitchFamily="34" charset="-122"/>
                          <a:ea typeface="微软雅黑 Light" panose="020B0502040204020203" pitchFamily="34" charset="-122"/>
                          <a:cs typeface="+mn-ea"/>
                          <a:sym typeface="+mn-lt"/>
                        </a:rPr>
                        <a:t>200C</a:t>
                      </a:r>
                      <a:endParaRPr lang="zh-CN" altLang="en-US" sz="2400" b="0" baseline="0" dirty="0">
                        <a:solidFill>
                          <a:schemeClr val="tx1"/>
                        </a:solidFill>
                        <a:latin typeface="微软雅黑 Light" panose="020B0502040204020203" pitchFamily="34" charset="-122"/>
                        <a:ea typeface="微软雅黑 Light" panose="020B0502040204020203" pitchFamily="34" charset="-122"/>
                        <a:cs typeface="+mn-ea"/>
                        <a:sym typeface="+mn-lt"/>
                      </a:endParaRPr>
                    </a:p>
                  </a:txBody>
                  <a:tcPr marL="0" marR="0" marT="45702" marB="45702"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lnTlToBr w="12700" cmpd="sng">
                      <a:noFill/>
                      <a:prstDash val="solid"/>
                    </a:lnTlToBr>
                    <a:lnBlToTr w="12700" cmpd="sng">
                      <a:noFill/>
                      <a:prstDash val="solid"/>
                    </a:lnBlToTr>
                    <a:solidFill>
                      <a:srgbClr val="F4FBFE"/>
                    </a:solidFill>
                  </a:tcPr>
                </a:tc>
                <a:tc>
                  <a:txBody>
                    <a:bodyPr/>
                    <a:lstStyle>
                      <a:lvl1pPr marL="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1pPr>
                      <a:lvl2pPr marL="4572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2pPr>
                      <a:lvl3pPr marL="9144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3pPr>
                      <a:lvl4pPr marL="13716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4pPr>
                      <a:lvl5pPr marL="18288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5pPr>
                      <a:lvl6pPr marL="22860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6pPr>
                      <a:lvl7pPr marL="27432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7pPr>
                      <a:lvl8pPr marL="32004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8pPr>
                      <a:lvl9pPr marL="36576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9pPr>
                    </a:lstStyle>
                    <a:p>
                      <a:pPr algn="ctr">
                        <a:lnSpc>
                          <a:spcPct val="120000"/>
                        </a:lnSpc>
                        <a:spcBef>
                          <a:spcPts val="0"/>
                        </a:spcBef>
                        <a:spcAft>
                          <a:spcPts val="0"/>
                        </a:spcAft>
                      </a:pPr>
                      <a:r>
                        <a:rPr lang="en-US" altLang="zh-CN" sz="2400" b="0" baseline="0" dirty="0">
                          <a:solidFill>
                            <a:schemeClr val="tx1"/>
                          </a:solidFill>
                          <a:latin typeface="微软雅黑 Light" panose="020B0502040204020203" pitchFamily="34" charset="-122"/>
                          <a:ea typeface="微软雅黑 Light" panose="020B0502040204020203" pitchFamily="34" charset="-122"/>
                          <a:cs typeface="+mn-ea"/>
                          <a:sym typeface="+mn-lt"/>
                        </a:rPr>
                        <a:t>:</a:t>
                      </a:r>
                      <a:endParaRPr lang="zh-CN" altLang="en-US" sz="2400" b="0" baseline="0" dirty="0">
                        <a:solidFill>
                          <a:schemeClr val="tx1"/>
                        </a:solidFill>
                        <a:latin typeface="微软雅黑 Light" panose="020B0502040204020203" pitchFamily="34" charset="-122"/>
                        <a:ea typeface="微软雅黑 Light" panose="020B0502040204020203" pitchFamily="34" charset="-122"/>
                        <a:cs typeface="+mn-ea"/>
                        <a:sym typeface="+mn-lt"/>
                      </a:endParaRPr>
                    </a:p>
                  </a:txBody>
                  <a:tcPr marL="0" marR="0" marT="45702" marB="45702"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lnTlToBr w="12700" cmpd="sng">
                      <a:noFill/>
                      <a:prstDash val="solid"/>
                    </a:lnTlToBr>
                    <a:lnBlToTr w="12700" cmpd="sng">
                      <a:noFill/>
                      <a:prstDash val="solid"/>
                    </a:lnBlToTr>
                    <a:solidFill>
                      <a:srgbClr val="F4FBFE"/>
                    </a:solidFill>
                  </a:tcPr>
                </a:tc>
                <a:tc>
                  <a:txBody>
                    <a:bodyPr/>
                    <a:lstStyle>
                      <a:lvl1pPr marL="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1pPr>
                      <a:lvl2pPr marL="4572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2pPr>
                      <a:lvl3pPr marL="9144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3pPr>
                      <a:lvl4pPr marL="13716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4pPr>
                      <a:lvl5pPr marL="18288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5pPr>
                      <a:lvl6pPr marL="22860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6pPr>
                      <a:lvl7pPr marL="27432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7pPr>
                      <a:lvl8pPr marL="32004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8pPr>
                      <a:lvl9pPr marL="36576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9pPr>
                    </a:lstStyle>
                    <a:p>
                      <a:pPr algn="ctr">
                        <a:lnSpc>
                          <a:spcPct val="120000"/>
                        </a:lnSpc>
                        <a:spcBef>
                          <a:spcPts val="0"/>
                        </a:spcBef>
                        <a:spcAft>
                          <a:spcPts val="0"/>
                        </a:spcAft>
                      </a:pPr>
                      <a:r>
                        <a:rPr lang="en-US" altLang="zh-CN" sz="2400" b="0" baseline="0" dirty="0">
                          <a:solidFill>
                            <a:schemeClr val="tx1"/>
                          </a:solidFill>
                          <a:latin typeface="微软雅黑 Light" panose="020B0502040204020203" pitchFamily="34" charset="-122"/>
                          <a:ea typeface="微软雅黑 Light" panose="020B0502040204020203" pitchFamily="34" charset="-122"/>
                          <a:cs typeface="+mn-ea"/>
                          <a:sym typeface="+mn-lt"/>
                        </a:rPr>
                        <a:t>417A</a:t>
                      </a:r>
                      <a:endParaRPr lang="zh-CN" altLang="en-US" sz="2400" b="0" baseline="0" dirty="0">
                        <a:solidFill>
                          <a:schemeClr val="tx1"/>
                        </a:solidFill>
                        <a:latin typeface="微软雅黑 Light" panose="020B0502040204020203" pitchFamily="34" charset="-122"/>
                        <a:ea typeface="微软雅黑 Light" panose="020B0502040204020203" pitchFamily="34" charset="-122"/>
                        <a:cs typeface="+mn-ea"/>
                        <a:sym typeface="+mn-lt"/>
                      </a:endParaRPr>
                    </a:p>
                  </a:txBody>
                  <a:tcPr marL="0" marR="0" marT="45702" marB="45702"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lnTlToBr w="12700" cmpd="sng">
                      <a:noFill/>
                      <a:prstDash val="solid"/>
                    </a:lnTlToBr>
                    <a:lnBlToTr w="12700" cmpd="sng">
                      <a:noFill/>
                      <a:prstDash val="solid"/>
                    </a:lnBlToTr>
                    <a:solidFill>
                      <a:srgbClr val="F4FBFE"/>
                    </a:solidFill>
                  </a:tcPr>
                </a:tc>
              </a:tr>
            </a:tbl>
          </a:graphicData>
        </a:graphic>
      </p:graphicFrame>
      <p:sp>
        <p:nvSpPr>
          <p:cNvPr id="7" name="矩形 13"/>
          <p:cNvSpPr/>
          <p:nvPr/>
        </p:nvSpPr>
        <p:spPr>
          <a:xfrm>
            <a:off x="2143636" y="3699594"/>
            <a:ext cx="7848877" cy="1171026"/>
          </a:xfrm>
          <a:prstGeom prst="rect">
            <a:avLst/>
          </a:prstGeom>
          <a:solidFill>
            <a:schemeClr val="bg1"/>
          </a:solidFill>
        </p:spPr>
        <p:style>
          <a:lnRef idx="1">
            <a:schemeClr val="dk1"/>
          </a:lnRef>
          <a:fillRef idx="2">
            <a:schemeClr val="dk1"/>
          </a:fillRef>
          <a:effectRef idx="1">
            <a:schemeClr val="dk1"/>
          </a:effectRef>
          <a:fontRef idx="minor">
            <a:schemeClr val="dk1"/>
          </a:fontRef>
        </p:style>
        <p:txBody>
          <a:bodyPr wrap="square">
            <a:spAutoFit/>
          </a:bodyPr>
          <a:lstStyle/>
          <a:p>
            <a:pPr>
              <a:lnSpc>
                <a:spcPct val="120000"/>
              </a:lnSpc>
            </a:pPr>
            <a:r>
              <a:rPr lang="zh-CN" altLang="en-US" dirty="0">
                <a:solidFill>
                  <a:prstClr val="black"/>
                </a:solidFill>
                <a:latin typeface="微软雅黑 Light" panose="020B0502040204020203" pitchFamily="34" charset="-122"/>
                <a:ea typeface="微软雅黑 Light" panose="020B0502040204020203" pitchFamily="34" charset="-122"/>
                <a:cs typeface="+mn-ea"/>
                <a:sym typeface="+mn-lt"/>
              </a:rPr>
              <a:t>一个或多个连续的</a:t>
            </a:r>
            <a:r>
              <a:rPr lang="en-US" altLang="zh-CN" dirty="0">
                <a:solidFill>
                  <a:prstClr val="black"/>
                </a:solidFill>
                <a:latin typeface="微软雅黑 Light" panose="020B0502040204020203" pitchFamily="34" charset="-122"/>
                <a:ea typeface="微软雅黑 Light" panose="020B0502040204020203" pitchFamily="34" charset="-122"/>
                <a:cs typeface="+mn-ea"/>
                <a:sym typeface="+mn-lt"/>
              </a:rPr>
              <a:t>16 bit</a:t>
            </a:r>
            <a:r>
              <a:rPr lang="zh-CN" altLang="en-US" dirty="0">
                <a:solidFill>
                  <a:prstClr val="black"/>
                </a:solidFill>
                <a:latin typeface="微软雅黑 Light" panose="020B0502040204020203" pitchFamily="34" charset="-122"/>
                <a:ea typeface="微软雅黑 Light" panose="020B0502040204020203" pitchFamily="34" charset="-122"/>
                <a:cs typeface="+mn-ea"/>
                <a:sym typeface="+mn-lt"/>
              </a:rPr>
              <a:t>单元为</a:t>
            </a:r>
            <a:r>
              <a:rPr lang="en-US" altLang="zh-CN" dirty="0">
                <a:solidFill>
                  <a:prstClr val="black"/>
                </a:solidFill>
                <a:latin typeface="微软雅黑 Light" panose="020B0502040204020203" pitchFamily="34" charset="-122"/>
                <a:ea typeface="微软雅黑 Light" panose="020B0502040204020203" pitchFamily="34" charset="-122"/>
                <a:cs typeface="+mn-ea"/>
                <a:sym typeface="+mn-lt"/>
              </a:rPr>
              <a:t>0</a:t>
            </a:r>
            <a:r>
              <a:rPr lang="zh-CN" altLang="en-US" dirty="0">
                <a:solidFill>
                  <a:prstClr val="black"/>
                </a:solidFill>
                <a:latin typeface="微软雅黑 Light" panose="020B0502040204020203" pitchFamily="34" charset="-122"/>
                <a:ea typeface="微软雅黑 Light" panose="020B0502040204020203" pitchFamily="34" charset="-122"/>
                <a:cs typeface="+mn-ea"/>
                <a:sym typeface="+mn-lt"/>
              </a:rPr>
              <a:t>时，可用“</a:t>
            </a:r>
            <a:r>
              <a:rPr lang="en-US" altLang="zh-CN" dirty="0">
                <a:solidFill>
                  <a:prstClr val="black"/>
                </a:solidFill>
                <a:latin typeface="微软雅黑 Light" panose="020B0502040204020203" pitchFamily="34" charset="-122"/>
                <a:ea typeface="微软雅黑 Light" panose="020B0502040204020203" pitchFamily="34" charset="-122"/>
                <a:cs typeface="+mn-ea"/>
                <a:sym typeface="+mn-lt"/>
              </a:rPr>
              <a:t>::</a:t>
            </a:r>
            <a:r>
              <a:rPr lang="zh-CN" altLang="en-US" dirty="0">
                <a:solidFill>
                  <a:prstClr val="black"/>
                </a:solidFill>
                <a:latin typeface="微软雅黑 Light" panose="020B0502040204020203" pitchFamily="34" charset="-122"/>
                <a:ea typeface="微软雅黑 Light" panose="020B0502040204020203" pitchFamily="34" charset="-122"/>
                <a:cs typeface="+mn-ea"/>
                <a:sym typeface="+mn-lt"/>
              </a:rPr>
              <a:t>”表示，但整个</a:t>
            </a:r>
            <a:r>
              <a:rPr lang="en-US" altLang="zh-CN" dirty="0">
                <a:solidFill>
                  <a:prstClr val="black"/>
                </a:solidFill>
                <a:latin typeface="微软雅黑 Light" panose="020B0502040204020203" pitchFamily="34" charset="-122"/>
                <a:ea typeface="微软雅黑 Light" panose="020B0502040204020203" pitchFamily="34" charset="-122"/>
                <a:cs typeface="+mn-ea"/>
                <a:sym typeface="+mn-lt"/>
              </a:rPr>
              <a:t>IPv6</a:t>
            </a:r>
            <a:r>
              <a:rPr lang="zh-CN" altLang="en-US" dirty="0">
                <a:solidFill>
                  <a:prstClr val="black"/>
                </a:solidFill>
                <a:latin typeface="微软雅黑 Light" panose="020B0502040204020203" pitchFamily="34" charset="-122"/>
                <a:ea typeface="微软雅黑 Light" panose="020B0502040204020203" pitchFamily="34" charset="-122"/>
                <a:cs typeface="+mn-ea"/>
                <a:sym typeface="+mn-lt"/>
              </a:rPr>
              <a:t>地址缩写中只允许有一个“</a:t>
            </a:r>
            <a:r>
              <a:rPr lang="en-US" altLang="zh-CN" dirty="0">
                <a:solidFill>
                  <a:prstClr val="black"/>
                </a:solidFill>
                <a:latin typeface="微软雅黑 Light" panose="020B0502040204020203" pitchFamily="34" charset="-122"/>
                <a:ea typeface="微软雅黑 Light" panose="020B0502040204020203" pitchFamily="34" charset="-122"/>
                <a:cs typeface="+mn-ea"/>
                <a:sym typeface="+mn-lt"/>
              </a:rPr>
              <a:t>::</a:t>
            </a:r>
            <a:r>
              <a:rPr lang="zh-CN" altLang="en-US" dirty="0">
                <a:solidFill>
                  <a:prstClr val="black"/>
                </a:solidFill>
                <a:latin typeface="微软雅黑 Light" panose="020B0502040204020203" pitchFamily="34" charset="-122"/>
                <a:ea typeface="微软雅黑 Light" panose="020B0502040204020203" pitchFamily="34" charset="-122"/>
                <a:cs typeface="+mn-ea"/>
                <a:sym typeface="+mn-lt"/>
              </a:rPr>
              <a:t>”。若缩写后的</a:t>
            </a:r>
            <a:r>
              <a:rPr lang="en-US" altLang="zh-CN" dirty="0">
                <a:solidFill>
                  <a:prstClr val="black"/>
                </a:solidFill>
                <a:latin typeface="微软雅黑 Light" panose="020B0502040204020203" pitchFamily="34" charset="-122"/>
                <a:ea typeface="微软雅黑 Light" panose="020B0502040204020203" pitchFamily="34" charset="-122"/>
                <a:cs typeface="+mn-ea"/>
                <a:sym typeface="+mn-lt"/>
              </a:rPr>
              <a:t>IPv6</a:t>
            </a:r>
            <a:r>
              <a:rPr lang="zh-CN" altLang="en-US" dirty="0">
                <a:solidFill>
                  <a:prstClr val="black"/>
                </a:solidFill>
                <a:latin typeface="微软雅黑 Light" panose="020B0502040204020203" pitchFamily="34" charset="-122"/>
                <a:ea typeface="微软雅黑 Light" panose="020B0502040204020203" pitchFamily="34" charset="-122"/>
                <a:cs typeface="+mn-ea"/>
                <a:sym typeface="+mn-lt"/>
              </a:rPr>
              <a:t>地址出现两个“</a:t>
            </a:r>
            <a:r>
              <a:rPr lang="en-US" altLang="zh-CN" dirty="0">
                <a:solidFill>
                  <a:prstClr val="black"/>
                </a:solidFill>
                <a:latin typeface="微软雅黑 Light" panose="020B0502040204020203" pitchFamily="34" charset="-122"/>
                <a:ea typeface="微软雅黑 Light" panose="020B0502040204020203" pitchFamily="34" charset="-122"/>
                <a:cs typeface="+mn-ea"/>
                <a:sym typeface="+mn-lt"/>
              </a:rPr>
              <a:t>::</a:t>
            </a:r>
            <a:r>
              <a:rPr lang="zh-CN" altLang="en-US" dirty="0">
                <a:solidFill>
                  <a:prstClr val="black"/>
                </a:solidFill>
                <a:latin typeface="微软雅黑 Light" panose="020B0502040204020203" pitchFamily="34" charset="-122"/>
                <a:ea typeface="微软雅黑 Light" panose="020B0502040204020203" pitchFamily="34" charset="-122"/>
                <a:cs typeface="+mn-ea"/>
                <a:sym typeface="+mn-lt"/>
              </a:rPr>
              <a:t>”，会导致无法还原为原始</a:t>
            </a:r>
            <a:r>
              <a:rPr lang="en-US" altLang="zh-CN" dirty="0">
                <a:solidFill>
                  <a:prstClr val="black"/>
                </a:solidFill>
                <a:latin typeface="微软雅黑 Light" panose="020B0502040204020203" pitchFamily="34" charset="-122"/>
                <a:ea typeface="微软雅黑 Light" panose="020B0502040204020203" pitchFamily="34" charset="-122"/>
                <a:cs typeface="+mn-ea"/>
                <a:sym typeface="+mn-lt"/>
              </a:rPr>
              <a:t>IPv6</a:t>
            </a:r>
            <a:r>
              <a:rPr lang="zh-CN" altLang="en-US" dirty="0">
                <a:solidFill>
                  <a:prstClr val="black"/>
                </a:solidFill>
                <a:latin typeface="微软雅黑 Light" panose="020B0502040204020203" pitchFamily="34" charset="-122"/>
                <a:ea typeface="微软雅黑 Light" panose="020B0502040204020203" pitchFamily="34" charset="-122"/>
                <a:cs typeface="+mn-ea"/>
                <a:sym typeface="+mn-lt"/>
              </a:rPr>
              <a:t>地址</a:t>
            </a:r>
            <a:endParaRPr lang="en-US" altLang="zh-CN" dirty="0">
              <a:solidFill>
                <a:prstClr val="black"/>
              </a:solidFill>
              <a:latin typeface="微软雅黑 Light" panose="020B0502040204020203" pitchFamily="34" charset="-122"/>
              <a:ea typeface="微软雅黑 Light" panose="020B0502040204020203" pitchFamily="34" charset="-122"/>
              <a:cs typeface="+mn-ea"/>
              <a:sym typeface="+mn-lt"/>
            </a:endParaRPr>
          </a:p>
        </p:txBody>
      </p:sp>
      <p:graphicFrame>
        <p:nvGraphicFramePr>
          <p:cNvPr id="9" name="表格 4"/>
          <p:cNvGraphicFramePr>
            <a:graphicFrameLocks noGrp="1"/>
          </p:cNvGraphicFramePr>
          <p:nvPr/>
        </p:nvGraphicFramePr>
        <p:xfrm>
          <a:off x="2143635" y="5329683"/>
          <a:ext cx="7848878" cy="495518"/>
        </p:xfrm>
        <a:graphic>
          <a:graphicData uri="http://schemas.openxmlformats.org/drawingml/2006/table">
            <a:tbl>
              <a:tblPr firstRow="1" bandRow="1"/>
              <a:tblGrid>
                <a:gridCol w="754359"/>
                <a:gridCol w="280052"/>
                <a:gridCol w="754359"/>
                <a:gridCol w="255659"/>
                <a:gridCol w="1764377"/>
                <a:gridCol w="255659"/>
                <a:gridCol w="754359"/>
                <a:gridCol w="255659"/>
                <a:gridCol w="754359"/>
                <a:gridCol w="255659"/>
                <a:gridCol w="754359"/>
                <a:gridCol w="255659"/>
                <a:gridCol w="754359"/>
              </a:tblGrid>
              <a:tr h="304681">
                <a:tc>
                  <a:txBody>
                    <a:bodyPr/>
                    <a:lstStyle>
                      <a:lvl1pPr marL="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1pPr>
                      <a:lvl2pPr marL="4572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2pPr>
                      <a:lvl3pPr marL="9144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3pPr>
                      <a:lvl4pPr marL="13716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4pPr>
                      <a:lvl5pPr marL="18288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5pPr>
                      <a:lvl6pPr marL="22860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6pPr>
                      <a:lvl7pPr marL="27432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7pPr>
                      <a:lvl8pPr marL="32004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8pPr>
                      <a:lvl9pPr marL="36576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9pPr>
                    </a:lstStyle>
                    <a:p>
                      <a:pPr algn="ctr">
                        <a:lnSpc>
                          <a:spcPct val="120000"/>
                        </a:lnSpc>
                        <a:spcBef>
                          <a:spcPts val="0"/>
                        </a:spcBef>
                        <a:spcAft>
                          <a:spcPts val="0"/>
                        </a:spcAft>
                      </a:pPr>
                      <a:r>
                        <a:rPr lang="en-US" altLang="zh-CN" sz="2400" b="0" baseline="0" dirty="0">
                          <a:solidFill>
                            <a:schemeClr val="tx1"/>
                          </a:solidFill>
                          <a:latin typeface="微软雅黑 Light" panose="020B0502040204020203" pitchFamily="34" charset="-122"/>
                          <a:ea typeface="微软雅黑 Light" panose="020B0502040204020203" pitchFamily="34" charset="-122"/>
                          <a:cs typeface="+mn-ea"/>
                          <a:sym typeface="+mn-lt"/>
                        </a:rPr>
                        <a:t>2001</a:t>
                      </a:r>
                      <a:endParaRPr lang="zh-CN" altLang="en-US" sz="2400" b="0" baseline="0" dirty="0">
                        <a:solidFill>
                          <a:schemeClr val="tx1"/>
                        </a:solidFill>
                        <a:latin typeface="微软雅黑 Light" panose="020B0502040204020203" pitchFamily="34" charset="-122"/>
                        <a:ea typeface="微软雅黑 Light" panose="020B0502040204020203" pitchFamily="34" charset="-122"/>
                        <a:cs typeface="+mn-ea"/>
                        <a:sym typeface="+mn-lt"/>
                      </a:endParaRPr>
                    </a:p>
                  </a:txBody>
                  <a:tcPr marL="0" marR="0" marT="45702" marB="45702"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lnTlToBr w="12700" cmpd="sng">
                      <a:noFill/>
                      <a:prstDash val="solid"/>
                    </a:lnTlToBr>
                    <a:lnBlToTr w="12700" cmpd="sng">
                      <a:noFill/>
                      <a:prstDash val="solid"/>
                    </a:lnBlToTr>
                    <a:solidFill>
                      <a:srgbClr val="F4FBFE"/>
                    </a:solidFill>
                  </a:tcPr>
                </a:tc>
                <a:tc>
                  <a:txBody>
                    <a:bodyPr/>
                    <a:lstStyle>
                      <a:lvl1pPr marL="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1pPr>
                      <a:lvl2pPr marL="4572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2pPr>
                      <a:lvl3pPr marL="9144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3pPr>
                      <a:lvl4pPr marL="13716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4pPr>
                      <a:lvl5pPr marL="18288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5pPr>
                      <a:lvl6pPr marL="22860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6pPr>
                      <a:lvl7pPr marL="27432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7pPr>
                      <a:lvl8pPr marL="32004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8pPr>
                      <a:lvl9pPr marL="36576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9pPr>
                    </a:lstStyle>
                    <a:p>
                      <a:pPr algn="ctr">
                        <a:lnSpc>
                          <a:spcPct val="120000"/>
                        </a:lnSpc>
                        <a:spcBef>
                          <a:spcPts val="0"/>
                        </a:spcBef>
                        <a:spcAft>
                          <a:spcPts val="0"/>
                        </a:spcAft>
                      </a:pPr>
                      <a:r>
                        <a:rPr lang="en-US" altLang="zh-CN" sz="2400" b="0" baseline="0" dirty="0">
                          <a:solidFill>
                            <a:schemeClr val="tx1"/>
                          </a:solidFill>
                          <a:latin typeface="微软雅黑 Light" panose="020B0502040204020203" pitchFamily="34" charset="-122"/>
                          <a:ea typeface="微软雅黑 Light" panose="020B0502040204020203" pitchFamily="34" charset="-122"/>
                          <a:cs typeface="+mn-ea"/>
                          <a:sym typeface="+mn-lt"/>
                        </a:rPr>
                        <a:t>:</a:t>
                      </a:r>
                      <a:endParaRPr lang="zh-CN" altLang="en-US" sz="2400" b="0" baseline="0" dirty="0">
                        <a:solidFill>
                          <a:schemeClr val="tx1"/>
                        </a:solidFill>
                        <a:latin typeface="微软雅黑 Light" panose="020B0502040204020203" pitchFamily="34" charset="-122"/>
                        <a:ea typeface="微软雅黑 Light" panose="020B0502040204020203" pitchFamily="34" charset="-122"/>
                        <a:cs typeface="+mn-ea"/>
                        <a:sym typeface="+mn-lt"/>
                      </a:endParaRPr>
                    </a:p>
                  </a:txBody>
                  <a:tcPr marL="0" marR="0" marT="45702" marB="45702"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lnTlToBr w="12700" cmpd="sng">
                      <a:noFill/>
                      <a:prstDash val="solid"/>
                    </a:lnTlToBr>
                    <a:lnBlToTr w="12700" cmpd="sng">
                      <a:noFill/>
                      <a:prstDash val="solid"/>
                    </a:lnBlToTr>
                    <a:solidFill>
                      <a:srgbClr val="F4FBFE"/>
                    </a:solidFill>
                  </a:tcPr>
                </a:tc>
                <a:tc>
                  <a:txBody>
                    <a:bodyPr/>
                    <a:lstStyle>
                      <a:lvl1pPr marL="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1pPr>
                      <a:lvl2pPr marL="4572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2pPr>
                      <a:lvl3pPr marL="9144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3pPr>
                      <a:lvl4pPr marL="13716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4pPr>
                      <a:lvl5pPr marL="18288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5pPr>
                      <a:lvl6pPr marL="22860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6pPr>
                      <a:lvl7pPr marL="27432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7pPr>
                      <a:lvl8pPr marL="32004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8pPr>
                      <a:lvl9pPr marL="36576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9pPr>
                    </a:lstStyle>
                    <a:p>
                      <a:pPr algn="ctr">
                        <a:lnSpc>
                          <a:spcPct val="120000"/>
                        </a:lnSpc>
                        <a:spcBef>
                          <a:spcPts val="0"/>
                        </a:spcBef>
                        <a:spcAft>
                          <a:spcPts val="0"/>
                        </a:spcAft>
                      </a:pPr>
                      <a:r>
                        <a:rPr lang="en-US" altLang="zh-CN" sz="2400" b="0" baseline="0" dirty="0">
                          <a:solidFill>
                            <a:schemeClr val="tx1"/>
                          </a:solidFill>
                          <a:latin typeface="微软雅黑 Light" panose="020B0502040204020203" pitchFamily="34" charset="-122"/>
                          <a:ea typeface="微软雅黑 Light" panose="020B0502040204020203" pitchFamily="34" charset="-122"/>
                          <a:cs typeface="+mn-ea"/>
                          <a:sym typeface="+mn-lt"/>
                        </a:rPr>
                        <a:t>DB8</a:t>
                      </a:r>
                      <a:endParaRPr lang="zh-CN" altLang="en-US" sz="2400" b="0" baseline="0" dirty="0">
                        <a:solidFill>
                          <a:schemeClr val="tx1"/>
                        </a:solidFill>
                        <a:latin typeface="微软雅黑 Light" panose="020B0502040204020203" pitchFamily="34" charset="-122"/>
                        <a:ea typeface="微软雅黑 Light" panose="020B0502040204020203" pitchFamily="34" charset="-122"/>
                        <a:cs typeface="+mn-ea"/>
                        <a:sym typeface="+mn-lt"/>
                      </a:endParaRPr>
                    </a:p>
                  </a:txBody>
                  <a:tcPr marL="0" marR="0" marT="45702" marB="45702"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lnTlToBr w="12700" cmpd="sng">
                      <a:noFill/>
                      <a:prstDash val="solid"/>
                    </a:lnTlToBr>
                    <a:lnBlToTr w="12700" cmpd="sng">
                      <a:noFill/>
                      <a:prstDash val="solid"/>
                    </a:lnBlToTr>
                    <a:solidFill>
                      <a:srgbClr val="F4FBFE"/>
                    </a:solidFill>
                  </a:tcPr>
                </a:tc>
                <a:tc>
                  <a:txBody>
                    <a:bodyPr/>
                    <a:lstStyle>
                      <a:lvl1pPr marL="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1pPr>
                      <a:lvl2pPr marL="4572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2pPr>
                      <a:lvl3pPr marL="9144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3pPr>
                      <a:lvl4pPr marL="13716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4pPr>
                      <a:lvl5pPr marL="18288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5pPr>
                      <a:lvl6pPr marL="22860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6pPr>
                      <a:lvl7pPr marL="27432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7pPr>
                      <a:lvl8pPr marL="32004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8pPr>
                      <a:lvl9pPr marL="36576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9pPr>
                    </a:lstStyle>
                    <a:p>
                      <a:pPr algn="ctr">
                        <a:lnSpc>
                          <a:spcPct val="120000"/>
                        </a:lnSpc>
                        <a:spcBef>
                          <a:spcPts val="0"/>
                        </a:spcBef>
                        <a:spcAft>
                          <a:spcPts val="0"/>
                        </a:spcAft>
                      </a:pPr>
                      <a:endParaRPr lang="zh-CN" altLang="en-US" sz="2400" b="0" baseline="0" dirty="0">
                        <a:solidFill>
                          <a:schemeClr val="tx1"/>
                        </a:solidFill>
                        <a:latin typeface="微软雅黑 Light" panose="020B0502040204020203" pitchFamily="34" charset="-122"/>
                        <a:ea typeface="微软雅黑 Light" panose="020B0502040204020203" pitchFamily="34" charset="-122"/>
                        <a:cs typeface="+mn-ea"/>
                        <a:sym typeface="+mn-lt"/>
                      </a:endParaRPr>
                    </a:p>
                  </a:txBody>
                  <a:tcPr marL="0" marR="0" marT="45702" marB="45702"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lnTlToBr w="12700" cmpd="sng">
                      <a:noFill/>
                      <a:prstDash val="solid"/>
                    </a:lnTlToBr>
                    <a:lnBlToTr w="12700" cmpd="sng">
                      <a:noFill/>
                      <a:prstDash val="solid"/>
                    </a:lnBlToTr>
                    <a:solidFill>
                      <a:srgbClr val="F4FBFE"/>
                    </a:solidFill>
                  </a:tcPr>
                </a:tc>
                <a:tc>
                  <a:txBody>
                    <a:bodyPr/>
                    <a:lstStyle>
                      <a:lvl1pPr marL="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1pPr>
                      <a:lvl2pPr marL="4572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2pPr>
                      <a:lvl3pPr marL="9144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3pPr>
                      <a:lvl4pPr marL="13716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4pPr>
                      <a:lvl5pPr marL="18288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5pPr>
                      <a:lvl6pPr marL="22860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6pPr>
                      <a:lvl7pPr marL="27432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7pPr>
                      <a:lvl8pPr marL="32004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8pPr>
                      <a:lvl9pPr marL="36576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9pPr>
                    </a:lstStyle>
                    <a:p>
                      <a:pPr algn="ctr">
                        <a:lnSpc>
                          <a:spcPct val="120000"/>
                        </a:lnSpc>
                        <a:spcBef>
                          <a:spcPts val="0"/>
                        </a:spcBef>
                        <a:spcAft>
                          <a:spcPts val="0"/>
                        </a:spcAft>
                      </a:pPr>
                      <a:r>
                        <a:rPr lang="en-US" altLang="zh-CN" sz="2400" b="0" baseline="0" dirty="0">
                          <a:solidFill>
                            <a:schemeClr val="tx1"/>
                          </a:solidFill>
                          <a:latin typeface="微软雅黑 Light" panose="020B0502040204020203" pitchFamily="34" charset="-122"/>
                          <a:ea typeface="微软雅黑 Light" panose="020B0502040204020203" pitchFamily="34" charset="-122"/>
                          <a:cs typeface="+mn-ea"/>
                          <a:sym typeface="+mn-lt"/>
                        </a:rPr>
                        <a:t>::</a:t>
                      </a:r>
                      <a:endParaRPr lang="zh-CN" altLang="en-US" sz="2400" b="0" baseline="0" dirty="0">
                        <a:solidFill>
                          <a:schemeClr val="tx1"/>
                        </a:solidFill>
                        <a:latin typeface="微软雅黑 Light" panose="020B0502040204020203" pitchFamily="34" charset="-122"/>
                        <a:ea typeface="微软雅黑 Light" panose="020B0502040204020203" pitchFamily="34" charset="-122"/>
                        <a:cs typeface="+mn-ea"/>
                        <a:sym typeface="+mn-lt"/>
                      </a:endParaRPr>
                    </a:p>
                  </a:txBody>
                  <a:tcPr marL="0" marR="0" marT="45702" marB="45702"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lnTlToBr w="12700" cmpd="sng">
                      <a:noFill/>
                      <a:prstDash val="solid"/>
                    </a:lnTlToBr>
                    <a:lnBlToTr w="12700" cmpd="sng">
                      <a:noFill/>
                      <a:prstDash val="solid"/>
                    </a:lnBlToTr>
                    <a:solidFill>
                      <a:srgbClr val="F4FBFE"/>
                    </a:solidFill>
                  </a:tcPr>
                </a:tc>
                <a:tc>
                  <a:txBody>
                    <a:bodyPr/>
                    <a:lstStyle>
                      <a:lvl1pPr marL="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1pPr>
                      <a:lvl2pPr marL="4572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2pPr>
                      <a:lvl3pPr marL="9144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3pPr>
                      <a:lvl4pPr marL="13716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4pPr>
                      <a:lvl5pPr marL="18288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5pPr>
                      <a:lvl6pPr marL="22860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6pPr>
                      <a:lvl7pPr marL="27432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7pPr>
                      <a:lvl8pPr marL="32004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8pPr>
                      <a:lvl9pPr marL="36576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9pPr>
                    </a:lstStyle>
                    <a:p>
                      <a:pPr algn="ctr">
                        <a:lnSpc>
                          <a:spcPct val="120000"/>
                        </a:lnSpc>
                        <a:spcBef>
                          <a:spcPts val="0"/>
                        </a:spcBef>
                        <a:spcAft>
                          <a:spcPts val="0"/>
                        </a:spcAft>
                      </a:pPr>
                      <a:endParaRPr lang="zh-CN" altLang="en-US" sz="2400" b="0" baseline="0" dirty="0">
                        <a:solidFill>
                          <a:schemeClr val="tx1"/>
                        </a:solidFill>
                        <a:latin typeface="微软雅黑 Light" panose="020B0502040204020203" pitchFamily="34" charset="-122"/>
                        <a:ea typeface="微软雅黑 Light" panose="020B0502040204020203" pitchFamily="34" charset="-122"/>
                        <a:cs typeface="+mn-ea"/>
                        <a:sym typeface="+mn-lt"/>
                      </a:endParaRPr>
                    </a:p>
                  </a:txBody>
                  <a:tcPr marL="0" marR="0" marT="45702" marB="45702"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lnTlToBr w="12700" cmpd="sng">
                      <a:noFill/>
                      <a:prstDash val="solid"/>
                    </a:lnTlToBr>
                    <a:lnBlToTr w="12700" cmpd="sng">
                      <a:noFill/>
                      <a:prstDash val="solid"/>
                    </a:lnBlToTr>
                    <a:solidFill>
                      <a:srgbClr val="F4FBFE"/>
                    </a:solidFill>
                  </a:tcPr>
                </a:tc>
                <a:tc>
                  <a:txBody>
                    <a:bodyPr/>
                    <a:lstStyle>
                      <a:lvl1pPr marL="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1pPr>
                      <a:lvl2pPr marL="4572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2pPr>
                      <a:lvl3pPr marL="9144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3pPr>
                      <a:lvl4pPr marL="13716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4pPr>
                      <a:lvl5pPr marL="18288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5pPr>
                      <a:lvl6pPr marL="22860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6pPr>
                      <a:lvl7pPr marL="27432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7pPr>
                      <a:lvl8pPr marL="32004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8pPr>
                      <a:lvl9pPr marL="36576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9pPr>
                    </a:lstStyle>
                    <a:p>
                      <a:pPr algn="ctr">
                        <a:lnSpc>
                          <a:spcPct val="120000"/>
                        </a:lnSpc>
                        <a:spcBef>
                          <a:spcPts val="0"/>
                        </a:spcBef>
                        <a:spcAft>
                          <a:spcPts val="0"/>
                        </a:spcAft>
                      </a:pPr>
                      <a:r>
                        <a:rPr lang="en-US" altLang="zh-CN" sz="2400" b="0" baseline="0" dirty="0">
                          <a:solidFill>
                            <a:schemeClr val="tx1"/>
                          </a:solidFill>
                          <a:latin typeface="微软雅黑 Light" panose="020B0502040204020203" pitchFamily="34" charset="-122"/>
                          <a:ea typeface="微软雅黑 Light" panose="020B0502040204020203" pitchFamily="34" charset="-122"/>
                          <a:cs typeface="+mn-ea"/>
                          <a:sym typeface="+mn-lt"/>
                        </a:rPr>
                        <a:t>8</a:t>
                      </a:r>
                      <a:endParaRPr lang="zh-CN" altLang="en-US" sz="2400" b="0" baseline="0" dirty="0">
                        <a:solidFill>
                          <a:schemeClr val="tx1"/>
                        </a:solidFill>
                        <a:latin typeface="微软雅黑 Light" panose="020B0502040204020203" pitchFamily="34" charset="-122"/>
                        <a:ea typeface="微软雅黑 Light" panose="020B0502040204020203" pitchFamily="34" charset="-122"/>
                        <a:cs typeface="+mn-ea"/>
                        <a:sym typeface="+mn-lt"/>
                      </a:endParaRPr>
                    </a:p>
                  </a:txBody>
                  <a:tcPr marL="0" marR="0" marT="45702" marB="45702"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lnTlToBr w="12700" cmpd="sng">
                      <a:noFill/>
                      <a:prstDash val="solid"/>
                    </a:lnTlToBr>
                    <a:lnBlToTr w="12700" cmpd="sng">
                      <a:noFill/>
                      <a:prstDash val="solid"/>
                    </a:lnBlToTr>
                    <a:solidFill>
                      <a:srgbClr val="F4FBFE"/>
                    </a:solidFill>
                  </a:tcPr>
                </a:tc>
                <a:tc>
                  <a:txBody>
                    <a:bodyPr/>
                    <a:lstStyle>
                      <a:lvl1pPr marL="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1pPr>
                      <a:lvl2pPr marL="4572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2pPr>
                      <a:lvl3pPr marL="9144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3pPr>
                      <a:lvl4pPr marL="13716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4pPr>
                      <a:lvl5pPr marL="18288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5pPr>
                      <a:lvl6pPr marL="22860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6pPr>
                      <a:lvl7pPr marL="27432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7pPr>
                      <a:lvl8pPr marL="32004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8pPr>
                      <a:lvl9pPr marL="36576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9pPr>
                    </a:lstStyle>
                    <a:p>
                      <a:pPr algn="ctr">
                        <a:lnSpc>
                          <a:spcPct val="120000"/>
                        </a:lnSpc>
                        <a:spcBef>
                          <a:spcPts val="0"/>
                        </a:spcBef>
                        <a:spcAft>
                          <a:spcPts val="0"/>
                        </a:spcAft>
                      </a:pPr>
                      <a:r>
                        <a:rPr lang="en-US" altLang="zh-CN" sz="2400" b="0" baseline="0" dirty="0">
                          <a:solidFill>
                            <a:schemeClr val="tx1"/>
                          </a:solidFill>
                          <a:latin typeface="微软雅黑 Light" panose="020B0502040204020203" pitchFamily="34" charset="-122"/>
                          <a:ea typeface="微软雅黑 Light" panose="020B0502040204020203" pitchFamily="34" charset="-122"/>
                          <a:cs typeface="+mn-ea"/>
                          <a:sym typeface="+mn-lt"/>
                        </a:rPr>
                        <a:t>:</a:t>
                      </a:r>
                      <a:endParaRPr lang="zh-CN" altLang="en-US" sz="2400" b="0" baseline="0" dirty="0">
                        <a:solidFill>
                          <a:schemeClr val="tx1"/>
                        </a:solidFill>
                        <a:latin typeface="微软雅黑 Light" panose="020B0502040204020203" pitchFamily="34" charset="-122"/>
                        <a:ea typeface="微软雅黑 Light" panose="020B0502040204020203" pitchFamily="34" charset="-122"/>
                        <a:cs typeface="+mn-ea"/>
                        <a:sym typeface="+mn-lt"/>
                      </a:endParaRPr>
                    </a:p>
                  </a:txBody>
                  <a:tcPr marL="0" marR="0" marT="45702" marB="45702"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lnTlToBr w="12700" cmpd="sng">
                      <a:noFill/>
                      <a:prstDash val="solid"/>
                    </a:lnTlToBr>
                    <a:lnBlToTr w="12700" cmpd="sng">
                      <a:noFill/>
                      <a:prstDash val="solid"/>
                    </a:lnBlToTr>
                    <a:solidFill>
                      <a:srgbClr val="F4FBFE"/>
                    </a:solidFill>
                  </a:tcPr>
                </a:tc>
                <a:tc>
                  <a:txBody>
                    <a:bodyPr/>
                    <a:lstStyle>
                      <a:lvl1pPr marL="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1pPr>
                      <a:lvl2pPr marL="4572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2pPr>
                      <a:lvl3pPr marL="9144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3pPr>
                      <a:lvl4pPr marL="13716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4pPr>
                      <a:lvl5pPr marL="18288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5pPr>
                      <a:lvl6pPr marL="22860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6pPr>
                      <a:lvl7pPr marL="27432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7pPr>
                      <a:lvl8pPr marL="32004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8pPr>
                      <a:lvl9pPr marL="36576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9pPr>
                    </a:lstStyle>
                    <a:p>
                      <a:pPr algn="ctr">
                        <a:lnSpc>
                          <a:spcPct val="120000"/>
                        </a:lnSpc>
                        <a:spcBef>
                          <a:spcPts val="0"/>
                        </a:spcBef>
                        <a:spcAft>
                          <a:spcPts val="0"/>
                        </a:spcAft>
                      </a:pPr>
                      <a:r>
                        <a:rPr lang="en-US" altLang="zh-CN" sz="2400" b="0" baseline="0" dirty="0">
                          <a:solidFill>
                            <a:schemeClr val="tx1"/>
                          </a:solidFill>
                          <a:latin typeface="微软雅黑 Light" panose="020B0502040204020203" pitchFamily="34" charset="-122"/>
                          <a:ea typeface="微软雅黑 Light" panose="020B0502040204020203" pitchFamily="34" charset="-122"/>
                          <a:cs typeface="+mn-ea"/>
                          <a:sym typeface="+mn-lt"/>
                        </a:rPr>
                        <a:t>800</a:t>
                      </a:r>
                      <a:endParaRPr lang="zh-CN" altLang="en-US" sz="2400" b="0" baseline="0" dirty="0">
                        <a:solidFill>
                          <a:schemeClr val="tx1"/>
                        </a:solidFill>
                        <a:latin typeface="微软雅黑 Light" panose="020B0502040204020203" pitchFamily="34" charset="-122"/>
                        <a:ea typeface="微软雅黑 Light" panose="020B0502040204020203" pitchFamily="34" charset="-122"/>
                        <a:cs typeface="+mn-ea"/>
                        <a:sym typeface="+mn-lt"/>
                      </a:endParaRPr>
                    </a:p>
                  </a:txBody>
                  <a:tcPr marL="0" marR="0" marT="45702" marB="45702"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lnTlToBr w="12700" cmpd="sng">
                      <a:noFill/>
                      <a:prstDash val="solid"/>
                    </a:lnTlToBr>
                    <a:lnBlToTr w="12700" cmpd="sng">
                      <a:noFill/>
                      <a:prstDash val="solid"/>
                    </a:lnBlToTr>
                    <a:solidFill>
                      <a:srgbClr val="F4FBFE"/>
                    </a:solidFill>
                  </a:tcPr>
                </a:tc>
                <a:tc>
                  <a:txBody>
                    <a:bodyPr/>
                    <a:lstStyle>
                      <a:lvl1pPr marL="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1pPr>
                      <a:lvl2pPr marL="4572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2pPr>
                      <a:lvl3pPr marL="9144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3pPr>
                      <a:lvl4pPr marL="13716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4pPr>
                      <a:lvl5pPr marL="18288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5pPr>
                      <a:lvl6pPr marL="22860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6pPr>
                      <a:lvl7pPr marL="27432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7pPr>
                      <a:lvl8pPr marL="32004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8pPr>
                      <a:lvl9pPr marL="36576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9pPr>
                    </a:lstStyle>
                    <a:p>
                      <a:pPr algn="ctr">
                        <a:lnSpc>
                          <a:spcPct val="120000"/>
                        </a:lnSpc>
                        <a:spcBef>
                          <a:spcPts val="0"/>
                        </a:spcBef>
                        <a:spcAft>
                          <a:spcPts val="0"/>
                        </a:spcAft>
                      </a:pPr>
                      <a:r>
                        <a:rPr lang="en-US" altLang="zh-CN" sz="2400" b="0" baseline="0">
                          <a:solidFill>
                            <a:schemeClr val="tx1"/>
                          </a:solidFill>
                          <a:latin typeface="微软雅黑 Light" panose="020B0502040204020203" pitchFamily="34" charset="-122"/>
                          <a:ea typeface="微软雅黑 Light" panose="020B0502040204020203" pitchFamily="34" charset="-122"/>
                          <a:cs typeface="+mn-ea"/>
                          <a:sym typeface="+mn-lt"/>
                        </a:rPr>
                        <a:t>:</a:t>
                      </a:r>
                      <a:endParaRPr lang="zh-CN" altLang="en-US" sz="2400" b="0" baseline="0" dirty="0">
                        <a:solidFill>
                          <a:schemeClr val="tx1"/>
                        </a:solidFill>
                        <a:latin typeface="微软雅黑 Light" panose="020B0502040204020203" pitchFamily="34" charset="-122"/>
                        <a:ea typeface="微软雅黑 Light" panose="020B0502040204020203" pitchFamily="34" charset="-122"/>
                        <a:cs typeface="+mn-ea"/>
                        <a:sym typeface="+mn-lt"/>
                      </a:endParaRPr>
                    </a:p>
                  </a:txBody>
                  <a:tcPr marL="0" marR="0" marT="45702" marB="45702"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lnTlToBr w="12700" cmpd="sng">
                      <a:noFill/>
                      <a:prstDash val="solid"/>
                    </a:lnTlToBr>
                    <a:lnBlToTr w="12700" cmpd="sng">
                      <a:noFill/>
                      <a:prstDash val="solid"/>
                    </a:lnBlToTr>
                    <a:solidFill>
                      <a:srgbClr val="F4FBFE"/>
                    </a:solidFill>
                  </a:tcPr>
                </a:tc>
                <a:tc>
                  <a:txBody>
                    <a:bodyPr/>
                    <a:lstStyle>
                      <a:lvl1pPr marL="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1pPr>
                      <a:lvl2pPr marL="4572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2pPr>
                      <a:lvl3pPr marL="9144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3pPr>
                      <a:lvl4pPr marL="13716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4pPr>
                      <a:lvl5pPr marL="18288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5pPr>
                      <a:lvl6pPr marL="22860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6pPr>
                      <a:lvl7pPr marL="27432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7pPr>
                      <a:lvl8pPr marL="32004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8pPr>
                      <a:lvl9pPr marL="36576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9pPr>
                    </a:lstStyle>
                    <a:p>
                      <a:pPr algn="ctr">
                        <a:lnSpc>
                          <a:spcPct val="120000"/>
                        </a:lnSpc>
                        <a:spcBef>
                          <a:spcPts val="0"/>
                        </a:spcBef>
                        <a:spcAft>
                          <a:spcPts val="0"/>
                        </a:spcAft>
                      </a:pPr>
                      <a:r>
                        <a:rPr lang="en-US" altLang="zh-CN" sz="2400" b="0" baseline="0" dirty="0">
                          <a:solidFill>
                            <a:schemeClr val="tx1"/>
                          </a:solidFill>
                          <a:latin typeface="微软雅黑 Light" panose="020B0502040204020203" pitchFamily="34" charset="-122"/>
                          <a:ea typeface="微软雅黑 Light" panose="020B0502040204020203" pitchFamily="34" charset="-122"/>
                          <a:cs typeface="+mn-ea"/>
                          <a:sym typeface="+mn-lt"/>
                        </a:rPr>
                        <a:t>200C</a:t>
                      </a:r>
                      <a:endParaRPr lang="zh-CN" altLang="en-US" sz="2400" b="0" baseline="0" dirty="0">
                        <a:solidFill>
                          <a:schemeClr val="tx1"/>
                        </a:solidFill>
                        <a:latin typeface="微软雅黑 Light" panose="020B0502040204020203" pitchFamily="34" charset="-122"/>
                        <a:ea typeface="微软雅黑 Light" panose="020B0502040204020203" pitchFamily="34" charset="-122"/>
                        <a:cs typeface="+mn-ea"/>
                        <a:sym typeface="+mn-lt"/>
                      </a:endParaRPr>
                    </a:p>
                  </a:txBody>
                  <a:tcPr marL="0" marR="0" marT="45702" marB="45702"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lnTlToBr w="12700" cmpd="sng">
                      <a:noFill/>
                      <a:prstDash val="solid"/>
                    </a:lnTlToBr>
                    <a:lnBlToTr w="12700" cmpd="sng">
                      <a:noFill/>
                      <a:prstDash val="solid"/>
                    </a:lnBlToTr>
                    <a:solidFill>
                      <a:srgbClr val="F4FBFE"/>
                    </a:solidFill>
                  </a:tcPr>
                </a:tc>
                <a:tc>
                  <a:txBody>
                    <a:bodyPr/>
                    <a:lstStyle>
                      <a:lvl1pPr marL="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1pPr>
                      <a:lvl2pPr marL="4572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2pPr>
                      <a:lvl3pPr marL="9144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3pPr>
                      <a:lvl4pPr marL="13716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4pPr>
                      <a:lvl5pPr marL="18288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5pPr>
                      <a:lvl6pPr marL="22860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6pPr>
                      <a:lvl7pPr marL="27432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7pPr>
                      <a:lvl8pPr marL="32004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8pPr>
                      <a:lvl9pPr marL="36576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9pPr>
                    </a:lstStyle>
                    <a:p>
                      <a:pPr algn="ctr">
                        <a:lnSpc>
                          <a:spcPct val="120000"/>
                        </a:lnSpc>
                        <a:spcBef>
                          <a:spcPts val="0"/>
                        </a:spcBef>
                        <a:spcAft>
                          <a:spcPts val="0"/>
                        </a:spcAft>
                      </a:pPr>
                      <a:r>
                        <a:rPr lang="en-US" altLang="zh-CN" sz="2400" b="0" baseline="0" dirty="0">
                          <a:solidFill>
                            <a:schemeClr val="tx1"/>
                          </a:solidFill>
                          <a:latin typeface="微软雅黑 Light" panose="020B0502040204020203" pitchFamily="34" charset="-122"/>
                          <a:ea typeface="微软雅黑 Light" panose="020B0502040204020203" pitchFamily="34" charset="-122"/>
                          <a:cs typeface="+mn-ea"/>
                          <a:sym typeface="+mn-lt"/>
                        </a:rPr>
                        <a:t>:</a:t>
                      </a:r>
                      <a:endParaRPr lang="zh-CN" altLang="en-US" sz="2400" b="0" baseline="0" dirty="0">
                        <a:solidFill>
                          <a:schemeClr val="tx1"/>
                        </a:solidFill>
                        <a:latin typeface="微软雅黑 Light" panose="020B0502040204020203" pitchFamily="34" charset="-122"/>
                        <a:ea typeface="微软雅黑 Light" panose="020B0502040204020203" pitchFamily="34" charset="-122"/>
                        <a:cs typeface="+mn-ea"/>
                        <a:sym typeface="+mn-lt"/>
                      </a:endParaRPr>
                    </a:p>
                  </a:txBody>
                  <a:tcPr marL="0" marR="0" marT="45702" marB="45702"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lnTlToBr w="12700" cmpd="sng">
                      <a:noFill/>
                      <a:prstDash val="solid"/>
                    </a:lnTlToBr>
                    <a:lnBlToTr w="12700" cmpd="sng">
                      <a:noFill/>
                      <a:prstDash val="solid"/>
                    </a:lnBlToTr>
                    <a:solidFill>
                      <a:srgbClr val="F4FBFE"/>
                    </a:solidFill>
                  </a:tcPr>
                </a:tc>
                <a:tc>
                  <a:txBody>
                    <a:bodyPr/>
                    <a:lstStyle>
                      <a:lvl1pPr marL="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1pPr>
                      <a:lvl2pPr marL="4572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2pPr>
                      <a:lvl3pPr marL="9144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3pPr>
                      <a:lvl4pPr marL="13716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4pPr>
                      <a:lvl5pPr marL="18288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5pPr>
                      <a:lvl6pPr marL="22860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6pPr>
                      <a:lvl7pPr marL="27432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7pPr>
                      <a:lvl8pPr marL="32004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8pPr>
                      <a:lvl9pPr marL="3657600" algn="l" defTabSz="914400" rtl="0" eaLnBrk="1" latinLnBrk="0" hangingPunct="1">
                        <a:defRPr sz="1800" b="1" kern="1200">
                          <a:solidFill>
                            <a:schemeClr val="lt1"/>
                          </a:solidFill>
                          <a:latin typeface="Arial" panose="020B0604020202020204"/>
                          <a:ea typeface="微软雅黑" panose="020B0503020204020204" pitchFamily="34" charset="-122"/>
                          <a:cs typeface="宋体" panose="02010600030101010101" pitchFamily="2" charset="-122"/>
                        </a:defRPr>
                      </a:lvl9pPr>
                    </a:lstStyle>
                    <a:p>
                      <a:pPr algn="ctr">
                        <a:lnSpc>
                          <a:spcPct val="120000"/>
                        </a:lnSpc>
                        <a:spcBef>
                          <a:spcPts val="0"/>
                        </a:spcBef>
                        <a:spcAft>
                          <a:spcPts val="0"/>
                        </a:spcAft>
                      </a:pPr>
                      <a:r>
                        <a:rPr lang="en-US" altLang="zh-CN" sz="2400" b="0" baseline="0" dirty="0">
                          <a:solidFill>
                            <a:schemeClr val="tx1"/>
                          </a:solidFill>
                          <a:latin typeface="微软雅黑 Light" panose="020B0502040204020203" pitchFamily="34" charset="-122"/>
                          <a:ea typeface="微软雅黑 Light" panose="020B0502040204020203" pitchFamily="34" charset="-122"/>
                          <a:cs typeface="+mn-ea"/>
                          <a:sym typeface="+mn-lt"/>
                        </a:rPr>
                        <a:t>417A</a:t>
                      </a:r>
                      <a:endParaRPr lang="zh-CN" altLang="en-US" sz="2400" b="0" baseline="0" dirty="0">
                        <a:solidFill>
                          <a:schemeClr val="tx1"/>
                        </a:solidFill>
                        <a:latin typeface="微软雅黑 Light" panose="020B0502040204020203" pitchFamily="34" charset="-122"/>
                        <a:ea typeface="微软雅黑 Light" panose="020B0502040204020203" pitchFamily="34" charset="-122"/>
                        <a:cs typeface="+mn-ea"/>
                        <a:sym typeface="+mn-lt"/>
                      </a:endParaRPr>
                    </a:p>
                  </a:txBody>
                  <a:tcPr marL="0" marR="0" marT="45702" marB="45702"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lnTlToBr w="12700" cmpd="sng">
                      <a:noFill/>
                      <a:prstDash val="solid"/>
                    </a:lnTlToBr>
                    <a:lnBlToTr w="12700" cmpd="sng">
                      <a:noFill/>
                      <a:prstDash val="solid"/>
                    </a:lnBlToTr>
                    <a:solidFill>
                      <a:srgbClr val="F4FBFE"/>
                    </a:solidFill>
                  </a:tcPr>
                </a:tc>
              </a:tr>
            </a:tbl>
          </a:graphicData>
        </a:graphic>
      </p:graphicFrame>
      <p:sp>
        <p:nvSpPr>
          <p:cNvPr id="10" name="Right Arrow 157"/>
          <p:cNvSpPr/>
          <p:nvPr/>
        </p:nvSpPr>
        <p:spPr>
          <a:xfrm rot="5400000">
            <a:off x="5918691" y="2706616"/>
            <a:ext cx="354617" cy="356103"/>
          </a:xfrm>
          <a:prstGeom prst="rightArrow">
            <a:avLst>
              <a:gd name="adj1" fmla="val 40000"/>
              <a:gd name="adj2" fmla="val 50000"/>
            </a:avLst>
          </a:prstGeom>
          <a:gradFill flip="none" rotWithShape="1">
            <a:gsLst>
              <a:gs pos="15000">
                <a:schemeClr val="accent1">
                  <a:lumMod val="5000"/>
                  <a:lumOff val="95000"/>
                  <a:alpha val="0"/>
                </a:schemeClr>
              </a:gs>
              <a:gs pos="81000">
                <a:srgbClr val="99DFF9"/>
              </a:gs>
            </a:gsLst>
            <a:lin ang="0" scaled="1"/>
            <a:tileRect/>
          </a:gradFill>
          <a:ln w="15875">
            <a:gradFill flip="none" rotWithShape="1">
              <a:gsLst>
                <a:gs pos="0">
                  <a:schemeClr val="accent1">
                    <a:lumMod val="5000"/>
                    <a:lumOff val="95000"/>
                  </a:schemeClr>
                </a:gs>
                <a:gs pos="100000">
                  <a:srgbClr val="00B0F0"/>
                </a:gs>
              </a:gsLst>
              <a:lin ang="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1800" dirty="0">
              <a:cs typeface="+mn-ea"/>
              <a:sym typeface="+mn-lt"/>
            </a:endParaRPr>
          </a:p>
        </p:txBody>
      </p:sp>
      <p:sp>
        <p:nvSpPr>
          <p:cNvPr id="11" name="Right Arrow 157"/>
          <p:cNvSpPr/>
          <p:nvPr/>
        </p:nvSpPr>
        <p:spPr>
          <a:xfrm rot="5400000">
            <a:off x="5898542" y="4924545"/>
            <a:ext cx="354617" cy="356103"/>
          </a:xfrm>
          <a:prstGeom prst="rightArrow">
            <a:avLst>
              <a:gd name="adj1" fmla="val 40000"/>
              <a:gd name="adj2" fmla="val 50000"/>
            </a:avLst>
          </a:prstGeom>
          <a:gradFill flip="none" rotWithShape="1">
            <a:gsLst>
              <a:gs pos="15000">
                <a:schemeClr val="accent1">
                  <a:lumMod val="5000"/>
                  <a:lumOff val="95000"/>
                  <a:alpha val="0"/>
                </a:schemeClr>
              </a:gs>
              <a:gs pos="81000">
                <a:srgbClr val="99DFF9"/>
              </a:gs>
            </a:gsLst>
            <a:lin ang="0" scaled="1"/>
            <a:tileRect/>
          </a:gradFill>
          <a:ln w="15875">
            <a:gradFill flip="none" rotWithShape="1">
              <a:gsLst>
                <a:gs pos="0">
                  <a:schemeClr val="accent1">
                    <a:lumMod val="5000"/>
                    <a:lumOff val="95000"/>
                  </a:schemeClr>
                </a:gs>
                <a:gs pos="100000">
                  <a:srgbClr val="00B0F0"/>
                </a:gs>
              </a:gsLst>
              <a:lin ang="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1800" dirty="0">
              <a:cs typeface="+mn-ea"/>
              <a:sym typeface="+mn-lt"/>
            </a:endParaRPr>
          </a:p>
        </p:txBody>
      </p:sp>
    </p:spTree>
  </p:cSld>
  <p:clrMapOvr>
    <a:masterClrMapping/>
  </p:clrMapOvr>
</p:sld>
</file>

<file path=ppt/slides/slide2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IPv6</a:t>
            </a:r>
            <a:r>
              <a:rPr lang="zh-CN" altLang="en-US" dirty="0"/>
              <a:t>地址缩写示例</a:t>
            </a:r>
            <a:endParaRPr lang="zh-CN" altLang="en-US" dirty="0"/>
          </a:p>
        </p:txBody>
      </p:sp>
      <p:sp>
        <p:nvSpPr>
          <p:cNvPr id="3" name="内容占位符 2"/>
          <p:cNvSpPr>
            <a:spLocks noGrp="1"/>
          </p:cNvSpPr>
          <p:nvPr>
            <p:ph idx="1"/>
          </p:nvPr>
        </p:nvSpPr>
        <p:spPr/>
        <p:txBody>
          <a:bodyPr/>
          <a:lstStyle/>
          <a:p>
            <a:r>
              <a:rPr lang="zh-CN" altLang="en-US" dirty="0"/>
              <a:t>缩写前   </a:t>
            </a:r>
            <a:r>
              <a:rPr lang="en-US" altLang="zh-CN" dirty="0">
                <a:solidFill>
                  <a:srgbClr val="C00000"/>
                </a:solidFill>
              </a:rPr>
              <a:t>0000:0000:0000:0000:0000:0000:0000</a:t>
            </a:r>
            <a:r>
              <a:rPr lang="en-US" altLang="zh-CN" dirty="0"/>
              <a:t>:0001 </a:t>
            </a:r>
            <a:br>
              <a:rPr lang="en-US" altLang="zh-CN" dirty="0"/>
            </a:br>
            <a:r>
              <a:rPr lang="zh-CN" altLang="en-US" dirty="0"/>
              <a:t>缩写后   </a:t>
            </a:r>
            <a:r>
              <a:rPr lang="en-US" altLang="zh-CN" dirty="0"/>
              <a:t>::1 </a:t>
            </a:r>
            <a:endParaRPr lang="en-US" altLang="zh-CN" dirty="0"/>
          </a:p>
          <a:p>
            <a:r>
              <a:rPr lang="zh-CN" altLang="en-US" dirty="0"/>
              <a:t>缩写前   </a:t>
            </a:r>
            <a:r>
              <a:rPr lang="en-US" altLang="zh-CN" dirty="0"/>
              <a:t>2001:</a:t>
            </a:r>
            <a:r>
              <a:rPr lang="en-US" altLang="zh-CN" dirty="0">
                <a:solidFill>
                  <a:srgbClr val="C00000"/>
                </a:solidFill>
              </a:rPr>
              <a:t>0</a:t>
            </a:r>
            <a:r>
              <a:rPr lang="en-US" altLang="zh-CN" dirty="0"/>
              <a:t>DB8:</a:t>
            </a:r>
            <a:r>
              <a:rPr lang="en-US" altLang="zh-CN" dirty="0">
                <a:solidFill>
                  <a:srgbClr val="C00000"/>
                </a:solidFill>
              </a:rPr>
              <a:t>0000:0000</a:t>
            </a:r>
            <a:r>
              <a:rPr lang="en-US" altLang="zh-CN" dirty="0"/>
              <a:t>:FB00:1400:5000:45FF </a:t>
            </a:r>
            <a:br>
              <a:rPr lang="en-US" altLang="zh-CN" dirty="0"/>
            </a:br>
            <a:r>
              <a:rPr lang="zh-CN" altLang="en-US" dirty="0"/>
              <a:t>缩写后   </a:t>
            </a:r>
            <a:r>
              <a:rPr lang="en-US" altLang="zh-CN" dirty="0"/>
              <a:t>2001:DB8::FB00:1400:5000:45FF</a:t>
            </a:r>
            <a:endParaRPr lang="en-US" altLang="zh-CN" dirty="0"/>
          </a:p>
          <a:p>
            <a:r>
              <a:rPr lang="zh-CN" altLang="en-US" dirty="0"/>
              <a:t>缩写前   </a:t>
            </a:r>
            <a:r>
              <a:rPr lang="en-US" altLang="zh-CN" dirty="0"/>
              <a:t>2001:</a:t>
            </a:r>
            <a:r>
              <a:rPr lang="en-US" altLang="zh-CN" dirty="0">
                <a:solidFill>
                  <a:srgbClr val="C00000"/>
                </a:solidFill>
              </a:rPr>
              <a:t>0</a:t>
            </a:r>
            <a:r>
              <a:rPr lang="en-US" altLang="zh-CN" dirty="0"/>
              <a:t>DB8:</a:t>
            </a:r>
            <a:r>
              <a:rPr lang="en-US" altLang="zh-CN" dirty="0">
                <a:solidFill>
                  <a:srgbClr val="C00000"/>
                </a:solidFill>
              </a:rPr>
              <a:t>0000:0000:0000</a:t>
            </a:r>
            <a:r>
              <a:rPr lang="en-US" altLang="zh-CN" dirty="0"/>
              <a:t>:2A2A:0000:0001 </a:t>
            </a:r>
            <a:br>
              <a:rPr lang="en-US" altLang="zh-CN" dirty="0"/>
            </a:br>
            <a:r>
              <a:rPr lang="zh-CN" altLang="en-US" dirty="0"/>
              <a:t>缩写后   </a:t>
            </a:r>
            <a:r>
              <a:rPr lang="en-US" altLang="zh-CN" dirty="0"/>
              <a:t>2001:DB8::2A2A:0:1</a:t>
            </a:r>
            <a:endParaRPr lang="en-US" altLang="zh-CN" dirty="0"/>
          </a:p>
          <a:p>
            <a:r>
              <a:rPr lang="zh-CN" altLang="en-US" dirty="0"/>
              <a:t>缩写前   </a:t>
            </a:r>
            <a:r>
              <a:rPr lang="en-US" altLang="zh-CN" dirty="0"/>
              <a:t>2001:</a:t>
            </a:r>
            <a:r>
              <a:rPr lang="en-US" altLang="zh-CN" dirty="0">
                <a:solidFill>
                  <a:srgbClr val="C00000"/>
                </a:solidFill>
              </a:rPr>
              <a:t>0</a:t>
            </a:r>
            <a:r>
              <a:rPr lang="en-US" altLang="zh-CN" dirty="0"/>
              <a:t>DB8:</a:t>
            </a:r>
            <a:r>
              <a:rPr lang="en-US" altLang="zh-CN" dirty="0">
                <a:solidFill>
                  <a:srgbClr val="C00000"/>
                </a:solidFill>
              </a:rPr>
              <a:t>0000</a:t>
            </a:r>
            <a:r>
              <a:rPr lang="en-US" altLang="zh-CN" dirty="0"/>
              <a:t>:1234:FB00:</a:t>
            </a:r>
            <a:r>
              <a:rPr lang="en-US" altLang="zh-CN" dirty="0">
                <a:solidFill>
                  <a:srgbClr val="C00000"/>
                </a:solidFill>
              </a:rPr>
              <a:t>0000</a:t>
            </a:r>
            <a:r>
              <a:rPr lang="en-US" altLang="zh-CN" dirty="0"/>
              <a:t>:5000:45FF </a:t>
            </a:r>
            <a:br>
              <a:rPr lang="en-US" altLang="zh-CN" dirty="0"/>
            </a:br>
            <a:r>
              <a:rPr lang="zh-CN" altLang="en-US" dirty="0"/>
              <a:t>缩写后   </a:t>
            </a:r>
            <a:r>
              <a:rPr lang="en-US" altLang="zh-CN" dirty="0"/>
              <a:t>2001:DB8::1234:FB00:0:5000:45FF</a:t>
            </a:r>
            <a:br>
              <a:rPr lang="en-US" altLang="zh-CN" dirty="0"/>
            </a:br>
            <a:r>
              <a:rPr lang="zh-CN" altLang="en-US" dirty="0"/>
              <a:t>或          </a:t>
            </a:r>
            <a:r>
              <a:rPr lang="en-US" altLang="zh-CN" dirty="0"/>
              <a:t>2001:DB8:0:1234:FB00::5000:45FF</a:t>
            </a:r>
            <a:endParaRPr lang="en-US" altLang="zh-CN" dirty="0"/>
          </a:p>
        </p:txBody>
      </p:sp>
      <p:sp>
        <p:nvSpPr>
          <p:cNvPr id="4" name="灯片编号占位符 3"/>
          <p:cNvSpPr>
            <a:spLocks noGrp="1"/>
          </p:cNvSpPr>
          <p:nvPr>
            <p:ph type="sldNum" sz="quarter" idx="12"/>
          </p:nvPr>
        </p:nvSpPr>
        <p:spPr/>
        <p:txBody>
          <a:bodyPr/>
          <a:lstStyle/>
          <a:p>
            <a:pPr>
              <a:defRPr/>
            </a:pPr>
            <a:fld id="{816960B2-2B11-492C-B588-5290E1274F96}" type="slidenum">
              <a:rPr lang="en-US" altLang="zh-CN" smtClean="0"/>
            </a:fld>
            <a:endParaRPr lang="en-US" altLang="zh-CN" dirty="0"/>
          </a:p>
        </p:txBody>
      </p:sp>
    </p:spTree>
  </p:cSld>
  <p:clrMapOvr>
    <a:masterClrMapping/>
  </p:clrMapOvr>
</p:sld>
</file>

<file path=ppt/slides/slide2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IPv6</a:t>
            </a:r>
            <a:r>
              <a:rPr lang="zh-CN" altLang="en-US" dirty="0"/>
              <a:t>地址分类</a:t>
            </a:r>
            <a:endParaRPr lang="zh-CN" altLang="en-US" dirty="0"/>
          </a:p>
        </p:txBody>
      </p:sp>
      <p:sp>
        <p:nvSpPr>
          <p:cNvPr id="3" name="内容占位符 2"/>
          <p:cNvSpPr>
            <a:spLocks noGrp="1"/>
          </p:cNvSpPr>
          <p:nvPr>
            <p:ph idx="1"/>
          </p:nvPr>
        </p:nvSpPr>
        <p:spPr>
          <a:xfrm>
            <a:off x="334434" y="1052515"/>
            <a:ext cx="11523133" cy="1080342"/>
          </a:xfrm>
        </p:spPr>
        <p:txBody>
          <a:bodyPr/>
          <a:lstStyle/>
          <a:p>
            <a:r>
              <a:rPr lang="en-US" altLang="zh-CN" dirty="0"/>
              <a:t>IPv6</a:t>
            </a:r>
            <a:r>
              <a:rPr lang="zh-CN" altLang="en-US" dirty="0"/>
              <a:t>地址分为为单播地址、组播地址和任播地址</a:t>
            </a:r>
            <a:endParaRPr lang="en-US" altLang="zh-CN" dirty="0"/>
          </a:p>
          <a:p>
            <a:pPr lvl="1"/>
            <a:r>
              <a:rPr lang="en-US" altLang="zh-CN" dirty="0"/>
              <a:t>IPv6</a:t>
            </a:r>
            <a:r>
              <a:rPr lang="zh-CN" altLang="en-US" dirty="0"/>
              <a:t>没有定义广播地址</a:t>
            </a:r>
            <a:endParaRPr lang="zh-CN" altLang="en-US" dirty="0"/>
          </a:p>
        </p:txBody>
      </p:sp>
      <p:sp>
        <p:nvSpPr>
          <p:cNvPr id="4" name="灯片编号占位符 3"/>
          <p:cNvSpPr>
            <a:spLocks noGrp="1"/>
          </p:cNvSpPr>
          <p:nvPr>
            <p:ph type="sldNum" sz="quarter" idx="12"/>
          </p:nvPr>
        </p:nvSpPr>
        <p:spPr/>
        <p:txBody>
          <a:bodyPr/>
          <a:lstStyle/>
          <a:p>
            <a:pPr>
              <a:defRPr/>
            </a:pPr>
            <a:fld id="{816960B2-2B11-492C-B588-5290E1274F96}" type="slidenum">
              <a:rPr lang="en-US" altLang="zh-CN" smtClean="0"/>
            </a:fld>
            <a:endParaRPr lang="en-US" altLang="zh-CN" dirty="0"/>
          </a:p>
        </p:txBody>
      </p:sp>
      <p:cxnSp>
        <p:nvCxnSpPr>
          <p:cNvPr id="5" name="直接连接符 4"/>
          <p:cNvCxnSpPr/>
          <p:nvPr/>
        </p:nvCxnSpPr>
        <p:spPr bwMode="auto">
          <a:xfrm>
            <a:off x="5884992" y="2705266"/>
            <a:ext cx="0" cy="1568899"/>
          </a:xfrm>
          <a:prstGeom prst="line">
            <a:avLst/>
          </a:prstGeom>
          <a:solidFill>
            <a:schemeClr val="accent1"/>
          </a:solidFill>
          <a:ln w="12700" cap="flat" cmpd="sng" algn="ctr">
            <a:solidFill>
              <a:schemeClr val="tx1"/>
            </a:solidFill>
            <a:prstDash val="solid"/>
            <a:round/>
            <a:headEnd type="none" w="med" len="med"/>
            <a:tailEnd type="none" w="med" len="med"/>
          </a:ln>
          <a:effectLst/>
        </p:spPr>
      </p:cxnSp>
      <p:cxnSp>
        <p:nvCxnSpPr>
          <p:cNvPr id="6" name="直接连接符 5"/>
          <p:cNvCxnSpPr/>
          <p:nvPr/>
        </p:nvCxnSpPr>
        <p:spPr bwMode="auto">
          <a:xfrm flipH="1">
            <a:off x="2114518" y="2705267"/>
            <a:ext cx="7665006" cy="0"/>
          </a:xfrm>
          <a:prstGeom prst="line">
            <a:avLst/>
          </a:prstGeom>
          <a:solidFill>
            <a:schemeClr val="accent1"/>
          </a:solidFill>
          <a:ln w="12700" cap="flat" cmpd="sng" algn="ctr">
            <a:solidFill>
              <a:schemeClr val="tx1"/>
            </a:solidFill>
            <a:prstDash val="solid"/>
            <a:round/>
            <a:headEnd type="none" w="med" len="med"/>
            <a:tailEnd type="none" w="med" len="med"/>
          </a:ln>
          <a:effectLst/>
        </p:spPr>
      </p:cxnSp>
      <p:cxnSp>
        <p:nvCxnSpPr>
          <p:cNvPr id="7" name="直接连接符 6"/>
          <p:cNvCxnSpPr/>
          <p:nvPr/>
        </p:nvCxnSpPr>
        <p:spPr bwMode="auto">
          <a:xfrm flipH="1">
            <a:off x="2114518" y="2703046"/>
            <a:ext cx="0" cy="359859"/>
          </a:xfrm>
          <a:prstGeom prst="line">
            <a:avLst/>
          </a:prstGeom>
          <a:solidFill>
            <a:schemeClr val="accent1"/>
          </a:solidFill>
          <a:ln w="12700" cap="flat" cmpd="sng" algn="ctr">
            <a:solidFill>
              <a:schemeClr val="tx1"/>
            </a:solidFill>
            <a:prstDash val="solid"/>
            <a:round/>
            <a:headEnd type="none" w="med" len="med"/>
            <a:tailEnd type="none" w="med" len="med"/>
          </a:ln>
          <a:effectLst/>
        </p:spPr>
      </p:cxnSp>
      <p:graphicFrame>
        <p:nvGraphicFramePr>
          <p:cNvPr id="8" name="表格 7"/>
          <p:cNvGraphicFramePr>
            <a:graphicFrameLocks noGrp="1"/>
          </p:cNvGraphicFramePr>
          <p:nvPr/>
        </p:nvGraphicFramePr>
        <p:xfrm>
          <a:off x="790075" y="4655716"/>
          <a:ext cx="1928586" cy="653443"/>
        </p:xfrm>
        <a:graphic>
          <a:graphicData uri="http://schemas.openxmlformats.org/drawingml/2006/table">
            <a:tbl>
              <a:tblPr firstRow="1" bandRow="1">
                <a:tableStyleId>{5C22544A-7EE6-4342-B048-85BDC9FD1C3A}</a:tableStyleId>
              </a:tblPr>
              <a:tblGrid>
                <a:gridCol w="1928586"/>
              </a:tblGrid>
              <a:tr h="359859">
                <a:tc>
                  <a:txBody>
                    <a:bodyPr/>
                    <a:lstStyle/>
                    <a:p>
                      <a:pPr marL="0" marR="0" lvl="0" indent="0" algn="ctr" defTabSz="914400" rtl="0" eaLnBrk="1" fontAlgn="auto" latinLnBrk="0" hangingPunct="1">
                        <a:lnSpc>
                          <a:spcPct val="120000"/>
                        </a:lnSpc>
                        <a:spcBef>
                          <a:spcPts val="0"/>
                        </a:spcBef>
                        <a:spcAft>
                          <a:spcPts val="0"/>
                        </a:spcAft>
                        <a:buClrTx/>
                        <a:buSzTx/>
                        <a:buFontTx/>
                        <a:buNone/>
                        <a:defRPr/>
                      </a:pPr>
                      <a:r>
                        <a:rPr lang="zh-CN" altLang="en-US" sz="1600" b="0" kern="1200" baseline="0" dirty="0">
                          <a:solidFill>
                            <a:schemeClr val="tx1"/>
                          </a:solidFill>
                          <a:latin typeface="微软雅黑 Light" panose="020B0502040204020203" pitchFamily="34" charset="-122"/>
                          <a:ea typeface="微软雅黑 Light" panose="020B0502040204020203" pitchFamily="34" charset="-122"/>
                          <a:cs typeface="+mn-ea"/>
                          <a:sym typeface="+mn-lt"/>
                        </a:rPr>
                        <a:t>全球单播地址</a:t>
                      </a:r>
                      <a:endParaRPr lang="en-US" altLang="zh-CN" sz="1600" b="0" kern="1200" baseline="0" dirty="0">
                        <a:solidFill>
                          <a:schemeClr val="tx1"/>
                        </a:solidFill>
                        <a:latin typeface="微软雅黑 Light" panose="020B0502040204020203" pitchFamily="34" charset="-122"/>
                        <a:ea typeface="微软雅黑 Light" panose="020B0502040204020203" pitchFamily="34" charset="-122"/>
                        <a:cs typeface="+mn-ea"/>
                        <a:sym typeface="+mn-lt"/>
                      </a:endParaRPr>
                    </a:p>
                    <a:p>
                      <a:pPr marL="0" marR="0" lvl="0" indent="0" algn="ctr" defTabSz="914400" rtl="0" eaLnBrk="1" fontAlgn="auto" latinLnBrk="0" hangingPunct="1">
                        <a:lnSpc>
                          <a:spcPct val="120000"/>
                        </a:lnSpc>
                        <a:spcBef>
                          <a:spcPts val="0"/>
                        </a:spcBef>
                        <a:spcAft>
                          <a:spcPts val="0"/>
                        </a:spcAft>
                        <a:buClrTx/>
                        <a:buSzTx/>
                        <a:buFontTx/>
                        <a:buNone/>
                        <a:defRPr/>
                      </a:pPr>
                      <a:r>
                        <a:rPr lang="en-US" altLang="zh-CN" sz="1600" b="0" i="0" kern="1200" dirty="0">
                          <a:solidFill>
                            <a:schemeClr val="tx1"/>
                          </a:solidFill>
                          <a:effectLst/>
                          <a:latin typeface="微软雅黑 Light" panose="020B0502040204020203" pitchFamily="34" charset="-122"/>
                          <a:ea typeface="微软雅黑 Light" panose="020B0502040204020203" pitchFamily="34" charset="-122"/>
                          <a:cs typeface="+mn-cs"/>
                        </a:rPr>
                        <a:t>Global Unicast</a:t>
                      </a:r>
                      <a:endParaRPr lang="en-US" altLang="zh-CN" sz="1600" b="0" kern="1200" baseline="0" dirty="0">
                        <a:solidFill>
                          <a:schemeClr val="tx1"/>
                        </a:solidFill>
                        <a:latin typeface="微软雅黑 Light" panose="020B0502040204020203" pitchFamily="34" charset="-122"/>
                        <a:ea typeface="微软雅黑 Light" panose="020B0502040204020203" pitchFamily="34" charset="-122"/>
                        <a:cs typeface="+mn-ea"/>
                        <a:sym typeface="+mn-lt"/>
                      </a:endParaRPr>
                    </a:p>
                  </a:txBody>
                  <a:tcPr marL="91404" marR="91404" marT="45702" marB="45702"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solidFill>
                      <a:srgbClr val="F4FBFE"/>
                    </a:solidFill>
                  </a:tcPr>
                </a:tc>
              </a:tr>
            </a:tbl>
          </a:graphicData>
        </a:graphic>
      </p:graphicFrame>
      <p:graphicFrame>
        <p:nvGraphicFramePr>
          <p:cNvPr id="9" name="表格 8"/>
          <p:cNvGraphicFramePr>
            <a:graphicFrameLocks noGrp="1"/>
          </p:cNvGraphicFramePr>
          <p:nvPr/>
        </p:nvGraphicFramePr>
        <p:xfrm>
          <a:off x="2862513" y="4655716"/>
          <a:ext cx="2106851" cy="653443"/>
        </p:xfrm>
        <a:graphic>
          <a:graphicData uri="http://schemas.openxmlformats.org/drawingml/2006/table">
            <a:tbl>
              <a:tblPr firstRow="1" bandRow="1">
                <a:tableStyleId>{5C22544A-7EE6-4342-B048-85BDC9FD1C3A}</a:tableStyleId>
              </a:tblPr>
              <a:tblGrid>
                <a:gridCol w="2106851"/>
              </a:tblGrid>
              <a:tr h="359859">
                <a:tc>
                  <a:txBody>
                    <a:bodyPr/>
                    <a:lstStyle/>
                    <a:p>
                      <a:pPr marL="0" marR="0" lvl="0" indent="0" algn="ctr" defTabSz="914400" rtl="0" eaLnBrk="1" fontAlgn="auto" latinLnBrk="0" hangingPunct="1">
                        <a:lnSpc>
                          <a:spcPct val="120000"/>
                        </a:lnSpc>
                        <a:spcBef>
                          <a:spcPts val="0"/>
                        </a:spcBef>
                        <a:spcAft>
                          <a:spcPts val="0"/>
                        </a:spcAft>
                        <a:buClrTx/>
                        <a:buSzTx/>
                        <a:buFontTx/>
                        <a:buNone/>
                        <a:defRPr/>
                      </a:pPr>
                      <a:r>
                        <a:rPr lang="zh-CN" altLang="en-US" sz="1600" b="0" kern="1200" baseline="0" dirty="0">
                          <a:solidFill>
                            <a:schemeClr val="tx1"/>
                          </a:solidFill>
                          <a:latin typeface="微软雅黑 Light" panose="020B0502040204020203" pitchFamily="34" charset="-122"/>
                          <a:ea typeface="微软雅黑 Light" panose="020B0502040204020203" pitchFamily="34" charset="-122"/>
                          <a:cs typeface="+mn-ea"/>
                          <a:sym typeface="+mn-lt"/>
                        </a:rPr>
                        <a:t>唯一本地地址</a:t>
                      </a:r>
                      <a:endParaRPr lang="en-US" altLang="zh-CN" sz="1600" b="0" kern="1200" baseline="0" dirty="0">
                        <a:solidFill>
                          <a:schemeClr val="tx1"/>
                        </a:solidFill>
                        <a:latin typeface="微软雅黑 Light" panose="020B0502040204020203" pitchFamily="34" charset="-122"/>
                        <a:ea typeface="微软雅黑 Light" panose="020B0502040204020203" pitchFamily="34" charset="-122"/>
                        <a:cs typeface="+mn-ea"/>
                        <a:sym typeface="+mn-lt"/>
                      </a:endParaRPr>
                    </a:p>
                    <a:p>
                      <a:pPr marL="0" marR="0" lvl="0" indent="0" algn="ctr" defTabSz="914400" rtl="0" eaLnBrk="1" fontAlgn="auto" latinLnBrk="0" hangingPunct="1">
                        <a:lnSpc>
                          <a:spcPct val="120000"/>
                        </a:lnSpc>
                        <a:spcBef>
                          <a:spcPts val="0"/>
                        </a:spcBef>
                        <a:spcAft>
                          <a:spcPts val="0"/>
                        </a:spcAft>
                        <a:buClrTx/>
                        <a:buSzTx/>
                        <a:buFontTx/>
                        <a:buNone/>
                        <a:defRPr/>
                      </a:pPr>
                      <a:r>
                        <a:rPr lang="en-US" altLang="zh-CN" sz="1600" b="0" kern="1200" baseline="0" dirty="0">
                          <a:solidFill>
                            <a:schemeClr val="tx1"/>
                          </a:solidFill>
                          <a:latin typeface="微软雅黑 Light" panose="020B0502040204020203" pitchFamily="34" charset="-122"/>
                          <a:ea typeface="微软雅黑 Light" panose="020B0502040204020203" pitchFamily="34" charset="-122"/>
                          <a:cs typeface="+mn-ea"/>
                          <a:sym typeface="+mn-lt"/>
                        </a:rPr>
                        <a:t>Unique Local Unicast</a:t>
                      </a:r>
                      <a:endParaRPr lang="en-US" altLang="zh-CN" sz="1600" b="0" kern="1200" baseline="0" dirty="0">
                        <a:solidFill>
                          <a:schemeClr val="tx1"/>
                        </a:solidFill>
                        <a:latin typeface="微软雅黑 Light" panose="020B0502040204020203" pitchFamily="34" charset="-122"/>
                        <a:ea typeface="微软雅黑 Light" panose="020B0502040204020203" pitchFamily="34" charset="-122"/>
                        <a:cs typeface="+mn-ea"/>
                        <a:sym typeface="+mn-lt"/>
                      </a:endParaRPr>
                    </a:p>
                  </a:txBody>
                  <a:tcPr marL="91404" marR="91404" marT="45702" marB="45702"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solidFill>
                      <a:srgbClr val="F4FBFE"/>
                    </a:solidFill>
                  </a:tcPr>
                </a:tc>
              </a:tr>
            </a:tbl>
          </a:graphicData>
        </a:graphic>
      </p:graphicFrame>
      <p:graphicFrame>
        <p:nvGraphicFramePr>
          <p:cNvPr id="10" name="表格 9"/>
          <p:cNvGraphicFramePr>
            <a:graphicFrameLocks noGrp="1"/>
          </p:cNvGraphicFramePr>
          <p:nvPr/>
        </p:nvGraphicFramePr>
        <p:xfrm>
          <a:off x="7497010" y="4655716"/>
          <a:ext cx="1439438" cy="360835"/>
        </p:xfrm>
        <a:graphic>
          <a:graphicData uri="http://schemas.openxmlformats.org/drawingml/2006/table">
            <a:tbl>
              <a:tblPr firstRow="1" bandRow="1">
                <a:tableStyleId>{5C22544A-7EE6-4342-B048-85BDC9FD1C3A}</a:tableStyleId>
              </a:tblPr>
              <a:tblGrid>
                <a:gridCol w="1439438"/>
              </a:tblGrid>
              <a:tr h="359859">
                <a:tc>
                  <a:txBody>
                    <a:bodyPr/>
                    <a:lstStyle/>
                    <a:p>
                      <a:pPr marL="0" marR="0" lvl="0" indent="0" algn="ctr" defTabSz="914400" rtl="0" eaLnBrk="1" fontAlgn="auto" latinLnBrk="0" hangingPunct="1">
                        <a:lnSpc>
                          <a:spcPct val="120000"/>
                        </a:lnSpc>
                        <a:spcBef>
                          <a:spcPts val="0"/>
                        </a:spcBef>
                        <a:spcAft>
                          <a:spcPts val="0"/>
                        </a:spcAft>
                        <a:buClrTx/>
                        <a:buSzTx/>
                        <a:buFontTx/>
                        <a:buNone/>
                        <a:defRPr/>
                      </a:pPr>
                      <a:r>
                        <a:rPr lang="zh-CN" altLang="en-US" sz="1600" b="0" kern="1200" baseline="0" dirty="0">
                          <a:solidFill>
                            <a:schemeClr val="tx1"/>
                          </a:solidFill>
                          <a:latin typeface="微软雅黑 Light" panose="020B0502040204020203" pitchFamily="34" charset="-122"/>
                          <a:ea typeface="微软雅黑 Light" panose="020B0502040204020203" pitchFamily="34" charset="-122"/>
                          <a:cs typeface="+mn-ea"/>
                          <a:sym typeface="+mn-lt"/>
                        </a:rPr>
                        <a:t>特殊地址</a:t>
                      </a:r>
                      <a:endParaRPr lang="zh-CN" altLang="en-US" sz="1600" b="0" kern="1200" baseline="0" dirty="0">
                        <a:solidFill>
                          <a:schemeClr val="tx1"/>
                        </a:solidFill>
                        <a:latin typeface="微软雅黑 Light" panose="020B0502040204020203" pitchFamily="34" charset="-122"/>
                        <a:ea typeface="微软雅黑 Light" panose="020B0502040204020203" pitchFamily="34" charset="-122"/>
                        <a:cs typeface="+mn-ea"/>
                        <a:sym typeface="+mn-lt"/>
                      </a:endParaRPr>
                    </a:p>
                  </a:txBody>
                  <a:tcPr marL="91404" marR="91404" marT="45702" marB="45702"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solidFill>
                      <a:srgbClr val="F4FBFE"/>
                    </a:solidFill>
                  </a:tcPr>
                </a:tc>
              </a:tr>
            </a:tbl>
          </a:graphicData>
        </a:graphic>
      </p:graphicFrame>
      <p:graphicFrame>
        <p:nvGraphicFramePr>
          <p:cNvPr id="11" name="表格 10"/>
          <p:cNvGraphicFramePr>
            <a:graphicFrameLocks noGrp="1"/>
          </p:cNvGraphicFramePr>
          <p:nvPr/>
        </p:nvGraphicFramePr>
        <p:xfrm>
          <a:off x="9090298" y="4655716"/>
          <a:ext cx="1921778" cy="360835"/>
        </p:xfrm>
        <a:graphic>
          <a:graphicData uri="http://schemas.openxmlformats.org/drawingml/2006/table">
            <a:tbl>
              <a:tblPr firstRow="1" bandRow="1">
                <a:tableStyleId>{5C22544A-7EE6-4342-B048-85BDC9FD1C3A}</a:tableStyleId>
              </a:tblPr>
              <a:tblGrid>
                <a:gridCol w="1921778"/>
              </a:tblGrid>
              <a:tr h="359859">
                <a:tc>
                  <a:txBody>
                    <a:bodyPr/>
                    <a:lstStyle/>
                    <a:p>
                      <a:pPr marL="0" algn="ctr" defTabSz="914400" rtl="0" eaLnBrk="1" latinLnBrk="0" hangingPunct="1">
                        <a:lnSpc>
                          <a:spcPct val="120000"/>
                        </a:lnSpc>
                        <a:spcBef>
                          <a:spcPts val="0"/>
                        </a:spcBef>
                        <a:spcAft>
                          <a:spcPts val="0"/>
                        </a:spcAft>
                      </a:pPr>
                      <a:r>
                        <a:rPr lang="zh-CN" altLang="en-US" sz="1600" b="0" kern="1200" baseline="0" dirty="0">
                          <a:solidFill>
                            <a:schemeClr val="tx1"/>
                          </a:solidFill>
                          <a:latin typeface="微软雅黑 Light" panose="020B0502040204020203" pitchFamily="34" charset="-122"/>
                          <a:ea typeface="微软雅黑 Light" panose="020B0502040204020203" pitchFamily="34" charset="-122"/>
                          <a:cs typeface="+mn-ea"/>
                          <a:sym typeface="+mn-lt"/>
                        </a:rPr>
                        <a:t>其他单播地址</a:t>
                      </a:r>
                      <a:r>
                        <a:rPr lang="en-US" altLang="zh-CN" sz="1600" b="0" kern="1200" baseline="0" dirty="0">
                          <a:solidFill>
                            <a:schemeClr val="tx1"/>
                          </a:solidFill>
                          <a:latin typeface="微软雅黑 Light" panose="020B0502040204020203" pitchFamily="34" charset="-122"/>
                          <a:ea typeface="微软雅黑 Light" panose="020B0502040204020203" pitchFamily="34" charset="-122"/>
                          <a:cs typeface="+mn-ea"/>
                          <a:sym typeface="+mn-lt"/>
                        </a:rPr>
                        <a:t>……</a:t>
                      </a:r>
                      <a:endParaRPr lang="zh-CN" altLang="en-US" sz="1600" b="0" kern="1200" baseline="0" dirty="0">
                        <a:solidFill>
                          <a:schemeClr val="tx1"/>
                        </a:solidFill>
                        <a:latin typeface="微软雅黑 Light" panose="020B0502040204020203" pitchFamily="34" charset="-122"/>
                        <a:ea typeface="微软雅黑 Light" panose="020B0502040204020203" pitchFamily="34" charset="-122"/>
                        <a:cs typeface="+mn-ea"/>
                        <a:sym typeface="+mn-lt"/>
                      </a:endParaRPr>
                    </a:p>
                  </a:txBody>
                  <a:tcPr marL="91404" marR="91404" marT="45702" marB="45702"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solidFill>
                      <a:srgbClr val="F4FBFE"/>
                    </a:solidFill>
                  </a:tcPr>
                </a:tc>
              </a:tr>
            </a:tbl>
          </a:graphicData>
        </a:graphic>
      </p:graphicFrame>
      <p:graphicFrame>
        <p:nvGraphicFramePr>
          <p:cNvPr id="12" name="表格 11"/>
          <p:cNvGraphicFramePr>
            <a:graphicFrameLocks noGrp="1"/>
          </p:cNvGraphicFramePr>
          <p:nvPr/>
        </p:nvGraphicFramePr>
        <p:xfrm>
          <a:off x="1370324" y="3061836"/>
          <a:ext cx="1525905" cy="653443"/>
        </p:xfrm>
        <a:graphic>
          <a:graphicData uri="http://schemas.openxmlformats.org/drawingml/2006/table">
            <a:tbl>
              <a:tblPr firstRow="1" bandRow="1">
                <a:tableStyleId>{5C22544A-7EE6-4342-B048-85BDC9FD1C3A}</a:tableStyleId>
              </a:tblPr>
              <a:tblGrid>
                <a:gridCol w="1525905"/>
              </a:tblGrid>
              <a:tr h="383688">
                <a:tc>
                  <a:txBody>
                    <a:bodyPr/>
                    <a:lstStyle/>
                    <a:p>
                      <a:pPr algn="ctr">
                        <a:lnSpc>
                          <a:spcPct val="120000"/>
                        </a:lnSpc>
                        <a:spcBef>
                          <a:spcPts val="0"/>
                        </a:spcBef>
                        <a:spcAft>
                          <a:spcPts val="0"/>
                        </a:spcAft>
                      </a:pPr>
                      <a:r>
                        <a:rPr lang="zh-CN" altLang="en-US" sz="1600" b="0" baseline="0" dirty="0">
                          <a:solidFill>
                            <a:schemeClr val="tx1"/>
                          </a:solidFill>
                          <a:latin typeface="微软雅黑 Light" panose="020B0502040204020203" pitchFamily="34" charset="-122"/>
                          <a:ea typeface="微软雅黑 Light" panose="020B0502040204020203" pitchFamily="34" charset="-122"/>
                          <a:cs typeface="+mn-ea"/>
                          <a:sym typeface="+mn-lt"/>
                        </a:rPr>
                        <a:t>组播地址</a:t>
                      </a:r>
                      <a:endParaRPr lang="en-US" altLang="zh-CN" sz="1600" b="0" baseline="0" dirty="0">
                        <a:solidFill>
                          <a:schemeClr val="tx1"/>
                        </a:solidFill>
                        <a:latin typeface="微软雅黑 Light" panose="020B0502040204020203" pitchFamily="34" charset="-122"/>
                        <a:ea typeface="微软雅黑 Light" panose="020B0502040204020203" pitchFamily="34" charset="-122"/>
                        <a:cs typeface="+mn-ea"/>
                        <a:sym typeface="+mn-lt"/>
                      </a:endParaRPr>
                    </a:p>
                    <a:p>
                      <a:pPr algn="ctr">
                        <a:lnSpc>
                          <a:spcPct val="120000"/>
                        </a:lnSpc>
                        <a:spcBef>
                          <a:spcPts val="0"/>
                        </a:spcBef>
                        <a:spcAft>
                          <a:spcPts val="0"/>
                        </a:spcAft>
                      </a:pPr>
                      <a:r>
                        <a:rPr lang="en-US" altLang="zh-CN" sz="1600" b="0" baseline="0" dirty="0">
                          <a:solidFill>
                            <a:schemeClr val="tx1"/>
                          </a:solidFill>
                          <a:latin typeface="微软雅黑 Light" panose="020B0502040204020203" pitchFamily="34" charset="-122"/>
                          <a:ea typeface="微软雅黑 Light" panose="020B0502040204020203" pitchFamily="34" charset="-122"/>
                          <a:cs typeface="+mn-ea"/>
                          <a:sym typeface="+mn-lt"/>
                        </a:rPr>
                        <a:t>Multicast</a:t>
                      </a:r>
                      <a:endParaRPr lang="zh-CN" altLang="en-US" sz="1600" b="0" baseline="0" dirty="0">
                        <a:solidFill>
                          <a:schemeClr val="tx1"/>
                        </a:solidFill>
                        <a:latin typeface="微软雅黑 Light" panose="020B0502040204020203" pitchFamily="34" charset="-122"/>
                        <a:ea typeface="微软雅黑 Light" panose="020B0502040204020203" pitchFamily="34" charset="-122"/>
                        <a:cs typeface="+mn-ea"/>
                        <a:sym typeface="+mn-lt"/>
                      </a:endParaRPr>
                    </a:p>
                  </a:txBody>
                  <a:tcPr marL="91404" marR="91404" marT="45702" marB="45702"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solidFill>
                      <a:srgbClr val="F4FBFE"/>
                    </a:solidFill>
                  </a:tcPr>
                </a:tc>
              </a:tr>
            </a:tbl>
          </a:graphicData>
        </a:graphic>
      </p:graphicFrame>
      <p:graphicFrame>
        <p:nvGraphicFramePr>
          <p:cNvPr id="13" name="表格 12"/>
          <p:cNvGraphicFramePr>
            <a:graphicFrameLocks noGrp="1"/>
          </p:cNvGraphicFramePr>
          <p:nvPr/>
        </p:nvGraphicFramePr>
        <p:xfrm>
          <a:off x="5236680" y="3109489"/>
          <a:ext cx="1439438" cy="653443"/>
        </p:xfrm>
        <a:graphic>
          <a:graphicData uri="http://schemas.openxmlformats.org/drawingml/2006/table">
            <a:tbl>
              <a:tblPr firstRow="1" bandRow="1">
                <a:tableStyleId>{5C22544A-7EE6-4342-B048-85BDC9FD1C3A}</a:tableStyleId>
              </a:tblPr>
              <a:tblGrid>
                <a:gridCol w="1439438"/>
              </a:tblGrid>
              <a:tr h="431831">
                <a:tc>
                  <a:txBody>
                    <a:bodyPr/>
                    <a:lstStyle/>
                    <a:p>
                      <a:pPr marL="0" algn="ctr" defTabSz="914400" rtl="0" eaLnBrk="1" latinLnBrk="0" hangingPunct="1">
                        <a:lnSpc>
                          <a:spcPct val="120000"/>
                        </a:lnSpc>
                        <a:spcBef>
                          <a:spcPts val="0"/>
                        </a:spcBef>
                        <a:spcAft>
                          <a:spcPts val="0"/>
                        </a:spcAft>
                      </a:pPr>
                      <a:r>
                        <a:rPr lang="zh-CN" altLang="en-US" sz="1600" b="0" kern="1200" baseline="0" dirty="0">
                          <a:solidFill>
                            <a:schemeClr val="tx1"/>
                          </a:solidFill>
                          <a:latin typeface="微软雅黑 Light" panose="020B0502040204020203" pitchFamily="34" charset="-122"/>
                          <a:ea typeface="微软雅黑 Light" panose="020B0502040204020203" pitchFamily="34" charset="-122"/>
                          <a:cs typeface="+mn-ea"/>
                          <a:sym typeface="+mn-lt"/>
                        </a:rPr>
                        <a:t>单播地址</a:t>
                      </a:r>
                      <a:endParaRPr lang="en-US" altLang="zh-CN" sz="1600" b="0" kern="1200" baseline="0" dirty="0">
                        <a:solidFill>
                          <a:schemeClr val="tx1"/>
                        </a:solidFill>
                        <a:latin typeface="微软雅黑 Light" panose="020B0502040204020203" pitchFamily="34" charset="-122"/>
                        <a:ea typeface="微软雅黑 Light" panose="020B0502040204020203" pitchFamily="34" charset="-122"/>
                        <a:cs typeface="+mn-ea"/>
                        <a:sym typeface="+mn-lt"/>
                      </a:endParaRPr>
                    </a:p>
                    <a:p>
                      <a:pPr marL="0" algn="ctr" defTabSz="914400" rtl="0" eaLnBrk="1" latinLnBrk="0" hangingPunct="1">
                        <a:lnSpc>
                          <a:spcPct val="120000"/>
                        </a:lnSpc>
                        <a:spcBef>
                          <a:spcPts val="0"/>
                        </a:spcBef>
                        <a:spcAft>
                          <a:spcPts val="0"/>
                        </a:spcAft>
                      </a:pPr>
                      <a:r>
                        <a:rPr lang="en-US" altLang="zh-CN" sz="1600" b="0" kern="1200" baseline="0" dirty="0">
                          <a:solidFill>
                            <a:schemeClr val="tx1"/>
                          </a:solidFill>
                          <a:latin typeface="微软雅黑 Light" panose="020B0502040204020203" pitchFamily="34" charset="-122"/>
                          <a:ea typeface="微软雅黑 Light" panose="020B0502040204020203" pitchFamily="34" charset="-122"/>
                          <a:cs typeface="+mn-ea"/>
                          <a:sym typeface="+mn-lt"/>
                        </a:rPr>
                        <a:t>Unicast</a:t>
                      </a:r>
                      <a:endParaRPr lang="zh-CN" altLang="en-US" sz="1600" b="0" kern="1200" baseline="0" dirty="0">
                        <a:solidFill>
                          <a:schemeClr val="tx1"/>
                        </a:solidFill>
                        <a:latin typeface="微软雅黑 Light" panose="020B0502040204020203" pitchFamily="34" charset="-122"/>
                        <a:ea typeface="微软雅黑 Light" panose="020B0502040204020203" pitchFamily="34" charset="-122"/>
                        <a:cs typeface="+mn-ea"/>
                        <a:sym typeface="+mn-lt"/>
                      </a:endParaRPr>
                    </a:p>
                  </a:txBody>
                  <a:tcPr marL="91404" marR="91404" marT="45702" marB="45702"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solidFill>
                      <a:srgbClr val="F4FBFE"/>
                    </a:solidFill>
                  </a:tcPr>
                </a:tc>
              </a:tr>
            </a:tbl>
          </a:graphicData>
        </a:graphic>
      </p:graphicFrame>
      <p:cxnSp>
        <p:nvCxnSpPr>
          <p:cNvPr id="14" name="直接连接符 13"/>
          <p:cNvCxnSpPr/>
          <p:nvPr/>
        </p:nvCxnSpPr>
        <p:spPr bwMode="auto">
          <a:xfrm flipV="1">
            <a:off x="9779524" y="2705266"/>
            <a:ext cx="100" cy="392887"/>
          </a:xfrm>
          <a:prstGeom prst="line">
            <a:avLst/>
          </a:prstGeom>
          <a:solidFill>
            <a:schemeClr val="accent1"/>
          </a:solidFill>
          <a:ln w="12700" cap="flat" cmpd="sng" algn="ctr">
            <a:solidFill>
              <a:schemeClr val="tx1"/>
            </a:solidFill>
            <a:prstDash val="solid"/>
            <a:round/>
            <a:headEnd type="none" w="med" len="med"/>
            <a:tailEnd type="none" w="med" len="med"/>
          </a:ln>
          <a:effectLst/>
        </p:spPr>
      </p:cxnSp>
      <p:graphicFrame>
        <p:nvGraphicFramePr>
          <p:cNvPr id="15" name="表格 14"/>
          <p:cNvGraphicFramePr>
            <a:graphicFrameLocks noGrp="1"/>
          </p:cNvGraphicFramePr>
          <p:nvPr/>
        </p:nvGraphicFramePr>
        <p:xfrm>
          <a:off x="9106009" y="3061837"/>
          <a:ext cx="1384543" cy="653443"/>
        </p:xfrm>
        <a:graphic>
          <a:graphicData uri="http://schemas.openxmlformats.org/drawingml/2006/table">
            <a:tbl>
              <a:tblPr firstRow="1" bandRow="1">
                <a:tableStyleId>{5C22544A-7EE6-4342-B048-85BDC9FD1C3A}</a:tableStyleId>
              </a:tblPr>
              <a:tblGrid>
                <a:gridCol w="1384543"/>
              </a:tblGrid>
              <a:tr h="431831">
                <a:tc>
                  <a:txBody>
                    <a:bodyPr/>
                    <a:lstStyle/>
                    <a:p>
                      <a:pPr marL="0" algn="ctr" defTabSz="914400" rtl="0" eaLnBrk="1" latinLnBrk="0" hangingPunct="1">
                        <a:lnSpc>
                          <a:spcPct val="120000"/>
                        </a:lnSpc>
                        <a:spcBef>
                          <a:spcPts val="0"/>
                        </a:spcBef>
                        <a:spcAft>
                          <a:spcPts val="0"/>
                        </a:spcAft>
                      </a:pPr>
                      <a:r>
                        <a:rPr lang="zh-CN" altLang="en-US" sz="1600" b="0" kern="1200" baseline="0" dirty="0">
                          <a:solidFill>
                            <a:schemeClr val="tx1"/>
                          </a:solidFill>
                          <a:latin typeface="微软雅黑 Light" panose="020B0502040204020203" pitchFamily="34" charset="-122"/>
                          <a:ea typeface="微软雅黑 Light" panose="020B0502040204020203" pitchFamily="34" charset="-122"/>
                          <a:cs typeface="+mn-ea"/>
                          <a:sym typeface="+mn-lt"/>
                        </a:rPr>
                        <a:t>任播地址</a:t>
                      </a:r>
                      <a:endParaRPr lang="en-US" altLang="zh-CN" sz="1600" b="0" kern="1200" baseline="0" dirty="0">
                        <a:solidFill>
                          <a:schemeClr val="tx1"/>
                        </a:solidFill>
                        <a:latin typeface="微软雅黑 Light" panose="020B0502040204020203" pitchFamily="34" charset="-122"/>
                        <a:ea typeface="微软雅黑 Light" panose="020B0502040204020203" pitchFamily="34" charset="-122"/>
                        <a:cs typeface="+mn-ea"/>
                        <a:sym typeface="+mn-lt"/>
                      </a:endParaRPr>
                    </a:p>
                    <a:p>
                      <a:pPr marL="0" algn="ctr" defTabSz="914400" rtl="0" eaLnBrk="1" latinLnBrk="0" hangingPunct="1">
                        <a:lnSpc>
                          <a:spcPct val="120000"/>
                        </a:lnSpc>
                        <a:spcBef>
                          <a:spcPts val="0"/>
                        </a:spcBef>
                        <a:spcAft>
                          <a:spcPts val="0"/>
                        </a:spcAft>
                      </a:pPr>
                      <a:r>
                        <a:rPr lang="en-US" altLang="zh-CN" sz="1600" b="0" kern="1200" baseline="0" dirty="0">
                          <a:solidFill>
                            <a:schemeClr val="tx1"/>
                          </a:solidFill>
                          <a:latin typeface="微软雅黑 Light" panose="020B0502040204020203" pitchFamily="34" charset="-122"/>
                          <a:ea typeface="微软雅黑 Light" panose="020B0502040204020203" pitchFamily="34" charset="-122"/>
                          <a:cs typeface="+mn-ea"/>
                          <a:sym typeface="+mn-lt"/>
                        </a:rPr>
                        <a:t>Anycast</a:t>
                      </a:r>
                      <a:endParaRPr lang="zh-CN" altLang="en-US" sz="1600" b="0" kern="1200" baseline="0" dirty="0">
                        <a:solidFill>
                          <a:schemeClr val="tx1"/>
                        </a:solidFill>
                        <a:latin typeface="微软雅黑 Light" panose="020B0502040204020203" pitchFamily="34" charset="-122"/>
                        <a:ea typeface="微软雅黑 Light" panose="020B0502040204020203" pitchFamily="34" charset="-122"/>
                        <a:cs typeface="+mn-ea"/>
                        <a:sym typeface="+mn-lt"/>
                      </a:endParaRPr>
                    </a:p>
                  </a:txBody>
                  <a:tcPr marL="91404" marR="91404" marT="45702" marB="45702"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solidFill>
                      <a:srgbClr val="F4FBFE"/>
                    </a:solidFill>
                  </a:tcPr>
                </a:tc>
              </a:tr>
            </a:tbl>
          </a:graphicData>
        </a:graphic>
      </p:graphicFrame>
      <p:graphicFrame>
        <p:nvGraphicFramePr>
          <p:cNvPr id="16" name="表格 15"/>
          <p:cNvGraphicFramePr>
            <a:graphicFrameLocks noGrp="1"/>
          </p:cNvGraphicFramePr>
          <p:nvPr/>
        </p:nvGraphicFramePr>
        <p:xfrm>
          <a:off x="5231904" y="2112005"/>
          <a:ext cx="1444214" cy="448699"/>
        </p:xfrm>
        <a:graphic>
          <a:graphicData uri="http://schemas.openxmlformats.org/drawingml/2006/table">
            <a:tbl>
              <a:tblPr firstRow="1" bandRow="1">
                <a:tableStyleId>{5C22544A-7EE6-4342-B048-85BDC9FD1C3A}</a:tableStyleId>
              </a:tblPr>
              <a:tblGrid>
                <a:gridCol w="1444214"/>
              </a:tblGrid>
              <a:tr h="448699">
                <a:tc>
                  <a:txBody>
                    <a:bodyPr/>
                    <a:lstStyle/>
                    <a:p>
                      <a:pPr algn="ctr">
                        <a:lnSpc>
                          <a:spcPct val="120000"/>
                        </a:lnSpc>
                        <a:spcBef>
                          <a:spcPts val="0"/>
                        </a:spcBef>
                        <a:spcAft>
                          <a:spcPts val="0"/>
                        </a:spcAft>
                      </a:pPr>
                      <a:r>
                        <a:rPr lang="en-US" altLang="zh-CN" sz="1800" b="0" baseline="0" dirty="0">
                          <a:solidFill>
                            <a:schemeClr val="tx1"/>
                          </a:solidFill>
                          <a:latin typeface="微软雅黑 Light" panose="020B0502040204020203" pitchFamily="34" charset="-122"/>
                          <a:ea typeface="微软雅黑 Light" panose="020B0502040204020203" pitchFamily="34" charset="-122"/>
                          <a:cs typeface="+mn-ea"/>
                          <a:sym typeface="+mn-lt"/>
                        </a:rPr>
                        <a:t>IPv6</a:t>
                      </a:r>
                      <a:r>
                        <a:rPr lang="zh-CN" altLang="en-US" sz="1800" b="0" baseline="0" dirty="0">
                          <a:solidFill>
                            <a:schemeClr val="tx1"/>
                          </a:solidFill>
                          <a:latin typeface="微软雅黑 Light" panose="020B0502040204020203" pitchFamily="34" charset="-122"/>
                          <a:ea typeface="微软雅黑 Light" panose="020B0502040204020203" pitchFamily="34" charset="-122"/>
                          <a:cs typeface="+mn-ea"/>
                          <a:sym typeface="+mn-lt"/>
                        </a:rPr>
                        <a:t>地址</a:t>
                      </a:r>
                      <a:endParaRPr lang="zh-CN" altLang="en-US" sz="1800" b="0" baseline="0" dirty="0">
                        <a:solidFill>
                          <a:schemeClr val="tx1"/>
                        </a:solidFill>
                        <a:latin typeface="微软雅黑 Light" panose="020B0502040204020203" pitchFamily="34" charset="-122"/>
                        <a:ea typeface="微软雅黑 Light" panose="020B0502040204020203" pitchFamily="34" charset="-122"/>
                        <a:cs typeface="+mn-ea"/>
                        <a:sym typeface="+mn-lt"/>
                      </a:endParaRPr>
                    </a:p>
                  </a:txBody>
                  <a:tcPr marL="91404" marR="91404" marT="45702" marB="45702"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solidFill>
                      <a:srgbClr val="F4FBFE"/>
                    </a:solidFill>
                  </a:tcPr>
                </a:tc>
              </a:tr>
            </a:tbl>
          </a:graphicData>
        </a:graphic>
      </p:graphicFrame>
      <p:graphicFrame>
        <p:nvGraphicFramePr>
          <p:cNvPr id="17" name="表格 16"/>
          <p:cNvGraphicFramePr>
            <a:graphicFrameLocks noGrp="1"/>
          </p:cNvGraphicFramePr>
          <p:nvPr/>
        </p:nvGraphicFramePr>
        <p:xfrm>
          <a:off x="5167660" y="4655716"/>
          <a:ext cx="2175500" cy="653443"/>
        </p:xfrm>
        <a:graphic>
          <a:graphicData uri="http://schemas.openxmlformats.org/drawingml/2006/table">
            <a:tbl>
              <a:tblPr firstRow="1" bandRow="1">
                <a:tableStyleId>{5C22544A-7EE6-4342-B048-85BDC9FD1C3A}</a:tableStyleId>
              </a:tblPr>
              <a:tblGrid>
                <a:gridCol w="2175500"/>
              </a:tblGrid>
              <a:tr h="359859">
                <a:tc>
                  <a:txBody>
                    <a:bodyPr/>
                    <a:lstStyle/>
                    <a:p>
                      <a:pPr marL="0" marR="0" lvl="0" indent="0" algn="ctr" defTabSz="914400" rtl="0" eaLnBrk="1" fontAlgn="auto" latinLnBrk="0" hangingPunct="1">
                        <a:lnSpc>
                          <a:spcPct val="120000"/>
                        </a:lnSpc>
                        <a:spcBef>
                          <a:spcPts val="0"/>
                        </a:spcBef>
                        <a:spcAft>
                          <a:spcPts val="0"/>
                        </a:spcAft>
                        <a:buClrTx/>
                        <a:buSzTx/>
                        <a:buFontTx/>
                        <a:buNone/>
                        <a:defRPr/>
                      </a:pPr>
                      <a:r>
                        <a:rPr lang="zh-CN" altLang="en-US" sz="1600" b="0" kern="1200" baseline="0" dirty="0">
                          <a:solidFill>
                            <a:schemeClr val="tx1"/>
                          </a:solidFill>
                          <a:latin typeface="微软雅黑 Light" panose="020B0502040204020203" pitchFamily="34" charset="-122"/>
                          <a:ea typeface="微软雅黑 Light" panose="020B0502040204020203" pitchFamily="34" charset="-122"/>
                          <a:cs typeface="+mn-ea"/>
                          <a:sym typeface="+mn-lt"/>
                        </a:rPr>
                        <a:t>链路本地地址</a:t>
                      </a:r>
                      <a:endParaRPr lang="en-US" altLang="zh-CN" sz="1600" b="0" kern="1200" baseline="0" dirty="0">
                        <a:solidFill>
                          <a:schemeClr val="tx1"/>
                        </a:solidFill>
                        <a:latin typeface="微软雅黑 Light" panose="020B0502040204020203" pitchFamily="34" charset="-122"/>
                        <a:ea typeface="微软雅黑 Light" panose="020B0502040204020203" pitchFamily="34" charset="-122"/>
                        <a:cs typeface="+mn-ea"/>
                        <a:sym typeface="+mn-lt"/>
                      </a:endParaRPr>
                    </a:p>
                    <a:p>
                      <a:pPr marL="0" marR="0" lvl="0" indent="0" algn="ctr" defTabSz="914400" rtl="0" eaLnBrk="1" fontAlgn="auto" latinLnBrk="0" hangingPunct="1">
                        <a:lnSpc>
                          <a:spcPct val="120000"/>
                        </a:lnSpc>
                        <a:spcBef>
                          <a:spcPts val="0"/>
                        </a:spcBef>
                        <a:spcAft>
                          <a:spcPts val="0"/>
                        </a:spcAft>
                        <a:buClrTx/>
                        <a:buSzTx/>
                        <a:buFontTx/>
                        <a:buNone/>
                        <a:defRPr/>
                      </a:pPr>
                      <a:r>
                        <a:rPr lang="en-US" altLang="zh-CN" sz="1600" b="0" kern="1200" baseline="0" dirty="0">
                          <a:solidFill>
                            <a:schemeClr val="tx1"/>
                          </a:solidFill>
                          <a:latin typeface="微软雅黑 Light" panose="020B0502040204020203" pitchFamily="34" charset="-122"/>
                          <a:ea typeface="微软雅黑 Light" panose="020B0502040204020203" pitchFamily="34" charset="-122"/>
                          <a:cs typeface="+mn-ea"/>
                          <a:sym typeface="+mn-lt"/>
                        </a:rPr>
                        <a:t>Link-Scoped Unicast</a:t>
                      </a:r>
                      <a:endParaRPr lang="en-US" altLang="zh-CN" sz="1600" b="0" kern="1200" baseline="0" dirty="0">
                        <a:solidFill>
                          <a:schemeClr val="tx1"/>
                        </a:solidFill>
                        <a:latin typeface="微软雅黑 Light" panose="020B0502040204020203" pitchFamily="34" charset="-122"/>
                        <a:ea typeface="微软雅黑 Light" panose="020B0502040204020203" pitchFamily="34" charset="-122"/>
                        <a:cs typeface="+mn-ea"/>
                        <a:sym typeface="+mn-lt"/>
                      </a:endParaRPr>
                    </a:p>
                  </a:txBody>
                  <a:tcPr marL="91404" marR="91404" marT="45702" marB="45702"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solidFill>
                      <a:srgbClr val="F4FBFE"/>
                    </a:solidFill>
                  </a:tcPr>
                </a:tc>
              </a:tr>
            </a:tbl>
          </a:graphicData>
        </a:graphic>
      </p:graphicFrame>
      <p:cxnSp>
        <p:nvCxnSpPr>
          <p:cNvPr id="18" name="直接连接符 17"/>
          <p:cNvCxnSpPr/>
          <p:nvPr/>
        </p:nvCxnSpPr>
        <p:spPr bwMode="auto">
          <a:xfrm flipH="1">
            <a:off x="2336317" y="4288965"/>
            <a:ext cx="7140428" cy="0"/>
          </a:xfrm>
          <a:prstGeom prst="line">
            <a:avLst/>
          </a:prstGeom>
          <a:solidFill>
            <a:schemeClr val="accent1"/>
          </a:solidFill>
          <a:ln w="12700" cap="flat" cmpd="sng" algn="ctr">
            <a:solidFill>
              <a:schemeClr val="tx1"/>
            </a:solidFill>
            <a:prstDash val="solid"/>
            <a:round/>
            <a:headEnd type="none" w="med" len="med"/>
            <a:tailEnd type="none" w="med" len="med"/>
          </a:ln>
          <a:effectLst/>
        </p:spPr>
      </p:cxnSp>
      <p:cxnSp>
        <p:nvCxnSpPr>
          <p:cNvPr id="19" name="直接连接符 18"/>
          <p:cNvCxnSpPr>
            <a:endCxn id="8" idx="0"/>
          </p:cNvCxnSpPr>
          <p:nvPr/>
        </p:nvCxnSpPr>
        <p:spPr bwMode="auto">
          <a:xfrm flipH="1">
            <a:off x="1754368" y="4288965"/>
            <a:ext cx="576896" cy="366751"/>
          </a:xfrm>
          <a:prstGeom prst="line">
            <a:avLst/>
          </a:prstGeom>
          <a:solidFill>
            <a:schemeClr val="accent1"/>
          </a:solidFill>
          <a:ln w="12700" cap="flat" cmpd="sng" algn="ctr">
            <a:solidFill>
              <a:schemeClr val="tx1"/>
            </a:solidFill>
            <a:prstDash val="solid"/>
            <a:round/>
            <a:headEnd type="none" w="med" len="med"/>
            <a:tailEnd type="none" w="med" len="med"/>
          </a:ln>
          <a:effectLst/>
        </p:spPr>
      </p:cxnSp>
      <p:cxnSp>
        <p:nvCxnSpPr>
          <p:cNvPr id="20" name="直接连接符 19"/>
          <p:cNvCxnSpPr/>
          <p:nvPr/>
        </p:nvCxnSpPr>
        <p:spPr bwMode="auto">
          <a:xfrm>
            <a:off x="3900254" y="4288965"/>
            <a:ext cx="0" cy="381551"/>
          </a:xfrm>
          <a:prstGeom prst="line">
            <a:avLst/>
          </a:prstGeom>
          <a:solidFill>
            <a:schemeClr val="accent1"/>
          </a:solidFill>
          <a:ln w="12700" cap="flat" cmpd="sng" algn="ctr">
            <a:solidFill>
              <a:schemeClr val="tx1"/>
            </a:solidFill>
            <a:prstDash val="solid"/>
            <a:round/>
            <a:headEnd type="none" w="med" len="med"/>
            <a:tailEnd type="none" w="med" len="med"/>
          </a:ln>
          <a:effectLst/>
        </p:spPr>
      </p:cxnSp>
      <p:cxnSp>
        <p:nvCxnSpPr>
          <p:cNvPr id="21" name="直接连接符 20"/>
          <p:cNvCxnSpPr/>
          <p:nvPr/>
        </p:nvCxnSpPr>
        <p:spPr bwMode="auto">
          <a:xfrm>
            <a:off x="8197532" y="4274165"/>
            <a:ext cx="0" cy="381551"/>
          </a:xfrm>
          <a:prstGeom prst="line">
            <a:avLst/>
          </a:prstGeom>
          <a:solidFill>
            <a:schemeClr val="accent1"/>
          </a:solidFill>
          <a:ln w="12700" cap="flat" cmpd="sng" algn="ctr">
            <a:solidFill>
              <a:schemeClr val="tx1"/>
            </a:solidFill>
            <a:prstDash val="solid"/>
            <a:round/>
            <a:headEnd type="none" w="med" len="med"/>
            <a:tailEnd type="none" w="med" len="med"/>
          </a:ln>
          <a:effectLst/>
        </p:spPr>
      </p:cxnSp>
      <p:cxnSp>
        <p:nvCxnSpPr>
          <p:cNvPr id="22" name="直接连接符 21"/>
          <p:cNvCxnSpPr>
            <a:endCxn id="11" idx="0"/>
          </p:cNvCxnSpPr>
          <p:nvPr/>
        </p:nvCxnSpPr>
        <p:spPr bwMode="auto">
          <a:xfrm>
            <a:off x="9476745" y="4297296"/>
            <a:ext cx="574442" cy="358420"/>
          </a:xfrm>
          <a:prstGeom prst="line">
            <a:avLst/>
          </a:prstGeom>
          <a:solidFill>
            <a:schemeClr val="accent1"/>
          </a:solidFill>
          <a:ln w="12700" cap="flat" cmpd="sng" algn="ctr">
            <a:solidFill>
              <a:schemeClr val="tx1"/>
            </a:solidFill>
            <a:prstDash val="solid"/>
            <a:round/>
            <a:headEnd type="none" w="med" len="med"/>
            <a:tailEnd type="none" w="med" len="med"/>
          </a:ln>
          <a:effectLst/>
        </p:spPr>
      </p:cxnSp>
      <p:sp>
        <p:nvSpPr>
          <p:cNvPr id="23" name="文本框 22"/>
          <p:cNvSpPr txBox="1"/>
          <p:nvPr/>
        </p:nvSpPr>
        <p:spPr>
          <a:xfrm>
            <a:off x="5692508" y="5392692"/>
            <a:ext cx="894796" cy="330283"/>
          </a:xfrm>
          <a:prstGeom prst="rect">
            <a:avLst/>
          </a:prstGeom>
          <a:noFill/>
        </p:spPr>
        <p:txBody>
          <a:bodyPr wrap="none" rtlCol="0">
            <a:spAutoFit/>
          </a:bodyPr>
          <a:lstStyle/>
          <a:p>
            <a:pPr algn="ctr">
              <a:lnSpc>
                <a:spcPct val="120000"/>
              </a:lnSpc>
            </a:pPr>
            <a:r>
              <a:rPr lang="en-US" altLang="zh-CN" sz="1400" dirty="0">
                <a:latin typeface="微软雅黑 Light" panose="020B0502040204020203" pitchFamily="34" charset="-122"/>
                <a:ea typeface="微软雅黑 Light" panose="020B0502040204020203" pitchFamily="34" charset="-122"/>
                <a:cs typeface="+mn-ea"/>
                <a:sym typeface="+mn-lt"/>
              </a:rPr>
              <a:t>FE80::/10</a:t>
            </a:r>
            <a:endParaRPr lang="zh-CN" altLang="en-US" sz="1400" dirty="0">
              <a:latin typeface="微软雅黑 Light" panose="020B0502040204020203" pitchFamily="34" charset="-122"/>
              <a:ea typeface="微软雅黑 Light" panose="020B0502040204020203" pitchFamily="34" charset="-122"/>
              <a:cs typeface="+mn-ea"/>
              <a:sym typeface="+mn-lt"/>
            </a:endParaRPr>
          </a:p>
        </p:txBody>
      </p:sp>
      <p:sp>
        <p:nvSpPr>
          <p:cNvPr id="24" name="文本框 23"/>
          <p:cNvSpPr txBox="1"/>
          <p:nvPr/>
        </p:nvSpPr>
        <p:spPr>
          <a:xfrm>
            <a:off x="1235362" y="5392692"/>
            <a:ext cx="838691" cy="330283"/>
          </a:xfrm>
          <a:prstGeom prst="rect">
            <a:avLst/>
          </a:prstGeom>
          <a:noFill/>
        </p:spPr>
        <p:txBody>
          <a:bodyPr wrap="none" rtlCol="0">
            <a:spAutoFit/>
          </a:bodyPr>
          <a:lstStyle/>
          <a:p>
            <a:pPr algn="ctr">
              <a:lnSpc>
                <a:spcPct val="120000"/>
              </a:lnSpc>
            </a:pPr>
            <a:r>
              <a:rPr lang="en-US" altLang="zh-CN" sz="1400" dirty="0">
                <a:latin typeface="微软雅黑 Light" panose="020B0502040204020203" pitchFamily="34" charset="-122"/>
                <a:ea typeface="微软雅黑 Light" panose="020B0502040204020203" pitchFamily="34" charset="-122"/>
                <a:cs typeface="+mn-ea"/>
                <a:sym typeface="+mn-lt"/>
              </a:rPr>
              <a:t>2000::/3</a:t>
            </a:r>
            <a:endParaRPr lang="zh-CN" altLang="en-US" sz="1400" dirty="0">
              <a:latin typeface="微软雅黑 Light" panose="020B0502040204020203" pitchFamily="34" charset="-122"/>
              <a:ea typeface="微软雅黑 Light" panose="020B0502040204020203" pitchFamily="34" charset="-122"/>
              <a:cs typeface="+mn-ea"/>
              <a:sym typeface="+mn-lt"/>
            </a:endParaRPr>
          </a:p>
        </p:txBody>
      </p:sp>
      <p:sp>
        <p:nvSpPr>
          <p:cNvPr id="25" name="文本框 24"/>
          <p:cNvSpPr txBox="1"/>
          <p:nvPr/>
        </p:nvSpPr>
        <p:spPr>
          <a:xfrm>
            <a:off x="3492584" y="5392692"/>
            <a:ext cx="846707" cy="330283"/>
          </a:xfrm>
          <a:prstGeom prst="rect">
            <a:avLst/>
          </a:prstGeom>
          <a:noFill/>
        </p:spPr>
        <p:txBody>
          <a:bodyPr wrap="none" rtlCol="0">
            <a:spAutoFit/>
          </a:bodyPr>
          <a:lstStyle/>
          <a:p>
            <a:pPr algn="ctr">
              <a:lnSpc>
                <a:spcPct val="120000"/>
              </a:lnSpc>
            </a:pPr>
            <a:r>
              <a:rPr lang="en-US" altLang="zh-CN" sz="1400" dirty="0">
                <a:latin typeface="微软雅黑 Light" panose="020B0502040204020203" pitchFamily="34" charset="-122"/>
                <a:ea typeface="微软雅黑 Light" panose="020B0502040204020203" pitchFamily="34" charset="-122"/>
                <a:cs typeface="+mn-ea"/>
                <a:sym typeface="+mn-lt"/>
              </a:rPr>
              <a:t>FC00::/7</a:t>
            </a:r>
            <a:endParaRPr lang="zh-CN" altLang="en-US" sz="1400" dirty="0">
              <a:latin typeface="微软雅黑 Light" panose="020B0502040204020203" pitchFamily="34" charset="-122"/>
              <a:ea typeface="微软雅黑 Light" panose="020B0502040204020203" pitchFamily="34" charset="-122"/>
              <a:cs typeface="+mn-ea"/>
              <a:sym typeface="+mn-lt"/>
            </a:endParaRPr>
          </a:p>
        </p:txBody>
      </p:sp>
      <p:sp>
        <p:nvSpPr>
          <p:cNvPr id="26" name="矩形 25"/>
          <p:cNvSpPr/>
          <p:nvPr/>
        </p:nvSpPr>
        <p:spPr>
          <a:xfrm>
            <a:off x="7320136" y="5992152"/>
            <a:ext cx="3601627" cy="296363"/>
          </a:xfrm>
          <a:prstGeom prst="rect">
            <a:avLst/>
          </a:prstGeom>
        </p:spPr>
        <p:txBody>
          <a:bodyPr wrap="none">
            <a:spAutoFit/>
          </a:bodyPr>
          <a:lstStyle/>
          <a:p>
            <a:pPr>
              <a:lnSpc>
                <a:spcPct val="120000"/>
              </a:lnSpc>
            </a:pPr>
            <a:r>
              <a:rPr lang="en-US" altLang="zh-CN" sz="1200" b="1" dirty="0">
                <a:latin typeface="微软雅黑 Light" panose="020B0502040204020203" pitchFamily="34" charset="-122"/>
                <a:ea typeface="微软雅黑 Light" panose="020B0502040204020203" pitchFamily="34" charset="-122"/>
                <a:cs typeface="+mn-ea"/>
                <a:sym typeface="+mn-lt"/>
                <a:hlinkClick r:id="rId1"/>
              </a:rPr>
              <a:t>IANA</a:t>
            </a:r>
            <a:r>
              <a:rPr lang="zh-CN" altLang="en-US" sz="1200" b="1" dirty="0">
                <a:latin typeface="微软雅黑 Light" panose="020B0502040204020203" pitchFamily="34" charset="-122"/>
                <a:ea typeface="微软雅黑 Light" panose="020B0502040204020203" pitchFamily="34" charset="-122"/>
                <a:cs typeface="+mn-ea"/>
                <a:sym typeface="+mn-lt"/>
                <a:hlinkClick r:id="rId1"/>
              </a:rPr>
              <a:t>：</a:t>
            </a:r>
            <a:r>
              <a:rPr lang="en-US" altLang="zh-CN" sz="1200" b="1" dirty="0">
                <a:latin typeface="微软雅黑 Light" panose="020B0502040204020203" pitchFamily="34" charset="-122"/>
                <a:ea typeface="微软雅黑 Light" panose="020B0502040204020203" pitchFamily="34" charset="-122"/>
                <a:cs typeface="+mn-ea"/>
                <a:sym typeface="+mn-lt"/>
                <a:hlinkClick r:id="rId1"/>
              </a:rPr>
              <a:t>Internet Protocol Version 6 Address Space</a:t>
            </a:r>
            <a:endParaRPr lang="zh-CN" altLang="en-US" sz="1200" b="1" dirty="0">
              <a:latin typeface="微软雅黑 Light" panose="020B0502040204020203" pitchFamily="34" charset="-122"/>
              <a:ea typeface="微软雅黑 Light" panose="020B0502040204020203" pitchFamily="34" charset="-122"/>
              <a:cs typeface="+mn-ea"/>
              <a:sym typeface="+mn-lt"/>
            </a:endParaRPr>
          </a:p>
        </p:txBody>
      </p:sp>
      <p:cxnSp>
        <p:nvCxnSpPr>
          <p:cNvPr id="33" name="直接连接符 32"/>
          <p:cNvCxnSpPr/>
          <p:nvPr/>
        </p:nvCxnSpPr>
        <p:spPr bwMode="auto">
          <a:xfrm>
            <a:off x="6096000" y="4288965"/>
            <a:ext cx="0" cy="381551"/>
          </a:xfrm>
          <a:prstGeom prst="line">
            <a:avLst/>
          </a:prstGeom>
          <a:solidFill>
            <a:schemeClr val="accent1"/>
          </a:solidFill>
          <a:ln w="12700" cap="flat" cmpd="sng" algn="ctr">
            <a:solidFill>
              <a:schemeClr val="tx1"/>
            </a:solidFill>
            <a:prstDash val="solid"/>
            <a:round/>
            <a:headEnd type="none" w="med" len="med"/>
            <a:tailEnd type="none" w="med" len="med"/>
          </a:ln>
          <a:effectLst/>
        </p:spPr>
      </p:cxnSp>
      <p:sp>
        <p:nvSpPr>
          <p:cNvPr id="36" name="文本框 35"/>
          <p:cNvSpPr txBox="1"/>
          <p:nvPr/>
        </p:nvSpPr>
        <p:spPr>
          <a:xfrm>
            <a:off x="1701194" y="3696213"/>
            <a:ext cx="745718" cy="330283"/>
          </a:xfrm>
          <a:prstGeom prst="rect">
            <a:avLst/>
          </a:prstGeom>
          <a:noFill/>
        </p:spPr>
        <p:txBody>
          <a:bodyPr wrap="none" rtlCol="0">
            <a:spAutoFit/>
          </a:bodyPr>
          <a:lstStyle/>
          <a:p>
            <a:pPr algn="ctr">
              <a:lnSpc>
                <a:spcPct val="120000"/>
              </a:lnSpc>
            </a:pPr>
            <a:r>
              <a:rPr lang="en-US" altLang="zh-CN" sz="1400" dirty="0">
                <a:latin typeface="微软雅黑 Light" panose="020B0502040204020203" pitchFamily="34" charset="-122"/>
                <a:ea typeface="微软雅黑 Light" panose="020B0502040204020203" pitchFamily="34" charset="-122"/>
                <a:cs typeface="+mn-ea"/>
                <a:sym typeface="+mn-lt"/>
              </a:rPr>
              <a:t>ff00::/8</a:t>
            </a:r>
            <a:endParaRPr lang="zh-CN" altLang="en-US" sz="1400" dirty="0">
              <a:latin typeface="微软雅黑 Light" panose="020B0502040204020203" pitchFamily="34" charset="-122"/>
              <a:ea typeface="微软雅黑 Light" panose="020B0502040204020203" pitchFamily="34" charset="-122"/>
              <a:cs typeface="+mn-ea"/>
              <a:sym typeface="+mn-lt"/>
            </a:endParaRPr>
          </a:p>
        </p:txBody>
      </p:sp>
      <p:sp>
        <p:nvSpPr>
          <p:cNvPr id="29" name="文本框 28"/>
          <p:cNvSpPr txBox="1"/>
          <p:nvPr/>
        </p:nvSpPr>
        <p:spPr>
          <a:xfrm>
            <a:off x="7852711" y="5100326"/>
            <a:ext cx="678391" cy="588687"/>
          </a:xfrm>
          <a:prstGeom prst="rect">
            <a:avLst/>
          </a:prstGeom>
          <a:noFill/>
        </p:spPr>
        <p:txBody>
          <a:bodyPr wrap="none" rtlCol="0">
            <a:spAutoFit/>
          </a:bodyPr>
          <a:lstStyle/>
          <a:p>
            <a:pPr algn="ctr">
              <a:lnSpc>
                <a:spcPct val="120000"/>
              </a:lnSpc>
            </a:pPr>
            <a:r>
              <a:rPr lang="en-US" altLang="zh-CN" sz="1400" dirty="0">
                <a:latin typeface="微软雅黑 Light" panose="020B0502040204020203" pitchFamily="34" charset="-122"/>
                <a:ea typeface="微软雅黑 Light" panose="020B0502040204020203" pitchFamily="34" charset="-122"/>
                <a:cs typeface="+mn-ea"/>
                <a:sym typeface="+mn-lt"/>
              </a:rPr>
              <a:t>::/128</a:t>
            </a:r>
            <a:endParaRPr lang="en-US" altLang="zh-CN" sz="1400" dirty="0">
              <a:latin typeface="微软雅黑 Light" panose="020B0502040204020203" pitchFamily="34" charset="-122"/>
              <a:ea typeface="微软雅黑 Light" panose="020B0502040204020203" pitchFamily="34" charset="-122"/>
              <a:cs typeface="+mn-ea"/>
              <a:sym typeface="+mn-lt"/>
            </a:endParaRPr>
          </a:p>
          <a:p>
            <a:pPr algn="ctr">
              <a:lnSpc>
                <a:spcPct val="120000"/>
              </a:lnSpc>
            </a:pPr>
            <a:r>
              <a:rPr lang="en-US" altLang="zh-CN" sz="1400" dirty="0">
                <a:latin typeface="微软雅黑 Light" panose="020B0502040204020203" pitchFamily="34" charset="-122"/>
                <a:ea typeface="微软雅黑 Light" panose="020B0502040204020203" pitchFamily="34" charset="-122"/>
                <a:cs typeface="+mn-ea"/>
                <a:sym typeface="+mn-lt"/>
              </a:rPr>
              <a:t>::1/128</a:t>
            </a:r>
            <a:endParaRPr lang="zh-CN" altLang="en-US" sz="1400" dirty="0">
              <a:latin typeface="微软雅黑 Light" panose="020B0502040204020203" pitchFamily="34" charset="-122"/>
              <a:ea typeface="微软雅黑 Light" panose="020B0502040204020203" pitchFamily="34" charset="-122"/>
              <a:cs typeface="+mn-ea"/>
              <a:sym typeface="+mn-lt"/>
            </a:endParaRPr>
          </a:p>
        </p:txBody>
      </p:sp>
    </p:spTree>
  </p:cSld>
  <p:clrMapOvr>
    <a:masterClrMapping/>
  </p:clrMapOvr>
</p:sld>
</file>

<file path=ppt/slides/slide2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IPv6</a:t>
            </a:r>
            <a:r>
              <a:rPr lang="zh-CN" altLang="en-US" dirty="0"/>
              <a:t>单播地址结构</a:t>
            </a:r>
            <a:endParaRPr lang="zh-CN" altLang="en-US" dirty="0"/>
          </a:p>
        </p:txBody>
      </p:sp>
      <p:sp>
        <p:nvSpPr>
          <p:cNvPr id="3" name="内容占位符 2"/>
          <p:cNvSpPr>
            <a:spLocks noGrp="1"/>
          </p:cNvSpPr>
          <p:nvPr>
            <p:ph idx="1"/>
          </p:nvPr>
        </p:nvSpPr>
        <p:spPr>
          <a:xfrm>
            <a:off x="334434" y="1052515"/>
            <a:ext cx="11523133" cy="2736526"/>
          </a:xfrm>
        </p:spPr>
        <p:txBody>
          <a:bodyPr/>
          <a:lstStyle/>
          <a:p>
            <a:r>
              <a:rPr lang="zh-CN" altLang="en-US" dirty="0"/>
              <a:t>一个</a:t>
            </a:r>
            <a:r>
              <a:rPr lang="en-US" altLang="zh-CN" dirty="0"/>
              <a:t>IPv6</a:t>
            </a:r>
            <a:r>
              <a:rPr lang="zh-CN" altLang="en-US" dirty="0"/>
              <a:t>单播地址可以分为如下两部分</a:t>
            </a:r>
            <a:endParaRPr lang="zh-CN" altLang="en-US" dirty="0"/>
          </a:p>
          <a:p>
            <a:pPr lvl="1"/>
            <a:r>
              <a:rPr lang="zh-CN" altLang="en-US" dirty="0"/>
              <a:t>网络前缀（</a:t>
            </a:r>
            <a:r>
              <a:rPr lang="en-US" altLang="zh-CN" dirty="0"/>
              <a:t>Network Prefix</a:t>
            </a:r>
            <a:r>
              <a:rPr lang="zh-CN" altLang="en-US" dirty="0"/>
              <a:t>）：</a:t>
            </a:r>
            <a:r>
              <a:rPr lang="en-US" altLang="zh-CN" dirty="0"/>
              <a:t>n bits</a:t>
            </a:r>
            <a:r>
              <a:rPr lang="zh-CN" altLang="en-US" dirty="0"/>
              <a:t>，相当于</a:t>
            </a:r>
            <a:r>
              <a:rPr lang="en-US" altLang="zh-CN" dirty="0"/>
              <a:t>IPv4</a:t>
            </a:r>
            <a:r>
              <a:rPr lang="zh-CN" altLang="en-US" dirty="0"/>
              <a:t>地址中的网络</a:t>
            </a:r>
            <a:r>
              <a:rPr lang="en-US" altLang="zh-CN" dirty="0"/>
              <a:t>ID</a:t>
            </a:r>
            <a:endParaRPr lang="zh-CN" altLang="en-US" dirty="0"/>
          </a:p>
          <a:p>
            <a:pPr lvl="1"/>
            <a:r>
              <a:rPr lang="zh-CN" altLang="en-US" dirty="0"/>
              <a:t>接口标识（</a:t>
            </a:r>
            <a:r>
              <a:rPr lang="en-US" altLang="zh-CN" dirty="0"/>
              <a:t>Interface Identify</a:t>
            </a:r>
            <a:r>
              <a:rPr lang="zh-CN" altLang="en-US" dirty="0"/>
              <a:t>）：（</a:t>
            </a:r>
            <a:r>
              <a:rPr lang="en-US" altLang="zh-CN" dirty="0"/>
              <a:t>128-n</a:t>
            </a:r>
            <a:r>
              <a:rPr lang="zh-CN" altLang="en-US" dirty="0"/>
              <a:t>）</a:t>
            </a:r>
            <a:r>
              <a:rPr lang="en-US" altLang="zh-CN" dirty="0"/>
              <a:t>bits </a:t>
            </a:r>
            <a:r>
              <a:rPr lang="zh-CN" altLang="en-US" dirty="0"/>
              <a:t>，相当于</a:t>
            </a:r>
            <a:r>
              <a:rPr lang="en-US" altLang="zh-CN" dirty="0"/>
              <a:t>IPv4</a:t>
            </a:r>
            <a:r>
              <a:rPr lang="zh-CN" altLang="en-US" dirty="0"/>
              <a:t>地址中的主机</a:t>
            </a:r>
            <a:r>
              <a:rPr lang="en-US" altLang="zh-CN" dirty="0"/>
              <a:t>ID</a:t>
            </a:r>
            <a:endParaRPr lang="zh-CN" altLang="en-US" dirty="0"/>
          </a:p>
          <a:p>
            <a:r>
              <a:rPr lang="zh-CN" altLang="en-US" dirty="0"/>
              <a:t>常见的</a:t>
            </a:r>
            <a:r>
              <a:rPr lang="en-US" altLang="zh-CN" dirty="0"/>
              <a:t>IPv6</a:t>
            </a:r>
            <a:r>
              <a:rPr lang="zh-CN" altLang="en-US" dirty="0"/>
              <a:t>单播地址，如全球单播地址，通常网络前缀和接口标识为</a:t>
            </a:r>
            <a:r>
              <a:rPr lang="en-US" altLang="zh-CN" dirty="0"/>
              <a:t>64 bits</a:t>
            </a:r>
            <a:endParaRPr lang="zh-CN" altLang="en-US" dirty="0"/>
          </a:p>
          <a:p>
            <a:endParaRPr lang="zh-CN" altLang="en-US" dirty="0"/>
          </a:p>
        </p:txBody>
      </p:sp>
      <p:sp>
        <p:nvSpPr>
          <p:cNvPr id="4" name="灯片编号占位符 3"/>
          <p:cNvSpPr>
            <a:spLocks noGrp="1"/>
          </p:cNvSpPr>
          <p:nvPr>
            <p:ph type="sldNum" sz="quarter" idx="12"/>
          </p:nvPr>
        </p:nvSpPr>
        <p:spPr/>
        <p:txBody>
          <a:bodyPr/>
          <a:lstStyle/>
          <a:p>
            <a:pPr>
              <a:defRPr/>
            </a:pPr>
            <a:fld id="{816960B2-2B11-492C-B588-5290E1274F96}" type="slidenum">
              <a:rPr lang="en-US" altLang="zh-CN" smtClean="0"/>
            </a:fld>
            <a:endParaRPr lang="en-US" altLang="zh-CN" dirty="0"/>
          </a:p>
        </p:txBody>
      </p:sp>
      <p:graphicFrame>
        <p:nvGraphicFramePr>
          <p:cNvPr id="5" name="表格 4"/>
          <p:cNvGraphicFramePr>
            <a:graphicFrameLocks noGrp="1"/>
          </p:cNvGraphicFramePr>
          <p:nvPr/>
        </p:nvGraphicFramePr>
        <p:xfrm>
          <a:off x="4146449" y="4103603"/>
          <a:ext cx="3990802" cy="365490"/>
        </p:xfrm>
        <a:graphic>
          <a:graphicData uri="http://schemas.openxmlformats.org/drawingml/2006/table">
            <a:tbl>
              <a:tblPr firstRow="1" bandRow="1">
                <a:tableStyleId>{2A488322-F2BA-4B5B-9748-0D474271808F}</a:tableStyleId>
              </a:tblPr>
              <a:tblGrid>
                <a:gridCol w="1995401"/>
                <a:gridCol w="1995401"/>
              </a:tblGrid>
              <a:tr h="365490">
                <a:tc>
                  <a:txBody>
                    <a:bodyPr/>
                    <a:lstStyle/>
                    <a:p>
                      <a:pPr algn="ctr">
                        <a:lnSpc>
                          <a:spcPct val="120000"/>
                        </a:lnSpc>
                        <a:spcBef>
                          <a:spcPts val="0"/>
                        </a:spcBef>
                        <a:spcAft>
                          <a:spcPts val="0"/>
                        </a:spcAft>
                      </a:pPr>
                      <a:r>
                        <a:rPr lang="zh-CN" altLang="en-US" sz="1600" b="0" baseline="0" dirty="0">
                          <a:ln>
                            <a:noFill/>
                          </a:ln>
                          <a:solidFill>
                            <a:schemeClr val="tx1"/>
                          </a:solidFill>
                          <a:latin typeface="+mn-lt"/>
                          <a:ea typeface="+mn-ea"/>
                          <a:cs typeface="+mn-ea"/>
                          <a:sym typeface="+mn-lt"/>
                        </a:rPr>
                        <a:t>网络前缀</a:t>
                      </a:r>
                      <a:endParaRPr lang="zh-CN" altLang="en-US" sz="1600" b="0" baseline="0" dirty="0">
                        <a:ln>
                          <a:noFill/>
                        </a:ln>
                        <a:solidFill>
                          <a:schemeClr val="tx1"/>
                        </a:solidFill>
                        <a:latin typeface="+mn-lt"/>
                        <a:ea typeface="+mn-ea"/>
                        <a:cs typeface="+mn-ea"/>
                        <a:sym typeface="+mn-lt"/>
                      </a:endParaRPr>
                    </a:p>
                  </a:txBody>
                  <a:tcPr marL="91404" marR="91404" marT="45702" marB="45702">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solidFill>
                      <a:srgbClr val="F4FBFE"/>
                    </a:solidFill>
                  </a:tcPr>
                </a:tc>
                <a:tc>
                  <a:txBody>
                    <a:bodyPr/>
                    <a:lstStyle/>
                    <a:p>
                      <a:pPr algn="ctr">
                        <a:lnSpc>
                          <a:spcPct val="120000"/>
                        </a:lnSpc>
                        <a:spcBef>
                          <a:spcPts val="0"/>
                        </a:spcBef>
                        <a:spcAft>
                          <a:spcPts val="0"/>
                        </a:spcAft>
                      </a:pPr>
                      <a:r>
                        <a:rPr lang="zh-CN" altLang="en-US" sz="1600" b="0" baseline="0" dirty="0">
                          <a:ln>
                            <a:noFill/>
                          </a:ln>
                          <a:solidFill>
                            <a:schemeClr val="tx1"/>
                          </a:solidFill>
                          <a:latin typeface="+mn-lt"/>
                          <a:ea typeface="+mn-ea"/>
                          <a:cs typeface="+mn-ea"/>
                          <a:sym typeface="+mn-lt"/>
                        </a:rPr>
                        <a:t>接口标识</a:t>
                      </a:r>
                      <a:endParaRPr lang="zh-CN" altLang="en-US" sz="1600" b="0" baseline="0" dirty="0">
                        <a:ln>
                          <a:noFill/>
                        </a:ln>
                        <a:solidFill>
                          <a:schemeClr val="tx1"/>
                        </a:solidFill>
                        <a:latin typeface="+mn-lt"/>
                        <a:ea typeface="+mn-ea"/>
                        <a:cs typeface="+mn-ea"/>
                        <a:sym typeface="+mn-lt"/>
                      </a:endParaRPr>
                    </a:p>
                  </a:txBody>
                  <a:tcPr marL="91404" marR="91404" marT="45702" marB="45702">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solidFill>
                      <a:srgbClr val="F4FBFE"/>
                    </a:solidFill>
                  </a:tcPr>
                </a:tc>
              </a:tr>
            </a:tbl>
          </a:graphicData>
        </a:graphic>
      </p:graphicFrame>
      <p:sp>
        <p:nvSpPr>
          <p:cNvPr id="6" name="右大括号 5"/>
          <p:cNvSpPr/>
          <p:nvPr/>
        </p:nvSpPr>
        <p:spPr>
          <a:xfrm rot="16200000">
            <a:off x="5016155" y="2943216"/>
            <a:ext cx="245231" cy="1984643"/>
          </a:xfrm>
          <a:prstGeom prst="rightBrace">
            <a:avLst/>
          </a:prstGeom>
          <a:noFill/>
          <a:ln w="12700" cap="flat" cmpd="sng" algn="ctr">
            <a:solidFill>
              <a:sysClr val="window" lastClr="FFFFFF">
                <a:lumMod val="50000"/>
              </a:sysClr>
            </a:solidFill>
            <a:prstDash val="solid"/>
            <a:miter lim="800000"/>
            <a:headEnd type="none" w="med" len="med"/>
            <a:tailEnd type="none" w="med" len="med"/>
          </a:ln>
          <a:effectLst/>
        </p:spPr>
        <p:txBody>
          <a:bodyPr rtlCol="0" anchor="ctr"/>
          <a:lstStyle/>
          <a:p>
            <a:pPr algn="ctr" defTabSz="913765">
              <a:lnSpc>
                <a:spcPct val="120000"/>
              </a:lnSpc>
              <a:defRPr/>
            </a:pPr>
            <a:endParaRPr lang="zh-CN" altLang="en-US" sz="2400" kern="0" dirty="0">
              <a:solidFill>
                <a:prstClr val="black"/>
              </a:solidFill>
              <a:latin typeface="微软雅黑 Light" panose="020B0502040204020203" pitchFamily="34" charset="-122"/>
              <a:ea typeface="微软雅黑 Light" panose="020B0502040204020203" pitchFamily="34" charset="-122"/>
              <a:cs typeface="+mn-ea"/>
              <a:sym typeface="+mn-lt"/>
            </a:endParaRPr>
          </a:p>
        </p:txBody>
      </p:sp>
      <p:sp>
        <p:nvSpPr>
          <p:cNvPr id="7" name="矩形 6"/>
          <p:cNvSpPr/>
          <p:nvPr/>
        </p:nvSpPr>
        <p:spPr>
          <a:xfrm>
            <a:off x="4191184" y="3342152"/>
            <a:ext cx="1939908" cy="500393"/>
          </a:xfrm>
          <a:prstGeom prst="rect">
            <a:avLst/>
          </a:prstGeom>
        </p:spPr>
        <p:txBody>
          <a:bodyPr wrap="square">
            <a:spAutoFit/>
          </a:bodyPr>
          <a:lstStyle/>
          <a:p>
            <a:pPr algn="ctr">
              <a:lnSpc>
                <a:spcPct val="120000"/>
              </a:lnSpc>
            </a:pPr>
            <a:r>
              <a:rPr lang="en-US" altLang="zh-CN" sz="2400" dirty="0">
                <a:solidFill>
                  <a:prstClr val="black"/>
                </a:solidFill>
                <a:latin typeface="微软雅黑 Light" panose="020B0502040204020203" pitchFamily="34" charset="-122"/>
                <a:ea typeface="微软雅黑 Light" panose="020B0502040204020203" pitchFamily="34" charset="-122"/>
                <a:cs typeface="+mn-ea"/>
                <a:sym typeface="+mn-lt"/>
              </a:rPr>
              <a:t>n bits</a:t>
            </a:r>
            <a:endParaRPr lang="zh-CN" altLang="en-US" sz="2400" dirty="0">
              <a:solidFill>
                <a:prstClr val="black"/>
              </a:solidFill>
              <a:latin typeface="微软雅黑 Light" panose="020B0502040204020203" pitchFamily="34" charset="-122"/>
              <a:ea typeface="微软雅黑 Light" panose="020B0502040204020203" pitchFamily="34" charset="-122"/>
              <a:cs typeface="+mn-ea"/>
              <a:sym typeface="+mn-lt"/>
            </a:endParaRPr>
          </a:p>
        </p:txBody>
      </p:sp>
      <p:sp>
        <p:nvSpPr>
          <p:cNvPr id="8" name="右大括号 5"/>
          <p:cNvSpPr/>
          <p:nvPr/>
        </p:nvSpPr>
        <p:spPr>
          <a:xfrm rot="16200000">
            <a:off x="7011556" y="2943215"/>
            <a:ext cx="245231" cy="1984643"/>
          </a:xfrm>
          <a:prstGeom prst="rightBrace">
            <a:avLst/>
          </a:prstGeom>
          <a:noFill/>
          <a:ln w="12700" cap="flat" cmpd="sng" algn="ctr">
            <a:solidFill>
              <a:sysClr val="window" lastClr="FFFFFF">
                <a:lumMod val="50000"/>
              </a:sysClr>
            </a:solidFill>
            <a:prstDash val="solid"/>
            <a:miter lim="800000"/>
            <a:headEnd type="none" w="med" len="med"/>
            <a:tailEnd type="none" w="med" len="med"/>
          </a:ln>
          <a:effectLst/>
        </p:spPr>
        <p:txBody>
          <a:bodyPr rtlCol="0" anchor="ctr"/>
          <a:lstStyle/>
          <a:p>
            <a:pPr algn="ctr" defTabSz="913765">
              <a:lnSpc>
                <a:spcPct val="120000"/>
              </a:lnSpc>
              <a:defRPr/>
            </a:pPr>
            <a:endParaRPr lang="zh-CN" altLang="en-US" sz="2400" kern="0" dirty="0">
              <a:solidFill>
                <a:prstClr val="black"/>
              </a:solidFill>
              <a:latin typeface="微软雅黑 Light" panose="020B0502040204020203" pitchFamily="34" charset="-122"/>
              <a:ea typeface="微软雅黑 Light" panose="020B0502040204020203" pitchFamily="34" charset="-122"/>
              <a:cs typeface="+mn-ea"/>
              <a:sym typeface="+mn-lt"/>
            </a:endParaRPr>
          </a:p>
        </p:txBody>
      </p:sp>
      <p:sp>
        <p:nvSpPr>
          <p:cNvPr id="9" name="矩形 6"/>
          <p:cNvSpPr/>
          <p:nvPr/>
        </p:nvSpPr>
        <p:spPr>
          <a:xfrm>
            <a:off x="5950852" y="3364877"/>
            <a:ext cx="2186399" cy="500393"/>
          </a:xfrm>
          <a:prstGeom prst="rect">
            <a:avLst/>
          </a:prstGeom>
        </p:spPr>
        <p:txBody>
          <a:bodyPr wrap="square">
            <a:spAutoFit/>
          </a:bodyPr>
          <a:lstStyle/>
          <a:p>
            <a:pPr algn="ctr">
              <a:lnSpc>
                <a:spcPct val="120000"/>
              </a:lnSpc>
            </a:pPr>
            <a:r>
              <a:rPr lang="zh-CN" altLang="en-US" sz="2400" dirty="0">
                <a:latin typeface="微软雅黑 Light" panose="020B0502040204020203" pitchFamily="34" charset="-122"/>
                <a:ea typeface="微软雅黑 Light" panose="020B0502040204020203" pitchFamily="34" charset="-122"/>
                <a:cs typeface="+mn-ea"/>
                <a:sym typeface="+mn-lt"/>
              </a:rPr>
              <a:t>（</a:t>
            </a:r>
            <a:r>
              <a:rPr lang="en-US" altLang="zh-CN" sz="2400" dirty="0">
                <a:latin typeface="微软雅黑 Light" panose="020B0502040204020203" pitchFamily="34" charset="-122"/>
                <a:ea typeface="微软雅黑 Light" panose="020B0502040204020203" pitchFamily="34" charset="-122"/>
                <a:cs typeface="+mn-ea"/>
                <a:sym typeface="+mn-lt"/>
              </a:rPr>
              <a:t>128-n</a:t>
            </a:r>
            <a:r>
              <a:rPr lang="zh-CN" altLang="en-US" sz="2400" dirty="0">
                <a:latin typeface="微软雅黑 Light" panose="020B0502040204020203" pitchFamily="34" charset="-122"/>
                <a:ea typeface="微软雅黑 Light" panose="020B0502040204020203" pitchFamily="34" charset="-122"/>
                <a:cs typeface="+mn-ea"/>
                <a:sym typeface="+mn-lt"/>
              </a:rPr>
              <a:t>）</a:t>
            </a:r>
            <a:r>
              <a:rPr lang="en-US" altLang="zh-CN" sz="2400" dirty="0">
                <a:latin typeface="微软雅黑 Light" panose="020B0502040204020203" pitchFamily="34" charset="-122"/>
                <a:ea typeface="微软雅黑 Light" panose="020B0502040204020203" pitchFamily="34" charset="-122"/>
                <a:cs typeface="+mn-ea"/>
                <a:sym typeface="+mn-lt"/>
              </a:rPr>
              <a:t>bits</a:t>
            </a:r>
            <a:endParaRPr lang="zh-CN" altLang="en-US" sz="2400" dirty="0">
              <a:solidFill>
                <a:prstClr val="black"/>
              </a:solidFill>
              <a:latin typeface="微软雅黑 Light" panose="020B0502040204020203" pitchFamily="34" charset="-122"/>
              <a:ea typeface="微软雅黑 Light" panose="020B0502040204020203" pitchFamily="34" charset="-122"/>
              <a:cs typeface="+mn-ea"/>
              <a:sym typeface="+mn-lt"/>
            </a:endParaRPr>
          </a:p>
        </p:txBody>
      </p:sp>
      <p:sp>
        <p:nvSpPr>
          <p:cNvPr id="10" name="矩形 9"/>
          <p:cNvSpPr/>
          <p:nvPr/>
        </p:nvSpPr>
        <p:spPr>
          <a:xfrm>
            <a:off x="3555882" y="5499081"/>
            <a:ext cx="5080238" cy="500393"/>
          </a:xfrm>
          <a:prstGeom prst="rect">
            <a:avLst/>
          </a:prstGeom>
        </p:spPr>
        <p:txBody>
          <a:bodyPr wrap="none">
            <a:spAutoFit/>
          </a:bodyPr>
          <a:lstStyle/>
          <a:p>
            <a:pPr algn="ctr">
              <a:lnSpc>
                <a:spcPct val="120000"/>
              </a:lnSpc>
            </a:pPr>
            <a:r>
              <a:rPr lang="en-US" altLang="zh-CN" sz="2400" spc="200" dirty="0">
                <a:solidFill>
                  <a:srgbClr val="000000"/>
                </a:solidFill>
                <a:latin typeface="微软雅黑 Light" panose="020B0502040204020203" pitchFamily="34" charset="-122"/>
                <a:ea typeface="微软雅黑 Light" panose="020B0502040204020203" pitchFamily="34" charset="-122"/>
                <a:cs typeface="+mn-ea"/>
                <a:sym typeface="+mn-lt"/>
              </a:rPr>
              <a:t>FC00:1:2:3:2E0:FCFF:FE31:2796</a:t>
            </a:r>
            <a:endParaRPr lang="zh-CN" altLang="en-US" sz="2400" spc="200" dirty="0">
              <a:latin typeface="微软雅黑 Light" panose="020B0502040204020203" pitchFamily="34" charset="-122"/>
              <a:ea typeface="微软雅黑 Light" panose="020B0502040204020203" pitchFamily="34" charset="-122"/>
              <a:cs typeface="+mn-ea"/>
              <a:sym typeface="+mn-lt"/>
            </a:endParaRPr>
          </a:p>
        </p:txBody>
      </p:sp>
      <p:sp>
        <p:nvSpPr>
          <p:cNvPr id="11" name="右大括号 5"/>
          <p:cNvSpPr/>
          <p:nvPr/>
        </p:nvSpPr>
        <p:spPr>
          <a:xfrm rot="16200000">
            <a:off x="4359345" y="4515154"/>
            <a:ext cx="219340" cy="1642571"/>
          </a:xfrm>
          <a:prstGeom prst="rightBrace">
            <a:avLst/>
          </a:prstGeom>
          <a:noFill/>
          <a:ln w="12700" cap="flat" cmpd="sng" algn="ctr">
            <a:solidFill>
              <a:sysClr val="window" lastClr="FFFFFF">
                <a:lumMod val="50000"/>
              </a:sysClr>
            </a:solidFill>
            <a:prstDash val="solid"/>
            <a:miter lim="800000"/>
            <a:headEnd type="none" w="med" len="med"/>
            <a:tailEnd type="none" w="med" len="med"/>
          </a:ln>
          <a:effectLst/>
        </p:spPr>
        <p:txBody>
          <a:bodyPr rtlCol="0" anchor="ctr"/>
          <a:lstStyle/>
          <a:p>
            <a:pPr algn="ctr" defTabSz="913765">
              <a:lnSpc>
                <a:spcPct val="120000"/>
              </a:lnSpc>
              <a:defRPr/>
            </a:pPr>
            <a:endParaRPr lang="zh-CN" altLang="en-US" sz="2400" kern="0" dirty="0">
              <a:solidFill>
                <a:prstClr val="black"/>
              </a:solidFill>
              <a:latin typeface="微软雅黑 Light" panose="020B0502040204020203" pitchFamily="34" charset="-122"/>
              <a:ea typeface="微软雅黑 Light" panose="020B0502040204020203" pitchFamily="34" charset="-122"/>
              <a:cs typeface="+mn-ea"/>
              <a:sym typeface="+mn-lt"/>
            </a:endParaRPr>
          </a:p>
        </p:txBody>
      </p:sp>
      <p:sp>
        <p:nvSpPr>
          <p:cNvPr id="12" name="矩形 6"/>
          <p:cNvSpPr/>
          <p:nvPr/>
        </p:nvSpPr>
        <p:spPr>
          <a:xfrm>
            <a:off x="4016919" y="4766058"/>
            <a:ext cx="1107996" cy="500393"/>
          </a:xfrm>
          <a:prstGeom prst="rect">
            <a:avLst/>
          </a:prstGeom>
        </p:spPr>
        <p:txBody>
          <a:bodyPr wrap="none">
            <a:spAutoFit/>
          </a:bodyPr>
          <a:lstStyle/>
          <a:p>
            <a:pPr algn="ctr">
              <a:lnSpc>
                <a:spcPct val="120000"/>
              </a:lnSpc>
            </a:pPr>
            <a:r>
              <a:rPr lang="en-US" altLang="zh-CN" sz="2400" dirty="0">
                <a:solidFill>
                  <a:prstClr val="black"/>
                </a:solidFill>
                <a:latin typeface="微软雅黑 Light" panose="020B0502040204020203" pitchFamily="34" charset="-122"/>
                <a:ea typeface="微软雅黑 Light" panose="020B0502040204020203" pitchFamily="34" charset="-122"/>
                <a:cs typeface="+mn-ea"/>
                <a:sym typeface="+mn-lt"/>
              </a:rPr>
              <a:t>64 bits</a:t>
            </a:r>
            <a:endParaRPr lang="zh-CN" altLang="en-US" sz="2400" dirty="0">
              <a:solidFill>
                <a:prstClr val="black"/>
              </a:solidFill>
              <a:latin typeface="微软雅黑 Light" panose="020B0502040204020203" pitchFamily="34" charset="-122"/>
              <a:ea typeface="微软雅黑 Light" panose="020B0502040204020203" pitchFamily="34" charset="-122"/>
              <a:cs typeface="+mn-ea"/>
              <a:sym typeface="+mn-lt"/>
            </a:endParaRPr>
          </a:p>
        </p:txBody>
      </p:sp>
      <p:sp>
        <p:nvSpPr>
          <p:cNvPr id="13" name="右大括号 5"/>
          <p:cNvSpPr/>
          <p:nvPr/>
        </p:nvSpPr>
        <p:spPr>
          <a:xfrm rot="16200000">
            <a:off x="6777667" y="3800886"/>
            <a:ext cx="246677" cy="3050169"/>
          </a:xfrm>
          <a:prstGeom prst="rightBrace">
            <a:avLst/>
          </a:prstGeom>
          <a:noFill/>
          <a:ln w="12700" cap="flat" cmpd="sng" algn="ctr">
            <a:solidFill>
              <a:sysClr val="window" lastClr="FFFFFF">
                <a:lumMod val="50000"/>
              </a:sysClr>
            </a:solidFill>
            <a:prstDash val="solid"/>
            <a:miter lim="800000"/>
            <a:headEnd type="none" w="med" len="med"/>
            <a:tailEnd type="none" w="med" len="med"/>
          </a:ln>
          <a:effectLst/>
        </p:spPr>
        <p:txBody>
          <a:bodyPr rtlCol="0" anchor="ctr"/>
          <a:lstStyle/>
          <a:p>
            <a:pPr algn="ctr" defTabSz="913765">
              <a:lnSpc>
                <a:spcPct val="120000"/>
              </a:lnSpc>
              <a:defRPr/>
            </a:pPr>
            <a:endParaRPr lang="zh-CN" altLang="en-US" sz="2400" kern="0" dirty="0">
              <a:solidFill>
                <a:prstClr val="black"/>
              </a:solidFill>
              <a:latin typeface="微软雅黑 Light" panose="020B0502040204020203" pitchFamily="34" charset="-122"/>
              <a:ea typeface="微软雅黑 Light" panose="020B0502040204020203" pitchFamily="34" charset="-122"/>
              <a:cs typeface="+mn-ea"/>
              <a:sym typeface="+mn-lt"/>
            </a:endParaRPr>
          </a:p>
        </p:txBody>
      </p:sp>
      <p:sp>
        <p:nvSpPr>
          <p:cNvPr id="14" name="矩形 6"/>
          <p:cNvSpPr/>
          <p:nvPr/>
        </p:nvSpPr>
        <p:spPr>
          <a:xfrm>
            <a:off x="6358297" y="4769257"/>
            <a:ext cx="1107996" cy="500393"/>
          </a:xfrm>
          <a:prstGeom prst="rect">
            <a:avLst/>
          </a:prstGeom>
        </p:spPr>
        <p:txBody>
          <a:bodyPr wrap="none">
            <a:spAutoFit/>
          </a:bodyPr>
          <a:lstStyle/>
          <a:p>
            <a:pPr algn="ctr">
              <a:lnSpc>
                <a:spcPct val="120000"/>
              </a:lnSpc>
            </a:pPr>
            <a:r>
              <a:rPr lang="en-US" altLang="zh-CN" sz="2400" dirty="0">
                <a:latin typeface="微软雅黑 Light" panose="020B0502040204020203" pitchFamily="34" charset="-122"/>
                <a:ea typeface="微软雅黑 Light" panose="020B0502040204020203" pitchFamily="34" charset="-122"/>
                <a:cs typeface="+mn-ea"/>
                <a:sym typeface="+mn-lt"/>
              </a:rPr>
              <a:t>64 bits</a:t>
            </a:r>
            <a:endParaRPr lang="zh-CN" altLang="en-US" sz="2400" dirty="0">
              <a:solidFill>
                <a:prstClr val="black"/>
              </a:solidFill>
              <a:latin typeface="微软雅黑 Light" panose="020B0502040204020203" pitchFamily="34" charset="-122"/>
              <a:ea typeface="微软雅黑 Light" panose="020B0502040204020203" pitchFamily="34" charset="-122"/>
              <a:cs typeface="+mn-ea"/>
              <a:sym typeface="+mn-lt"/>
            </a:endParaRPr>
          </a:p>
        </p:txBody>
      </p:sp>
      <p:sp>
        <p:nvSpPr>
          <p:cNvPr id="15" name="矩形 6"/>
          <p:cNvSpPr/>
          <p:nvPr/>
        </p:nvSpPr>
        <p:spPr>
          <a:xfrm>
            <a:off x="1826004" y="4018472"/>
            <a:ext cx="1939908" cy="500393"/>
          </a:xfrm>
          <a:prstGeom prst="rect">
            <a:avLst/>
          </a:prstGeom>
        </p:spPr>
        <p:txBody>
          <a:bodyPr wrap="square">
            <a:spAutoFit/>
          </a:bodyPr>
          <a:lstStyle/>
          <a:p>
            <a:pPr algn="ctr">
              <a:lnSpc>
                <a:spcPct val="120000"/>
              </a:lnSpc>
            </a:pPr>
            <a:r>
              <a:rPr lang="zh-CN" altLang="en-US" sz="2400" dirty="0">
                <a:solidFill>
                  <a:prstClr val="black"/>
                </a:solidFill>
                <a:latin typeface="微软雅黑 Light" panose="020B0502040204020203" pitchFamily="34" charset="-122"/>
                <a:ea typeface="微软雅黑 Light" panose="020B0502040204020203" pitchFamily="34" charset="-122"/>
                <a:cs typeface="+mn-ea"/>
                <a:sym typeface="+mn-lt"/>
              </a:rPr>
              <a:t>格式：</a:t>
            </a:r>
            <a:endParaRPr lang="zh-CN" altLang="en-US" sz="2400" dirty="0">
              <a:solidFill>
                <a:prstClr val="black"/>
              </a:solidFill>
              <a:latin typeface="微软雅黑 Light" panose="020B0502040204020203" pitchFamily="34" charset="-122"/>
              <a:ea typeface="微软雅黑 Light" panose="020B0502040204020203" pitchFamily="34" charset="-122"/>
              <a:cs typeface="+mn-ea"/>
              <a:sym typeface="+mn-lt"/>
            </a:endParaRPr>
          </a:p>
        </p:txBody>
      </p:sp>
      <p:sp>
        <p:nvSpPr>
          <p:cNvPr id="16" name="矩形 6"/>
          <p:cNvSpPr/>
          <p:nvPr/>
        </p:nvSpPr>
        <p:spPr>
          <a:xfrm>
            <a:off x="1826004" y="5363181"/>
            <a:ext cx="1939908" cy="500393"/>
          </a:xfrm>
          <a:prstGeom prst="rect">
            <a:avLst/>
          </a:prstGeom>
        </p:spPr>
        <p:txBody>
          <a:bodyPr wrap="square">
            <a:spAutoFit/>
          </a:bodyPr>
          <a:lstStyle/>
          <a:p>
            <a:pPr algn="ctr">
              <a:lnSpc>
                <a:spcPct val="120000"/>
              </a:lnSpc>
            </a:pPr>
            <a:r>
              <a:rPr lang="zh-CN" altLang="en-US" sz="2400" dirty="0">
                <a:solidFill>
                  <a:prstClr val="black"/>
                </a:solidFill>
                <a:latin typeface="微软雅黑 Light" panose="020B0502040204020203" pitchFamily="34" charset="-122"/>
                <a:ea typeface="微软雅黑 Light" panose="020B0502040204020203" pitchFamily="34" charset="-122"/>
                <a:cs typeface="+mn-ea"/>
                <a:sym typeface="+mn-lt"/>
              </a:rPr>
              <a:t>示例：</a:t>
            </a:r>
            <a:endParaRPr lang="zh-CN" altLang="en-US" sz="2400" dirty="0">
              <a:solidFill>
                <a:prstClr val="black"/>
              </a:solidFill>
              <a:latin typeface="微软雅黑 Light" panose="020B0502040204020203" pitchFamily="34" charset="-122"/>
              <a:ea typeface="微软雅黑 Light" panose="020B0502040204020203" pitchFamily="34" charset="-122"/>
              <a:cs typeface="+mn-ea"/>
              <a:sym typeface="+mn-lt"/>
            </a:endParaRPr>
          </a:p>
        </p:txBody>
      </p:sp>
    </p:spTree>
  </p:cSld>
  <p:clrMapOvr>
    <a:masterClrMapping/>
  </p:clrMapOvr>
</p:sld>
</file>

<file path=ppt/slides/slide2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IPv6</a:t>
            </a:r>
            <a:r>
              <a:rPr lang="zh-CN" altLang="en-US" dirty="0"/>
              <a:t>单播地址接口标识</a:t>
            </a:r>
            <a:endParaRPr lang="zh-CN" altLang="en-US" dirty="0"/>
          </a:p>
        </p:txBody>
      </p:sp>
      <p:sp>
        <p:nvSpPr>
          <p:cNvPr id="3" name="内容占位符 2"/>
          <p:cNvSpPr>
            <a:spLocks noGrp="1"/>
          </p:cNvSpPr>
          <p:nvPr>
            <p:ph idx="1"/>
          </p:nvPr>
        </p:nvSpPr>
        <p:spPr>
          <a:xfrm>
            <a:off x="334434" y="1052515"/>
            <a:ext cx="11523133" cy="2016446"/>
          </a:xfrm>
        </p:spPr>
        <p:txBody>
          <a:bodyPr/>
          <a:lstStyle/>
          <a:p>
            <a:r>
              <a:rPr lang="zh-CN" altLang="en-US" dirty="0"/>
              <a:t>接口</a:t>
            </a:r>
            <a:r>
              <a:rPr lang="en-US" altLang="zh-CN" dirty="0"/>
              <a:t>ID</a:t>
            </a:r>
            <a:r>
              <a:rPr lang="zh-CN" altLang="en-US" dirty="0"/>
              <a:t>可通过</a:t>
            </a:r>
            <a:r>
              <a:rPr lang="en-US" altLang="zh-CN" dirty="0"/>
              <a:t>3</a:t>
            </a:r>
            <a:r>
              <a:rPr lang="zh-CN" altLang="en-US" dirty="0"/>
              <a:t>种方法生成：手工配置、系统自动生成，或基于</a:t>
            </a:r>
            <a:r>
              <a:rPr lang="en-US" altLang="zh-CN" dirty="0"/>
              <a:t>IEEE EUI-64</a:t>
            </a:r>
            <a:r>
              <a:rPr lang="zh-CN" altLang="en-US" dirty="0"/>
              <a:t>规范生成</a:t>
            </a:r>
            <a:endParaRPr lang="zh-CN" altLang="en-US" dirty="0"/>
          </a:p>
          <a:p>
            <a:r>
              <a:rPr lang="zh-CN" altLang="en-US" dirty="0"/>
              <a:t>基于</a:t>
            </a:r>
            <a:r>
              <a:rPr lang="en-US" altLang="zh-CN" dirty="0"/>
              <a:t>IEEE EUI-64</a:t>
            </a:r>
            <a:r>
              <a:rPr lang="zh-CN" altLang="en-US" dirty="0"/>
              <a:t>规范自动生成最为常用。</a:t>
            </a:r>
            <a:r>
              <a:rPr lang="en-US" altLang="zh-CN" dirty="0"/>
              <a:t>EUI-64</a:t>
            </a:r>
            <a:r>
              <a:rPr lang="zh-CN" altLang="en-US" dirty="0"/>
              <a:t>规范将接口的</a:t>
            </a:r>
            <a:r>
              <a:rPr lang="en-US" altLang="zh-CN" dirty="0"/>
              <a:t>MAC</a:t>
            </a:r>
            <a:r>
              <a:rPr lang="zh-CN" altLang="en-US" dirty="0"/>
              <a:t>地址转换为</a:t>
            </a:r>
            <a:r>
              <a:rPr lang="en-US" altLang="zh-CN" dirty="0"/>
              <a:t>IPv6</a:t>
            </a:r>
            <a:r>
              <a:rPr lang="zh-CN" altLang="en-US" dirty="0"/>
              <a:t>接口标识</a:t>
            </a:r>
            <a:endParaRPr lang="zh-CN" altLang="en-US" dirty="0"/>
          </a:p>
        </p:txBody>
      </p:sp>
      <p:sp>
        <p:nvSpPr>
          <p:cNvPr id="4" name="灯片编号占位符 3"/>
          <p:cNvSpPr>
            <a:spLocks noGrp="1"/>
          </p:cNvSpPr>
          <p:nvPr>
            <p:ph type="sldNum" sz="quarter" idx="12"/>
          </p:nvPr>
        </p:nvSpPr>
        <p:spPr/>
        <p:txBody>
          <a:bodyPr/>
          <a:lstStyle/>
          <a:p>
            <a:pPr>
              <a:defRPr/>
            </a:pPr>
            <a:fld id="{816960B2-2B11-492C-B588-5290E1274F96}" type="slidenum">
              <a:rPr lang="en-US" altLang="zh-CN" smtClean="0"/>
            </a:fld>
            <a:endParaRPr lang="en-US" altLang="zh-CN" dirty="0"/>
          </a:p>
        </p:txBody>
      </p:sp>
      <p:sp>
        <p:nvSpPr>
          <p:cNvPr id="26" name="圆角矩形 26"/>
          <p:cNvSpPr/>
          <p:nvPr/>
        </p:nvSpPr>
        <p:spPr>
          <a:xfrm>
            <a:off x="767408" y="5973835"/>
            <a:ext cx="10832353" cy="369499"/>
          </a:xfrm>
          <a:prstGeom prst="roundRect">
            <a:avLst/>
          </a:prstGeom>
          <a:gradFill flip="none" rotWithShape="1">
            <a:gsLst>
              <a:gs pos="100000">
                <a:schemeClr val="bg1"/>
              </a:gs>
              <a:gs pos="0">
                <a:schemeClr val="bg1">
                  <a:lumMod val="95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1800">
              <a:latin typeface="微软雅黑 Light" panose="020B0502040204020203" pitchFamily="34" charset="-122"/>
              <a:ea typeface="微软雅黑 Light" panose="020B0502040204020203" pitchFamily="34" charset="-122"/>
              <a:cs typeface="+mn-ea"/>
              <a:sym typeface="+mn-lt"/>
            </a:endParaRPr>
          </a:p>
        </p:txBody>
      </p:sp>
      <p:sp>
        <p:nvSpPr>
          <p:cNvPr id="27" name="圆角矩形 27"/>
          <p:cNvSpPr/>
          <p:nvPr/>
        </p:nvSpPr>
        <p:spPr>
          <a:xfrm>
            <a:off x="767408" y="3503096"/>
            <a:ext cx="10832353" cy="872340"/>
          </a:xfrm>
          <a:prstGeom prst="roundRect">
            <a:avLst>
              <a:gd name="adj" fmla="val 6480"/>
            </a:avLst>
          </a:prstGeom>
          <a:gradFill flip="none" rotWithShape="1">
            <a:gsLst>
              <a:gs pos="100000">
                <a:schemeClr val="bg1"/>
              </a:gs>
              <a:gs pos="0">
                <a:schemeClr val="bg1">
                  <a:lumMod val="95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1800">
              <a:latin typeface="微软雅黑 Light" panose="020B0502040204020203" pitchFamily="34" charset="-122"/>
              <a:ea typeface="微软雅黑 Light" panose="020B0502040204020203" pitchFamily="34" charset="-122"/>
              <a:cs typeface="+mn-ea"/>
              <a:sym typeface="+mn-lt"/>
            </a:endParaRPr>
          </a:p>
        </p:txBody>
      </p:sp>
      <p:sp>
        <p:nvSpPr>
          <p:cNvPr id="28" name="圆角矩形 28"/>
          <p:cNvSpPr/>
          <p:nvPr/>
        </p:nvSpPr>
        <p:spPr>
          <a:xfrm>
            <a:off x="767408" y="4462965"/>
            <a:ext cx="10832353" cy="968280"/>
          </a:xfrm>
          <a:prstGeom prst="roundRect">
            <a:avLst>
              <a:gd name="adj" fmla="val 9500"/>
            </a:avLst>
          </a:prstGeom>
          <a:gradFill flip="none" rotWithShape="1">
            <a:gsLst>
              <a:gs pos="100000">
                <a:schemeClr val="bg1"/>
              </a:gs>
              <a:gs pos="0">
                <a:schemeClr val="bg1">
                  <a:lumMod val="95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1800">
              <a:latin typeface="微软雅黑 Light" panose="020B0502040204020203" pitchFamily="34" charset="-122"/>
              <a:ea typeface="微软雅黑 Light" panose="020B0502040204020203" pitchFamily="34" charset="-122"/>
              <a:cs typeface="+mn-ea"/>
              <a:sym typeface="+mn-lt"/>
            </a:endParaRPr>
          </a:p>
        </p:txBody>
      </p:sp>
      <p:sp>
        <p:nvSpPr>
          <p:cNvPr id="29" name="下箭头 63"/>
          <p:cNvSpPr/>
          <p:nvPr/>
        </p:nvSpPr>
        <p:spPr>
          <a:xfrm flipV="1">
            <a:off x="3797660" y="4258600"/>
            <a:ext cx="6187049" cy="776179"/>
          </a:xfrm>
          <a:custGeom>
            <a:avLst/>
            <a:gdLst>
              <a:gd name="connsiteX0" fmla="*/ 0 w 1035535"/>
              <a:gd name="connsiteY0" fmla="*/ 468495 h 794114"/>
              <a:gd name="connsiteX1" fmla="*/ 258884 w 1035535"/>
              <a:gd name="connsiteY1" fmla="*/ 468495 h 794114"/>
              <a:gd name="connsiteX2" fmla="*/ 258884 w 1035535"/>
              <a:gd name="connsiteY2" fmla="*/ 0 h 794114"/>
              <a:gd name="connsiteX3" fmla="*/ 776651 w 1035535"/>
              <a:gd name="connsiteY3" fmla="*/ 0 h 794114"/>
              <a:gd name="connsiteX4" fmla="*/ 776651 w 1035535"/>
              <a:gd name="connsiteY4" fmla="*/ 468495 h 794114"/>
              <a:gd name="connsiteX5" fmla="*/ 1035535 w 1035535"/>
              <a:gd name="connsiteY5" fmla="*/ 468495 h 794114"/>
              <a:gd name="connsiteX6" fmla="*/ 517768 w 1035535"/>
              <a:gd name="connsiteY6" fmla="*/ 794114 h 794114"/>
              <a:gd name="connsiteX7" fmla="*/ 0 w 1035535"/>
              <a:gd name="connsiteY7" fmla="*/ 468495 h 794114"/>
              <a:gd name="connsiteX0-1" fmla="*/ 258884 w 1035535"/>
              <a:gd name="connsiteY0-2" fmla="*/ 0 h 794114"/>
              <a:gd name="connsiteX1-3" fmla="*/ 776651 w 1035535"/>
              <a:gd name="connsiteY1-4" fmla="*/ 0 h 794114"/>
              <a:gd name="connsiteX2-5" fmla="*/ 776651 w 1035535"/>
              <a:gd name="connsiteY2-6" fmla="*/ 468495 h 794114"/>
              <a:gd name="connsiteX3-7" fmla="*/ 1035535 w 1035535"/>
              <a:gd name="connsiteY3-8" fmla="*/ 468495 h 794114"/>
              <a:gd name="connsiteX4-9" fmla="*/ 517768 w 1035535"/>
              <a:gd name="connsiteY4-10" fmla="*/ 794114 h 794114"/>
              <a:gd name="connsiteX5-11" fmla="*/ 0 w 1035535"/>
              <a:gd name="connsiteY5-12" fmla="*/ 468495 h 794114"/>
              <a:gd name="connsiteX6-13" fmla="*/ 258884 w 1035535"/>
              <a:gd name="connsiteY6-14" fmla="*/ 468495 h 794114"/>
              <a:gd name="connsiteX7-15" fmla="*/ 350324 w 1035535"/>
              <a:gd name="connsiteY7-16" fmla="*/ 91440 h 794114"/>
              <a:gd name="connsiteX0-17" fmla="*/ 258884 w 1035535"/>
              <a:gd name="connsiteY0-18" fmla="*/ 0 h 794114"/>
              <a:gd name="connsiteX1-19" fmla="*/ 776651 w 1035535"/>
              <a:gd name="connsiteY1-20" fmla="*/ 468495 h 794114"/>
              <a:gd name="connsiteX2-21" fmla="*/ 1035535 w 1035535"/>
              <a:gd name="connsiteY2-22" fmla="*/ 468495 h 794114"/>
              <a:gd name="connsiteX3-23" fmla="*/ 517768 w 1035535"/>
              <a:gd name="connsiteY3-24" fmla="*/ 794114 h 794114"/>
              <a:gd name="connsiteX4-25" fmla="*/ 0 w 1035535"/>
              <a:gd name="connsiteY4-26" fmla="*/ 468495 h 794114"/>
              <a:gd name="connsiteX5-27" fmla="*/ 258884 w 1035535"/>
              <a:gd name="connsiteY5-28" fmla="*/ 468495 h 794114"/>
              <a:gd name="connsiteX6-29" fmla="*/ 350324 w 1035535"/>
              <a:gd name="connsiteY6-30" fmla="*/ 91440 h 794114"/>
              <a:gd name="connsiteX0-31" fmla="*/ 1016121 w 1035535"/>
              <a:gd name="connsiteY0-32" fmla="*/ 0 h 794114"/>
              <a:gd name="connsiteX1-33" fmla="*/ 776651 w 1035535"/>
              <a:gd name="connsiteY1-34" fmla="*/ 468495 h 794114"/>
              <a:gd name="connsiteX2-35" fmla="*/ 1035535 w 1035535"/>
              <a:gd name="connsiteY2-36" fmla="*/ 468495 h 794114"/>
              <a:gd name="connsiteX3-37" fmla="*/ 517768 w 1035535"/>
              <a:gd name="connsiteY3-38" fmla="*/ 794114 h 794114"/>
              <a:gd name="connsiteX4-39" fmla="*/ 0 w 1035535"/>
              <a:gd name="connsiteY4-40" fmla="*/ 468495 h 794114"/>
              <a:gd name="connsiteX5-41" fmla="*/ 258884 w 1035535"/>
              <a:gd name="connsiteY5-42" fmla="*/ 468495 h 794114"/>
              <a:gd name="connsiteX6-43" fmla="*/ 350324 w 1035535"/>
              <a:gd name="connsiteY6-44" fmla="*/ 91440 h 794114"/>
              <a:gd name="connsiteX0-45" fmla="*/ 1018222 w 1037636"/>
              <a:gd name="connsiteY0-46" fmla="*/ 0 h 794114"/>
              <a:gd name="connsiteX1-47" fmla="*/ 778752 w 1037636"/>
              <a:gd name="connsiteY1-48" fmla="*/ 468495 h 794114"/>
              <a:gd name="connsiteX2-49" fmla="*/ 1037636 w 1037636"/>
              <a:gd name="connsiteY2-50" fmla="*/ 468495 h 794114"/>
              <a:gd name="connsiteX3-51" fmla="*/ 519869 w 1037636"/>
              <a:gd name="connsiteY3-52" fmla="*/ 794114 h 794114"/>
              <a:gd name="connsiteX4-53" fmla="*/ 2101 w 1037636"/>
              <a:gd name="connsiteY4-54" fmla="*/ 468495 h 794114"/>
              <a:gd name="connsiteX5-55" fmla="*/ 260985 w 1037636"/>
              <a:gd name="connsiteY5-56" fmla="*/ 468495 h 794114"/>
              <a:gd name="connsiteX6-57" fmla="*/ 0 w 1037636"/>
              <a:gd name="connsiteY6-58" fmla="*/ 86678 h 794114"/>
              <a:gd name="connsiteX0-59" fmla="*/ 1027747 w 1047161"/>
              <a:gd name="connsiteY0-60" fmla="*/ 0 h 794114"/>
              <a:gd name="connsiteX1-61" fmla="*/ 788277 w 1047161"/>
              <a:gd name="connsiteY1-62" fmla="*/ 468495 h 794114"/>
              <a:gd name="connsiteX2-63" fmla="*/ 1047161 w 1047161"/>
              <a:gd name="connsiteY2-64" fmla="*/ 468495 h 794114"/>
              <a:gd name="connsiteX3-65" fmla="*/ 529394 w 1047161"/>
              <a:gd name="connsiteY3-66" fmla="*/ 794114 h 794114"/>
              <a:gd name="connsiteX4-67" fmla="*/ 11626 w 1047161"/>
              <a:gd name="connsiteY4-68" fmla="*/ 468495 h 794114"/>
              <a:gd name="connsiteX5-69" fmla="*/ 270510 w 1047161"/>
              <a:gd name="connsiteY5-70" fmla="*/ 468495 h 794114"/>
              <a:gd name="connsiteX6-71" fmla="*/ 0 w 1047161"/>
              <a:gd name="connsiteY6-72" fmla="*/ 10478 h 794114"/>
              <a:gd name="connsiteX0-73" fmla="*/ 1016121 w 1035535"/>
              <a:gd name="connsiteY0-74" fmla="*/ 13335 h 807449"/>
              <a:gd name="connsiteX1-75" fmla="*/ 776651 w 1035535"/>
              <a:gd name="connsiteY1-76" fmla="*/ 481830 h 807449"/>
              <a:gd name="connsiteX2-77" fmla="*/ 1035535 w 1035535"/>
              <a:gd name="connsiteY2-78" fmla="*/ 481830 h 807449"/>
              <a:gd name="connsiteX3-79" fmla="*/ 517768 w 1035535"/>
              <a:gd name="connsiteY3-80" fmla="*/ 807449 h 807449"/>
              <a:gd name="connsiteX4-81" fmla="*/ 0 w 1035535"/>
              <a:gd name="connsiteY4-82" fmla="*/ 481830 h 807449"/>
              <a:gd name="connsiteX5-83" fmla="*/ 258884 w 1035535"/>
              <a:gd name="connsiteY5-84" fmla="*/ 481830 h 807449"/>
              <a:gd name="connsiteX6-85" fmla="*/ 12187 w 1035535"/>
              <a:gd name="connsiteY6-86" fmla="*/ 0 h 807449"/>
              <a:gd name="connsiteX0-87" fmla="*/ 1016121 w 1035535"/>
              <a:gd name="connsiteY0-88" fmla="*/ 13335 h 807449"/>
              <a:gd name="connsiteX1-89" fmla="*/ 776651 w 1035535"/>
              <a:gd name="connsiteY1-90" fmla="*/ 481830 h 807449"/>
              <a:gd name="connsiteX2-91" fmla="*/ 1035535 w 1035535"/>
              <a:gd name="connsiteY2-92" fmla="*/ 481830 h 807449"/>
              <a:gd name="connsiteX3-93" fmla="*/ 517768 w 1035535"/>
              <a:gd name="connsiteY3-94" fmla="*/ 807449 h 807449"/>
              <a:gd name="connsiteX4-95" fmla="*/ 0 w 1035535"/>
              <a:gd name="connsiteY4-96" fmla="*/ 481830 h 807449"/>
              <a:gd name="connsiteX5-97" fmla="*/ 392234 w 1035535"/>
              <a:gd name="connsiteY5-98" fmla="*/ 486592 h 807449"/>
              <a:gd name="connsiteX6-99" fmla="*/ 12187 w 1035535"/>
              <a:gd name="connsiteY6-100" fmla="*/ 0 h 807449"/>
              <a:gd name="connsiteX0-101" fmla="*/ 1016121 w 1035535"/>
              <a:gd name="connsiteY0-102" fmla="*/ 13335 h 807449"/>
              <a:gd name="connsiteX1-103" fmla="*/ 619488 w 1035535"/>
              <a:gd name="connsiteY1-104" fmla="*/ 481830 h 807449"/>
              <a:gd name="connsiteX2-105" fmla="*/ 1035535 w 1035535"/>
              <a:gd name="connsiteY2-106" fmla="*/ 481830 h 807449"/>
              <a:gd name="connsiteX3-107" fmla="*/ 517768 w 1035535"/>
              <a:gd name="connsiteY3-108" fmla="*/ 807449 h 807449"/>
              <a:gd name="connsiteX4-109" fmla="*/ 0 w 1035535"/>
              <a:gd name="connsiteY4-110" fmla="*/ 481830 h 807449"/>
              <a:gd name="connsiteX5-111" fmla="*/ 392234 w 1035535"/>
              <a:gd name="connsiteY5-112" fmla="*/ 486592 h 807449"/>
              <a:gd name="connsiteX6-113" fmla="*/ 12187 w 1035535"/>
              <a:gd name="connsiteY6-114" fmla="*/ 0 h 807449"/>
              <a:gd name="connsiteX0-115" fmla="*/ 1016121 w 1035535"/>
              <a:gd name="connsiteY0-116" fmla="*/ 13335 h 807449"/>
              <a:gd name="connsiteX1-117" fmla="*/ 619488 w 1035535"/>
              <a:gd name="connsiteY1-118" fmla="*/ 481830 h 807449"/>
              <a:gd name="connsiteX2-119" fmla="*/ 1035535 w 1035535"/>
              <a:gd name="connsiteY2-120" fmla="*/ 481830 h 807449"/>
              <a:gd name="connsiteX3-121" fmla="*/ 517768 w 1035535"/>
              <a:gd name="connsiteY3-122" fmla="*/ 807449 h 807449"/>
              <a:gd name="connsiteX4-123" fmla="*/ 0 w 1035535"/>
              <a:gd name="connsiteY4-124" fmla="*/ 481830 h 807449"/>
              <a:gd name="connsiteX5-125" fmla="*/ 392234 w 1035535"/>
              <a:gd name="connsiteY5-126" fmla="*/ 486592 h 807449"/>
              <a:gd name="connsiteX6-127" fmla="*/ 12187 w 1035535"/>
              <a:gd name="connsiteY6-128" fmla="*/ 0 h 807449"/>
              <a:gd name="connsiteX0-129" fmla="*/ 1016121 w 1035535"/>
              <a:gd name="connsiteY0-130" fmla="*/ 13335 h 807449"/>
              <a:gd name="connsiteX1-131" fmla="*/ 619488 w 1035535"/>
              <a:gd name="connsiteY1-132" fmla="*/ 481830 h 807449"/>
              <a:gd name="connsiteX2-133" fmla="*/ 1035535 w 1035535"/>
              <a:gd name="connsiteY2-134" fmla="*/ 481830 h 807449"/>
              <a:gd name="connsiteX3-135" fmla="*/ 517768 w 1035535"/>
              <a:gd name="connsiteY3-136" fmla="*/ 807449 h 807449"/>
              <a:gd name="connsiteX4-137" fmla="*/ 0 w 1035535"/>
              <a:gd name="connsiteY4-138" fmla="*/ 481830 h 807449"/>
              <a:gd name="connsiteX5-139" fmla="*/ 392234 w 1035535"/>
              <a:gd name="connsiteY5-140" fmla="*/ 486592 h 807449"/>
              <a:gd name="connsiteX6-141" fmla="*/ 12187 w 1035535"/>
              <a:gd name="connsiteY6-142" fmla="*/ 0 h 807449"/>
              <a:gd name="connsiteX0-143" fmla="*/ 1044696 w 1044696"/>
              <a:gd name="connsiteY0-144" fmla="*/ 0 h 832214"/>
              <a:gd name="connsiteX1-145" fmla="*/ 619488 w 1044696"/>
              <a:gd name="connsiteY1-146" fmla="*/ 506595 h 832214"/>
              <a:gd name="connsiteX2-147" fmla="*/ 1035535 w 1044696"/>
              <a:gd name="connsiteY2-148" fmla="*/ 506595 h 832214"/>
              <a:gd name="connsiteX3-149" fmla="*/ 517768 w 1044696"/>
              <a:gd name="connsiteY3-150" fmla="*/ 832214 h 832214"/>
              <a:gd name="connsiteX4-151" fmla="*/ 0 w 1044696"/>
              <a:gd name="connsiteY4-152" fmla="*/ 506595 h 832214"/>
              <a:gd name="connsiteX5-153" fmla="*/ 392234 w 1044696"/>
              <a:gd name="connsiteY5-154" fmla="*/ 511357 h 832214"/>
              <a:gd name="connsiteX6-155" fmla="*/ 12187 w 1044696"/>
              <a:gd name="connsiteY6-156" fmla="*/ 24765 h 832214"/>
              <a:gd name="connsiteX0-157" fmla="*/ 1044696 w 1044696"/>
              <a:gd name="connsiteY0-158" fmla="*/ 0 h 832214"/>
              <a:gd name="connsiteX1-159" fmla="*/ 619488 w 1044696"/>
              <a:gd name="connsiteY1-160" fmla="*/ 506595 h 832214"/>
              <a:gd name="connsiteX2-161" fmla="*/ 762643 w 1044696"/>
              <a:gd name="connsiteY2-162" fmla="*/ 520882 h 832214"/>
              <a:gd name="connsiteX3-163" fmla="*/ 517768 w 1044696"/>
              <a:gd name="connsiteY3-164" fmla="*/ 832214 h 832214"/>
              <a:gd name="connsiteX4-165" fmla="*/ 0 w 1044696"/>
              <a:gd name="connsiteY4-166" fmla="*/ 506595 h 832214"/>
              <a:gd name="connsiteX5-167" fmla="*/ 392234 w 1044696"/>
              <a:gd name="connsiteY5-168" fmla="*/ 511357 h 832214"/>
              <a:gd name="connsiteX6-169" fmla="*/ 12187 w 1044696"/>
              <a:gd name="connsiteY6-170" fmla="*/ 24765 h 832214"/>
              <a:gd name="connsiteX0-171" fmla="*/ 1032509 w 1032509"/>
              <a:gd name="connsiteY0-172" fmla="*/ 0 h 832214"/>
              <a:gd name="connsiteX1-173" fmla="*/ 607301 w 1032509"/>
              <a:gd name="connsiteY1-174" fmla="*/ 506595 h 832214"/>
              <a:gd name="connsiteX2-175" fmla="*/ 750456 w 1032509"/>
              <a:gd name="connsiteY2-176" fmla="*/ 520882 h 832214"/>
              <a:gd name="connsiteX3-177" fmla="*/ 505581 w 1032509"/>
              <a:gd name="connsiteY3-178" fmla="*/ 832214 h 832214"/>
              <a:gd name="connsiteX4-179" fmla="*/ 215565 w 1032509"/>
              <a:gd name="connsiteY4-180" fmla="*/ 520882 h 832214"/>
              <a:gd name="connsiteX5-181" fmla="*/ 380047 w 1032509"/>
              <a:gd name="connsiteY5-182" fmla="*/ 511357 h 832214"/>
              <a:gd name="connsiteX6-183" fmla="*/ 0 w 1032509"/>
              <a:gd name="connsiteY6-184" fmla="*/ 24765 h 832214"/>
              <a:gd name="connsiteX0-185" fmla="*/ 1032509 w 1032509"/>
              <a:gd name="connsiteY0-186" fmla="*/ 0 h 832214"/>
              <a:gd name="connsiteX1-187" fmla="*/ 531384 w 1032509"/>
              <a:gd name="connsiteY1-188" fmla="*/ 506595 h 832214"/>
              <a:gd name="connsiteX2-189" fmla="*/ 750456 w 1032509"/>
              <a:gd name="connsiteY2-190" fmla="*/ 520882 h 832214"/>
              <a:gd name="connsiteX3-191" fmla="*/ 505581 w 1032509"/>
              <a:gd name="connsiteY3-192" fmla="*/ 832214 h 832214"/>
              <a:gd name="connsiteX4-193" fmla="*/ 215565 w 1032509"/>
              <a:gd name="connsiteY4-194" fmla="*/ 520882 h 832214"/>
              <a:gd name="connsiteX5-195" fmla="*/ 380047 w 1032509"/>
              <a:gd name="connsiteY5-196" fmla="*/ 511357 h 832214"/>
              <a:gd name="connsiteX6-197" fmla="*/ 0 w 1032509"/>
              <a:gd name="connsiteY6-198" fmla="*/ 24765 h 832214"/>
              <a:gd name="connsiteX0-199" fmla="*/ 1032509 w 1032509"/>
              <a:gd name="connsiteY0-200" fmla="*/ 0 h 832214"/>
              <a:gd name="connsiteX1-201" fmla="*/ 531384 w 1032509"/>
              <a:gd name="connsiteY1-202" fmla="*/ 506595 h 832214"/>
              <a:gd name="connsiteX2-203" fmla="*/ 750456 w 1032509"/>
              <a:gd name="connsiteY2-204" fmla="*/ 520882 h 832214"/>
              <a:gd name="connsiteX3-205" fmla="*/ 505581 w 1032509"/>
              <a:gd name="connsiteY3-206" fmla="*/ 832214 h 832214"/>
              <a:gd name="connsiteX4-207" fmla="*/ 215565 w 1032509"/>
              <a:gd name="connsiteY4-208" fmla="*/ 520882 h 832214"/>
              <a:gd name="connsiteX5-209" fmla="*/ 468275 w 1032509"/>
              <a:gd name="connsiteY5-210" fmla="*/ 501832 h 832214"/>
              <a:gd name="connsiteX6-211" fmla="*/ 0 w 1032509"/>
              <a:gd name="connsiteY6-212" fmla="*/ 24765 h 832214"/>
              <a:gd name="connsiteX0-213" fmla="*/ 1032509 w 1032509"/>
              <a:gd name="connsiteY0-214" fmla="*/ 0 h 832214"/>
              <a:gd name="connsiteX1-215" fmla="*/ 531384 w 1032509"/>
              <a:gd name="connsiteY1-216" fmla="*/ 506595 h 832214"/>
              <a:gd name="connsiteX2-217" fmla="*/ 633503 w 1032509"/>
              <a:gd name="connsiteY2-218" fmla="*/ 516120 h 832214"/>
              <a:gd name="connsiteX3-219" fmla="*/ 505581 w 1032509"/>
              <a:gd name="connsiteY3-220" fmla="*/ 832214 h 832214"/>
              <a:gd name="connsiteX4-221" fmla="*/ 215565 w 1032509"/>
              <a:gd name="connsiteY4-222" fmla="*/ 520882 h 832214"/>
              <a:gd name="connsiteX5-223" fmla="*/ 468275 w 1032509"/>
              <a:gd name="connsiteY5-224" fmla="*/ 501832 h 832214"/>
              <a:gd name="connsiteX6-225" fmla="*/ 0 w 1032509"/>
              <a:gd name="connsiteY6-226" fmla="*/ 24765 h 832214"/>
              <a:gd name="connsiteX0-227" fmla="*/ 1032509 w 1032509"/>
              <a:gd name="connsiteY0-228" fmla="*/ 0 h 832214"/>
              <a:gd name="connsiteX1-229" fmla="*/ 531384 w 1032509"/>
              <a:gd name="connsiteY1-230" fmla="*/ 506595 h 832214"/>
              <a:gd name="connsiteX2-231" fmla="*/ 633503 w 1032509"/>
              <a:gd name="connsiteY2-232" fmla="*/ 516120 h 832214"/>
              <a:gd name="connsiteX3-233" fmla="*/ 505581 w 1032509"/>
              <a:gd name="connsiteY3-234" fmla="*/ 832214 h 832214"/>
              <a:gd name="connsiteX4-235" fmla="*/ 322260 w 1032509"/>
              <a:gd name="connsiteY4-236" fmla="*/ 497070 h 832214"/>
              <a:gd name="connsiteX5-237" fmla="*/ 468275 w 1032509"/>
              <a:gd name="connsiteY5-238" fmla="*/ 501832 h 832214"/>
              <a:gd name="connsiteX6-239" fmla="*/ 0 w 1032509"/>
              <a:gd name="connsiteY6-240" fmla="*/ 24765 h 832214"/>
              <a:gd name="connsiteX0-241" fmla="*/ 1032509 w 1032509"/>
              <a:gd name="connsiteY0-242" fmla="*/ 0 h 746489"/>
              <a:gd name="connsiteX1-243" fmla="*/ 531384 w 1032509"/>
              <a:gd name="connsiteY1-244" fmla="*/ 506595 h 746489"/>
              <a:gd name="connsiteX2-245" fmla="*/ 633503 w 1032509"/>
              <a:gd name="connsiteY2-246" fmla="*/ 516120 h 746489"/>
              <a:gd name="connsiteX3-247" fmla="*/ 499426 w 1032509"/>
              <a:gd name="connsiteY3-248" fmla="*/ 746489 h 746489"/>
              <a:gd name="connsiteX4-249" fmla="*/ 322260 w 1032509"/>
              <a:gd name="connsiteY4-250" fmla="*/ 497070 h 746489"/>
              <a:gd name="connsiteX5-251" fmla="*/ 468275 w 1032509"/>
              <a:gd name="connsiteY5-252" fmla="*/ 501832 h 746489"/>
              <a:gd name="connsiteX6-253" fmla="*/ 0 w 1032509"/>
              <a:gd name="connsiteY6-254" fmla="*/ 24765 h 746489"/>
              <a:gd name="connsiteX0-255" fmla="*/ 1032509 w 1032509"/>
              <a:gd name="connsiteY0-256" fmla="*/ 0 h 746489"/>
              <a:gd name="connsiteX1-257" fmla="*/ 531384 w 1032509"/>
              <a:gd name="connsiteY1-258" fmla="*/ 506595 h 746489"/>
              <a:gd name="connsiteX2-259" fmla="*/ 629399 w 1032509"/>
              <a:gd name="connsiteY2-260" fmla="*/ 501832 h 746489"/>
              <a:gd name="connsiteX3-261" fmla="*/ 499426 w 1032509"/>
              <a:gd name="connsiteY3-262" fmla="*/ 746489 h 746489"/>
              <a:gd name="connsiteX4-263" fmla="*/ 322260 w 1032509"/>
              <a:gd name="connsiteY4-264" fmla="*/ 497070 h 746489"/>
              <a:gd name="connsiteX5-265" fmla="*/ 468275 w 1032509"/>
              <a:gd name="connsiteY5-266" fmla="*/ 501832 h 746489"/>
              <a:gd name="connsiteX6-267" fmla="*/ 0 w 1032509"/>
              <a:gd name="connsiteY6-268" fmla="*/ 24765 h 746489"/>
              <a:gd name="connsiteX0-269" fmla="*/ 1032509 w 1032509"/>
              <a:gd name="connsiteY0-270" fmla="*/ 0 h 746489"/>
              <a:gd name="connsiteX1-271" fmla="*/ 531384 w 1032509"/>
              <a:gd name="connsiteY1-272" fmla="*/ 506595 h 746489"/>
              <a:gd name="connsiteX2-273" fmla="*/ 629399 w 1032509"/>
              <a:gd name="connsiteY2-274" fmla="*/ 501832 h 746489"/>
              <a:gd name="connsiteX3-275" fmla="*/ 499426 w 1032509"/>
              <a:gd name="connsiteY3-276" fmla="*/ 746489 h 746489"/>
              <a:gd name="connsiteX4-277" fmla="*/ 375607 w 1032509"/>
              <a:gd name="connsiteY4-278" fmla="*/ 497070 h 746489"/>
              <a:gd name="connsiteX5-279" fmla="*/ 468275 w 1032509"/>
              <a:gd name="connsiteY5-280" fmla="*/ 501832 h 746489"/>
              <a:gd name="connsiteX6-281" fmla="*/ 0 w 1032509"/>
              <a:gd name="connsiteY6-282" fmla="*/ 24765 h 746489"/>
              <a:gd name="connsiteX0-283" fmla="*/ 1032509 w 1032509"/>
              <a:gd name="connsiteY0-284" fmla="*/ 0 h 746489"/>
              <a:gd name="connsiteX1-285" fmla="*/ 531384 w 1032509"/>
              <a:gd name="connsiteY1-286" fmla="*/ 506595 h 746489"/>
              <a:gd name="connsiteX2-287" fmla="*/ 606829 w 1032509"/>
              <a:gd name="connsiteY2-288" fmla="*/ 506594 h 746489"/>
              <a:gd name="connsiteX3-289" fmla="*/ 499426 w 1032509"/>
              <a:gd name="connsiteY3-290" fmla="*/ 746489 h 746489"/>
              <a:gd name="connsiteX4-291" fmla="*/ 375607 w 1032509"/>
              <a:gd name="connsiteY4-292" fmla="*/ 497070 h 746489"/>
              <a:gd name="connsiteX5-293" fmla="*/ 468275 w 1032509"/>
              <a:gd name="connsiteY5-294" fmla="*/ 501832 h 746489"/>
              <a:gd name="connsiteX6-295" fmla="*/ 0 w 1032509"/>
              <a:gd name="connsiteY6-296" fmla="*/ 24765 h 746489"/>
              <a:gd name="connsiteX0-297" fmla="*/ 1032509 w 1032509"/>
              <a:gd name="connsiteY0-298" fmla="*/ 0 h 746489"/>
              <a:gd name="connsiteX1-299" fmla="*/ 531384 w 1032509"/>
              <a:gd name="connsiteY1-300" fmla="*/ 506595 h 746489"/>
              <a:gd name="connsiteX2-301" fmla="*/ 606829 w 1032509"/>
              <a:gd name="connsiteY2-302" fmla="*/ 506594 h 746489"/>
              <a:gd name="connsiteX3-303" fmla="*/ 499426 w 1032509"/>
              <a:gd name="connsiteY3-304" fmla="*/ 746489 h 746489"/>
              <a:gd name="connsiteX4-305" fmla="*/ 387918 w 1032509"/>
              <a:gd name="connsiteY4-306" fmla="*/ 497070 h 746489"/>
              <a:gd name="connsiteX5-307" fmla="*/ 468275 w 1032509"/>
              <a:gd name="connsiteY5-308" fmla="*/ 501832 h 746489"/>
              <a:gd name="connsiteX6-309" fmla="*/ 0 w 1032509"/>
              <a:gd name="connsiteY6-310" fmla="*/ 24765 h 746489"/>
              <a:gd name="connsiteX0-311" fmla="*/ 1594707 w 1594707"/>
              <a:gd name="connsiteY0-312" fmla="*/ 0 h 1032239"/>
              <a:gd name="connsiteX1-313" fmla="*/ 531384 w 1594707"/>
              <a:gd name="connsiteY1-314" fmla="*/ 792345 h 1032239"/>
              <a:gd name="connsiteX2-315" fmla="*/ 606829 w 1594707"/>
              <a:gd name="connsiteY2-316" fmla="*/ 792344 h 1032239"/>
              <a:gd name="connsiteX3-317" fmla="*/ 499426 w 1594707"/>
              <a:gd name="connsiteY3-318" fmla="*/ 1032239 h 1032239"/>
              <a:gd name="connsiteX4-319" fmla="*/ 387918 w 1594707"/>
              <a:gd name="connsiteY4-320" fmla="*/ 782820 h 1032239"/>
              <a:gd name="connsiteX5-321" fmla="*/ 468275 w 1594707"/>
              <a:gd name="connsiteY5-322" fmla="*/ 787582 h 1032239"/>
              <a:gd name="connsiteX6-323" fmla="*/ 0 w 1594707"/>
              <a:gd name="connsiteY6-324" fmla="*/ 310515 h 1032239"/>
              <a:gd name="connsiteX0-325" fmla="*/ 1594707 w 1594707"/>
              <a:gd name="connsiteY0-326" fmla="*/ 0 h 1032239"/>
              <a:gd name="connsiteX1-327" fmla="*/ 531384 w 1594707"/>
              <a:gd name="connsiteY1-328" fmla="*/ 792345 h 1032239"/>
              <a:gd name="connsiteX2-329" fmla="*/ 606829 w 1594707"/>
              <a:gd name="connsiteY2-330" fmla="*/ 792344 h 1032239"/>
              <a:gd name="connsiteX3-331" fmla="*/ 499426 w 1594707"/>
              <a:gd name="connsiteY3-332" fmla="*/ 1032239 h 1032239"/>
              <a:gd name="connsiteX4-333" fmla="*/ 387918 w 1594707"/>
              <a:gd name="connsiteY4-334" fmla="*/ 782820 h 1032239"/>
              <a:gd name="connsiteX5-335" fmla="*/ 468275 w 1594707"/>
              <a:gd name="connsiteY5-336" fmla="*/ 787582 h 1032239"/>
              <a:gd name="connsiteX6-337" fmla="*/ 0 w 1594707"/>
              <a:gd name="connsiteY6-338" fmla="*/ 310515 h 1032239"/>
              <a:gd name="connsiteX0-339" fmla="*/ 1594707 w 1594707"/>
              <a:gd name="connsiteY0-340" fmla="*/ 0 h 1032239"/>
              <a:gd name="connsiteX1-341" fmla="*/ 521125 w 1594707"/>
              <a:gd name="connsiteY1-342" fmla="*/ 787582 h 1032239"/>
              <a:gd name="connsiteX2-343" fmla="*/ 606829 w 1594707"/>
              <a:gd name="connsiteY2-344" fmla="*/ 792344 h 1032239"/>
              <a:gd name="connsiteX3-345" fmla="*/ 499426 w 1594707"/>
              <a:gd name="connsiteY3-346" fmla="*/ 1032239 h 1032239"/>
              <a:gd name="connsiteX4-347" fmla="*/ 387918 w 1594707"/>
              <a:gd name="connsiteY4-348" fmla="*/ 782820 h 1032239"/>
              <a:gd name="connsiteX5-349" fmla="*/ 468275 w 1594707"/>
              <a:gd name="connsiteY5-350" fmla="*/ 787582 h 1032239"/>
              <a:gd name="connsiteX6-351" fmla="*/ 0 w 1594707"/>
              <a:gd name="connsiteY6-352" fmla="*/ 310515 h 1032239"/>
              <a:gd name="connsiteX0-353" fmla="*/ 1594707 w 1594707"/>
              <a:gd name="connsiteY0-354" fmla="*/ 0 h 1032239"/>
              <a:gd name="connsiteX1-355" fmla="*/ 521125 w 1594707"/>
              <a:gd name="connsiteY1-356" fmla="*/ 787582 h 1032239"/>
              <a:gd name="connsiteX2-357" fmla="*/ 606829 w 1594707"/>
              <a:gd name="connsiteY2-358" fmla="*/ 792344 h 1032239"/>
              <a:gd name="connsiteX3-359" fmla="*/ 499426 w 1594707"/>
              <a:gd name="connsiteY3-360" fmla="*/ 1032239 h 1032239"/>
              <a:gd name="connsiteX4-361" fmla="*/ 387918 w 1594707"/>
              <a:gd name="connsiteY4-362" fmla="*/ 782820 h 1032239"/>
              <a:gd name="connsiteX5-363" fmla="*/ 468275 w 1594707"/>
              <a:gd name="connsiteY5-364" fmla="*/ 787582 h 1032239"/>
              <a:gd name="connsiteX6-365" fmla="*/ 0 w 1594707"/>
              <a:gd name="connsiteY6-366" fmla="*/ 310515 h 1032239"/>
              <a:gd name="connsiteX0-367" fmla="*/ 2099454 w 2099454"/>
              <a:gd name="connsiteY0-368" fmla="*/ 18098 h 1050337"/>
              <a:gd name="connsiteX1-369" fmla="*/ 1025872 w 2099454"/>
              <a:gd name="connsiteY1-370" fmla="*/ 805680 h 1050337"/>
              <a:gd name="connsiteX2-371" fmla="*/ 1111576 w 2099454"/>
              <a:gd name="connsiteY2-372" fmla="*/ 810442 h 1050337"/>
              <a:gd name="connsiteX3-373" fmla="*/ 1004173 w 2099454"/>
              <a:gd name="connsiteY3-374" fmla="*/ 1050337 h 1050337"/>
              <a:gd name="connsiteX4-375" fmla="*/ 892665 w 2099454"/>
              <a:gd name="connsiteY4-376" fmla="*/ 800918 h 1050337"/>
              <a:gd name="connsiteX5-377" fmla="*/ 973022 w 2099454"/>
              <a:gd name="connsiteY5-378" fmla="*/ 805680 h 1050337"/>
              <a:gd name="connsiteX6-379" fmla="*/ 0 w 2099454"/>
              <a:gd name="connsiteY6-380" fmla="*/ 0 h 1050337"/>
              <a:gd name="connsiteX0-381" fmla="*/ 2099454 w 2099454"/>
              <a:gd name="connsiteY0-382" fmla="*/ 18098 h 1050337"/>
              <a:gd name="connsiteX1-383" fmla="*/ 1025872 w 2099454"/>
              <a:gd name="connsiteY1-384" fmla="*/ 805680 h 1050337"/>
              <a:gd name="connsiteX2-385" fmla="*/ 1111576 w 2099454"/>
              <a:gd name="connsiteY2-386" fmla="*/ 810442 h 1050337"/>
              <a:gd name="connsiteX3-387" fmla="*/ 1004173 w 2099454"/>
              <a:gd name="connsiteY3-388" fmla="*/ 1050337 h 1050337"/>
              <a:gd name="connsiteX4-389" fmla="*/ 892665 w 2099454"/>
              <a:gd name="connsiteY4-390" fmla="*/ 800918 h 1050337"/>
              <a:gd name="connsiteX5-391" fmla="*/ 973022 w 2099454"/>
              <a:gd name="connsiteY5-392" fmla="*/ 805680 h 1050337"/>
              <a:gd name="connsiteX6-393" fmla="*/ 0 w 2099454"/>
              <a:gd name="connsiteY6-394" fmla="*/ 0 h 1050337"/>
              <a:gd name="connsiteX0-395" fmla="*/ 2151981 w 2151981"/>
              <a:gd name="connsiteY0-396" fmla="*/ 18098 h 1050337"/>
              <a:gd name="connsiteX1-397" fmla="*/ 1025872 w 2151981"/>
              <a:gd name="connsiteY1-398" fmla="*/ 805680 h 1050337"/>
              <a:gd name="connsiteX2-399" fmla="*/ 1111576 w 2151981"/>
              <a:gd name="connsiteY2-400" fmla="*/ 810442 h 1050337"/>
              <a:gd name="connsiteX3-401" fmla="*/ 1004173 w 2151981"/>
              <a:gd name="connsiteY3-402" fmla="*/ 1050337 h 1050337"/>
              <a:gd name="connsiteX4-403" fmla="*/ 892665 w 2151981"/>
              <a:gd name="connsiteY4-404" fmla="*/ 800918 h 1050337"/>
              <a:gd name="connsiteX5-405" fmla="*/ 973022 w 2151981"/>
              <a:gd name="connsiteY5-406" fmla="*/ 805680 h 1050337"/>
              <a:gd name="connsiteX6-407" fmla="*/ 0 w 2151981"/>
              <a:gd name="connsiteY6-408" fmla="*/ 0 h 1050337"/>
              <a:gd name="connsiteX0-409" fmla="*/ 2151981 w 2151981"/>
              <a:gd name="connsiteY0-410" fmla="*/ 18098 h 1050337"/>
              <a:gd name="connsiteX1-411" fmla="*/ 1037157 w 2151981"/>
              <a:gd name="connsiteY1-412" fmla="*/ 810442 h 1050337"/>
              <a:gd name="connsiteX2-413" fmla="*/ 1111576 w 2151981"/>
              <a:gd name="connsiteY2-414" fmla="*/ 810442 h 1050337"/>
              <a:gd name="connsiteX3-415" fmla="*/ 1004173 w 2151981"/>
              <a:gd name="connsiteY3-416" fmla="*/ 1050337 h 1050337"/>
              <a:gd name="connsiteX4-417" fmla="*/ 892665 w 2151981"/>
              <a:gd name="connsiteY4-418" fmla="*/ 800918 h 1050337"/>
              <a:gd name="connsiteX5-419" fmla="*/ 973022 w 2151981"/>
              <a:gd name="connsiteY5-420" fmla="*/ 805680 h 1050337"/>
              <a:gd name="connsiteX6-421" fmla="*/ 0 w 2151981"/>
              <a:gd name="connsiteY6-422" fmla="*/ 0 h 1050337"/>
              <a:gd name="connsiteX0-423" fmla="*/ 2151981 w 2151981"/>
              <a:gd name="connsiteY0-424" fmla="*/ 18098 h 1050337"/>
              <a:gd name="connsiteX1-425" fmla="*/ 1037157 w 2151981"/>
              <a:gd name="connsiteY1-426" fmla="*/ 810442 h 1050337"/>
              <a:gd name="connsiteX2-427" fmla="*/ 1111576 w 2151981"/>
              <a:gd name="connsiteY2-428" fmla="*/ 810442 h 1050337"/>
              <a:gd name="connsiteX3-429" fmla="*/ 993914 w 2151981"/>
              <a:gd name="connsiteY3-430" fmla="*/ 1050337 h 1050337"/>
              <a:gd name="connsiteX4-431" fmla="*/ 892665 w 2151981"/>
              <a:gd name="connsiteY4-432" fmla="*/ 800918 h 1050337"/>
              <a:gd name="connsiteX5-433" fmla="*/ 973022 w 2151981"/>
              <a:gd name="connsiteY5-434" fmla="*/ 805680 h 1050337"/>
              <a:gd name="connsiteX6-435" fmla="*/ 0 w 2151981"/>
              <a:gd name="connsiteY6-436" fmla="*/ 0 h 1050337"/>
              <a:gd name="connsiteX0-437" fmla="*/ 2151981 w 2151981"/>
              <a:gd name="connsiteY0-438" fmla="*/ 18098 h 1040812"/>
              <a:gd name="connsiteX1-439" fmla="*/ 1037157 w 2151981"/>
              <a:gd name="connsiteY1-440" fmla="*/ 810442 h 1040812"/>
              <a:gd name="connsiteX2-441" fmla="*/ 1111576 w 2151981"/>
              <a:gd name="connsiteY2-442" fmla="*/ 810442 h 1040812"/>
              <a:gd name="connsiteX3-443" fmla="*/ 998018 w 2151981"/>
              <a:gd name="connsiteY3-444" fmla="*/ 1040812 h 1040812"/>
              <a:gd name="connsiteX4-445" fmla="*/ 892665 w 2151981"/>
              <a:gd name="connsiteY4-446" fmla="*/ 800918 h 1040812"/>
              <a:gd name="connsiteX5-447" fmla="*/ 973022 w 2151981"/>
              <a:gd name="connsiteY5-448" fmla="*/ 805680 h 1040812"/>
              <a:gd name="connsiteX6-449" fmla="*/ 0 w 2151981"/>
              <a:gd name="connsiteY6-450" fmla="*/ 0 h 1040812"/>
              <a:gd name="connsiteX0-451" fmla="*/ 2151981 w 2151981"/>
              <a:gd name="connsiteY0-452" fmla="*/ 18098 h 1040812"/>
              <a:gd name="connsiteX1-453" fmla="*/ 1037157 w 2151981"/>
              <a:gd name="connsiteY1-454" fmla="*/ 810442 h 1040812"/>
              <a:gd name="connsiteX2-455" fmla="*/ 1111576 w 2151981"/>
              <a:gd name="connsiteY2-456" fmla="*/ 810442 h 1040812"/>
              <a:gd name="connsiteX3-457" fmla="*/ 998018 w 2151981"/>
              <a:gd name="connsiteY3-458" fmla="*/ 1040812 h 1040812"/>
              <a:gd name="connsiteX4-459" fmla="*/ 892665 w 2151981"/>
              <a:gd name="connsiteY4-460" fmla="*/ 800918 h 1040812"/>
              <a:gd name="connsiteX5-461" fmla="*/ 973022 w 2151981"/>
              <a:gd name="connsiteY5-462" fmla="*/ 805680 h 1040812"/>
              <a:gd name="connsiteX6-463" fmla="*/ 0 w 2151981"/>
              <a:gd name="connsiteY6-464" fmla="*/ 0 h 1040812"/>
              <a:gd name="connsiteX0-465" fmla="*/ 2151981 w 2151981"/>
              <a:gd name="connsiteY0-466" fmla="*/ 18098 h 1040812"/>
              <a:gd name="connsiteX1-467" fmla="*/ 1037157 w 2151981"/>
              <a:gd name="connsiteY1-468" fmla="*/ 810442 h 1040812"/>
              <a:gd name="connsiteX2-469" fmla="*/ 1111576 w 2151981"/>
              <a:gd name="connsiteY2-470" fmla="*/ 810442 h 1040812"/>
              <a:gd name="connsiteX3-471" fmla="*/ 998018 w 2151981"/>
              <a:gd name="connsiteY3-472" fmla="*/ 1040812 h 1040812"/>
              <a:gd name="connsiteX4-473" fmla="*/ 892665 w 2151981"/>
              <a:gd name="connsiteY4-474" fmla="*/ 800918 h 1040812"/>
              <a:gd name="connsiteX5-475" fmla="*/ 973022 w 2151981"/>
              <a:gd name="connsiteY5-476" fmla="*/ 805680 h 1040812"/>
              <a:gd name="connsiteX6-477" fmla="*/ 0 w 2151981"/>
              <a:gd name="connsiteY6-478" fmla="*/ 0 h 1040812"/>
              <a:gd name="connsiteX0-479" fmla="*/ 2291505 w 2291505"/>
              <a:gd name="connsiteY0-480" fmla="*/ 24448 h 1047162"/>
              <a:gd name="connsiteX1-481" fmla="*/ 1176681 w 2291505"/>
              <a:gd name="connsiteY1-482" fmla="*/ 816792 h 1047162"/>
              <a:gd name="connsiteX2-483" fmla="*/ 1251100 w 2291505"/>
              <a:gd name="connsiteY2-484" fmla="*/ 816792 h 1047162"/>
              <a:gd name="connsiteX3-485" fmla="*/ 1137542 w 2291505"/>
              <a:gd name="connsiteY3-486" fmla="*/ 1047162 h 1047162"/>
              <a:gd name="connsiteX4-487" fmla="*/ 1032189 w 2291505"/>
              <a:gd name="connsiteY4-488" fmla="*/ 807268 h 1047162"/>
              <a:gd name="connsiteX5-489" fmla="*/ 1112546 w 2291505"/>
              <a:gd name="connsiteY5-490" fmla="*/ 812030 h 1047162"/>
              <a:gd name="connsiteX6-491" fmla="*/ 0 w 2291505"/>
              <a:gd name="connsiteY6-492" fmla="*/ 0 h 1047162"/>
              <a:gd name="connsiteX0-493" fmla="*/ 2291505 w 2291505"/>
              <a:gd name="connsiteY0-494" fmla="*/ 24448 h 1047162"/>
              <a:gd name="connsiteX1-495" fmla="*/ 1176681 w 2291505"/>
              <a:gd name="connsiteY1-496" fmla="*/ 816792 h 1047162"/>
              <a:gd name="connsiteX2-497" fmla="*/ 1251100 w 2291505"/>
              <a:gd name="connsiteY2-498" fmla="*/ 816792 h 1047162"/>
              <a:gd name="connsiteX3-499" fmla="*/ 1137542 w 2291505"/>
              <a:gd name="connsiteY3-500" fmla="*/ 1047162 h 1047162"/>
              <a:gd name="connsiteX4-501" fmla="*/ 1032189 w 2291505"/>
              <a:gd name="connsiteY4-502" fmla="*/ 807268 h 1047162"/>
              <a:gd name="connsiteX5-503" fmla="*/ 1106390 w 2291505"/>
              <a:gd name="connsiteY5-504" fmla="*/ 804886 h 1047162"/>
              <a:gd name="connsiteX6-505" fmla="*/ 0 w 2291505"/>
              <a:gd name="connsiteY6-506" fmla="*/ 0 h 1047162"/>
              <a:gd name="connsiteX0-507" fmla="*/ 2291505 w 2291505"/>
              <a:gd name="connsiteY0-508" fmla="*/ 24448 h 1047162"/>
              <a:gd name="connsiteX1-509" fmla="*/ 1176681 w 2291505"/>
              <a:gd name="connsiteY1-510" fmla="*/ 816792 h 1047162"/>
              <a:gd name="connsiteX2-511" fmla="*/ 1251100 w 2291505"/>
              <a:gd name="connsiteY2-512" fmla="*/ 816792 h 1047162"/>
              <a:gd name="connsiteX3-513" fmla="*/ 1137542 w 2291505"/>
              <a:gd name="connsiteY3-514" fmla="*/ 1047162 h 1047162"/>
              <a:gd name="connsiteX4-515" fmla="*/ 1032189 w 2291505"/>
              <a:gd name="connsiteY4-516" fmla="*/ 807268 h 1047162"/>
              <a:gd name="connsiteX5-517" fmla="*/ 1106390 w 2291505"/>
              <a:gd name="connsiteY5-518" fmla="*/ 804886 h 1047162"/>
              <a:gd name="connsiteX6-519" fmla="*/ 0 w 2291505"/>
              <a:gd name="connsiteY6-520" fmla="*/ 0 h 1047162"/>
              <a:gd name="connsiteX0-521" fmla="*/ 2291505 w 2291505"/>
              <a:gd name="connsiteY0-522" fmla="*/ 24448 h 1047162"/>
              <a:gd name="connsiteX1-523" fmla="*/ 1176681 w 2291505"/>
              <a:gd name="connsiteY1-524" fmla="*/ 816792 h 1047162"/>
              <a:gd name="connsiteX2-525" fmla="*/ 1251100 w 2291505"/>
              <a:gd name="connsiteY2-526" fmla="*/ 816792 h 1047162"/>
              <a:gd name="connsiteX3-527" fmla="*/ 1137542 w 2291505"/>
              <a:gd name="connsiteY3-528" fmla="*/ 1047162 h 1047162"/>
              <a:gd name="connsiteX4-529" fmla="*/ 1032189 w 2291505"/>
              <a:gd name="connsiteY4-530" fmla="*/ 807268 h 1047162"/>
              <a:gd name="connsiteX5-531" fmla="*/ 1106390 w 2291505"/>
              <a:gd name="connsiteY5-532" fmla="*/ 804886 h 1047162"/>
              <a:gd name="connsiteX6-533" fmla="*/ 0 w 2291505"/>
              <a:gd name="connsiteY6-534" fmla="*/ 0 h 1047162"/>
              <a:gd name="connsiteX0-535" fmla="*/ 2291505 w 2291505"/>
              <a:gd name="connsiteY0-536" fmla="*/ 24448 h 1047162"/>
              <a:gd name="connsiteX1-537" fmla="*/ 1176681 w 2291505"/>
              <a:gd name="connsiteY1-538" fmla="*/ 816792 h 1047162"/>
              <a:gd name="connsiteX2-539" fmla="*/ 1251100 w 2291505"/>
              <a:gd name="connsiteY2-540" fmla="*/ 816792 h 1047162"/>
              <a:gd name="connsiteX3-541" fmla="*/ 1137542 w 2291505"/>
              <a:gd name="connsiteY3-542" fmla="*/ 1047162 h 1047162"/>
              <a:gd name="connsiteX4-543" fmla="*/ 1032189 w 2291505"/>
              <a:gd name="connsiteY4-544" fmla="*/ 807268 h 1047162"/>
              <a:gd name="connsiteX5-545" fmla="*/ 1106390 w 2291505"/>
              <a:gd name="connsiteY5-546" fmla="*/ 804886 h 1047162"/>
              <a:gd name="connsiteX6-547" fmla="*/ 0 w 2291505"/>
              <a:gd name="connsiteY6-548" fmla="*/ 0 h 1047162"/>
              <a:gd name="connsiteX0-549" fmla="*/ 2291505 w 2291505"/>
              <a:gd name="connsiteY0-550" fmla="*/ 24448 h 1047162"/>
              <a:gd name="connsiteX1-551" fmla="*/ 1176681 w 2291505"/>
              <a:gd name="connsiteY1-552" fmla="*/ 816792 h 1047162"/>
              <a:gd name="connsiteX2-553" fmla="*/ 1251100 w 2291505"/>
              <a:gd name="connsiteY2-554" fmla="*/ 816792 h 1047162"/>
              <a:gd name="connsiteX3-555" fmla="*/ 1137542 w 2291505"/>
              <a:gd name="connsiteY3-556" fmla="*/ 1047162 h 1047162"/>
              <a:gd name="connsiteX4-557" fmla="*/ 1032189 w 2291505"/>
              <a:gd name="connsiteY4-558" fmla="*/ 807268 h 1047162"/>
              <a:gd name="connsiteX5-559" fmla="*/ 1106390 w 2291505"/>
              <a:gd name="connsiteY5-560" fmla="*/ 804886 h 1047162"/>
              <a:gd name="connsiteX6-561" fmla="*/ 0 w 2291505"/>
              <a:gd name="connsiteY6-562" fmla="*/ 0 h 1047162"/>
              <a:gd name="connsiteX0-563" fmla="*/ 2291505 w 2291505"/>
              <a:gd name="connsiteY0-564" fmla="*/ 24448 h 1047162"/>
              <a:gd name="connsiteX1-565" fmla="*/ 1176681 w 2291505"/>
              <a:gd name="connsiteY1-566" fmla="*/ 816792 h 1047162"/>
              <a:gd name="connsiteX2-567" fmla="*/ 1251100 w 2291505"/>
              <a:gd name="connsiteY2-568" fmla="*/ 816792 h 1047162"/>
              <a:gd name="connsiteX3-569" fmla="*/ 1137542 w 2291505"/>
              <a:gd name="connsiteY3-570" fmla="*/ 1047162 h 1047162"/>
              <a:gd name="connsiteX4-571" fmla="*/ 1032189 w 2291505"/>
              <a:gd name="connsiteY4-572" fmla="*/ 807268 h 1047162"/>
              <a:gd name="connsiteX5-573" fmla="*/ 1106390 w 2291505"/>
              <a:gd name="connsiteY5-574" fmla="*/ 804886 h 1047162"/>
              <a:gd name="connsiteX6-575" fmla="*/ 0 w 2291505"/>
              <a:gd name="connsiteY6-576" fmla="*/ 0 h 1047162"/>
              <a:gd name="connsiteX0-577" fmla="*/ 2373802 w 2373802"/>
              <a:gd name="connsiteY0-578" fmla="*/ 82969 h 1105683"/>
              <a:gd name="connsiteX1-579" fmla="*/ 1258978 w 2373802"/>
              <a:gd name="connsiteY1-580" fmla="*/ 875313 h 1105683"/>
              <a:gd name="connsiteX2-581" fmla="*/ 1333397 w 2373802"/>
              <a:gd name="connsiteY2-582" fmla="*/ 875313 h 1105683"/>
              <a:gd name="connsiteX3-583" fmla="*/ 1219839 w 2373802"/>
              <a:gd name="connsiteY3-584" fmla="*/ 1105683 h 1105683"/>
              <a:gd name="connsiteX4-585" fmla="*/ 1114486 w 2373802"/>
              <a:gd name="connsiteY4-586" fmla="*/ 865789 h 1105683"/>
              <a:gd name="connsiteX5-587" fmla="*/ 1188687 w 2373802"/>
              <a:gd name="connsiteY5-588" fmla="*/ 863407 h 1105683"/>
              <a:gd name="connsiteX6-589" fmla="*/ 82297 w 2373802"/>
              <a:gd name="connsiteY6-590" fmla="*/ 58521 h 1105683"/>
              <a:gd name="connsiteX7-591" fmla="*/ 81104 w 2373802"/>
              <a:gd name="connsiteY7-592" fmla="*/ 62392 h 1105683"/>
              <a:gd name="connsiteX0-593" fmla="*/ 2371042 w 2371042"/>
              <a:gd name="connsiteY0-594" fmla="*/ 52624 h 1075338"/>
              <a:gd name="connsiteX1-595" fmla="*/ 1256218 w 2371042"/>
              <a:gd name="connsiteY1-596" fmla="*/ 844968 h 1075338"/>
              <a:gd name="connsiteX2-597" fmla="*/ 1330637 w 2371042"/>
              <a:gd name="connsiteY2-598" fmla="*/ 844968 h 1075338"/>
              <a:gd name="connsiteX3-599" fmla="*/ 1217079 w 2371042"/>
              <a:gd name="connsiteY3-600" fmla="*/ 1075338 h 1075338"/>
              <a:gd name="connsiteX4-601" fmla="*/ 1111726 w 2371042"/>
              <a:gd name="connsiteY4-602" fmla="*/ 835444 h 1075338"/>
              <a:gd name="connsiteX5-603" fmla="*/ 1185927 w 2371042"/>
              <a:gd name="connsiteY5-604" fmla="*/ 833062 h 1075338"/>
              <a:gd name="connsiteX6-605" fmla="*/ 79537 w 2371042"/>
              <a:gd name="connsiteY6-606" fmla="*/ 28176 h 1075338"/>
              <a:gd name="connsiteX7-607" fmla="*/ 89287 w 2371042"/>
              <a:gd name="connsiteY7-608" fmla="*/ 279697 h 1075338"/>
              <a:gd name="connsiteX0-609" fmla="*/ 2291505 w 2291505"/>
              <a:gd name="connsiteY0-610" fmla="*/ 24448 h 1047162"/>
              <a:gd name="connsiteX1-611" fmla="*/ 1176681 w 2291505"/>
              <a:gd name="connsiteY1-612" fmla="*/ 816792 h 1047162"/>
              <a:gd name="connsiteX2-613" fmla="*/ 1251100 w 2291505"/>
              <a:gd name="connsiteY2-614" fmla="*/ 816792 h 1047162"/>
              <a:gd name="connsiteX3-615" fmla="*/ 1137542 w 2291505"/>
              <a:gd name="connsiteY3-616" fmla="*/ 1047162 h 1047162"/>
              <a:gd name="connsiteX4-617" fmla="*/ 1032189 w 2291505"/>
              <a:gd name="connsiteY4-618" fmla="*/ 807268 h 1047162"/>
              <a:gd name="connsiteX5-619" fmla="*/ 1106390 w 2291505"/>
              <a:gd name="connsiteY5-620" fmla="*/ 804886 h 1047162"/>
              <a:gd name="connsiteX6-621" fmla="*/ 0 w 2291505"/>
              <a:gd name="connsiteY6-622" fmla="*/ 0 h 1047162"/>
              <a:gd name="connsiteX0-623" fmla="*/ 2291505 w 2291505"/>
              <a:gd name="connsiteY0-624" fmla="*/ 24448 h 1047162"/>
              <a:gd name="connsiteX1-625" fmla="*/ 1176681 w 2291505"/>
              <a:gd name="connsiteY1-626" fmla="*/ 816792 h 1047162"/>
              <a:gd name="connsiteX2-627" fmla="*/ 1251100 w 2291505"/>
              <a:gd name="connsiteY2-628" fmla="*/ 816792 h 1047162"/>
              <a:gd name="connsiteX3-629" fmla="*/ 1137542 w 2291505"/>
              <a:gd name="connsiteY3-630" fmla="*/ 1047162 h 1047162"/>
              <a:gd name="connsiteX4-631" fmla="*/ 1032189 w 2291505"/>
              <a:gd name="connsiteY4-632" fmla="*/ 807268 h 1047162"/>
              <a:gd name="connsiteX5-633" fmla="*/ 1106390 w 2291505"/>
              <a:gd name="connsiteY5-634" fmla="*/ 804886 h 1047162"/>
              <a:gd name="connsiteX6-635" fmla="*/ 0 w 2291505"/>
              <a:gd name="connsiteY6-636" fmla="*/ 0 h 1047162"/>
              <a:gd name="connsiteX0-637" fmla="*/ 2291505 w 2291505"/>
              <a:gd name="connsiteY0-638" fmla="*/ 24448 h 1047162"/>
              <a:gd name="connsiteX1-639" fmla="*/ 1176681 w 2291505"/>
              <a:gd name="connsiteY1-640" fmla="*/ 816792 h 1047162"/>
              <a:gd name="connsiteX2-641" fmla="*/ 1251100 w 2291505"/>
              <a:gd name="connsiteY2-642" fmla="*/ 816792 h 1047162"/>
              <a:gd name="connsiteX3-643" fmla="*/ 1140620 w 2291505"/>
              <a:gd name="connsiteY3-644" fmla="*/ 1047162 h 1047162"/>
              <a:gd name="connsiteX4-645" fmla="*/ 1032189 w 2291505"/>
              <a:gd name="connsiteY4-646" fmla="*/ 807268 h 1047162"/>
              <a:gd name="connsiteX5-647" fmla="*/ 1106390 w 2291505"/>
              <a:gd name="connsiteY5-648" fmla="*/ 804886 h 1047162"/>
              <a:gd name="connsiteX6-649" fmla="*/ 0 w 2291505"/>
              <a:gd name="connsiteY6-650" fmla="*/ 0 h 1047162"/>
              <a:gd name="connsiteX0-651" fmla="*/ 2291505 w 2291505"/>
              <a:gd name="connsiteY0-652" fmla="*/ 24448 h 1047162"/>
              <a:gd name="connsiteX1-653" fmla="*/ 1176681 w 2291505"/>
              <a:gd name="connsiteY1-654" fmla="*/ 816792 h 1047162"/>
              <a:gd name="connsiteX2-655" fmla="*/ 1231608 w 2291505"/>
              <a:gd name="connsiteY2-656" fmla="*/ 916804 h 1047162"/>
              <a:gd name="connsiteX3-657" fmla="*/ 1140620 w 2291505"/>
              <a:gd name="connsiteY3-658" fmla="*/ 1047162 h 1047162"/>
              <a:gd name="connsiteX4-659" fmla="*/ 1032189 w 2291505"/>
              <a:gd name="connsiteY4-660" fmla="*/ 807268 h 1047162"/>
              <a:gd name="connsiteX5-661" fmla="*/ 1106390 w 2291505"/>
              <a:gd name="connsiteY5-662" fmla="*/ 804886 h 1047162"/>
              <a:gd name="connsiteX6-663" fmla="*/ 0 w 2291505"/>
              <a:gd name="connsiteY6-664" fmla="*/ 0 h 1047162"/>
              <a:gd name="connsiteX0-665" fmla="*/ 2291505 w 2291505"/>
              <a:gd name="connsiteY0-666" fmla="*/ 24448 h 1047162"/>
              <a:gd name="connsiteX1-667" fmla="*/ 1163344 w 2291505"/>
              <a:gd name="connsiteY1-668" fmla="*/ 914423 h 1047162"/>
              <a:gd name="connsiteX2-669" fmla="*/ 1231608 w 2291505"/>
              <a:gd name="connsiteY2-670" fmla="*/ 916804 h 1047162"/>
              <a:gd name="connsiteX3-671" fmla="*/ 1140620 w 2291505"/>
              <a:gd name="connsiteY3-672" fmla="*/ 1047162 h 1047162"/>
              <a:gd name="connsiteX4-673" fmla="*/ 1032189 w 2291505"/>
              <a:gd name="connsiteY4-674" fmla="*/ 807268 h 1047162"/>
              <a:gd name="connsiteX5-675" fmla="*/ 1106390 w 2291505"/>
              <a:gd name="connsiteY5-676" fmla="*/ 804886 h 1047162"/>
              <a:gd name="connsiteX6-677" fmla="*/ 0 w 2291505"/>
              <a:gd name="connsiteY6-678" fmla="*/ 0 h 1047162"/>
              <a:gd name="connsiteX0-679" fmla="*/ 2291505 w 2291505"/>
              <a:gd name="connsiteY0-680" fmla="*/ 24448 h 1047162"/>
              <a:gd name="connsiteX1-681" fmla="*/ 1163344 w 2291505"/>
              <a:gd name="connsiteY1-682" fmla="*/ 914423 h 1047162"/>
              <a:gd name="connsiteX2-683" fmla="*/ 1231608 w 2291505"/>
              <a:gd name="connsiteY2-684" fmla="*/ 916804 h 1047162"/>
              <a:gd name="connsiteX3-685" fmla="*/ 1140620 w 2291505"/>
              <a:gd name="connsiteY3-686" fmla="*/ 1047162 h 1047162"/>
              <a:gd name="connsiteX4-687" fmla="*/ 1032189 w 2291505"/>
              <a:gd name="connsiteY4-688" fmla="*/ 807268 h 1047162"/>
              <a:gd name="connsiteX5-689" fmla="*/ 1122805 w 2291505"/>
              <a:gd name="connsiteY5-690" fmla="*/ 914424 h 1047162"/>
              <a:gd name="connsiteX6-691" fmla="*/ 0 w 2291505"/>
              <a:gd name="connsiteY6-692" fmla="*/ 0 h 1047162"/>
              <a:gd name="connsiteX0-693" fmla="*/ 2291505 w 2291505"/>
              <a:gd name="connsiteY0-694" fmla="*/ 24448 h 1047162"/>
              <a:gd name="connsiteX1-695" fmla="*/ 1163344 w 2291505"/>
              <a:gd name="connsiteY1-696" fmla="*/ 914423 h 1047162"/>
              <a:gd name="connsiteX2-697" fmla="*/ 1231608 w 2291505"/>
              <a:gd name="connsiteY2-698" fmla="*/ 916804 h 1047162"/>
              <a:gd name="connsiteX3-699" fmla="*/ 1140620 w 2291505"/>
              <a:gd name="connsiteY3-700" fmla="*/ 1047162 h 1047162"/>
              <a:gd name="connsiteX4-701" fmla="*/ 1059889 w 2291505"/>
              <a:gd name="connsiteY4-702" fmla="*/ 907281 h 1047162"/>
              <a:gd name="connsiteX5-703" fmla="*/ 1122805 w 2291505"/>
              <a:gd name="connsiteY5-704" fmla="*/ 914424 h 1047162"/>
              <a:gd name="connsiteX6-705" fmla="*/ 0 w 2291505"/>
              <a:gd name="connsiteY6-706" fmla="*/ 0 h 1047162"/>
              <a:gd name="connsiteX0-707" fmla="*/ 2291505 w 2291505"/>
              <a:gd name="connsiteY0-708" fmla="*/ 24448 h 1078118"/>
              <a:gd name="connsiteX1-709" fmla="*/ 1163344 w 2291505"/>
              <a:gd name="connsiteY1-710" fmla="*/ 914423 h 1078118"/>
              <a:gd name="connsiteX2-711" fmla="*/ 1231608 w 2291505"/>
              <a:gd name="connsiteY2-712" fmla="*/ 916804 h 1078118"/>
              <a:gd name="connsiteX3-713" fmla="*/ 1140620 w 2291505"/>
              <a:gd name="connsiteY3-714" fmla="*/ 1078118 h 1078118"/>
              <a:gd name="connsiteX4-715" fmla="*/ 1059889 w 2291505"/>
              <a:gd name="connsiteY4-716" fmla="*/ 907281 h 1078118"/>
              <a:gd name="connsiteX5-717" fmla="*/ 1122805 w 2291505"/>
              <a:gd name="connsiteY5-718" fmla="*/ 914424 h 1078118"/>
              <a:gd name="connsiteX6-719" fmla="*/ 0 w 2291505"/>
              <a:gd name="connsiteY6-720" fmla="*/ 0 h 1078118"/>
              <a:gd name="connsiteX0-721" fmla="*/ 2291505 w 2291505"/>
              <a:gd name="connsiteY0-722" fmla="*/ 24448 h 1078118"/>
              <a:gd name="connsiteX1-723" fmla="*/ 1163344 w 2291505"/>
              <a:gd name="connsiteY1-724" fmla="*/ 914423 h 1078118"/>
              <a:gd name="connsiteX2-725" fmla="*/ 1231608 w 2291505"/>
              <a:gd name="connsiteY2-726" fmla="*/ 916804 h 1078118"/>
              <a:gd name="connsiteX3-727" fmla="*/ 1140620 w 2291505"/>
              <a:gd name="connsiteY3-728" fmla="*/ 1078118 h 1078118"/>
              <a:gd name="connsiteX4-729" fmla="*/ 1059889 w 2291505"/>
              <a:gd name="connsiteY4-730" fmla="*/ 907281 h 1078118"/>
              <a:gd name="connsiteX5-731" fmla="*/ 1116649 w 2291505"/>
              <a:gd name="connsiteY5-732" fmla="*/ 907280 h 1078118"/>
              <a:gd name="connsiteX6-733" fmla="*/ 0 w 2291505"/>
              <a:gd name="connsiteY6-734" fmla="*/ 0 h 1078118"/>
              <a:gd name="connsiteX0-735" fmla="*/ 2291505 w 2291505"/>
              <a:gd name="connsiteY0-736" fmla="*/ 24448 h 1078118"/>
              <a:gd name="connsiteX1-737" fmla="*/ 1166422 w 2291505"/>
              <a:gd name="connsiteY1-738" fmla="*/ 909661 h 1078118"/>
              <a:gd name="connsiteX2-739" fmla="*/ 1231608 w 2291505"/>
              <a:gd name="connsiteY2-740" fmla="*/ 916804 h 1078118"/>
              <a:gd name="connsiteX3-741" fmla="*/ 1140620 w 2291505"/>
              <a:gd name="connsiteY3-742" fmla="*/ 1078118 h 1078118"/>
              <a:gd name="connsiteX4-743" fmla="*/ 1059889 w 2291505"/>
              <a:gd name="connsiteY4-744" fmla="*/ 907281 h 1078118"/>
              <a:gd name="connsiteX5-745" fmla="*/ 1116649 w 2291505"/>
              <a:gd name="connsiteY5-746" fmla="*/ 907280 h 1078118"/>
              <a:gd name="connsiteX6-747" fmla="*/ 0 w 2291505"/>
              <a:gd name="connsiteY6-748" fmla="*/ 0 h 1078118"/>
              <a:gd name="connsiteX0-749" fmla="*/ 2291505 w 2291505"/>
              <a:gd name="connsiteY0-750" fmla="*/ 24448 h 1078118"/>
              <a:gd name="connsiteX1-751" fmla="*/ 1166422 w 2291505"/>
              <a:gd name="connsiteY1-752" fmla="*/ 916805 h 1078118"/>
              <a:gd name="connsiteX2-753" fmla="*/ 1231608 w 2291505"/>
              <a:gd name="connsiteY2-754" fmla="*/ 916804 h 1078118"/>
              <a:gd name="connsiteX3-755" fmla="*/ 1140620 w 2291505"/>
              <a:gd name="connsiteY3-756" fmla="*/ 1078118 h 1078118"/>
              <a:gd name="connsiteX4-757" fmla="*/ 1059889 w 2291505"/>
              <a:gd name="connsiteY4-758" fmla="*/ 907281 h 1078118"/>
              <a:gd name="connsiteX5-759" fmla="*/ 1116649 w 2291505"/>
              <a:gd name="connsiteY5-760" fmla="*/ 907280 h 1078118"/>
              <a:gd name="connsiteX6-761" fmla="*/ 0 w 2291505"/>
              <a:gd name="connsiteY6-762" fmla="*/ 0 h 1078118"/>
              <a:gd name="connsiteX0-763" fmla="*/ 2291505 w 2291505"/>
              <a:gd name="connsiteY0-764" fmla="*/ 24448 h 1078118"/>
              <a:gd name="connsiteX1-765" fmla="*/ 1166422 w 2291505"/>
              <a:gd name="connsiteY1-766" fmla="*/ 916805 h 1078118"/>
              <a:gd name="connsiteX2-767" fmla="*/ 1231608 w 2291505"/>
              <a:gd name="connsiteY2-768" fmla="*/ 916804 h 1078118"/>
              <a:gd name="connsiteX3-769" fmla="*/ 1140620 w 2291505"/>
              <a:gd name="connsiteY3-770" fmla="*/ 1078118 h 1078118"/>
              <a:gd name="connsiteX4-771" fmla="*/ 1059889 w 2291505"/>
              <a:gd name="connsiteY4-772" fmla="*/ 907281 h 1078118"/>
              <a:gd name="connsiteX5-773" fmla="*/ 1116649 w 2291505"/>
              <a:gd name="connsiteY5-774" fmla="*/ 919186 h 1078118"/>
              <a:gd name="connsiteX6-775" fmla="*/ 0 w 2291505"/>
              <a:gd name="connsiteY6-776" fmla="*/ 0 h 1078118"/>
              <a:gd name="connsiteX0-777" fmla="*/ 2291505 w 2291505"/>
              <a:gd name="connsiteY0-778" fmla="*/ 24448 h 1078118"/>
              <a:gd name="connsiteX1-779" fmla="*/ 1166422 w 2291505"/>
              <a:gd name="connsiteY1-780" fmla="*/ 916805 h 1078118"/>
              <a:gd name="connsiteX2-781" fmla="*/ 1231608 w 2291505"/>
              <a:gd name="connsiteY2-782" fmla="*/ 916804 h 1078118"/>
              <a:gd name="connsiteX3-783" fmla="*/ 1140620 w 2291505"/>
              <a:gd name="connsiteY3-784" fmla="*/ 1078118 h 1078118"/>
              <a:gd name="connsiteX4-785" fmla="*/ 1061941 w 2291505"/>
              <a:gd name="connsiteY4-786" fmla="*/ 919187 h 1078118"/>
              <a:gd name="connsiteX5-787" fmla="*/ 1116649 w 2291505"/>
              <a:gd name="connsiteY5-788" fmla="*/ 919186 h 1078118"/>
              <a:gd name="connsiteX6-789" fmla="*/ 0 w 2291505"/>
              <a:gd name="connsiteY6-790" fmla="*/ 0 h 1078118"/>
              <a:gd name="connsiteX0-791" fmla="*/ 2291505 w 2291505"/>
              <a:gd name="connsiteY0-792" fmla="*/ 24448 h 1078118"/>
              <a:gd name="connsiteX1-793" fmla="*/ 1170526 w 2291505"/>
              <a:gd name="connsiteY1-794" fmla="*/ 914424 h 1078118"/>
              <a:gd name="connsiteX2-795" fmla="*/ 1231608 w 2291505"/>
              <a:gd name="connsiteY2-796" fmla="*/ 916804 h 1078118"/>
              <a:gd name="connsiteX3-797" fmla="*/ 1140620 w 2291505"/>
              <a:gd name="connsiteY3-798" fmla="*/ 1078118 h 1078118"/>
              <a:gd name="connsiteX4-799" fmla="*/ 1061941 w 2291505"/>
              <a:gd name="connsiteY4-800" fmla="*/ 919187 h 1078118"/>
              <a:gd name="connsiteX5-801" fmla="*/ 1116649 w 2291505"/>
              <a:gd name="connsiteY5-802" fmla="*/ 919186 h 1078118"/>
              <a:gd name="connsiteX6-803" fmla="*/ 0 w 2291505"/>
              <a:gd name="connsiteY6-804" fmla="*/ 0 h 1078118"/>
              <a:gd name="connsiteX0-805" fmla="*/ 2291505 w 2291505"/>
              <a:gd name="connsiteY0-806" fmla="*/ 24448 h 1078118"/>
              <a:gd name="connsiteX1-807" fmla="*/ 1170526 w 2291505"/>
              <a:gd name="connsiteY1-808" fmla="*/ 914424 h 1078118"/>
              <a:gd name="connsiteX2-809" fmla="*/ 1231608 w 2291505"/>
              <a:gd name="connsiteY2-810" fmla="*/ 916804 h 1078118"/>
              <a:gd name="connsiteX3-811" fmla="*/ 1140620 w 2291505"/>
              <a:gd name="connsiteY3-812" fmla="*/ 1078118 h 1078118"/>
              <a:gd name="connsiteX4-813" fmla="*/ 1057838 w 2291505"/>
              <a:gd name="connsiteY4-814" fmla="*/ 919187 h 1078118"/>
              <a:gd name="connsiteX5-815" fmla="*/ 1116649 w 2291505"/>
              <a:gd name="connsiteY5-816" fmla="*/ 919186 h 1078118"/>
              <a:gd name="connsiteX6-817" fmla="*/ 0 w 2291505"/>
              <a:gd name="connsiteY6-818" fmla="*/ 0 h 1078118"/>
              <a:gd name="connsiteX0-819" fmla="*/ 2291505 w 2291505"/>
              <a:gd name="connsiteY0-820" fmla="*/ 24448 h 1078118"/>
              <a:gd name="connsiteX1-821" fmla="*/ 1170526 w 2291505"/>
              <a:gd name="connsiteY1-822" fmla="*/ 914424 h 1078118"/>
              <a:gd name="connsiteX2-823" fmla="*/ 1231608 w 2291505"/>
              <a:gd name="connsiteY2-824" fmla="*/ 916804 h 1078118"/>
              <a:gd name="connsiteX3-825" fmla="*/ 1140620 w 2291505"/>
              <a:gd name="connsiteY3-826" fmla="*/ 1078118 h 1078118"/>
              <a:gd name="connsiteX4-827" fmla="*/ 1057838 w 2291505"/>
              <a:gd name="connsiteY4-828" fmla="*/ 919187 h 1078118"/>
              <a:gd name="connsiteX5-829" fmla="*/ 1116649 w 2291505"/>
              <a:gd name="connsiteY5-830" fmla="*/ 919186 h 1078118"/>
              <a:gd name="connsiteX6-831" fmla="*/ 0 w 2291505"/>
              <a:gd name="connsiteY6-832" fmla="*/ 0 h 1078118"/>
              <a:gd name="connsiteX0-833" fmla="*/ 2291505 w 2291505"/>
              <a:gd name="connsiteY0-834" fmla="*/ 24448 h 1078118"/>
              <a:gd name="connsiteX1-835" fmla="*/ 1169500 w 2291505"/>
              <a:gd name="connsiteY1-836" fmla="*/ 914424 h 1078118"/>
              <a:gd name="connsiteX2-837" fmla="*/ 1231608 w 2291505"/>
              <a:gd name="connsiteY2-838" fmla="*/ 916804 h 1078118"/>
              <a:gd name="connsiteX3-839" fmla="*/ 1140620 w 2291505"/>
              <a:gd name="connsiteY3-840" fmla="*/ 1078118 h 1078118"/>
              <a:gd name="connsiteX4-841" fmla="*/ 1057838 w 2291505"/>
              <a:gd name="connsiteY4-842" fmla="*/ 919187 h 1078118"/>
              <a:gd name="connsiteX5-843" fmla="*/ 1116649 w 2291505"/>
              <a:gd name="connsiteY5-844" fmla="*/ 919186 h 1078118"/>
              <a:gd name="connsiteX6-845" fmla="*/ 0 w 2291505"/>
              <a:gd name="connsiteY6-846" fmla="*/ 0 h 1078118"/>
              <a:gd name="connsiteX0-847" fmla="*/ 2291505 w 2291505"/>
              <a:gd name="connsiteY0-848" fmla="*/ 24448 h 1099549"/>
              <a:gd name="connsiteX1-849" fmla="*/ 1169500 w 2291505"/>
              <a:gd name="connsiteY1-850" fmla="*/ 914424 h 1099549"/>
              <a:gd name="connsiteX2-851" fmla="*/ 1231608 w 2291505"/>
              <a:gd name="connsiteY2-852" fmla="*/ 916804 h 1099549"/>
              <a:gd name="connsiteX3-853" fmla="*/ 1140620 w 2291505"/>
              <a:gd name="connsiteY3-854" fmla="*/ 1099549 h 1099549"/>
              <a:gd name="connsiteX4-855" fmla="*/ 1057838 w 2291505"/>
              <a:gd name="connsiteY4-856" fmla="*/ 919187 h 1099549"/>
              <a:gd name="connsiteX5-857" fmla="*/ 1116649 w 2291505"/>
              <a:gd name="connsiteY5-858" fmla="*/ 919186 h 1099549"/>
              <a:gd name="connsiteX6-859" fmla="*/ 0 w 2291505"/>
              <a:gd name="connsiteY6-860" fmla="*/ 0 h 1099549"/>
              <a:gd name="connsiteX0-861" fmla="*/ 2291505 w 2291505"/>
              <a:gd name="connsiteY0-862" fmla="*/ 24448 h 1099549"/>
              <a:gd name="connsiteX1-863" fmla="*/ 1169500 w 2291505"/>
              <a:gd name="connsiteY1-864" fmla="*/ 914424 h 1099549"/>
              <a:gd name="connsiteX2-865" fmla="*/ 1231608 w 2291505"/>
              <a:gd name="connsiteY2-866" fmla="*/ 916804 h 1099549"/>
              <a:gd name="connsiteX3-867" fmla="*/ 1140620 w 2291505"/>
              <a:gd name="connsiteY3-868" fmla="*/ 1099549 h 1099549"/>
              <a:gd name="connsiteX4-869" fmla="*/ 1057838 w 2291505"/>
              <a:gd name="connsiteY4-870" fmla="*/ 919187 h 1099549"/>
              <a:gd name="connsiteX5-871" fmla="*/ 1116649 w 2291505"/>
              <a:gd name="connsiteY5-872" fmla="*/ 919186 h 1099549"/>
              <a:gd name="connsiteX6-873" fmla="*/ 0 w 2291505"/>
              <a:gd name="connsiteY6-874" fmla="*/ 0 h 1099549"/>
              <a:gd name="connsiteX0-875" fmla="*/ 2291505 w 2291505"/>
              <a:gd name="connsiteY0-876" fmla="*/ 24448 h 1097168"/>
              <a:gd name="connsiteX1-877" fmla="*/ 1169500 w 2291505"/>
              <a:gd name="connsiteY1-878" fmla="*/ 914424 h 1097168"/>
              <a:gd name="connsiteX2-879" fmla="*/ 1231608 w 2291505"/>
              <a:gd name="connsiteY2-880" fmla="*/ 916804 h 1097168"/>
              <a:gd name="connsiteX3-881" fmla="*/ 1144724 w 2291505"/>
              <a:gd name="connsiteY3-882" fmla="*/ 1097168 h 1097168"/>
              <a:gd name="connsiteX4-883" fmla="*/ 1057838 w 2291505"/>
              <a:gd name="connsiteY4-884" fmla="*/ 919187 h 1097168"/>
              <a:gd name="connsiteX5-885" fmla="*/ 1116649 w 2291505"/>
              <a:gd name="connsiteY5-886" fmla="*/ 919186 h 1097168"/>
              <a:gd name="connsiteX6-887" fmla="*/ 0 w 2291505"/>
              <a:gd name="connsiteY6-888" fmla="*/ 0 h 1097168"/>
              <a:gd name="connsiteX0-889" fmla="*/ 2291505 w 2291505"/>
              <a:gd name="connsiteY0-890" fmla="*/ 24448 h 1097168"/>
              <a:gd name="connsiteX1-891" fmla="*/ 1169500 w 2291505"/>
              <a:gd name="connsiteY1-892" fmla="*/ 914424 h 1097168"/>
              <a:gd name="connsiteX2-893" fmla="*/ 1231608 w 2291505"/>
              <a:gd name="connsiteY2-894" fmla="*/ 916804 h 1097168"/>
              <a:gd name="connsiteX3-895" fmla="*/ 1144724 w 2291505"/>
              <a:gd name="connsiteY3-896" fmla="*/ 1097168 h 1097168"/>
              <a:gd name="connsiteX4-897" fmla="*/ 1057838 w 2291505"/>
              <a:gd name="connsiteY4-898" fmla="*/ 919187 h 1097168"/>
              <a:gd name="connsiteX5-899" fmla="*/ 1116649 w 2291505"/>
              <a:gd name="connsiteY5-900" fmla="*/ 919186 h 1097168"/>
              <a:gd name="connsiteX6-901" fmla="*/ 0 w 2291505"/>
              <a:gd name="connsiteY6-902" fmla="*/ 0 h 1097168"/>
              <a:gd name="connsiteX0-903" fmla="*/ 2291505 w 2291505"/>
              <a:gd name="connsiteY0-904" fmla="*/ 24448 h 1097168"/>
              <a:gd name="connsiteX1-905" fmla="*/ 1169500 w 2291505"/>
              <a:gd name="connsiteY1-906" fmla="*/ 914424 h 1097168"/>
              <a:gd name="connsiteX2-907" fmla="*/ 1231608 w 2291505"/>
              <a:gd name="connsiteY2-908" fmla="*/ 916804 h 1097168"/>
              <a:gd name="connsiteX3-909" fmla="*/ 1141646 w 2291505"/>
              <a:gd name="connsiteY3-910" fmla="*/ 1097168 h 1097168"/>
              <a:gd name="connsiteX4-911" fmla="*/ 1057838 w 2291505"/>
              <a:gd name="connsiteY4-912" fmla="*/ 919187 h 1097168"/>
              <a:gd name="connsiteX5-913" fmla="*/ 1116649 w 2291505"/>
              <a:gd name="connsiteY5-914" fmla="*/ 919186 h 1097168"/>
              <a:gd name="connsiteX6-915" fmla="*/ 0 w 2291505"/>
              <a:gd name="connsiteY6-916" fmla="*/ 0 h 1097168"/>
              <a:gd name="connsiteX0-917" fmla="*/ 2291505 w 2291505"/>
              <a:gd name="connsiteY0-918" fmla="*/ 24448 h 1097168"/>
              <a:gd name="connsiteX1-919" fmla="*/ 1152749 w 2291505"/>
              <a:gd name="connsiteY1-920" fmla="*/ 916805 h 1097168"/>
              <a:gd name="connsiteX2-921" fmla="*/ 1231608 w 2291505"/>
              <a:gd name="connsiteY2-922" fmla="*/ 916804 h 1097168"/>
              <a:gd name="connsiteX3-923" fmla="*/ 1141646 w 2291505"/>
              <a:gd name="connsiteY3-924" fmla="*/ 1097168 h 1097168"/>
              <a:gd name="connsiteX4-925" fmla="*/ 1057838 w 2291505"/>
              <a:gd name="connsiteY4-926" fmla="*/ 919187 h 1097168"/>
              <a:gd name="connsiteX5-927" fmla="*/ 1116649 w 2291505"/>
              <a:gd name="connsiteY5-928" fmla="*/ 919186 h 1097168"/>
              <a:gd name="connsiteX6-929" fmla="*/ 0 w 2291505"/>
              <a:gd name="connsiteY6-930" fmla="*/ 0 h 1097168"/>
              <a:gd name="connsiteX0-931" fmla="*/ 2291505 w 2291505"/>
              <a:gd name="connsiteY0-932" fmla="*/ 24448 h 1097168"/>
              <a:gd name="connsiteX1-933" fmla="*/ 1152749 w 2291505"/>
              <a:gd name="connsiteY1-934" fmla="*/ 916805 h 1097168"/>
              <a:gd name="connsiteX2-935" fmla="*/ 1231608 w 2291505"/>
              <a:gd name="connsiteY2-936" fmla="*/ 916804 h 1097168"/>
              <a:gd name="connsiteX3-937" fmla="*/ 1141646 w 2291505"/>
              <a:gd name="connsiteY3-938" fmla="*/ 1097168 h 1097168"/>
              <a:gd name="connsiteX4-939" fmla="*/ 1057838 w 2291505"/>
              <a:gd name="connsiteY4-940" fmla="*/ 919187 h 1097168"/>
              <a:gd name="connsiteX5-941" fmla="*/ 1130755 w 2291505"/>
              <a:gd name="connsiteY5-942" fmla="*/ 919186 h 1097168"/>
              <a:gd name="connsiteX6-943" fmla="*/ 0 w 2291505"/>
              <a:gd name="connsiteY6-944" fmla="*/ 0 h 1097168"/>
              <a:gd name="connsiteX0-945" fmla="*/ 2291505 w 2291505"/>
              <a:gd name="connsiteY0-946" fmla="*/ 24448 h 1097168"/>
              <a:gd name="connsiteX1-947" fmla="*/ 1152749 w 2291505"/>
              <a:gd name="connsiteY1-948" fmla="*/ 916805 h 1097168"/>
              <a:gd name="connsiteX2-949" fmla="*/ 1231608 w 2291505"/>
              <a:gd name="connsiteY2-950" fmla="*/ 916804 h 1097168"/>
              <a:gd name="connsiteX3-951" fmla="*/ 1141646 w 2291505"/>
              <a:gd name="connsiteY3-952" fmla="*/ 1097168 h 1097168"/>
              <a:gd name="connsiteX4-953" fmla="*/ 1057838 w 2291505"/>
              <a:gd name="connsiteY4-954" fmla="*/ 919187 h 1097168"/>
              <a:gd name="connsiteX5-955" fmla="*/ 1134281 w 2291505"/>
              <a:gd name="connsiteY5-956" fmla="*/ 919186 h 1097168"/>
              <a:gd name="connsiteX6-957" fmla="*/ 0 w 2291505"/>
              <a:gd name="connsiteY6-958" fmla="*/ 0 h 1097168"/>
              <a:gd name="connsiteX0-959" fmla="*/ 2291505 w 2291505"/>
              <a:gd name="connsiteY0-960" fmla="*/ 24448 h 1097168"/>
              <a:gd name="connsiteX1-961" fmla="*/ 1150986 w 2291505"/>
              <a:gd name="connsiteY1-962" fmla="*/ 921567 h 1097168"/>
              <a:gd name="connsiteX2-963" fmla="*/ 1231608 w 2291505"/>
              <a:gd name="connsiteY2-964" fmla="*/ 916804 h 1097168"/>
              <a:gd name="connsiteX3-965" fmla="*/ 1141646 w 2291505"/>
              <a:gd name="connsiteY3-966" fmla="*/ 1097168 h 1097168"/>
              <a:gd name="connsiteX4-967" fmla="*/ 1057838 w 2291505"/>
              <a:gd name="connsiteY4-968" fmla="*/ 919187 h 1097168"/>
              <a:gd name="connsiteX5-969" fmla="*/ 1134281 w 2291505"/>
              <a:gd name="connsiteY5-970" fmla="*/ 919186 h 1097168"/>
              <a:gd name="connsiteX6-971" fmla="*/ 0 w 2291505"/>
              <a:gd name="connsiteY6-972" fmla="*/ 0 h 1097168"/>
              <a:gd name="connsiteX0-973" fmla="*/ 2291505 w 2291505"/>
              <a:gd name="connsiteY0-974" fmla="*/ 24448 h 1097168"/>
              <a:gd name="connsiteX1-975" fmla="*/ 1150986 w 2291505"/>
              <a:gd name="connsiteY1-976" fmla="*/ 921567 h 1097168"/>
              <a:gd name="connsiteX2-977" fmla="*/ 1205160 w 2291505"/>
              <a:gd name="connsiteY2-978" fmla="*/ 921566 h 1097168"/>
              <a:gd name="connsiteX3-979" fmla="*/ 1141646 w 2291505"/>
              <a:gd name="connsiteY3-980" fmla="*/ 1097168 h 1097168"/>
              <a:gd name="connsiteX4-981" fmla="*/ 1057838 w 2291505"/>
              <a:gd name="connsiteY4-982" fmla="*/ 919187 h 1097168"/>
              <a:gd name="connsiteX5-983" fmla="*/ 1134281 w 2291505"/>
              <a:gd name="connsiteY5-984" fmla="*/ 919186 h 1097168"/>
              <a:gd name="connsiteX6-985" fmla="*/ 0 w 2291505"/>
              <a:gd name="connsiteY6-986" fmla="*/ 0 h 1097168"/>
              <a:gd name="connsiteX0-987" fmla="*/ 2291505 w 2291505"/>
              <a:gd name="connsiteY0-988" fmla="*/ 24448 h 1097168"/>
              <a:gd name="connsiteX1-989" fmla="*/ 1150986 w 2291505"/>
              <a:gd name="connsiteY1-990" fmla="*/ 921567 h 1097168"/>
              <a:gd name="connsiteX2-991" fmla="*/ 1205160 w 2291505"/>
              <a:gd name="connsiteY2-992" fmla="*/ 921566 h 1097168"/>
              <a:gd name="connsiteX3-993" fmla="*/ 1141646 w 2291505"/>
              <a:gd name="connsiteY3-994" fmla="*/ 1097168 h 1097168"/>
              <a:gd name="connsiteX4-995" fmla="*/ 1071944 w 2291505"/>
              <a:gd name="connsiteY4-996" fmla="*/ 926331 h 1097168"/>
              <a:gd name="connsiteX5-997" fmla="*/ 1134281 w 2291505"/>
              <a:gd name="connsiteY5-998" fmla="*/ 919186 h 1097168"/>
              <a:gd name="connsiteX6-999" fmla="*/ 0 w 2291505"/>
              <a:gd name="connsiteY6-1000" fmla="*/ 0 h 1097168"/>
              <a:gd name="connsiteX0-1001" fmla="*/ 2291505 w 2291505"/>
              <a:gd name="connsiteY0-1002" fmla="*/ 24448 h 1099550"/>
              <a:gd name="connsiteX1-1003" fmla="*/ 1150986 w 2291505"/>
              <a:gd name="connsiteY1-1004" fmla="*/ 921567 h 1099550"/>
              <a:gd name="connsiteX2-1005" fmla="*/ 1205160 w 2291505"/>
              <a:gd name="connsiteY2-1006" fmla="*/ 921566 h 1099550"/>
              <a:gd name="connsiteX3-1007" fmla="*/ 1141646 w 2291505"/>
              <a:gd name="connsiteY3-1008" fmla="*/ 1099550 h 1099550"/>
              <a:gd name="connsiteX4-1009" fmla="*/ 1071944 w 2291505"/>
              <a:gd name="connsiteY4-1010" fmla="*/ 926331 h 1099550"/>
              <a:gd name="connsiteX5-1011" fmla="*/ 1134281 w 2291505"/>
              <a:gd name="connsiteY5-1012" fmla="*/ 919186 h 1099550"/>
              <a:gd name="connsiteX6-1013" fmla="*/ 0 w 2291505"/>
              <a:gd name="connsiteY6-1014" fmla="*/ 0 h 1099550"/>
              <a:gd name="connsiteX0-1015" fmla="*/ 2291505 w 2291505"/>
              <a:gd name="connsiteY0-1016" fmla="*/ 24448 h 1099550"/>
              <a:gd name="connsiteX1-1017" fmla="*/ 1150986 w 2291505"/>
              <a:gd name="connsiteY1-1018" fmla="*/ 921567 h 1099550"/>
              <a:gd name="connsiteX2-1019" fmla="*/ 1205160 w 2291505"/>
              <a:gd name="connsiteY2-1020" fmla="*/ 921566 h 1099550"/>
              <a:gd name="connsiteX3-1021" fmla="*/ 1141646 w 2291505"/>
              <a:gd name="connsiteY3-1022" fmla="*/ 1099550 h 1099550"/>
              <a:gd name="connsiteX4-1023" fmla="*/ 1076352 w 2291505"/>
              <a:gd name="connsiteY4-1024" fmla="*/ 914425 h 1099550"/>
              <a:gd name="connsiteX5-1025" fmla="*/ 1134281 w 2291505"/>
              <a:gd name="connsiteY5-1026" fmla="*/ 919186 h 1099550"/>
              <a:gd name="connsiteX6-1027" fmla="*/ 0 w 2291505"/>
              <a:gd name="connsiteY6-1028" fmla="*/ 0 h 1099550"/>
              <a:gd name="connsiteX0-1029" fmla="*/ 2291505 w 2291505"/>
              <a:gd name="connsiteY0-1030" fmla="*/ 24448 h 1099550"/>
              <a:gd name="connsiteX1-1031" fmla="*/ 1150986 w 2291505"/>
              <a:gd name="connsiteY1-1032" fmla="*/ 921567 h 1099550"/>
              <a:gd name="connsiteX2-1033" fmla="*/ 1207805 w 2291505"/>
              <a:gd name="connsiteY2-1034" fmla="*/ 916803 h 1099550"/>
              <a:gd name="connsiteX3-1035" fmla="*/ 1141646 w 2291505"/>
              <a:gd name="connsiteY3-1036" fmla="*/ 1099550 h 1099550"/>
              <a:gd name="connsiteX4-1037" fmla="*/ 1076352 w 2291505"/>
              <a:gd name="connsiteY4-1038" fmla="*/ 914425 h 1099550"/>
              <a:gd name="connsiteX5-1039" fmla="*/ 1134281 w 2291505"/>
              <a:gd name="connsiteY5-1040" fmla="*/ 919186 h 1099550"/>
              <a:gd name="connsiteX6-1041" fmla="*/ 0 w 2291505"/>
              <a:gd name="connsiteY6-1042" fmla="*/ 0 h 1099550"/>
              <a:gd name="connsiteX0-1043" fmla="*/ 2291505 w 2291505"/>
              <a:gd name="connsiteY0-1044" fmla="*/ 24448 h 1099550"/>
              <a:gd name="connsiteX1-1045" fmla="*/ 1150986 w 2291505"/>
              <a:gd name="connsiteY1-1046" fmla="*/ 921567 h 1099550"/>
              <a:gd name="connsiteX2-1047" fmla="*/ 1200752 w 2291505"/>
              <a:gd name="connsiteY2-1048" fmla="*/ 919184 h 1099550"/>
              <a:gd name="connsiteX3-1049" fmla="*/ 1141646 w 2291505"/>
              <a:gd name="connsiteY3-1050" fmla="*/ 1099550 h 1099550"/>
              <a:gd name="connsiteX4-1051" fmla="*/ 1076352 w 2291505"/>
              <a:gd name="connsiteY4-1052" fmla="*/ 914425 h 1099550"/>
              <a:gd name="connsiteX5-1053" fmla="*/ 1134281 w 2291505"/>
              <a:gd name="connsiteY5-1054" fmla="*/ 919186 h 1099550"/>
              <a:gd name="connsiteX6-1055" fmla="*/ 0 w 2291505"/>
              <a:gd name="connsiteY6-1056" fmla="*/ 0 h 1099550"/>
              <a:gd name="connsiteX0-1057" fmla="*/ 2291505 w 2291505"/>
              <a:gd name="connsiteY0-1058" fmla="*/ 24448 h 1099550"/>
              <a:gd name="connsiteX1-1059" fmla="*/ 1150986 w 2291505"/>
              <a:gd name="connsiteY1-1060" fmla="*/ 921567 h 1099550"/>
              <a:gd name="connsiteX2-1061" fmla="*/ 1200752 w 2291505"/>
              <a:gd name="connsiteY2-1062" fmla="*/ 919184 h 1099550"/>
              <a:gd name="connsiteX3-1063" fmla="*/ 1141646 w 2291505"/>
              <a:gd name="connsiteY3-1064" fmla="*/ 1099550 h 1099550"/>
              <a:gd name="connsiteX4-1065" fmla="*/ 1082523 w 2291505"/>
              <a:gd name="connsiteY4-1066" fmla="*/ 916806 h 1099550"/>
              <a:gd name="connsiteX5-1067" fmla="*/ 1134281 w 2291505"/>
              <a:gd name="connsiteY5-1068" fmla="*/ 919186 h 1099550"/>
              <a:gd name="connsiteX6-1069" fmla="*/ 0 w 2291505"/>
              <a:gd name="connsiteY6-1070" fmla="*/ 0 h 1099550"/>
              <a:gd name="connsiteX0-1071" fmla="*/ 2291505 w 2291505"/>
              <a:gd name="connsiteY0-1072" fmla="*/ 24448 h 1099550"/>
              <a:gd name="connsiteX1-1073" fmla="*/ 1154512 w 2291505"/>
              <a:gd name="connsiteY1-1074" fmla="*/ 919185 h 1099550"/>
              <a:gd name="connsiteX2-1075" fmla="*/ 1200752 w 2291505"/>
              <a:gd name="connsiteY2-1076" fmla="*/ 919184 h 1099550"/>
              <a:gd name="connsiteX3-1077" fmla="*/ 1141646 w 2291505"/>
              <a:gd name="connsiteY3-1078" fmla="*/ 1099550 h 1099550"/>
              <a:gd name="connsiteX4-1079" fmla="*/ 1082523 w 2291505"/>
              <a:gd name="connsiteY4-1080" fmla="*/ 916806 h 1099550"/>
              <a:gd name="connsiteX5-1081" fmla="*/ 1134281 w 2291505"/>
              <a:gd name="connsiteY5-1082" fmla="*/ 919186 h 1099550"/>
              <a:gd name="connsiteX6-1083" fmla="*/ 0 w 2291505"/>
              <a:gd name="connsiteY6-1084" fmla="*/ 0 h 1099550"/>
              <a:gd name="connsiteX0-1085" fmla="*/ 2291505 w 2291505"/>
              <a:gd name="connsiteY0-1086" fmla="*/ 24448 h 1099550"/>
              <a:gd name="connsiteX1-1087" fmla="*/ 1154512 w 2291505"/>
              <a:gd name="connsiteY1-1088" fmla="*/ 919185 h 1099550"/>
              <a:gd name="connsiteX2-1089" fmla="*/ 1200752 w 2291505"/>
              <a:gd name="connsiteY2-1090" fmla="*/ 919184 h 1099550"/>
              <a:gd name="connsiteX3-1091" fmla="*/ 1141646 w 2291505"/>
              <a:gd name="connsiteY3-1092" fmla="*/ 1099550 h 1099550"/>
              <a:gd name="connsiteX4-1093" fmla="*/ 1082523 w 2291505"/>
              <a:gd name="connsiteY4-1094" fmla="*/ 916806 h 1099550"/>
              <a:gd name="connsiteX5-1095" fmla="*/ 1129873 w 2291505"/>
              <a:gd name="connsiteY5-1096" fmla="*/ 916805 h 1099550"/>
              <a:gd name="connsiteX6-1097" fmla="*/ 0 w 2291505"/>
              <a:gd name="connsiteY6-1098" fmla="*/ 0 h 1099550"/>
              <a:gd name="connsiteX0-1099" fmla="*/ 2291505 w 2291505"/>
              <a:gd name="connsiteY0-1100" fmla="*/ 24448 h 1099550"/>
              <a:gd name="connsiteX1-1101" fmla="*/ 1154512 w 2291505"/>
              <a:gd name="connsiteY1-1102" fmla="*/ 919185 h 1099550"/>
              <a:gd name="connsiteX2-1103" fmla="*/ 1200752 w 2291505"/>
              <a:gd name="connsiteY2-1104" fmla="*/ 919184 h 1099550"/>
              <a:gd name="connsiteX3-1105" fmla="*/ 1141646 w 2291505"/>
              <a:gd name="connsiteY3-1106" fmla="*/ 1099550 h 1099550"/>
              <a:gd name="connsiteX4-1107" fmla="*/ 1082523 w 2291505"/>
              <a:gd name="connsiteY4-1108" fmla="*/ 916806 h 1099550"/>
              <a:gd name="connsiteX5-1109" fmla="*/ 1129873 w 2291505"/>
              <a:gd name="connsiteY5-1110" fmla="*/ 916805 h 1099550"/>
              <a:gd name="connsiteX6-1111" fmla="*/ 0 w 2291505"/>
              <a:gd name="connsiteY6-1112" fmla="*/ 0 h 1099550"/>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2291505" h="1099550">
                <a:moveTo>
                  <a:pt x="2291505" y="24448"/>
                </a:moveTo>
                <a:cubicBezTo>
                  <a:pt x="1777825" y="171088"/>
                  <a:pt x="1444940" y="421708"/>
                  <a:pt x="1154512" y="919185"/>
                </a:cubicBezTo>
                <a:lnTo>
                  <a:pt x="1200752" y="919184"/>
                </a:lnTo>
                <a:lnTo>
                  <a:pt x="1141646" y="1099550"/>
                </a:lnTo>
                <a:lnTo>
                  <a:pt x="1082523" y="916806"/>
                </a:lnTo>
                <a:lnTo>
                  <a:pt x="1129873" y="916805"/>
                </a:lnTo>
                <a:cubicBezTo>
                  <a:pt x="832707" y="243909"/>
                  <a:pt x="0" y="0"/>
                  <a:pt x="0" y="0"/>
                </a:cubicBezTo>
              </a:path>
            </a:pathLst>
          </a:custGeom>
          <a:gradFill flip="none" rotWithShape="1">
            <a:gsLst>
              <a:gs pos="0">
                <a:srgbClr val="FFFF99"/>
              </a:gs>
              <a:gs pos="100000">
                <a:schemeClr val="bg1">
                  <a:alpha val="0"/>
                </a:schemeClr>
              </a:gs>
            </a:gsLst>
            <a:lin ang="16200000" scaled="1"/>
            <a:tileRect/>
          </a:gradFill>
          <a:ln w="19050">
            <a:gradFill flip="none" rotWithShape="1">
              <a:gsLst>
                <a:gs pos="90000">
                  <a:schemeClr val="bg1">
                    <a:lumMod val="100000"/>
                    <a:alpha val="0"/>
                  </a:schemeClr>
                </a:gs>
                <a:gs pos="28000">
                  <a:srgbClr val="FFCC66"/>
                </a:gs>
              </a:gsLst>
              <a:lin ang="162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1800">
              <a:latin typeface="微软雅黑 Light" panose="020B0502040204020203" pitchFamily="34" charset="-122"/>
              <a:ea typeface="微软雅黑 Light" panose="020B0502040204020203" pitchFamily="34" charset="-122"/>
              <a:cs typeface="+mn-ea"/>
              <a:sym typeface="+mn-lt"/>
            </a:endParaRPr>
          </a:p>
        </p:txBody>
      </p:sp>
      <p:sp>
        <p:nvSpPr>
          <p:cNvPr id="30" name="圆角矩形 30"/>
          <p:cNvSpPr/>
          <p:nvPr/>
        </p:nvSpPr>
        <p:spPr>
          <a:xfrm>
            <a:off x="767408" y="5511633"/>
            <a:ext cx="10832353" cy="370557"/>
          </a:xfrm>
          <a:prstGeom prst="roundRect">
            <a:avLst/>
          </a:prstGeom>
          <a:gradFill flip="none" rotWithShape="1">
            <a:gsLst>
              <a:gs pos="100000">
                <a:schemeClr val="bg1"/>
              </a:gs>
              <a:gs pos="0">
                <a:schemeClr val="bg1">
                  <a:lumMod val="95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1800">
              <a:latin typeface="微软雅黑 Light" panose="020B0502040204020203" pitchFamily="34" charset="-122"/>
              <a:ea typeface="微软雅黑 Light" panose="020B0502040204020203" pitchFamily="34" charset="-122"/>
              <a:cs typeface="+mn-ea"/>
              <a:sym typeface="+mn-lt"/>
            </a:endParaRPr>
          </a:p>
        </p:txBody>
      </p:sp>
      <p:sp>
        <p:nvSpPr>
          <p:cNvPr id="31" name="圆角矩形 31"/>
          <p:cNvSpPr/>
          <p:nvPr/>
        </p:nvSpPr>
        <p:spPr>
          <a:xfrm>
            <a:off x="767408" y="3028817"/>
            <a:ext cx="10832353" cy="409490"/>
          </a:xfrm>
          <a:prstGeom prst="roundRect">
            <a:avLst/>
          </a:prstGeom>
          <a:gradFill flip="none" rotWithShape="1">
            <a:gsLst>
              <a:gs pos="100000">
                <a:schemeClr val="bg1"/>
              </a:gs>
              <a:gs pos="0">
                <a:schemeClr val="bg1">
                  <a:lumMod val="95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1800">
              <a:latin typeface="微软雅黑 Light" panose="020B0502040204020203" pitchFamily="34" charset="-122"/>
              <a:ea typeface="微软雅黑 Light" panose="020B0502040204020203" pitchFamily="34" charset="-122"/>
              <a:cs typeface="+mn-ea"/>
              <a:sym typeface="+mn-lt"/>
            </a:endParaRPr>
          </a:p>
        </p:txBody>
      </p:sp>
      <p:sp>
        <p:nvSpPr>
          <p:cNvPr id="32" name="矩形 31"/>
          <p:cNvSpPr/>
          <p:nvPr/>
        </p:nvSpPr>
        <p:spPr>
          <a:xfrm>
            <a:off x="5868697" y="3064351"/>
            <a:ext cx="1968809" cy="364267"/>
          </a:xfrm>
          <a:prstGeom prst="rect">
            <a:avLst/>
          </a:prstGeom>
        </p:spPr>
        <p:txBody>
          <a:bodyPr wrap="none">
            <a:spAutoFit/>
          </a:bodyPr>
          <a:lstStyle/>
          <a:p>
            <a:pPr algn="ctr">
              <a:lnSpc>
                <a:spcPct val="120000"/>
              </a:lnSpc>
            </a:pPr>
            <a:r>
              <a:rPr lang="en-US" altLang="zh-CN" sz="1600" dirty="0">
                <a:latin typeface="微软雅黑 Light" panose="020B0502040204020203" pitchFamily="34" charset="-122"/>
                <a:ea typeface="微软雅黑 Light" panose="020B0502040204020203" pitchFamily="34" charset="-122"/>
                <a:cs typeface="+mn-ea"/>
                <a:sym typeface="+mn-lt"/>
              </a:rPr>
              <a:t>08</a:t>
            </a:r>
            <a:r>
              <a:rPr lang="zh-CN" altLang="en-US" sz="1600" dirty="0">
                <a:latin typeface="微软雅黑 Light" panose="020B0502040204020203" pitchFamily="34" charset="-122"/>
                <a:ea typeface="微软雅黑 Light" panose="020B0502040204020203" pitchFamily="34" charset="-122"/>
                <a:cs typeface="+mn-ea"/>
                <a:sym typeface="+mn-lt"/>
              </a:rPr>
              <a:t>-</a:t>
            </a:r>
            <a:r>
              <a:rPr lang="en-US" altLang="zh-CN" sz="1600" dirty="0">
                <a:latin typeface="微软雅黑 Light" panose="020B0502040204020203" pitchFamily="34" charset="-122"/>
                <a:ea typeface="微软雅黑 Light" panose="020B0502040204020203" pitchFamily="34" charset="-122"/>
                <a:cs typeface="+mn-ea"/>
                <a:sym typeface="+mn-lt"/>
              </a:rPr>
              <a:t>70</a:t>
            </a:r>
            <a:r>
              <a:rPr lang="zh-CN" altLang="en-US" sz="1600" dirty="0">
                <a:latin typeface="微软雅黑 Light" panose="020B0502040204020203" pitchFamily="34" charset="-122"/>
                <a:ea typeface="微软雅黑 Light" panose="020B0502040204020203" pitchFamily="34" charset="-122"/>
                <a:cs typeface="+mn-ea"/>
                <a:sym typeface="+mn-lt"/>
              </a:rPr>
              <a:t>-5A-9</a:t>
            </a:r>
            <a:r>
              <a:rPr lang="en-US" altLang="zh-CN" sz="1600" dirty="0">
                <a:latin typeface="微软雅黑 Light" panose="020B0502040204020203" pitchFamily="34" charset="-122"/>
                <a:ea typeface="微软雅黑 Light" panose="020B0502040204020203" pitchFamily="34" charset="-122"/>
                <a:cs typeface="+mn-ea"/>
                <a:sym typeface="+mn-lt"/>
              </a:rPr>
              <a:t>0</a:t>
            </a:r>
            <a:r>
              <a:rPr lang="zh-CN" altLang="en-US" sz="1600" dirty="0">
                <a:latin typeface="微软雅黑 Light" panose="020B0502040204020203" pitchFamily="34" charset="-122"/>
                <a:ea typeface="微软雅黑 Light" panose="020B0502040204020203" pitchFamily="34" charset="-122"/>
                <a:cs typeface="+mn-ea"/>
                <a:sym typeface="+mn-lt"/>
              </a:rPr>
              <a:t>-</a:t>
            </a:r>
            <a:r>
              <a:rPr lang="en-US" altLang="zh-CN" sz="1600" dirty="0">
                <a:latin typeface="微软雅黑 Light" panose="020B0502040204020203" pitchFamily="34" charset="-122"/>
                <a:ea typeface="微软雅黑 Light" panose="020B0502040204020203" pitchFamily="34" charset="-122"/>
                <a:cs typeface="+mn-ea"/>
                <a:sym typeface="+mn-lt"/>
              </a:rPr>
              <a:t>1A</a:t>
            </a:r>
            <a:r>
              <a:rPr lang="zh-CN" altLang="en-US" sz="1600" dirty="0">
                <a:latin typeface="微软雅黑 Light" panose="020B0502040204020203" pitchFamily="34" charset="-122"/>
                <a:ea typeface="微软雅黑 Light" panose="020B0502040204020203" pitchFamily="34" charset="-122"/>
                <a:cs typeface="+mn-ea"/>
                <a:sym typeface="+mn-lt"/>
              </a:rPr>
              <a:t>-</a:t>
            </a:r>
            <a:r>
              <a:rPr lang="en-US" altLang="zh-CN" sz="1600" dirty="0">
                <a:latin typeface="微软雅黑 Light" panose="020B0502040204020203" pitchFamily="34" charset="-122"/>
                <a:ea typeface="微软雅黑 Light" panose="020B0502040204020203" pitchFamily="34" charset="-122"/>
                <a:cs typeface="+mn-ea"/>
                <a:sym typeface="+mn-lt"/>
              </a:rPr>
              <a:t>01</a:t>
            </a:r>
            <a:endParaRPr lang="zh-CN" altLang="en-US" sz="1600" dirty="0">
              <a:latin typeface="微软雅黑 Light" panose="020B0502040204020203" pitchFamily="34" charset="-122"/>
              <a:ea typeface="微软雅黑 Light" panose="020B0502040204020203" pitchFamily="34" charset="-122"/>
              <a:cs typeface="+mn-ea"/>
              <a:sym typeface="+mn-lt"/>
            </a:endParaRPr>
          </a:p>
        </p:txBody>
      </p:sp>
      <p:sp>
        <p:nvSpPr>
          <p:cNvPr id="33" name="矩形 32"/>
          <p:cNvSpPr/>
          <p:nvPr/>
        </p:nvSpPr>
        <p:spPr>
          <a:xfrm>
            <a:off x="3706262" y="4001480"/>
            <a:ext cx="6293710" cy="364267"/>
          </a:xfrm>
          <a:prstGeom prst="rect">
            <a:avLst/>
          </a:prstGeom>
        </p:spPr>
        <p:txBody>
          <a:bodyPr wrap="none">
            <a:spAutoFit/>
          </a:bodyPr>
          <a:lstStyle/>
          <a:p>
            <a:pPr algn="ctr">
              <a:lnSpc>
                <a:spcPct val="120000"/>
              </a:lnSpc>
            </a:pPr>
            <a:r>
              <a:rPr lang="en-US" altLang="zh-CN" sz="1600" dirty="0">
                <a:latin typeface="微软雅黑 Light" panose="020B0502040204020203" pitchFamily="34" charset="-122"/>
                <a:ea typeface="微软雅黑 Light" panose="020B0502040204020203" pitchFamily="34" charset="-122"/>
                <a:cs typeface="+mn-ea"/>
                <a:sym typeface="+mn-lt"/>
              </a:rPr>
              <a:t>000010</a:t>
            </a:r>
            <a:r>
              <a:rPr lang="en-US" altLang="zh-CN" sz="1600" b="1" dirty="0">
                <a:solidFill>
                  <a:srgbClr val="C00000"/>
                </a:solidFill>
                <a:latin typeface="微软雅黑 Light" panose="020B0502040204020203" pitchFamily="34" charset="-122"/>
                <a:ea typeface="微软雅黑 Light" panose="020B0502040204020203" pitchFamily="34" charset="-122"/>
                <a:cs typeface="+mn-ea"/>
                <a:sym typeface="+mn-lt"/>
              </a:rPr>
              <a:t>0</a:t>
            </a:r>
            <a:r>
              <a:rPr lang="en-US" altLang="zh-CN" sz="1600" dirty="0">
                <a:latin typeface="微软雅黑 Light" panose="020B0502040204020203" pitchFamily="34" charset="-122"/>
                <a:ea typeface="微软雅黑 Light" panose="020B0502040204020203" pitchFamily="34" charset="-122"/>
                <a:cs typeface="+mn-ea"/>
                <a:sym typeface="+mn-lt"/>
              </a:rPr>
              <a:t>0 – 01110000 – 01011010 – 10010000 – 00011010 - 00000001</a:t>
            </a:r>
            <a:endParaRPr lang="zh-CN" altLang="en-US" sz="1600" dirty="0">
              <a:latin typeface="微软雅黑 Light" panose="020B0502040204020203" pitchFamily="34" charset="-122"/>
              <a:ea typeface="微软雅黑 Light" panose="020B0502040204020203" pitchFamily="34" charset="-122"/>
              <a:cs typeface="+mn-ea"/>
              <a:sym typeface="+mn-lt"/>
            </a:endParaRPr>
          </a:p>
        </p:txBody>
      </p:sp>
      <p:sp>
        <p:nvSpPr>
          <p:cNvPr id="34" name="矩形 33"/>
          <p:cNvSpPr/>
          <p:nvPr/>
        </p:nvSpPr>
        <p:spPr>
          <a:xfrm>
            <a:off x="848016" y="3064351"/>
            <a:ext cx="2098651" cy="362279"/>
          </a:xfrm>
          <a:prstGeom prst="rect">
            <a:avLst/>
          </a:prstGeom>
        </p:spPr>
        <p:txBody>
          <a:bodyPr wrap="none">
            <a:spAutoFit/>
          </a:bodyPr>
          <a:lstStyle/>
          <a:p>
            <a:pPr>
              <a:lnSpc>
                <a:spcPct val="120000"/>
              </a:lnSpc>
            </a:pPr>
            <a:r>
              <a:rPr lang="en-US" altLang="zh-CN" sz="1600" dirty="0">
                <a:latin typeface="微软雅黑 Light" panose="020B0502040204020203" pitchFamily="34" charset="-122"/>
                <a:ea typeface="微软雅黑 Light" panose="020B0502040204020203" pitchFamily="34" charset="-122"/>
                <a:cs typeface="+mn-ea"/>
                <a:sym typeface="+mn-lt"/>
              </a:rPr>
              <a:t>MAC</a:t>
            </a:r>
            <a:r>
              <a:rPr lang="zh-CN" altLang="en-US" sz="1600" dirty="0">
                <a:latin typeface="微软雅黑 Light" panose="020B0502040204020203" pitchFamily="34" charset="-122"/>
                <a:ea typeface="微软雅黑 Light" panose="020B0502040204020203" pitchFamily="34" charset="-122"/>
                <a:cs typeface="+mn-ea"/>
                <a:sym typeface="+mn-lt"/>
              </a:rPr>
              <a:t>地址（</a:t>
            </a:r>
            <a:r>
              <a:rPr lang="en-US" altLang="zh-CN" sz="1600" dirty="0">
                <a:latin typeface="微软雅黑 Light" panose="020B0502040204020203" pitchFamily="34" charset="-122"/>
                <a:ea typeface="微软雅黑 Light" panose="020B0502040204020203" pitchFamily="34" charset="-122"/>
                <a:cs typeface="+mn-ea"/>
                <a:sym typeface="+mn-lt"/>
              </a:rPr>
              <a:t>16</a:t>
            </a:r>
            <a:r>
              <a:rPr lang="zh-CN" altLang="en-US" sz="1600" dirty="0">
                <a:latin typeface="微软雅黑 Light" panose="020B0502040204020203" pitchFamily="34" charset="-122"/>
                <a:ea typeface="微软雅黑 Light" panose="020B0502040204020203" pitchFamily="34" charset="-122"/>
                <a:cs typeface="+mn-ea"/>
                <a:sym typeface="+mn-lt"/>
              </a:rPr>
              <a:t>进制）</a:t>
            </a:r>
            <a:endParaRPr lang="zh-CN" altLang="en-US" sz="1600" dirty="0">
              <a:latin typeface="微软雅黑 Light" panose="020B0502040204020203" pitchFamily="34" charset="-122"/>
              <a:ea typeface="微软雅黑 Light" panose="020B0502040204020203" pitchFamily="34" charset="-122"/>
              <a:cs typeface="+mn-ea"/>
              <a:sym typeface="+mn-lt"/>
            </a:endParaRPr>
          </a:p>
        </p:txBody>
      </p:sp>
      <p:sp>
        <p:nvSpPr>
          <p:cNvPr id="35" name="矩形 34"/>
          <p:cNvSpPr/>
          <p:nvPr/>
        </p:nvSpPr>
        <p:spPr>
          <a:xfrm>
            <a:off x="848016" y="3751923"/>
            <a:ext cx="1984839" cy="362279"/>
          </a:xfrm>
          <a:prstGeom prst="rect">
            <a:avLst/>
          </a:prstGeom>
        </p:spPr>
        <p:txBody>
          <a:bodyPr wrap="none">
            <a:spAutoFit/>
          </a:bodyPr>
          <a:lstStyle/>
          <a:p>
            <a:pPr>
              <a:lnSpc>
                <a:spcPct val="120000"/>
              </a:lnSpc>
            </a:pPr>
            <a:r>
              <a:rPr lang="en-US" altLang="zh-CN" sz="1600" dirty="0">
                <a:latin typeface="微软雅黑 Light" panose="020B0502040204020203" pitchFamily="34" charset="-122"/>
                <a:ea typeface="微软雅黑 Light" panose="020B0502040204020203" pitchFamily="34" charset="-122"/>
                <a:cs typeface="+mn-ea"/>
                <a:sym typeface="+mn-lt"/>
              </a:rPr>
              <a:t>MAC</a:t>
            </a:r>
            <a:r>
              <a:rPr lang="zh-CN" altLang="en-US" sz="1600" dirty="0">
                <a:latin typeface="微软雅黑 Light" panose="020B0502040204020203" pitchFamily="34" charset="-122"/>
                <a:ea typeface="微软雅黑 Light" panose="020B0502040204020203" pitchFamily="34" charset="-122"/>
                <a:cs typeface="+mn-ea"/>
                <a:sym typeface="+mn-lt"/>
              </a:rPr>
              <a:t>地址（</a:t>
            </a:r>
            <a:r>
              <a:rPr lang="en-US" altLang="zh-CN" sz="1600" dirty="0">
                <a:latin typeface="微软雅黑 Light" panose="020B0502040204020203" pitchFamily="34" charset="-122"/>
                <a:ea typeface="微软雅黑 Light" panose="020B0502040204020203" pitchFamily="34" charset="-122"/>
                <a:cs typeface="+mn-ea"/>
                <a:sym typeface="+mn-lt"/>
              </a:rPr>
              <a:t>2</a:t>
            </a:r>
            <a:r>
              <a:rPr lang="zh-CN" altLang="en-US" sz="1600" dirty="0">
                <a:latin typeface="微软雅黑 Light" panose="020B0502040204020203" pitchFamily="34" charset="-122"/>
                <a:ea typeface="微软雅黑 Light" panose="020B0502040204020203" pitchFamily="34" charset="-122"/>
                <a:cs typeface="+mn-ea"/>
                <a:sym typeface="+mn-lt"/>
              </a:rPr>
              <a:t>进制）</a:t>
            </a:r>
            <a:endParaRPr lang="zh-CN" altLang="en-US" sz="1600" dirty="0">
              <a:latin typeface="微软雅黑 Light" panose="020B0502040204020203" pitchFamily="34" charset="-122"/>
              <a:ea typeface="微软雅黑 Light" panose="020B0502040204020203" pitchFamily="34" charset="-122"/>
              <a:cs typeface="+mn-ea"/>
              <a:sym typeface="+mn-lt"/>
            </a:endParaRPr>
          </a:p>
        </p:txBody>
      </p:sp>
      <p:sp>
        <p:nvSpPr>
          <p:cNvPr id="36" name="矩形 35"/>
          <p:cNvSpPr/>
          <p:nvPr/>
        </p:nvSpPr>
        <p:spPr>
          <a:xfrm>
            <a:off x="2850260" y="5005555"/>
            <a:ext cx="8005718" cy="364267"/>
          </a:xfrm>
          <a:prstGeom prst="rect">
            <a:avLst/>
          </a:prstGeom>
        </p:spPr>
        <p:txBody>
          <a:bodyPr wrap="none">
            <a:spAutoFit/>
          </a:bodyPr>
          <a:lstStyle/>
          <a:p>
            <a:pPr algn="ctr">
              <a:lnSpc>
                <a:spcPct val="120000"/>
              </a:lnSpc>
            </a:pPr>
            <a:r>
              <a:rPr lang="en-US" altLang="zh-CN" sz="1600" dirty="0">
                <a:latin typeface="微软雅黑 Light" panose="020B0502040204020203" pitchFamily="34" charset="-122"/>
                <a:ea typeface="微软雅黑 Light" panose="020B0502040204020203" pitchFamily="34" charset="-122"/>
                <a:cs typeface="+mn-ea"/>
                <a:sym typeface="+mn-lt"/>
              </a:rPr>
              <a:t>000010</a:t>
            </a:r>
            <a:r>
              <a:rPr lang="en-US" altLang="zh-CN" sz="1600" b="1" dirty="0">
                <a:solidFill>
                  <a:srgbClr val="C00000"/>
                </a:solidFill>
                <a:latin typeface="微软雅黑 Light" panose="020B0502040204020203" pitchFamily="34" charset="-122"/>
                <a:ea typeface="微软雅黑 Light" panose="020B0502040204020203" pitchFamily="34" charset="-122"/>
                <a:cs typeface="+mn-ea"/>
                <a:sym typeface="+mn-lt"/>
              </a:rPr>
              <a:t>0</a:t>
            </a:r>
            <a:r>
              <a:rPr lang="en-US" altLang="zh-CN" sz="1600" dirty="0">
                <a:latin typeface="微软雅黑 Light" panose="020B0502040204020203" pitchFamily="34" charset="-122"/>
                <a:ea typeface="微软雅黑 Light" panose="020B0502040204020203" pitchFamily="34" charset="-122"/>
                <a:cs typeface="+mn-ea"/>
                <a:sym typeface="+mn-lt"/>
              </a:rPr>
              <a:t>0 – 01110000 – 01011010 – </a:t>
            </a:r>
            <a:r>
              <a:rPr lang="en-US" altLang="zh-CN" sz="1600" dirty="0">
                <a:solidFill>
                  <a:srgbClr val="C00000"/>
                </a:solidFill>
                <a:latin typeface="微软雅黑 Light" panose="020B0502040204020203" pitchFamily="34" charset="-122"/>
                <a:ea typeface="微软雅黑 Light" panose="020B0502040204020203" pitchFamily="34" charset="-122"/>
                <a:cs typeface="+mn-ea"/>
                <a:sym typeface="+mn-lt"/>
              </a:rPr>
              <a:t>11111111 - 11111110 </a:t>
            </a:r>
            <a:r>
              <a:rPr lang="en-US" altLang="zh-CN" sz="1600" dirty="0">
                <a:latin typeface="微软雅黑 Light" panose="020B0502040204020203" pitchFamily="34" charset="-122"/>
                <a:ea typeface="微软雅黑 Light" panose="020B0502040204020203" pitchFamily="34" charset="-122"/>
                <a:cs typeface="+mn-ea"/>
                <a:sym typeface="+mn-lt"/>
              </a:rPr>
              <a:t>- 10010000 – 00011010 - 00000001</a:t>
            </a:r>
            <a:endParaRPr lang="zh-CN" altLang="en-US" sz="1600" dirty="0">
              <a:latin typeface="微软雅黑 Light" panose="020B0502040204020203" pitchFamily="34" charset="-122"/>
              <a:ea typeface="微软雅黑 Light" panose="020B0502040204020203" pitchFamily="34" charset="-122"/>
              <a:cs typeface="+mn-ea"/>
              <a:sym typeface="+mn-lt"/>
            </a:endParaRPr>
          </a:p>
        </p:txBody>
      </p:sp>
      <p:sp>
        <p:nvSpPr>
          <p:cNvPr id="37" name="矩形 36"/>
          <p:cNvSpPr/>
          <p:nvPr/>
        </p:nvSpPr>
        <p:spPr>
          <a:xfrm>
            <a:off x="5833451" y="4646690"/>
            <a:ext cx="2039340" cy="364267"/>
          </a:xfrm>
          <a:prstGeom prst="rect">
            <a:avLst/>
          </a:prstGeom>
        </p:spPr>
        <p:txBody>
          <a:bodyPr wrap="none">
            <a:spAutoFit/>
          </a:bodyPr>
          <a:lstStyle/>
          <a:p>
            <a:pPr algn="ctr">
              <a:lnSpc>
                <a:spcPct val="120000"/>
              </a:lnSpc>
            </a:pPr>
            <a:r>
              <a:rPr lang="zh-CN" altLang="en-US" sz="1600" b="1" dirty="0">
                <a:solidFill>
                  <a:srgbClr val="C00000"/>
                </a:solidFill>
                <a:latin typeface="微软雅黑 Light" panose="020B0502040204020203" pitchFamily="34" charset="-122"/>
                <a:ea typeface="微软雅黑 Light" panose="020B0502040204020203" pitchFamily="34" charset="-122"/>
                <a:cs typeface="+mn-ea"/>
                <a:sym typeface="+mn-lt"/>
              </a:rPr>
              <a:t>在这个位置插入</a:t>
            </a:r>
            <a:r>
              <a:rPr lang="en-US" altLang="zh-CN" sz="1600" b="1" dirty="0">
                <a:solidFill>
                  <a:srgbClr val="C00000"/>
                </a:solidFill>
                <a:latin typeface="微软雅黑 Light" panose="020B0502040204020203" pitchFamily="34" charset="-122"/>
                <a:ea typeface="微软雅黑 Light" panose="020B0502040204020203" pitchFamily="34" charset="-122"/>
                <a:cs typeface="+mn-ea"/>
                <a:sym typeface="+mn-lt"/>
              </a:rPr>
              <a:t>FFFE</a:t>
            </a:r>
            <a:endParaRPr lang="zh-CN" altLang="en-US" sz="1600" b="1" dirty="0">
              <a:solidFill>
                <a:srgbClr val="C00000"/>
              </a:solidFill>
              <a:latin typeface="微软雅黑 Light" panose="020B0502040204020203" pitchFamily="34" charset="-122"/>
              <a:ea typeface="微软雅黑 Light" panose="020B0502040204020203" pitchFamily="34" charset="-122"/>
              <a:cs typeface="+mn-ea"/>
              <a:sym typeface="+mn-lt"/>
            </a:endParaRPr>
          </a:p>
        </p:txBody>
      </p:sp>
      <p:sp>
        <p:nvSpPr>
          <p:cNvPr id="38" name="矩形 37"/>
          <p:cNvSpPr/>
          <p:nvPr/>
        </p:nvSpPr>
        <p:spPr>
          <a:xfrm>
            <a:off x="2867894" y="5543767"/>
            <a:ext cx="7970451" cy="364267"/>
          </a:xfrm>
          <a:prstGeom prst="rect">
            <a:avLst/>
          </a:prstGeom>
        </p:spPr>
        <p:txBody>
          <a:bodyPr wrap="none">
            <a:spAutoFit/>
          </a:bodyPr>
          <a:lstStyle/>
          <a:p>
            <a:pPr algn="ctr">
              <a:lnSpc>
                <a:spcPct val="120000"/>
              </a:lnSpc>
            </a:pPr>
            <a:r>
              <a:rPr lang="en-US" altLang="zh-CN" sz="1600" dirty="0">
                <a:latin typeface="微软雅黑 Light" panose="020B0502040204020203" pitchFamily="34" charset="-122"/>
                <a:ea typeface="微软雅黑 Light" panose="020B0502040204020203" pitchFamily="34" charset="-122"/>
                <a:cs typeface="+mn-ea"/>
                <a:sym typeface="+mn-lt"/>
              </a:rPr>
              <a:t>000010</a:t>
            </a:r>
            <a:r>
              <a:rPr lang="en-US" altLang="zh-CN" sz="1600" b="1" dirty="0">
                <a:solidFill>
                  <a:srgbClr val="C00000"/>
                </a:solidFill>
                <a:latin typeface="微软雅黑 Light" panose="020B0502040204020203" pitchFamily="34" charset="-122"/>
                <a:ea typeface="微软雅黑 Light" panose="020B0502040204020203" pitchFamily="34" charset="-122"/>
                <a:cs typeface="+mn-ea"/>
                <a:sym typeface="+mn-lt"/>
              </a:rPr>
              <a:t>1</a:t>
            </a:r>
            <a:r>
              <a:rPr lang="en-US" altLang="zh-CN" sz="1600" dirty="0">
                <a:latin typeface="微软雅黑 Light" panose="020B0502040204020203" pitchFamily="34" charset="-122"/>
                <a:ea typeface="微软雅黑 Light" panose="020B0502040204020203" pitchFamily="34" charset="-122"/>
                <a:cs typeface="+mn-ea"/>
                <a:sym typeface="+mn-lt"/>
              </a:rPr>
              <a:t>0 – 01110000 – 01011010 – 11111111 - 11111110 - 10010000 – 00011010 - 00000001</a:t>
            </a:r>
            <a:endParaRPr lang="zh-CN" altLang="en-US" sz="1600" dirty="0">
              <a:latin typeface="微软雅黑 Light" panose="020B0502040204020203" pitchFamily="34" charset="-122"/>
              <a:ea typeface="微软雅黑 Light" panose="020B0502040204020203" pitchFamily="34" charset="-122"/>
              <a:cs typeface="+mn-ea"/>
              <a:sym typeface="+mn-lt"/>
            </a:endParaRPr>
          </a:p>
        </p:txBody>
      </p:sp>
      <p:sp>
        <p:nvSpPr>
          <p:cNvPr id="39" name="椭圆 38"/>
          <p:cNvSpPr/>
          <p:nvPr/>
        </p:nvSpPr>
        <p:spPr>
          <a:xfrm>
            <a:off x="2698553" y="4454648"/>
            <a:ext cx="244192" cy="244192"/>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r>
              <a:rPr lang="en-US" altLang="zh-CN" sz="1400" b="1" dirty="0">
                <a:solidFill>
                  <a:schemeClr val="bg1"/>
                </a:solidFill>
                <a:latin typeface="微软雅黑 Light" panose="020B0502040204020203" pitchFamily="34" charset="-122"/>
                <a:ea typeface="微软雅黑 Light" panose="020B0502040204020203" pitchFamily="34" charset="-122"/>
                <a:cs typeface="+mn-ea"/>
                <a:sym typeface="+mn-lt"/>
              </a:rPr>
              <a:t>2</a:t>
            </a:r>
            <a:endParaRPr lang="zh-CN" altLang="en-US" sz="1400" b="1" dirty="0">
              <a:solidFill>
                <a:schemeClr val="bg1"/>
              </a:solidFill>
              <a:latin typeface="微软雅黑 Light" panose="020B0502040204020203" pitchFamily="34" charset="-122"/>
              <a:ea typeface="微软雅黑 Light" panose="020B0502040204020203" pitchFamily="34" charset="-122"/>
              <a:cs typeface="+mn-ea"/>
              <a:sym typeface="+mn-lt"/>
            </a:endParaRPr>
          </a:p>
        </p:txBody>
      </p:sp>
      <p:cxnSp>
        <p:nvCxnSpPr>
          <p:cNvPr id="40" name="直接箭头连接符 39"/>
          <p:cNvCxnSpPr/>
          <p:nvPr/>
        </p:nvCxnSpPr>
        <p:spPr>
          <a:xfrm>
            <a:off x="4511824" y="3800303"/>
            <a:ext cx="0" cy="293361"/>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41" name="矩形 40"/>
          <p:cNvSpPr/>
          <p:nvPr/>
        </p:nvSpPr>
        <p:spPr>
          <a:xfrm>
            <a:off x="3797660" y="3485297"/>
            <a:ext cx="4089531" cy="362279"/>
          </a:xfrm>
          <a:prstGeom prst="rect">
            <a:avLst/>
          </a:prstGeom>
        </p:spPr>
        <p:txBody>
          <a:bodyPr wrap="square">
            <a:spAutoFit/>
          </a:bodyPr>
          <a:lstStyle/>
          <a:p>
            <a:pPr>
              <a:lnSpc>
                <a:spcPct val="120000"/>
              </a:lnSpc>
            </a:pPr>
            <a:r>
              <a:rPr lang="zh-CN" altLang="en-US" sz="1600" dirty="0">
                <a:solidFill>
                  <a:srgbClr val="C00000"/>
                </a:solidFill>
                <a:latin typeface="微软雅黑 Light" panose="020B0502040204020203" pitchFamily="34" charset="-122"/>
                <a:ea typeface="微软雅黑 Light" panose="020B0502040204020203" pitchFamily="34" charset="-122"/>
                <a:cs typeface="+mn-ea"/>
                <a:sym typeface="+mn-lt"/>
              </a:rPr>
              <a:t>第</a:t>
            </a:r>
            <a:r>
              <a:rPr lang="en-US" altLang="zh-CN" sz="1600" dirty="0">
                <a:solidFill>
                  <a:srgbClr val="C00000"/>
                </a:solidFill>
                <a:latin typeface="微软雅黑 Light" panose="020B0502040204020203" pitchFamily="34" charset="-122"/>
                <a:ea typeface="微软雅黑 Light" panose="020B0502040204020203" pitchFamily="34" charset="-122"/>
                <a:cs typeface="+mn-ea"/>
                <a:sym typeface="+mn-lt"/>
              </a:rPr>
              <a:t>7bit=0</a:t>
            </a:r>
            <a:r>
              <a:rPr lang="zh-CN" altLang="en-US" sz="1600" dirty="0">
                <a:solidFill>
                  <a:srgbClr val="C00000"/>
                </a:solidFill>
                <a:latin typeface="微软雅黑 Light" panose="020B0502040204020203" pitchFamily="34" charset="-122"/>
                <a:ea typeface="微软雅黑 Light" panose="020B0502040204020203" pitchFamily="34" charset="-122"/>
                <a:cs typeface="+mn-ea"/>
                <a:sym typeface="+mn-lt"/>
              </a:rPr>
              <a:t>表示该</a:t>
            </a:r>
            <a:r>
              <a:rPr lang="en-US" altLang="zh-CN" sz="1600" dirty="0">
                <a:solidFill>
                  <a:srgbClr val="C00000"/>
                </a:solidFill>
                <a:latin typeface="微软雅黑 Light" panose="020B0502040204020203" pitchFamily="34" charset="-122"/>
                <a:ea typeface="微软雅黑 Light" panose="020B0502040204020203" pitchFamily="34" charset="-122"/>
                <a:cs typeface="+mn-ea"/>
                <a:sym typeface="+mn-lt"/>
              </a:rPr>
              <a:t>MAC</a:t>
            </a:r>
            <a:r>
              <a:rPr lang="zh-CN" altLang="en-US" sz="1600" dirty="0">
                <a:solidFill>
                  <a:srgbClr val="C00000"/>
                </a:solidFill>
                <a:latin typeface="微软雅黑 Light" panose="020B0502040204020203" pitchFamily="34" charset="-122"/>
                <a:ea typeface="微软雅黑 Light" panose="020B0502040204020203" pitchFamily="34" charset="-122"/>
                <a:cs typeface="+mn-ea"/>
                <a:sym typeface="+mn-lt"/>
              </a:rPr>
              <a:t>地址是全局管理地址</a:t>
            </a:r>
            <a:endParaRPr lang="zh-CN" altLang="en-US" sz="1600" dirty="0">
              <a:solidFill>
                <a:srgbClr val="C00000"/>
              </a:solidFill>
              <a:latin typeface="微软雅黑 Light" panose="020B0502040204020203" pitchFamily="34" charset="-122"/>
              <a:ea typeface="微软雅黑 Light" panose="020B0502040204020203" pitchFamily="34" charset="-122"/>
              <a:cs typeface="+mn-ea"/>
              <a:sym typeface="+mn-lt"/>
            </a:endParaRPr>
          </a:p>
        </p:txBody>
      </p:sp>
      <p:cxnSp>
        <p:nvCxnSpPr>
          <p:cNvPr id="42" name="直接箭头连接符 41"/>
          <p:cNvCxnSpPr/>
          <p:nvPr/>
        </p:nvCxnSpPr>
        <p:spPr>
          <a:xfrm>
            <a:off x="3706262" y="4779285"/>
            <a:ext cx="0" cy="255494"/>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43" name="矩形 42"/>
          <p:cNvSpPr/>
          <p:nvPr/>
        </p:nvSpPr>
        <p:spPr>
          <a:xfrm>
            <a:off x="2898725" y="4407570"/>
            <a:ext cx="1277887" cy="362279"/>
          </a:xfrm>
          <a:prstGeom prst="rect">
            <a:avLst/>
          </a:prstGeom>
        </p:spPr>
        <p:txBody>
          <a:bodyPr wrap="square">
            <a:spAutoFit/>
          </a:bodyPr>
          <a:lstStyle/>
          <a:p>
            <a:pPr algn="ctr">
              <a:lnSpc>
                <a:spcPct val="120000"/>
              </a:lnSpc>
            </a:pPr>
            <a:r>
              <a:rPr lang="zh-CN" altLang="en-US" sz="1600" dirty="0">
                <a:solidFill>
                  <a:srgbClr val="C00000"/>
                </a:solidFill>
                <a:latin typeface="微软雅黑 Light" panose="020B0502040204020203" pitchFamily="34" charset="-122"/>
                <a:ea typeface="微软雅黑 Light" panose="020B0502040204020203" pitchFamily="34" charset="-122"/>
                <a:cs typeface="+mn-ea"/>
                <a:sym typeface="+mn-lt"/>
              </a:rPr>
              <a:t>第</a:t>
            </a:r>
            <a:r>
              <a:rPr lang="en-US" altLang="zh-CN" sz="1600" dirty="0">
                <a:solidFill>
                  <a:srgbClr val="C00000"/>
                </a:solidFill>
                <a:latin typeface="微软雅黑 Light" panose="020B0502040204020203" pitchFamily="34" charset="-122"/>
                <a:ea typeface="微软雅黑 Light" panose="020B0502040204020203" pitchFamily="34" charset="-122"/>
                <a:cs typeface="+mn-ea"/>
                <a:sym typeface="+mn-lt"/>
              </a:rPr>
              <a:t>7bit</a:t>
            </a:r>
            <a:r>
              <a:rPr lang="zh-CN" altLang="en-US" sz="1600" dirty="0">
                <a:solidFill>
                  <a:srgbClr val="C00000"/>
                </a:solidFill>
                <a:latin typeface="微软雅黑 Light" panose="020B0502040204020203" pitchFamily="34" charset="-122"/>
                <a:ea typeface="微软雅黑 Light" panose="020B0502040204020203" pitchFamily="34" charset="-122"/>
                <a:cs typeface="+mn-ea"/>
                <a:sym typeface="+mn-lt"/>
              </a:rPr>
              <a:t>取反</a:t>
            </a:r>
            <a:endParaRPr lang="zh-CN" altLang="en-US" sz="1600" dirty="0">
              <a:solidFill>
                <a:srgbClr val="C00000"/>
              </a:solidFill>
              <a:latin typeface="微软雅黑 Light" panose="020B0502040204020203" pitchFamily="34" charset="-122"/>
              <a:ea typeface="微软雅黑 Light" panose="020B0502040204020203" pitchFamily="34" charset="-122"/>
              <a:cs typeface="+mn-ea"/>
              <a:sym typeface="+mn-lt"/>
            </a:endParaRPr>
          </a:p>
        </p:txBody>
      </p:sp>
      <p:sp>
        <p:nvSpPr>
          <p:cNvPr id="44" name="矩形 43"/>
          <p:cNvSpPr/>
          <p:nvPr/>
        </p:nvSpPr>
        <p:spPr>
          <a:xfrm>
            <a:off x="5087252" y="5989372"/>
            <a:ext cx="3531736" cy="364267"/>
          </a:xfrm>
          <a:prstGeom prst="rect">
            <a:avLst/>
          </a:prstGeom>
        </p:spPr>
        <p:txBody>
          <a:bodyPr wrap="none">
            <a:spAutoFit/>
          </a:bodyPr>
          <a:lstStyle/>
          <a:p>
            <a:pPr algn="ctr">
              <a:lnSpc>
                <a:spcPct val="120000"/>
              </a:lnSpc>
            </a:pPr>
            <a:r>
              <a:rPr lang="en-US" altLang="zh-CN" sz="1600" b="1" dirty="0">
                <a:latin typeface="微软雅黑 Light" panose="020B0502040204020203" pitchFamily="34" charset="-122"/>
                <a:ea typeface="微软雅黑 Light" panose="020B0502040204020203" pitchFamily="34" charset="-122"/>
                <a:cs typeface="+mn-ea"/>
                <a:sym typeface="+mn-lt"/>
              </a:rPr>
              <a:t>0A – 70 – 5A – FF - FE - 90 – 1A - 01</a:t>
            </a:r>
            <a:endParaRPr lang="zh-CN" altLang="en-US" sz="1600" b="1" dirty="0">
              <a:latin typeface="微软雅黑 Light" panose="020B0502040204020203" pitchFamily="34" charset="-122"/>
              <a:ea typeface="微软雅黑 Light" panose="020B0502040204020203" pitchFamily="34" charset="-122"/>
              <a:cs typeface="+mn-ea"/>
              <a:sym typeface="+mn-lt"/>
            </a:endParaRPr>
          </a:p>
        </p:txBody>
      </p:sp>
      <p:sp>
        <p:nvSpPr>
          <p:cNvPr id="45" name="矩形 44"/>
          <p:cNvSpPr/>
          <p:nvPr/>
        </p:nvSpPr>
        <p:spPr>
          <a:xfrm>
            <a:off x="848016" y="5989372"/>
            <a:ext cx="2053767" cy="362279"/>
          </a:xfrm>
          <a:prstGeom prst="rect">
            <a:avLst/>
          </a:prstGeom>
        </p:spPr>
        <p:txBody>
          <a:bodyPr wrap="none">
            <a:spAutoFit/>
          </a:bodyPr>
          <a:lstStyle/>
          <a:p>
            <a:pPr>
              <a:lnSpc>
                <a:spcPct val="120000"/>
              </a:lnSpc>
            </a:pPr>
            <a:r>
              <a:rPr lang="en-US" altLang="zh-CN" sz="1600" dirty="0">
                <a:latin typeface="微软雅黑 Light" panose="020B0502040204020203" pitchFamily="34" charset="-122"/>
                <a:ea typeface="微软雅黑 Light" panose="020B0502040204020203" pitchFamily="34" charset="-122"/>
                <a:cs typeface="+mn-ea"/>
                <a:sym typeface="+mn-lt"/>
              </a:rPr>
              <a:t>EUI-64</a:t>
            </a:r>
            <a:r>
              <a:rPr lang="zh-CN" altLang="en-US" sz="1600" dirty="0">
                <a:latin typeface="微软雅黑 Light" panose="020B0502040204020203" pitchFamily="34" charset="-122"/>
                <a:ea typeface="微软雅黑 Light" panose="020B0502040204020203" pitchFamily="34" charset="-122"/>
                <a:cs typeface="+mn-ea"/>
                <a:sym typeface="+mn-lt"/>
              </a:rPr>
              <a:t>规范的接口</a:t>
            </a:r>
            <a:r>
              <a:rPr lang="en-US" altLang="zh-CN" sz="1600" dirty="0">
                <a:latin typeface="微软雅黑 Light" panose="020B0502040204020203" pitchFamily="34" charset="-122"/>
                <a:ea typeface="微软雅黑 Light" panose="020B0502040204020203" pitchFamily="34" charset="-122"/>
                <a:cs typeface="+mn-ea"/>
                <a:sym typeface="+mn-lt"/>
              </a:rPr>
              <a:t>ID</a:t>
            </a:r>
            <a:endParaRPr lang="zh-CN" altLang="en-US" sz="1600" dirty="0">
              <a:latin typeface="微软雅黑 Light" panose="020B0502040204020203" pitchFamily="34" charset="-122"/>
              <a:ea typeface="微软雅黑 Light" panose="020B0502040204020203" pitchFamily="34" charset="-122"/>
              <a:cs typeface="+mn-ea"/>
              <a:sym typeface="+mn-lt"/>
            </a:endParaRPr>
          </a:p>
        </p:txBody>
      </p:sp>
      <p:sp>
        <p:nvSpPr>
          <p:cNvPr id="46" name="椭圆 45"/>
          <p:cNvSpPr/>
          <p:nvPr/>
        </p:nvSpPr>
        <p:spPr>
          <a:xfrm>
            <a:off x="7320136" y="4347825"/>
            <a:ext cx="244192" cy="244192"/>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r>
              <a:rPr lang="en-US" altLang="zh-CN" sz="1400" b="1" dirty="0">
                <a:solidFill>
                  <a:schemeClr val="bg1"/>
                </a:solidFill>
                <a:latin typeface="微软雅黑 Light" panose="020B0502040204020203" pitchFamily="34" charset="-122"/>
                <a:ea typeface="微软雅黑 Light" panose="020B0502040204020203" pitchFamily="34" charset="-122"/>
                <a:cs typeface="+mn-ea"/>
                <a:sym typeface="+mn-lt"/>
              </a:rPr>
              <a:t>1</a:t>
            </a:r>
            <a:endParaRPr lang="zh-CN" altLang="en-US" sz="1400" b="1" dirty="0">
              <a:solidFill>
                <a:schemeClr val="bg1"/>
              </a:solidFill>
              <a:latin typeface="微软雅黑 Light" panose="020B0502040204020203" pitchFamily="34" charset="-122"/>
              <a:ea typeface="微软雅黑 Light" panose="020B0502040204020203" pitchFamily="34" charset="-122"/>
              <a:cs typeface="+mn-ea"/>
              <a:sym typeface="+mn-lt"/>
            </a:endParaRPr>
          </a:p>
        </p:txBody>
      </p:sp>
    </p:spTree>
  </p:cSld>
  <p:clrMapOvr>
    <a:masterClrMapping/>
  </p:clrMapOvr>
</p:sld>
</file>

<file path=ppt/slides/slide2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IPv6</a:t>
            </a:r>
            <a:r>
              <a:rPr lang="zh-CN" altLang="en-US" dirty="0"/>
              <a:t>链路本地地址</a:t>
            </a:r>
            <a:endParaRPr lang="zh-CN" altLang="en-US" dirty="0"/>
          </a:p>
        </p:txBody>
      </p:sp>
      <p:sp>
        <p:nvSpPr>
          <p:cNvPr id="3" name="内容占位符 2"/>
          <p:cNvSpPr>
            <a:spLocks noGrp="1"/>
          </p:cNvSpPr>
          <p:nvPr>
            <p:ph idx="1"/>
          </p:nvPr>
        </p:nvSpPr>
        <p:spPr>
          <a:xfrm>
            <a:off x="334434" y="1052515"/>
            <a:ext cx="11523133" cy="1152350"/>
          </a:xfrm>
        </p:spPr>
        <p:txBody>
          <a:bodyPr>
            <a:normAutofit fontScale="92500" lnSpcReduction="20000"/>
          </a:bodyPr>
          <a:lstStyle/>
          <a:p>
            <a:r>
              <a:rPr lang="zh-CN" altLang="en-US" dirty="0"/>
              <a:t>链路本地地址（</a:t>
            </a:r>
            <a:r>
              <a:rPr lang="en-US" altLang="zh-CN" dirty="0"/>
              <a:t>Link-Local Address</a:t>
            </a:r>
            <a:r>
              <a:rPr lang="zh-CN" altLang="en-US" dirty="0"/>
              <a:t>，</a:t>
            </a:r>
            <a:r>
              <a:rPr lang="en-US" altLang="zh-CN" dirty="0"/>
              <a:t>LLA</a:t>
            </a:r>
            <a:r>
              <a:rPr lang="zh-CN" altLang="en-US" dirty="0"/>
              <a:t>）是</a:t>
            </a:r>
            <a:r>
              <a:rPr lang="en-US" altLang="zh-CN" dirty="0"/>
              <a:t>IPv6</a:t>
            </a:r>
            <a:r>
              <a:rPr lang="zh-CN" altLang="en-US" dirty="0"/>
              <a:t>中另一种应用范围受限制的地址类型</a:t>
            </a:r>
            <a:endParaRPr lang="en-US" altLang="zh-CN" dirty="0"/>
          </a:p>
          <a:p>
            <a:r>
              <a:rPr lang="en-US" altLang="zh-CN" dirty="0"/>
              <a:t>LLA</a:t>
            </a:r>
            <a:r>
              <a:rPr lang="zh-CN" altLang="en-US" dirty="0"/>
              <a:t>的有效范围是本地链路，前缀为</a:t>
            </a:r>
            <a:r>
              <a:rPr lang="en-US" altLang="zh-CN" dirty="0"/>
              <a:t>FE80::/10</a:t>
            </a:r>
            <a:endParaRPr lang="zh-CN" altLang="en-US" dirty="0"/>
          </a:p>
        </p:txBody>
      </p:sp>
      <p:sp>
        <p:nvSpPr>
          <p:cNvPr id="4" name="灯片编号占位符 3"/>
          <p:cNvSpPr>
            <a:spLocks noGrp="1"/>
          </p:cNvSpPr>
          <p:nvPr>
            <p:ph type="sldNum" sz="quarter" idx="12"/>
          </p:nvPr>
        </p:nvSpPr>
        <p:spPr/>
        <p:txBody>
          <a:bodyPr/>
          <a:lstStyle/>
          <a:p>
            <a:pPr>
              <a:defRPr/>
            </a:pPr>
            <a:fld id="{816960B2-2B11-492C-B588-5290E1274F96}" type="slidenum">
              <a:rPr lang="en-US" altLang="zh-CN" smtClean="0"/>
            </a:fld>
            <a:endParaRPr lang="en-US" altLang="zh-CN" dirty="0"/>
          </a:p>
        </p:txBody>
      </p:sp>
      <p:sp>
        <p:nvSpPr>
          <p:cNvPr id="5" name="矩形 7"/>
          <p:cNvSpPr/>
          <p:nvPr/>
        </p:nvSpPr>
        <p:spPr>
          <a:xfrm>
            <a:off x="746710" y="2359448"/>
            <a:ext cx="671979" cy="364267"/>
          </a:xfrm>
          <a:prstGeom prst="rect">
            <a:avLst/>
          </a:prstGeom>
        </p:spPr>
        <p:txBody>
          <a:bodyPr wrap="none">
            <a:spAutoFit/>
          </a:bodyPr>
          <a:lstStyle/>
          <a:p>
            <a:pPr algn="ctr">
              <a:lnSpc>
                <a:spcPct val="120000"/>
              </a:lnSpc>
            </a:pPr>
            <a:r>
              <a:rPr lang="en-US" altLang="zh-CN" sz="1600" dirty="0">
                <a:latin typeface="微软雅黑 Light" panose="020B0502040204020203" pitchFamily="34" charset="-122"/>
                <a:ea typeface="微软雅黑 Light" panose="020B0502040204020203" pitchFamily="34" charset="-122"/>
                <a:cs typeface="+mn-ea"/>
                <a:sym typeface="+mn-lt"/>
              </a:rPr>
              <a:t>10 bit</a:t>
            </a:r>
            <a:endParaRPr lang="zh-CN" altLang="en-US" sz="1600" dirty="0">
              <a:latin typeface="微软雅黑 Light" panose="020B0502040204020203" pitchFamily="34" charset="-122"/>
              <a:ea typeface="微软雅黑 Light" panose="020B0502040204020203" pitchFamily="34" charset="-122"/>
              <a:cs typeface="+mn-ea"/>
              <a:sym typeface="+mn-lt"/>
            </a:endParaRPr>
          </a:p>
        </p:txBody>
      </p:sp>
      <p:sp>
        <p:nvSpPr>
          <p:cNvPr id="6" name="矩形 8"/>
          <p:cNvSpPr/>
          <p:nvPr/>
        </p:nvSpPr>
        <p:spPr>
          <a:xfrm>
            <a:off x="2053097" y="2354219"/>
            <a:ext cx="710452" cy="364267"/>
          </a:xfrm>
          <a:prstGeom prst="rect">
            <a:avLst/>
          </a:prstGeom>
        </p:spPr>
        <p:txBody>
          <a:bodyPr wrap="none">
            <a:spAutoFit/>
          </a:bodyPr>
          <a:lstStyle/>
          <a:p>
            <a:pPr algn="ctr">
              <a:lnSpc>
                <a:spcPct val="120000"/>
              </a:lnSpc>
            </a:pPr>
            <a:r>
              <a:rPr lang="en-US" altLang="zh-CN" sz="1600" dirty="0">
                <a:latin typeface="微软雅黑 Light" panose="020B0502040204020203" pitchFamily="34" charset="-122"/>
                <a:ea typeface="微软雅黑 Light" panose="020B0502040204020203" pitchFamily="34" charset="-122"/>
                <a:cs typeface="+mn-ea"/>
                <a:sym typeface="+mn-lt"/>
              </a:rPr>
              <a:t>54 bit</a:t>
            </a:r>
            <a:endParaRPr lang="zh-CN" altLang="en-US" sz="1600" dirty="0">
              <a:latin typeface="微软雅黑 Light" panose="020B0502040204020203" pitchFamily="34" charset="-122"/>
              <a:ea typeface="微软雅黑 Light" panose="020B0502040204020203" pitchFamily="34" charset="-122"/>
              <a:cs typeface="+mn-ea"/>
              <a:sym typeface="+mn-lt"/>
            </a:endParaRPr>
          </a:p>
        </p:txBody>
      </p:sp>
      <p:sp>
        <p:nvSpPr>
          <p:cNvPr id="7" name="矩形 10"/>
          <p:cNvSpPr/>
          <p:nvPr/>
        </p:nvSpPr>
        <p:spPr>
          <a:xfrm>
            <a:off x="4097952" y="2346004"/>
            <a:ext cx="710452" cy="364267"/>
          </a:xfrm>
          <a:prstGeom prst="rect">
            <a:avLst/>
          </a:prstGeom>
        </p:spPr>
        <p:txBody>
          <a:bodyPr wrap="none">
            <a:spAutoFit/>
          </a:bodyPr>
          <a:lstStyle/>
          <a:p>
            <a:pPr algn="ctr">
              <a:lnSpc>
                <a:spcPct val="120000"/>
              </a:lnSpc>
            </a:pPr>
            <a:r>
              <a:rPr lang="en-US" altLang="zh-CN" sz="1600" dirty="0">
                <a:latin typeface="微软雅黑 Light" panose="020B0502040204020203" pitchFamily="34" charset="-122"/>
                <a:ea typeface="微软雅黑 Light" panose="020B0502040204020203" pitchFamily="34" charset="-122"/>
                <a:cs typeface="+mn-ea"/>
                <a:sym typeface="+mn-lt"/>
              </a:rPr>
              <a:t>64 bit</a:t>
            </a:r>
            <a:endParaRPr lang="zh-CN" altLang="en-US" sz="1600" dirty="0">
              <a:latin typeface="微软雅黑 Light" panose="020B0502040204020203" pitchFamily="34" charset="-122"/>
              <a:ea typeface="微软雅黑 Light" panose="020B0502040204020203" pitchFamily="34" charset="-122"/>
              <a:cs typeface="+mn-ea"/>
              <a:sym typeface="+mn-lt"/>
            </a:endParaRPr>
          </a:p>
        </p:txBody>
      </p:sp>
      <p:sp>
        <p:nvSpPr>
          <p:cNvPr id="8" name="Rectangle 86"/>
          <p:cNvSpPr/>
          <p:nvPr/>
        </p:nvSpPr>
        <p:spPr>
          <a:xfrm>
            <a:off x="392857" y="3351850"/>
            <a:ext cx="5739146" cy="3101486"/>
          </a:xfrm>
          <a:prstGeom prst="rect">
            <a:avLst/>
          </a:prstGeom>
        </p:spPr>
        <p:txBody>
          <a:bodyPr vert="horz" lIns="91440" tIns="45720" rIns="91440" bIns="45720" rtlCol="0">
            <a:noAutofit/>
          </a:bodyPr>
          <a:lstStyle/>
          <a:p>
            <a:pPr marL="742950" lvl="1" indent="-285750" eaLnBrk="1" hangingPunct="1">
              <a:lnSpc>
                <a:spcPct val="120000"/>
              </a:lnSpc>
              <a:spcBef>
                <a:spcPct val="20000"/>
              </a:spcBef>
              <a:buClr>
                <a:srgbClr val="00C800"/>
              </a:buClr>
              <a:buSzPct val="80000"/>
              <a:buFont typeface="Wingdings" panose="05000000000000000000" pitchFamily="2" charset="2"/>
              <a:buChar char="n"/>
            </a:pPr>
            <a:r>
              <a:rPr lang="en-US" altLang="zh-CN" sz="1800" kern="0" dirty="0">
                <a:latin typeface="微软雅黑 Light" panose="020B0502040204020203" pitchFamily="34" charset="-122"/>
                <a:ea typeface="微软雅黑 Light" panose="020B0502040204020203" pitchFamily="34" charset="-122"/>
                <a:cs typeface="Times New Roman" panose="02020603050405020304" pitchFamily="18" charset="0"/>
                <a:sym typeface="+mn-lt"/>
              </a:rPr>
              <a:t>LLA</a:t>
            </a:r>
            <a:r>
              <a:rPr lang="zh-CN" altLang="en-US" sz="1800" kern="0" dirty="0">
                <a:latin typeface="微软雅黑 Light" panose="020B0502040204020203" pitchFamily="34" charset="-122"/>
                <a:ea typeface="微软雅黑 Light" panose="020B0502040204020203" pitchFamily="34" charset="-122"/>
                <a:cs typeface="Times New Roman" panose="02020603050405020304" pitchFamily="18" charset="0"/>
                <a:sym typeface="+mn-lt"/>
              </a:rPr>
              <a:t>用于一条单一链路层面的通信，例如</a:t>
            </a:r>
            <a:r>
              <a:rPr lang="en-US" altLang="zh-CN" sz="1800" kern="0" dirty="0">
                <a:latin typeface="微软雅黑 Light" panose="020B0502040204020203" pitchFamily="34" charset="-122"/>
                <a:ea typeface="微软雅黑 Light" panose="020B0502040204020203" pitchFamily="34" charset="-122"/>
                <a:cs typeface="Times New Roman" panose="02020603050405020304" pitchFamily="18" charset="0"/>
                <a:sym typeface="+mn-lt"/>
              </a:rPr>
              <a:t>IPv6</a:t>
            </a:r>
            <a:r>
              <a:rPr lang="zh-CN" altLang="en-US" sz="1800" kern="0" dirty="0">
                <a:latin typeface="微软雅黑 Light" panose="020B0502040204020203" pitchFamily="34" charset="-122"/>
                <a:ea typeface="微软雅黑 Light" panose="020B0502040204020203" pitchFamily="34" charset="-122"/>
                <a:cs typeface="Times New Roman" panose="02020603050405020304" pitchFamily="18" charset="0"/>
                <a:sym typeface="+mn-lt"/>
              </a:rPr>
              <a:t>地址无状态自动配置、动态路由协议邻居关系建立等</a:t>
            </a:r>
            <a:endParaRPr lang="zh-CN" altLang="en-US" sz="1800" kern="0" dirty="0">
              <a:latin typeface="微软雅黑 Light" panose="020B0502040204020203" pitchFamily="34" charset="-122"/>
              <a:ea typeface="微软雅黑 Light" panose="020B0502040204020203" pitchFamily="34" charset="-122"/>
              <a:cs typeface="Times New Roman" panose="02020603050405020304" pitchFamily="18" charset="0"/>
              <a:sym typeface="+mn-lt"/>
            </a:endParaRPr>
          </a:p>
          <a:p>
            <a:pPr marL="742950" lvl="1" indent="-285750" eaLnBrk="1" hangingPunct="1">
              <a:lnSpc>
                <a:spcPct val="120000"/>
              </a:lnSpc>
              <a:spcBef>
                <a:spcPct val="20000"/>
              </a:spcBef>
              <a:buClr>
                <a:srgbClr val="00C800"/>
              </a:buClr>
              <a:buSzPct val="80000"/>
              <a:buFont typeface="Wingdings" panose="05000000000000000000" pitchFamily="2" charset="2"/>
              <a:buChar char="n"/>
            </a:pPr>
            <a:r>
              <a:rPr lang="zh-CN" altLang="en-US" sz="1800" kern="0" dirty="0">
                <a:latin typeface="微软雅黑 Light" panose="020B0502040204020203" pitchFamily="34" charset="-122"/>
                <a:ea typeface="微软雅黑 Light" panose="020B0502040204020203" pitchFamily="34" charset="-122"/>
                <a:cs typeface="Times New Roman" panose="02020603050405020304" pitchFamily="18" charset="0"/>
                <a:sym typeface="+mn-lt"/>
              </a:rPr>
              <a:t>源或目的</a:t>
            </a:r>
            <a:r>
              <a:rPr lang="en-US" altLang="zh-CN" sz="1800" kern="0" dirty="0">
                <a:latin typeface="微软雅黑 Light" panose="020B0502040204020203" pitchFamily="34" charset="-122"/>
                <a:ea typeface="微软雅黑 Light" panose="020B0502040204020203" pitchFamily="34" charset="-122"/>
                <a:cs typeface="Times New Roman" panose="02020603050405020304" pitchFamily="18" charset="0"/>
                <a:sym typeface="+mn-lt"/>
              </a:rPr>
              <a:t>IPv6</a:t>
            </a:r>
            <a:r>
              <a:rPr lang="zh-CN" altLang="en-US" sz="1800" kern="0" dirty="0">
                <a:latin typeface="微软雅黑 Light" panose="020B0502040204020203" pitchFamily="34" charset="-122"/>
                <a:ea typeface="微软雅黑 Light" panose="020B0502040204020203" pitchFamily="34" charset="-122"/>
                <a:cs typeface="Times New Roman" panose="02020603050405020304" pitchFamily="18" charset="0"/>
                <a:sym typeface="+mn-lt"/>
              </a:rPr>
              <a:t>地址为链路本地地址的数据包将不会被转发到链路之外</a:t>
            </a:r>
            <a:endParaRPr lang="en-US" altLang="zh-CN" sz="1800" kern="0" dirty="0">
              <a:latin typeface="微软雅黑 Light" panose="020B0502040204020203" pitchFamily="34" charset="-122"/>
              <a:ea typeface="微软雅黑 Light" panose="020B0502040204020203" pitchFamily="34" charset="-122"/>
              <a:cs typeface="Times New Roman" panose="02020603050405020304" pitchFamily="18" charset="0"/>
              <a:sym typeface="+mn-lt"/>
            </a:endParaRPr>
          </a:p>
          <a:p>
            <a:pPr marL="742950" lvl="1" indent="-285750" eaLnBrk="1" hangingPunct="1">
              <a:lnSpc>
                <a:spcPct val="120000"/>
              </a:lnSpc>
              <a:spcBef>
                <a:spcPct val="20000"/>
              </a:spcBef>
              <a:buClr>
                <a:srgbClr val="00C800"/>
              </a:buClr>
              <a:buSzPct val="80000"/>
              <a:buFont typeface="Wingdings" panose="05000000000000000000" pitchFamily="2" charset="2"/>
              <a:buChar char="n"/>
            </a:pPr>
            <a:r>
              <a:rPr lang="zh-CN" altLang="en-US" sz="1800" kern="0" dirty="0">
                <a:latin typeface="微软雅黑 Light" panose="020B0502040204020203" pitchFamily="34" charset="-122"/>
                <a:ea typeface="微软雅黑 Light" panose="020B0502040204020203" pitchFamily="34" charset="-122"/>
                <a:cs typeface="Times New Roman" panose="02020603050405020304" pitchFamily="18" charset="0"/>
                <a:sym typeface="+mn-lt"/>
              </a:rPr>
              <a:t>每一个</a:t>
            </a:r>
            <a:r>
              <a:rPr lang="en-US" altLang="zh-CN" sz="1800" kern="0" dirty="0">
                <a:latin typeface="微软雅黑 Light" panose="020B0502040204020203" pitchFamily="34" charset="-122"/>
                <a:ea typeface="微软雅黑 Light" panose="020B0502040204020203" pitchFamily="34" charset="-122"/>
                <a:cs typeface="Times New Roman" panose="02020603050405020304" pitchFamily="18" charset="0"/>
                <a:sym typeface="+mn-lt"/>
              </a:rPr>
              <a:t>IPv6</a:t>
            </a:r>
            <a:r>
              <a:rPr lang="zh-CN" altLang="en-US" sz="1800" kern="0" dirty="0">
                <a:latin typeface="微软雅黑 Light" panose="020B0502040204020203" pitchFamily="34" charset="-122"/>
                <a:ea typeface="微软雅黑 Light" panose="020B0502040204020203" pitchFamily="34" charset="-122"/>
                <a:cs typeface="Times New Roman" panose="02020603050405020304" pitchFamily="18" charset="0"/>
                <a:sym typeface="+mn-lt"/>
              </a:rPr>
              <a:t>接口都必须具备一个链路本地地址</a:t>
            </a:r>
            <a:endParaRPr lang="en-US" altLang="zh-CN" sz="1800" kern="0" dirty="0">
              <a:latin typeface="微软雅黑 Light" panose="020B0502040204020203" pitchFamily="34" charset="-122"/>
              <a:ea typeface="微软雅黑 Light" panose="020B0502040204020203" pitchFamily="34" charset="-122"/>
              <a:cs typeface="Times New Roman" panose="02020603050405020304" pitchFamily="18" charset="0"/>
              <a:sym typeface="+mn-lt"/>
            </a:endParaRPr>
          </a:p>
          <a:p>
            <a:pPr marL="742950" lvl="1" indent="-285750" eaLnBrk="1" hangingPunct="1">
              <a:lnSpc>
                <a:spcPct val="120000"/>
              </a:lnSpc>
              <a:spcBef>
                <a:spcPct val="20000"/>
              </a:spcBef>
              <a:buClr>
                <a:srgbClr val="00C800"/>
              </a:buClr>
              <a:buSzPct val="80000"/>
              <a:buFont typeface="Wingdings" panose="05000000000000000000" pitchFamily="2" charset="2"/>
              <a:buChar char="n"/>
            </a:pPr>
            <a:r>
              <a:rPr lang="zh-CN" altLang="en-US" sz="1800" kern="0" dirty="0">
                <a:latin typeface="微软雅黑 Light" panose="020B0502040204020203" pitchFamily="34" charset="-122"/>
                <a:ea typeface="微软雅黑 Light" panose="020B0502040204020203" pitchFamily="34" charset="-122"/>
                <a:cs typeface="Times New Roman" panose="02020603050405020304" pitchFamily="18" charset="0"/>
                <a:sym typeface="+mn-lt"/>
              </a:rPr>
              <a:t>当接口获得一个</a:t>
            </a:r>
            <a:r>
              <a:rPr lang="en-US" altLang="zh-CN" sz="1800" kern="0" dirty="0">
                <a:latin typeface="微软雅黑 Light" panose="020B0502040204020203" pitchFamily="34" charset="-122"/>
                <a:ea typeface="微软雅黑 Light" panose="020B0502040204020203" pitchFamily="34" charset="-122"/>
                <a:cs typeface="Times New Roman" panose="02020603050405020304" pitchFamily="18" charset="0"/>
                <a:sym typeface="+mn-lt"/>
              </a:rPr>
              <a:t>IPv6</a:t>
            </a:r>
            <a:r>
              <a:rPr lang="zh-CN" altLang="en-US" sz="1800" kern="0" dirty="0">
                <a:latin typeface="微软雅黑 Light" panose="020B0502040204020203" pitchFamily="34" charset="-122"/>
                <a:ea typeface="微软雅黑 Light" panose="020B0502040204020203" pitchFamily="34" charset="-122"/>
                <a:cs typeface="Times New Roman" panose="02020603050405020304" pitchFamily="18" charset="0"/>
                <a:sym typeface="+mn-lt"/>
              </a:rPr>
              <a:t>单播地址后，设备会自动为该接口配置链路本地地址</a:t>
            </a:r>
            <a:endParaRPr lang="zh-CN" altLang="en-US" sz="1800" kern="0" dirty="0">
              <a:latin typeface="微软雅黑 Light" panose="020B0502040204020203" pitchFamily="34" charset="-122"/>
              <a:ea typeface="微软雅黑 Light" panose="020B0502040204020203" pitchFamily="34" charset="-122"/>
              <a:cs typeface="Times New Roman" panose="02020603050405020304" pitchFamily="18" charset="0"/>
              <a:sym typeface="+mn-lt"/>
            </a:endParaRPr>
          </a:p>
        </p:txBody>
      </p:sp>
      <p:graphicFrame>
        <p:nvGraphicFramePr>
          <p:cNvPr id="9" name="表格 8"/>
          <p:cNvGraphicFramePr>
            <a:graphicFrameLocks noGrp="1"/>
          </p:cNvGraphicFramePr>
          <p:nvPr/>
        </p:nvGraphicFramePr>
        <p:xfrm>
          <a:off x="450777" y="2659784"/>
          <a:ext cx="5218136" cy="287888"/>
        </p:xfrm>
        <a:graphic>
          <a:graphicData uri="http://schemas.openxmlformats.org/drawingml/2006/table">
            <a:tbl>
              <a:tblPr firstRow="1" bandRow="1">
                <a:tableStyleId>{72833802-FEF1-4C79-8D5D-14CF1EAF98D9}</a:tableStyleId>
              </a:tblPr>
              <a:tblGrid>
                <a:gridCol w="1291331"/>
                <a:gridCol w="1375575"/>
                <a:gridCol w="2551230"/>
              </a:tblGrid>
              <a:tr h="287888">
                <a:tc>
                  <a:txBody>
                    <a:bodyPr/>
                    <a:lstStyle/>
                    <a:p>
                      <a:pPr marL="0" algn="ctr" defTabSz="914400" rtl="0" eaLnBrk="1" latinLnBrk="0" hangingPunct="1">
                        <a:lnSpc>
                          <a:spcPct val="120000"/>
                        </a:lnSpc>
                        <a:spcBef>
                          <a:spcPts val="0"/>
                        </a:spcBef>
                        <a:spcAft>
                          <a:spcPts val="0"/>
                        </a:spcAft>
                      </a:pPr>
                      <a:r>
                        <a:rPr lang="en-US" altLang="zh-CN" sz="1400" b="0" kern="1200" baseline="0" dirty="0">
                          <a:solidFill>
                            <a:schemeClr val="tx1"/>
                          </a:solidFill>
                          <a:latin typeface="微软雅黑 Light" panose="020B0502040204020203" pitchFamily="34" charset="-122"/>
                          <a:ea typeface="微软雅黑 Light" panose="020B0502040204020203" pitchFamily="34" charset="-122"/>
                          <a:cs typeface="+mn-ea"/>
                          <a:sym typeface="+mn-lt"/>
                        </a:rPr>
                        <a:t>1111 1110 10</a:t>
                      </a:r>
                      <a:endParaRPr lang="zh-CN" altLang="en-US" sz="1400" b="0" kern="1200" baseline="0" dirty="0">
                        <a:solidFill>
                          <a:schemeClr val="tx1"/>
                        </a:solidFill>
                        <a:latin typeface="微软雅黑 Light" panose="020B0502040204020203" pitchFamily="34" charset="-122"/>
                        <a:ea typeface="微软雅黑 Light" panose="020B0502040204020203" pitchFamily="34" charset="-122"/>
                        <a:cs typeface="+mn-ea"/>
                        <a:sym typeface="+mn-lt"/>
                      </a:endParaRPr>
                    </a:p>
                  </a:txBody>
                  <a:tcPr marL="45702" marR="45702" marT="17993" marB="17993"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solidFill>
                      <a:srgbClr val="F4FBFE"/>
                    </a:solidFill>
                  </a:tcPr>
                </a:tc>
                <a:tc>
                  <a:txBody>
                    <a:bodyPr/>
                    <a:lstStyle/>
                    <a:p>
                      <a:pPr algn="ctr">
                        <a:lnSpc>
                          <a:spcPct val="120000"/>
                        </a:lnSpc>
                        <a:spcBef>
                          <a:spcPts val="0"/>
                        </a:spcBef>
                        <a:spcAft>
                          <a:spcPts val="0"/>
                        </a:spcAft>
                      </a:pPr>
                      <a:r>
                        <a:rPr lang="en-US" altLang="zh-CN" sz="1400" b="0" baseline="0" dirty="0">
                          <a:solidFill>
                            <a:schemeClr val="tx1"/>
                          </a:solidFill>
                          <a:latin typeface="微软雅黑 Light" panose="020B0502040204020203" pitchFamily="34" charset="-122"/>
                          <a:ea typeface="微软雅黑 Light" panose="020B0502040204020203" pitchFamily="34" charset="-122"/>
                          <a:cs typeface="+mn-ea"/>
                          <a:sym typeface="+mn-lt"/>
                        </a:rPr>
                        <a:t>0</a:t>
                      </a:r>
                      <a:endParaRPr lang="zh-CN" altLang="en-US" sz="1400" b="0" baseline="0" dirty="0">
                        <a:solidFill>
                          <a:schemeClr val="tx1"/>
                        </a:solidFill>
                        <a:latin typeface="微软雅黑 Light" panose="020B0502040204020203" pitchFamily="34" charset="-122"/>
                        <a:ea typeface="微软雅黑 Light" panose="020B0502040204020203" pitchFamily="34" charset="-122"/>
                        <a:cs typeface="+mn-ea"/>
                        <a:sym typeface="+mn-lt"/>
                      </a:endParaRPr>
                    </a:p>
                  </a:txBody>
                  <a:tcPr marL="45702" marR="45702" marT="17993" marB="17993"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solidFill>
                      <a:srgbClr val="F4FBFE"/>
                    </a:solidFill>
                  </a:tcPr>
                </a:tc>
                <a:tc>
                  <a:txBody>
                    <a:bodyPr/>
                    <a:lstStyle/>
                    <a:p>
                      <a:pPr algn="ctr">
                        <a:lnSpc>
                          <a:spcPct val="120000"/>
                        </a:lnSpc>
                        <a:spcBef>
                          <a:spcPts val="0"/>
                        </a:spcBef>
                        <a:spcAft>
                          <a:spcPts val="0"/>
                        </a:spcAft>
                      </a:pPr>
                      <a:r>
                        <a:rPr lang="zh-CN" altLang="en-US" sz="1400" b="0" baseline="0" dirty="0">
                          <a:solidFill>
                            <a:schemeClr val="tx1"/>
                          </a:solidFill>
                          <a:latin typeface="微软雅黑 Light" panose="020B0502040204020203" pitchFamily="34" charset="-122"/>
                          <a:ea typeface="微软雅黑 Light" panose="020B0502040204020203" pitchFamily="34" charset="-122"/>
                          <a:cs typeface="+mn-ea"/>
                          <a:sym typeface="+mn-lt"/>
                        </a:rPr>
                        <a:t>接口标识</a:t>
                      </a:r>
                      <a:endParaRPr lang="zh-CN" altLang="en-US" sz="1400" b="0" baseline="0" dirty="0">
                        <a:solidFill>
                          <a:schemeClr val="tx1"/>
                        </a:solidFill>
                        <a:latin typeface="微软雅黑 Light" panose="020B0502040204020203" pitchFamily="34" charset="-122"/>
                        <a:ea typeface="微软雅黑 Light" panose="020B0502040204020203" pitchFamily="34" charset="-122"/>
                        <a:cs typeface="+mn-ea"/>
                        <a:sym typeface="+mn-lt"/>
                      </a:endParaRPr>
                    </a:p>
                  </a:txBody>
                  <a:tcPr marL="45702" marR="45702" marT="17993" marB="17993"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solidFill>
                      <a:srgbClr val="F4FBFE"/>
                    </a:solidFill>
                  </a:tcPr>
                </a:tc>
              </a:tr>
            </a:tbl>
          </a:graphicData>
        </a:graphic>
      </p:graphicFrame>
      <p:sp>
        <p:nvSpPr>
          <p:cNvPr id="10" name="矩形 30"/>
          <p:cNvSpPr/>
          <p:nvPr/>
        </p:nvSpPr>
        <p:spPr>
          <a:xfrm>
            <a:off x="2030935" y="2937646"/>
            <a:ext cx="822661" cy="328488"/>
          </a:xfrm>
          <a:prstGeom prst="rect">
            <a:avLst/>
          </a:prstGeom>
        </p:spPr>
        <p:txBody>
          <a:bodyPr wrap="none">
            <a:spAutoFit/>
          </a:bodyPr>
          <a:lstStyle/>
          <a:p>
            <a:pPr algn="ctr">
              <a:lnSpc>
                <a:spcPct val="120000"/>
              </a:lnSpc>
            </a:pPr>
            <a:r>
              <a:rPr lang="zh-CN" altLang="en-US" sz="1400" dirty="0">
                <a:latin typeface="微软雅黑 Light" panose="020B0502040204020203" pitchFamily="34" charset="-122"/>
                <a:ea typeface="微软雅黑 Light" panose="020B0502040204020203" pitchFamily="34" charset="-122"/>
                <a:cs typeface="+mn-ea"/>
                <a:sym typeface="+mn-lt"/>
              </a:rPr>
              <a:t>固定为</a:t>
            </a:r>
            <a:r>
              <a:rPr lang="en-US" altLang="zh-CN" sz="1400" dirty="0">
                <a:latin typeface="微软雅黑 Light" panose="020B0502040204020203" pitchFamily="34" charset="-122"/>
                <a:ea typeface="微软雅黑 Light" panose="020B0502040204020203" pitchFamily="34" charset="-122"/>
                <a:cs typeface="+mn-ea"/>
                <a:sym typeface="+mn-lt"/>
              </a:rPr>
              <a:t>0</a:t>
            </a:r>
            <a:endParaRPr lang="zh-CN" altLang="en-US" sz="1400" dirty="0">
              <a:latin typeface="微软雅黑 Light" panose="020B0502040204020203" pitchFamily="34" charset="-122"/>
              <a:ea typeface="微软雅黑 Light" panose="020B0502040204020203" pitchFamily="34" charset="-122"/>
              <a:cs typeface="+mn-ea"/>
              <a:sym typeface="+mn-lt"/>
            </a:endParaRPr>
          </a:p>
        </p:txBody>
      </p:sp>
      <p:sp>
        <p:nvSpPr>
          <p:cNvPr id="11" name="矩形 10"/>
          <p:cNvSpPr/>
          <p:nvPr/>
        </p:nvSpPr>
        <p:spPr>
          <a:xfrm>
            <a:off x="6385649" y="3993396"/>
            <a:ext cx="3952785" cy="2243916"/>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1800">
              <a:latin typeface="微软雅黑 Light" panose="020B0502040204020203" pitchFamily="34" charset="-122"/>
              <a:ea typeface="微软雅黑 Light" panose="020B0502040204020203" pitchFamily="34" charset="-122"/>
              <a:cs typeface="+mn-ea"/>
              <a:sym typeface="+mn-lt"/>
            </a:endParaRPr>
          </a:p>
        </p:txBody>
      </p:sp>
      <p:sp>
        <p:nvSpPr>
          <p:cNvPr id="12" name="矩形 11"/>
          <p:cNvSpPr/>
          <p:nvPr/>
        </p:nvSpPr>
        <p:spPr>
          <a:xfrm>
            <a:off x="10489831" y="3993396"/>
            <a:ext cx="1373829" cy="2243916"/>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1800">
              <a:latin typeface="微软雅黑 Light" panose="020B0502040204020203" pitchFamily="34" charset="-122"/>
              <a:ea typeface="微软雅黑 Light" panose="020B0502040204020203" pitchFamily="34" charset="-122"/>
              <a:cs typeface="+mn-ea"/>
              <a:sym typeface="+mn-lt"/>
            </a:endParaRPr>
          </a:p>
        </p:txBody>
      </p:sp>
      <p:cxnSp>
        <p:nvCxnSpPr>
          <p:cNvPr id="13" name="Straight Connector 166"/>
          <p:cNvCxnSpPr/>
          <p:nvPr/>
        </p:nvCxnSpPr>
        <p:spPr>
          <a:xfrm>
            <a:off x="6951826" y="5044078"/>
            <a:ext cx="0" cy="83910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4" name="Group 165"/>
          <p:cNvGrpSpPr/>
          <p:nvPr/>
        </p:nvGrpSpPr>
        <p:grpSpPr>
          <a:xfrm rot="10800000">
            <a:off x="6888141" y="4412803"/>
            <a:ext cx="2204425" cy="631273"/>
            <a:chOff x="-1233037" y="914446"/>
            <a:chExt cx="1573823" cy="778776"/>
          </a:xfrm>
        </p:grpSpPr>
        <p:cxnSp>
          <p:nvCxnSpPr>
            <p:cNvPr id="15" name="Straight Connector 166"/>
            <p:cNvCxnSpPr/>
            <p:nvPr/>
          </p:nvCxnSpPr>
          <p:spPr>
            <a:xfrm flipH="1" flipV="1">
              <a:off x="-1233037" y="914446"/>
              <a:ext cx="786912" cy="77877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67"/>
            <p:cNvCxnSpPr/>
            <p:nvPr/>
          </p:nvCxnSpPr>
          <p:spPr>
            <a:xfrm flipV="1">
              <a:off x="-446125" y="914446"/>
              <a:ext cx="786911" cy="778776"/>
            </a:xfrm>
            <a:prstGeom prst="line">
              <a:avLst/>
            </a:prstGeom>
            <a:ln w="19050">
              <a:solidFill>
                <a:schemeClr val="tx1"/>
              </a:solidFill>
              <a:prstDash val="solid"/>
            </a:ln>
          </p:spPr>
          <p:style>
            <a:lnRef idx="1">
              <a:schemeClr val="accent1"/>
            </a:lnRef>
            <a:fillRef idx="0">
              <a:schemeClr val="accent1"/>
            </a:fillRef>
            <a:effectRef idx="0">
              <a:schemeClr val="accent1"/>
            </a:effectRef>
            <a:fontRef idx="minor">
              <a:schemeClr val="tx1"/>
            </a:fontRef>
          </p:style>
        </p:cxnSp>
      </p:grpSp>
      <p:sp>
        <p:nvSpPr>
          <p:cNvPr id="17" name="Freeform 159"/>
          <p:cNvSpPr/>
          <p:nvPr/>
        </p:nvSpPr>
        <p:spPr>
          <a:xfrm flipH="1">
            <a:off x="9123746" y="2525656"/>
            <a:ext cx="1872043" cy="978570"/>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lumMod val="85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square" tIns="107958" rtlCol="0" anchor="ctr">
            <a:noAutofit/>
          </a:bodyPr>
          <a:lstStyle/>
          <a:p>
            <a:pPr algn="ctr">
              <a:lnSpc>
                <a:spcPct val="120000"/>
              </a:lnSpc>
            </a:pPr>
            <a:r>
              <a:rPr lang="en-US" sz="1600" dirty="0">
                <a:solidFill>
                  <a:schemeClr val="bg1">
                    <a:lumMod val="50000"/>
                  </a:schemeClr>
                </a:solidFill>
                <a:latin typeface="微软雅黑 Light" panose="020B0502040204020203" pitchFamily="34" charset="-122"/>
                <a:ea typeface="微软雅黑 Light" panose="020B0502040204020203" pitchFamily="34" charset="-122"/>
                <a:cs typeface="+mn-ea"/>
                <a:sym typeface="+mn-lt"/>
              </a:rPr>
              <a:t>Internet</a:t>
            </a:r>
            <a:endParaRPr lang="en-US" sz="1600" dirty="0">
              <a:solidFill>
                <a:schemeClr val="bg1">
                  <a:lumMod val="50000"/>
                </a:schemeClr>
              </a:solidFill>
              <a:latin typeface="微软雅黑 Light" panose="020B0502040204020203" pitchFamily="34" charset="-122"/>
              <a:ea typeface="微软雅黑 Light" panose="020B0502040204020203" pitchFamily="34" charset="-122"/>
              <a:cs typeface="+mn-ea"/>
              <a:sym typeface="+mn-lt"/>
            </a:endParaRPr>
          </a:p>
        </p:txBody>
      </p:sp>
      <p:cxnSp>
        <p:nvCxnSpPr>
          <p:cNvPr id="18" name="Straight Connector 166"/>
          <p:cNvCxnSpPr/>
          <p:nvPr/>
        </p:nvCxnSpPr>
        <p:spPr>
          <a:xfrm>
            <a:off x="11184287" y="4511490"/>
            <a:ext cx="0" cy="137169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9" name="文本框 18"/>
          <p:cNvSpPr txBox="1"/>
          <p:nvPr/>
        </p:nvSpPr>
        <p:spPr bwMode="auto">
          <a:xfrm>
            <a:off x="6631565" y="5945022"/>
            <a:ext cx="640518" cy="292655"/>
          </a:xfrm>
          <a:prstGeom prst="rect">
            <a:avLst/>
          </a:prstGeom>
          <a:noFill/>
          <a:ln w="9525" algn="ctr">
            <a:noFill/>
            <a:miter lim="800000"/>
          </a:ln>
        </p:spPr>
        <p:txBody>
          <a:bodyPr vert="horz" wrap="none" lIns="87768" tIns="43884" rIns="87768" bIns="43884" numCol="1" rtlCol="0" anchor="ctr" anchorCtr="0" compatLnSpc="1">
            <a:spAutoFit/>
          </a:bodyPr>
          <a:lstStyle/>
          <a:p>
            <a:pPr algn="ctr">
              <a:lnSpc>
                <a:spcPct val="120000"/>
              </a:lnSpc>
            </a:pPr>
            <a:r>
              <a:rPr lang="en-US" altLang="zh-CN" sz="1200" dirty="0">
                <a:latin typeface="微软雅黑 Light" panose="020B0502040204020203" pitchFamily="34" charset="-122"/>
                <a:ea typeface="微软雅黑 Light" panose="020B0502040204020203" pitchFamily="34" charset="-122"/>
                <a:cs typeface="+mn-ea"/>
                <a:sym typeface="+mn-lt"/>
              </a:rPr>
              <a:t>FE80::1</a:t>
            </a:r>
            <a:endParaRPr lang="en-US" altLang="zh-CN" sz="1200" dirty="0">
              <a:latin typeface="微软雅黑 Light" panose="020B0502040204020203" pitchFamily="34" charset="-122"/>
              <a:ea typeface="微软雅黑 Light" panose="020B0502040204020203" pitchFamily="34" charset="-122"/>
              <a:cs typeface="+mn-ea"/>
              <a:sym typeface="+mn-lt"/>
            </a:endParaRPr>
          </a:p>
        </p:txBody>
      </p:sp>
      <p:sp>
        <p:nvSpPr>
          <p:cNvPr id="20" name="文本框 19"/>
          <p:cNvSpPr txBox="1"/>
          <p:nvPr/>
        </p:nvSpPr>
        <p:spPr bwMode="auto">
          <a:xfrm>
            <a:off x="7585482" y="2532290"/>
            <a:ext cx="1304162" cy="292655"/>
          </a:xfrm>
          <a:prstGeom prst="rect">
            <a:avLst/>
          </a:prstGeom>
          <a:noFill/>
          <a:ln w="9525" algn="ctr">
            <a:noFill/>
            <a:miter lim="800000"/>
          </a:ln>
        </p:spPr>
        <p:txBody>
          <a:bodyPr vert="horz" wrap="square" lIns="87768" tIns="43884" rIns="87768" bIns="43884" numCol="1" rtlCol="0" anchor="ctr" anchorCtr="0" compatLnSpc="1">
            <a:spAutoFit/>
          </a:bodyPr>
          <a:lstStyle/>
          <a:p>
            <a:pPr>
              <a:lnSpc>
                <a:spcPct val="120000"/>
              </a:lnSpc>
            </a:pPr>
            <a:r>
              <a:rPr lang="en-US" altLang="zh-CN" sz="1200" dirty="0">
                <a:latin typeface="微软雅黑 Light" panose="020B0502040204020203" pitchFamily="34" charset="-122"/>
                <a:ea typeface="微软雅黑 Light" panose="020B0502040204020203" pitchFamily="34" charset="-122"/>
                <a:cs typeface="+mn-ea"/>
                <a:sym typeface="+mn-lt"/>
              </a:rPr>
              <a:t>2001:ABCD::1/64</a:t>
            </a:r>
            <a:endParaRPr lang="zh-CN" altLang="en-US" sz="1200" dirty="0">
              <a:latin typeface="微软雅黑 Light" panose="020B0502040204020203" pitchFamily="34" charset="-122"/>
              <a:ea typeface="微软雅黑 Light" panose="020B0502040204020203" pitchFamily="34" charset="-122"/>
              <a:cs typeface="+mn-ea"/>
              <a:sym typeface="+mn-lt"/>
            </a:endParaRPr>
          </a:p>
        </p:txBody>
      </p:sp>
      <p:sp>
        <p:nvSpPr>
          <p:cNvPr id="21" name="任意多边形 103"/>
          <p:cNvSpPr/>
          <p:nvPr/>
        </p:nvSpPr>
        <p:spPr>
          <a:xfrm>
            <a:off x="7258136" y="4657442"/>
            <a:ext cx="1050343" cy="957988"/>
          </a:xfrm>
          <a:custGeom>
            <a:avLst/>
            <a:gdLst>
              <a:gd name="connsiteX0" fmla="*/ 0 w 1006764"/>
              <a:gd name="connsiteY0" fmla="*/ 2336800 h 2336800"/>
              <a:gd name="connsiteX1" fmla="*/ 1006764 w 1006764"/>
              <a:gd name="connsiteY1" fmla="*/ 0 h 2336800"/>
              <a:gd name="connsiteX0-1" fmla="*/ 0 w 1588655"/>
              <a:gd name="connsiteY0-2" fmla="*/ 2198255 h 2198255"/>
              <a:gd name="connsiteX1-3" fmla="*/ 1588655 w 1588655"/>
              <a:gd name="connsiteY1-4" fmla="*/ 0 h 2198255"/>
              <a:gd name="connsiteX0-5" fmla="*/ 0 w 1625600"/>
              <a:gd name="connsiteY0-6" fmla="*/ 2327564 h 2327564"/>
              <a:gd name="connsiteX1-7" fmla="*/ 1625600 w 1625600"/>
              <a:gd name="connsiteY1-8" fmla="*/ 0 h 2327564"/>
              <a:gd name="connsiteX0-9" fmla="*/ 0 w 1625600"/>
              <a:gd name="connsiteY0-10" fmla="*/ 2327564 h 2327564"/>
              <a:gd name="connsiteX1-11" fmla="*/ 1625600 w 1625600"/>
              <a:gd name="connsiteY1-12" fmla="*/ 0 h 2327564"/>
              <a:gd name="connsiteX0-13" fmla="*/ 0 w 1219200"/>
              <a:gd name="connsiteY0-14" fmla="*/ 2290619 h 2290619"/>
              <a:gd name="connsiteX1-15" fmla="*/ 1219200 w 1219200"/>
              <a:gd name="connsiteY1-16" fmla="*/ 0 h 2290619"/>
              <a:gd name="connsiteX0-17" fmla="*/ 0 w 1219200"/>
              <a:gd name="connsiteY0-18" fmla="*/ 2290619 h 2290619"/>
              <a:gd name="connsiteX1-19" fmla="*/ 1219200 w 1219200"/>
              <a:gd name="connsiteY1-20" fmla="*/ 0 h 2290619"/>
              <a:gd name="connsiteX0-21" fmla="*/ 0 w 1219200"/>
              <a:gd name="connsiteY0-22" fmla="*/ 2290619 h 2290619"/>
              <a:gd name="connsiteX1-23" fmla="*/ 1219200 w 1219200"/>
              <a:gd name="connsiteY1-24" fmla="*/ 0 h 2290619"/>
              <a:gd name="connsiteX0-25" fmla="*/ 0 w 1219200"/>
              <a:gd name="connsiteY0-26" fmla="*/ 2290619 h 2290619"/>
              <a:gd name="connsiteX1-27" fmla="*/ 1219200 w 1219200"/>
              <a:gd name="connsiteY1-28" fmla="*/ 0 h 2290619"/>
              <a:gd name="connsiteX0-29" fmla="*/ 0 w 1828800"/>
              <a:gd name="connsiteY0-30" fmla="*/ 2983347 h 2983347"/>
              <a:gd name="connsiteX1-31" fmla="*/ 1828800 w 1828800"/>
              <a:gd name="connsiteY1-32" fmla="*/ 0 h 2983347"/>
              <a:gd name="connsiteX0-33" fmla="*/ 0 w 1828800"/>
              <a:gd name="connsiteY0-34" fmla="*/ 2983347 h 2983347"/>
              <a:gd name="connsiteX1-35" fmla="*/ 1828800 w 1828800"/>
              <a:gd name="connsiteY1-36" fmla="*/ 0 h 2983347"/>
              <a:gd name="connsiteX0-37" fmla="*/ 0 w 3972403"/>
              <a:gd name="connsiteY0-38" fmla="*/ 286329 h 286329"/>
              <a:gd name="connsiteX1-39" fmla="*/ 3972403 w 3972403"/>
              <a:gd name="connsiteY1-40" fmla="*/ 0 h 286329"/>
              <a:gd name="connsiteX0-41" fmla="*/ 0 w 3972403"/>
              <a:gd name="connsiteY0-42" fmla="*/ 1885170 h 1885170"/>
              <a:gd name="connsiteX1-43" fmla="*/ 3972403 w 3972403"/>
              <a:gd name="connsiteY1-44" fmla="*/ 1598841 h 1885170"/>
              <a:gd name="connsiteX0-45" fmla="*/ 0 w 4002038"/>
              <a:gd name="connsiteY0-46" fmla="*/ 1872025 h 1872025"/>
              <a:gd name="connsiteX1-47" fmla="*/ 4002038 w 4002038"/>
              <a:gd name="connsiteY1-48" fmla="*/ 1604169 h 1872025"/>
              <a:gd name="connsiteX0-49" fmla="*/ 0 w 4002038"/>
              <a:gd name="connsiteY0-50" fmla="*/ 2528442 h 2528442"/>
              <a:gd name="connsiteX1-51" fmla="*/ 4002038 w 4002038"/>
              <a:gd name="connsiteY1-52" fmla="*/ 2260586 h 2528442"/>
              <a:gd name="connsiteX0-53" fmla="*/ 0 w 4002038"/>
              <a:gd name="connsiteY0-54" fmla="*/ 2619472 h 2619472"/>
              <a:gd name="connsiteX1-55" fmla="*/ 4002038 w 4002038"/>
              <a:gd name="connsiteY1-56" fmla="*/ 2351616 h 2619472"/>
              <a:gd name="connsiteX0-57" fmla="*/ 0 w 4002038"/>
              <a:gd name="connsiteY0-58" fmla="*/ 2601400 h 2601400"/>
              <a:gd name="connsiteX1-59" fmla="*/ 4002038 w 4002038"/>
              <a:gd name="connsiteY1-60" fmla="*/ 2333544 h 2601400"/>
              <a:gd name="connsiteX0-61" fmla="*/ 0 w 4002038"/>
              <a:gd name="connsiteY0-62" fmla="*/ 2661323 h 2661323"/>
              <a:gd name="connsiteX1-63" fmla="*/ 4002038 w 4002038"/>
              <a:gd name="connsiteY1-64" fmla="*/ 2393467 h 2661323"/>
              <a:gd name="connsiteX0-65" fmla="*/ 0 w 1512693"/>
              <a:gd name="connsiteY0-66" fmla="*/ 2666159 h 2666159"/>
              <a:gd name="connsiteX1-67" fmla="*/ 1512693 w 1512693"/>
              <a:gd name="connsiteY1-68" fmla="*/ 2389067 h 2666159"/>
              <a:gd name="connsiteX0-69" fmla="*/ 0 w 1512693"/>
              <a:gd name="connsiteY0-70" fmla="*/ 1755253 h 1755253"/>
              <a:gd name="connsiteX1-71" fmla="*/ 1512693 w 1512693"/>
              <a:gd name="connsiteY1-72" fmla="*/ 1478161 h 1755253"/>
              <a:gd name="connsiteX0-73" fmla="*/ 0 w 1512693"/>
              <a:gd name="connsiteY0-74" fmla="*/ 1224470 h 1224470"/>
              <a:gd name="connsiteX1-75" fmla="*/ 1512693 w 1512693"/>
              <a:gd name="connsiteY1-76" fmla="*/ 947378 h 1224470"/>
              <a:gd name="connsiteX0-77" fmla="*/ 0 w 1512693"/>
              <a:gd name="connsiteY0-78" fmla="*/ 1210471 h 1210471"/>
              <a:gd name="connsiteX1-79" fmla="*/ 1512693 w 1512693"/>
              <a:gd name="connsiteY1-80" fmla="*/ 933379 h 1210471"/>
              <a:gd name="connsiteX0-81" fmla="*/ 0 w 1730017"/>
              <a:gd name="connsiteY0-82" fmla="*/ 1123613 h 1123613"/>
              <a:gd name="connsiteX1-83" fmla="*/ 1730017 w 1730017"/>
              <a:gd name="connsiteY1-84" fmla="*/ 1095903 h 1123613"/>
              <a:gd name="connsiteX0-85" fmla="*/ 0 w 1730017"/>
              <a:gd name="connsiteY0-86" fmla="*/ 958362 h 958362"/>
              <a:gd name="connsiteX1-87" fmla="*/ 1730017 w 1730017"/>
              <a:gd name="connsiteY1-88" fmla="*/ 930652 h 958362"/>
            </a:gdLst>
            <a:ahLst/>
            <a:cxnLst>
              <a:cxn ang="0">
                <a:pos x="connsiteX0-1" y="connsiteY0-2"/>
              </a:cxn>
              <a:cxn ang="0">
                <a:pos x="connsiteX1-3" y="connsiteY1-4"/>
              </a:cxn>
            </a:cxnLst>
            <a:rect l="l" t="t" r="r" b="b"/>
            <a:pathLst>
              <a:path w="1730017" h="958362">
                <a:moveTo>
                  <a:pt x="0" y="958362"/>
                </a:moveTo>
                <a:cubicBezTo>
                  <a:pt x="863007" y="-861202"/>
                  <a:pt x="1475844" y="367235"/>
                  <a:pt x="1730017" y="930652"/>
                </a:cubicBezTo>
              </a:path>
            </a:pathLst>
          </a:custGeom>
          <a:noFill/>
          <a:ln w="28575">
            <a:solidFill>
              <a:schemeClr val="bg2"/>
            </a:solidFill>
            <a:headEnd type="triangle"/>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1800">
              <a:latin typeface="微软雅黑 Light" panose="020B0502040204020203" pitchFamily="34" charset="-122"/>
              <a:ea typeface="微软雅黑 Light" panose="020B0502040204020203" pitchFamily="34" charset="-122"/>
              <a:cs typeface="+mn-ea"/>
              <a:sym typeface="+mn-lt"/>
            </a:endParaRPr>
          </a:p>
        </p:txBody>
      </p:sp>
      <p:grpSp>
        <p:nvGrpSpPr>
          <p:cNvPr id="28" name="Group 165"/>
          <p:cNvGrpSpPr/>
          <p:nvPr/>
        </p:nvGrpSpPr>
        <p:grpSpPr>
          <a:xfrm rot="10800000">
            <a:off x="8429507" y="5068454"/>
            <a:ext cx="1207640" cy="631273"/>
            <a:chOff x="-1233037" y="914446"/>
            <a:chExt cx="1573823" cy="778776"/>
          </a:xfrm>
        </p:grpSpPr>
        <p:cxnSp>
          <p:nvCxnSpPr>
            <p:cNvPr id="29" name="Straight Connector 166"/>
            <p:cNvCxnSpPr/>
            <p:nvPr/>
          </p:nvCxnSpPr>
          <p:spPr>
            <a:xfrm flipH="1" flipV="1">
              <a:off x="-1233037" y="914446"/>
              <a:ext cx="786912" cy="77877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 name="Straight Connector 167"/>
            <p:cNvCxnSpPr/>
            <p:nvPr/>
          </p:nvCxnSpPr>
          <p:spPr>
            <a:xfrm flipV="1">
              <a:off x="-446125" y="914446"/>
              <a:ext cx="786911" cy="778776"/>
            </a:xfrm>
            <a:prstGeom prst="line">
              <a:avLst/>
            </a:prstGeom>
            <a:ln w="19050">
              <a:solidFill>
                <a:schemeClr val="tx1"/>
              </a:solidFill>
              <a:prstDash val="solid"/>
            </a:ln>
          </p:spPr>
          <p:style>
            <a:lnRef idx="1">
              <a:schemeClr val="accent1"/>
            </a:lnRef>
            <a:fillRef idx="0">
              <a:schemeClr val="accent1"/>
            </a:fillRef>
            <a:effectRef idx="0">
              <a:schemeClr val="accent1"/>
            </a:effectRef>
            <a:fontRef idx="minor">
              <a:schemeClr val="tx1"/>
            </a:fontRef>
          </p:style>
        </p:cxnSp>
      </p:grpSp>
      <p:sp>
        <p:nvSpPr>
          <p:cNvPr id="31" name="文本框 30"/>
          <p:cNvSpPr txBox="1"/>
          <p:nvPr/>
        </p:nvSpPr>
        <p:spPr bwMode="auto">
          <a:xfrm>
            <a:off x="7981181" y="5945022"/>
            <a:ext cx="666166" cy="292655"/>
          </a:xfrm>
          <a:prstGeom prst="rect">
            <a:avLst/>
          </a:prstGeom>
          <a:noFill/>
          <a:ln w="9525" algn="ctr">
            <a:noFill/>
            <a:miter lim="800000"/>
          </a:ln>
        </p:spPr>
        <p:txBody>
          <a:bodyPr vert="horz" wrap="none" lIns="87768" tIns="43884" rIns="87768" bIns="43884" numCol="1" rtlCol="0" anchor="ctr" anchorCtr="0" compatLnSpc="1">
            <a:spAutoFit/>
          </a:bodyPr>
          <a:lstStyle/>
          <a:p>
            <a:pPr algn="ctr">
              <a:lnSpc>
                <a:spcPct val="120000"/>
              </a:lnSpc>
            </a:pPr>
            <a:r>
              <a:rPr lang="en-US" altLang="zh-CN" sz="1200">
                <a:latin typeface="微软雅黑 Light" panose="020B0502040204020203" pitchFamily="34" charset="-122"/>
                <a:ea typeface="微软雅黑 Light" panose="020B0502040204020203" pitchFamily="34" charset="-122"/>
                <a:cs typeface="+mn-ea"/>
                <a:sym typeface="+mn-lt"/>
              </a:rPr>
              <a:t>FE80::2</a:t>
            </a:r>
            <a:endParaRPr lang="en-US" altLang="zh-CN" sz="1200">
              <a:latin typeface="微软雅黑 Light" panose="020B0502040204020203" pitchFamily="34" charset="-122"/>
              <a:ea typeface="微软雅黑 Light" panose="020B0502040204020203" pitchFamily="34" charset="-122"/>
              <a:cs typeface="+mn-ea"/>
              <a:sym typeface="+mn-lt"/>
            </a:endParaRPr>
          </a:p>
        </p:txBody>
      </p:sp>
      <p:sp>
        <p:nvSpPr>
          <p:cNvPr id="32" name="文本框 31"/>
          <p:cNvSpPr txBox="1"/>
          <p:nvPr/>
        </p:nvSpPr>
        <p:spPr bwMode="auto">
          <a:xfrm>
            <a:off x="9351758" y="5945022"/>
            <a:ext cx="666167" cy="292655"/>
          </a:xfrm>
          <a:prstGeom prst="rect">
            <a:avLst/>
          </a:prstGeom>
          <a:noFill/>
          <a:ln w="9525" algn="ctr">
            <a:noFill/>
            <a:miter lim="800000"/>
          </a:ln>
        </p:spPr>
        <p:txBody>
          <a:bodyPr vert="horz" wrap="none" lIns="87768" tIns="43884" rIns="87768" bIns="43884" numCol="1" rtlCol="0" anchor="ctr" anchorCtr="0" compatLnSpc="1">
            <a:spAutoFit/>
          </a:bodyPr>
          <a:lstStyle/>
          <a:p>
            <a:pPr>
              <a:lnSpc>
                <a:spcPct val="120000"/>
              </a:lnSpc>
            </a:pPr>
            <a:r>
              <a:rPr lang="en-US" altLang="zh-CN" sz="1200">
                <a:latin typeface="微软雅黑 Light" panose="020B0502040204020203" pitchFamily="34" charset="-122"/>
                <a:ea typeface="微软雅黑 Light" panose="020B0502040204020203" pitchFamily="34" charset="-122"/>
                <a:cs typeface="+mn-ea"/>
                <a:sym typeface="+mn-lt"/>
              </a:rPr>
              <a:t>FE80::3</a:t>
            </a:r>
            <a:endParaRPr lang="zh-CN" altLang="en-US" sz="1200" dirty="0">
              <a:latin typeface="微软雅黑 Light" panose="020B0502040204020203" pitchFamily="34" charset="-122"/>
              <a:ea typeface="微软雅黑 Light" panose="020B0502040204020203" pitchFamily="34" charset="-122"/>
              <a:cs typeface="+mn-ea"/>
              <a:sym typeface="+mn-lt"/>
            </a:endParaRPr>
          </a:p>
        </p:txBody>
      </p:sp>
      <p:sp>
        <p:nvSpPr>
          <p:cNvPr id="33" name="文本框 32"/>
          <p:cNvSpPr txBox="1"/>
          <p:nvPr/>
        </p:nvSpPr>
        <p:spPr bwMode="auto">
          <a:xfrm>
            <a:off x="10792623" y="5945022"/>
            <a:ext cx="669373" cy="292655"/>
          </a:xfrm>
          <a:prstGeom prst="rect">
            <a:avLst/>
          </a:prstGeom>
          <a:noFill/>
          <a:ln w="9525" algn="ctr">
            <a:noFill/>
            <a:miter lim="800000"/>
          </a:ln>
        </p:spPr>
        <p:txBody>
          <a:bodyPr vert="horz" wrap="none" lIns="87768" tIns="43884" rIns="87768" bIns="43884" numCol="1" rtlCol="0" anchor="ctr" anchorCtr="0" compatLnSpc="1">
            <a:spAutoFit/>
          </a:bodyPr>
          <a:lstStyle/>
          <a:p>
            <a:pPr>
              <a:lnSpc>
                <a:spcPct val="120000"/>
              </a:lnSpc>
            </a:pPr>
            <a:r>
              <a:rPr lang="en-US" altLang="zh-CN" sz="1200">
                <a:latin typeface="微软雅黑 Light" panose="020B0502040204020203" pitchFamily="34" charset="-122"/>
                <a:ea typeface="微软雅黑 Light" panose="020B0502040204020203" pitchFamily="34" charset="-122"/>
                <a:cs typeface="+mn-ea"/>
                <a:sym typeface="+mn-lt"/>
              </a:rPr>
              <a:t>FE80::4</a:t>
            </a:r>
            <a:endParaRPr lang="zh-CN" altLang="en-US" sz="1200" dirty="0">
              <a:latin typeface="微软雅黑 Light" panose="020B0502040204020203" pitchFamily="34" charset="-122"/>
              <a:ea typeface="微软雅黑 Light" panose="020B0502040204020203" pitchFamily="34" charset="-122"/>
              <a:cs typeface="+mn-ea"/>
              <a:sym typeface="+mn-lt"/>
            </a:endParaRPr>
          </a:p>
        </p:txBody>
      </p:sp>
      <p:sp>
        <p:nvSpPr>
          <p:cNvPr id="34" name="任意多边形 119"/>
          <p:cNvSpPr/>
          <p:nvPr/>
        </p:nvSpPr>
        <p:spPr>
          <a:xfrm>
            <a:off x="8411042" y="4657442"/>
            <a:ext cx="1315302" cy="957988"/>
          </a:xfrm>
          <a:custGeom>
            <a:avLst/>
            <a:gdLst>
              <a:gd name="connsiteX0" fmla="*/ 0 w 1006764"/>
              <a:gd name="connsiteY0" fmla="*/ 2336800 h 2336800"/>
              <a:gd name="connsiteX1" fmla="*/ 1006764 w 1006764"/>
              <a:gd name="connsiteY1" fmla="*/ 0 h 2336800"/>
              <a:gd name="connsiteX0-1" fmla="*/ 0 w 1588655"/>
              <a:gd name="connsiteY0-2" fmla="*/ 2198255 h 2198255"/>
              <a:gd name="connsiteX1-3" fmla="*/ 1588655 w 1588655"/>
              <a:gd name="connsiteY1-4" fmla="*/ 0 h 2198255"/>
              <a:gd name="connsiteX0-5" fmla="*/ 0 w 1625600"/>
              <a:gd name="connsiteY0-6" fmla="*/ 2327564 h 2327564"/>
              <a:gd name="connsiteX1-7" fmla="*/ 1625600 w 1625600"/>
              <a:gd name="connsiteY1-8" fmla="*/ 0 h 2327564"/>
              <a:gd name="connsiteX0-9" fmla="*/ 0 w 1625600"/>
              <a:gd name="connsiteY0-10" fmla="*/ 2327564 h 2327564"/>
              <a:gd name="connsiteX1-11" fmla="*/ 1625600 w 1625600"/>
              <a:gd name="connsiteY1-12" fmla="*/ 0 h 2327564"/>
              <a:gd name="connsiteX0-13" fmla="*/ 0 w 1219200"/>
              <a:gd name="connsiteY0-14" fmla="*/ 2290619 h 2290619"/>
              <a:gd name="connsiteX1-15" fmla="*/ 1219200 w 1219200"/>
              <a:gd name="connsiteY1-16" fmla="*/ 0 h 2290619"/>
              <a:gd name="connsiteX0-17" fmla="*/ 0 w 1219200"/>
              <a:gd name="connsiteY0-18" fmla="*/ 2290619 h 2290619"/>
              <a:gd name="connsiteX1-19" fmla="*/ 1219200 w 1219200"/>
              <a:gd name="connsiteY1-20" fmla="*/ 0 h 2290619"/>
              <a:gd name="connsiteX0-21" fmla="*/ 0 w 1219200"/>
              <a:gd name="connsiteY0-22" fmla="*/ 2290619 h 2290619"/>
              <a:gd name="connsiteX1-23" fmla="*/ 1219200 w 1219200"/>
              <a:gd name="connsiteY1-24" fmla="*/ 0 h 2290619"/>
              <a:gd name="connsiteX0-25" fmla="*/ 0 w 1219200"/>
              <a:gd name="connsiteY0-26" fmla="*/ 2290619 h 2290619"/>
              <a:gd name="connsiteX1-27" fmla="*/ 1219200 w 1219200"/>
              <a:gd name="connsiteY1-28" fmla="*/ 0 h 2290619"/>
              <a:gd name="connsiteX0-29" fmla="*/ 0 w 1828800"/>
              <a:gd name="connsiteY0-30" fmla="*/ 2983347 h 2983347"/>
              <a:gd name="connsiteX1-31" fmla="*/ 1828800 w 1828800"/>
              <a:gd name="connsiteY1-32" fmla="*/ 0 h 2983347"/>
              <a:gd name="connsiteX0-33" fmla="*/ 0 w 1828800"/>
              <a:gd name="connsiteY0-34" fmla="*/ 2983347 h 2983347"/>
              <a:gd name="connsiteX1-35" fmla="*/ 1828800 w 1828800"/>
              <a:gd name="connsiteY1-36" fmla="*/ 0 h 2983347"/>
              <a:gd name="connsiteX0-37" fmla="*/ 0 w 3972403"/>
              <a:gd name="connsiteY0-38" fmla="*/ 286329 h 286329"/>
              <a:gd name="connsiteX1-39" fmla="*/ 3972403 w 3972403"/>
              <a:gd name="connsiteY1-40" fmla="*/ 0 h 286329"/>
              <a:gd name="connsiteX0-41" fmla="*/ 0 w 3972403"/>
              <a:gd name="connsiteY0-42" fmla="*/ 1885170 h 1885170"/>
              <a:gd name="connsiteX1-43" fmla="*/ 3972403 w 3972403"/>
              <a:gd name="connsiteY1-44" fmla="*/ 1598841 h 1885170"/>
              <a:gd name="connsiteX0-45" fmla="*/ 0 w 4002038"/>
              <a:gd name="connsiteY0-46" fmla="*/ 1872025 h 1872025"/>
              <a:gd name="connsiteX1-47" fmla="*/ 4002038 w 4002038"/>
              <a:gd name="connsiteY1-48" fmla="*/ 1604169 h 1872025"/>
              <a:gd name="connsiteX0-49" fmla="*/ 0 w 4002038"/>
              <a:gd name="connsiteY0-50" fmla="*/ 2528442 h 2528442"/>
              <a:gd name="connsiteX1-51" fmla="*/ 4002038 w 4002038"/>
              <a:gd name="connsiteY1-52" fmla="*/ 2260586 h 2528442"/>
              <a:gd name="connsiteX0-53" fmla="*/ 0 w 4002038"/>
              <a:gd name="connsiteY0-54" fmla="*/ 2619472 h 2619472"/>
              <a:gd name="connsiteX1-55" fmla="*/ 4002038 w 4002038"/>
              <a:gd name="connsiteY1-56" fmla="*/ 2351616 h 2619472"/>
              <a:gd name="connsiteX0-57" fmla="*/ 0 w 4002038"/>
              <a:gd name="connsiteY0-58" fmla="*/ 2601400 h 2601400"/>
              <a:gd name="connsiteX1-59" fmla="*/ 4002038 w 4002038"/>
              <a:gd name="connsiteY1-60" fmla="*/ 2333544 h 2601400"/>
              <a:gd name="connsiteX0-61" fmla="*/ 0 w 4002038"/>
              <a:gd name="connsiteY0-62" fmla="*/ 2661323 h 2661323"/>
              <a:gd name="connsiteX1-63" fmla="*/ 4002038 w 4002038"/>
              <a:gd name="connsiteY1-64" fmla="*/ 2393467 h 2661323"/>
              <a:gd name="connsiteX0-65" fmla="*/ 0 w 1512693"/>
              <a:gd name="connsiteY0-66" fmla="*/ 2666159 h 2666159"/>
              <a:gd name="connsiteX1-67" fmla="*/ 1512693 w 1512693"/>
              <a:gd name="connsiteY1-68" fmla="*/ 2389067 h 2666159"/>
              <a:gd name="connsiteX0-69" fmla="*/ 0 w 1512693"/>
              <a:gd name="connsiteY0-70" fmla="*/ 1755253 h 1755253"/>
              <a:gd name="connsiteX1-71" fmla="*/ 1512693 w 1512693"/>
              <a:gd name="connsiteY1-72" fmla="*/ 1478161 h 1755253"/>
              <a:gd name="connsiteX0-73" fmla="*/ 0 w 1512693"/>
              <a:gd name="connsiteY0-74" fmla="*/ 1224470 h 1224470"/>
              <a:gd name="connsiteX1-75" fmla="*/ 1512693 w 1512693"/>
              <a:gd name="connsiteY1-76" fmla="*/ 947378 h 1224470"/>
              <a:gd name="connsiteX0-77" fmla="*/ 0 w 1512693"/>
              <a:gd name="connsiteY0-78" fmla="*/ 1210471 h 1210471"/>
              <a:gd name="connsiteX1-79" fmla="*/ 1512693 w 1512693"/>
              <a:gd name="connsiteY1-80" fmla="*/ 933379 h 1210471"/>
              <a:gd name="connsiteX0-81" fmla="*/ 0 w 1730017"/>
              <a:gd name="connsiteY0-82" fmla="*/ 1123613 h 1123613"/>
              <a:gd name="connsiteX1-83" fmla="*/ 1730017 w 1730017"/>
              <a:gd name="connsiteY1-84" fmla="*/ 1095903 h 1123613"/>
              <a:gd name="connsiteX0-85" fmla="*/ 0 w 1730017"/>
              <a:gd name="connsiteY0-86" fmla="*/ 958362 h 958362"/>
              <a:gd name="connsiteX1-87" fmla="*/ 1730017 w 1730017"/>
              <a:gd name="connsiteY1-88" fmla="*/ 930652 h 958362"/>
            </a:gdLst>
            <a:ahLst/>
            <a:cxnLst>
              <a:cxn ang="0">
                <a:pos x="connsiteX0-1" y="connsiteY0-2"/>
              </a:cxn>
              <a:cxn ang="0">
                <a:pos x="connsiteX1-3" y="connsiteY1-4"/>
              </a:cxn>
            </a:cxnLst>
            <a:rect l="l" t="t" r="r" b="b"/>
            <a:pathLst>
              <a:path w="1730017" h="958362">
                <a:moveTo>
                  <a:pt x="0" y="958362"/>
                </a:moveTo>
                <a:cubicBezTo>
                  <a:pt x="863007" y="-861202"/>
                  <a:pt x="1475844" y="367235"/>
                  <a:pt x="1730017" y="930652"/>
                </a:cubicBezTo>
              </a:path>
            </a:pathLst>
          </a:custGeom>
          <a:noFill/>
          <a:ln w="28575">
            <a:solidFill>
              <a:srgbClr val="ED6D00"/>
            </a:solidFill>
            <a:headEnd type="triangle"/>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1800">
              <a:latin typeface="微软雅黑 Light" panose="020B0502040204020203" pitchFamily="34" charset="-122"/>
              <a:ea typeface="微软雅黑 Light" panose="020B0502040204020203" pitchFamily="34" charset="-122"/>
              <a:cs typeface="+mn-ea"/>
              <a:sym typeface="+mn-lt"/>
            </a:endParaRPr>
          </a:p>
        </p:txBody>
      </p:sp>
      <p:grpSp>
        <p:nvGrpSpPr>
          <p:cNvPr id="35" name="组合 28"/>
          <p:cNvGrpSpPr>
            <a:grpSpLocks noChangeAspect="1"/>
          </p:cNvGrpSpPr>
          <p:nvPr/>
        </p:nvGrpSpPr>
        <p:grpSpPr>
          <a:xfrm rot="5041062">
            <a:off x="7818998" y="4634265"/>
            <a:ext cx="288856" cy="288856"/>
            <a:chOff x="5076056" y="3356992"/>
            <a:chExt cx="436268" cy="436268"/>
          </a:xfrm>
        </p:grpSpPr>
        <p:sp>
          <p:nvSpPr>
            <p:cNvPr id="36" name="椭圆 27"/>
            <p:cNvSpPr/>
            <p:nvPr/>
          </p:nvSpPr>
          <p:spPr bwMode="auto">
            <a:xfrm>
              <a:off x="5076056" y="3356992"/>
              <a:ext cx="432048" cy="432048"/>
            </a:xfrm>
            <a:prstGeom prst="ellipse">
              <a:avLst/>
            </a:prstGeom>
            <a:solidFill>
              <a:sysClr val="window" lastClr="FFFFFF"/>
            </a:solidFill>
            <a:ln w="9525" cap="flat" cmpd="sng" algn="ctr">
              <a:noFill/>
              <a:prstDash val="solid"/>
              <a:round/>
              <a:headEnd type="none" w="med" len="med"/>
              <a:tailEnd type="none" w="med" len="med"/>
            </a:ln>
            <a:effectLst/>
          </p:spPr>
          <p:txBody>
            <a:bodyPr vert="horz" wrap="square" lIns="91404" tIns="45702" rIns="91404" bIns="45702" numCol="1" rtlCol="0" anchor="t" anchorCtr="0" compatLnSpc="1"/>
            <a:lstStyle/>
            <a:p>
              <a:pPr defTabSz="784225" eaLnBrk="0" fontAlgn="base" hangingPunct="0">
                <a:lnSpc>
                  <a:spcPct val="120000"/>
                </a:lnSpc>
                <a:spcBef>
                  <a:spcPct val="0"/>
                </a:spcBef>
                <a:spcAft>
                  <a:spcPct val="0"/>
                </a:spcAft>
                <a:defRPr/>
              </a:pPr>
              <a:endParaRPr lang="zh-CN" altLang="en-US" sz="2100" kern="0">
                <a:solidFill>
                  <a:prstClr val="black"/>
                </a:solidFill>
                <a:latin typeface="微软雅黑 Light" panose="020B0502040204020203" pitchFamily="34" charset="-122"/>
                <a:ea typeface="微软雅黑 Light" panose="020B0502040204020203" pitchFamily="34" charset="-122"/>
                <a:cs typeface="+mn-ea"/>
                <a:sym typeface="+mn-lt"/>
              </a:endParaRPr>
            </a:p>
          </p:txBody>
        </p:sp>
        <p:sp>
          <p:nvSpPr>
            <p:cNvPr id="37" name="禁止符 23"/>
            <p:cNvSpPr/>
            <p:nvPr/>
          </p:nvSpPr>
          <p:spPr>
            <a:xfrm>
              <a:off x="5076056" y="3356992"/>
              <a:ext cx="436268" cy="436268"/>
            </a:xfrm>
            <a:prstGeom prst="noSmoking">
              <a:avLst>
                <a:gd name="adj" fmla="val 15475"/>
              </a:avLst>
            </a:prstGeom>
            <a:solidFill>
              <a:srgbClr val="ED6D00"/>
            </a:solidFill>
            <a:ln w="12700" cap="flat" cmpd="sng" algn="ctr">
              <a:noFill/>
              <a:prstDash val="solid"/>
              <a:miter lim="800000"/>
            </a:ln>
            <a:effectLst/>
          </p:spPr>
          <p:txBody>
            <a:bodyPr rtlCol="0" anchor="ctr"/>
            <a:lstStyle/>
            <a:p>
              <a:pPr algn="ctr" defTabSz="914400">
                <a:lnSpc>
                  <a:spcPct val="120000"/>
                </a:lnSpc>
                <a:defRPr/>
              </a:pPr>
              <a:endParaRPr lang="zh-CN" altLang="en-US" sz="1800" kern="0">
                <a:solidFill>
                  <a:srgbClr val="EC7061"/>
                </a:solidFill>
                <a:latin typeface="微软雅黑 Light" panose="020B0502040204020203" pitchFamily="34" charset="-122"/>
                <a:ea typeface="微软雅黑 Light" panose="020B0502040204020203" pitchFamily="34" charset="-122"/>
                <a:cs typeface="+mn-ea"/>
                <a:sym typeface="+mn-lt"/>
              </a:endParaRPr>
            </a:p>
          </p:txBody>
        </p:sp>
      </p:grpSp>
      <p:sp>
        <p:nvSpPr>
          <p:cNvPr id="40" name="文本框 39"/>
          <p:cNvSpPr txBox="1"/>
          <p:nvPr/>
        </p:nvSpPr>
        <p:spPr bwMode="auto">
          <a:xfrm>
            <a:off x="8643531" y="5267460"/>
            <a:ext cx="792803" cy="512716"/>
          </a:xfrm>
          <a:prstGeom prst="rect">
            <a:avLst/>
          </a:prstGeom>
          <a:noFill/>
          <a:ln w="9525" algn="ctr">
            <a:noFill/>
            <a:miter lim="800000"/>
          </a:ln>
        </p:spPr>
        <p:txBody>
          <a:bodyPr vert="horz" wrap="none" lIns="87768" tIns="43884" rIns="87768" bIns="43884" numCol="1" rtlCol="0" anchor="ctr" anchorCtr="0" compatLnSpc="1">
            <a:spAutoFit/>
          </a:bodyPr>
          <a:lstStyle/>
          <a:p>
            <a:pPr algn="ctr">
              <a:lnSpc>
                <a:spcPct val="120000"/>
              </a:lnSpc>
            </a:pPr>
            <a:r>
              <a:rPr lang="zh-CN" altLang="en-US" sz="1200" dirty="0">
                <a:latin typeface="微软雅黑 Light" panose="020B0502040204020203" pitchFamily="34" charset="-122"/>
                <a:ea typeface="微软雅黑 Light" panose="020B0502040204020203" pitchFamily="34" charset="-122"/>
                <a:cs typeface="+mn-ea"/>
                <a:sym typeface="+mn-lt"/>
              </a:rPr>
              <a:t>相同</a:t>
            </a:r>
            <a:endParaRPr lang="en-US" altLang="zh-CN" sz="1200" dirty="0">
              <a:latin typeface="微软雅黑 Light" panose="020B0502040204020203" pitchFamily="34" charset="-122"/>
              <a:ea typeface="微软雅黑 Light" panose="020B0502040204020203" pitchFamily="34" charset="-122"/>
              <a:cs typeface="+mn-ea"/>
              <a:sym typeface="+mn-lt"/>
            </a:endParaRPr>
          </a:p>
          <a:p>
            <a:pPr algn="ctr">
              <a:lnSpc>
                <a:spcPct val="120000"/>
              </a:lnSpc>
            </a:pPr>
            <a:r>
              <a:rPr lang="zh-CN" altLang="en-US" sz="1200" dirty="0">
                <a:latin typeface="微软雅黑 Light" panose="020B0502040204020203" pitchFamily="34" charset="-122"/>
                <a:ea typeface="微软雅黑 Light" panose="020B0502040204020203" pitchFamily="34" charset="-122"/>
                <a:cs typeface="+mn-ea"/>
                <a:sym typeface="+mn-lt"/>
              </a:rPr>
              <a:t>二层网络</a:t>
            </a:r>
            <a:endParaRPr lang="en-US" altLang="zh-CN" sz="1200" dirty="0">
              <a:latin typeface="微软雅黑 Light" panose="020B0502040204020203" pitchFamily="34" charset="-122"/>
              <a:ea typeface="微软雅黑 Light" panose="020B0502040204020203" pitchFamily="34" charset="-122"/>
              <a:cs typeface="+mn-ea"/>
              <a:sym typeface="+mn-lt"/>
            </a:endParaRPr>
          </a:p>
        </p:txBody>
      </p:sp>
      <p:pic>
        <p:nvPicPr>
          <p:cNvPr id="41" name="图片 40"/>
          <p:cNvPicPr>
            <a:picLocks noChangeAspect="1"/>
          </p:cNvPicPr>
          <p:nvPr/>
        </p:nvPicPr>
        <p:blipFill>
          <a:blip r:embed="rId1"/>
          <a:stretch>
            <a:fillRect/>
          </a:stretch>
        </p:blipFill>
        <p:spPr>
          <a:xfrm>
            <a:off x="6759030" y="4870704"/>
            <a:ext cx="409909" cy="418449"/>
          </a:xfrm>
          <a:prstGeom prst="rect">
            <a:avLst/>
          </a:prstGeom>
        </p:spPr>
      </p:pic>
      <p:pic>
        <p:nvPicPr>
          <p:cNvPr id="42" name="图片 41"/>
          <p:cNvPicPr>
            <a:picLocks noChangeAspect="1"/>
          </p:cNvPicPr>
          <p:nvPr/>
        </p:nvPicPr>
        <p:blipFill>
          <a:blip r:embed="rId1"/>
          <a:stretch>
            <a:fillRect/>
          </a:stretch>
        </p:blipFill>
        <p:spPr>
          <a:xfrm>
            <a:off x="8831554" y="4894989"/>
            <a:ext cx="409909" cy="418449"/>
          </a:xfrm>
          <a:prstGeom prst="rect">
            <a:avLst/>
          </a:prstGeom>
        </p:spPr>
      </p:pic>
      <p:sp>
        <p:nvSpPr>
          <p:cNvPr id="43" name="任意多边形 101"/>
          <p:cNvSpPr/>
          <p:nvPr/>
        </p:nvSpPr>
        <p:spPr>
          <a:xfrm>
            <a:off x="6781828" y="2864067"/>
            <a:ext cx="2139070" cy="2714433"/>
          </a:xfrm>
          <a:custGeom>
            <a:avLst/>
            <a:gdLst>
              <a:gd name="connsiteX0" fmla="*/ 0 w 1006764"/>
              <a:gd name="connsiteY0" fmla="*/ 2336800 h 2336800"/>
              <a:gd name="connsiteX1" fmla="*/ 1006764 w 1006764"/>
              <a:gd name="connsiteY1" fmla="*/ 0 h 2336800"/>
              <a:gd name="connsiteX0-1" fmla="*/ 0 w 1588655"/>
              <a:gd name="connsiteY0-2" fmla="*/ 2198255 h 2198255"/>
              <a:gd name="connsiteX1-3" fmla="*/ 1588655 w 1588655"/>
              <a:gd name="connsiteY1-4" fmla="*/ 0 h 2198255"/>
              <a:gd name="connsiteX0-5" fmla="*/ 0 w 1625600"/>
              <a:gd name="connsiteY0-6" fmla="*/ 2327564 h 2327564"/>
              <a:gd name="connsiteX1-7" fmla="*/ 1625600 w 1625600"/>
              <a:gd name="connsiteY1-8" fmla="*/ 0 h 2327564"/>
              <a:gd name="connsiteX0-9" fmla="*/ 0 w 1625600"/>
              <a:gd name="connsiteY0-10" fmla="*/ 2327564 h 2327564"/>
              <a:gd name="connsiteX1-11" fmla="*/ 1625600 w 1625600"/>
              <a:gd name="connsiteY1-12" fmla="*/ 0 h 2327564"/>
              <a:gd name="connsiteX0-13" fmla="*/ 0 w 1219200"/>
              <a:gd name="connsiteY0-14" fmla="*/ 2290619 h 2290619"/>
              <a:gd name="connsiteX1-15" fmla="*/ 1219200 w 1219200"/>
              <a:gd name="connsiteY1-16" fmla="*/ 0 h 2290619"/>
              <a:gd name="connsiteX0-17" fmla="*/ 0 w 1219200"/>
              <a:gd name="connsiteY0-18" fmla="*/ 2290619 h 2290619"/>
              <a:gd name="connsiteX1-19" fmla="*/ 1219200 w 1219200"/>
              <a:gd name="connsiteY1-20" fmla="*/ 0 h 2290619"/>
              <a:gd name="connsiteX0-21" fmla="*/ 0 w 1219200"/>
              <a:gd name="connsiteY0-22" fmla="*/ 2290619 h 2290619"/>
              <a:gd name="connsiteX1-23" fmla="*/ 1219200 w 1219200"/>
              <a:gd name="connsiteY1-24" fmla="*/ 0 h 2290619"/>
              <a:gd name="connsiteX0-25" fmla="*/ 0 w 1219200"/>
              <a:gd name="connsiteY0-26" fmla="*/ 2290619 h 2290619"/>
              <a:gd name="connsiteX1-27" fmla="*/ 1219200 w 1219200"/>
              <a:gd name="connsiteY1-28" fmla="*/ 0 h 2290619"/>
              <a:gd name="connsiteX0-29" fmla="*/ 0 w 1828800"/>
              <a:gd name="connsiteY0-30" fmla="*/ 2983347 h 2983347"/>
              <a:gd name="connsiteX1-31" fmla="*/ 1828800 w 1828800"/>
              <a:gd name="connsiteY1-32" fmla="*/ 0 h 2983347"/>
              <a:gd name="connsiteX0-33" fmla="*/ 0 w 1828800"/>
              <a:gd name="connsiteY0-34" fmla="*/ 2983347 h 2983347"/>
              <a:gd name="connsiteX1-35" fmla="*/ 1828800 w 1828800"/>
              <a:gd name="connsiteY1-36" fmla="*/ 0 h 2983347"/>
              <a:gd name="connsiteX0-37" fmla="*/ 0 w 1838678"/>
              <a:gd name="connsiteY0-38" fmla="*/ 2918693 h 2918693"/>
              <a:gd name="connsiteX1-39" fmla="*/ 1838678 w 1838678"/>
              <a:gd name="connsiteY1-40" fmla="*/ 0 h 2918693"/>
              <a:gd name="connsiteX0-41" fmla="*/ 0 w 1838678"/>
              <a:gd name="connsiteY0-42" fmla="*/ 2918693 h 2918693"/>
              <a:gd name="connsiteX1-43" fmla="*/ 1838678 w 1838678"/>
              <a:gd name="connsiteY1-44" fmla="*/ 0 h 2918693"/>
              <a:gd name="connsiteX0-45" fmla="*/ 0 w 1838678"/>
              <a:gd name="connsiteY0-46" fmla="*/ 2918693 h 2918693"/>
              <a:gd name="connsiteX1-47" fmla="*/ 1838678 w 1838678"/>
              <a:gd name="connsiteY1-48" fmla="*/ 0 h 2918693"/>
              <a:gd name="connsiteX0-49" fmla="*/ 0 w 1848556"/>
              <a:gd name="connsiteY0-50" fmla="*/ 2955638 h 2955638"/>
              <a:gd name="connsiteX1-51" fmla="*/ 1848556 w 1848556"/>
              <a:gd name="connsiteY1-52" fmla="*/ 0 h 2955638"/>
              <a:gd name="connsiteX0-53" fmla="*/ 0 w 1848556"/>
              <a:gd name="connsiteY0-54" fmla="*/ 2955638 h 2955638"/>
              <a:gd name="connsiteX1-55" fmla="*/ 1848556 w 1848556"/>
              <a:gd name="connsiteY1-56" fmla="*/ 0 h 2955638"/>
              <a:gd name="connsiteX0-57" fmla="*/ 0 w 1750343"/>
              <a:gd name="connsiteY0-58" fmla="*/ 2715493 h 2715493"/>
              <a:gd name="connsiteX1-59" fmla="*/ 1750343 w 1750343"/>
              <a:gd name="connsiteY1-60" fmla="*/ 0 h 2715493"/>
              <a:gd name="connsiteX0-61" fmla="*/ 0 w 1750343"/>
              <a:gd name="connsiteY0-62" fmla="*/ 2715493 h 2715493"/>
              <a:gd name="connsiteX1-63" fmla="*/ 1750343 w 1750343"/>
              <a:gd name="connsiteY1-64" fmla="*/ 0 h 2715493"/>
              <a:gd name="connsiteX0-65" fmla="*/ 0 w 1750343"/>
              <a:gd name="connsiteY0-66" fmla="*/ 2715493 h 2715493"/>
              <a:gd name="connsiteX1-67" fmla="*/ 1750343 w 1750343"/>
              <a:gd name="connsiteY1-68" fmla="*/ 0 h 2715493"/>
              <a:gd name="connsiteX0-69" fmla="*/ 0 w 1750343"/>
              <a:gd name="connsiteY0-70" fmla="*/ 2715493 h 2715493"/>
              <a:gd name="connsiteX1-71" fmla="*/ 1750343 w 1750343"/>
              <a:gd name="connsiteY1-72" fmla="*/ 0 h 2715493"/>
              <a:gd name="connsiteX0-73" fmla="*/ 0 w 1750343"/>
              <a:gd name="connsiteY0-74" fmla="*/ 2715493 h 2715493"/>
              <a:gd name="connsiteX1-75" fmla="*/ 1750343 w 1750343"/>
              <a:gd name="connsiteY1-76" fmla="*/ 0 h 2715493"/>
            </a:gdLst>
            <a:ahLst/>
            <a:cxnLst>
              <a:cxn ang="0">
                <a:pos x="connsiteX0-1" y="connsiteY0-2"/>
              </a:cxn>
              <a:cxn ang="0">
                <a:pos x="connsiteX1-3" y="connsiteY1-4"/>
              </a:cxn>
            </a:cxnLst>
            <a:rect l="l" t="t" r="r" b="b"/>
            <a:pathLst>
              <a:path w="1750343" h="2715493">
                <a:moveTo>
                  <a:pt x="0" y="2715493"/>
                </a:moveTo>
                <a:cubicBezTo>
                  <a:pt x="86094" y="1995056"/>
                  <a:pt x="374717" y="563420"/>
                  <a:pt x="1750343" y="0"/>
                </a:cubicBezTo>
              </a:path>
            </a:pathLst>
          </a:custGeom>
          <a:noFill/>
          <a:ln w="28575">
            <a:solidFill>
              <a:schemeClr val="tx1">
                <a:lumMod val="50000"/>
                <a:lumOff val="50000"/>
              </a:schemeClr>
            </a:solidFill>
            <a:headEnd type="triangle"/>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1800">
              <a:latin typeface="微软雅黑 Light" panose="020B0502040204020203" pitchFamily="34" charset="-122"/>
              <a:ea typeface="微软雅黑 Light" panose="020B0502040204020203" pitchFamily="34" charset="-122"/>
              <a:cs typeface="+mn-ea"/>
              <a:sym typeface="+mn-lt"/>
            </a:endParaRPr>
          </a:p>
        </p:txBody>
      </p:sp>
      <p:sp>
        <p:nvSpPr>
          <p:cNvPr id="44" name="任意多边形 102"/>
          <p:cNvSpPr/>
          <p:nvPr/>
        </p:nvSpPr>
        <p:spPr>
          <a:xfrm>
            <a:off x="7045791" y="3207260"/>
            <a:ext cx="4035934" cy="2389702"/>
          </a:xfrm>
          <a:custGeom>
            <a:avLst/>
            <a:gdLst>
              <a:gd name="connsiteX0" fmla="*/ 0 w 1006764"/>
              <a:gd name="connsiteY0" fmla="*/ 2336800 h 2336800"/>
              <a:gd name="connsiteX1" fmla="*/ 1006764 w 1006764"/>
              <a:gd name="connsiteY1" fmla="*/ 0 h 2336800"/>
              <a:gd name="connsiteX0-1" fmla="*/ 0 w 1588655"/>
              <a:gd name="connsiteY0-2" fmla="*/ 2198255 h 2198255"/>
              <a:gd name="connsiteX1-3" fmla="*/ 1588655 w 1588655"/>
              <a:gd name="connsiteY1-4" fmla="*/ 0 h 2198255"/>
              <a:gd name="connsiteX0-5" fmla="*/ 0 w 1625600"/>
              <a:gd name="connsiteY0-6" fmla="*/ 2327564 h 2327564"/>
              <a:gd name="connsiteX1-7" fmla="*/ 1625600 w 1625600"/>
              <a:gd name="connsiteY1-8" fmla="*/ 0 h 2327564"/>
              <a:gd name="connsiteX0-9" fmla="*/ 0 w 1625600"/>
              <a:gd name="connsiteY0-10" fmla="*/ 2327564 h 2327564"/>
              <a:gd name="connsiteX1-11" fmla="*/ 1625600 w 1625600"/>
              <a:gd name="connsiteY1-12" fmla="*/ 0 h 2327564"/>
              <a:gd name="connsiteX0-13" fmla="*/ 0 w 1219200"/>
              <a:gd name="connsiteY0-14" fmla="*/ 2290619 h 2290619"/>
              <a:gd name="connsiteX1-15" fmla="*/ 1219200 w 1219200"/>
              <a:gd name="connsiteY1-16" fmla="*/ 0 h 2290619"/>
              <a:gd name="connsiteX0-17" fmla="*/ 0 w 1219200"/>
              <a:gd name="connsiteY0-18" fmla="*/ 2290619 h 2290619"/>
              <a:gd name="connsiteX1-19" fmla="*/ 1219200 w 1219200"/>
              <a:gd name="connsiteY1-20" fmla="*/ 0 h 2290619"/>
              <a:gd name="connsiteX0-21" fmla="*/ 0 w 1219200"/>
              <a:gd name="connsiteY0-22" fmla="*/ 2290619 h 2290619"/>
              <a:gd name="connsiteX1-23" fmla="*/ 1219200 w 1219200"/>
              <a:gd name="connsiteY1-24" fmla="*/ 0 h 2290619"/>
              <a:gd name="connsiteX0-25" fmla="*/ 0 w 1219200"/>
              <a:gd name="connsiteY0-26" fmla="*/ 2290619 h 2290619"/>
              <a:gd name="connsiteX1-27" fmla="*/ 1219200 w 1219200"/>
              <a:gd name="connsiteY1-28" fmla="*/ 0 h 2290619"/>
              <a:gd name="connsiteX0-29" fmla="*/ 0 w 1828800"/>
              <a:gd name="connsiteY0-30" fmla="*/ 2983347 h 2983347"/>
              <a:gd name="connsiteX1-31" fmla="*/ 1828800 w 1828800"/>
              <a:gd name="connsiteY1-32" fmla="*/ 0 h 2983347"/>
              <a:gd name="connsiteX0-33" fmla="*/ 0 w 1828800"/>
              <a:gd name="connsiteY0-34" fmla="*/ 2983347 h 2983347"/>
              <a:gd name="connsiteX1-35" fmla="*/ 1828800 w 1828800"/>
              <a:gd name="connsiteY1-36" fmla="*/ 0 h 2983347"/>
              <a:gd name="connsiteX0-37" fmla="*/ 0 w 3972403"/>
              <a:gd name="connsiteY0-38" fmla="*/ 286329 h 286329"/>
              <a:gd name="connsiteX1-39" fmla="*/ 3972403 w 3972403"/>
              <a:gd name="connsiteY1-40" fmla="*/ 0 h 286329"/>
              <a:gd name="connsiteX0-41" fmla="*/ 0 w 3972403"/>
              <a:gd name="connsiteY0-42" fmla="*/ 1885170 h 1885170"/>
              <a:gd name="connsiteX1-43" fmla="*/ 3972403 w 3972403"/>
              <a:gd name="connsiteY1-44" fmla="*/ 1598841 h 1885170"/>
              <a:gd name="connsiteX0-45" fmla="*/ 0 w 4002038"/>
              <a:gd name="connsiteY0-46" fmla="*/ 1872025 h 1872025"/>
              <a:gd name="connsiteX1-47" fmla="*/ 4002038 w 4002038"/>
              <a:gd name="connsiteY1-48" fmla="*/ 1604169 h 1872025"/>
              <a:gd name="connsiteX0-49" fmla="*/ 0 w 4002038"/>
              <a:gd name="connsiteY0-50" fmla="*/ 2528442 h 2528442"/>
              <a:gd name="connsiteX1-51" fmla="*/ 4002038 w 4002038"/>
              <a:gd name="connsiteY1-52" fmla="*/ 2260586 h 2528442"/>
              <a:gd name="connsiteX0-53" fmla="*/ 0 w 4002038"/>
              <a:gd name="connsiteY0-54" fmla="*/ 2619472 h 2619472"/>
              <a:gd name="connsiteX1-55" fmla="*/ 4002038 w 4002038"/>
              <a:gd name="connsiteY1-56" fmla="*/ 2351616 h 2619472"/>
              <a:gd name="connsiteX0-57" fmla="*/ 0 w 4002038"/>
              <a:gd name="connsiteY0-58" fmla="*/ 2601400 h 2601400"/>
              <a:gd name="connsiteX1-59" fmla="*/ 4002038 w 4002038"/>
              <a:gd name="connsiteY1-60" fmla="*/ 2333544 h 2601400"/>
              <a:gd name="connsiteX0-61" fmla="*/ 0 w 4002038"/>
              <a:gd name="connsiteY0-62" fmla="*/ 2661323 h 2661323"/>
              <a:gd name="connsiteX1-63" fmla="*/ 4002038 w 4002038"/>
              <a:gd name="connsiteY1-64" fmla="*/ 2393467 h 2661323"/>
              <a:gd name="connsiteX0-65" fmla="*/ 0 w 4268754"/>
              <a:gd name="connsiteY0-66" fmla="*/ 2502528 h 2548708"/>
              <a:gd name="connsiteX1-67" fmla="*/ 4268754 w 4268754"/>
              <a:gd name="connsiteY1-68" fmla="*/ 2548708 h 2548708"/>
              <a:gd name="connsiteX0-69" fmla="*/ 0 w 4268754"/>
              <a:gd name="connsiteY0-70" fmla="*/ 2353469 h 2399649"/>
              <a:gd name="connsiteX1-71" fmla="*/ 4268754 w 4268754"/>
              <a:gd name="connsiteY1-72" fmla="*/ 2399649 h 2399649"/>
              <a:gd name="connsiteX0-73" fmla="*/ 0 w 4318146"/>
              <a:gd name="connsiteY0-74" fmla="*/ 2362928 h 2390635"/>
              <a:gd name="connsiteX1-75" fmla="*/ 4318146 w 4318146"/>
              <a:gd name="connsiteY1-76" fmla="*/ 2390635 h 2390635"/>
            </a:gdLst>
            <a:ahLst/>
            <a:cxnLst>
              <a:cxn ang="0">
                <a:pos x="connsiteX0-1" y="connsiteY0-2"/>
              </a:cxn>
              <a:cxn ang="0">
                <a:pos x="connsiteX1-3" y="connsiteY1-4"/>
              </a:cxn>
            </a:cxnLst>
            <a:rect l="l" t="t" r="r" b="b"/>
            <a:pathLst>
              <a:path w="4318146" h="2390635">
                <a:moveTo>
                  <a:pt x="0" y="2362928"/>
                </a:moveTo>
                <a:cubicBezTo>
                  <a:pt x="754345" y="-666599"/>
                  <a:pt x="3678718" y="-915982"/>
                  <a:pt x="4318146" y="2390635"/>
                </a:cubicBezTo>
              </a:path>
            </a:pathLst>
          </a:custGeom>
          <a:noFill/>
          <a:ln w="28575">
            <a:solidFill>
              <a:schemeClr val="tx1">
                <a:lumMod val="50000"/>
                <a:lumOff val="50000"/>
              </a:schemeClr>
            </a:solidFill>
            <a:headEnd type="triangle"/>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1800">
              <a:latin typeface="微软雅黑 Light" panose="020B0502040204020203" pitchFamily="34" charset="-122"/>
              <a:ea typeface="微软雅黑 Light" panose="020B0502040204020203" pitchFamily="34" charset="-122"/>
              <a:cs typeface="+mn-ea"/>
              <a:sym typeface="+mn-lt"/>
            </a:endParaRPr>
          </a:p>
        </p:txBody>
      </p:sp>
      <p:pic>
        <p:nvPicPr>
          <p:cNvPr id="45" name="图片 44"/>
          <p:cNvPicPr>
            <a:picLocks noChangeAspect="1"/>
          </p:cNvPicPr>
          <p:nvPr/>
        </p:nvPicPr>
        <p:blipFill>
          <a:blip r:embed="rId2"/>
          <a:stretch>
            <a:fillRect/>
          </a:stretch>
        </p:blipFill>
        <p:spPr>
          <a:xfrm>
            <a:off x="7795121" y="4189697"/>
            <a:ext cx="420838" cy="420838"/>
          </a:xfrm>
          <a:prstGeom prst="rect">
            <a:avLst/>
          </a:prstGeom>
        </p:spPr>
      </p:pic>
      <p:pic>
        <p:nvPicPr>
          <p:cNvPr id="46" name="图片 45"/>
          <p:cNvPicPr>
            <a:picLocks noChangeAspect="1"/>
          </p:cNvPicPr>
          <p:nvPr/>
        </p:nvPicPr>
        <p:blipFill>
          <a:blip r:embed="rId2"/>
          <a:stretch>
            <a:fillRect/>
          </a:stretch>
        </p:blipFill>
        <p:spPr>
          <a:xfrm>
            <a:off x="10958506" y="4190279"/>
            <a:ext cx="420838" cy="420838"/>
          </a:xfrm>
          <a:prstGeom prst="rect">
            <a:avLst/>
          </a:prstGeom>
        </p:spPr>
      </p:pic>
      <p:pic>
        <p:nvPicPr>
          <p:cNvPr id="47" name="图片 46"/>
          <p:cNvPicPr>
            <a:picLocks noChangeAspect="1"/>
          </p:cNvPicPr>
          <p:nvPr/>
        </p:nvPicPr>
        <p:blipFill>
          <a:blip r:embed="rId3"/>
          <a:stretch>
            <a:fillRect/>
          </a:stretch>
        </p:blipFill>
        <p:spPr>
          <a:xfrm>
            <a:off x="6744093" y="5602718"/>
            <a:ext cx="411480" cy="312420"/>
          </a:xfrm>
          <a:prstGeom prst="rect">
            <a:avLst/>
          </a:prstGeom>
        </p:spPr>
      </p:pic>
      <p:pic>
        <p:nvPicPr>
          <p:cNvPr id="48" name="图片 47"/>
          <p:cNvPicPr>
            <a:picLocks noChangeAspect="1"/>
          </p:cNvPicPr>
          <p:nvPr/>
        </p:nvPicPr>
        <p:blipFill>
          <a:blip r:embed="rId3"/>
          <a:stretch>
            <a:fillRect/>
          </a:stretch>
        </p:blipFill>
        <p:spPr>
          <a:xfrm>
            <a:off x="8154020" y="5602900"/>
            <a:ext cx="411480" cy="312420"/>
          </a:xfrm>
          <a:prstGeom prst="rect">
            <a:avLst/>
          </a:prstGeom>
        </p:spPr>
      </p:pic>
      <p:pic>
        <p:nvPicPr>
          <p:cNvPr id="49" name="图片 48"/>
          <p:cNvPicPr>
            <a:picLocks noChangeAspect="1"/>
          </p:cNvPicPr>
          <p:nvPr/>
        </p:nvPicPr>
        <p:blipFill>
          <a:blip r:embed="rId3"/>
          <a:stretch>
            <a:fillRect/>
          </a:stretch>
        </p:blipFill>
        <p:spPr>
          <a:xfrm>
            <a:off x="9381991" y="5606995"/>
            <a:ext cx="411480" cy="312420"/>
          </a:xfrm>
          <a:prstGeom prst="rect">
            <a:avLst/>
          </a:prstGeom>
        </p:spPr>
      </p:pic>
      <p:pic>
        <p:nvPicPr>
          <p:cNvPr id="50" name="图片 49"/>
          <p:cNvPicPr>
            <a:picLocks noChangeAspect="1"/>
          </p:cNvPicPr>
          <p:nvPr/>
        </p:nvPicPr>
        <p:blipFill>
          <a:blip r:embed="rId3"/>
          <a:stretch>
            <a:fillRect/>
          </a:stretch>
        </p:blipFill>
        <p:spPr>
          <a:xfrm>
            <a:off x="10922787" y="5596962"/>
            <a:ext cx="411480" cy="312420"/>
          </a:xfrm>
          <a:prstGeom prst="rect">
            <a:avLst/>
          </a:prstGeom>
        </p:spPr>
      </p:pic>
      <p:grpSp>
        <p:nvGrpSpPr>
          <p:cNvPr id="25" name="组合 28"/>
          <p:cNvGrpSpPr>
            <a:grpSpLocks noChangeAspect="1"/>
          </p:cNvGrpSpPr>
          <p:nvPr/>
        </p:nvGrpSpPr>
        <p:grpSpPr>
          <a:xfrm>
            <a:off x="7845924" y="3581765"/>
            <a:ext cx="288856" cy="288856"/>
            <a:chOff x="5076056" y="3356992"/>
            <a:chExt cx="436268" cy="436268"/>
          </a:xfrm>
        </p:grpSpPr>
        <p:sp>
          <p:nvSpPr>
            <p:cNvPr id="26" name="椭圆 27"/>
            <p:cNvSpPr/>
            <p:nvPr/>
          </p:nvSpPr>
          <p:spPr bwMode="auto">
            <a:xfrm>
              <a:off x="5076056" y="3356992"/>
              <a:ext cx="432048" cy="432048"/>
            </a:xfrm>
            <a:prstGeom prst="ellipse">
              <a:avLst/>
            </a:prstGeom>
            <a:solidFill>
              <a:sysClr val="window" lastClr="FFFFFF"/>
            </a:solidFill>
            <a:ln w="9525" cap="flat" cmpd="sng" algn="ctr">
              <a:noFill/>
              <a:prstDash val="solid"/>
              <a:round/>
              <a:headEnd type="none" w="med" len="med"/>
              <a:tailEnd type="none" w="med" len="med"/>
            </a:ln>
            <a:effectLst/>
          </p:spPr>
          <p:txBody>
            <a:bodyPr vert="horz" wrap="square" lIns="91404" tIns="45702" rIns="91404" bIns="45702" numCol="1" rtlCol="0" anchor="t" anchorCtr="0" compatLnSpc="1"/>
            <a:lstStyle/>
            <a:p>
              <a:pPr defTabSz="784225" eaLnBrk="0" fontAlgn="base" hangingPunct="0">
                <a:lnSpc>
                  <a:spcPct val="120000"/>
                </a:lnSpc>
                <a:spcBef>
                  <a:spcPct val="0"/>
                </a:spcBef>
                <a:spcAft>
                  <a:spcPct val="0"/>
                </a:spcAft>
                <a:defRPr/>
              </a:pPr>
              <a:endParaRPr lang="zh-CN" altLang="en-US" sz="2100" kern="0">
                <a:solidFill>
                  <a:prstClr val="black"/>
                </a:solidFill>
                <a:latin typeface="微软雅黑 Light" panose="020B0502040204020203" pitchFamily="34" charset="-122"/>
                <a:ea typeface="微软雅黑 Light" panose="020B0502040204020203" pitchFamily="34" charset="-122"/>
                <a:cs typeface="+mn-ea"/>
                <a:sym typeface="+mn-lt"/>
              </a:endParaRPr>
            </a:p>
          </p:txBody>
        </p:sp>
        <p:sp>
          <p:nvSpPr>
            <p:cNvPr id="27" name="禁止符 23"/>
            <p:cNvSpPr/>
            <p:nvPr/>
          </p:nvSpPr>
          <p:spPr>
            <a:xfrm>
              <a:off x="5076056" y="3356992"/>
              <a:ext cx="436268" cy="436268"/>
            </a:xfrm>
            <a:prstGeom prst="noSmoking">
              <a:avLst>
                <a:gd name="adj" fmla="val 15475"/>
              </a:avLst>
            </a:prstGeom>
            <a:solidFill>
              <a:srgbClr val="ED6D00"/>
            </a:solidFill>
            <a:ln w="12700" cap="flat" cmpd="sng" algn="ctr">
              <a:noFill/>
              <a:prstDash val="solid"/>
              <a:miter lim="800000"/>
            </a:ln>
            <a:effectLst/>
          </p:spPr>
          <p:txBody>
            <a:bodyPr rtlCol="0" anchor="ctr"/>
            <a:lstStyle/>
            <a:p>
              <a:pPr algn="ctr" defTabSz="914400">
                <a:lnSpc>
                  <a:spcPct val="120000"/>
                </a:lnSpc>
                <a:defRPr/>
              </a:pPr>
              <a:endParaRPr lang="zh-CN" altLang="en-US" sz="1800" kern="0">
                <a:solidFill>
                  <a:srgbClr val="EC7061"/>
                </a:solidFill>
                <a:latin typeface="微软雅黑 Light" panose="020B0502040204020203" pitchFamily="34" charset="-122"/>
                <a:ea typeface="微软雅黑 Light" panose="020B0502040204020203" pitchFamily="34" charset="-122"/>
                <a:cs typeface="+mn-ea"/>
                <a:sym typeface="+mn-lt"/>
              </a:endParaRPr>
            </a:p>
          </p:txBody>
        </p:sp>
      </p:grpSp>
      <p:grpSp>
        <p:nvGrpSpPr>
          <p:cNvPr id="22" name="组合 28"/>
          <p:cNvGrpSpPr>
            <a:grpSpLocks noChangeAspect="1"/>
          </p:cNvGrpSpPr>
          <p:nvPr/>
        </p:nvGrpSpPr>
        <p:grpSpPr>
          <a:xfrm>
            <a:off x="7439246" y="3581765"/>
            <a:ext cx="288856" cy="288856"/>
            <a:chOff x="5076056" y="3356992"/>
            <a:chExt cx="436268" cy="436268"/>
          </a:xfrm>
        </p:grpSpPr>
        <p:sp>
          <p:nvSpPr>
            <p:cNvPr id="23" name="椭圆 27"/>
            <p:cNvSpPr/>
            <p:nvPr/>
          </p:nvSpPr>
          <p:spPr bwMode="auto">
            <a:xfrm>
              <a:off x="5076056" y="3356992"/>
              <a:ext cx="432048" cy="432048"/>
            </a:xfrm>
            <a:prstGeom prst="ellipse">
              <a:avLst/>
            </a:prstGeom>
            <a:solidFill>
              <a:sysClr val="window" lastClr="FFFFFF"/>
            </a:solidFill>
            <a:ln w="9525" cap="flat" cmpd="sng" algn="ctr">
              <a:noFill/>
              <a:prstDash val="solid"/>
              <a:round/>
              <a:headEnd type="none" w="med" len="med"/>
              <a:tailEnd type="none" w="med" len="med"/>
            </a:ln>
            <a:effectLst/>
          </p:spPr>
          <p:txBody>
            <a:bodyPr vert="horz" wrap="square" lIns="91404" tIns="45702" rIns="91404" bIns="45702" numCol="1" rtlCol="0" anchor="t" anchorCtr="0" compatLnSpc="1"/>
            <a:lstStyle/>
            <a:p>
              <a:pPr defTabSz="784225" eaLnBrk="0" fontAlgn="base" hangingPunct="0">
                <a:lnSpc>
                  <a:spcPct val="120000"/>
                </a:lnSpc>
                <a:spcBef>
                  <a:spcPct val="0"/>
                </a:spcBef>
                <a:spcAft>
                  <a:spcPct val="0"/>
                </a:spcAft>
                <a:defRPr/>
              </a:pPr>
              <a:endParaRPr lang="zh-CN" altLang="en-US" sz="2100" kern="0">
                <a:solidFill>
                  <a:prstClr val="black"/>
                </a:solidFill>
                <a:latin typeface="微软雅黑 Light" panose="020B0502040204020203" pitchFamily="34" charset="-122"/>
                <a:ea typeface="微软雅黑 Light" panose="020B0502040204020203" pitchFamily="34" charset="-122"/>
                <a:cs typeface="+mn-ea"/>
                <a:sym typeface="+mn-lt"/>
              </a:endParaRPr>
            </a:p>
          </p:txBody>
        </p:sp>
        <p:sp>
          <p:nvSpPr>
            <p:cNvPr id="24" name="禁止符 23"/>
            <p:cNvSpPr/>
            <p:nvPr/>
          </p:nvSpPr>
          <p:spPr>
            <a:xfrm>
              <a:off x="5076056" y="3356992"/>
              <a:ext cx="436268" cy="436268"/>
            </a:xfrm>
            <a:prstGeom prst="noSmoking">
              <a:avLst>
                <a:gd name="adj" fmla="val 15475"/>
              </a:avLst>
            </a:prstGeom>
            <a:solidFill>
              <a:srgbClr val="ED6D00"/>
            </a:solidFill>
            <a:ln w="12700" cap="flat" cmpd="sng" algn="ctr">
              <a:noFill/>
              <a:prstDash val="solid"/>
              <a:miter lim="800000"/>
            </a:ln>
            <a:effectLst/>
          </p:spPr>
          <p:txBody>
            <a:bodyPr rtlCol="0" anchor="ctr"/>
            <a:lstStyle/>
            <a:p>
              <a:pPr algn="ctr" defTabSz="914400">
                <a:lnSpc>
                  <a:spcPct val="120000"/>
                </a:lnSpc>
                <a:defRPr/>
              </a:pPr>
              <a:endParaRPr lang="zh-CN" altLang="en-US" sz="1800" kern="0">
                <a:solidFill>
                  <a:srgbClr val="EC7061"/>
                </a:solidFill>
                <a:latin typeface="微软雅黑 Light" panose="020B0502040204020203" pitchFamily="34" charset="-122"/>
                <a:ea typeface="微软雅黑 Light" panose="020B0502040204020203" pitchFamily="34" charset="-122"/>
                <a:cs typeface="+mn-ea"/>
                <a:sym typeface="+mn-lt"/>
              </a:endParaRPr>
            </a:p>
          </p:txBody>
        </p:sp>
      </p:grpSp>
    </p:spTree>
  </p:cSld>
  <p:clrMapOvr>
    <a:masterClrMapping/>
  </p:clrMapOvr>
</p:sld>
</file>

<file path=ppt/slides/slide2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IPv6</a:t>
            </a:r>
            <a:r>
              <a:rPr lang="zh-CN" altLang="en-US" dirty="0"/>
              <a:t>唯一本地地址</a:t>
            </a:r>
            <a:endParaRPr lang="zh-CN" altLang="en-US" dirty="0"/>
          </a:p>
        </p:txBody>
      </p:sp>
      <p:sp>
        <p:nvSpPr>
          <p:cNvPr id="3" name="内容占位符 2"/>
          <p:cNvSpPr>
            <a:spLocks noGrp="1"/>
          </p:cNvSpPr>
          <p:nvPr>
            <p:ph idx="1"/>
          </p:nvPr>
        </p:nvSpPr>
        <p:spPr>
          <a:xfrm>
            <a:off x="334434" y="1052515"/>
            <a:ext cx="11523133" cy="1800422"/>
          </a:xfrm>
        </p:spPr>
        <p:txBody>
          <a:bodyPr/>
          <a:lstStyle/>
          <a:p>
            <a:r>
              <a:rPr lang="zh-CN" altLang="en-US" dirty="0"/>
              <a:t>唯一本地地址（</a:t>
            </a:r>
            <a:r>
              <a:rPr lang="en-US" altLang="zh-CN" dirty="0"/>
              <a:t>Unique Local Address</a:t>
            </a:r>
            <a:r>
              <a:rPr lang="zh-CN" altLang="en-US" dirty="0"/>
              <a:t>，</a:t>
            </a:r>
            <a:r>
              <a:rPr lang="en-US" altLang="zh-CN" dirty="0"/>
              <a:t>ULA</a:t>
            </a:r>
            <a:r>
              <a:rPr lang="zh-CN" altLang="en-US" dirty="0"/>
              <a:t>）是</a:t>
            </a:r>
            <a:r>
              <a:rPr lang="en-US" altLang="zh-CN" dirty="0"/>
              <a:t>IPv6</a:t>
            </a:r>
            <a:r>
              <a:rPr lang="zh-CN" altLang="en-US" dirty="0"/>
              <a:t>私网地址，只能够在内网中使用</a:t>
            </a:r>
            <a:endParaRPr lang="en-US" altLang="zh-CN" dirty="0"/>
          </a:p>
          <a:p>
            <a:r>
              <a:rPr lang="zh-CN" altLang="en-US" dirty="0"/>
              <a:t>该地址空间在</a:t>
            </a:r>
            <a:r>
              <a:rPr lang="en-US" altLang="zh-CN" dirty="0"/>
              <a:t>IPv6</a:t>
            </a:r>
            <a:r>
              <a:rPr lang="zh-CN" altLang="en-US" dirty="0"/>
              <a:t>公网中不可被路由，不能直接访问公网</a:t>
            </a:r>
            <a:endParaRPr lang="zh-CN" altLang="en-US" dirty="0"/>
          </a:p>
          <a:p>
            <a:endParaRPr lang="zh-CN" altLang="en-US" dirty="0"/>
          </a:p>
        </p:txBody>
      </p:sp>
      <p:sp>
        <p:nvSpPr>
          <p:cNvPr id="4" name="灯片编号占位符 3"/>
          <p:cNvSpPr>
            <a:spLocks noGrp="1"/>
          </p:cNvSpPr>
          <p:nvPr>
            <p:ph type="sldNum" sz="quarter" idx="12"/>
          </p:nvPr>
        </p:nvSpPr>
        <p:spPr/>
        <p:txBody>
          <a:bodyPr/>
          <a:lstStyle/>
          <a:p>
            <a:pPr>
              <a:defRPr/>
            </a:pPr>
            <a:fld id="{816960B2-2B11-492C-B588-5290E1274F96}" type="slidenum">
              <a:rPr lang="en-US" altLang="zh-CN" smtClean="0"/>
            </a:fld>
            <a:endParaRPr lang="en-US" altLang="zh-CN" dirty="0"/>
          </a:p>
        </p:txBody>
      </p:sp>
      <p:sp>
        <p:nvSpPr>
          <p:cNvPr id="5" name="矩形 9"/>
          <p:cNvSpPr/>
          <p:nvPr/>
        </p:nvSpPr>
        <p:spPr>
          <a:xfrm>
            <a:off x="776472" y="2782187"/>
            <a:ext cx="593432" cy="364267"/>
          </a:xfrm>
          <a:prstGeom prst="rect">
            <a:avLst/>
          </a:prstGeom>
        </p:spPr>
        <p:txBody>
          <a:bodyPr wrap="none">
            <a:spAutoFit/>
          </a:bodyPr>
          <a:lstStyle/>
          <a:p>
            <a:pPr>
              <a:lnSpc>
                <a:spcPct val="120000"/>
              </a:lnSpc>
            </a:pPr>
            <a:r>
              <a:rPr lang="en-US" altLang="zh-CN" sz="1600" dirty="0">
                <a:latin typeface="微软雅黑 Light" panose="020B0502040204020203" pitchFamily="34" charset="-122"/>
                <a:ea typeface="微软雅黑 Light" panose="020B0502040204020203" pitchFamily="34" charset="-122"/>
                <a:cs typeface="+mn-ea"/>
                <a:sym typeface="+mn-lt"/>
              </a:rPr>
              <a:t>8 bit</a:t>
            </a:r>
            <a:endParaRPr lang="zh-CN" altLang="en-US" sz="1600" dirty="0">
              <a:latin typeface="微软雅黑 Light" panose="020B0502040204020203" pitchFamily="34" charset="-122"/>
              <a:ea typeface="微软雅黑 Light" panose="020B0502040204020203" pitchFamily="34" charset="-122"/>
              <a:cs typeface="+mn-ea"/>
              <a:sym typeface="+mn-lt"/>
            </a:endParaRPr>
          </a:p>
        </p:txBody>
      </p:sp>
      <p:sp>
        <p:nvSpPr>
          <p:cNvPr id="6" name="矩形 10"/>
          <p:cNvSpPr/>
          <p:nvPr/>
        </p:nvSpPr>
        <p:spPr>
          <a:xfrm>
            <a:off x="1762267" y="2798535"/>
            <a:ext cx="710451" cy="364267"/>
          </a:xfrm>
          <a:prstGeom prst="rect">
            <a:avLst/>
          </a:prstGeom>
        </p:spPr>
        <p:txBody>
          <a:bodyPr wrap="none">
            <a:spAutoFit/>
          </a:bodyPr>
          <a:lstStyle/>
          <a:p>
            <a:pPr>
              <a:lnSpc>
                <a:spcPct val="120000"/>
              </a:lnSpc>
            </a:pPr>
            <a:r>
              <a:rPr lang="en-US" altLang="zh-CN" sz="1600" dirty="0">
                <a:latin typeface="微软雅黑 Light" panose="020B0502040204020203" pitchFamily="34" charset="-122"/>
                <a:ea typeface="微软雅黑 Light" panose="020B0502040204020203" pitchFamily="34" charset="-122"/>
                <a:cs typeface="+mn-ea"/>
                <a:sym typeface="+mn-lt"/>
              </a:rPr>
              <a:t>40 bit</a:t>
            </a:r>
            <a:endParaRPr lang="zh-CN" altLang="en-US" sz="1600" dirty="0">
              <a:latin typeface="微软雅黑 Light" panose="020B0502040204020203" pitchFamily="34" charset="-122"/>
              <a:ea typeface="微软雅黑 Light" panose="020B0502040204020203" pitchFamily="34" charset="-122"/>
              <a:cs typeface="+mn-ea"/>
              <a:sym typeface="+mn-lt"/>
            </a:endParaRPr>
          </a:p>
        </p:txBody>
      </p:sp>
      <p:sp>
        <p:nvSpPr>
          <p:cNvPr id="7" name="矩形 11"/>
          <p:cNvSpPr/>
          <p:nvPr/>
        </p:nvSpPr>
        <p:spPr>
          <a:xfrm>
            <a:off x="2624825" y="2782187"/>
            <a:ext cx="671979" cy="364267"/>
          </a:xfrm>
          <a:prstGeom prst="rect">
            <a:avLst/>
          </a:prstGeom>
        </p:spPr>
        <p:txBody>
          <a:bodyPr wrap="none">
            <a:spAutoFit/>
          </a:bodyPr>
          <a:lstStyle/>
          <a:p>
            <a:pPr>
              <a:lnSpc>
                <a:spcPct val="120000"/>
              </a:lnSpc>
            </a:pPr>
            <a:r>
              <a:rPr lang="en-US" altLang="zh-CN" sz="1600" dirty="0">
                <a:latin typeface="微软雅黑 Light" panose="020B0502040204020203" pitchFamily="34" charset="-122"/>
                <a:ea typeface="微软雅黑 Light" panose="020B0502040204020203" pitchFamily="34" charset="-122"/>
                <a:cs typeface="+mn-ea"/>
                <a:sym typeface="+mn-lt"/>
              </a:rPr>
              <a:t>16 bit</a:t>
            </a:r>
            <a:endParaRPr lang="zh-CN" altLang="en-US" sz="1600" dirty="0">
              <a:latin typeface="微软雅黑 Light" panose="020B0502040204020203" pitchFamily="34" charset="-122"/>
              <a:ea typeface="微软雅黑 Light" panose="020B0502040204020203" pitchFamily="34" charset="-122"/>
              <a:cs typeface="+mn-ea"/>
              <a:sym typeface="+mn-lt"/>
            </a:endParaRPr>
          </a:p>
        </p:txBody>
      </p:sp>
      <p:sp>
        <p:nvSpPr>
          <p:cNvPr id="8" name="矩形 12"/>
          <p:cNvSpPr/>
          <p:nvPr/>
        </p:nvSpPr>
        <p:spPr>
          <a:xfrm>
            <a:off x="4256049" y="2782187"/>
            <a:ext cx="710451" cy="364267"/>
          </a:xfrm>
          <a:prstGeom prst="rect">
            <a:avLst/>
          </a:prstGeom>
        </p:spPr>
        <p:txBody>
          <a:bodyPr wrap="none">
            <a:spAutoFit/>
          </a:bodyPr>
          <a:lstStyle/>
          <a:p>
            <a:pPr>
              <a:lnSpc>
                <a:spcPct val="120000"/>
              </a:lnSpc>
            </a:pPr>
            <a:r>
              <a:rPr lang="en-US" altLang="zh-CN" sz="1600" dirty="0">
                <a:latin typeface="微软雅黑 Light" panose="020B0502040204020203" pitchFamily="34" charset="-122"/>
                <a:ea typeface="微软雅黑 Light" panose="020B0502040204020203" pitchFamily="34" charset="-122"/>
                <a:cs typeface="+mn-ea"/>
                <a:sym typeface="+mn-lt"/>
              </a:rPr>
              <a:t>64 bit</a:t>
            </a:r>
            <a:endParaRPr lang="zh-CN" altLang="en-US" sz="1600" dirty="0">
              <a:latin typeface="微软雅黑 Light" panose="020B0502040204020203" pitchFamily="34" charset="-122"/>
              <a:ea typeface="微软雅黑 Light" panose="020B0502040204020203" pitchFamily="34" charset="-122"/>
              <a:cs typeface="+mn-ea"/>
              <a:sym typeface="+mn-lt"/>
            </a:endParaRPr>
          </a:p>
        </p:txBody>
      </p:sp>
      <p:graphicFrame>
        <p:nvGraphicFramePr>
          <p:cNvPr id="9" name="表格 8"/>
          <p:cNvGraphicFramePr>
            <a:graphicFrameLocks noGrp="1"/>
          </p:cNvGraphicFramePr>
          <p:nvPr/>
        </p:nvGraphicFramePr>
        <p:xfrm>
          <a:off x="624290" y="3117994"/>
          <a:ext cx="5397892" cy="287888"/>
        </p:xfrm>
        <a:graphic>
          <a:graphicData uri="http://schemas.openxmlformats.org/drawingml/2006/table">
            <a:tbl>
              <a:tblPr firstRow="1" bandRow="1">
                <a:tableStyleId>{72833802-FEF1-4C79-8D5D-14CF1EAF98D9}</a:tableStyleId>
              </a:tblPr>
              <a:tblGrid>
                <a:gridCol w="966680"/>
                <a:gridCol w="977678"/>
                <a:gridCol w="722547"/>
                <a:gridCol w="2730987"/>
              </a:tblGrid>
              <a:tr h="287888">
                <a:tc>
                  <a:txBody>
                    <a:bodyPr/>
                    <a:lstStyle/>
                    <a:p>
                      <a:pPr algn="ctr">
                        <a:lnSpc>
                          <a:spcPct val="120000"/>
                        </a:lnSpc>
                        <a:spcBef>
                          <a:spcPts val="0"/>
                        </a:spcBef>
                        <a:spcAft>
                          <a:spcPts val="0"/>
                        </a:spcAft>
                      </a:pPr>
                      <a:r>
                        <a:rPr lang="en-US" altLang="zh-CN" sz="1400" b="0" dirty="0">
                          <a:solidFill>
                            <a:schemeClr val="tx1"/>
                          </a:solidFill>
                          <a:latin typeface="微软雅黑 Light" panose="020B0502040204020203" pitchFamily="34" charset="-122"/>
                          <a:ea typeface="微软雅黑 Light" panose="020B0502040204020203" pitchFamily="34" charset="-122"/>
                          <a:cs typeface="+mn-ea"/>
                          <a:sym typeface="+mn-lt"/>
                        </a:rPr>
                        <a:t>1111 1101</a:t>
                      </a:r>
                      <a:endParaRPr lang="zh-CN" altLang="en-US" sz="1400" b="0" dirty="0">
                        <a:solidFill>
                          <a:schemeClr val="tx1"/>
                        </a:solidFill>
                        <a:latin typeface="微软雅黑 Light" panose="020B0502040204020203" pitchFamily="34" charset="-122"/>
                        <a:ea typeface="微软雅黑 Light" panose="020B0502040204020203" pitchFamily="34" charset="-122"/>
                        <a:cs typeface="+mn-ea"/>
                        <a:sym typeface="+mn-lt"/>
                      </a:endParaRPr>
                    </a:p>
                  </a:txBody>
                  <a:tcPr marL="45702" marR="45702" marT="17993" marB="17993"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solidFill>
                      <a:srgbClr val="F4FBFE"/>
                    </a:solidFill>
                  </a:tcPr>
                </a:tc>
                <a:tc>
                  <a:txBody>
                    <a:bodyPr/>
                    <a:lstStyle/>
                    <a:p>
                      <a:pPr algn="ctr">
                        <a:lnSpc>
                          <a:spcPct val="120000"/>
                        </a:lnSpc>
                        <a:spcBef>
                          <a:spcPts val="0"/>
                        </a:spcBef>
                        <a:spcAft>
                          <a:spcPts val="0"/>
                        </a:spcAft>
                      </a:pPr>
                      <a:r>
                        <a:rPr lang="en-US" altLang="zh-CN" sz="1400" b="0" dirty="0">
                          <a:solidFill>
                            <a:schemeClr val="tx1"/>
                          </a:solidFill>
                          <a:latin typeface="微软雅黑 Light" panose="020B0502040204020203" pitchFamily="34" charset="-122"/>
                          <a:ea typeface="微软雅黑 Light" panose="020B0502040204020203" pitchFamily="34" charset="-122"/>
                          <a:cs typeface="+mn-ea"/>
                          <a:sym typeface="+mn-lt"/>
                        </a:rPr>
                        <a:t>Global</a:t>
                      </a:r>
                      <a:r>
                        <a:rPr lang="en-US" altLang="zh-CN" sz="1400" b="0" baseline="0" dirty="0">
                          <a:solidFill>
                            <a:schemeClr val="tx1"/>
                          </a:solidFill>
                          <a:latin typeface="微软雅黑 Light" panose="020B0502040204020203" pitchFamily="34" charset="-122"/>
                          <a:ea typeface="微软雅黑 Light" panose="020B0502040204020203" pitchFamily="34" charset="-122"/>
                          <a:cs typeface="+mn-ea"/>
                          <a:sym typeface="+mn-lt"/>
                        </a:rPr>
                        <a:t> ID</a:t>
                      </a:r>
                      <a:endParaRPr lang="zh-CN" altLang="en-US" sz="1400" b="0" dirty="0">
                        <a:solidFill>
                          <a:schemeClr val="tx1"/>
                        </a:solidFill>
                        <a:latin typeface="微软雅黑 Light" panose="020B0502040204020203" pitchFamily="34" charset="-122"/>
                        <a:ea typeface="微软雅黑 Light" panose="020B0502040204020203" pitchFamily="34" charset="-122"/>
                        <a:cs typeface="+mn-ea"/>
                        <a:sym typeface="+mn-lt"/>
                      </a:endParaRPr>
                    </a:p>
                  </a:txBody>
                  <a:tcPr marL="45702" marR="45702" marT="17993" marB="17993"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solidFill>
                      <a:srgbClr val="F4FBFE"/>
                    </a:solidFill>
                  </a:tcPr>
                </a:tc>
                <a:tc>
                  <a:txBody>
                    <a:bodyPr/>
                    <a:lstStyle/>
                    <a:p>
                      <a:pPr algn="ctr">
                        <a:lnSpc>
                          <a:spcPct val="120000"/>
                        </a:lnSpc>
                        <a:spcBef>
                          <a:spcPts val="0"/>
                        </a:spcBef>
                        <a:spcAft>
                          <a:spcPts val="0"/>
                        </a:spcAft>
                      </a:pPr>
                      <a:r>
                        <a:rPr lang="zh-CN" altLang="en-US" sz="1400" b="0" dirty="0">
                          <a:solidFill>
                            <a:schemeClr val="tx1"/>
                          </a:solidFill>
                          <a:latin typeface="微软雅黑 Light" panose="020B0502040204020203" pitchFamily="34" charset="-122"/>
                          <a:ea typeface="微软雅黑 Light" panose="020B0502040204020203" pitchFamily="34" charset="-122"/>
                          <a:cs typeface="+mn-ea"/>
                          <a:sym typeface="+mn-lt"/>
                        </a:rPr>
                        <a:t>子网</a:t>
                      </a:r>
                      <a:r>
                        <a:rPr lang="en-US" altLang="zh-CN" sz="1400" b="0" dirty="0">
                          <a:solidFill>
                            <a:schemeClr val="tx1"/>
                          </a:solidFill>
                          <a:latin typeface="微软雅黑 Light" panose="020B0502040204020203" pitchFamily="34" charset="-122"/>
                          <a:ea typeface="微软雅黑 Light" panose="020B0502040204020203" pitchFamily="34" charset="-122"/>
                          <a:cs typeface="+mn-ea"/>
                          <a:sym typeface="+mn-lt"/>
                        </a:rPr>
                        <a:t>ID</a:t>
                      </a:r>
                      <a:endParaRPr lang="zh-CN" altLang="en-US" sz="1400" b="0" dirty="0">
                        <a:solidFill>
                          <a:schemeClr val="tx1"/>
                        </a:solidFill>
                        <a:latin typeface="微软雅黑 Light" panose="020B0502040204020203" pitchFamily="34" charset="-122"/>
                        <a:ea typeface="微软雅黑 Light" panose="020B0502040204020203" pitchFamily="34" charset="-122"/>
                        <a:cs typeface="+mn-ea"/>
                        <a:sym typeface="+mn-lt"/>
                      </a:endParaRPr>
                    </a:p>
                  </a:txBody>
                  <a:tcPr marL="45702" marR="45702" marT="17993" marB="17993"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solidFill>
                      <a:srgbClr val="F4FBFE"/>
                    </a:solidFill>
                  </a:tcPr>
                </a:tc>
                <a:tc>
                  <a:txBody>
                    <a:bodyPr/>
                    <a:lstStyle/>
                    <a:p>
                      <a:pPr algn="ctr">
                        <a:lnSpc>
                          <a:spcPct val="120000"/>
                        </a:lnSpc>
                        <a:spcBef>
                          <a:spcPts val="0"/>
                        </a:spcBef>
                        <a:spcAft>
                          <a:spcPts val="0"/>
                        </a:spcAft>
                      </a:pPr>
                      <a:r>
                        <a:rPr lang="zh-CN" altLang="en-US" sz="1400" b="0" dirty="0">
                          <a:solidFill>
                            <a:schemeClr val="tx1"/>
                          </a:solidFill>
                          <a:latin typeface="微软雅黑 Light" panose="020B0502040204020203" pitchFamily="34" charset="-122"/>
                          <a:ea typeface="微软雅黑 Light" panose="020B0502040204020203" pitchFamily="34" charset="-122"/>
                          <a:cs typeface="+mn-ea"/>
                          <a:sym typeface="+mn-lt"/>
                        </a:rPr>
                        <a:t>接口标识</a:t>
                      </a:r>
                      <a:endParaRPr lang="zh-CN" altLang="en-US" sz="1400" b="0" dirty="0">
                        <a:solidFill>
                          <a:schemeClr val="tx1"/>
                        </a:solidFill>
                        <a:latin typeface="微软雅黑 Light" panose="020B0502040204020203" pitchFamily="34" charset="-122"/>
                        <a:ea typeface="微软雅黑 Light" panose="020B0502040204020203" pitchFamily="34" charset="-122"/>
                        <a:cs typeface="+mn-ea"/>
                        <a:sym typeface="+mn-lt"/>
                      </a:endParaRPr>
                    </a:p>
                  </a:txBody>
                  <a:tcPr marL="45702" marR="45702" marT="17993" marB="17993"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solidFill>
                      <a:srgbClr val="F4FBFE"/>
                    </a:solidFill>
                  </a:tcPr>
                </a:tc>
              </a:tr>
            </a:tbl>
          </a:graphicData>
        </a:graphic>
      </p:graphicFrame>
      <p:sp>
        <p:nvSpPr>
          <p:cNvPr id="10" name="矩形 30"/>
          <p:cNvSpPr/>
          <p:nvPr/>
        </p:nvSpPr>
        <p:spPr>
          <a:xfrm>
            <a:off x="1542688" y="3445947"/>
            <a:ext cx="1082348" cy="328488"/>
          </a:xfrm>
          <a:prstGeom prst="rect">
            <a:avLst/>
          </a:prstGeom>
        </p:spPr>
        <p:txBody>
          <a:bodyPr wrap="none">
            <a:spAutoFit/>
          </a:bodyPr>
          <a:lstStyle/>
          <a:p>
            <a:pPr algn="ctr">
              <a:lnSpc>
                <a:spcPct val="120000"/>
              </a:lnSpc>
            </a:pPr>
            <a:r>
              <a:rPr lang="zh-CN" altLang="en-US" sz="1400" dirty="0">
                <a:latin typeface="微软雅黑 Light" panose="020B0502040204020203" pitchFamily="34" charset="-122"/>
                <a:ea typeface="微软雅黑 Light" panose="020B0502040204020203" pitchFamily="34" charset="-122"/>
                <a:cs typeface="+mn-ea"/>
                <a:sym typeface="+mn-lt"/>
              </a:rPr>
              <a:t>伪随机产生</a:t>
            </a:r>
            <a:endParaRPr lang="zh-CN" altLang="en-US" sz="1400" dirty="0">
              <a:latin typeface="微软雅黑 Light" panose="020B0502040204020203" pitchFamily="34" charset="-122"/>
              <a:ea typeface="微软雅黑 Light" panose="020B0502040204020203" pitchFamily="34" charset="-122"/>
              <a:cs typeface="+mn-ea"/>
              <a:sym typeface="+mn-lt"/>
            </a:endParaRPr>
          </a:p>
        </p:txBody>
      </p:sp>
      <p:sp>
        <p:nvSpPr>
          <p:cNvPr id="11" name="Rectangle 39"/>
          <p:cNvSpPr/>
          <p:nvPr/>
        </p:nvSpPr>
        <p:spPr>
          <a:xfrm>
            <a:off x="390801" y="4033696"/>
            <a:ext cx="5607558" cy="2059600"/>
          </a:xfrm>
          <a:prstGeom prst="rect">
            <a:avLst/>
          </a:prstGeom>
        </p:spPr>
        <p:txBody>
          <a:bodyPr vert="horz" lIns="91440" tIns="45720" rIns="91440" bIns="45720" rtlCol="0">
            <a:noAutofit/>
          </a:bodyPr>
          <a:lstStyle/>
          <a:p>
            <a:pPr marL="742950" lvl="1" indent="-285750" eaLnBrk="1" hangingPunct="1">
              <a:lnSpc>
                <a:spcPct val="120000"/>
              </a:lnSpc>
              <a:spcBef>
                <a:spcPct val="20000"/>
              </a:spcBef>
              <a:buClr>
                <a:srgbClr val="00C800"/>
              </a:buClr>
              <a:buSzPct val="80000"/>
              <a:buFont typeface="Wingdings" panose="05000000000000000000" pitchFamily="2" charset="2"/>
              <a:buChar char="n"/>
            </a:pPr>
            <a:r>
              <a:rPr lang="zh-CN" altLang="en-US" sz="1800" kern="0" dirty="0">
                <a:latin typeface="微软雅黑 Light" panose="020B0502040204020203" pitchFamily="34" charset="-122"/>
                <a:ea typeface="微软雅黑 Light" panose="020B0502040204020203" pitchFamily="34" charset="-122"/>
                <a:cs typeface="Times New Roman" panose="02020603050405020304" pitchFamily="18" charset="0"/>
                <a:sym typeface="+mn-lt"/>
              </a:rPr>
              <a:t>唯一本地地址使用</a:t>
            </a:r>
            <a:r>
              <a:rPr lang="en-US" altLang="zh-CN" sz="1800" kern="0" dirty="0">
                <a:latin typeface="微软雅黑 Light" panose="020B0502040204020203" pitchFamily="34" charset="-122"/>
                <a:ea typeface="微软雅黑 Light" panose="020B0502040204020203" pitchFamily="34" charset="-122"/>
                <a:cs typeface="Times New Roman" panose="02020603050405020304" pitchFamily="18" charset="0"/>
                <a:sym typeface="+mn-lt"/>
              </a:rPr>
              <a:t>FC00::/7</a:t>
            </a:r>
            <a:r>
              <a:rPr lang="zh-CN" altLang="en-US" sz="1800" kern="0" dirty="0">
                <a:latin typeface="微软雅黑 Light" panose="020B0502040204020203" pitchFamily="34" charset="-122"/>
                <a:ea typeface="微软雅黑 Light" panose="020B0502040204020203" pitchFamily="34" charset="-122"/>
                <a:cs typeface="Times New Roman" panose="02020603050405020304" pitchFamily="18" charset="0"/>
                <a:sym typeface="+mn-lt"/>
              </a:rPr>
              <a:t>地址块，目前仅使用了</a:t>
            </a:r>
            <a:r>
              <a:rPr lang="en-US" altLang="zh-CN" sz="1800" kern="0" dirty="0">
                <a:latin typeface="微软雅黑 Light" panose="020B0502040204020203" pitchFamily="34" charset="-122"/>
                <a:ea typeface="微软雅黑 Light" panose="020B0502040204020203" pitchFamily="34" charset="-122"/>
                <a:cs typeface="Times New Roman" panose="02020603050405020304" pitchFamily="18" charset="0"/>
                <a:sym typeface="+mn-lt"/>
              </a:rPr>
              <a:t>FD00::/8</a:t>
            </a:r>
            <a:r>
              <a:rPr lang="zh-CN" altLang="en-US" sz="1800" kern="0" dirty="0">
                <a:latin typeface="微软雅黑 Light" panose="020B0502040204020203" pitchFamily="34" charset="-122"/>
                <a:ea typeface="微软雅黑 Light" panose="020B0502040204020203" pitchFamily="34" charset="-122"/>
                <a:cs typeface="Times New Roman" panose="02020603050405020304" pitchFamily="18" charset="0"/>
                <a:sym typeface="+mn-lt"/>
              </a:rPr>
              <a:t>地址段。</a:t>
            </a:r>
            <a:r>
              <a:rPr lang="en-US" altLang="zh-CN" sz="1800" kern="0" dirty="0">
                <a:latin typeface="微软雅黑 Light" panose="020B0502040204020203" pitchFamily="34" charset="-122"/>
                <a:ea typeface="微软雅黑 Light" panose="020B0502040204020203" pitchFamily="34" charset="-122"/>
                <a:cs typeface="Times New Roman" panose="02020603050405020304" pitchFamily="18" charset="0"/>
                <a:sym typeface="+mn-lt"/>
              </a:rPr>
              <a:t>FC00::/8</a:t>
            </a:r>
            <a:r>
              <a:rPr lang="zh-CN" altLang="en-US" sz="1800" kern="0" dirty="0">
                <a:latin typeface="微软雅黑 Light" panose="020B0502040204020203" pitchFamily="34" charset="-122"/>
                <a:ea typeface="微软雅黑 Light" panose="020B0502040204020203" pitchFamily="34" charset="-122"/>
                <a:cs typeface="Times New Roman" panose="02020603050405020304" pitchFamily="18" charset="0"/>
                <a:sym typeface="+mn-lt"/>
              </a:rPr>
              <a:t>预留为以后拓展用</a:t>
            </a:r>
            <a:endParaRPr lang="en-US" altLang="zh-CN" sz="1800" kern="0" dirty="0">
              <a:latin typeface="微软雅黑 Light" panose="020B0502040204020203" pitchFamily="34" charset="-122"/>
              <a:ea typeface="微软雅黑 Light" panose="020B0502040204020203" pitchFamily="34" charset="-122"/>
              <a:cs typeface="Times New Roman" panose="02020603050405020304" pitchFamily="18" charset="0"/>
              <a:sym typeface="+mn-lt"/>
            </a:endParaRPr>
          </a:p>
          <a:p>
            <a:pPr marL="742950" lvl="1" indent="-285750" eaLnBrk="1" hangingPunct="1">
              <a:lnSpc>
                <a:spcPct val="120000"/>
              </a:lnSpc>
              <a:spcBef>
                <a:spcPct val="20000"/>
              </a:spcBef>
              <a:buClr>
                <a:srgbClr val="00C800"/>
              </a:buClr>
              <a:buSzPct val="80000"/>
              <a:buFont typeface="Wingdings" panose="05000000000000000000" pitchFamily="2" charset="2"/>
              <a:buChar char="n"/>
            </a:pPr>
            <a:r>
              <a:rPr lang="en-US" altLang="zh-CN" sz="1800" kern="0" dirty="0">
                <a:latin typeface="微软雅黑 Light" panose="020B0502040204020203" pitchFamily="34" charset="-122"/>
                <a:ea typeface="微软雅黑 Light" panose="020B0502040204020203" pitchFamily="34" charset="-122"/>
                <a:cs typeface="Times New Roman" panose="02020603050405020304" pitchFamily="18" charset="0"/>
                <a:sym typeface="+mn-lt"/>
              </a:rPr>
              <a:t>ULA</a:t>
            </a:r>
            <a:r>
              <a:rPr lang="zh-CN" altLang="en-US" sz="1800" kern="0" dirty="0">
                <a:latin typeface="微软雅黑 Light" panose="020B0502040204020203" pitchFamily="34" charset="-122"/>
                <a:ea typeface="微软雅黑 Light" panose="020B0502040204020203" pitchFamily="34" charset="-122"/>
                <a:cs typeface="Times New Roman" panose="02020603050405020304" pitchFamily="18" charset="0"/>
                <a:sym typeface="+mn-lt"/>
              </a:rPr>
              <a:t>虽然只在有限范围内有效，但也具有全球唯一的前缀（随机方式产生，但是冲突概率很低）</a:t>
            </a:r>
            <a:endParaRPr lang="zh-CN" altLang="en-US" sz="1800" kern="0" dirty="0">
              <a:latin typeface="微软雅黑 Light" panose="020B0502040204020203" pitchFamily="34" charset="-122"/>
              <a:ea typeface="微软雅黑 Light" panose="020B0502040204020203" pitchFamily="34" charset="-122"/>
              <a:cs typeface="Times New Roman" panose="02020603050405020304" pitchFamily="18" charset="0"/>
              <a:sym typeface="+mn-lt"/>
            </a:endParaRPr>
          </a:p>
        </p:txBody>
      </p:sp>
      <p:sp>
        <p:nvSpPr>
          <p:cNvPr id="12" name="矩形 11"/>
          <p:cNvSpPr/>
          <p:nvPr/>
        </p:nvSpPr>
        <p:spPr>
          <a:xfrm>
            <a:off x="6517411" y="3971176"/>
            <a:ext cx="3952785" cy="2243916"/>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1800">
              <a:latin typeface="微软雅黑 Light" panose="020B0502040204020203" pitchFamily="34" charset="-122"/>
              <a:ea typeface="微软雅黑 Light" panose="020B0502040204020203" pitchFamily="34" charset="-122"/>
              <a:cs typeface="+mn-ea"/>
              <a:sym typeface="+mn-lt"/>
            </a:endParaRPr>
          </a:p>
        </p:txBody>
      </p:sp>
      <p:cxnSp>
        <p:nvCxnSpPr>
          <p:cNvPr id="13" name="Straight Connector 166"/>
          <p:cNvCxnSpPr/>
          <p:nvPr/>
        </p:nvCxnSpPr>
        <p:spPr>
          <a:xfrm>
            <a:off x="9153561" y="5021858"/>
            <a:ext cx="0" cy="83910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4" name="矩形 13"/>
          <p:cNvSpPr/>
          <p:nvPr/>
        </p:nvSpPr>
        <p:spPr>
          <a:xfrm>
            <a:off x="10621593" y="3971176"/>
            <a:ext cx="1373829" cy="2243916"/>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1800">
              <a:latin typeface="微软雅黑 Light" panose="020B0502040204020203" pitchFamily="34" charset="-122"/>
              <a:ea typeface="微软雅黑 Light" panose="020B0502040204020203" pitchFamily="34" charset="-122"/>
              <a:cs typeface="+mn-ea"/>
              <a:sym typeface="+mn-lt"/>
            </a:endParaRPr>
          </a:p>
        </p:txBody>
      </p:sp>
      <p:cxnSp>
        <p:nvCxnSpPr>
          <p:cNvPr id="15" name="Straight Connector 166"/>
          <p:cNvCxnSpPr/>
          <p:nvPr/>
        </p:nvCxnSpPr>
        <p:spPr>
          <a:xfrm>
            <a:off x="7083588" y="5021858"/>
            <a:ext cx="0" cy="83910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6" name="Group 165"/>
          <p:cNvGrpSpPr/>
          <p:nvPr/>
        </p:nvGrpSpPr>
        <p:grpSpPr>
          <a:xfrm rot="10800000">
            <a:off x="7019903" y="4390583"/>
            <a:ext cx="2204425" cy="631273"/>
            <a:chOff x="-1233037" y="914446"/>
            <a:chExt cx="1573823" cy="778776"/>
          </a:xfrm>
        </p:grpSpPr>
        <p:cxnSp>
          <p:nvCxnSpPr>
            <p:cNvPr id="17" name="Straight Connector 166"/>
            <p:cNvCxnSpPr/>
            <p:nvPr/>
          </p:nvCxnSpPr>
          <p:spPr>
            <a:xfrm flipH="1" flipV="1">
              <a:off x="-1233037" y="914446"/>
              <a:ext cx="786912" cy="77877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67"/>
            <p:cNvCxnSpPr/>
            <p:nvPr/>
          </p:nvCxnSpPr>
          <p:spPr>
            <a:xfrm flipV="1">
              <a:off x="-446125" y="914446"/>
              <a:ext cx="786911" cy="778776"/>
            </a:xfrm>
            <a:prstGeom prst="line">
              <a:avLst/>
            </a:prstGeom>
            <a:ln w="19050">
              <a:solidFill>
                <a:schemeClr val="tx1"/>
              </a:solidFill>
              <a:prstDash val="solid"/>
            </a:ln>
          </p:spPr>
          <p:style>
            <a:lnRef idx="1">
              <a:schemeClr val="accent1"/>
            </a:lnRef>
            <a:fillRef idx="0">
              <a:schemeClr val="accent1"/>
            </a:fillRef>
            <a:effectRef idx="0">
              <a:schemeClr val="accent1"/>
            </a:effectRef>
            <a:fontRef idx="minor">
              <a:schemeClr val="tx1"/>
            </a:fontRef>
          </p:style>
        </p:cxnSp>
      </p:grpSp>
      <p:sp>
        <p:nvSpPr>
          <p:cNvPr id="19" name="Freeform 159"/>
          <p:cNvSpPr/>
          <p:nvPr/>
        </p:nvSpPr>
        <p:spPr>
          <a:xfrm flipH="1">
            <a:off x="9255508" y="2503436"/>
            <a:ext cx="1872043" cy="978570"/>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lumMod val="85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square" tIns="107958" rtlCol="0" anchor="ctr">
            <a:noAutofit/>
          </a:bodyPr>
          <a:lstStyle/>
          <a:p>
            <a:pPr algn="ctr">
              <a:lnSpc>
                <a:spcPct val="120000"/>
              </a:lnSpc>
            </a:pPr>
            <a:r>
              <a:rPr lang="en-US" sz="1600" dirty="0">
                <a:solidFill>
                  <a:schemeClr val="bg1">
                    <a:lumMod val="50000"/>
                  </a:schemeClr>
                </a:solidFill>
                <a:latin typeface="微软雅黑 Light" panose="020B0502040204020203" pitchFamily="34" charset="-122"/>
                <a:ea typeface="微软雅黑 Light" panose="020B0502040204020203" pitchFamily="34" charset="-122"/>
                <a:cs typeface="+mn-ea"/>
                <a:sym typeface="+mn-lt"/>
              </a:rPr>
              <a:t>Internet</a:t>
            </a:r>
            <a:endParaRPr lang="en-US" sz="1600" dirty="0">
              <a:solidFill>
                <a:schemeClr val="bg1">
                  <a:lumMod val="50000"/>
                </a:schemeClr>
              </a:solidFill>
              <a:latin typeface="微软雅黑 Light" panose="020B0502040204020203" pitchFamily="34" charset="-122"/>
              <a:ea typeface="微软雅黑 Light" panose="020B0502040204020203" pitchFamily="34" charset="-122"/>
              <a:cs typeface="+mn-ea"/>
              <a:sym typeface="+mn-lt"/>
            </a:endParaRPr>
          </a:p>
        </p:txBody>
      </p:sp>
      <p:cxnSp>
        <p:nvCxnSpPr>
          <p:cNvPr id="20" name="Straight Connector 166"/>
          <p:cNvCxnSpPr/>
          <p:nvPr/>
        </p:nvCxnSpPr>
        <p:spPr>
          <a:xfrm>
            <a:off x="11316049" y="4489270"/>
            <a:ext cx="0" cy="137169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21" name="文本框 20"/>
          <p:cNvSpPr txBox="1"/>
          <p:nvPr/>
        </p:nvSpPr>
        <p:spPr bwMode="auto">
          <a:xfrm>
            <a:off x="6254439" y="5922802"/>
            <a:ext cx="1658297" cy="292655"/>
          </a:xfrm>
          <a:prstGeom prst="rect">
            <a:avLst/>
          </a:prstGeom>
          <a:noFill/>
          <a:ln w="9525" algn="ctr">
            <a:noFill/>
            <a:miter lim="800000"/>
          </a:ln>
        </p:spPr>
        <p:txBody>
          <a:bodyPr vert="horz" wrap="none" lIns="87768" tIns="43884" rIns="87768" bIns="43884" numCol="1" rtlCol="0" anchor="ctr" anchorCtr="0" compatLnSpc="1">
            <a:spAutoFit/>
          </a:bodyPr>
          <a:lstStyle/>
          <a:p>
            <a:pPr algn="ctr">
              <a:lnSpc>
                <a:spcPct val="120000"/>
              </a:lnSpc>
            </a:pPr>
            <a:r>
              <a:rPr lang="en-US" altLang="zh-CN" sz="1200" dirty="0">
                <a:latin typeface="微软雅黑 Light" panose="020B0502040204020203" pitchFamily="34" charset="-122"/>
                <a:ea typeface="微软雅黑 Light" panose="020B0502040204020203" pitchFamily="34" charset="-122"/>
                <a:cs typeface="+mn-ea"/>
                <a:sym typeface="+mn-lt"/>
              </a:rPr>
              <a:t>FD00:1AC0:A001::1/64</a:t>
            </a:r>
            <a:endParaRPr lang="en-US" altLang="zh-CN" sz="1200" dirty="0">
              <a:latin typeface="微软雅黑 Light" panose="020B0502040204020203" pitchFamily="34" charset="-122"/>
              <a:ea typeface="微软雅黑 Light" panose="020B0502040204020203" pitchFamily="34" charset="-122"/>
              <a:cs typeface="+mn-ea"/>
              <a:sym typeface="+mn-lt"/>
            </a:endParaRPr>
          </a:p>
        </p:txBody>
      </p:sp>
      <p:sp>
        <p:nvSpPr>
          <p:cNvPr id="22" name="文本框 21"/>
          <p:cNvSpPr txBox="1"/>
          <p:nvPr/>
        </p:nvSpPr>
        <p:spPr bwMode="auto">
          <a:xfrm>
            <a:off x="10217708" y="5930924"/>
            <a:ext cx="1643870" cy="292655"/>
          </a:xfrm>
          <a:prstGeom prst="rect">
            <a:avLst/>
          </a:prstGeom>
          <a:noFill/>
          <a:ln w="9525" algn="ctr">
            <a:noFill/>
            <a:miter lim="800000"/>
          </a:ln>
        </p:spPr>
        <p:txBody>
          <a:bodyPr vert="horz" wrap="none" lIns="87768" tIns="43884" rIns="87768" bIns="43884" numCol="1" rtlCol="0" anchor="ctr" anchorCtr="0" compatLnSpc="1">
            <a:spAutoFit/>
          </a:bodyPr>
          <a:lstStyle/>
          <a:p>
            <a:pPr>
              <a:lnSpc>
                <a:spcPct val="120000"/>
              </a:lnSpc>
            </a:pPr>
            <a:r>
              <a:rPr lang="en-US" altLang="zh-CN" sz="1200" dirty="0">
                <a:latin typeface="微软雅黑 Light" panose="020B0502040204020203" pitchFamily="34" charset="-122"/>
                <a:ea typeface="微软雅黑 Light" panose="020B0502040204020203" pitchFamily="34" charset="-122"/>
                <a:cs typeface="+mn-ea"/>
                <a:sym typeface="+mn-lt"/>
              </a:rPr>
              <a:t>FD00:1AC0:B001::1/64</a:t>
            </a:r>
            <a:endParaRPr lang="en-US" altLang="zh-CN" sz="1200" dirty="0">
              <a:latin typeface="微软雅黑 Light" panose="020B0502040204020203" pitchFamily="34" charset="-122"/>
              <a:ea typeface="微软雅黑 Light" panose="020B0502040204020203" pitchFamily="34" charset="-122"/>
              <a:cs typeface="+mn-ea"/>
              <a:sym typeface="+mn-lt"/>
            </a:endParaRPr>
          </a:p>
        </p:txBody>
      </p:sp>
      <p:sp>
        <p:nvSpPr>
          <p:cNvPr id="23" name="文本框 22"/>
          <p:cNvSpPr txBox="1"/>
          <p:nvPr/>
        </p:nvSpPr>
        <p:spPr bwMode="auto">
          <a:xfrm>
            <a:off x="7717244" y="2510070"/>
            <a:ext cx="1304162" cy="292655"/>
          </a:xfrm>
          <a:prstGeom prst="rect">
            <a:avLst/>
          </a:prstGeom>
          <a:noFill/>
          <a:ln w="9525" algn="ctr">
            <a:noFill/>
            <a:miter lim="800000"/>
          </a:ln>
        </p:spPr>
        <p:txBody>
          <a:bodyPr vert="horz" wrap="none" lIns="87768" tIns="43884" rIns="87768" bIns="43884" numCol="1" rtlCol="0" anchor="ctr" anchorCtr="0" compatLnSpc="1">
            <a:spAutoFit/>
          </a:bodyPr>
          <a:lstStyle/>
          <a:p>
            <a:pPr>
              <a:lnSpc>
                <a:spcPct val="120000"/>
              </a:lnSpc>
            </a:pPr>
            <a:r>
              <a:rPr lang="en-US" altLang="zh-CN" sz="1200">
                <a:latin typeface="微软雅黑 Light" panose="020B0502040204020203" pitchFamily="34" charset="-122"/>
                <a:ea typeface="微软雅黑 Light" panose="020B0502040204020203" pitchFamily="34" charset="-122"/>
                <a:cs typeface="+mn-ea"/>
                <a:sym typeface="+mn-lt"/>
              </a:rPr>
              <a:t>2001:ABCD::</a:t>
            </a:r>
            <a:r>
              <a:rPr lang="en-US" altLang="zh-CN" sz="1200" dirty="0">
                <a:latin typeface="微软雅黑 Light" panose="020B0502040204020203" pitchFamily="34" charset="-122"/>
                <a:ea typeface="微软雅黑 Light" panose="020B0502040204020203" pitchFamily="34" charset="-122"/>
                <a:cs typeface="+mn-ea"/>
                <a:sym typeface="+mn-lt"/>
              </a:rPr>
              <a:t>1/64</a:t>
            </a:r>
            <a:endParaRPr lang="zh-CN" altLang="en-US" sz="1200" dirty="0">
              <a:latin typeface="微软雅黑 Light" panose="020B0502040204020203" pitchFamily="34" charset="-122"/>
              <a:ea typeface="微软雅黑 Light" panose="020B0502040204020203" pitchFamily="34" charset="-122"/>
              <a:cs typeface="+mn-ea"/>
              <a:sym typeface="+mn-lt"/>
            </a:endParaRPr>
          </a:p>
        </p:txBody>
      </p:sp>
      <p:grpSp>
        <p:nvGrpSpPr>
          <p:cNvPr id="24" name="组合 317"/>
          <p:cNvGrpSpPr/>
          <p:nvPr/>
        </p:nvGrpSpPr>
        <p:grpSpPr bwMode="auto">
          <a:xfrm>
            <a:off x="9089744" y="2440865"/>
            <a:ext cx="432893" cy="431062"/>
            <a:chOff x="5362575" y="935038"/>
            <a:chExt cx="668338" cy="668338"/>
          </a:xfrm>
          <a:solidFill>
            <a:schemeClr val="bg1">
              <a:lumMod val="65000"/>
            </a:schemeClr>
          </a:solidFill>
        </p:grpSpPr>
        <p:sp>
          <p:nvSpPr>
            <p:cNvPr id="25" name="Freeform 155"/>
            <p:cNvSpPr>
              <a:spLocks noChangeArrowheads="1"/>
            </p:cNvSpPr>
            <p:nvPr/>
          </p:nvSpPr>
          <p:spPr bwMode="auto">
            <a:xfrm>
              <a:off x="5362575" y="935038"/>
              <a:ext cx="668338" cy="668338"/>
            </a:xfrm>
            <a:custGeom>
              <a:avLst/>
              <a:gdLst>
                <a:gd name="T0" fmla="*/ 2147483646 w 1592"/>
                <a:gd name="T1" fmla="*/ 2147483646 h 1591"/>
                <a:gd name="T2" fmla="*/ 2147483646 w 1592"/>
                <a:gd name="T3" fmla="*/ 2147483646 h 1591"/>
                <a:gd name="T4" fmla="*/ 0 w 1592"/>
                <a:gd name="T5" fmla="*/ 2147483646 h 1591"/>
                <a:gd name="T6" fmla="*/ 2147483646 w 1592"/>
                <a:gd name="T7" fmla="*/ 0 h 1591"/>
                <a:gd name="T8" fmla="*/ 2147483646 w 1592"/>
                <a:gd name="T9" fmla="*/ 2147483646 h 1591"/>
                <a:gd name="T10" fmla="*/ 2147483646 w 1592"/>
                <a:gd name="T11" fmla="*/ 2147483646 h 1591"/>
                <a:gd name="T12" fmla="*/ 2147483646 w 1592"/>
                <a:gd name="T13" fmla="*/ 2147483646 h 1591"/>
                <a:gd name="T14" fmla="*/ 2147483646 w 1592"/>
                <a:gd name="T15" fmla="*/ 2147483646 h 1591"/>
                <a:gd name="T16" fmla="*/ 2147483646 w 1592"/>
                <a:gd name="T17" fmla="*/ 2147483646 h 1591"/>
                <a:gd name="T18" fmla="*/ 2147483646 w 1592"/>
                <a:gd name="T19" fmla="*/ 2147483646 h 1591"/>
                <a:gd name="T20" fmla="*/ 2147483646 w 1592"/>
                <a:gd name="T21" fmla="*/ 2147483646 h 1591"/>
                <a:gd name="T22" fmla="*/ 2147483646 w 1592"/>
                <a:gd name="T23" fmla="*/ 2147483646 h 1591"/>
                <a:gd name="T24" fmla="*/ 2147483646 w 1592"/>
                <a:gd name="T25" fmla="*/ 2147483646 h 1591"/>
                <a:gd name="T26" fmla="*/ 2147483646 w 1592"/>
                <a:gd name="T27" fmla="*/ 2147483646 h 1591"/>
                <a:gd name="T28" fmla="*/ 2147483646 w 1592"/>
                <a:gd name="T29" fmla="*/ 2147483646 h 1591"/>
                <a:gd name="T30" fmla="*/ 2147483646 w 1592"/>
                <a:gd name="T31" fmla="*/ 2147483646 h 1591"/>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1592" h="1591">
                  <a:moveTo>
                    <a:pt x="796" y="1591"/>
                  </a:moveTo>
                  <a:lnTo>
                    <a:pt x="796" y="1591"/>
                  </a:lnTo>
                  <a:cubicBezTo>
                    <a:pt x="357" y="1591"/>
                    <a:pt x="0" y="1234"/>
                    <a:pt x="0" y="795"/>
                  </a:cubicBezTo>
                  <a:cubicBezTo>
                    <a:pt x="0" y="357"/>
                    <a:pt x="357" y="0"/>
                    <a:pt x="796" y="0"/>
                  </a:cubicBezTo>
                  <a:cubicBezTo>
                    <a:pt x="1234" y="0"/>
                    <a:pt x="1592" y="357"/>
                    <a:pt x="1592" y="795"/>
                  </a:cubicBezTo>
                  <a:cubicBezTo>
                    <a:pt x="1592" y="957"/>
                    <a:pt x="1543" y="1113"/>
                    <a:pt x="1452" y="1246"/>
                  </a:cubicBezTo>
                  <a:cubicBezTo>
                    <a:pt x="1442" y="1261"/>
                    <a:pt x="1421" y="1265"/>
                    <a:pt x="1406" y="1254"/>
                  </a:cubicBezTo>
                  <a:cubicBezTo>
                    <a:pt x="1391" y="1244"/>
                    <a:pt x="1387" y="1223"/>
                    <a:pt x="1397" y="1208"/>
                  </a:cubicBezTo>
                  <a:cubicBezTo>
                    <a:pt x="1481" y="1086"/>
                    <a:pt x="1525" y="944"/>
                    <a:pt x="1525" y="795"/>
                  </a:cubicBezTo>
                  <a:cubicBezTo>
                    <a:pt x="1525" y="393"/>
                    <a:pt x="1198" y="66"/>
                    <a:pt x="796" y="66"/>
                  </a:cubicBezTo>
                  <a:cubicBezTo>
                    <a:pt x="393" y="66"/>
                    <a:pt x="66" y="393"/>
                    <a:pt x="66" y="795"/>
                  </a:cubicBezTo>
                  <a:cubicBezTo>
                    <a:pt x="66" y="1198"/>
                    <a:pt x="393" y="1525"/>
                    <a:pt x="796" y="1525"/>
                  </a:cubicBezTo>
                  <a:cubicBezTo>
                    <a:pt x="944" y="1525"/>
                    <a:pt x="1087" y="1480"/>
                    <a:pt x="1209" y="1396"/>
                  </a:cubicBezTo>
                  <a:cubicBezTo>
                    <a:pt x="1225" y="1386"/>
                    <a:pt x="1245" y="1389"/>
                    <a:pt x="1256" y="1405"/>
                  </a:cubicBezTo>
                  <a:cubicBezTo>
                    <a:pt x="1266" y="1420"/>
                    <a:pt x="1262" y="1440"/>
                    <a:pt x="1247" y="1451"/>
                  </a:cubicBezTo>
                  <a:cubicBezTo>
                    <a:pt x="1114" y="1543"/>
                    <a:pt x="958" y="1591"/>
                    <a:pt x="796" y="1591"/>
                  </a:cubicBezTo>
                  <a:close/>
                </a:path>
              </a:pathLst>
            </a:custGeom>
            <a:grpFill/>
            <a:ln>
              <a:noFill/>
            </a:ln>
            <a:extLst>
              <a:ext uri="{91240B29-F687-4F45-9708-019B960494DF}">
                <a14:hiddenLine xmlns:a14="http://schemas.microsoft.com/office/drawing/2010/main" w="0">
                  <a:solidFill>
                    <a:srgbClr val="000000"/>
                  </a:solidFill>
                  <a:round/>
                </a14:hiddenLine>
              </a:ext>
            </a:extLst>
          </p:spPr>
          <p:txBody>
            <a:bodyPr/>
            <a:lstStyle/>
            <a:p>
              <a:pPr>
                <a:lnSpc>
                  <a:spcPct val="120000"/>
                </a:lnSpc>
              </a:pPr>
              <a:endParaRPr lang="zh-CN" altLang="en-US" sz="2140">
                <a:latin typeface="微软雅黑 Light" panose="020B0502040204020203" pitchFamily="34" charset="-122"/>
                <a:ea typeface="微软雅黑 Light" panose="020B0502040204020203" pitchFamily="34" charset="-122"/>
                <a:cs typeface="+mn-ea"/>
                <a:sym typeface="+mn-lt"/>
              </a:endParaRPr>
            </a:p>
          </p:txBody>
        </p:sp>
        <p:sp>
          <p:nvSpPr>
            <p:cNvPr id="26" name="Freeform 156"/>
            <p:cNvSpPr>
              <a:spLocks noChangeArrowheads="1"/>
            </p:cNvSpPr>
            <p:nvPr/>
          </p:nvSpPr>
          <p:spPr bwMode="auto">
            <a:xfrm>
              <a:off x="5503863" y="1265238"/>
              <a:ext cx="385763" cy="338138"/>
            </a:xfrm>
            <a:custGeom>
              <a:avLst/>
              <a:gdLst>
                <a:gd name="T0" fmla="*/ 2147483646 w 919"/>
                <a:gd name="T1" fmla="*/ 2147483646 h 805"/>
                <a:gd name="T2" fmla="*/ 2147483646 w 919"/>
                <a:gd name="T3" fmla="*/ 2147483646 h 805"/>
                <a:gd name="T4" fmla="*/ 2147483646 w 919"/>
                <a:gd name="T5" fmla="*/ 2147483646 h 805"/>
                <a:gd name="T6" fmla="*/ 2147483646 w 919"/>
                <a:gd name="T7" fmla="*/ 0 h 805"/>
                <a:gd name="T8" fmla="*/ 2147483646 w 919"/>
                <a:gd name="T9" fmla="*/ 2147483646 h 805"/>
                <a:gd name="T10" fmla="*/ 2147483646 w 919"/>
                <a:gd name="T11" fmla="*/ 2147483646 h 805"/>
                <a:gd name="T12" fmla="*/ 2147483646 w 919"/>
                <a:gd name="T13" fmla="*/ 2147483646 h 805"/>
                <a:gd name="T14" fmla="*/ 2147483646 w 919"/>
                <a:gd name="T15" fmla="*/ 0 h 805"/>
                <a:gd name="T16" fmla="*/ 2147483646 w 919"/>
                <a:gd name="T17" fmla="*/ 0 h 805"/>
                <a:gd name="T18" fmla="*/ 2147483646 w 919"/>
                <a:gd name="T19" fmla="*/ 2147483646 h 805"/>
                <a:gd name="T20" fmla="*/ 2147483646 w 919"/>
                <a:gd name="T21" fmla="*/ 2147483646 h 80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919" h="805">
                  <a:moveTo>
                    <a:pt x="460" y="805"/>
                  </a:moveTo>
                  <a:lnTo>
                    <a:pt x="460" y="805"/>
                  </a:lnTo>
                  <a:cubicBezTo>
                    <a:pt x="210" y="805"/>
                    <a:pt x="8" y="467"/>
                    <a:pt x="1" y="34"/>
                  </a:cubicBezTo>
                  <a:cubicBezTo>
                    <a:pt x="0" y="16"/>
                    <a:pt x="15" y="0"/>
                    <a:pt x="34" y="0"/>
                  </a:cubicBezTo>
                  <a:cubicBezTo>
                    <a:pt x="52" y="0"/>
                    <a:pt x="67" y="14"/>
                    <a:pt x="67" y="33"/>
                  </a:cubicBezTo>
                  <a:cubicBezTo>
                    <a:pt x="74" y="422"/>
                    <a:pt x="250" y="739"/>
                    <a:pt x="460" y="739"/>
                  </a:cubicBezTo>
                  <a:cubicBezTo>
                    <a:pt x="669" y="739"/>
                    <a:pt x="845" y="422"/>
                    <a:pt x="852" y="33"/>
                  </a:cubicBezTo>
                  <a:cubicBezTo>
                    <a:pt x="852" y="15"/>
                    <a:pt x="867" y="0"/>
                    <a:pt x="885" y="0"/>
                  </a:cubicBezTo>
                  <a:cubicBezTo>
                    <a:pt x="885" y="0"/>
                    <a:pt x="885" y="0"/>
                    <a:pt x="886" y="0"/>
                  </a:cubicBezTo>
                  <a:cubicBezTo>
                    <a:pt x="904" y="1"/>
                    <a:pt x="919" y="16"/>
                    <a:pt x="918" y="34"/>
                  </a:cubicBezTo>
                  <a:cubicBezTo>
                    <a:pt x="911" y="467"/>
                    <a:pt x="709" y="805"/>
                    <a:pt x="460" y="805"/>
                  </a:cubicBezTo>
                  <a:close/>
                </a:path>
              </a:pathLst>
            </a:custGeom>
            <a:grpFill/>
            <a:ln>
              <a:noFill/>
            </a:ln>
            <a:extLst>
              <a:ext uri="{91240B29-F687-4F45-9708-019B960494DF}">
                <a14:hiddenLine xmlns:a14="http://schemas.microsoft.com/office/drawing/2010/main" w="0">
                  <a:solidFill>
                    <a:srgbClr val="000000"/>
                  </a:solidFill>
                  <a:round/>
                </a14:hiddenLine>
              </a:ext>
            </a:extLst>
          </p:spPr>
          <p:txBody>
            <a:bodyPr/>
            <a:lstStyle/>
            <a:p>
              <a:pPr>
                <a:lnSpc>
                  <a:spcPct val="120000"/>
                </a:lnSpc>
              </a:pPr>
              <a:endParaRPr lang="zh-CN" altLang="en-US" sz="2140">
                <a:latin typeface="微软雅黑 Light" panose="020B0502040204020203" pitchFamily="34" charset="-122"/>
                <a:ea typeface="微软雅黑 Light" panose="020B0502040204020203" pitchFamily="34" charset="-122"/>
                <a:cs typeface="+mn-ea"/>
                <a:sym typeface="+mn-lt"/>
              </a:endParaRPr>
            </a:p>
          </p:txBody>
        </p:sp>
        <p:sp>
          <p:nvSpPr>
            <p:cNvPr id="27" name="Freeform 157"/>
            <p:cNvSpPr>
              <a:spLocks noChangeArrowheads="1"/>
            </p:cNvSpPr>
            <p:nvPr/>
          </p:nvSpPr>
          <p:spPr bwMode="auto">
            <a:xfrm>
              <a:off x="5534025" y="935038"/>
              <a:ext cx="325438" cy="166688"/>
            </a:xfrm>
            <a:custGeom>
              <a:avLst/>
              <a:gdLst>
                <a:gd name="T0" fmla="*/ 2147483646 w 775"/>
                <a:gd name="T1" fmla="*/ 2147483646 h 398"/>
                <a:gd name="T2" fmla="*/ 2147483646 w 775"/>
                <a:gd name="T3" fmla="*/ 2147483646 h 398"/>
                <a:gd name="T4" fmla="*/ 2147483646 w 775"/>
                <a:gd name="T5" fmla="*/ 2147483646 h 398"/>
                <a:gd name="T6" fmla="*/ 2147483646 w 775"/>
                <a:gd name="T7" fmla="*/ 2147483646 h 398"/>
                <a:gd name="T8" fmla="*/ 2147483646 w 775"/>
                <a:gd name="T9" fmla="*/ 2147483646 h 398"/>
                <a:gd name="T10" fmla="*/ 2147483646 w 775"/>
                <a:gd name="T11" fmla="*/ 2147483646 h 398"/>
                <a:gd name="T12" fmla="*/ 2147483646 w 775"/>
                <a:gd name="T13" fmla="*/ 2147483646 h 398"/>
                <a:gd name="T14" fmla="*/ 2147483646 w 775"/>
                <a:gd name="T15" fmla="*/ 0 h 398"/>
                <a:gd name="T16" fmla="*/ 2147483646 w 775"/>
                <a:gd name="T17" fmla="*/ 2147483646 h 398"/>
                <a:gd name="T18" fmla="*/ 2147483646 w 775"/>
                <a:gd name="T19" fmla="*/ 2147483646 h 398"/>
                <a:gd name="T20" fmla="*/ 2147483646 w 775"/>
                <a:gd name="T21" fmla="*/ 2147483646 h 398"/>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775" h="398">
                  <a:moveTo>
                    <a:pt x="737" y="398"/>
                  </a:moveTo>
                  <a:lnTo>
                    <a:pt x="737" y="398"/>
                  </a:lnTo>
                  <a:cubicBezTo>
                    <a:pt x="724" y="398"/>
                    <a:pt x="711" y="390"/>
                    <a:pt x="706" y="377"/>
                  </a:cubicBezTo>
                  <a:cubicBezTo>
                    <a:pt x="631" y="182"/>
                    <a:pt x="512" y="66"/>
                    <a:pt x="386" y="66"/>
                  </a:cubicBezTo>
                  <a:cubicBezTo>
                    <a:pt x="262" y="66"/>
                    <a:pt x="143" y="179"/>
                    <a:pt x="69" y="368"/>
                  </a:cubicBezTo>
                  <a:cubicBezTo>
                    <a:pt x="62" y="385"/>
                    <a:pt x="43" y="393"/>
                    <a:pt x="26" y="386"/>
                  </a:cubicBezTo>
                  <a:cubicBezTo>
                    <a:pt x="9" y="380"/>
                    <a:pt x="0" y="360"/>
                    <a:pt x="7" y="343"/>
                  </a:cubicBezTo>
                  <a:cubicBezTo>
                    <a:pt x="92" y="128"/>
                    <a:pt x="233" y="0"/>
                    <a:pt x="386" y="0"/>
                  </a:cubicBezTo>
                  <a:cubicBezTo>
                    <a:pt x="540" y="0"/>
                    <a:pt x="683" y="132"/>
                    <a:pt x="768" y="353"/>
                  </a:cubicBezTo>
                  <a:cubicBezTo>
                    <a:pt x="775" y="370"/>
                    <a:pt x="766" y="390"/>
                    <a:pt x="749" y="396"/>
                  </a:cubicBezTo>
                  <a:cubicBezTo>
                    <a:pt x="745" y="398"/>
                    <a:pt x="741" y="398"/>
                    <a:pt x="737" y="398"/>
                  </a:cubicBezTo>
                  <a:close/>
                </a:path>
              </a:pathLst>
            </a:custGeom>
            <a:grpFill/>
            <a:ln>
              <a:noFill/>
            </a:ln>
            <a:extLst>
              <a:ext uri="{91240B29-F687-4F45-9708-019B960494DF}">
                <a14:hiddenLine xmlns:a14="http://schemas.microsoft.com/office/drawing/2010/main" w="0">
                  <a:solidFill>
                    <a:srgbClr val="000000"/>
                  </a:solidFill>
                  <a:round/>
                </a14:hiddenLine>
              </a:ext>
            </a:extLst>
          </p:spPr>
          <p:txBody>
            <a:bodyPr/>
            <a:lstStyle/>
            <a:p>
              <a:pPr>
                <a:lnSpc>
                  <a:spcPct val="120000"/>
                </a:lnSpc>
              </a:pPr>
              <a:endParaRPr lang="zh-CN" altLang="en-US" sz="2140">
                <a:latin typeface="微软雅黑 Light" panose="020B0502040204020203" pitchFamily="34" charset="-122"/>
                <a:ea typeface="微软雅黑 Light" panose="020B0502040204020203" pitchFamily="34" charset="-122"/>
                <a:cs typeface="+mn-ea"/>
                <a:sym typeface="+mn-lt"/>
              </a:endParaRPr>
            </a:p>
          </p:txBody>
        </p:sp>
        <p:sp>
          <p:nvSpPr>
            <p:cNvPr id="28" name="Freeform 158"/>
            <p:cNvSpPr>
              <a:spLocks noChangeArrowheads="1"/>
            </p:cNvSpPr>
            <p:nvPr/>
          </p:nvSpPr>
          <p:spPr bwMode="auto">
            <a:xfrm>
              <a:off x="5362575" y="1265238"/>
              <a:ext cx="666750" cy="26988"/>
            </a:xfrm>
            <a:custGeom>
              <a:avLst/>
              <a:gdLst>
                <a:gd name="T0" fmla="*/ 2147483646 w 1590"/>
                <a:gd name="T1" fmla="*/ 2147483646 h 67"/>
                <a:gd name="T2" fmla="*/ 2147483646 w 1590"/>
                <a:gd name="T3" fmla="*/ 2147483646 h 67"/>
                <a:gd name="T4" fmla="*/ 2147483646 w 1590"/>
                <a:gd name="T5" fmla="*/ 2147483646 h 67"/>
                <a:gd name="T6" fmla="*/ 0 w 1590"/>
                <a:gd name="T7" fmla="*/ 2147483646 h 67"/>
                <a:gd name="T8" fmla="*/ 2147483646 w 1590"/>
                <a:gd name="T9" fmla="*/ 0 h 67"/>
                <a:gd name="T10" fmla="*/ 2147483646 w 1590"/>
                <a:gd name="T11" fmla="*/ 0 h 67"/>
                <a:gd name="T12" fmla="*/ 2147483646 w 1590"/>
                <a:gd name="T13" fmla="*/ 2147483646 h 67"/>
                <a:gd name="T14" fmla="*/ 2147483646 w 1590"/>
                <a:gd name="T15" fmla="*/ 2147483646 h 6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590" h="67">
                  <a:moveTo>
                    <a:pt x="1557" y="67"/>
                  </a:moveTo>
                  <a:lnTo>
                    <a:pt x="1557" y="67"/>
                  </a:lnTo>
                  <a:lnTo>
                    <a:pt x="33" y="67"/>
                  </a:lnTo>
                  <a:cubicBezTo>
                    <a:pt x="15" y="67"/>
                    <a:pt x="0" y="52"/>
                    <a:pt x="0" y="33"/>
                  </a:cubicBezTo>
                  <a:cubicBezTo>
                    <a:pt x="0" y="15"/>
                    <a:pt x="15" y="0"/>
                    <a:pt x="33" y="0"/>
                  </a:cubicBezTo>
                  <a:lnTo>
                    <a:pt x="1557" y="0"/>
                  </a:lnTo>
                  <a:cubicBezTo>
                    <a:pt x="1575" y="0"/>
                    <a:pt x="1590" y="15"/>
                    <a:pt x="1590" y="33"/>
                  </a:cubicBezTo>
                  <a:cubicBezTo>
                    <a:pt x="1590" y="52"/>
                    <a:pt x="1575" y="67"/>
                    <a:pt x="1557" y="67"/>
                  </a:cubicBezTo>
                  <a:close/>
                </a:path>
              </a:pathLst>
            </a:custGeom>
            <a:grpFill/>
            <a:ln>
              <a:noFill/>
            </a:ln>
            <a:extLst>
              <a:ext uri="{91240B29-F687-4F45-9708-019B960494DF}">
                <a14:hiddenLine xmlns:a14="http://schemas.microsoft.com/office/drawing/2010/main" w="0">
                  <a:solidFill>
                    <a:srgbClr val="000000"/>
                  </a:solidFill>
                  <a:round/>
                </a14:hiddenLine>
              </a:ext>
            </a:extLst>
          </p:spPr>
          <p:txBody>
            <a:bodyPr/>
            <a:lstStyle/>
            <a:p>
              <a:pPr>
                <a:lnSpc>
                  <a:spcPct val="120000"/>
                </a:lnSpc>
              </a:pPr>
              <a:endParaRPr lang="zh-CN" altLang="en-US" sz="2140">
                <a:latin typeface="微软雅黑 Light" panose="020B0502040204020203" pitchFamily="34" charset="-122"/>
                <a:ea typeface="微软雅黑 Light" panose="020B0502040204020203" pitchFamily="34" charset="-122"/>
                <a:cs typeface="+mn-ea"/>
                <a:sym typeface="+mn-lt"/>
              </a:endParaRPr>
            </a:p>
          </p:txBody>
        </p:sp>
        <p:sp>
          <p:nvSpPr>
            <p:cNvPr id="29" name="Freeform 159"/>
            <p:cNvSpPr>
              <a:spLocks noChangeArrowheads="1"/>
            </p:cNvSpPr>
            <p:nvPr/>
          </p:nvSpPr>
          <p:spPr bwMode="auto">
            <a:xfrm>
              <a:off x="5681663" y="1265238"/>
              <a:ext cx="28575" cy="338138"/>
            </a:xfrm>
            <a:custGeom>
              <a:avLst/>
              <a:gdLst>
                <a:gd name="T0" fmla="*/ 2147483646 w 67"/>
                <a:gd name="T1" fmla="*/ 2147483646 h 805"/>
                <a:gd name="T2" fmla="*/ 2147483646 w 67"/>
                <a:gd name="T3" fmla="*/ 2147483646 h 805"/>
                <a:gd name="T4" fmla="*/ 0 w 67"/>
                <a:gd name="T5" fmla="*/ 2147483646 h 805"/>
                <a:gd name="T6" fmla="*/ 0 w 67"/>
                <a:gd name="T7" fmla="*/ 2147483646 h 805"/>
                <a:gd name="T8" fmla="*/ 2147483646 w 67"/>
                <a:gd name="T9" fmla="*/ 0 h 805"/>
                <a:gd name="T10" fmla="*/ 2147483646 w 67"/>
                <a:gd name="T11" fmla="*/ 2147483646 h 805"/>
                <a:gd name="T12" fmla="*/ 2147483646 w 67"/>
                <a:gd name="T13" fmla="*/ 2147483646 h 805"/>
                <a:gd name="T14" fmla="*/ 2147483646 w 67"/>
                <a:gd name="T15" fmla="*/ 2147483646 h 805"/>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67" h="805">
                  <a:moveTo>
                    <a:pt x="34" y="805"/>
                  </a:moveTo>
                  <a:lnTo>
                    <a:pt x="34" y="805"/>
                  </a:lnTo>
                  <a:cubicBezTo>
                    <a:pt x="15" y="805"/>
                    <a:pt x="0" y="790"/>
                    <a:pt x="0" y="772"/>
                  </a:cubicBezTo>
                  <a:lnTo>
                    <a:pt x="0" y="34"/>
                  </a:lnTo>
                  <a:cubicBezTo>
                    <a:pt x="0" y="15"/>
                    <a:pt x="15" y="0"/>
                    <a:pt x="34" y="0"/>
                  </a:cubicBezTo>
                  <a:cubicBezTo>
                    <a:pt x="52" y="0"/>
                    <a:pt x="67" y="15"/>
                    <a:pt x="67" y="34"/>
                  </a:cubicBezTo>
                  <a:lnTo>
                    <a:pt x="67" y="772"/>
                  </a:lnTo>
                  <a:cubicBezTo>
                    <a:pt x="67" y="790"/>
                    <a:pt x="52" y="805"/>
                    <a:pt x="34" y="805"/>
                  </a:cubicBezTo>
                  <a:close/>
                </a:path>
              </a:pathLst>
            </a:custGeom>
            <a:grpFill/>
            <a:ln>
              <a:noFill/>
            </a:ln>
            <a:extLst>
              <a:ext uri="{91240B29-F687-4F45-9708-019B960494DF}">
                <a14:hiddenLine xmlns:a14="http://schemas.microsoft.com/office/drawing/2010/main" w="0">
                  <a:solidFill>
                    <a:srgbClr val="000000"/>
                  </a:solidFill>
                  <a:round/>
                </a14:hiddenLine>
              </a:ext>
            </a:extLst>
          </p:spPr>
          <p:txBody>
            <a:bodyPr/>
            <a:lstStyle/>
            <a:p>
              <a:pPr>
                <a:lnSpc>
                  <a:spcPct val="120000"/>
                </a:lnSpc>
              </a:pPr>
              <a:endParaRPr lang="zh-CN" altLang="en-US" sz="2140">
                <a:latin typeface="微软雅黑 Light" panose="020B0502040204020203" pitchFamily="34" charset="-122"/>
                <a:ea typeface="微软雅黑 Light" panose="020B0502040204020203" pitchFamily="34" charset="-122"/>
                <a:cs typeface="+mn-ea"/>
                <a:sym typeface="+mn-lt"/>
              </a:endParaRPr>
            </a:p>
          </p:txBody>
        </p:sp>
        <p:sp>
          <p:nvSpPr>
            <p:cNvPr id="30" name="Freeform 160"/>
            <p:cNvSpPr>
              <a:spLocks noChangeArrowheads="1"/>
            </p:cNvSpPr>
            <p:nvPr/>
          </p:nvSpPr>
          <p:spPr bwMode="auto">
            <a:xfrm>
              <a:off x="5681663" y="935038"/>
              <a:ext cx="28575" cy="166688"/>
            </a:xfrm>
            <a:custGeom>
              <a:avLst/>
              <a:gdLst>
                <a:gd name="T0" fmla="*/ 2147483646 w 67"/>
                <a:gd name="T1" fmla="*/ 2147483646 h 398"/>
                <a:gd name="T2" fmla="*/ 2147483646 w 67"/>
                <a:gd name="T3" fmla="*/ 2147483646 h 398"/>
                <a:gd name="T4" fmla="*/ 0 w 67"/>
                <a:gd name="T5" fmla="*/ 2147483646 h 398"/>
                <a:gd name="T6" fmla="*/ 0 w 67"/>
                <a:gd name="T7" fmla="*/ 2147483646 h 398"/>
                <a:gd name="T8" fmla="*/ 2147483646 w 67"/>
                <a:gd name="T9" fmla="*/ 0 h 398"/>
                <a:gd name="T10" fmla="*/ 2147483646 w 67"/>
                <a:gd name="T11" fmla="*/ 2147483646 h 398"/>
                <a:gd name="T12" fmla="*/ 2147483646 w 67"/>
                <a:gd name="T13" fmla="*/ 2147483646 h 398"/>
                <a:gd name="T14" fmla="*/ 2147483646 w 67"/>
                <a:gd name="T15" fmla="*/ 2147483646 h 398"/>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67" h="398">
                  <a:moveTo>
                    <a:pt x="34" y="398"/>
                  </a:moveTo>
                  <a:lnTo>
                    <a:pt x="34" y="398"/>
                  </a:lnTo>
                  <a:cubicBezTo>
                    <a:pt x="15" y="398"/>
                    <a:pt x="0" y="383"/>
                    <a:pt x="0" y="365"/>
                  </a:cubicBezTo>
                  <a:lnTo>
                    <a:pt x="0" y="33"/>
                  </a:lnTo>
                  <a:cubicBezTo>
                    <a:pt x="0" y="14"/>
                    <a:pt x="15" y="0"/>
                    <a:pt x="34" y="0"/>
                  </a:cubicBezTo>
                  <a:cubicBezTo>
                    <a:pt x="52" y="0"/>
                    <a:pt x="67" y="14"/>
                    <a:pt x="67" y="33"/>
                  </a:cubicBezTo>
                  <a:lnTo>
                    <a:pt x="67" y="365"/>
                  </a:lnTo>
                  <a:cubicBezTo>
                    <a:pt x="67" y="383"/>
                    <a:pt x="52" y="398"/>
                    <a:pt x="34" y="398"/>
                  </a:cubicBezTo>
                  <a:close/>
                </a:path>
              </a:pathLst>
            </a:custGeom>
            <a:grpFill/>
            <a:ln>
              <a:noFill/>
            </a:ln>
            <a:extLst>
              <a:ext uri="{91240B29-F687-4F45-9708-019B960494DF}">
                <a14:hiddenLine xmlns:a14="http://schemas.microsoft.com/office/drawing/2010/main" w="0">
                  <a:solidFill>
                    <a:srgbClr val="000000"/>
                  </a:solidFill>
                  <a:round/>
                </a14:hiddenLine>
              </a:ext>
            </a:extLst>
          </p:spPr>
          <p:txBody>
            <a:bodyPr/>
            <a:lstStyle/>
            <a:p>
              <a:pPr>
                <a:lnSpc>
                  <a:spcPct val="120000"/>
                </a:lnSpc>
              </a:pPr>
              <a:endParaRPr lang="zh-CN" altLang="en-US" sz="2140">
                <a:latin typeface="微软雅黑 Light" panose="020B0502040204020203" pitchFamily="34" charset="-122"/>
                <a:ea typeface="微软雅黑 Light" panose="020B0502040204020203" pitchFamily="34" charset="-122"/>
                <a:cs typeface="+mn-ea"/>
                <a:sym typeface="+mn-lt"/>
              </a:endParaRPr>
            </a:p>
          </p:txBody>
        </p:sp>
        <p:sp>
          <p:nvSpPr>
            <p:cNvPr id="31" name="Freeform 161"/>
            <p:cNvSpPr>
              <a:spLocks noChangeArrowheads="1"/>
            </p:cNvSpPr>
            <p:nvPr/>
          </p:nvSpPr>
          <p:spPr bwMode="auto">
            <a:xfrm>
              <a:off x="5418138" y="1074738"/>
              <a:ext cx="555625" cy="26988"/>
            </a:xfrm>
            <a:custGeom>
              <a:avLst/>
              <a:gdLst>
                <a:gd name="T0" fmla="*/ 2147483646 w 1325"/>
                <a:gd name="T1" fmla="*/ 2147483646 h 66"/>
                <a:gd name="T2" fmla="*/ 2147483646 w 1325"/>
                <a:gd name="T3" fmla="*/ 2147483646 h 66"/>
                <a:gd name="T4" fmla="*/ 2147483646 w 1325"/>
                <a:gd name="T5" fmla="*/ 2147483646 h 66"/>
                <a:gd name="T6" fmla="*/ 0 w 1325"/>
                <a:gd name="T7" fmla="*/ 2147483646 h 66"/>
                <a:gd name="T8" fmla="*/ 2147483646 w 1325"/>
                <a:gd name="T9" fmla="*/ 0 h 66"/>
                <a:gd name="T10" fmla="*/ 2147483646 w 1325"/>
                <a:gd name="T11" fmla="*/ 0 h 66"/>
                <a:gd name="T12" fmla="*/ 2147483646 w 1325"/>
                <a:gd name="T13" fmla="*/ 2147483646 h 66"/>
                <a:gd name="T14" fmla="*/ 2147483646 w 1325"/>
                <a:gd name="T15" fmla="*/ 2147483646 h 6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325" h="66">
                  <a:moveTo>
                    <a:pt x="1292" y="66"/>
                  </a:moveTo>
                  <a:lnTo>
                    <a:pt x="1292" y="66"/>
                  </a:lnTo>
                  <a:lnTo>
                    <a:pt x="33" y="66"/>
                  </a:lnTo>
                  <a:cubicBezTo>
                    <a:pt x="15" y="66"/>
                    <a:pt x="0" y="51"/>
                    <a:pt x="0" y="33"/>
                  </a:cubicBezTo>
                  <a:cubicBezTo>
                    <a:pt x="0" y="15"/>
                    <a:pt x="15" y="0"/>
                    <a:pt x="33" y="0"/>
                  </a:cubicBezTo>
                  <a:lnTo>
                    <a:pt x="1292" y="0"/>
                  </a:lnTo>
                  <a:cubicBezTo>
                    <a:pt x="1310" y="0"/>
                    <a:pt x="1325" y="15"/>
                    <a:pt x="1325" y="33"/>
                  </a:cubicBezTo>
                  <a:cubicBezTo>
                    <a:pt x="1325" y="51"/>
                    <a:pt x="1310" y="66"/>
                    <a:pt x="1292" y="66"/>
                  </a:cubicBezTo>
                  <a:close/>
                </a:path>
              </a:pathLst>
            </a:custGeom>
            <a:grpFill/>
            <a:ln>
              <a:noFill/>
            </a:ln>
            <a:extLst>
              <a:ext uri="{91240B29-F687-4F45-9708-019B960494DF}">
                <a14:hiddenLine xmlns:a14="http://schemas.microsoft.com/office/drawing/2010/main" w="0">
                  <a:solidFill>
                    <a:srgbClr val="000000"/>
                  </a:solidFill>
                  <a:round/>
                </a14:hiddenLine>
              </a:ext>
            </a:extLst>
          </p:spPr>
          <p:txBody>
            <a:bodyPr/>
            <a:lstStyle/>
            <a:p>
              <a:pPr>
                <a:lnSpc>
                  <a:spcPct val="120000"/>
                </a:lnSpc>
              </a:pPr>
              <a:endParaRPr lang="zh-CN" altLang="en-US" sz="2140">
                <a:latin typeface="微软雅黑 Light" panose="020B0502040204020203" pitchFamily="34" charset="-122"/>
                <a:ea typeface="微软雅黑 Light" panose="020B0502040204020203" pitchFamily="34" charset="-122"/>
                <a:cs typeface="+mn-ea"/>
                <a:sym typeface="+mn-lt"/>
              </a:endParaRPr>
            </a:p>
          </p:txBody>
        </p:sp>
        <p:sp>
          <p:nvSpPr>
            <p:cNvPr id="32" name="Freeform 162"/>
            <p:cNvSpPr>
              <a:spLocks noChangeArrowheads="1"/>
            </p:cNvSpPr>
            <p:nvPr/>
          </p:nvSpPr>
          <p:spPr bwMode="auto">
            <a:xfrm>
              <a:off x="5418138" y="1436688"/>
              <a:ext cx="555625" cy="26988"/>
            </a:xfrm>
            <a:custGeom>
              <a:avLst/>
              <a:gdLst>
                <a:gd name="T0" fmla="*/ 2147483646 w 1325"/>
                <a:gd name="T1" fmla="*/ 2147483646 h 66"/>
                <a:gd name="T2" fmla="*/ 2147483646 w 1325"/>
                <a:gd name="T3" fmla="*/ 2147483646 h 66"/>
                <a:gd name="T4" fmla="*/ 2147483646 w 1325"/>
                <a:gd name="T5" fmla="*/ 2147483646 h 66"/>
                <a:gd name="T6" fmla="*/ 0 w 1325"/>
                <a:gd name="T7" fmla="*/ 2147483646 h 66"/>
                <a:gd name="T8" fmla="*/ 2147483646 w 1325"/>
                <a:gd name="T9" fmla="*/ 0 h 66"/>
                <a:gd name="T10" fmla="*/ 2147483646 w 1325"/>
                <a:gd name="T11" fmla="*/ 0 h 66"/>
                <a:gd name="T12" fmla="*/ 2147483646 w 1325"/>
                <a:gd name="T13" fmla="*/ 2147483646 h 66"/>
                <a:gd name="T14" fmla="*/ 2147483646 w 1325"/>
                <a:gd name="T15" fmla="*/ 2147483646 h 6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325" h="66">
                  <a:moveTo>
                    <a:pt x="1292" y="66"/>
                  </a:moveTo>
                  <a:lnTo>
                    <a:pt x="1292" y="66"/>
                  </a:lnTo>
                  <a:lnTo>
                    <a:pt x="33" y="66"/>
                  </a:lnTo>
                  <a:cubicBezTo>
                    <a:pt x="15" y="66"/>
                    <a:pt x="0" y="52"/>
                    <a:pt x="0" y="33"/>
                  </a:cubicBezTo>
                  <a:cubicBezTo>
                    <a:pt x="0" y="15"/>
                    <a:pt x="15" y="0"/>
                    <a:pt x="33" y="0"/>
                  </a:cubicBezTo>
                  <a:lnTo>
                    <a:pt x="1292" y="0"/>
                  </a:lnTo>
                  <a:cubicBezTo>
                    <a:pt x="1310" y="0"/>
                    <a:pt x="1325" y="15"/>
                    <a:pt x="1325" y="33"/>
                  </a:cubicBezTo>
                  <a:cubicBezTo>
                    <a:pt x="1325" y="52"/>
                    <a:pt x="1310" y="66"/>
                    <a:pt x="1292" y="66"/>
                  </a:cubicBezTo>
                  <a:close/>
                </a:path>
              </a:pathLst>
            </a:custGeom>
            <a:grpFill/>
            <a:ln>
              <a:noFill/>
            </a:ln>
            <a:extLst>
              <a:ext uri="{91240B29-F687-4F45-9708-019B960494DF}">
                <a14:hiddenLine xmlns:a14="http://schemas.microsoft.com/office/drawing/2010/main" w="0">
                  <a:solidFill>
                    <a:srgbClr val="000000"/>
                  </a:solidFill>
                  <a:round/>
                </a14:hiddenLine>
              </a:ext>
            </a:extLst>
          </p:spPr>
          <p:txBody>
            <a:bodyPr/>
            <a:lstStyle/>
            <a:p>
              <a:pPr>
                <a:lnSpc>
                  <a:spcPct val="120000"/>
                </a:lnSpc>
              </a:pPr>
              <a:endParaRPr lang="zh-CN" altLang="en-US" sz="2140">
                <a:latin typeface="微软雅黑 Light" panose="020B0502040204020203" pitchFamily="34" charset="-122"/>
                <a:ea typeface="微软雅黑 Light" panose="020B0502040204020203" pitchFamily="34" charset="-122"/>
                <a:cs typeface="+mn-ea"/>
                <a:sym typeface="+mn-lt"/>
              </a:endParaRPr>
            </a:p>
          </p:txBody>
        </p:sp>
        <p:sp>
          <p:nvSpPr>
            <p:cNvPr id="33" name="Freeform 163"/>
            <p:cNvSpPr>
              <a:spLocks noChangeArrowheads="1"/>
            </p:cNvSpPr>
            <p:nvPr/>
          </p:nvSpPr>
          <p:spPr bwMode="auto">
            <a:xfrm>
              <a:off x="5462588" y="1130301"/>
              <a:ext cx="155575" cy="109538"/>
            </a:xfrm>
            <a:custGeom>
              <a:avLst/>
              <a:gdLst>
                <a:gd name="T0" fmla="*/ 2147483646 w 370"/>
                <a:gd name="T1" fmla="*/ 2147483646 h 262"/>
                <a:gd name="T2" fmla="*/ 2147483646 w 370"/>
                <a:gd name="T3" fmla="*/ 2147483646 h 262"/>
                <a:gd name="T4" fmla="*/ 2147483646 w 370"/>
                <a:gd name="T5" fmla="*/ 0 h 262"/>
                <a:gd name="T6" fmla="*/ 2147483646 w 370"/>
                <a:gd name="T7" fmla="*/ 0 h 262"/>
                <a:gd name="T8" fmla="*/ 2147483646 w 370"/>
                <a:gd name="T9" fmla="*/ 2147483646 h 262"/>
                <a:gd name="T10" fmla="*/ 2147483646 w 370"/>
                <a:gd name="T11" fmla="*/ 0 h 262"/>
                <a:gd name="T12" fmla="*/ 0 w 370"/>
                <a:gd name="T13" fmla="*/ 0 h 262"/>
                <a:gd name="T14" fmla="*/ 2147483646 w 370"/>
                <a:gd name="T15" fmla="*/ 2147483646 h 262"/>
                <a:gd name="T16" fmla="*/ 2147483646 w 370"/>
                <a:gd name="T17" fmla="*/ 2147483646 h 262"/>
                <a:gd name="T18" fmla="*/ 2147483646 w 370"/>
                <a:gd name="T19" fmla="*/ 2147483646 h 262"/>
                <a:gd name="T20" fmla="*/ 2147483646 w 370"/>
                <a:gd name="T21" fmla="*/ 2147483646 h 262"/>
                <a:gd name="T22" fmla="*/ 2147483646 w 370"/>
                <a:gd name="T23" fmla="*/ 2147483646 h 262"/>
                <a:gd name="T24" fmla="*/ 2147483646 w 370"/>
                <a:gd name="T25" fmla="*/ 0 h 262"/>
                <a:gd name="T26" fmla="*/ 2147483646 w 370"/>
                <a:gd name="T27" fmla="*/ 0 h 262"/>
                <a:gd name="T28" fmla="*/ 2147483646 w 370"/>
                <a:gd name="T29" fmla="*/ 2147483646 h 262"/>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370" h="262">
                  <a:moveTo>
                    <a:pt x="261" y="154"/>
                  </a:moveTo>
                  <a:lnTo>
                    <a:pt x="261" y="154"/>
                  </a:lnTo>
                  <a:lnTo>
                    <a:pt x="217" y="0"/>
                  </a:lnTo>
                  <a:lnTo>
                    <a:pt x="158" y="0"/>
                  </a:lnTo>
                  <a:lnTo>
                    <a:pt x="113" y="154"/>
                  </a:lnTo>
                  <a:lnTo>
                    <a:pt x="72" y="0"/>
                  </a:lnTo>
                  <a:lnTo>
                    <a:pt x="0" y="0"/>
                  </a:lnTo>
                  <a:lnTo>
                    <a:pt x="79" y="262"/>
                  </a:lnTo>
                  <a:lnTo>
                    <a:pt x="141" y="262"/>
                  </a:lnTo>
                  <a:lnTo>
                    <a:pt x="186" y="114"/>
                  </a:lnTo>
                  <a:lnTo>
                    <a:pt x="228" y="262"/>
                  </a:lnTo>
                  <a:lnTo>
                    <a:pt x="292" y="262"/>
                  </a:lnTo>
                  <a:lnTo>
                    <a:pt x="370" y="0"/>
                  </a:lnTo>
                  <a:lnTo>
                    <a:pt x="301" y="0"/>
                  </a:lnTo>
                  <a:lnTo>
                    <a:pt x="261" y="154"/>
                  </a:lnTo>
                  <a:close/>
                </a:path>
              </a:pathLst>
            </a:custGeom>
            <a:grpFill/>
            <a:ln>
              <a:noFill/>
            </a:ln>
            <a:extLst>
              <a:ext uri="{91240B29-F687-4F45-9708-019B960494DF}">
                <a14:hiddenLine xmlns:a14="http://schemas.microsoft.com/office/drawing/2010/main" w="0">
                  <a:solidFill>
                    <a:srgbClr val="000000"/>
                  </a:solidFill>
                  <a:round/>
                </a14:hiddenLine>
              </a:ext>
            </a:extLst>
          </p:spPr>
          <p:txBody>
            <a:bodyPr/>
            <a:lstStyle/>
            <a:p>
              <a:pPr>
                <a:lnSpc>
                  <a:spcPct val="120000"/>
                </a:lnSpc>
              </a:pPr>
              <a:endParaRPr lang="zh-CN" altLang="en-US" sz="2140">
                <a:latin typeface="微软雅黑 Light" panose="020B0502040204020203" pitchFamily="34" charset="-122"/>
                <a:ea typeface="微软雅黑 Light" panose="020B0502040204020203" pitchFamily="34" charset="-122"/>
                <a:cs typeface="+mn-ea"/>
                <a:sym typeface="+mn-lt"/>
              </a:endParaRPr>
            </a:p>
          </p:txBody>
        </p:sp>
        <p:sp>
          <p:nvSpPr>
            <p:cNvPr id="34" name="Freeform 164"/>
            <p:cNvSpPr>
              <a:spLocks noChangeArrowheads="1"/>
            </p:cNvSpPr>
            <p:nvPr/>
          </p:nvSpPr>
          <p:spPr bwMode="auto">
            <a:xfrm>
              <a:off x="5624513" y="1130301"/>
              <a:ext cx="155575" cy="109538"/>
            </a:xfrm>
            <a:custGeom>
              <a:avLst/>
              <a:gdLst>
                <a:gd name="T0" fmla="*/ 2147483646 w 370"/>
                <a:gd name="T1" fmla="*/ 2147483646 h 262"/>
                <a:gd name="T2" fmla="*/ 2147483646 w 370"/>
                <a:gd name="T3" fmla="*/ 2147483646 h 262"/>
                <a:gd name="T4" fmla="*/ 2147483646 w 370"/>
                <a:gd name="T5" fmla="*/ 0 h 262"/>
                <a:gd name="T6" fmla="*/ 2147483646 w 370"/>
                <a:gd name="T7" fmla="*/ 0 h 262"/>
                <a:gd name="T8" fmla="*/ 2147483646 w 370"/>
                <a:gd name="T9" fmla="*/ 2147483646 h 262"/>
                <a:gd name="T10" fmla="*/ 2147483646 w 370"/>
                <a:gd name="T11" fmla="*/ 0 h 262"/>
                <a:gd name="T12" fmla="*/ 0 w 370"/>
                <a:gd name="T13" fmla="*/ 0 h 262"/>
                <a:gd name="T14" fmla="*/ 2147483646 w 370"/>
                <a:gd name="T15" fmla="*/ 2147483646 h 262"/>
                <a:gd name="T16" fmla="*/ 2147483646 w 370"/>
                <a:gd name="T17" fmla="*/ 2147483646 h 262"/>
                <a:gd name="T18" fmla="*/ 2147483646 w 370"/>
                <a:gd name="T19" fmla="*/ 2147483646 h 262"/>
                <a:gd name="T20" fmla="*/ 2147483646 w 370"/>
                <a:gd name="T21" fmla="*/ 2147483646 h 262"/>
                <a:gd name="T22" fmla="*/ 2147483646 w 370"/>
                <a:gd name="T23" fmla="*/ 2147483646 h 262"/>
                <a:gd name="T24" fmla="*/ 2147483646 w 370"/>
                <a:gd name="T25" fmla="*/ 0 h 262"/>
                <a:gd name="T26" fmla="*/ 2147483646 w 370"/>
                <a:gd name="T27" fmla="*/ 0 h 262"/>
                <a:gd name="T28" fmla="*/ 2147483646 w 370"/>
                <a:gd name="T29" fmla="*/ 2147483646 h 262"/>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370" h="262">
                  <a:moveTo>
                    <a:pt x="261" y="154"/>
                  </a:moveTo>
                  <a:lnTo>
                    <a:pt x="261" y="154"/>
                  </a:lnTo>
                  <a:lnTo>
                    <a:pt x="218" y="0"/>
                  </a:lnTo>
                  <a:lnTo>
                    <a:pt x="159" y="0"/>
                  </a:lnTo>
                  <a:lnTo>
                    <a:pt x="114" y="154"/>
                  </a:lnTo>
                  <a:lnTo>
                    <a:pt x="72" y="0"/>
                  </a:lnTo>
                  <a:lnTo>
                    <a:pt x="0" y="0"/>
                  </a:lnTo>
                  <a:lnTo>
                    <a:pt x="79" y="262"/>
                  </a:lnTo>
                  <a:lnTo>
                    <a:pt x="142" y="262"/>
                  </a:lnTo>
                  <a:lnTo>
                    <a:pt x="187" y="114"/>
                  </a:lnTo>
                  <a:lnTo>
                    <a:pt x="228" y="262"/>
                  </a:lnTo>
                  <a:lnTo>
                    <a:pt x="292" y="262"/>
                  </a:lnTo>
                  <a:lnTo>
                    <a:pt x="370" y="0"/>
                  </a:lnTo>
                  <a:lnTo>
                    <a:pt x="302" y="0"/>
                  </a:lnTo>
                  <a:lnTo>
                    <a:pt x="261" y="154"/>
                  </a:lnTo>
                  <a:close/>
                </a:path>
              </a:pathLst>
            </a:custGeom>
            <a:grpFill/>
            <a:ln>
              <a:noFill/>
            </a:ln>
            <a:extLst>
              <a:ext uri="{91240B29-F687-4F45-9708-019B960494DF}">
                <a14:hiddenLine xmlns:a14="http://schemas.microsoft.com/office/drawing/2010/main" w="0">
                  <a:solidFill>
                    <a:srgbClr val="000000"/>
                  </a:solidFill>
                  <a:round/>
                </a14:hiddenLine>
              </a:ext>
            </a:extLst>
          </p:spPr>
          <p:txBody>
            <a:bodyPr/>
            <a:lstStyle/>
            <a:p>
              <a:pPr>
                <a:lnSpc>
                  <a:spcPct val="120000"/>
                </a:lnSpc>
              </a:pPr>
              <a:endParaRPr lang="zh-CN" altLang="en-US" sz="2140">
                <a:latin typeface="微软雅黑 Light" panose="020B0502040204020203" pitchFamily="34" charset="-122"/>
                <a:ea typeface="微软雅黑 Light" panose="020B0502040204020203" pitchFamily="34" charset="-122"/>
                <a:cs typeface="+mn-ea"/>
                <a:sym typeface="+mn-lt"/>
              </a:endParaRPr>
            </a:p>
          </p:txBody>
        </p:sp>
        <p:sp>
          <p:nvSpPr>
            <p:cNvPr id="35" name="Freeform 165"/>
            <p:cNvSpPr>
              <a:spLocks noChangeArrowheads="1"/>
            </p:cNvSpPr>
            <p:nvPr/>
          </p:nvSpPr>
          <p:spPr bwMode="auto">
            <a:xfrm>
              <a:off x="5786438" y="1130301"/>
              <a:ext cx="155575" cy="109538"/>
            </a:xfrm>
            <a:custGeom>
              <a:avLst/>
              <a:gdLst>
                <a:gd name="T0" fmla="*/ 2147483646 w 370"/>
                <a:gd name="T1" fmla="*/ 0 h 262"/>
                <a:gd name="T2" fmla="*/ 2147483646 w 370"/>
                <a:gd name="T3" fmla="*/ 0 h 262"/>
                <a:gd name="T4" fmla="*/ 2147483646 w 370"/>
                <a:gd name="T5" fmla="*/ 2147483646 h 262"/>
                <a:gd name="T6" fmla="*/ 2147483646 w 370"/>
                <a:gd name="T7" fmla="*/ 0 h 262"/>
                <a:gd name="T8" fmla="*/ 2147483646 w 370"/>
                <a:gd name="T9" fmla="*/ 0 h 262"/>
                <a:gd name="T10" fmla="*/ 2147483646 w 370"/>
                <a:gd name="T11" fmla="*/ 2147483646 h 262"/>
                <a:gd name="T12" fmla="*/ 2147483646 w 370"/>
                <a:gd name="T13" fmla="*/ 0 h 262"/>
                <a:gd name="T14" fmla="*/ 0 w 370"/>
                <a:gd name="T15" fmla="*/ 0 h 262"/>
                <a:gd name="T16" fmla="*/ 2147483646 w 370"/>
                <a:gd name="T17" fmla="*/ 2147483646 h 262"/>
                <a:gd name="T18" fmla="*/ 2147483646 w 370"/>
                <a:gd name="T19" fmla="*/ 2147483646 h 262"/>
                <a:gd name="T20" fmla="*/ 2147483646 w 370"/>
                <a:gd name="T21" fmla="*/ 2147483646 h 262"/>
                <a:gd name="T22" fmla="*/ 2147483646 w 370"/>
                <a:gd name="T23" fmla="*/ 2147483646 h 262"/>
                <a:gd name="T24" fmla="*/ 2147483646 w 370"/>
                <a:gd name="T25" fmla="*/ 2147483646 h 262"/>
                <a:gd name="T26" fmla="*/ 2147483646 w 370"/>
                <a:gd name="T27" fmla="*/ 0 h 262"/>
                <a:gd name="T28" fmla="*/ 2147483646 w 370"/>
                <a:gd name="T29" fmla="*/ 0 h 262"/>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370" h="262">
                  <a:moveTo>
                    <a:pt x="301" y="0"/>
                  </a:moveTo>
                  <a:lnTo>
                    <a:pt x="301" y="0"/>
                  </a:lnTo>
                  <a:lnTo>
                    <a:pt x="261" y="154"/>
                  </a:lnTo>
                  <a:lnTo>
                    <a:pt x="217" y="0"/>
                  </a:lnTo>
                  <a:lnTo>
                    <a:pt x="158" y="0"/>
                  </a:lnTo>
                  <a:lnTo>
                    <a:pt x="113" y="154"/>
                  </a:lnTo>
                  <a:lnTo>
                    <a:pt x="71" y="0"/>
                  </a:lnTo>
                  <a:lnTo>
                    <a:pt x="0" y="0"/>
                  </a:lnTo>
                  <a:lnTo>
                    <a:pt x="79" y="262"/>
                  </a:lnTo>
                  <a:lnTo>
                    <a:pt x="141" y="262"/>
                  </a:lnTo>
                  <a:lnTo>
                    <a:pt x="186" y="114"/>
                  </a:lnTo>
                  <a:lnTo>
                    <a:pt x="228" y="262"/>
                  </a:lnTo>
                  <a:lnTo>
                    <a:pt x="291" y="262"/>
                  </a:lnTo>
                  <a:lnTo>
                    <a:pt x="370" y="0"/>
                  </a:lnTo>
                  <a:lnTo>
                    <a:pt x="301" y="0"/>
                  </a:lnTo>
                  <a:close/>
                </a:path>
              </a:pathLst>
            </a:custGeom>
            <a:grpFill/>
            <a:ln>
              <a:noFill/>
            </a:ln>
            <a:extLst>
              <a:ext uri="{91240B29-F687-4F45-9708-019B960494DF}">
                <a14:hiddenLine xmlns:a14="http://schemas.microsoft.com/office/drawing/2010/main" w="0">
                  <a:solidFill>
                    <a:srgbClr val="000000"/>
                  </a:solidFill>
                  <a:round/>
                </a14:hiddenLine>
              </a:ext>
            </a:extLst>
          </p:spPr>
          <p:txBody>
            <a:bodyPr/>
            <a:lstStyle/>
            <a:p>
              <a:pPr>
                <a:lnSpc>
                  <a:spcPct val="120000"/>
                </a:lnSpc>
              </a:pPr>
              <a:endParaRPr lang="zh-CN" altLang="en-US" sz="2140">
                <a:latin typeface="微软雅黑 Light" panose="020B0502040204020203" pitchFamily="34" charset="-122"/>
                <a:ea typeface="微软雅黑 Light" panose="020B0502040204020203" pitchFamily="34" charset="-122"/>
                <a:cs typeface="+mn-ea"/>
                <a:sym typeface="+mn-lt"/>
              </a:endParaRPr>
            </a:p>
          </p:txBody>
        </p:sp>
        <p:sp>
          <p:nvSpPr>
            <p:cNvPr id="36" name="Freeform 166"/>
            <p:cNvSpPr>
              <a:spLocks noChangeArrowheads="1"/>
            </p:cNvSpPr>
            <p:nvPr/>
          </p:nvSpPr>
          <p:spPr bwMode="auto">
            <a:xfrm>
              <a:off x="5861050" y="1484313"/>
              <a:ext cx="65088" cy="63500"/>
            </a:xfrm>
            <a:custGeom>
              <a:avLst/>
              <a:gdLst>
                <a:gd name="T0" fmla="*/ 2147483646 w 154"/>
                <a:gd name="T1" fmla="*/ 2147483646 h 154"/>
                <a:gd name="T2" fmla="*/ 2147483646 w 154"/>
                <a:gd name="T3" fmla="*/ 2147483646 h 154"/>
                <a:gd name="T4" fmla="*/ 2147483646 w 154"/>
                <a:gd name="T5" fmla="*/ 2147483646 h 154"/>
                <a:gd name="T6" fmla="*/ 2147483646 w 154"/>
                <a:gd name="T7" fmla="*/ 2147483646 h 154"/>
                <a:gd name="T8" fmla="*/ 2147483646 w 154"/>
                <a:gd name="T9" fmla="*/ 2147483646 h 154"/>
                <a:gd name="T10" fmla="*/ 2147483646 w 154"/>
                <a:gd name="T11" fmla="*/ 2147483646 h 15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54" h="154">
                  <a:moveTo>
                    <a:pt x="124" y="128"/>
                  </a:moveTo>
                  <a:lnTo>
                    <a:pt x="124" y="128"/>
                  </a:lnTo>
                  <a:cubicBezTo>
                    <a:pt x="96" y="154"/>
                    <a:pt x="52" y="152"/>
                    <a:pt x="26" y="124"/>
                  </a:cubicBezTo>
                  <a:cubicBezTo>
                    <a:pt x="0" y="96"/>
                    <a:pt x="2" y="53"/>
                    <a:pt x="30" y="26"/>
                  </a:cubicBezTo>
                  <a:cubicBezTo>
                    <a:pt x="58" y="0"/>
                    <a:pt x="102" y="2"/>
                    <a:pt x="128" y="30"/>
                  </a:cubicBezTo>
                  <a:cubicBezTo>
                    <a:pt x="154" y="58"/>
                    <a:pt x="152" y="102"/>
                    <a:pt x="124" y="128"/>
                  </a:cubicBezTo>
                  <a:close/>
                </a:path>
              </a:pathLst>
            </a:custGeom>
            <a:grpFill/>
            <a:ln>
              <a:noFill/>
            </a:ln>
            <a:extLst>
              <a:ext uri="{91240B29-F687-4F45-9708-019B960494DF}">
                <a14:hiddenLine xmlns:a14="http://schemas.microsoft.com/office/drawing/2010/main" w="0">
                  <a:solidFill>
                    <a:srgbClr val="000000"/>
                  </a:solidFill>
                  <a:round/>
                </a14:hiddenLine>
              </a:ext>
            </a:extLst>
          </p:spPr>
          <p:txBody>
            <a:bodyPr/>
            <a:lstStyle/>
            <a:p>
              <a:pPr>
                <a:lnSpc>
                  <a:spcPct val="120000"/>
                </a:lnSpc>
              </a:pPr>
              <a:endParaRPr lang="zh-CN" altLang="en-US" sz="2140">
                <a:latin typeface="微软雅黑 Light" panose="020B0502040204020203" pitchFamily="34" charset="-122"/>
                <a:ea typeface="微软雅黑 Light" panose="020B0502040204020203" pitchFamily="34" charset="-122"/>
                <a:cs typeface="+mn-ea"/>
                <a:sym typeface="+mn-lt"/>
              </a:endParaRPr>
            </a:p>
          </p:txBody>
        </p:sp>
        <p:sp>
          <p:nvSpPr>
            <p:cNvPr id="37" name="Freeform 167"/>
            <p:cNvSpPr>
              <a:spLocks noChangeArrowheads="1"/>
            </p:cNvSpPr>
            <p:nvPr/>
          </p:nvSpPr>
          <p:spPr bwMode="auto">
            <a:xfrm>
              <a:off x="5927725" y="1422401"/>
              <a:ext cx="63500" cy="65088"/>
            </a:xfrm>
            <a:custGeom>
              <a:avLst/>
              <a:gdLst>
                <a:gd name="T0" fmla="*/ 2147483646 w 154"/>
                <a:gd name="T1" fmla="*/ 2147483646 h 155"/>
                <a:gd name="T2" fmla="*/ 2147483646 w 154"/>
                <a:gd name="T3" fmla="*/ 2147483646 h 155"/>
                <a:gd name="T4" fmla="*/ 2147483646 w 154"/>
                <a:gd name="T5" fmla="*/ 2147483646 h 155"/>
                <a:gd name="T6" fmla="*/ 2147483646 w 154"/>
                <a:gd name="T7" fmla="*/ 2147483646 h 155"/>
                <a:gd name="T8" fmla="*/ 2147483646 w 154"/>
                <a:gd name="T9" fmla="*/ 2147483646 h 155"/>
                <a:gd name="T10" fmla="*/ 2147483646 w 154"/>
                <a:gd name="T11" fmla="*/ 2147483646 h 155"/>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54" h="155">
                  <a:moveTo>
                    <a:pt x="125" y="128"/>
                  </a:moveTo>
                  <a:lnTo>
                    <a:pt x="125" y="128"/>
                  </a:lnTo>
                  <a:cubicBezTo>
                    <a:pt x="96" y="155"/>
                    <a:pt x="52" y="153"/>
                    <a:pt x="26" y="125"/>
                  </a:cubicBezTo>
                  <a:cubicBezTo>
                    <a:pt x="0" y="96"/>
                    <a:pt x="2" y="53"/>
                    <a:pt x="30" y="26"/>
                  </a:cubicBezTo>
                  <a:cubicBezTo>
                    <a:pt x="58" y="0"/>
                    <a:pt x="102" y="2"/>
                    <a:pt x="128" y="30"/>
                  </a:cubicBezTo>
                  <a:cubicBezTo>
                    <a:pt x="154" y="58"/>
                    <a:pt x="153" y="102"/>
                    <a:pt x="125" y="128"/>
                  </a:cubicBezTo>
                  <a:close/>
                </a:path>
              </a:pathLst>
            </a:custGeom>
            <a:grpFill/>
            <a:ln>
              <a:noFill/>
            </a:ln>
            <a:extLst>
              <a:ext uri="{91240B29-F687-4F45-9708-019B960494DF}">
                <a14:hiddenLine xmlns:a14="http://schemas.microsoft.com/office/drawing/2010/main" w="0">
                  <a:solidFill>
                    <a:srgbClr val="000000"/>
                  </a:solidFill>
                  <a:round/>
                </a14:hiddenLine>
              </a:ext>
            </a:extLst>
          </p:spPr>
          <p:txBody>
            <a:bodyPr/>
            <a:lstStyle/>
            <a:p>
              <a:pPr>
                <a:lnSpc>
                  <a:spcPct val="120000"/>
                </a:lnSpc>
              </a:pPr>
              <a:endParaRPr lang="zh-CN" altLang="en-US" sz="2140">
                <a:latin typeface="微软雅黑 Light" panose="020B0502040204020203" pitchFamily="34" charset="-122"/>
                <a:ea typeface="微软雅黑 Light" panose="020B0502040204020203" pitchFamily="34" charset="-122"/>
                <a:cs typeface="+mn-ea"/>
                <a:sym typeface="+mn-lt"/>
              </a:endParaRPr>
            </a:p>
          </p:txBody>
        </p:sp>
      </p:grpSp>
      <p:sp>
        <p:nvSpPr>
          <p:cNvPr id="38" name="文本框 37"/>
          <p:cNvSpPr txBox="1"/>
          <p:nvPr/>
        </p:nvSpPr>
        <p:spPr bwMode="auto">
          <a:xfrm>
            <a:off x="8408131" y="5922802"/>
            <a:ext cx="1683945" cy="292655"/>
          </a:xfrm>
          <a:prstGeom prst="rect">
            <a:avLst/>
          </a:prstGeom>
          <a:noFill/>
          <a:ln w="9525" algn="ctr">
            <a:noFill/>
            <a:miter lim="800000"/>
          </a:ln>
        </p:spPr>
        <p:txBody>
          <a:bodyPr vert="horz" wrap="none" lIns="87768" tIns="43884" rIns="87768" bIns="43884" numCol="1" rtlCol="0" anchor="ctr" anchorCtr="0" compatLnSpc="1">
            <a:spAutoFit/>
          </a:bodyPr>
          <a:lstStyle/>
          <a:p>
            <a:pPr algn="ctr">
              <a:lnSpc>
                <a:spcPct val="120000"/>
              </a:lnSpc>
            </a:pPr>
            <a:r>
              <a:rPr lang="en-US" altLang="zh-CN" sz="1200" dirty="0">
                <a:latin typeface="微软雅黑 Light" panose="020B0502040204020203" pitchFamily="34" charset="-122"/>
                <a:ea typeface="微软雅黑 Light" panose="020B0502040204020203" pitchFamily="34" charset="-122"/>
                <a:cs typeface="+mn-ea"/>
                <a:sym typeface="+mn-lt"/>
              </a:rPr>
              <a:t>FD00:1AC0:A002::1/64</a:t>
            </a:r>
            <a:endParaRPr lang="en-US" altLang="zh-CN" sz="1200" dirty="0">
              <a:latin typeface="微软雅黑 Light" panose="020B0502040204020203" pitchFamily="34" charset="-122"/>
              <a:ea typeface="微软雅黑 Light" panose="020B0502040204020203" pitchFamily="34" charset="-122"/>
              <a:cs typeface="+mn-ea"/>
              <a:sym typeface="+mn-lt"/>
            </a:endParaRPr>
          </a:p>
        </p:txBody>
      </p:sp>
      <p:sp>
        <p:nvSpPr>
          <p:cNvPr id="39" name="任意多边形 111"/>
          <p:cNvSpPr/>
          <p:nvPr/>
        </p:nvSpPr>
        <p:spPr>
          <a:xfrm>
            <a:off x="7389898" y="4635222"/>
            <a:ext cx="1616952" cy="957988"/>
          </a:xfrm>
          <a:custGeom>
            <a:avLst/>
            <a:gdLst>
              <a:gd name="connsiteX0" fmla="*/ 0 w 1006764"/>
              <a:gd name="connsiteY0" fmla="*/ 2336800 h 2336800"/>
              <a:gd name="connsiteX1" fmla="*/ 1006764 w 1006764"/>
              <a:gd name="connsiteY1" fmla="*/ 0 h 2336800"/>
              <a:gd name="connsiteX0-1" fmla="*/ 0 w 1588655"/>
              <a:gd name="connsiteY0-2" fmla="*/ 2198255 h 2198255"/>
              <a:gd name="connsiteX1-3" fmla="*/ 1588655 w 1588655"/>
              <a:gd name="connsiteY1-4" fmla="*/ 0 h 2198255"/>
              <a:gd name="connsiteX0-5" fmla="*/ 0 w 1625600"/>
              <a:gd name="connsiteY0-6" fmla="*/ 2327564 h 2327564"/>
              <a:gd name="connsiteX1-7" fmla="*/ 1625600 w 1625600"/>
              <a:gd name="connsiteY1-8" fmla="*/ 0 h 2327564"/>
              <a:gd name="connsiteX0-9" fmla="*/ 0 w 1625600"/>
              <a:gd name="connsiteY0-10" fmla="*/ 2327564 h 2327564"/>
              <a:gd name="connsiteX1-11" fmla="*/ 1625600 w 1625600"/>
              <a:gd name="connsiteY1-12" fmla="*/ 0 h 2327564"/>
              <a:gd name="connsiteX0-13" fmla="*/ 0 w 1219200"/>
              <a:gd name="connsiteY0-14" fmla="*/ 2290619 h 2290619"/>
              <a:gd name="connsiteX1-15" fmla="*/ 1219200 w 1219200"/>
              <a:gd name="connsiteY1-16" fmla="*/ 0 h 2290619"/>
              <a:gd name="connsiteX0-17" fmla="*/ 0 w 1219200"/>
              <a:gd name="connsiteY0-18" fmla="*/ 2290619 h 2290619"/>
              <a:gd name="connsiteX1-19" fmla="*/ 1219200 w 1219200"/>
              <a:gd name="connsiteY1-20" fmla="*/ 0 h 2290619"/>
              <a:gd name="connsiteX0-21" fmla="*/ 0 w 1219200"/>
              <a:gd name="connsiteY0-22" fmla="*/ 2290619 h 2290619"/>
              <a:gd name="connsiteX1-23" fmla="*/ 1219200 w 1219200"/>
              <a:gd name="connsiteY1-24" fmla="*/ 0 h 2290619"/>
              <a:gd name="connsiteX0-25" fmla="*/ 0 w 1219200"/>
              <a:gd name="connsiteY0-26" fmla="*/ 2290619 h 2290619"/>
              <a:gd name="connsiteX1-27" fmla="*/ 1219200 w 1219200"/>
              <a:gd name="connsiteY1-28" fmla="*/ 0 h 2290619"/>
              <a:gd name="connsiteX0-29" fmla="*/ 0 w 1828800"/>
              <a:gd name="connsiteY0-30" fmla="*/ 2983347 h 2983347"/>
              <a:gd name="connsiteX1-31" fmla="*/ 1828800 w 1828800"/>
              <a:gd name="connsiteY1-32" fmla="*/ 0 h 2983347"/>
              <a:gd name="connsiteX0-33" fmla="*/ 0 w 1828800"/>
              <a:gd name="connsiteY0-34" fmla="*/ 2983347 h 2983347"/>
              <a:gd name="connsiteX1-35" fmla="*/ 1828800 w 1828800"/>
              <a:gd name="connsiteY1-36" fmla="*/ 0 h 2983347"/>
              <a:gd name="connsiteX0-37" fmla="*/ 0 w 3972403"/>
              <a:gd name="connsiteY0-38" fmla="*/ 286329 h 286329"/>
              <a:gd name="connsiteX1-39" fmla="*/ 3972403 w 3972403"/>
              <a:gd name="connsiteY1-40" fmla="*/ 0 h 286329"/>
              <a:gd name="connsiteX0-41" fmla="*/ 0 w 3972403"/>
              <a:gd name="connsiteY0-42" fmla="*/ 1885170 h 1885170"/>
              <a:gd name="connsiteX1-43" fmla="*/ 3972403 w 3972403"/>
              <a:gd name="connsiteY1-44" fmla="*/ 1598841 h 1885170"/>
              <a:gd name="connsiteX0-45" fmla="*/ 0 w 4002038"/>
              <a:gd name="connsiteY0-46" fmla="*/ 1872025 h 1872025"/>
              <a:gd name="connsiteX1-47" fmla="*/ 4002038 w 4002038"/>
              <a:gd name="connsiteY1-48" fmla="*/ 1604169 h 1872025"/>
              <a:gd name="connsiteX0-49" fmla="*/ 0 w 4002038"/>
              <a:gd name="connsiteY0-50" fmla="*/ 2528442 h 2528442"/>
              <a:gd name="connsiteX1-51" fmla="*/ 4002038 w 4002038"/>
              <a:gd name="connsiteY1-52" fmla="*/ 2260586 h 2528442"/>
              <a:gd name="connsiteX0-53" fmla="*/ 0 w 4002038"/>
              <a:gd name="connsiteY0-54" fmla="*/ 2619472 h 2619472"/>
              <a:gd name="connsiteX1-55" fmla="*/ 4002038 w 4002038"/>
              <a:gd name="connsiteY1-56" fmla="*/ 2351616 h 2619472"/>
              <a:gd name="connsiteX0-57" fmla="*/ 0 w 4002038"/>
              <a:gd name="connsiteY0-58" fmla="*/ 2601400 h 2601400"/>
              <a:gd name="connsiteX1-59" fmla="*/ 4002038 w 4002038"/>
              <a:gd name="connsiteY1-60" fmla="*/ 2333544 h 2601400"/>
              <a:gd name="connsiteX0-61" fmla="*/ 0 w 4002038"/>
              <a:gd name="connsiteY0-62" fmla="*/ 2661323 h 2661323"/>
              <a:gd name="connsiteX1-63" fmla="*/ 4002038 w 4002038"/>
              <a:gd name="connsiteY1-64" fmla="*/ 2393467 h 2661323"/>
              <a:gd name="connsiteX0-65" fmla="*/ 0 w 1512693"/>
              <a:gd name="connsiteY0-66" fmla="*/ 2666159 h 2666159"/>
              <a:gd name="connsiteX1-67" fmla="*/ 1512693 w 1512693"/>
              <a:gd name="connsiteY1-68" fmla="*/ 2389067 h 2666159"/>
              <a:gd name="connsiteX0-69" fmla="*/ 0 w 1512693"/>
              <a:gd name="connsiteY0-70" fmla="*/ 1755253 h 1755253"/>
              <a:gd name="connsiteX1-71" fmla="*/ 1512693 w 1512693"/>
              <a:gd name="connsiteY1-72" fmla="*/ 1478161 h 1755253"/>
              <a:gd name="connsiteX0-73" fmla="*/ 0 w 1512693"/>
              <a:gd name="connsiteY0-74" fmla="*/ 1224470 h 1224470"/>
              <a:gd name="connsiteX1-75" fmla="*/ 1512693 w 1512693"/>
              <a:gd name="connsiteY1-76" fmla="*/ 947378 h 1224470"/>
              <a:gd name="connsiteX0-77" fmla="*/ 0 w 1512693"/>
              <a:gd name="connsiteY0-78" fmla="*/ 1210471 h 1210471"/>
              <a:gd name="connsiteX1-79" fmla="*/ 1512693 w 1512693"/>
              <a:gd name="connsiteY1-80" fmla="*/ 933379 h 1210471"/>
              <a:gd name="connsiteX0-81" fmla="*/ 0 w 1730017"/>
              <a:gd name="connsiteY0-82" fmla="*/ 1123613 h 1123613"/>
              <a:gd name="connsiteX1-83" fmla="*/ 1730017 w 1730017"/>
              <a:gd name="connsiteY1-84" fmla="*/ 1095903 h 1123613"/>
              <a:gd name="connsiteX0-85" fmla="*/ 0 w 1730017"/>
              <a:gd name="connsiteY0-86" fmla="*/ 958362 h 958362"/>
              <a:gd name="connsiteX1-87" fmla="*/ 1730017 w 1730017"/>
              <a:gd name="connsiteY1-88" fmla="*/ 930652 h 958362"/>
            </a:gdLst>
            <a:ahLst/>
            <a:cxnLst>
              <a:cxn ang="0">
                <a:pos x="connsiteX0-1" y="connsiteY0-2"/>
              </a:cxn>
              <a:cxn ang="0">
                <a:pos x="connsiteX1-3" y="connsiteY1-4"/>
              </a:cxn>
            </a:cxnLst>
            <a:rect l="l" t="t" r="r" b="b"/>
            <a:pathLst>
              <a:path w="1730017" h="958362">
                <a:moveTo>
                  <a:pt x="0" y="958362"/>
                </a:moveTo>
                <a:cubicBezTo>
                  <a:pt x="863007" y="-861202"/>
                  <a:pt x="1475844" y="367235"/>
                  <a:pt x="1730017" y="930652"/>
                </a:cubicBezTo>
              </a:path>
            </a:pathLst>
          </a:custGeom>
          <a:noFill/>
          <a:ln w="28575">
            <a:solidFill>
              <a:srgbClr val="ED6D00"/>
            </a:solidFill>
            <a:headEnd type="triangle"/>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1800">
              <a:latin typeface="微软雅黑 Light" panose="020B0502040204020203" pitchFamily="34" charset="-122"/>
              <a:ea typeface="微软雅黑 Light" panose="020B0502040204020203" pitchFamily="34" charset="-122"/>
              <a:cs typeface="+mn-ea"/>
              <a:sym typeface="+mn-lt"/>
            </a:endParaRPr>
          </a:p>
        </p:txBody>
      </p:sp>
      <p:pic>
        <p:nvPicPr>
          <p:cNvPr id="48" name="图片 47"/>
          <p:cNvPicPr>
            <a:picLocks noChangeAspect="1"/>
          </p:cNvPicPr>
          <p:nvPr/>
        </p:nvPicPr>
        <p:blipFill>
          <a:blip r:embed="rId1"/>
          <a:stretch>
            <a:fillRect/>
          </a:stretch>
        </p:blipFill>
        <p:spPr>
          <a:xfrm>
            <a:off x="6909222" y="4948698"/>
            <a:ext cx="409909" cy="418449"/>
          </a:xfrm>
          <a:prstGeom prst="rect">
            <a:avLst/>
          </a:prstGeom>
        </p:spPr>
      </p:pic>
      <p:sp>
        <p:nvSpPr>
          <p:cNvPr id="49" name="任意多边形 109"/>
          <p:cNvSpPr/>
          <p:nvPr/>
        </p:nvSpPr>
        <p:spPr>
          <a:xfrm>
            <a:off x="6913590" y="2841847"/>
            <a:ext cx="2139070" cy="2714433"/>
          </a:xfrm>
          <a:custGeom>
            <a:avLst/>
            <a:gdLst>
              <a:gd name="connsiteX0" fmla="*/ 0 w 1006764"/>
              <a:gd name="connsiteY0" fmla="*/ 2336800 h 2336800"/>
              <a:gd name="connsiteX1" fmla="*/ 1006764 w 1006764"/>
              <a:gd name="connsiteY1" fmla="*/ 0 h 2336800"/>
              <a:gd name="connsiteX0-1" fmla="*/ 0 w 1588655"/>
              <a:gd name="connsiteY0-2" fmla="*/ 2198255 h 2198255"/>
              <a:gd name="connsiteX1-3" fmla="*/ 1588655 w 1588655"/>
              <a:gd name="connsiteY1-4" fmla="*/ 0 h 2198255"/>
              <a:gd name="connsiteX0-5" fmla="*/ 0 w 1625600"/>
              <a:gd name="connsiteY0-6" fmla="*/ 2327564 h 2327564"/>
              <a:gd name="connsiteX1-7" fmla="*/ 1625600 w 1625600"/>
              <a:gd name="connsiteY1-8" fmla="*/ 0 h 2327564"/>
              <a:gd name="connsiteX0-9" fmla="*/ 0 w 1625600"/>
              <a:gd name="connsiteY0-10" fmla="*/ 2327564 h 2327564"/>
              <a:gd name="connsiteX1-11" fmla="*/ 1625600 w 1625600"/>
              <a:gd name="connsiteY1-12" fmla="*/ 0 h 2327564"/>
              <a:gd name="connsiteX0-13" fmla="*/ 0 w 1219200"/>
              <a:gd name="connsiteY0-14" fmla="*/ 2290619 h 2290619"/>
              <a:gd name="connsiteX1-15" fmla="*/ 1219200 w 1219200"/>
              <a:gd name="connsiteY1-16" fmla="*/ 0 h 2290619"/>
              <a:gd name="connsiteX0-17" fmla="*/ 0 w 1219200"/>
              <a:gd name="connsiteY0-18" fmla="*/ 2290619 h 2290619"/>
              <a:gd name="connsiteX1-19" fmla="*/ 1219200 w 1219200"/>
              <a:gd name="connsiteY1-20" fmla="*/ 0 h 2290619"/>
              <a:gd name="connsiteX0-21" fmla="*/ 0 w 1219200"/>
              <a:gd name="connsiteY0-22" fmla="*/ 2290619 h 2290619"/>
              <a:gd name="connsiteX1-23" fmla="*/ 1219200 w 1219200"/>
              <a:gd name="connsiteY1-24" fmla="*/ 0 h 2290619"/>
              <a:gd name="connsiteX0-25" fmla="*/ 0 w 1219200"/>
              <a:gd name="connsiteY0-26" fmla="*/ 2290619 h 2290619"/>
              <a:gd name="connsiteX1-27" fmla="*/ 1219200 w 1219200"/>
              <a:gd name="connsiteY1-28" fmla="*/ 0 h 2290619"/>
              <a:gd name="connsiteX0-29" fmla="*/ 0 w 1828800"/>
              <a:gd name="connsiteY0-30" fmla="*/ 2983347 h 2983347"/>
              <a:gd name="connsiteX1-31" fmla="*/ 1828800 w 1828800"/>
              <a:gd name="connsiteY1-32" fmla="*/ 0 h 2983347"/>
              <a:gd name="connsiteX0-33" fmla="*/ 0 w 1828800"/>
              <a:gd name="connsiteY0-34" fmla="*/ 2983347 h 2983347"/>
              <a:gd name="connsiteX1-35" fmla="*/ 1828800 w 1828800"/>
              <a:gd name="connsiteY1-36" fmla="*/ 0 h 2983347"/>
              <a:gd name="connsiteX0-37" fmla="*/ 0 w 1838678"/>
              <a:gd name="connsiteY0-38" fmla="*/ 2918693 h 2918693"/>
              <a:gd name="connsiteX1-39" fmla="*/ 1838678 w 1838678"/>
              <a:gd name="connsiteY1-40" fmla="*/ 0 h 2918693"/>
              <a:gd name="connsiteX0-41" fmla="*/ 0 w 1838678"/>
              <a:gd name="connsiteY0-42" fmla="*/ 2918693 h 2918693"/>
              <a:gd name="connsiteX1-43" fmla="*/ 1838678 w 1838678"/>
              <a:gd name="connsiteY1-44" fmla="*/ 0 h 2918693"/>
              <a:gd name="connsiteX0-45" fmla="*/ 0 w 1838678"/>
              <a:gd name="connsiteY0-46" fmla="*/ 2918693 h 2918693"/>
              <a:gd name="connsiteX1-47" fmla="*/ 1838678 w 1838678"/>
              <a:gd name="connsiteY1-48" fmla="*/ 0 h 2918693"/>
              <a:gd name="connsiteX0-49" fmla="*/ 0 w 1848556"/>
              <a:gd name="connsiteY0-50" fmla="*/ 2955638 h 2955638"/>
              <a:gd name="connsiteX1-51" fmla="*/ 1848556 w 1848556"/>
              <a:gd name="connsiteY1-52" fmla="*/ 0 h 2955638"/>
              <a:gd name="connsiteX0-53" fmla="*/ 0 w 1848556"/>
              <a:gd name="connsiteY0-54" fmla="*/ 2955638 h 2955638"/>
              <a:gd name="connsiteX1-55" fmla="*/ 1848556 w 1848556"/>
              <a:gd name="connsiteY1-56" fmla="*/ 0 h 2955638"/>
              <a:gd name="connsiteX0-57" fmla="*/ 0 w 1750343"/>
              <a:gd name="connsiteY0-58" fmla="*/ 2715493 h 2715493"/>
              <a:gd name="connsiteX1-59" fmla="*/ 1750343 w 1750343"/>
              <a:gd name="connsiteY1-60" fmla="*/ 0 h 2715493"/>
              <a:gd name="connsiteX0-61" fmla="*/ 0 w 1750343"/>
              <a:gd name="connsiteY0-62" fmla="*/ 2715493 h 2715493"/>
              <a:gd name="connsiteX1-63" fmla="*/ 1750343 w 1750343"/>
              <a:gd name="connsiteY1-64" fmla="*/ 0 h 2715493"/>
              <a:gd name="connsiteX0-65" fmla="*/ 0 w 1750343"/>
              <a:gd name="connsiteY0-66" fmla="*/ 2715493 h 2715493"/>
              <a:gd name="connsiteX1-67" fmla="*/ 1750343 w 1750343"/>
              <a:gd name="connsiteY1-68" fmla="*/ 0 h 2715493"/>
              <a:gd name="connsiteX0-69" fmla="*/ 0 w 1750343"/>
              <a:gd name="connsiteY0-70" fmla="*/ 2715493 h 2715493"/>
              <a:gd name="connsiteX1-71" fmla="*/ 1750343 w 1750343"/>
              <a:gd name="connsiteY1-72" fmla="*/ 0 h 2715493"/>
              <a:gd name="connsiteX0-73" fmla="*/ 0 w 1750343"/>
              <a:gd name="connsiteY0-74" fmla="*/ 2715493 h 2715493"/>
              <a:gd name="connsiteX1-75" fmla="*/ 1750343 w 1750343"/>
              <a:gd name="connsiteY1-76" fmla="*/ 0 h 2715493"/>
            </a:gdLst>
            <a:ahLst/>
            <a:cxnLst>
              <a:cxn ang="0">
                <a:pos x="connsiteX0-1" y="connsiteY0-2"/>
              </a:cxn>
              <a:cxn ang="0">
                <a:pos x="connsiteX1-3" y="connsiteY1-4"/>
              </a:cxn>
            </a:cxnLst>
            <a:rect l="l" t="t" r="r" b="b"/>
            <a:pathLst>
              <a:path w="1750343" h="2715493">
                <a:moveTo>
                  <a:pt x="0" y="2715493"/>
                </a:moveTo>
                <a:cubicBezTo>
                  <a:pt x="86094" y="1995056"/>
                  <a:pt x="374717" y="563420"/>
                  <a:pt x="1750343" y="0"/>
                </a:cubicBezTo>
              </a:path>
            </a:pathLst>
          </a:custGeom>
          <a:noFill/>
          <a:ln w="28575">
            <a:solidFill>
              <a:schemeClr val="bg2"/>
            </a:solidFill>
            <a:headEnd type="triangle"/>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1800">
              <a:latin typeface="微软雅黑 Light" panose="020B0502040204020203" pitchFamily="34" charset="-122"/>
              <a:ea typeface="微软雅黑 Light" panose="020B0502040204020203" pitchFamily="34" charset="-122"/>
              <a:cs typeface="+mn-ea"/>
              <a:sym typeface="+mn-lt"/>
            </a:endParaRPr>
          </a:p>
        </p:txBody>
      </p:sp>
      <p:pic>
        <p:nvPicPr>
          <p:cNvPr id="50" name="图片 49"/>
          <p:cNvPicPr>
            <a:picLocks noChangeAspect="1"/>
          </p:cNvPicPr>
          <p:nvPr/>
        </p:nvPicPr>
        <p:blipFill>
          <a:blip r:embed="rId1"/>
          <a:stretch>
            <a:fillRect/>
          </a:stretch>
        </p:blipFill>
        <p:spPr>
          <a:xfrm>
            <a:off x="8931673" y="4884518"/>
            <a:ext cx="409909" cy="418449"/>
          </a:xfrm>
          <a:prstGeom prst="rect">
            <a:avLst/>
          </a:prstGeom>
        </p:spPr>
      </p:pic>
      <p:pic>
        <p:nvPicPr>
          <p:cNvPr id="51" name="图片 50"/>
          <p:cNvPicPr>
            <a:picLocks noChangeAspect="1"/>
          </p:cNvPicPr>
          <p:nvPr/>
        </p:nvPicPr>
        <p:blipFill>
          <a:blip r:embed="rId2"/>
          <a:stretch>
            <a:fillRect/>
          </a:stretch>
        </p:blipFill>
        <p:spPr>
          <a:xfrm>
            <a:off x="7932033" y="4172453"/>
            <a:ext cx="420838" cy="420838"/>
          </a:xfrm>
          <a:prstGeom prst="rect">
            <a:avLst/>
          </a:prstGeom>
        </p:spPr>
      </p:pic>
      <p:pic>
        <p:nvPicPr>
          <p:cNvPr id="52" name="图片 51"/>
          <p:cNvPicPr>
            <a:picLocks noChangeAspect="1"/>
          </p:cNvPicPr>
          <p:nvPr/>
        </p:nvPicPr>
        <p:blipFill>
          <a:blip r:embed="rId2"/>
          <a:stretch>
            <a:fillRect/>
          </a:stretch>
        </p:blipFill>
        <p:spPr>
          <a:xfrm>
            <a:off x="11098958" y="4214384"/>
            <a:ext cx="420838" cy="420838"/>
          </a:xfrm>
          <a:prstGeom prst="rect">
            <a:avLst/>
          </a:prstGeom>
        </p:spPr>
      </p:pic>
      <p:sp>
        <p:nvSpPr>
          <p:cNvPr id="53" name="任意多边形 110"/>
          <p:cNvSpPr/>
          <p:nvPr/>
        </p:nvSpPr>
        <p:spPr>
          <a:xfrm>
            <a:off x="7177553" y="3185040"/>
            <a:ext cx="4035934" cy="2389702"/>
          </a:xfrm>
          <a:custGeom>
            <a:avLst/>
            <a:gdLst>
              <a:gd name="connsiteX0" fmla="*/ 0 w 1006764"/>
              <a:gd name="connsiteY0" fmla="*/ 2336800 h 2336800"/>
              <a:gd name="connsiteX1" fmla="*/ 1006764 w 1006764"/>
              <a:gd name="connsiteY1" fmla="*/ 0 h 2336800"/>
              <a:gd name="connsiteX0-1" fmla="*/ 0 w 1588655"/>
              <a:gd name="connsiteY0-2" fmla="*/ 2198255 h 2198255"/>
              <a:gd name="connsiteX1-3" fmla="*/ 1588655 w 1588655"/>
              <a:gd name="connsiteY1-4" fmla="*/ 0 h 2198255"/>
              <a:gd name="connsiteX0-5" fmla="*/ 0 w 1625600"/>
              <a:gd name="connsiteY0-6" fmla="*/ 2327564 h 2327564"/>
              <a:gd name="connsiteX1-7" fmla="*/ 1625600 w 1625600"/>
              <a:gd name="connsiteY1-8" fmla="*/ 0 h 2327564"/>
              <a:gd name="connsiteX0-9" fmla="*/ 0 w 1625600"/>
              <a:gd name="connsiteY0-10" fmla="*/ 2327564 h 2327564"/>
              <a:gd name="connsiteX1-11" fmla="*/ 1625600 w 1625600"/>
              <a:gd name="connsiteY1-12" fmla="*/ 0 h 2327564"/>
              <a:gd name="connsiteX0-13" fmla="*/ 0 w 1219200"/>
              <a:gd name="connsiteY0-14" fmla="*/ 2290619 h 2290619"/>
              <a:gd name="connsiteX1-15" fmla="*/ 1219200 w 1219200"/>
              <a:gd name="connsiteY1-16" fmla="*/ 0 h 2290619"/>
              <a:gd name="connsiteX0-17" fmla="*/ 0 w 1219200"/>
              <a:gd name="connsiteY0-18" fmla="*/ 2290619 h 2290619"/>
              <a:gd name="connsiteX1-19" fmla="*/ 1219200 w 1219200"/>
              <a:gd name="connsiteY1-20" fmla="*/ 0 h 2290619"/>
              <a:gd name="connsiteX0-21" fmla="*/ 0 w 1219200"/>
              <a:gd name="connsiteY0-22" fmla="*/ 2290619 h 2290619"/>
              <a:gd name="connsiteX1-23" fmla="*/ 1219200 w 1219200"/>
              <a:gd name="connsiteY1-24" fmla="*/ 0 h 2290619"/>
              <a:gd name="connsiteX0-25" fmla="*/ 0 w 1219200"/>
              <a:gd name="connsiteY0-26" fmla="*/ 2290619 h 2290619"/>
              <a:gd name="connsiteX1-27" fmla="*/ 1219200 w 1219200"/>
              <a:gd name="connsiteY1-28" fmla="*/ 0 h 2290619"/>
              <a:gd name="connsiteX0-29" fmla="*/ 0 w 1828800"/>
              <a:gd name="connsiteY0-30" fmla="*/ 2983347 h 2983347"/>
              <a:gd name="connsiteX1-31" fmla="*/ 1828800 w 1828800"/>
              <a:gd name="connsiteY1-32" fmla="*/ 0 h 2983347"/>
              <a:gd name="connsiteX0-33" fmla="*/ 0 w 1828800"/>
              <a:gd name="connsiteY0-34" fmla="*/ 2983347 h 2983347"/>
              <a:gd name="connsiteX1-35" fmla="*/ 1828800 w 1828800"/>
              <a:gd name="connsiteY1-36" fmla="*/ 0 h 2983347"/>
              <a:gd name="connsiteX0-37" fmla="*/ 0 w 3972403"/>
              <a:gd name="connsiteY0-38" fmla="*/ 286329 h 286329"/>
              <a:gd name="connsiteX1-39" fmla="*/ 3972403 w 3972403"/>
              <a:gd name="connsiteY1-40" fmla="*/ 0 h 286329"/>
              <a:gd name="connsiteX0-41" fmla="*/ 0 w 3972403"/>
              <a:gd name="connsiteY0-42" fmla="*/ 1885170 h 1885170"/>
              <a:gd name="connsiteX1-43" fmla="*/ 3972403 w 3972403"/>
              <a:gd name="connsiteY1-44" fmla="*/ 1598841 h 1885170"/>
              <a:gd name="connsiteX0-45" fmla="*/ 0 w 4002038"/>
              <a:gd name="connsiteY0-46" fmla="*/ 1872025 h 1872025"/>
              <a:gd name="connsiteX1-47" fmla="*/ 4002038 w 4002038"/>
              <a:gd name="connsiteY1-48" fmla="*/ 1604169 h 1872025"/>
              <a:gd name="connsiteX0-49" fmla="*/ 0 w 4002038"/>
              <a:gd name="connsiteY0-50" fmla="*/ 2528442 h 2528442"/>
              <a:gd name="connsiteX1-51" fmla="*/ 4002038 w 4002038"/>
              <a:gd name="connsiteY1-52" fmla="*/ 2260586 h 2528442"/>
              <a:gd name="connsiteX0-53" fmla="*/ 0 w 4002038"/>
              <a:gd name="connsiteY0-54" fmla="*/ 2619472 h 2619472"/>
              <a:gd name="connsiteX1-55" fmla="*/ 4002038 w 4002038"/>
              <a:gd name="connsiteY1-56" fmla="*/ 2351616 h 2619472"/>
              <a:gd name="connsiteX0-57" fmla="*/ 0 w 4002038"/>
              <a:gd name="connsiteY0-58" fmla="*/ 2601400 h 2601400"/>
              <a:gd name="connsiteX1-59" fmla="*/ 4002038 w 4002038"/>
              <a:gd name="connsiteY1-60" fmla="*/ 2333544 h 2601400"/>
              <a:gd name="connsiteX0-61" fmla="*/ 0 w 4002038"/>
              <a:gd name="connsiteY0-62" fmla="*/ 2661323 h 2661323"/>
              <a:gd name="connsiteX1-63" fmla="*/ 4002038 w 4002038"/>
              <a:gd name="connsiteY1-64" fmla="*/ 2393467 h 2661323"/>
              <a:gd name="connsiteX0-65" fmla="*/ 0 w 4268754"/>
              <a:gd name="connsiteY0-66" fmla="*/ 2502528 h 2548708"/>
              <a:gd name="connsiteX1-67" fmla="*/ 4268754 w 4268754"/>
              <a:gd name="connsiteY1-68" fmla="*/ 2548708 h 2548708"/>
              <a:gd name="connsiteX0-69" fmla="*/ 0 w 4268754"/>
              <a:gd name="connsiteY0-70" fmla="*/ 2353469 h 2399649"/>
              <a:gd name="connsiteX1-71" fmla="*/ 4268754 w 4268754"/>
              <a:gd name="connsiteY1-72" fmla="*/ 2399649 h 2399649"/>
              <a:gd name="connsiteX0-73" fmla="*/ 0 w 4318146"/>
              <a:gd name="connsiteY0-74" fmla="*/ 2362928 h 2390635"/>
              <a:gd name="connsiteX1-75" fmla="*/ 4318146 w 4318146"/>
              <a:gd name="connsiteY1-76" fmla="*/ 2390635 h 2390635"/>
            </a:gdLst>
            <a:ahLst/>
            <a:cxnLst>
              <a:cxn ang="0">
                <a:pos x="connsiteX0-1" y="connsiteY0-2"/>
              </a:cxn>
              <a:cxn ang="0">
                <a:pos x="connsiteX1-3" y="connsiteY1-4"/>
              </a:cxn>
            </a:cxnLst>
            <a:rect l="l" t="t" r="r" b="b"/>
            <a:pathLst>
              <a:path w="4318146" h="2390635">
                <a:moveTo>
                  <a:pt x="0" y="2362928"/>
                </a:moveTo>
                <a:cubicBezTo>
                  <a:pt x="754345" y="-666599"/>
                  <a:pt x="3678718" y="-915982"/>
                  <a:pt x="4318146" y="2390635"/>
                </a:cubicBezTo>
              </a:path>
            </a:pathLst>
          </a:custGeom>
          <a:noFill/>
          <a:ln w="28575">
            <a:solidFill>
              <a:schemeClr val="bg2"/>
            </a:solidFill>
            <a:headEnd type="triangle"/>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1800">
              <a:latin typeface="微软雅黑 Light" panose="020B0502040204020203" pitchFamily="34" charset="-122"/>
              <a:ea typeface="微软雅黑 Light" panose="020B0502040204020203" pitchFamily="34" charset="-122"/>
              <a:cs typeface="+mn-ea"/>
              <a:sym typeface="+mn-lt"/>
            </a:endParaRPr>
          </a:p>
        </p:txBody>
      </p:sp>
      <p:pic>
        <p:nvPicPr>
          <p:cNvPr id="54" name="图片 53"/>
          <p:cNvPicPr>
            <a:picLocks noChangeAspect="1"/>
          </p:cNvPicPr>
          <p:nvPr/>
        </p:nvPicPr>
        <p:blipFill>
          <a:blip r:embed="rId3"/>
          <a:stretch>
            <a:fillRect/>
          </a:stretch>
        </p:blipFill>
        <p:spPr>
          <a:xfrm>
            <a:off x="6877848" y="5605152"/>
            <a:ext cx="411480" cy="312420"/>
          </a:xfrm>
          <a:prstGeom prst="rect">
            <a:avLst/>
          </a:prstGeom>
        </p:spPr>
      </p:pic>
      <p:pic>
        <p:nvPicPr>
          <p:cNvPr id="55" name="图片 54"/>
          <p:cNvPicPr>
            <a:picLocks noChangeAspect="1"/>
          </p:cNvPicPr>
          <p:nvPr/>
        </p:nvPicPr>
        <p:blipFill>
          <a:blip r:embed="rId3"/>
          <a:stretch>
            <a:fillRect/>
          </a:stretch>
        </p:blipFill>
        <p:spPr>
          <a:xfrm>
            <a:off x="8930102" y="5608426"/>
            <a:ext cx="411480" cy="312420"/>
          </a:xfrm>
          <a:prstGeom prst="rect">
            <a:avLst/>
          </a:prstGeom>
        </p:spPr>
      </p:pic>
      <p:pic>
        <p:nvPicPr>
          <p:cNvPr id="56" name="图片 55"/>
          <p:cNvPicPr>
            <a:picLocks noChangeAspect="1"/>
          </p:cNvPicPr>
          <p:nvPr/>
        </p:nvPicPr>
        <p:blipFill>
          <a:blip r:embed="rId3"/>
          <a:stretch>
            <a:fillRect/>
          </a:stretch>
        </p:blipFill>
        <p:spPr>
          <a:xfrm>
            <a:off x="11093702" y="5622241"/>
            <a:ext cx="411480" cy="312420"/>
          </a:xfrm>
          <a:prstGeom prst="rect">
            <a:avLst/>
          </a:prstGeom>
        </p:spPr>
      </p:pic>
      <p:grpSp>
        <p:nvGrpSpPr>
          <p:cNvPr id="40" name="组合 28"/>
          <p:cNvGrpSpPr>
            <a:grpSpLocks noChangeAspect="1"/>
          </p:cNvGrpSpPr>
          <p:nvPr/>
        </p:nvGrpSpPr>
        <p:grpSpPr>
          <a:xfrm>
            <a:off x="7571008" y="3559545"/>
            <a:ext cx="288856" cy="288856"/>
            <a:chOff x="5076056" y="3356992"/>
            <a:chExt cx="436268" cy="436268"/>
          </a:xfrm>
        </p:grpSpPr>
        <p:sp>
          <p:nvSpPr>
            <p:cNvPr id="41" name="椭圆 27"/>
            <p:cNvSpPr/>
            <p:nvPr/>
          </p:nvSpPr>
          <p:spPr bwMode="auto">
            <a:xfrm>
              <a:off x="5076056" y="3356992"/>
              <a:ext cx="432048" cy="432048"/>
            </a:xfrm>
            <a:prstGeom prst="ellipse">
              <a:avLst/>
            </a:prstGeom>
            <a:solidFill>
              <a:sysClr val="window" lastClr="FFFFFF"/>
            </a:solidFill>
            <a:ln w="9525" cap="flat" cmpd="sng" algn="ctr">
              <a:noFill/>
              <a:prstDash val="solid"/>
              <a:round/>
              <a:headEnd type="none" w="med" len="med"/>
              <a:tailEnd type="none" w="med" len="med"/>
            </a:ln>
            <a:effectLst/>
          </p:spPr>
          <p:txBody>
            <a:bodyPr vert="horz" wrap="square" lIns="91404" tIns="45702" rIns="91404" bIns="45702" numCol="1" rtlCol="0" anchor="t" anchorCtr="0" compatLnSpc="1"/>
            <a:lstStyle/>
            <a:p>
              <a:pPr defTabSz="784225" eaLnBrk="0" fontAlgn="base" hangingPunct="0">
                <a:lnSpc>
                  <a:spcPct val="120000"/>
                </a:lnSpc>
                <a:spcBef>
                  <a:spcPct val="0"/>
                </a:spcBef>
                <a:spcAft>
                  <a:spcPct val="0"/>
                </a:spcAft>
                <a:defRPr/>
              </a:pPr>
              <a:endParaRPr lang="zh-CN" altLang="en-US" sz="2100" kern="0">
                <a:solidFill>
                  <a:prstClr val="black"/>
                </a:solidFill>
                <a:latin typeface="微软雅黑 Light" panose="020B0502040204020203" pitchFamily="34" charset="-122"/>
                <a:ea typeface="微软雅黑 Light" panose="020B0502040204020203" pitchFamily="34" charset="-122"/>
                <a:cs typeface="+mn-ea"/>
                <a:sym typeface="+mn-lt"/>
              </a:endParaRPr>
            </a:p>
          </p:txBody>
        </p:sp>
        <p:sp>
          <p:nvSpPr>
            <p:cNvPr id="42" name="禁止符 23"/>
            <p:cNvSpPr/>
            <p:nvPr/>
          </p:nvSpPr>
          <p:spPr>
            <a:xfrm>
              <a:off x="5076056" y="3356992"/>
              <a:ext cx="436268" cy="436268"/>
            </a:xfrm>
            <a:prstGeom prst="noSmoking">
              <a:avLst>
                <a:gd name="adj" fmla="val 15475"/>
              </a:avLst>
            </a:prstGeom>
            <a:solidFill>
              <a:srgbClr val="ED6D00"/>
            </a:solidFill>
            <a:ln w="12700" cap="flat" cmpd="sng" algn="ctr">
              <a:noFill/>
              <a:prstDash val="solid"/>
              <a:miter lim="800000"/>
            </a:ln>
            <a:effectLst/>
          </p:spPr>
          <p:txBody>
            <a:bodyPr rtlCol="0" anchor="ctr"/>
            <a:lstStyle/>
            <a:p>
              <a:pPr algn="ctr" defTabSz="914400">
                <a:lnSpc>
                  <a:spcPct val="120000"/>
                </a:lnSpc>
                <a:defRPr/>
              </a:pPr>
              <a:endParaRPr lang="zh-CN" altLang="en-US" sz="1800" kern="0">
                <a:solidFill>
                  <a:srgbClr val="EC7061"/>
                </a:solidFill>
                <a:latin typeface="微软雅黑 Light" panose="020B0502040204020203" pitchFamily="34" charset="-122"/>
                <a:ea typeface="微软雅黑 Light" panose="020B0502040204020203" pitchFamily="34" charset="-122"/>
                <a:cs typeface="+mn-ea"/>
                <a:sym typeface="+mn-lt"/>
              </a:endParaRPr>
            </a:p>
          </p:txBody>
        </p:sp>
      </p:grpSp>
      <p:grpSp>
        <p:nvGrpSpPr>
          <p:cNvPr id="43" name="组合 28"/>
          <p:cNvGrpSpPr>
            <a:grpSpLocks noChangeAspect="1"/>
          </p:cNvGrpSpPr>
          <p:nvPr/>
        </p:nvGrpSpPr>
        <p:grpSpPr>
          <a:xfrm>
            <a:off x="7977686" y="3559545"/>
            <a:ext cx="288856" cy="288856"/>
            <a:chOff x="5076056" y="3356992"/>
            <a:chExt cx="436268" cy="436268"/>
          </a:xfrm>
        </p:grpSpPr>
        <p:sp>
          <p:nvSpPr>
            <p:cNvPr id="44" name="椭圆 27"/>
            <p:cNvSpPr/>
            <p:nvPr/>
          </p:nvSpPr>
          <p:spPr bwMode="auto">
            <a:xfrm>
              <a:off x="5076056" y="3356992"/>
              <a:ext cx="432048" cy="432048"/>
            </a:xfrm>
            <a:prstGeom prst="ellipse">
              <a:avLst/>
            </a:prstGeom>
            <a:solidFill>
              <a:sysClr val="window" lastClr="FFFFFF"/>
            </a:solidFill>
            <a:ln w="9525" cap="flat" cmpd="sng" algn="ctr">
              <a:noFill/>
              <a:prstDash val="solid"/>
              <a:round/>
              <a:headEnd type="none" w="med" len="med"/>
              <a:tailEnd type="none" w="med" len="med"/>
            </a:ln>
            <a:effectLst/>
          </p:spPr>
          <p:txBody>
            <a:bodyPr vert="horz" wrap="square" lIns="91404" tIns="45702" rIns="91404" bIns="45702" numCol="1" rtlCol="0" anchor="t" anchorCtr="0" compatLnSpc="1"/>
            <a:lstStyle/>
            <a:p>
              <a:pPr defTabSz="784225" eaLnBrk="0" fontAlgn="base" hangingPunct="0">
                <a:lnSpc>
                  <a:spcPct val="120000"/>
                </a:lnSpc>
                <a:spcBef>
                  <a:spcPct val="0"/>
                </a:spcBef>
                <a:spcAft>
                  <a:spcPct val="0"/>
                </a:spcAft>
                <a:defRPr/>
              </a:pPr>
              <a:endParaRPr lang="zh-CN" altLang="en-US" sz="2100" kern="0">
                <a:solidFill>
                  <a:prstClr val="black"/>
                </a:solidFill>
                <a:latin typeface="微软雅黑 Light" panose="020B0502040204020203" pitchFamily="34" charset="-122"/>
                <a:ea typeface="微软雅黑 Light" panose="020B0502040204020203" pitchFamily="34" charset="-122"/>
                <a:cs typeface="+mn-ea"/>
                <a:sym typeface="+mn-lt"/>
              </a:endParaRPr>
            </a:p>
          </p:txBody>
        </p:sp>
        <p:sp>
          <p:nvSpPr>
            <p:cNvPr id="45" name="禁止符 23"/>
            <p:cNvSpPr/>
            <p:nvPr/>
          </p:nvSpPr>
          <p:spPr>
            <a:xfrm>
              <a:off x="5076056" y="3356992"/>
              <a:ext cx="436268" cy="436268"/>
            </a:xfrm>
            <a:prstGeom prst="noSmoking">
              <a:avLst>
                <a:gd name="adj" fmla="val 15475"/>
              </a:avLst>
            </a:prstGeom>
            <a:solidFill>
              <a:srgbClr val="ED6D00"/>
            </a:solidFill>
            <a:ln w="12700" cap="flat" cmpd="sng" algn="ctr">
              <a:noFill/>
              <a:prstDash val="solid"/>
              <a:miter lim="800000"/>
            </a:ln>
            <a:effectLst/>
          </p:spPr>
          <p:txBody>
            <a:bodyPr rtlCol="0" anchor="ctr"/>
            <a:lstStyle/>
            <a:p>
              <a:pPr algn="ctr" defTabSz="914400">
                <a:lnSpc>
                  <a:spcPct val="120000"/>
                </a:lnSpc>
                <a:defRPr/>
              </a:pPr>
              <a:endParaRPr lang="zh-CN" altLang="en-US" sz="1800" kern="0">
                <a:solidFill>
                  <a:srgbClr val="EC7061"/>
                </a:solidFill>
                <a:latin typeface="微软雅黑 Light" panose="020B0502040204020203" pitchFamily="34" charset="-122"/>
                <a:ea typeface="微软雅黑 Light" panose="020B0502040204020203" pitchFamily="34" charset="-122"/>
                <a:cs typeface="+mn-ea"/>
                <a:sym typeface="+mn-lt"/>
              </a:endParaRPr>
            </a:p>
          </p:txBody>
        </p:sp>
      </p:grpSp>
    </p:spTree>
  </p:cSld>
  <p:clrMapOvr>
    <a:masterClrMapping/>
  </p:clrMapOvr>
</p:sld>
</file>

<file path=ppt/slides/slide2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IPv6</a:t>
            </a:r>
            <a:r>
              <a:rPr lang="zh-CN" altLang="en-US" dirty="0"/>
              <a:t>全球单播地址</a:t>
            </a:r>
            <a:endParaRPr lang="zh-CN" altLang="en-US" dirty="0"/>
          </a:p>
        </p:txBody>
      </p:sp>
      <p:sp>
        <p:nvSpPr>
          <p:cNvPr id="3" name="内容占位符 2"/>
          <p:cNvSpPr>
            <a:spLocks noGrp="1"/>
          </p:cNvSpPr>
          <p:nvPr>
            <p:ph idx="1"/>
          </p:nvPr>
        </p:nvSpPr>
        <p:spPr>
          <a:xfrm>
            <a:off x="334434" y="1052515"/>
            <a:ext cx="11523133" cy="1512390"/>
          </a:xfrm>
        </p:spPr>
        <p:txBody>
          <a:bodyPr>
            <a:normAutofit fontScale="92500"/>
          </a:bodyPr>
          <a:lstStyle/>
          <a:p>
            <a:r>
              <a:rPr lang="zh-CN" altLang="en-US" dirty="0"/>
              <a:t>全球单播地址</a:t>
            </a:r>
            <a:r>
              <a:rPr lang="en-US" altLang="zh-CN" dirty="0"/>
              <a:t>(Global Unicast Address</a:t>
            </a:r>
            <a:r>
              <a:rPr lang="zh-CN" altLang="en-US" dirty="0"/>
              <a:t>，</a:t>
            </a:r>
            <a:r>
              <a:rPr lang="en-US" altLang="zh-CN" dirty="0"/>
              <a:t>GUA)</a:t>
            </a:r>
            <a:r>
              <a:rPr lang="zh-CN" altLang="en-US" dirty="0"/>
              <a:t>也称为可聚合全球单播地址</a:t>
            </a:r>
            <a:endParaRPr lang="en-US" altLang="zh-CN" dirty="0"/>
          </a:p>
          <a:p>
            <a:r>
              <a:rPr lang="zh-CN" altLang="en-US" dirty="0"/>
              <a:t>该类地址全球唯一，用于有互联网访问需求的主机，相当于</a:t>
            </a:r>
            <a:r>
              <a:rPr lang="en-US" altLang="zh-CN" dirty="0"/>
              <a:t>IPv4</a:t>
            </a:r>
            <a:r>
              <a:rPr lang="zh-CN" altLang="en-US" dirty="0"/>
              <a:t>的公网地址</a:t>
            </a:r>
            <a:endParaRPr lang="zh-CN" altLang="en-US" dirty="0"/>
          </a:p>
        </p:txBody>
      </p:sp>
      <p:sp>
        <p:nvSpPr>
          <p:cNvPr id="4" name="灯片编号占位符 3"/>
          <p:cNvSpPr>
            <a:spLocks noGrp="1"/>
          </p:cNvSpPr>
          <p:nvPr>
            <p:ph type="sldNum" sz="quarter" idx="12"/>
          </p:nvPr>
        </p:nvSpPr>
        <p:spPr/>
        <p:txBody>
          <a:bodyPr/>
          <a:lstStyle/>
          <a:p>
            <a:pPr>
              <a:defRPr/>
            </a:pPr>
            <a:fld id="{816960B2-2B11-492C-B588-5290E1274F96}" type="slidenum">
              <a:rPr lang="en-US" altLang="zh-CN" smtClean="0"/>
            </a:fld>
            <a:endParaRPr lang="en-US" altLang="zh-CN" dirty="0"/>
          </a:p>
        </p:txBody>
      </p:sp>
      <p:sp>
        <p:nvSpPr>
          <p:cNvPr id="5" name="矩形 9"/>
          <p:cNvSpPr/>
          <p:nvPr/>
        </p:nvSpPr>
        <p:spPr>
          <a:xfrm>
            <a:off x="427092" y="2439508"/>
            <a:ext cx="593432" cy="364267"/>
          </a:xfrm>
          <a:prstGeom prst="rect">
            <a:avLst/>
          </a:prstGeom>
        </p:spPr>
        <p:txBody>
          <a:bodyPr wrap="none">
            <a:spAutoFit/>
          </a:bodyPr>
          <a:lstStyle/>
          <a:p>
            <a:pPr>
              <a:lnSpc>
                <a:spcPct val="120000"/>
              </a:lnSpc>
            </a:pPr>
            <a:r>
              <a:rPr lang="en-US" altLang="zh-CN" sz="1600" dirty="0">
                <a:latin typeface="微软雅黑 Light" panose="020B0502040204020203" pitchFamily="34" charset="-122"/>
                <a:ea typeface="微软雅黑 Light" panose="020B0502040204020203" pitchFamily="34" charset="-122"/>
                <a:cs typeface="+mn-ea"/>
                <a:sym typeface="+mn-lt"/>
              </a:rPr>
              <a:t>3 bit</a:t>
            </a:r>
            <a:endParaRPr lang="zh-CN" altLang="en-US" sz="1600" dirty="0">
              <a:latin typeface="微软雅黑 Light" panose="020B0502040204020203" pitchFamily="34" charset="-122"/>
              <a:ea typeface="微软雅黑 Light" panose="020B0502040204020203" pitchFamily="34" charset="-122"/>
              <a:cs typeface="+mn-ea"/>
              <a:sym typeface="+mn-lt"/>
            </a:endParaRPr>
          </a:p>
        </p:txBody>
      </p:sp>
      <p:sp>
        <p:nvSpPr>
          <p:cNvPr id="6" name="矩形 10"/>
          <p:cNvSpPr/>
          <p:nvPr/>
        </p:nvSpPr>
        <p:spPr>
          <a:xfrm>
            <a:off x="1381635" y="2432631"/>
            <a:ext cx="710451" cy="364267"/>
          </a:xfrm>
          <a:prstGeom prst="rect">
            <a:avLst/>
          </a:prstGeom>
        </p:spPr>
        <p:txBody>
          <a:bodyPr wrap="none">
            <a:spAutoFit/>
          </a:bodyPr>
          <a:lstStyle/>
          <a:p>
            <a:pPr>
              <a:lnSpc>
                <a:spcPct val="120000"/>
              </a:lnSpc>
            </a:pPr>
            <a:r>
              <a:rPr lang="en-US" altLang="zh-CN" sz="1600" dirty="0">
                <a:latin typeface="微软雅黑 Light" panose="020B0502040204020203" pitchFamily="34" charset="-122"/>
                <a:ea typeface="微软雅黑 Light" panose="020B0502040204020203" pitchFamily="34" charset="-122"/>
                <a:cs typeface="+mn-ea"/>
                <a:sym typeface="+mn-lt"/>
              </a:rPr>
              <a:t>45 bit</a:t>
            </a:r>
            <a:endParaRPr lang="zh-CN" altLang="en-US" sz="1600" dirty="0">
              <a:latin typeface="微软雅黑 Light" panose="020B0502040204020203" pitchFamily="34" charset="-122"/>
              <a:ea typeface="微软雅黑 Light" panose="020B0502040204020203" pitchFamily="34" charset="-122"/>
              <a:cs typeface="+mn-ea"/>
              <a:sym typeface="+mn-lt"/>
            </a:endParaRPr>
          </a:p>
        </p:txBody>
      </p:sp>
      <p:sp>
        <p:nvSpPr>
          <p:cNvPr id="7" name="矩形 11"/>
          <p:cNvSpPr/>
          <p:nvPr/>
        </p:nvSpPr>
        <p:spPr>
          <a:xfrm>
            <a:off x="2437098" y="2439508"/>
            <a:ext cx="671979" cy="364267"/>
          </a:xfrm>
          <a:prstGeom prst="rect">
            <a:avLst/>
          </a:prstGeom>
        </p:spPr>
        <p:txBody>
          <a:bodyPr wrap="none">
            <a:spAutoFit/>
          </a:bodyPr>
          <a:lstStyle/>
          <a:p>
            <a:pPr>
              <a:lnSpc>
                <a:spcPct val="120000"/>
              </a:lnSpc>
            </a:pPr>
            <a:r>
              <a:rPr lang="en-US" altLang="zh-CN" sz="1600" dirty="0">
                <a:latin typeface="微软雅黑 Light" panose="020B0502040204020203" pitchFamily="34" charset="-122"/>
                <a:ea typeface="微软雅黑 Light" panose="020B0502040204020203" pitchFamily="34" charset="-122"/>
                <a:cs typeface="+mn-ea"/>
                <a:sym typeface="+mn-lt"/>
              </a:rPr>
              <a:t>16 bit</a:t>
            </a:r>
            <a:endParaRPr lang="zh-CN" altLang="en-US" sz="1600" dirty="0">
              <a:latin typeface="微软雅黑 Light" panose="020B0502040204020203" pitchFamily="34" charset="-122"/>
              <a:ea typeface="微软雅黑 Light" panose="020B0502040204020203" pitchFamily="34" charset="-122"/>
              <a:cs typeface="+mn-ea"/>
              <a:sym typeface="+mn-lt"/>
            </a:endParaRPr>
          </a:p>
        </p:txBody>
      </p:sp>
      <p:sp>
        <p:nvSpPr>
          <p:cNvPr id="8" name="矩形 12"/>
          <p:cNvSpPr/>
          <p:nvPr/>
        </p:nvSpPr>
        <p:spPr>
          <a:xfrm>
            <a:off x="4125453" y="2439508"/>
            <a:ext cx="710451" cy="364267"/>
          </a:xfrm>
          <a:prstGeom prst="rect">
            <a:avLst/>
          </a:prstGeom>
        </p:spPr>
        <p:txBody>
          <a:bodyPr wrap="none">
            <a:spAutoFit/>
          </a:bodyPr>
          <a:lstStyle/>
          <a:p>
            <a:pPr>
              <a:lnSpc>
                <a:spcPct val="120000"/>
              </a:lnSpc>
            </a:pPr>
            <a:r>
              <a:rPr lang="en-US" altLang="zh-CN" sz="1600" dirty="0">
                <a:latin typeface="微软雅黑 Light" panose="020B0502040204020203" pitchFamily="34" charset="-122"/>
                <a:ea typeface="微软雅黑 Light" panose="020B0502040204020203" pitchFamily="34" charset="-122"/>
                <a:cs typeface="+mn-ea"/>
                <a:sym typeface="+mn-lt"/>
              </a:rPr>
              <a:t>64 bit</a:t>
            </a:r>
            <a:endParaRPr lang="zh-CN" altLang="en-US" sz="1600" dirty="0">
              <a:latin typeface="微软雅黑 Light" panose="020B0502040204020203" pitchFamily="34" charset="-122"/>
              <a:ea typeface="微软雅黑 Light" panose="020B0502040204020203" pitchFamily="34" charset="-122"/>
              <a:cs typeface="+mn-ea"/>
              <a:sym typeface="+mn-lt"/>
            </a:endParaRPr>
          </a:p>
        </p:txBody>
      </p:sp>
      <p:cxnSp>
        <p:nvCxnSpPr>
          <p:cNvPr id="9" name="直接连接符 32"/>
          <p:cNvCxnSpPr/>
          <p:nvPr/>
        </p:nvCxnSpPr>
        <p:spPr>
          <a:xfrm>
            <a:off x="463367" y="3168565"/>
            <a:ext cx="0" cy="359859"/>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 name="直接箭头连接符 34"/>
          <p:cNvCxnSpPr/>
          <p:nvPr/>
        </p:nvCxnSpPr>
        <p:spPr>
          <a:xfrm>
            <a:off x="479347" y="3397558"/>
            <a:ext cx="2649471" cy="0"/>
          </a:xfrm>
          <a:prstGeom prst="straightConnector1">
            <a:avLst/>
          </a:prstGeom>
          <a:ln w="12700">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1" name="矩形 39"/>
          <p:cNvSpPr/>
          <p:nvPr/>
        </p:nvSpPr>
        <p:spPr>
          <a:xfrm>
            <a:off x="1352677" y="3100404"/>
            <a:ext cx="902811" cy="328488"/>
          </a:xfrm>
          <a:prstGeom prst="rect">
            <a:avLst/>
          </a:prstGeom>
          <a:ln>
            <a:noFill/>
          </a:ln>
        </p:spPr>
        <p:txBody>
          <a:bodyPr wrap="none">
            <a:spAutoFit/>
          </a:bodyPr>
          <a:lstStyle/>
          <a:p>
            <a:pPr algn="ctr">
              <a:lnSpc>
                <a:spcPct val="120000"/>
              </a:lnSpc>
            </a:pPr>
            <a:r>
              <a:rPr lang="zh-CN" altLang="en-US" sz="1400" dirty="0">
                <a:latin typeface="微软雅黑 Light" panose="020B0502040204020203" pitchFamily="34" charset="-122"/>
                <a:ea typeface="微软雅黑 Light" panose="020B0502040204020203" pitchFamily="34" charset="-122"/>
                <a:cs typeface="+mn-ea"/>
                <a:sym typeface="+mn-lt"/>
              </a:rPr>
              <a:t>网络部分</a:t>
            </a:r>
            <a:endParaRPr lang="zh-CN" altLang="en-US" sz="1400" dirty="0">
              <a:latin typeface="微软雅黑 Light" panose="020B0502040204020203" pitchFamily="34" charset="-122"/>
              <a:ea typeface="微软雅黑 Light" panose="020B0502040204020203" pitchFamily="34" charset="-122"/>
              <a:cs typeface="+mn-ea"/>
              <a:sym typeface="+mn-lt"/>
            </a:endParaRPr>
          </a:p>
        </p:txBody>
      </p:sp>
      <p:graphicFrame>
        <p:nvGraphicFramePr>
          <p:cNvPr id="12" name="表格 11"/>
          <p:cNvGraphicFramePr>
            <a:graphicFrameLocks noGrp="1"/>
          </p:cNvGraphicFramePr>
          <p:nvPr/>
        </p:nvGraphicFramePr>
        <p:xfrm>
          <a:off x="479349" y="2803146"/>
          <a:ext cx="5397892" cy="287888"/>
        </p:xfrm>
        <a:graphic>
          <a:graphicData uri="http://schemas.openxmlformats.org/drawingml/2006/table">
            <a:tbl>
              <a:tblPr firstRow="1" bandRow="1">
                <a:tableStyleId>{72833802-FEF1-4C79-8D5D-14CF1EAF98D9}</a:tableStyleId>
              </a:tblPr>
              <a:tblGrid>
                <a:gridCol w="470615"/>
                <a:gridCol w="1473743"/>
                <a:gridCol w="722547"/>
                <a:gridCol w="2730987"/>
              </a:tblGrid>
              <a:tr h="287888">
                <a:tc>
                  <a:txBody>
                    <a:bodyPr/>
                    <a:lstStyle/>
                    <a:p>
                      <a:pPr algn="ctr">
                        <a:lnSpc>
                          <a:spcPct val="120000"/>
                        </a:lnSpc>
                        <a:spcBef>
                          <a:spcPts val="0"/>
                        </a:spcBef>
                        <a:spcAft>
                          <a:spcPts val="0"/>
                        </a:spcAft>
                      </a:pPr>
                      <a:r>
                        <a:rPr lang="en-US" altLang="zh-CN" sz="1400" b="0" baseline="0" dirty="0">
                          <a:solidFill>
                            <a:schemeClr val="tx1"/>
                          </a:solidFill>
                          <a:latin typeface="微软雅黑 Light" panose="020B0502040204020203" pitchFamily="34" charset="-122"/>
                          <a:ea typeface="微软雅黑 Light" panose="020B0502040204020203" pitchFamily="34" charset="-122"/>
                          <a:cs typeface="+mn-ea"/>
                          <a:sym typeface="+mn-lt"/>
                        </a:rPr>
                        <a:t>001</a:t>
                      </a:r>
                      <a:endParaRPr lang="zh-CN" altLang="en-US" sz="1400" b="0" baseline="0" dirty="0">
                        <a:solidFill>
                          <a:schemeClr val="tx1"/>
                        </a:solidFill>
                        <a:latin typeface="微软雅黑 Light" panose="020B0502040204020203" pitchFamily="34" charset="-122"/>
                        <a:ea typeface="微软雅黑 Light" panose="020B0502040204020203" pitchFamily="34" charset="-122"/>
                        <a:cs typeface="+mn-ea"/>
                        <a:sym typeface="+mn-lt"/>
                      </a:endParaRPr>
                    </a:p>
                  </a:txBody>
                  <a:tcPr marL="45702" marR="45702" marT="17993" marB="17993"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solidFill>
                      <a:srgbClr val="F4FBFE"/>
                    </a:solidFill>
                  </a:tcPr>
                </a:tc>
                <a:tc>
                  <a:txBody>
                    <a:bodyPr/>
                    <a:lstStyle/>
                    <a:p>
                      <a:pPr algn="ctr">
                        <a:lnSpc>
                          <a:spcPct val="120000"/>
                        </a:lnSpc>
                        <a:spcBef>
                          <a:spcPts val="0"/>
                        </a:spcBef>
                        <a:spcAft>
                          <a:spcPts val="0"/>
                        </a:spcAft>
                      </a:pPr>
                      <a:r>
                        <a:rPr lang="zh-CN" altLang="en-US" sz="1400" b="0" baseline="0" dirty="0">
                          <a:solidFill>
                            <a:schemeClr val="tx1"/>
                          </a:solidFill>
                          <a:latin typeface="微软雅黑 Light" panose="020B0502040204020203" pitchFamily="34" charset="-122"/>
                          <a:ea typeface="微软雅黑 Light" panose="020B0502040204020203" pitchFamily="34" charset="-122"/>
                          <a:cs typeface="+mn-ea"/>
                          <a:sym typeface="+mn-lt"/>
                        </a:rPr>
                        <a:t>全局路由前缀</a:t>
                      </a:r>
                      <a:endParaRPr lang="zh-CN" altLang="en-US" sz="1400" b="0" baseline="0" dirty="0">
                        <a:solidFill>
                          <a:schemeClr val="tx1"/>
                        </a:solidFill>
                        <a:latin typeface="微软雅黑 Light" panose="020B0502040204020203" pitchFamily="34" charset="-122"/>
                        <a:ea typeface="微软雅黑 Light" panose="020B0502040204020203" pitchFamily="34" charset="-122"/>
                        <a:cs typeface="+mn-ea"/>
                        <a:sym typeface="+mn-lt"/>
                      </a:endParaRPr>
                    </a:p>
                  </a:txBody>
                  <a:tcPr marL="45702" marR="45702" marT="17993" marB="17993"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solidFill>
                      <a:srgbClr val="F4FBFE"/>
                    </a:solidFill>
                  </a:tcPr>
                </a:tc>
                <a:tc>
                  <a:txBody>
                    <a:bodyPr/>
                    <a:lstStyle/>
                    <a:p>
                      <a:pPr algn="ctr">
                        <a:lnSpc>
                          <a:spcPct val="120000"/>
                        </a:lnSpc>
                        <a:spcBef>
                          <a:spcPts val="0"/>
                        </a:spcBef>
                        <a:spcAft>
                          <a:spcPts val="0"/>
                        </a:spcAft>
                      </a:pPr>
                      <a:r>
                        <a:rPr lang="zh-CN" altLang="en-US" sz="1400" b="0" baseline="0" dirty="0">
                          <a:solidFill>
                            <a:schemeClr val="tx1"/>
                          </a:solidFill>
                          <a:latin typeface="微软雅黑 Light" panose="020B0502040204020203" pitchFamily="34" charset="-122"/>
                          <a:ea typeface="微软雅黑 Light" panose="020B0502040204020203" pitchFamily="34" charset="-122"/>
                          <a:cs typeface="+mn-ea"/>
                          <a:sym typeface="+mn-lt"/>
                        </a:rPr>
                        <a:t>子网</a:t>
                      </a:r>
                      <a:r>
                        <a:rPr lang="en-US" altLang="zh-CN" sz="1400" b="0" baseline="0" dirty="0">
                          <a:solidFill>
                            <a:schemeClr val="tx1"/>
                          </a:solidFill>
                          <a:latin typeface="微软雅黑 Light" panose="020B0502040204020203" pitchFamily="34" charset="-122"/>
                          <a:ea typeface="微软雅黑 Light" panose="020B0502040204020203" pitchFamily="34" charset="-122"/>
                          <a:cs typeface="+mn-ea"/>
                          <a:sym typeface="+mn-lt"/>
                        </a:rPr>
                        <a:t>ID</a:t>
                      </a:r>
                      <a:endParaRPr lang="zh-CN" altLang="en-US" sz="1400" b="0" baseline="0" dirty="0">
                        <a:solidFill>
                          <a:schemeClr val="tx1"/>
                        </a:solidFill>
                        <a:latin typeface="微软雅黑 Light" panose="020B0502040204020203" pitchFamily="34" charset="-122"/>
                        <a:ea typeface="微软雅黑 Light" panose="020B0502040204020203" pitchFamily="34" charset="-122"/>
                        <a:cs typeface="+mn-ea"/>
                        <a:sym typeface="+mn-lt"/>
                      </a:endParaRPr>
                    </a:p>
                  </a:txBody>
                  <a:tcPr marL="45702" marR="45702" marT="17993" marB="17993"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solidFill>
                      <a:srgbClr val="F4FBFE"/>
                    </a:solidFill>
                  </a:tcPr>
                </a:tc>
                <a:tc>
                  <a:txBody>
                    <a:bodyPr/>
                    <a:lstStyle/>
                    <a:p>
                      <a:pPr algn="ctr">
                        <a:lnSpc>
                          <a:spcPct val="120000"/>
                        </a:lnSpc>
                        <a:spcBef>
                          <a:spcPts val="0"/>
                        </a:spcBef>
                        <a:spcAft>
                          <a:spcPts val="0"/>
                        </a:spcAft>
                      </a:pPr>
                      <a:r>
                        <a:rPr lang="zh-CN" altLang="en-US" sz="1400" b="0" baseline="0" dirty="0">
                          <a:solidFill>
                            <a:schemeClr val="tx1"/>
                          </a:solidFill>
                          <a:latin typeface="微软雅黑 Light" panose="020B0502040204020203" pitchFamily="34" charset="-122"/>
                          <a:ea typeface="微软雅黑 Light" panose="020B0502040204020203" pitchFamily="34" charset="-122"/>
                          <a:cs typeface="+mn-ea"/>
                          <a:sym typeface="+mn-lt"/>
                        </a:rPr>
                        <a:t>接口标识</a:t>
                      </a:r>
                      <a:endParaRPr lang="zh-CN" altLang="en-US" sz="1400" b="0" baseline="0" dirty="0">
                        <a:solidFill>
                          <a:schemeClr val="tx1"/>
                        </a:solidFill>
                        <a:latin typeface="微软雅黑 Light" panose="020B0502040204020203" pitchFamily="34" charset="-122"/>
                        <a:ea typeface="微软雅黑 Light" panose="020B0502040204020203" pitchFamily="34" charset="-122"/>
                        <a:cs typeface="+mn-ea"/>
                        <a:sym typeface="+mn-lt"/>
                      </a:endParaRPr>
                    </a:p>
                  </a:txBody>
                  <a:tcPr marL="45702" marR="45702" marT="17993" marB="17993"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solidFill>
                      <a:srgbClr val="F4FBFE"/>
                    </a:solidFill>
                  </a:tcPr>
                </a:tc>
              </a:tr>
            </a:tbl>
          </a:graphicData>
        </a:graphic>
      </p:graphicFrame>
      <p:cxnSp>
        <p:nvCxnSpPr>
          <p:cNvPr id="13" name="直接连接符 32"/>
          <p:cNvCxnSpPr/>
          <p:nvPr/>
        </p:nvCxnSpPr>
        <p:spPr>
          <a:xfrm>
            <a:off x="3128818" y="3205063"/>
            <a:ext cx="0" cy="359859"/>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直接箭头连接符 34"/>
          <p:cNvCxnSpPr/>
          <p:nvPr/>
        </p:nvCxnSpPr>
        <p:spPr>
          <a:xfrm>
            <a:off x="3163817" y="3397558"/>
            <a:ext cx="2684551" cy="0"/>
          </a:xfrm>
          <a:prstGeom prst="straightConnector1">
            <a:avLst/>
          </a:prstGeom>
          <a:ln w="12700">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5" name="矩形 39"/>
          <p:cNvSpPr/>
          <p:nvPr/>
        </p:nvSpPr>
        <p:spPr>
          <a:xfrm>
            <a:off x="4037148" y="3100404"/>
            <a:ext cx="902811" cy="328488"/>
          </a:xfrm>
          <a:prstGeom prst="rect">
            <a:avLst/>
          </a:prstGeom>
          <a:ln>
            <a:noFill/>
          </a:ln>
        </p:spPr>
        <p:txBody>
          <a:bodyPr wrap="none">
            <a:spAutoFit/>
          </a:bodyPr>
          <a:lstStyle/>
          <a:p>
            <a:pPr algn="ctr">
              <a:lnSpc>
                <a:spcPct val="120000"/>
              </a:lnSpc>
            </a:pPr>
            <a:r>
              <a:rPr lang="zh-CN" altLang="en-US" sz="1400" dirty="0">
                <a:latin typeface="微软雅黑 Light" panose="020B0502040204020203" pitchFamily="34" charset="-122"/>
                <a:ea typeface="微软雅黑 Light" panose="020B0502040204020203" pitchFamily="34" charset="-122"/>
                <a:cs typeface="+mn-ea"/>
                <a:sym typeface="+mn-lt"/>
              </a:rPr>
              <a:t>主机部分</a:t>
            </a:r>
            <a:endParaRPr lang="zh-CN" altLang="en-US" sz="1400" dirty="0">
              <a:latin typeface="微软雅黑 Light" panose="020B0502040204020203" pitchFamily="34" charset="-122"/>
              <a:ea typeface="微软雅黑 Light" panose="020B0502040204020203" pitchFamily="34" charset="-122"/>
              <a:cs typeface="+mn-ea"/>
              <a:sym typeface="+mn-lt"/>
            </a:endParaRPr>
          </a:p>
        </p:txBody>
      </p:sp>
      <p:cxnSp>
        <p:nvCxnSpPr>
          <p:cNvPr id="16" name="直接连接符 32"/>
          <p:cNvCxnSpPr/>
          <p:nvPr/>
        </p:nvCxnSpPr>
        <p:spPr>
          <a:xfrm>
            <a:off x="5865026" y="3187397"/>
            <a:ext cx="0" cy="359859"/>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7" name="Rectangle 25"/>
          <p:cNvSpPr/>
          <p:nvPr/>
        </p:nvSpPr>
        <p:spPr>
          <a:xfrm>
            <a:off x="338005" y="3704084"/>
            <a:ext cx="5655948" cy="2598122"/>
          </a:xfrm>
          <a:prstGeom prst="rect">
            <a:avLst/>
          </a:prstGeom>
        </p:spPr>
        <p:txBody>
          <a:bodyPr vert="horz" lIns="91440" tIns="45720" rIns="91440" bIns="45720" rtlCol="0">
            <a:noAutofit/>
          </a:bodyPr>
          <a:lstStyle/>
          <a:p>
            <a:pPr marL="742950" lvl="1" indent="-285750" eaLnBrk="1" hangingPunct="1">
              <a:lnSpc>
                <a:spcPct val="120000"/>
              </a:lnSpc>
              <a:spcBef>
                <a:spcPct val="20000"/>
              </a:spcBef>
              <a:buClr>
                <a:srgbClr val="00C800"/>
              </a:buClr>
              <a:buSzPct val="80000"/>
              <a:buFont typeface="Wingdings" panose="05000000000000000000" pitchFamily="2" charset="2"/>
              <a:buChar char="n"/>
            </a:pPr>
            <a:r>
              <a:rPr lang="zh-CN" altLang="en-US" sz="1800" kern="0" dirty="0">
                <a:latin typeface="微软雅黑 Light" panose="020B0502040204020203" pitchFamily="34" charset="-122"/>
                <a:ea typeface="微软雅黑 Light" panose="020B0502040204020203" pitchFamily="34" charset="-122"/>
                <a:cs typeface="Times New Roman" panose="02020603050405020304" pitchFamily="18" charset="0"/>
                <a:sym typeface="+mn-lt"/>
              </a:rPr>
              <a:t>通常</a:t>
            </a:r>
            <a:r>
              <a:rPr lang="en-US" altLang="zh-CN" sz="1800" kern="0" dirty="0">
                <a:latin typeface="微软雅黑 Light" panose="020B0502040204020203" pitchFamily="34" charset="-122"/>
                <a:ea typeface="微软雅黑 Light" panose="020B0502040204020203" pitchFamily="34" charset="-122"/>
                <a:cs typeface="Times New Roman" panose="02020603050405020304" pitchFamily="18" charset="0"/>
                <a:sym typeface="+mn-lt"/>
              </a:rPr>
              <a:t>GUA</a:t>
            </a:r>
            <a:r>
              <a:rPr lang="zh-CN" altLang="en-US" sz="1800" kern="0" dirty="0">
                <a:latin typeface="微软雅黑 Light" panose="020B0502040204020203" pitchFamily="34" charset="-122"/>
                <a:ea typeface="微软雅黑 Light" panose="020B0502040204020203" pitchFamily="34" charset="-122"/>
                <a:cs typeface="Times New Roman" panose="02020603050405020304" pitchFamily="18" charset="0"/>
                <a:sym typeface="+mn-lt"/>
              </a:rPr>
              <a:t>的网络部分长度为</a:t>
            </a:r>
            <a:r>
              <a:rPr lang="en-US" altLang="zh-CN" sz="1800" kern="0" dirty="0">
                <a:latin typeface="微软雅黑 Light" panose="020B0502040204020203" pitchFamily="34" charset="-122"/>
                <a:ea typeface="微软雅黑 Light" panose="020B0502040204020203" pitchFamily="34" charset="-122"/>
                <a:cs typeface="Times New Roman" panose="02020603050405020304" pitchFamily="18" charset="0"/>
                <a:sym typeface="+mn-lt"/>
              </a:rPr>
              <a:t>64 bit</a:t>
            </a:r>
            <a:r>
              <a:rPr lang="zh-CN" altLang="en-US" sz="1800" kern="0" dirty="0">
                <a:latin typeface="微软雅黑 Light" panose="020B0502040204020203" pitchFamily="34" charset="-122"/>
                <a:ea typeface="微软雅黑 Light" panose="020B0502040204020203" pitchFamily="34" charset="-122"/>
                <a:cs typeface="Times New Roman" panose="02020603050405020304" pitchFamily="18" charset="0"/>
                <a:sym typeface="+mn-lt"/>
              </a:rPr>
              <a:t>，接口标识也为</a:t>
            </a:r>
            <a:r>
              <a:rPr lang="en-US" altLang="zh-CN" sz="1800" kern="0" dirty="0">
                <a:latin typeface="微软雅黑 Light" panose="020B0502040204020203" pitchFamily="34" charset="-122"/>
                <a:ea typeface="微软雅黑 Light" panose="020B0502040204020203" pitchFamily="34" charset="-122"/>
                <a:cs typeface="Times New Roman" panose="02020603050405020304" pitchFamily="18" charset="0"/>
                <a:sym typeface="+mn-lt"/>
              </a:rPr>
              <a:t>64 bit</a:t>
            </a:r>
            <a:endParaRPr lang="en-US" altLang="zh-CN" sz="1800" kern="0" dirty="0">
              <a:latin typeface="微软雅黑 Light" panose="020B0502040204020203" pitchFamily="34" charset="-122"/>
              <a:ea typeface="微软雅黑 Light" panose="020B0502040204020203" pitchFamily="34" charset="-122"/>
              <a:cs typeface="Times New Roman" panose="02020603050405020304" pitchFamily="18" charset="0"/>
              <a:sym typeface="+mn-lt"/>
            </a:endParaRPr>
          </a:p>
          <a:p>
            <a:pPr marL="742950" lvl="1" indent="-285750" eaLnBrk="1" hangingPunct="1">
              <a:lnSpc>
                <a:spcPct val="120000"/>
              </a:lnSpc>
              <a:spcBef>
                <a:spcPct val="20000"/>
              </a:spcBef>
              <a:buClr>
                <a:srgbClr val="00C800"/>
              </a:buClr>
              <a:buSzPct val="80000"/>
              <a:buFont typeface="Wingdings" panose="05000000000000000000" pitchFamily="2" charset="2"/>
              <a:buChar char="n"/>
            </a:pPr>
            <a:r>
              <a:rPr lang="zh-CN" altLang="en-US" sz="1800" kern="0" dirty="0">
                <a:latin typeface="微软雅黑 Light" panose="020B0502040204020203" pitchFamily="34" charset="-122"/>
                <a:ea typeface="微软雅黑 Light" panose="020B0502040204020203" pitchFamily="34" charset="-122"/>
                <a:cs typeface="Times New Roman" panose="02020603050405020304" pitchFamily="18" charset="0"/>
                <a:sym typeface="+mn-lt"/>
              </a:rPr>
              <a:t>全局路由前缀：通常由服务提供商分配给一个组织机构（例如企业、学校等），一般至少为</a:t>
            </a:r>
            <a:r>
              <a:rPr lang="en-US" altLang="zh-CN" sz="1800" kern="0" dirty="0">
                <a:latin typeface="微软雅黑 Light" panose="020B0502040204020203" pitchFamily="34" charset="-122"/>
                <a:ea typeface="微软雅黑 Light" panose="020B0502040204020203" pitchFamily="34" charset="-122"/>
                <a:cs typeface="Times New Roman" panose="02020603050405020304" pitchFamily="18" charset="0"/>
                <a:sym typeface="+mn-lt"/>
              </a:rPr>
              <a:t>45 bit</a:t>
            </a:r>
            <a:endParaRPr lang="en-US" altLang="zh-CN" sz="1800" kern="0" dirty="0">
              <a:latin typeface="微软雅黑 Light" panose="020B0502040204020203" pitchFamily="34" charset="-122"/>
              <a:ea typeface="微软雅黑 Light" panose="020B0502040204020203" pitchFamily="34" charset="-122"/>
              <a:cs typeface="Times New Roman" panose="02020603050405020304" pitchFamily="18" charset="0"/>
              <a:sym typeface="+mn-lt"/>
            </a:endParaRPr>
          </a:p>
          <a:p>
            <a:pPr marL="742950" lvl="1" indent="-285750" eaLnBrk="1" hangingPunct="1">
              <a:lnSpc>
                <a:spcPct val="120000"/>
              </a:lnSpc>
              <a:spcBef>
                <a:spcPct val="20000"/>
              </a:spcBef>
              <a:buClr>
                <a:srgbClr val="00C800"/>
              </a:buClr>
              <a:buSzPct val="80000"/>
              <a:buFont typeface="Wingdings" panose="05000000000000000000" pitchFamily="2" charset="2"/>
              <a:buChar char="n"/>
            </a:pPr>
            <a:r>
              <a:rPr lang="zh-CN" altLang="en-US" sz="1800" kern="0" dirty="0">
                <a:latin typeface="微软雅黑 Light" panose="020B0502040204020203" pitchFamily="34" charset="-122"/>
                <a:ea typeface="微软雅黑 Light" panose="020B0502040204020203" pitchFamily="34" charset="-122"/>
                <a:cs typeface="Times New Roman" panose="02020603050405020304" pitchFamily="18" charset="0"/>
                <a:sym typeface="+mn-lt"/>
              </a:rPr>
              <a:t>子网</a:t>
            </a:r>
            <a:r>
              <a:rPr lang="en-US" altLang="zh-CN" sz="1800" kern="0" dirty="0">
                <a:latin typeface="微软雅黑 Light" panose="020B0502040204020203" pitchFamily="34" charset="-122"/>
                <a:ea typeface="微软雅黑 Light" panose="020B0502040204020203" pitchFamily="34" charset="-122"/>
                <a:cs typeface="Times New Roman" panose="02020603050405020304" pitchFamily="18" charset="0"/>
                <a:sym typeface="+mn-lt"/>
              </a:rPr>
              <a:t>ID</a:t>
            </a:r>
            <a:r>
              <a:rPr lang="zh-CN" altLang="en-US" sz="1800" kern="0" dirty="0">
                <a:latin typeface="微软雅黑 Light" panose="020B0502040204020203" pitchFamily="34" charset="-122"/>
                <a:ea typeface="微软雅黑 Light" panose="020B0502040204020203" pitchFamily="34" charset="-122"/>
                <a:cs typeface="Times New Roman" panose="02020603050405020304" pitchFamily="18" charset="0"/>
                <a:sym typeface="+mn-lt"/>
              </a:rPr>
              <a:t>：组织机构根据自身网络需求划分子网</a:t>
            </a:r>
            <a:endParaRPr lang="zh-CN" altLang="en-US" sz="1800" kern="0" dirty="0">
              <a:latin typeface="微软雅黑 Light" panose="020B0502040204020203" pitchFamily="34" charset="-122"/>
              <a:ea typeface="微软雅黑 Light" panose="020B0502040204020203" pitchFamily="34" charset="-122"/>
              <a:cs typeface="Times New Roman" panose="02020603050405020304" pitchFamily="18" charset="0"/>
              <a:sym typeface="+mn-lt"/>
            </a:endParaRPr>
          </a:p>
          <a:p>
            <a:pPr marL="742950" lvl="1" indent="-285750" eaLnBrk="1" hangingPunct="1">
              <a:lnSpc>
                <a:spcPct val="120000"/>
              </a:lnSpc>
              <a:spcBef>
                <a:spcPct val="20000"/>
              </a:spcBef>
              <a:buClr>
                <a:srgbClr val="00C800"/>
              </a:buClr>
              <a:buSzPct val="80000"/>
              <a:buFont typeface="Wingdings" panose="05000000000000000000" pitchFamily="2" charset="2"/>
              <a:buChar char="n"/>
            </a:pPr>
            <a:r>
              <a:rPr lang="zh-CN" altLang="en-US" sz="1800" kern="0" dirty="0">
                <a:latin typeface="微软雅黑 Light" panose="020B0502040204020203" pitchFamily="34" charset="-122"/>
                <a:ea typeface="微软雅黑 Light" panose="020B0502040204020203" pitchFamily="34" charset="-122"/>
                <a:cs typeface="Times New Roman" panose="02020603050405020304" pitchFamily="18" charset="0"/>
                <a:sym typeface="+mn-lt"/>
              </a:rPr>
              <a:t>接口标识：用来标识一个设备（的接口）</a:t>
            </a:r>
            <a:endParaRPr lang="en-US" altLang="zh-CN" sz="1800" kern="0" dirty="0">
              <a:latin typeface="微软雅黑 Light" panose="020B0502040204020203" pitchFamily="34" charset="-122"/>
              <a:ea typeface="微软雅黑 Light" panose="020B0502040204020203" pitchFamily="34" charset="-122"/>
              <a:cs typeface="Times New Roman" panose="02020603050405020304" pitchFamily="18" charset="0"/>
              <a:sym typeface="+mn-lt"/>
            </a:endParaRPr>
          </a:p>
        </p:txBody>
      </p:sp>
      <p:sp>
        <p:nvSpPr>
          <p:cNvPr id="18" name="矩形 17"/>
          <p:cNvSpPr/>
          <p:nvPr/>
        </p:nvSpPr>
        <p:spPr>
          <a:xfrm>
            <a:off x="6385649" y="4058295"/>
            <a:ext cx="3952785" cy="2243916"/>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1800">
              <a:latin typeface="微软雅黑 Light" panose="020B0502040204020203" pitchFamily="34" charset="-122"/>
              <a:ea typeface="微软雅黑 Light" panose="020B0502040204020203" pitchFamily="34" charset="-122"/>
              <a:cs typeface="+mn-ea"/>
              <a:sym typeface="+mn-lt"/>
            </a:endParaRPr>
          </a:p>
        </p:txBody>
      </p:sp>
      <p:cxnSp>
        <p:nvCxnSpPr>
          <p:cNvPr id="19" name="Straight Connector 166"/>
          <p:cNvCxnSpPr/>
          <p:nvPr/>
        </p:nvCxnSpPr>
        <p:spPr>
          <a:xfrm>
            <a:off x="9021799" y="5108977"/>
            <a:ext cx="0" cy="83910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20" name="矩形 19"/>
          <p:cNvSpPr/>
          <p:nvPr/>
        </p:nvSpPr>
        <p:spPr>
          <a:xfrm>
            <a:off x="10489831" y="4058295"/>
            <a:ext cx="1373829" cy="2243916"/>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1800">
              <a:latin typeface="微软雅黑 Light" panose="020B0502040204020203" pitchFamily="34" charset="-122"/>
              <a:ea typeface="微软雅黑 Light" panose="020B0502040204020203" pitchFamily="34" charset="-122"/>
              <a:cs typeface="+mn-ea"/>
              <a:sym typeface="+mn-lt"/>
            </a:endParaRPr>
          </a:p>
        </p:txBody>
      </p:sp>
      <p:cxnSp>
        <p:nvCxnSpPr>
          <p:cNvPr id="21" name="Straight Connector 166"/>
          <p:cNvCxnSpPr/>
          <p:nvPr/>
        </p:nvCxnSpPr>
        <p:spPr>
          <a:xfrm>
            <a:off x="6951826" y="5108977"/>
            <a:ext cx="0" cy="83910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2" name="Group 165"/>
          <p:cNvGrpSpPr/>
          <p:nvPr/>
        </p:nvGrpSpPr>
        <p:grpSpPr>
          <a:xfrm rot="10800000">
            <a:off x="6888141" y="4477702"/>
            <a:ext cx="2204425" cy="631273"/>
            <a:chOff x="-1233037" y="914446"/>
            <a:chExt cx="1573823" cy="778776"/>
          </a:xfrm>
        </p:grpSpPr>
        <p:cxnSp>
          <p:nvCxnSpPr>
            <p:cNvPr id="23" name="Straight Connector 166"/>
            <p:cNvCxnSpPr/>
            <p:nvPr/>
          </p:nvCxnSpPr>
          <p:spPr>
            <a:xfrm flipH="1" flipV="1">
              <a:off x="-1233037" y="914446"/>
              <a:ext cx="786912" cy="77877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Straight Connector 167"/>
            <p:cNvCxnSpPr/>
            <p:nvPr/>
          </p:nvCxnSpPr>
          <p:spPr>
            <a:xfrm flipV="1">
              <a:off x="-446125" y="914446"/>
              <a:ext cx="786911" cy="778776"/>
            </a:xfrm>
            <a:prstGeom prst="line">
              <a:avLst/>
            </a:prstGeom>
            <a:ln w="19050">
              <a:solidFill>
                <a:schemeClr val="tx1"/>
              </a:solidFill>
              <a:prstDash val="solid"/>
            </a:ln>
          </p:spPr>
          <p:style>
            <a:lnRef idx="1">
              <a:schemeClr val="accent1"/>
            </a:lnRef>
            <a:fillRef idx="0">
              <a:schemeClr val="accent1"/>
            </a:fillRef>
            <a:effectRef idx="0">
              <a:schemeClr val="accent1"/>
            </a:effectRef>
            <a:fontRef idx="minor">
              <a:schemeClr val="tx1"/>
            </a:fontRef>
          </p:style>
        </p:cxnSp>
      </p:grpSp>
      <p:sp>
        <p:nvSpPr>
          <p:cNvPr id="25" name="Freeform 159"/>
          <p:cNvSpPr/>
          <p:nvPr/>
        </p:nvSpPr>
        <p:spPr>
          <a:xfrm flipH="1">
            <a:off x="9123746" y="2590555"/>
            <a:ext cx="1872043" cy="978570"/>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lumMod val="85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square" tIns="107958" rtlCol="0" anchor="ctr">
            <a:noAutofit/>
          </a:bodyPr>
          <a:lstStyle/>
          <a:p>
            <a:pPr algn="ctr">
              <a:lnSpc>
                <a:spcPct val="120000"/>
              </a:lnSpc>
            </a:pPr>
            <a:r>
              <a:rPr lang="en-US" sz="1600" dirty="0">
                <a:solidFill>
                  <a:schemeClr val="bg1">
                    <a:lumMod val="50000"/>
                  </a:schemeClr>
                </a:solidFill>
                <a:latin typeface="微软雅黑 Light" panose="020B0502040204020203" pitchFamily="34" charset="-122"/>
                <a:ea typeface="微软雅黑 Light" panose="020B0502040204020203" pitchFamily="34" charset="-122"/>
                <a:cs typeface="+mn-ea"/>
                <a:sym typeface="+mn-lt"/>
              </a:rPr>
              <a:t>Internet</a:t>
            </a:r>
            <a:endParaRPr lang="en-US" sz="1600" dirty="0">
              <a:solidFill>
                <a:schemeClr val="bg1">
                  <a:lumMod val="50000"/>
                </a:schemeClr>
              </a:solidFill>
              <a:latin typeface="微软雅黑 Light" panose="020B0502040204020203" pitchFamily="34" charset="-122"/>
              <a:ea typeface="微软雅黑 Light" panose="020B0502040204020203" pitchFamily="34" charset="-122"/>
              <a:cs typeface="+mn-ea"/>
              <a:sym typeface="+mn-lt"/>
            </a:endParaRPr>
          </a:p>
        </p:txBody>
      </p:sp>
      <p:cxnSp>
        <p:nvCxnSpPr>
          <p:cNvPr id="26" name="Straight Connector 166"/>
          <p:cNvCxnSpPr/>
          <p:nvPr/>
        </p:nvCxnSpPr>
        <p:spPr>
          <a:xfrm>
            <a:off x="11184287" y="4576389"/>
            <a:ext cx="0" cy="137169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27" name="文本框 26"/>
          <p:cNvSpPr txBox="1"/>
          <p:nvPr/>
        </p:nvSpPr>
        <p:spPr bwMode="auto">
          <a:xfrm>
            <a:off x="6434565" y="6009921"/>
            <a:ext cx="954707" cy="292655"/>
          </a:xfrm>
          <a:prstGeom prst="rect">
            <a:avLst/>
          </a:prstGeom>
          <a:noFill/>
          <a:ln w="9525" algn="ctr">
            <a:noFill/>
            <a:miter lim="800000"/>
          </a:ln>
        </p:spPr>
        <p:txBody>
          <a:bodyPr vert="horz" wrap="none" lIns="87768" tIns="43884" rIns="87768" bIns="43884" numCol="1" rtlCol="0" anchor="ctr" anchorCtr="0" compatLnSpc="1">
            <a:spAutoFit/>
          </a:bodyPr>
          <a:lstStyle/>
          <a:p>
            <a:pPr>
              <a:lnSpc>
                <a:spcPct val="120000"/>
              </a:lnSpc>
            </a:pPr>
            <a:r>
              <a:rPr lang="en-US" altLang="zh-CN" sz="1200" dirty="0">
                <a:latin typeface="微软雅黑 Light" panose="020B0502040204020203" pitchFamily="34" charset="-122"/>
                <a:ea typeface="微软雅黑 Light" panose="020B0502040204020203" pitchFamily="34" charset="-122"/>
                <a:cs typeface="+mn-ea"/>
                <a:sym typeface="+mn-lt"/>
              </a:rPr>
              <a:t>2001:1::1/64</a:t>
            </a:r>
            <a:endParaRPr lang="zh-CN" altLang="en-US" sz="1200" dirty="0">
              <a:latin typeface="微软雅黑 Light" panose="020B0502040204020203" pitchFamily="34" charset="-122"/>
              <a:ea typeface="微软雅黑 Light" panose="020B0502040204020203" pitchFamily="34" charset="-122"/>
              <a:cs typeface="+mn-ea"/>
              <a:sym typeface="+mn-lt"/>
            </a:endParaRPr>
          </a:p>
        </p:txBody>
      </p:sp>
      <p:sp>
        <p:nvSpPr>
          <p:cNvPr id="28" name="文本框 27"/>
          <p:cNvSpPr txBox="1"/>
          <p:nvPr/>
        </p:nvSpPr>
        <p:spPr bwMode="auto">
          <a:xfrm>
            <a:off x="10667026" y="6018043"/>
            <a:ext cx="980355" cy="292655"/>
          </a:xfrm>
          <a:prstGeom prst="rect">
            <a:avLst/>
          </a:prstGeom>
          <a:noFill/>
          <a:ln w="9525" algn="ctr">
            <a:noFill/>
            <a:miter lim="800000"/>
          </a:ln>
        </p:spPr>
        <p:txBody>
          <a:bodyPr vert="horz" wrap="none" lIns="87768" tIns="43884" rIns="87768" bIns="43884" numCol="1" rtlCol="0" anchor="ctr" anchorCtr="0" compatLnSpc="1">
            <a:spAutoFit/>
          </a:bodyPr>
          <a:lstStyle/>
          <a:p>
            <a:pPr>
              <a:lnSpc>
                <a:spcPct val="120000"/>
              </a:lnSpc>
            </a:pPr>
            <a:r>
              <a:rPr lang="en-US" altLang="zh-CN" sz="1200">
                <a:latin typeface="微软雅黑 Light" panose="020B0502040204020203" pitchFamily="34" charset="-122"/>
                <a:ea typeface="微软雅黑 Light" panose="020B0502040204020203" pitchFamily="34" charset="-122"/>
                <a:cs typeface="+mn-ea"/>
                <a:sym typeface="+mn-lt"/>
              </a:rPr>
              <a:t>2001:3::</a:t>
            </a:r>
            <a:r>
              <a:rPr lang="en-US" altLang="zh-CN" sz="1200" dirty="0">
                <a:latin typeface="微软雅黑 Light" panose="020B0502040204020203" pitchFamily="34" charset="-122"/>
                <a:ea typeface="微软雅黑 Light" panose="020B0502040204020203" pitchFamily="34" charset="-122"/>
                <a:cs typeface="+mn-ea"/>
                <a:sym typeface="+mn-lt"/>
              </a:rPr>
              <a:t>1/64</a:t>
            </a:r>
            <a:endParaRPr lang="zh-CN" altLang="en-US" sz="1200" dirty="0">
              <a:latin typeface="微软雅黑 Light" panose="020B0502040204020203" pitchFamily="34" charset="-122"/>
              <a:ea typeface="微软雅黑 Light" panose="020B0502040204020203" pitchFamily="34" charset="-122"/>
              <a:cs typeface="+mn-ea"/>
              <a:sym typeface="+mn-lt"/>
            </a:endParaRPr>
          </a:p>
        </p:txBody>
      </p:sp>
      <p:sp>
        <p:nvSpPr>
          <p:cNvPr id="29" name="文本框 28"/>
          <p:cNvSpPr txBox="1"/>
          <p:nvPr/>
        </p:nvSpPr>
        <p:spPr bwMode="auto">
          <a:xfrm>
            <a:off x="7585482" y="2597189"/>
            <a:ext cx="1304162" cy="292655"/>
          </a:xfrm>
          <a:prstGeom prst="rect">
            <a:avLst/>
          </a:prstGeom>
          <a:noFill/>
          <a:ln w="9525" algn="ctr">
            <a:noFill/>
            <a:miter lim="800000"/>
          </a:ln>
        </p:spPr>
        <p:txBody>
          <a:bodyPr vert="horz" wrap="none" lIns="87768" tIns="43884" rIns="87768" bIns="43884" numCol="1" rtlCol="0" anchor="ctr" anchorCtr="0" compatLnSpc="1">
            <a:spAutoFit/>
          </a:bodyPr>
          <a:lstStyle/>
          <a:p>
            <a:pPr>
              <a:lnSpc>
                <a:spcPct val="120000"/>
              </a:lnSpc>
            </a:pPr>
            <a:r>
              <a:rPr lang="en-US" altLang="zh-CN" sz="1200" dirty="0">
                <a:latin typeface="微软雅黑 Light" panose="020B0502040204020203" pitchFamily="34" charset="-122"/>
                <a:ea typeface="微软雅黑 Light" panose="020B0502040204020203" pitchFamily="34" charset="-122"/>
                <a:cs typeface="+mn-ea"/>
                <a:sym typeface="+mn-lt"/>
              </a:rPr>
              <a:t>2001:ABCD::1/64</a:t>
            </a:r>
            <a:endParaRPr lang="zh-CN" altLang="en-US" sz="1200" dirty="0">
              <a:latin typeface="微软雅黑 Light" panose="020B0502040204020203" pitchFamily="34" charset="-122"/>
              <a:ea typeface="微软雅黑 Light" panose="020B0502040204020203" pitchFamily="34" charset="-122"/>
              <a:cs typeface="+mn-ea"/>
              <a:sym typeface="+mn-lt"/>
            </a:endParaRPr>
          </a:p>
        </p:txBody>
      </p:sp>
      <p:grpSp>
        <p:nvGrpSpPr>
          <p:cNvPr id="30" name="组合 317"/>
          <p:cNvGrpSpPr/>
          <p:nvPr/>
        </p:nvGrpSpPr>
        <p:grpSpPr bwMode="auto">
          <a:xfrm>
            <a:off x="8957982" y="2527984"/>
            <a:ext cx="432893" cy="431062"/>
            <a:chOff x="5362575" y="935038"/>
            <a:chExt cx="668338" cy="668338"/>
          </a:xfrm>
          <a:solidFill>
            <a:schemeClr val="bg1">
              <a:lumMod val="65000"/>
            </a:schemeClr>
          </a:solidFill>
        </p:grpSpPr>
        <p:sp>
          <p:nvSpPr>
            <p:cNvPr id="31" name="Freeform 155"/>
            <p:cNvSpPr>
              <a:spLocks noChangeArrowheads="1"/>
            </p:cNvSpPr>
            <p:nvPr/>
          </p:nvSpPr>
          <p:spPr bwMode="auto">
            <a:xfrm>
              <a:off x="5362575" y="935038"/>
              <a:ext cx="668338" cy="668338"/>
            </a:xfrm>
            <a:custGeom>
              <a:avLst/>
              <a:gdLst>
                <a:gd name="T0" fmla="*/ 2147483646 w 1592"/>
                <a:gd name="T1" fmla="*/ 2147483646 h 1591"/>
                <a:gd name="T2" fmla="*/ 2147483646 w 1592"/>
                <a:gd name="T3" fmla="*/ 2147483646 h 1591"/>
                <a:gd name="T4" fmla="*/ 0 w 1592"/>
                <a:gd name="T5" fmla="*/ 2147483646 h 1591"/>
                <a:gd name="T6" fmla="*/ 2147483646 w 1592"/>
                <a:gd name="T7" fmla="*/ 0 h 1591"/>
                <a:gd name="T8" fmla="*/ 2147483646 w 1592"/>
                <a:gd name="T9" fmla="*/ 2147483646 h 1591"/>
                <a:gd name="T10" fmla="*/ 2147483646 w 1592"/>
                <a:gd name="T11" fmla="*/ 2147483646 h 1591"/>
                <a:gd name="T12" fmla="*/ 2147483646 w 1592"/>
                <a:gd name="T13" fmla="*/ 2147483646 h 1591"/>
                <a:gd name="T14" fmla="*/ 2147483646 w 1592"/>
                <a:gd name="T15" fmla="*/ 2147483646 h 1591"/>
                <a:gd name="T16" fmla="*/ 2147483646 w 1592"/>
                <a:gd name="T17" fmla="*/ 2147483646 h 1591"/>
                <a:gd name="T18" fmla="*/ 2147483646 w 1592"/>
                <a:gd name="T19" fmla="*/ 2147483646 h 1591"/>
                <a:gd name="T20" fmla="*/ 2147483646 w 1592"/>
                <a:gd name="T21" fmla="*/ 2147483646 h 1591"/>
                <a:gd name="T22" fmla="*/ 2147483646 w 1592"/>
                <a:gd name="T23" fmla="*/ 2147483646 h 1591"/>
                <a:gd name="T24" fmla="*/ 2147483646 w 1592"/>
                <a:gd name="T25" fmla="*/ 2147483646 h 1591"/>
                <a:gd name="T26" fmla="*/ 2147483646 w 1592"/>
                <a:gd name="T27" fmla="*/ 2147483646 h 1591"/>
                <a:gd name="T28" fmla="*/ 2147483646 w 1592"/>
                <a:gd name="T29" fmla="*/ 2147483646 h 1591"/>
                <a:gd name="T30" fmla="*/ 2147483646 w 1592"/>
                <a:gd name="T31" fmla="*/ 2147483646 h 1591"/>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1592" h="1591">
                  <a:moveTo>
                    <a:pt x="796" y="1591"/>
                  </a:moveTo>
                  <a:lnTo>
                    <a:pt x="796" y="1591"/>
                  </a:lnTo>
                  <a:cubicBezTo>
                    <a:pt x="357" y="1591"/>
                    <a:pt x="0" y="1234"/>
                    <a:pt x="0" y="795"/>
                  </a:cubicBezTo>
                  <a:cubicBezTo>
                    <a:pt x="0" y="357"/>
                    <a:pt x="357" y="0"/>
                    <a:pt x="796" y="0"/>
                  </a:cubicBezTo>
                  <a:cubicBezTo>
                    <a:pt x="1234" y="0"/>
                    <a:pt x="1592" y="357"/>
                    <a:pt x="1592" y="795"/>
                  </a:cubicBezTo>
                  <a:cubicBezTo>
                    <a:pt x="1592" y="957"/>
                    <a:pt x="1543" y="1113"/>
                    <a:pt x="1452" y="1246"/>
                  </a:cubicBezTo>
                  <a:cubicBezTo>
                    <a:pt x="1442" y="1261"/>
                    <a:pt x="1421" y="1265"/>
                    <a:pt x="1406" y="1254"/>
                  </a:cubicBezTo>
                  <a:cubicBezTo>
                    <a:pt x="1391" y="1244"/>
                    <a:pt x="1387" y="1223"/>
                    <a:pt x="1397" y="1208"/>
                  </a:cubicBezTo>
                  <a:cubicBezTo>
                    <a:pt x="1481" y="1086"/>
                    <a:pt x="1525" y="944"/>
                    <a:pt x="1525" y="795"/>
                  </a:cubicBezTo>
                  <a:cubicBezTo>
                    <a:pt x="1525" y="393"/>
                    <a:pt x="1198" y="66"/>
                    <a:pt x="796" y="66"/>
                  </a:cubicBezTo>
                  <a:cubicBezTo>
                    <a:pt x="393" y="66"/>
                    <a:pt x="66" y="393"/>
                    <a:pt x="66" y="795"/>
                  </a:cubicBezTo>
                  <a:cubicBezTo>
                    <a:pt x="66" y="1198"/>
                    <a:pt x="393" y="1525"/>
                    <a:pt x="796" y="1525"/>
                  </a:cubicBezTo>
                  <a:cubicBezTo>
                    <a:pt x="944" y="1525"/>
                    <a:pt x="1087" y="1480"/>
                    <a:pt x="1209" y="1396"/>
                  </a:cubicBezTo>
                  <a:cubicBezTo>
                    <a:pt x="1225" y="1386"/>
                    <a:pt x="1245" y="1389"/>
                    <a:pt x="1256" y="1405"/>
                  </a:cubicBezTo>
                  <a:cubicBezTo>
                    <a:pt x="1266" y="1420"/>
                    <a:pt x="1262" y="1440"/>
                    <a:pt x="1247" y="1451"/>
                  </a:cubicBezTo>
                  <a:cubicBezTo>
                    <a:pt x="1114" y="1543"/>
                    <a:pt x="958" y="1591"/>
                    <a:pt x="796" y="1591"/>
                  </a:cubicBezTo>
                  <a:close/>
                </a:path>
              </a:pathLst>
            </a:custGeom>
            <a:grpFill/>
            <a:ln>
              <a:noFill/>
            </a:ln>
            <a:extLst>
              <a:ext uri="{91240B29-F687-4F45-9708-019B960494DF}">
                <a14:hiddenLine xmlns:a14="http://schemas.microsoft.com/office/drawing/2010/main" w="0">
                  <a:solidFill>
                    <a:srgbClr val="000000"/>
                  </a:solidFill>
                  <a:round/>
                </a14:hiddenLine>
              </a:ext>
            </a:extLst>
          </p:spPr>
          <p:txBody>
            <a:bodyPr/>
            <a:lstStyle/>
            <a:p>
              <a:pPr>
                <a:lnSpc>
                  <a:spcPct val="120000"/>
                </a:lnSpc>
              </a:pPr>
              <a:endParaRPr lang="zh-CN" altLang="en-US" sz="2140">
                <a:latin typeface="微软雅黑 Light" panose="020B0502040204020203" pitchFamily="34" charset="-122"/>
                <a:ea typeface="微软雅黑 Light" panose="020B0502040204020203" pitchFamily="34" charset="-122"/>
                <a:cs typeface="+mn-ea"/>
                <a:sym typeface="+mn-lt"/>
              </a:endParaRPr>
            </a:p>
          </p:txBody>
        </p:sp>
        <p:sp>
          <p:nvSpPr>
            <p:cNvPr id="32" name="Freeform 156"/>
            <p:cNvSpPr>
              <a:spLocks noChangeArrowheads="1"/>
            </p:cNvSpPr>
            <p:nvPr/>
          </p:nvSpPr>
          <p:spPr bwMode="auto">
            <a:xfrm>
              <a:off x="5503863" y="1265238"/>
              <a:ext cx="385763" cy="338138"/>
            </a:xfrm>
            <a:custGeom>
              <a:avLst/>
              <a:gdLst>
                <a:gd name="T0" fmla="*/ 2147483646 w 919"/>
                <a:gd name="T1" fmla="*/ 2147483646 h 805"/>
                <a:gd name="T2" fmla="*/ 2147483646 w 919"/>
                <a:gd name="T3" fmla="*/ 2147483646 h 805"/>
                <a:gd name="T4" fmla="*/ 2147483646 w 919"/>
                <a:gd name="T5" fmla="*/ 2147483646 h 805"/>
                <a:gd name="T6" fmla="*/ 2147483646 w 919"/>
                <a:gd name="T7" fmla="*/ 0 h 805"/>
                <a:gd name="T8" fmla="*/ 2147483646 w 919"/>
                <a:gd name="T9" fmla="*/ 2147483646 h 805"/>
                <a:gd name="T10" fmla="*/ 2147483646 w 919"/>
                <a:gd name="T11" fmla="*/ 2147483646 h 805"/>
                <a:gd name="T12" fmla="*/ 2147483646 w 919"/>
                <a:gd name="T13" fmla="*/ 2147483646 h 805"/>
                <a:gd name="T14" fmla="*/ 2147483646 w 919"/>
                <a:gd name="T15" fmla="*/ 0 h 805"/>
                <a:gd name="T16" fmla="*/ 2147483646 w 919"/>
                <a:gd name="T17" fmla="*/ 0 h 805"/>
                <a:gd name="T18" fmla="*/ 2147483646 w 919"/>
                <a:gd name="T19" fmla="*/ 2147483646 h 805"/>
                <a:gd name="T20" fmla="*/ 2147483646 w 919"/>
                <a:gd name="T21" fmla="*/ 2147483646 h 80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919" h="805">
                  <a:moveTo>
                    <a:pt x="460" y="805"/>
                  </a:moveTo>
                  <a:lnTo>
                    <a:pt x="460" y="805"/>
                  </a:lnTo>
                  <a:cubicBezTo>
                    <a:pt x="210" y="805"/>
                    <a:pt x="8" y="467"/>
                    <a:pt x="1" y="34"/>
                  </a:cubicBezTo>
                  <a:cubicBezTo>
                    <a:pt x="0" y="16"/>
                    <a:pt x="15" y="0"/>
                    <a:pt x="34" y="0"/>
                  </a:cubicBezTo>
                  <a:cubicBezTo>
                    <a:pt x="52" y="0"/>
                    <a:pt x="67" y="14"/>
                    <a:pt x="67" y="33"/>
                  </a:cubicBezTo>
                  <a:cubicBezTo>
                    <a:pt x="74" y="422"/>
                    <a:pt x="250" y="739"/>
                    <a:pt x="460" y="739"/>
                  </a:cubicBezTo>
                  <a:cubicBezTo>
                    <a:pt x="669" y="739"/>
                    <a:pt x="845" y="422"/>
                    <a:pt x="852" y="33"/>
                  </a:cubicBezTo>
                  <a:cubicBezTo>
                    <a:pt x="852" y="15"/>
                    <a:pt x="867" y="0"/>
                    <a:pt x="885" y="0"/>
                  </a:cubicBezTo>
                  <a:cubicBezTo>
                    <a:pt x="885" y="0"/>
                    <a:pt x="885" y="0"/>
                    <a:pt x="886" y="0"/>
                  </a:cubicBezTo>
                  <a:cubicBezTo>
                    <a:pt x="904" y="1"/>
                    <a:pt x="919" y="16"/>
                    <a:pt x="918" y="34"/>
                  </a:cubicBezTo>
                  <a:cubicBezTo>
                    <a:pt x="911" y="467"/>
                    <a:pt x="709" y="805"/>
                    <a:pt x="460" y="805"/>
                  </a:cubicBezTo>
                  <a:close/>
                </a:path>
              </a:pathLst>
            </a:custGeom>
            <a:grpFill/>
            <a:ln>
              <a:noFill/>
            </a:ln>
            <a:extLst>
              <a:ext uri="{91240B29-F687-4F45-9708-019B960494DF}">
                <a14:hiddenLine xmlns:a14="http://schemas.microsoft.com/office/drawing/2010/main" w="0">
                  <a:solidFill>
                    <a:srgbClr val="000000"/>
                  </a:solidFill>
                  <a:round/>
                </a14:hiddenLine>
              </a:ext>
            </a:extLst>
          </p:spPr>
          <p:txBody>
            <a:bodyPr/>
            <a:lstStyle/>
            <a:p>
              <a:pPr>
                <a:lnSpc>
                  <a:spcPct val="120000"/>
                </a:lnSpc>
              </a:pPr>
              <a:endParaRPr lang="zh-CN" altLang="en-US" sz="2140">
                <a:latin typeface="微软雅黑 Light" panose="020B0502040204020203" pitchFamily="34" charset="-122"/>
                <a:ea typeface="微软雅黑 Light" panose="020B0502040204020203" pitchFamily="34" charset="-122"/>
                <a:cs typeface="+mn-ea"/>
                <a:sym typeface="+mn-lt"/>
              </a:endParaRPr>
            </a:p>
          </p:txBody>
        </p:sp>
        <p:sp>
          <p:nvSpPr>
            <p:cNvPr id="33" name="Freeform 157"/>
            <p:cNvSpPr>
              <a:spLocks noChangeArrowheads="1"/>
            </p:cNvSpPr>
            <p:nvPr/>
          </p:nvSpPr>
          <p:spPr bwMode="auto">
            <a:xfrm>
              <a:off x="5534025" y="935038"/>
              <a:ext cx="325438" cy="166688"/>
            </a:xfrm>
            <a:custGeom>
              <a:avLst/>
              <a:gdLst>
                <a:gd name="T0" fmla="*/ 2147483646 w 775"/>
                <a:gd name="T1" fmla="*/ 2147483646 h 398"/>
                <a:gd name="T2" fmla="*/ 2147483646 w 775"/>
                <a:gd name="T3" fmla="*/ 2147483646 h 398"/>
                <a:gd name="T4" fmla="*/ 2147483646 w 775"/>
                <a:gd name="T5" fmla="*/ 2147483646 h 398"/>
                <a:gd name="T6" fmla="*/ 2147483646 w 775"/>
                <a:gd name="T7" fmla="*/ 2147483646 h 398"/>
                <a:gd name="T8" fmla="*/ 2147483646 w 775"/>
                <a:gd name="T9" fmla="*/ 2147483646 h 398"/>
                <a:gd name="T10" fmla="*/ 2147483646 w 775"/>
                <a:gd name="T11" fmla="*/ 2147483646 h 398"/>
                <a:gd name="T12" fmla="*/ 2147483646 w 775"/>
                <a:gd name="T13" fmla="*/ 2147483646 h 398"/>
                <a:gd name="T14" fmla="*/ 2147483646 w 775"/>
                <a:gd name="T15" fmla="*/ 0 h 398"/>
                <a:gd name="T16" fmla="*/ 2147483646 w 775"/>
                <a:gd name="T17" fmla="*/ 2147483646 h 398"/>
                <a:gd name="T18" fmla="*/ 2147483646 w 775"/>
                <a:gd name="T19" fmla="*/ 2147483646 h 398"/>
                <a:gd name="T20" fmla="*/ 2147483646 w 775"/>
                <a:gd name="T21" fmla="*/ 2147483646 h 398"/>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775" h="398">
                  <a:moveTo>
                    <a:pt x="737" y="398"/>
                  </a:moveTo>
                  <a:lnTo>
                    <a:pt x="737" y="398"/>
                  </a:lnTo>
                  <a:cubicBezTo>
                    <a:pt x="724" y="398"/>
                    <a:pt x="711" y="390"/>
                    <a:pt x="706" y="377"/>
                  </a:cubicBezTo>
                  <a:cubicBezTo>
                    <a:pt x="631" y="182"/>
                    <a:pt x="512" y="66"/>
                    <a:pt x="386" y="66"/>
                  </a:cubicBezTo>
                  <a:cubicBezTo>
                    <a:pt x="262" y="66"/>
                    <a:pt x="143" y="179"/>
                    <a:pt x="69" y="368"/>
                  </a:cubicBezTo>
                  <a:cubicBezTo>
                    <a:pt x="62" y="385"/>
                    <a:pt x="43" y="393"/>
                    <a:pt x="26" y="386"/>
                  </a:cubicBezTo>
                  <a:cubicBezTo>
                    <a:pt x="9" y="380"/>
                    <a:pt x="0" y="360"/>
                    <a:pt x="7" y="343"/>
                  </a:cubicBezTo>
                  <a:cubicBezTo>
                    <a:pt x="92" y="128"/>
                    <a:pt x="233" y="0"/>
                    <a:pt x="386" y="0"/>
                  </a:cubicBezTo>
                  <a:cubicBezTo>
                    <a:pt x="540" y="0"/>
                    <a:pt x="683" y="132"/>
                    <a:pt x="768" y="353"/>
                  </a:cubicBezTo>
                  <a:cubicBezTo>
                    <a:pt x="775" y="370"/>
                    <a:pt x="766" y="390"/>
                    <a:pt x="749" y="396"/>
                  </a:cubicBezTo>
                  <a:cubicBezTo>
                    <a:pt x="745" y="398"/>
                    <a:pt x="741" y="398"/>
                    <a:pt x="737" y="398"/>
                  </a:cubicBezTo>
                  <a:close/>
                </a:path>
              </a:pathLst>
            </a:custGeom>
            <a:grpFill/>
            <a:ln>
              <a:noFill/>
            </a:ln>
            <a:extLst>
              <a:ext uri="{91240B29-F687-4F45-9708-019B960494DF}">
                <a14:hiddenLine xmlns:a14="http://schemas.microsoft.com/office/drawing/2010/main" w="0">
                  <a:solidFill>
                    <a:srgbClr val="000000"/>
                  </a:solidFill>
                  <a:round/>
                </a14:hiddenLine>
              </a:ext>
            </a:extLst>
          </p:spPr>
          <p:txBody>
            <a:bodyPr/>
            <a:lstStyle/>
            <a:p>
              <a:pPr>
                <a:lnSpc>
                  <a:spcPct val="120000"/>
                </a:lnSpc>
              </a:pPr>
              <a:endParaRPr lang="zh-CN" altLang="en-US" sz="2140">
                <a:latin typeface="微软雅黑 Light" panose="020B0502040204020203" pitchFamily="34" charset="-122"/>
                <a:ea typeface="微软雅黑 Light" panose="020B0502040204020203" pitchFamily="34" charset="-122"/>
                <a:cs typeface="+mn-ea"/>
                <a:sym typeface="+mn-lt"/>
              </a:endParaRPr>
            </a:p>
          </p:txBody>
        </p:sp>
        <p:sp>
          <p:nvSpPr>
            <p:cNvPr id="34" name="Freeform 158"/>
            <p:cNvSpPr>
              <a:spLocks noChangeArrowheads="1"/>
            </p:cNvSpPr>
            <p:nvPr/>
          </p:nvSpPr>
          <p:spPr bwMode="auto">
            <a:xfrm>
              <a:off x="5362575" y="1265238"/>
              <a:ext cx="666750" cy="26988"/>
            </a:xfrm>
            <a:custGeom>
              <a:avLst/>
              <a:gdLst>
                <a:gd name="T0" fmla="*/ 2147483646 w 1590"/>
                <a:gd name="T1" fmla="*/ 2147483646 h 67"/>
                <a:gd name="T2" fmla="*/ 2147483646 w 1590"/>
                <a:gd name="T3" fmla="*/ 2147483646 h 67"/>
                <a:gd name="T4" fmla="*/ 2147483646 w 1590"/>
                <a:gd name="T5" fmla="*/ 2147483646 h 67"/>
                <a:gd name="T6" fmla="*/ 0 w 1590"/>
                <a:gd name="T7" fmla="*/ 2147483646 h 67"/>
                <a:gd name="T8" fmla="*/ 2147483646 w 1590"/>
                <a:gd name="T9" fmla="*/ 0 h 67"/>
                <a:gd name="T10" fmla="*/ 2147483646 w 1590"/>
                <a:gd name="T11" fmla="*/ 0 h 67"/>
                <a:gd name="T12" fmla="*/ 2147483646 w 1590"/>
                <a:gd name="T13" fmla="*/ 2147483646 h 67"/>
                <a:gd name="T14" fmla="*/ 2147483646 w 1590"/>
                <a:gd name="T15" fmla="*/ 2147483646 h 6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590" h="67">
                  <a:moveTo>
                    <a:pt x="1557" y="67"/>
                  </a:moveTo>
                  <a:lnTo>
                    <a:pt x="1557" y="67"/>
                  </a:lnTo>
                  <a:lnTo>
                    <a:pt x="33" y="67"/>
                  </a:lnTo>
                  <a:cubicBezTo>
                    <a:pt x="15" y="67"/>
                    <a:pt x="0" y="52"/>
                    <a:pt x="0" y="33"/>
                  </a:cubicBezTo>
                  <a:cubicBezTo>
                    <a:pt x="0" y="15"/>
                    <a:pt x="15" y="0"/>
                    <a:pt x="33" y="0"/>
                  </a:cubicBezTo>
                  <a:lnTo>
                    <a:pt x="1557" y="0"/>
                  </a:lnTo>
                  <a:cubicBezTo>
                    <a:pt x="1575" y="0"/>
                    <a:pt x="1590" y="15"/>
                    <a:pt x="1590" y="33"/>
                  </a:cubicBezTo>
                  <a:cubicBezTo>
                    <a:pt x="1590" y="52"/>
                    <a:pt x="1575" y="67"/>
                    <a:pt x="1557" y="67"/>
                  </a:cubicBezTo>
                  <a:close/>
                </a:path>
              </a:pathLst>
            </a:custGeom>
            <a:grpFill/>
            <a:ln>
              <a:noFill/>
            </a:ln>
            <a:extLst>
              <a:ext uri="{91240B29-F687-4F45-9708-019B960494DF}">
                <a14:hiddenLine xmlns:a14="http://schemas.microsoft.com/office/drawing/2010/main" w="0">
                  <a:solidFill>
                    <a:srgbClr val="000000"/>
                  </a:solidFill>
                  <a:round/>
                </a14:hiddenLine>
              </a:ext>
            </a:extLst>
          </p:spPr>
          <p:txBody>
            <a:bodyPr/>
            <a:lstStyle/>
            <a:p>
              <a:pPr>
                <a:lnSpc>
                  <a:spcPct val="120000"/>
                </a:lnSpc>
              </a:pPr>
              <a:endParaRPr lang="zh-CN" altLang="en-US" sz="2140">
                <a:latin typeface="微软雅黑 Light" panose="020B0502040204020203" pitchFamily="34" charset="-122"/>
                <a:ea typeface="微软雅黑 Light" panose="020B0502040204020203" pitchFamily="34" charset="-122"/>
                <a:cs typeface="+mn-ea"/>
                <a:sym typeface="+mn-lt"/>
              </a:endParaRPr>
            </a:p>
          </p:txBody>
        </p:sp>
        <p:sp>
          <p:nvSpPr>
            <p:cNvPr id="35" name="Freeform 159"/>
            <p:cNvSpPr>
              <a:spLocks noChangeArrowheads="1"/>
            </p:cNvSpPr>
            <p:nvPr/>
          </p:nvSpPr>
          <p:spPr bwMode="auto">
            <a:xfrm>
              <a:off x="5681663" y="1265238"/>
              <a:ext cx="28575" cy="338138"/>
            </a:xfrm>
            <a:custGeom>
              <a:avLst/>
              <a:gdLst>
                <a:gd name="T0" fmla="*/ 2147483646 w 67"/>
                <a:gd name="T1" fmla="*/ 2147483646 h 805"/>
                <a:gd name="T2" fmla="*/ 2147483646 w 67"/>
                <a:gd name="T3" fmla="*/ 2147483646 h 805"/>
                <a:gd name="T4" fmla="*/ 0 w 67"/>
                <a:gd name="T5" fmla="*/ 2147483646 h 805"/>
                <a:gd name="T6" fmla="*/ 0 w 67"/>
                <a:gd name="T7" fmla="*/ 2147483646 h 805"/>
                <a:gd name="T8" fmla="*/ 2147483646 w 67"/>
                <a:gd name="T9" fmla="*/ 0 h 805"/>
                <a:gd name="T10" fmla="*/ 2147483646 w 67"/>
                <a:gd name="T11" fmla="*/ 2147483646 h 805"/>
                <a:gd name="T12" fmla="*/ 2147483646 w 67"/>
                <a:gd name="T13" fmla="*/ 2147483646 h 805"/>
                <a:gd name="T14" fmla="*/ 2147483646 w 67"/>
                <a:gd name="T15" fmla="*/ 2147483646 h 805"/>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67" h="805">
                  <a:moveTo>
                    <a:pt x="34" y="805"/>
                  </a:moveTo>
                  <a:lnTo>
                    <a:pt x="34" y="805"/>
                  </a:lnTo>
                  <a:cubicBezTo>
                    <a:pt x="15" y="805"/>
                    <a:pt x="0" y="790"/>
                    <a:pt x="0" y="772"/>
                  </a:cubicBezTo>
                  <a:lnTo>
                    <a:pt x="0" y="34"/>
                  </a:lnTo>
                  <a:cubicBezTo>
                    <a:pt x="0" y="15"/>
                    <a:pt x="15" y="0"/>
                    <a:pt x="34" y="0"/>
                  </a:cubicBezTo>
                  <a:cubicBezTo>
                    <a:pt x="52" y="0"/>
                    <a:pt x="67" y="15"/>
                    <a:pt x="67" y="34"/>
                  </a:cubicBezTo>
                  <a:lnTo>
                    <a:pt x="67" y="772"/>
                  </a:lnTo>
                  <a:cubicBezTo>
                    <a:pt x="67" y="790"/>
                    <a:pt x="52" y="805"/>
                    <a:pt x="34" y="805"/>
                  </a:cubicBezTo>
                  <a:close/>
                </a:path>
              </a:pathLst>
            </a:custGeom>
            <a:grpFill/>
            <a:ln>
              <a:noFill/>
            </a:ln>
            <a:extLst>
              <a:ext uri="{91240B29-F687-4F45-9708-019B960494DF}">
                <a14:hiddenLine xmlns:a14="http://schemas.microsoft.com/office/drawing/2010/main" w="0">
                  <a:solidFill>
                    <a:srgbClr val="000000"/>
                  </a:solidFill>
                  <a:round/>
                </a14:hiddenLine>
              </a:ext>
            </a:extLst>
          </p:spPr>
          <p:txBody>
            <a:bodyPr/>
            <a:lstStyle/>
            <a:p>
              <a:pPr>
                <a:lnSpc>
                  <a:spcPct val="120000"/>
                </a:lnSpc>
              </a:pPr>
              <a:endParaRPr lang="zh-CN" altLang="en-US" sz="2140">
                <a:latin typeface="微软雅黑 Light" panose="020B0502040204020203" pitchFamily="34" charset="-122"/>
                <a:ea typeface="微软雅黑 Light" panose="020B0502040204020203" pitchFamily="34" charset="-122"/>
                <a:cs typeface="+mn-ea"/>
                <a:sym typeface="+mn-lt"/>
              </a:endParaRPr>
            </a:p>
          </p:txBody>
        </p:sp>
        <p:sp>
          <p:nvSpPr>
            <p:cNvPr id="36" name="Freeform 160"/>
            <p:cNvSpPr>
              <a:spLocks noChangeArrowheads="1"/>
            </p:cNvSpPr>
            <p:nvPr/>
          </p:nvSpPr>
          <p:spPr bwMode="auto">
            <a:xfrm>
              <a:off x="5681663" y="935038"/>
              <a:ext cx="28575" cy="166688"/>
            </a:xfrm>
            <a:custGeom>
              <a:avLst/>
              <a:gdLst>
                <a:gd name="T0" fmla="*/ 2147483646 w 67"/>
                <a:gd name="T1" fmla="*/ 2147483646 h 398"/>
                <a:gd name="T2" fmla="*/ 2147483646 w 67"/>
                <a:gd name="T3" fmla="*/ 2147483646 h 398"/>
                <a:gd name="T4" fmla="*/ 0 w 67"/>
                <a:gd name="T5" fmla="*/ 2147483646 h 398"/>
                <a:gd name="T6" fmla="*/ 0 w 67"/>
                <a:gd name="T7" fmla="*/ 2147483646 h 398"/>
                <a:gd name="T8" fmla="*/ 2147483646 w 67"/>
                <a:gd name="T9" fmla="*/ 0 h 398"/>
                <a:gd name="T10" fmla="*/ 2147483646 w 67"/>
                <a:gd name="T11" fmla="*/ 2147483646 h 398"/>
                <a:gd name="T12" fmla="*/ 2147483646 w 67"/>
                <a:gd name="T13" fmla="*/ 2147483646 h 398"/>
                <a:gd name="T14" fmla="*/ 2147483646 w 67"/>
                <a:gd name="T15" fmla="*/ 2147483646 h 398"/>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67" h="398">
                  <a:moveTo>
                    <a:pt x="34" y="398"/>
                  </a:moveTo>
                  <a:lnTo>
                    <a:pt x="34" y="398"/>
                  </a:lnTo>
                  <a:cubicBezTo>
                    <a:pt x="15" y="398"/>
                    <a:pt x="0" y="383"/>
                    <a:pt x="0" y="365"/>
                  </a:cubicBezTo>
                  <a:lnTo>
                    <a:pt x="0" y="33"/>
                  </a:lnTo>
                  <a:cubicBezTo>
                    <a:pt x="0" y="14"/>
                    <a:pt x="15" y="0"/>
                    <a:pt x="34" y="0"/>
                  </a:cubicBezTo>
                  <a:cubicBezTo>
                    <a:pt x="52" y="0"/>
                    <a:pt x="67" y="14"/>
                    <a:pt x="67" y="33"/>
                  </a:cubicBezTo>
                  <a:lnTo>
                    <a:pt x="67" y="365"/>
                  </a:lnTo>
                  <a:cubicBezTo>
                    <a:pt x="67" y="383"/>
                    <a:pt x="52" y="398"/>
                    <a:pt x="34" y="398"/>
                  </a:cubicBezTo>
                  <a:close/>
                </a:path>
              </a:pathLst>
            </a:custGeom>
            <a:grpFill/>
            <a:ln>
              <a:noFill/>
            </a:ln>
            <a:extLst>
              <a:ext uri="{91240B29-F687-4F45-9708-019B960494DF}">
                <a14:hiddenLine xmlns:a14="http://schemas.microsoft.com/office/drawing/2010/main" w="0">
                  <a:solidFill>
                    <a:srgbClr val="000000"/>
                  </a:solidFill>
                  <a:round/>
                </a14:hiddenLine>
              </a:ext>
            </a:extLst>
          </p:spPr>
          <p:txBody>
            <a:bodyPr/>
            <a:lstStyle/>
            <a:p>
              <a:pPr>
                <a:lnSpc>
                  <a:spcPct val="120000"/>
                </a:lnSpc>
              </a:pPr>
              <a:endParaRPr lang="zh-CN" altLang="en-US" sz="2140">
                <a:latin typeface="微软雅黑 Light" panose="020B0502040204020203" pitchFamily="34" charset="-122"/>
                <a:ea typeface="微软雅黑 Light" panose="020B0502040204020203" pitchFamily="34" charset="-122"/>
                <a:cs typeface="+mn-ea"/>
                <a:sym typeface="+mn-lt"/>
              </a:endParaRPr>
            </a:p>
          </p:txBody>
        </p:sp>
        <p:sp>
          <p:nvSpPr>
            <p:cNvPr id="37" name="Freeform 161"/>
            <p:cNvSpPr>
              <a:spLocks noChangeArrowheads="1"/>
            </p:cNvSpPr>
            <p:nvPr/>
          </p:nvSpPr>
          <p:spPr bwMode="auto">
            <a:xfrm>
              <a:off x="5418138" y="1074738"/>
              <a:ext cx="555625" cy="26988"/>
            </a:xfrm>
            <a:custGeom>
              <a:avLst/>
              <a:gdLst>
                <a:gd name="T0" fmla="*/ 2147483646 w 1325"/>
                <a:gd name="T1" fmla="*/ 2147483646 h 66"/>
                <a:gd name="T2" fmla="*/ 2147483646 w 1325"/>
                <a:gd name="T3" fmla="*/ 2147483646 h 66"/>
                <a:gd name="T4" fmla="*/ 2147483646 w 1325"/>
                <a:gd name="T5" fmla="*/ 2147483646 h 66"/>
                <a:gd name="T6" fmla="*/ 0 w 1325"/>
                <a:gd name="T7" fmla="*/ 2147483646 h 66"/>
                <a:gd name="T8" fmla="*/ 2147483646 w 1325"/>
                <a:gd name="T9" fmla="*/ 0 h 66"/>
                <a:gd name="T10" fmla="*/ 2147483646 w 1325"/>
                <a:gd name="T11" fmla="*/ 0 h 66"/>
                <a:gd name="T12" fmla="*/ 2147483646 w 1325"/>
                <a:gd name="T13" fmla="*/ 2147483646 h 66"/>
                <a:gd name="T14" fmla="*/ 2147483646 w 1325"/>
                <a:gd name="T15" fmla="*/ 2147483646 h 6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325" h="66">
                  <a:moveTo>
                    <a:pt x="1292" y="66"/>
                  </a:moveTo>
                  <a:lnTo>
                    <a:pt x="1292" y="66"/>
                  </a:lnTo>
                  <a:lnTo>
                    <a:pt x="33" y="66"/>
                  </a:lnTo>
                  <a:cubicBezTo>
                    <a:pt x="15" y="66"/>
                    <a:pt x="0" y="51"/>
                    <a:pt x="0" y="33"/>
                  </a:cubicBezTo>
                  <a:cubicBezTo>
                    <a:pt x="0" y="15"/>
                    <a:pt x="15" y="0"/>
                    <a:pt x="33" y="0"/>
                  </a:cubicBezTo>
                  <a:lnTo>
                    <a:pt x="1292" y="0"/>
                  </a:lnTo>
                  <a:cubicBezTo>
                    <a:pt x="1310" y="0"/>
                    <a:pt x="1325" y="15"/>
                    <a:pt x="1325" y="33"/>
                  </a:cubicBezTo>
                  <a:cubicBezTo>
                    <a:pt x="1325" y="51"/>
                    <a:pt x="1310" y="66"/>
                    <a:pt x="1292" y="66"/>
                  </a:cubicBezTo>
                  <a:close/>
                </a:path>
              </a:pathLst>
            </a:custGeom>
            <a:grpFill/>
            <a:ln>
              <a:noFill/>
            </a:ln>
            <a:extLst>
              <a:ext uri="{91240B29-F687-4F45-9708-019B960494DF}">
                <a14:hiddenLine xmlns:a14="http://schemas.microsoft.com/office/drawing/2010/main" w="0">
                  <a:solidFill>
                    <a:srgbClr val="000000"/>
                  </a:solidFill>
                  <a:round/>
                </a14:hiddenLine>
              </a:ext>
            </a:extLst>
          </p:spPr>
          <p:txBody>
            <a:bodyPr/>
            <a:lstStyle/>
            <a:p>
              <a:pPr>
                <a:lnSpc>
                  <a:spcPct val="120000"/>
                </a:lnSpc>
              </a:pPr>
              <a:endParaRPr lang="zh-CN" altLang="en-US" sz="2140">
                <a:latin typeface="微软雅黑 Light" panose="020B0502040204020203" pitchFamily="34" charset="-122"/>
                <a:ea typeface="微软雅黑 Light" panose="020B0502040204020203" pitchFamily="34" charset="-122"/>
                <a:cs typeface="+mn-ea"/>
                <a:sym typeface="+mn-lt"/>
              </a:endParaRPr>
            </a:p>
          </p:txBody>
        </p:sp>
        <p:sp>
          <p:nvSpPr>
            <p:cNvPr id="38" name="Freeform 162"/>
            <p:cNvSpPr>
              <a:spLocks noChangeArrowheads="1"/>
            </p:cNvSpPr>
            <p:nvPr/>
          </p:nvSpPr>
          <p:spPr bwMode="auto">
            <a:xfrm>
              <a:off x="5418138" y="1436688"/>
              <a:ext cx="555625" cy="26988"/>
            </a:xfrm>
            <a:custGeom>
              <a:avLst/>
              <a:gdLst>
                <a:gd name="T0" fmla="*/ 2147483646 w 1325"/>
                <a:gd name="T1" fmla="*/ 2147483646 h 66"/>
                <a:gd name="T2" fmla="*/ 2147483646 w 1325"/>
                <a:gd name="T3" fmla="*/ 2147483646 h 66"/>
                <a:gd name="T4" fmla="*/ 2147483646 w 1325"/>
                <a:gd name="T5" fmla="*/ 2147483646 h 66"/>
                <a:gd name="T6" fmla="*/ 0 w 1325"/>
                <a:gd name="T7" fmla="*/ 2147483646 h 66"/>
                <a:gd name="T8" fmla="*/ 2147483646 w 1325"/>
                <a:gd name="T9" fmla="*/ 0 h 66"/>
                <a:gd name="T10" fmla="*/ 2147483646 w 1325"/>
                <a:gd name="T11" fmla="*/ 0 h 66"/>
                <a:gd name="T12" fmla="*/ 2147483646 w 1325"/>
                <a:gd name="T13" fmla="*/ 2147483646 h 66"/>
                <a:gd name="T14" fmla="*/ 2147483646 w 1325"/>
                <a:gd name="T15" fmla="*/ 2147483646 h 6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325" h="66">
                  <a:moveTo>
                    <a:pt x="1292" y="66"/>
                  </a:moveTo>
                  <a:lnTo>
                    <a:pt x="1292" y="66"/>
                  </a:lnTo>
                  <a:lnTo>
                    <a:pt x="33" y="66"/>
                  </a:lnTo>
                  <a:cubicBezTo>
                    <a:pt x="15" y="66"/>
                    <a:pt x="0" y="52"/>
                    <a:pt x="0" y="33"/>
                  </a:cubicBezTo>
                  <a:cubicBezTo>
                    <a:pt x="0" y="15"/>
                    <a:pt x="15" y="0"/>
                    <a:pt x="33" y="0"/>
                  </a:cubicBezTo>
                  <a:lnTo>
                    <a:pt x="1292" y="0"/>
                  </a:lnTo>
                  <a:cubicBezTo>
                    <a:pt x="1310" y="0"/>
                    <a:pt x="1325" y="15"/>
                    <a:pt x="1325" y="33"/>
                  </a:cubicBezTo>
                  <a:cubicBezTo>
                    <a:pt x="1325" y="52"/>
                    <a:pt x="1310" y="66"/>
                    <a:pt x="1292" y="66"/>
                  </a:cubicBezTo>
                  <a:close/>
                </a:path>
              </a:pathLst>
            </a:custGeom>
            <a:grpFill/>
            <a:ln>
              <a:noFill/>
            </a:ln>
            <a:extLst>
              <a:ext uri="{91240B29-F687-4F45-9708-019B960494DF}">
                <a14:hiddenLine xmlns:a14="http://schemas.microsoft.com/office/drawing/2010/main" w="0">
                  <a:solidFill>
                    <a:srgbClr val="000000"/>
                  </a:solidFill>
                  <a:round/>
                </a14:hiddenLine>
              </a:ext>
            </a:extLst>
          </p:spPr>
          <p:txBody>
            <a:bodyPr/>
            <a:lstStyle/>
            <a:p>
              <a:pPr>
                <a:lnSpc>
                  <a:spcPct val="120000"/>
                </a:lnSpc>
              </a:pPr>
              <a:endParaRPr lang="zh-CN" altLang="en-US" sz="2140">
                <a:latin typeface="微软雅黑 Light" panose="020B0502040204020203" pitchFamily="34" charset="-122"/>
                <a:ea typeface="微软雅黑 Light" panose="020B0502040204020203" pitchFamily="34" charset="-122"/>
                <a:cs typeface="+mn-ea"/>
                <a:sym typeface="+mn-lt"/>
              </a:endParaRPr>
            </a:p>
          </p:txBody>
        </p:sp>
        <p:sp>
          <p:nvSpPr>
            <p:cNvPr id="39" name="Freeform 163"/>
            <p:cNvSpPr>
              <a:spLocks noChangeArrowheads="1"/>
            </p:cNvSpPr>
            <p:nvPr/>
          </p:nvSpPr>
          <p:spPr bwMode="auto">
            <a:xfrm>
              <a:off x="5462588" y="1130301"/>
              <a:ext cx="155575" cy="109538"/>
            </a:xfrm>
            <a:custGeom>
              <a:avLst/>
              <a:gdLst>
                <a:gd name="T0" fmla="*/ 2147483646 w 370"/>
                <a:gd name="T1" fmla="*/ 2147483646 h 262"/>
                <a:gd name="T2" fmla="*/ 2147483646 w 370"/>
                <a:gd name="T3" fmla="*/ 2147483646 h 262"/>
                <a:gd name="T4" fmla="*/ 2147483646 w 370"/>
                <a:gd name="T5" fmla="*/ 0 h 262"/>
                <a:gd name="T6" fmla="*/ 2147483646 w 370"/>
                <a:gd name="T7" fmla="*/ 0 h 262"/>
                <a:gd name="T8" fmla="*/ 2147483646 w 370"/>
                <a:gd name="T9" fmla="*/ 2147483646 h 262"/>
                <a:gd name="T10" fmla="*/ 2147483646 w 370"/>
                <a:gd name="T11" fmla="*/ 0 h 262"/>
                <a:gd name="T12" fmla="*/ 0 w 370"/>
                <a:gd name="T13" fmla="*/ 0 h 262"/>
                <a:gd name="T14" fmla="*/ 2147483646 w 370"/>
                <a:gd name="T15" fmla="*/ 2147483646 h 262"/>
                <a:gd name="T16" fmla="*/ 2147483646 w 370"/>
                <a:gd name="T17" fmla="*/ 2147483646 h 262"/>
                <a:gd name="T18" fmla="*/ 2147483646 w 370"/>
                <a:gd name="T19" fmla="*/ 2147483646 h 262"/>
                <a:gd name="T20" fmla="*/ 2147483646 w 370"/>
                <a:gd name="T21" fmla="*/ 2147483646 h 262"/>
                <a:gd name="T22" fmla="*/ 2147483646 w 370"/>
                <a:gd name="T23" fmla="*/ 2147483646 h 262"/>
                <a:gd name="T24" fmla="*/ 2147483646 w 370"/>
                <a:gd name="T25" fmla="*/ 0 h 262"/>
                <a:gd name="T26" fmla="*/ 2147483646 w 370"/>
                <a:gd name="T27" fmla="*/ 0 h 262"/>
                <a:gd name="T28" fmla="*/ 2147483646 w 370"/>
                <a:gd name="T29" fmla="*/ 2147483646 h 262"/>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370" h="262">
                  <a:moveTo>
                    <a:pt x="261" y="154"/>
                  </a:moveTo>
                  <a:lnTo>
                    <a:pt x="261" y="154"/>
                  </a:lnTo>
                  <a:lnTo>
                    <a:pt x="217" y="0"/>
                  </a:lnTo>
                  <a:lnTo>
                    <a:pt x="158" y="0"/>
                  </a:lnTo>
                  <a:lnTo>
                    <a:pt x="113" y="154"/>
                  </a:lnTo>
                  <a:lnTo>
                    <a:pt x="72" y="0"/>
                  </a:lnTo>
                  <a:lnTo>
                    <a:pt x="0" y="0"/>
                  </a:lnTo>
                  <a:lnTo>
                    <a:pt x="79" y="262"/>
                  </a:lnTo>
                  <a:lnTo>
                    <a:pt x="141" y="262"/>
                  </a:lnTo>
                  <a:lnTo>
                    <a:pt x="186" y="114"/>
                  </a:lnTo>
                  <a:lnTo>
                    <a:pt x="228" y="262"/>
                  </a:lnTo>
                  <a:lnTo>
                    <a:pt x="292" y="262"/>
                  </a:lnTo>
                  <a:lnTo>
                    <a:pt x="370" y="0"/>
                  </a:lnTo>
                  <a:lnTo>
                    <a:pt x="301" y="0"/>
                  </a:lnTo>
                  <a:lnTo>
                    <a:pt x="261" y="154"/>
                  </a:lnTo>
                  <a:close/>
                </a:path>
              </a:pathLst>
            </a:custGeom>
            <a:grpFill/>
            <a:ln>
              <a:noFill/>
            </a:ln>
            <a:extLst>
              <a:ext uri="{91240B29-F687-4F45-9708-019B960494DF}">
                <a14:hiddenLine xmlns:a14="http://schemas.microsoft.com/office/drawing/2010/main" w="0">
                  <a:solidFill>
                    <a:srgbClr val="000000"/>
                  </a:solidFill>
                  <a:round/>
                </a14:hiddenLine>
              </a:ext>
            </a:extLst>
          </p:spPr>
          <p:txBody>
            <a:bodyPr/>
            <a:lstStyle/>
            <a:p>
              <a:pPr>
                <a:lnSpc>
                  <a:spcPct val="120000"/>
                </a:lnSpc>
              </a:pPr>
              <a:endParaRPr lang="zh-CN" altLang="en-US" sz="2140">
                <a:latin typeface="微软雅黑 Light" panose="020B0502040204020203" pitchFamily="34" charset="-122"/>
                <a:ea typeface="微软雅黑 Light" panose="020B0502040204020203" pitchFamily="34" charset="-122"/>
                <a:cs typeface="+mn-ea"/>
                <a:sym typeface="+mn-lt"/>
              </a:endParaRPr>
            </a:p>
          </p:txBody>
        </p:sp>
        <p:sp>
          <p:nvSpPr>
            <p:cNvPr id="40" name="Freeform 164"/>
            <p:cNvSpPr>
              <a:spLocks noChangeArrowheads="1"/>
            </p:cNvSpPr>
            <p:nvPr/>
          </p:nvSpPr>
          <p:spPr bwMode="auto">
            <a:xfrm>
              <a:off x="5624513" y="1130301"/>
              <a:ext cx="155575" cy="109538"/>
            </a:xfrm>
            <a:custGeom>
              <a:avLst/>
              <a:gdLst>
                <a:gd name="T0" fmla="*/ 2147483646 w 370"/>
                <a:gd name="T1" fmla="*/ 2147483646 h 262"/>
                <a:gd name="T2" fmla="*/ 2147483646 w 370"/>
                <a:gd name="T3" fmla="*/ 2147483646 h 262"/>
                <a:gd name="T4" fmla="*/ 2147483646 w 370"/>
                <a:gd name="T5" fmla="*/ 0 h 262"/>
                <a:gd name="T6" fmla="*/ 2147483646 w 370"/>
                <a:gd name="T7" fmla="*/ 0 h 262"/>
                <a:gd name="T8" fmla="*/ 2147483646 w 370"/>
                <a:gd name="T9" fmla="*/ 2147483646 h 262"/>
                <a:gd name="T10" fmla="*/ 2147483646 w 370"/>
                <a:gd name="T11" fmla="*/ 0 h 262"/>
                <a:gd name="T12" fmla="*/ 0 w 370"/>
                <a:gd name="T13" fmla="*/ 0 h 262"/>
                <a:gd name="T14" fmla="*/ 2147483646 w 370"/>
                <a:gd name="T15" fmla="*/ 2147483646 h 262"/>
                <a:gd name="T16" fmla="*/ 2147483646 w 370"/>
                <a:gd name="T17" fmla="*/ 2147483646 h 262"/>
                <a:gd name="T18" fmla="*/ 2147483646 w 370"/>
                <a:gd name="T19" fmla="*/ 2147483646 h 262"/>
                <a:gd name="T20" fmla="*/ 2147483646 w 370"/>
                <a:gd name="T21" fmla="*/ 2147483646 h 262"/>
                <a:gd name="T22" fmla="*/ 2147483646 w 370"/>
                <a:gd name="T23" fmla="*/ 2147483646 h 262"/>
                <a:gd name="T24" fmla="*/ 2147483646 w 370"/>
                <a:gd name="T25" fmla="*/ 0 h 262"/>
                <a:gd name="T26" fmla="*/ 2147483646 w 370"/>
                <a:gd name="T27" fmla="*/ 0 h 262"/>
                <a:gd name="T28" fmla="*/ 2147483646 w 370"/>
                <a:gd name="T29" fmla="*/ 2147483646 h 262"/>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370" h="262">
                  <a:moveTo>
                    <a:pt x="261" y="154"/>
                  </a:moveTo>
                  <a:lnTo>
                    <a:pt x="261" y="154"/>
                  </a:lnTo>
                  <a:lnTo>
                    <a:pt x="218" y="0"/>
                  </a:lnTo>
                  <a:lnTo>
                    <a:pt x="159" y="0"/>
                  </a:lnTo>
                  <a:lnTo>
                    <a:pt x="114" y="154"/>
                  </a:lnTo>
                  <a:lnTo>
                    <a:pt x="72" y="0"/>
                  </a:lnTo>
                  <a:lnTo>
                    <a:pt x="0" y="0"/>
                  </a:lnTo>
                  <a:lnTo>
                    <a:pt x="79" y="262"/>
                  </a:lnTo>
                  <a:lnTo>
                    <a:pt x="142" y="262"/>
                  </a:lnTo>
                  <a:lnTo>
                    <a:pt x="187" y="114"/>
                  </a:lnTo>
                  <a:lnTo>
                    <a:pt x="228" y="262"/>
                  </a:lnTo>
                  <a:lnTo>
                    <a:pt x="292" y="262"/>
                  </a:lnTo>
                  <a:lnTo>
                    <a:pt x="370" y="0"/>
                  </a:lnTo>
                  <a:lnTo>
                    <a:pt x="302" y="0"/>
                  </a:lnTo>
                  <a:lnTo>
                    <a:pt x="261" y="154"/>
                  </a:lnTo>
                  <a:close/>
                </a:path>
              </a:pathLst>
            </a:custGeom>
            <a:grpFill/>
            <a:ln>
              <a:noFill/>
            </a:ln>
            <a:extLst>
              <a:ext uri="{91240B29-F687-4F45-9708-019B960494DF}">
                <a14:hiddenLine xmlns:a14="http://schemas.microsoft.com/office/drawing/2010/main" w="0">
                  <a:solidFill>
                    <a:srgbClr val="000000"/>
                  </a:solidFill>
                  <a:round/>
                </a14:hiddenLine>
              </a:ext>
            </a:extLst>
          </p:spPr>
          <p:txBody>
            <a:bodyPr/>
            <a:lstStyle/>
            <a:p>
              <a:pPr>
                <a:lnSpc>
                  <a:spcPct val="120000"/>
                </a:lnSpc>
              </a:pPr>
              <a:endParaRPr lang="zh-CN" altLang="en-US" sz="2140">
                <a:latin typeface="微软雅黑 Light" panose="020B0502040204020203" pitchFamily="34" charset="-122"/>
                <a:ea typeface="微软雅黑 Light" panose="020B0502040204020203" pitchFamily="34" charset="-122"/>
                <a:cs typeface="+mn-ea"/>
                <a:sym typeface="+mn-lt"/>
              </a:endParaRPr>
            </a:p>
          </p:txBody>
        </p:sp>
        <p:sp>
          <p:nvSpPr>
            <p:cNvPr id="41" name="Freeform 165"/>
            <p:cNvSpPr>
              <a:spLocks noChangeArrowheads="1"/>
            </p:cNvSpPr>
            <p:nvPr/>
          </p:nvSpPr>
          <p:spPr bwMode="auto">
            <a:xfrm>
              <a:off x="5786438" y="1130301"/>
              <a:ext cx="155575" cy="109538"/>
            </a:xfrm>
            <a:custGeom>
              <a:avLst/>
              <a:gdLst>
                <a:gd name="T0" fmla="*/ 2147483646 w 370"/>
                <a:gd name="T1" fmla="*/ 0 h 262"/>
                <a:gd name="T2" fmla="*/ 2147483646 w 370"/>
                <a:gd name="T3" fmla="*/ 0 h 262"/>
                <a:gd name="T4" fmla="*/ 2147483646 w 370"/>
                <a:gd name="T5" fmla="*/ 2147483646 h 262"/>
                <a:gd name="T6" fmla="*/ 2147483646 w 370"/>
                <a:gd name="T7" fmla="*/ 0 h 262"/>
                <a:gd name="T8" fmla="*/ 2147483646 w 370"/>
                <a:gd name="T9" fmla="*/ 0 h 262"/>
                <a:gd name="T10" fmla="*/ 2147483646 w 370"/>
                <a:gd name="T11" fmla="*/ 2147483646 h 262"/>
                <a:gd name="T12" fmla="*/ 2147483646 w 370"/>
                <a:gd name="T13" fmla="*/ 0 h 262"/>
                <a:gd name="T14" fmla="*/ 0 w 370"/>
                <a:gd name="T15" fmla="*/ 0 h 262"/>
                <a:gd name="T16" fmla="*/ 2147483646 w 370"/>
                <a:gd name="T17" fmla="*/ 2147483646 h 262"/>
                <a:gd name="T18" fmla="*/ 2147483646 w 370"/>
                <a:gd name="T19" fmla="*/ 2147483646 h 262"/>
                <a:gd name="T20" fmla="*/ 2147483646 w 370"/>
                <a:gd name="T21" fmla="*/ 2147483646 h 262"/>
                <a:gd name="T22" fmla="*/ 2147483646 w 370"/>
                <a:gd name="T23" fmla="*/ 2147483646 h 262"/>
                <a:gd name="T24" fmla="*/ 2147483646 w 370"/>
                <a:gd name="T25" fmla="*/ 2147483646 h 262"/>
                <a:gd name="T26" fmla="*/ 2147483646 w 370"/>
                <a:gd name="T27" fmla="*/ 0 h 262"/>
                <a:gd name="T28" fmla="*/ 2147483646 w 370"/>
                <a:gd name="T29" fmla="*/ 0 h 262"/>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370" h="262">
                  <a:moveTo>
                    <a:pt x="301" y="0"/>
                  </a:moveTo>
                  <a:lnTo>
                    <a:pt x="301" y="0"/>
                  </a:lnTo>
                  <a:lnTo>
                    <a:pt x="261" y="154"/>
                  </a:lnTo>
                  <a:lnTo>
                    <a:pt x="217" y="0"/>
                  </a:lnTo>
                  <a:lnTo>
                    <a:pt x="158" y="0"/>
                  </a:lnTo>
                  <a:lnTo>
                    <a:pt x="113" y="154"/>
                  </a:lnTo>
                  <a:lnTo>
                    <a:pt x="71" y="0"/>
                  </a:lnTo>
                  <a:lnTo>
                    <a:pt x="0" y="0"/>
                  </a:lnTo>
                  <a:lnTo>
                    <a:pt x="79" y="262"/>
                  </a:lnTo>
                  <a:lnTo>
                    <a:pt x="141" y="262"/>
                  </a:lnTo>
                  <a:lnTo>
                    <a:pt x="186" y="114"/>
                  </a:lnTo>
                  <a:lnTo>
                    <a:pt x="228" y="262"/>
                  </a:lnTo>
                  <a:lnTo>
                    <a:pt x="291" y="262"/>
                  </a:lnTo>
                  <a:lnTo>
                    <a:pt x="370" y="0"/>
                  </a:lnTo>
                  <a:lnTo>
                    <a:pt x="301" y="0"/>
                  </a:lnTo>
                  <a:close/>
                </a:path>
              </a:pathLst>
            </a:custGeom>
            <a:grpFill/>
            <a:ln>
              <a:noFill/>
            </a:ln>
            <a:extLst>
              <a:ext uri="{91240B29-F687-4F45-9708-019B960494DF}">
                <a14:hiddenLine xmlns:a14="http://schemas.microsoft.com/office/drawing/2010/main" w="0">
                  <a:solidFill>
                    <a:srgbClr val="000000"/>
                  </a:solidFill>
                  <a:round/>
                </a14:hiddenLine>
              </a:ext>
            </a:extLst>
          </p:spPr>
          <p:txBody>
            <a:bodyPr/>
            <a:lstStyle/>
            <a:p>
              <a:pPr>
                <a:lnSpc>
                  <a:spcPct val="120000"/>
                </a:lnSpc>
              </a:pPr>
              <a:endParaRPr lang="zh-CN" altLang="en-US" sz="2140">
                <a:latin typeface="微软雅黑 Light" panose="020B0502040204020203" pitchFamily="34" charset="-122"/>
                <a:ea typeface="微软雅黑 Light" panose="020B0502040204020203" pitchFamily="34" charset="-122"/>
                <a:cs typeface="+mn-ea"/>
                <a:sym typeface="+mn-lt"/>
              </a:endParaRPr>
            </a:p>
          </p:txBody>
        </p:sp>
        <p:sp>
          <p:nvSpPr>
            <p:cNvPr id="42" name="Freeform 166"/>
            <p:cNvSpPr>
              <a:spLocks noChangeArrowheads="1"/>
            </p:cNvSpPr>
            <p:nvPr/>
          </p:nvSpPr>
          <p:spPr bwMode="auto">
            <a:xfrm>
              <a:off x="5861050" y="1484313"/>
              <a:ext cx="65088" cy="63500"/>
            </a:xfrm>
            <a:custGeom>
              <a:avLst/>
              <a:gdLst>
                <a:gd name="T0" fmla="*/ 2147483646 w 154"/>
                <a:gd name="T1" fmla="*/ 2147483646 h 154"/>
                <a:gd name="T2" fmla="*/ 2147483646 w 154"/>
                <a:gd name="T3" fmla="*/ 2147483646 h 154"/>
                <a:gd name="T4" fmla="*/ 2147483646 w 154"/>
                <a:gd name="T5" fmla="*/ 2147483646 h 154"/>
                <a:gd name="T6" fmla="*/ 2147483646 w 154"/>
                <a:gd name="T7" fmla="*/ 2147483646 h 154"/>
                <a:gd name="T8" fmla="*/ 2147483646 w 154"/>
                <a:gd name="T9" fmla="*/ 2147483646 h 154"/>
                <a:gd name="T10" fmla="*/ 2147483646 w 154"/>
                <a:gd name="T11" fmla="*/ 2147483646 h 15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54" h="154">
                  <a:moveTo>
                    <a:pt x="124" y="128"/>
                  </a:moveTo>
                  <a:lnTo>
                    <a:pt x="124" y="128"/>
                  </a:lnTo>
                  <a:cubicBezTo>
                    <a:pt x="96" y="154"/>
                    <a:pt x="52" y="152"/>
                    <a:pt x="26" y="124"/>
                  </a:cubicBezTo>
                  <a:cubicBezTo>
                    <a:pt x="0" y="96"/>
                    <a:pt x="2" y="53"/>
                    <a:pt x="30" y="26"/>
                  </a:cubicBezTo>
                  <a:cubicBezTo>
                    <a:pt x="58" y="0"/>
                    <a:pt x="102" y="2"/>
                    <a:pt x="128" y="30"/>
                  </a:cubicBezTo>
                  <a:cubicBezTo>
                    <a:pt x="154" y="58"/>
                    <a:pt x="152" y="102"/>
                    <a:pt x="124" y="128"/>
                  </a:cubicBezTo>
                  <a:close/>
                </a:path>
              </a:pathLst>
            </a:custGeom>
            <a:grpFill/>
            <a:ln>
              <a:noFill/>
            </a:ln>
            <a:extLst>
              <a:ext uri="{91240B29-F687-4F45-9708-019B960494DF}">
                <a14:hiddenLine xmlns:a14="http://schemas.microsoft.com/office/drawing/2010/main" w="0">
                  <a:solidFill>
                    <a:srgbClr val="000000"/>
                  </a:solidFill>
                  <a:round/>
                </a14:hiddenLine>
              </a:ext>
            </a:extLst>
          </p:spPr>
          <p:txBody>
            <a:bodyPr/>
            <a:lstStyle/>
            <a:p>
              <a:pPr>
                <a:lnSpc>
                  <a:spcPct val="120000"/>
                </a:lnSpc>
              </a:pPr>
              <a:endParaRPr lang="zh-CN" altLang="en-US" sz="2140">
                <a:latin typeface="微软雅黑 Light" panose="020B0502040204020203" pitchFamily="34" charset="-122"/>
                <a:ea typeface="微软雅黑 Light" panose="020B0502040204020203" pitchFamily="34" charset="-122"/>
                <a:cs typeface="+mn-ea"/>
                <a:sym typeface="+mn-lt"/>
              </a:endParaRPr>
            </a:p>
          </p:txBody>
        </p:sp>
        <p:sp>
          <p:nvSpPr>
            <p:cNvPr id="43" name="Freeform 167"/>
            <p:cNvSpPr>
              <a:spLocks noChangeArrowheads="1"/>
            </p:cNvSpPr>
            <p:nvPr/>
          </p:nvSpPr>
          <p:spPr bwMode="auto">
            <a:xfrm>
              <a:off x="5927725" y="1422401"/>
              <a:ext cx="63500" cy="65088"/>
            </a:xfrm>
            <a:custGeom>
              <a:avLst/>
              <a:gdLst>
                <a:gd name="T0" fmla="*/ 2147483646 w 154"/>
                <a:gd name="T1" fmla="*/ 2147483646 h 155"/>
                <a:gd name="T2" fmla="*/ 2147483646 w 154"/>
                <a:gd name="T3" fmla="*/ 2147483646 h 155"/>
                <a:gd name="T4" fmla="*/ 2147483646 w 154"/>
                <a:gd name="T5" fmla="*/ 2147483646 h 155"/>
                <a:gd name="T6" fmla="*/ 2147483646 w 154"/>
                <a:gd name="T7" fmla="*/ 2147483646 h 155"/>
                <a:gd name="T8" fmla="*/ 2147483646 w 154"/>
                <a:gd name="T9" fmla="*/ 2147483646 h 155"/>
                <a:gd name="T10" fmla="*/ 2147483646 w 154"/>
                <a:gd name="T11" fmla="*/ 2147483646 h 155"/>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54" h="155">
                  <a:moveTo>
                    <a:pt x="125" y="128"/>
                  </a:moveTo>
                  <a:lnTo>
                    <a:pt x="125" y="128"/>
                  </a:lnTo>
                  <a:cubicBezTo>
                    <a:pt x="96" y="155"/>
                    <a:pt x="52" y="153"/>
                    <a:pt x="26" y="125"/>
                  </a:cubicBezTo>
                  <a:cubicBezTo>
                    <a:pt x="0" y="96"/>
                    <a:pt x="2" y="53"/>
                    <a:pt x="30" y="26"/>
                  </a:cubicBezTo>
                  <a:cubicBezTo>
                    <a:pt x="58" y="0"/>
                    <a:pt x="102" y="2"/>
                    <a:pt x="128" y="30"/>
                  </a:cubicBezTo>
                  <a:cubicBezTo>
                    <a:pt x="154" y="58"/>
                    <a:pt x="153" y="102"/>
                    <a:pt x="125" y="128"/>
                  </a:cubicBezTo>
                  <a:close/>
                </a:path>
              </a:pathLst>
            </a:custGeom>
            <a:grpFill/>
            <a:ln>
              <a:noFill/>
            </a:ln>
            <a:extLst>
              <a:ext uri="{91240B29-F687-4F45-9708-019B960494DF}">
                <a14:hiddenLine xmlns:a14="http://schemas.microsoft.com/office/drawing/2010/main" w="0">
                  <a:solidFill>
                    <a:srgbClr val="000000"/>
                  </a:solidFill>
                  <a:round/>
                </a14:hiddenLine>
              </a:ext>
            </a:extLst>
          </p:spPr>
          <p:txBody>
            <a:bodyPr/>
            <a:lstStyle/>
            <a:p>
              <a:pPr>
                <a:lnSpc>
                  <a:spcPct val="120000"/>
                </a:lnSpc>
              </a:pPr>
              <a:endParaRPr lang="zh-CN" altLang="en-US" sz="2140">
                <a:latin typeface="微软雅黑 Light" panose="020B0502040204020203" pitchFamily="34" charset="-122"/>
                <a:ea typeface="微软雅黑 Light" panose="020B0502040204020203" pitchFamily="34" charset="-122"/>
                <a:cs typeface="+mn-ea"/>
                <a:sym typeface="+mn-lt"/>
              </a:endParaRPr>
            </a:p>
          </p:txBody>
        </p:sp>
      </p:grpSp>
      <p:sp>
        <p:nvSpPr>
          <p:cNvPr id="44" name="文本框 43"/>
          <p:cNvSpPr txBox="1"/>
          <p:nvPr/>
        </p:nvSpPr>
        <p:spPr bwMode="auto">
          <a:xfrm>
            <a:off x="8504538" y="6009921"/>
            <a:ext cx="980355" cy="292655"/>
          </a:xfrm>
          <a:prstGeom prst="rect">
            <a:avLst/>
          </a:prstGeom>
          <a:noFill/>
          <a:ln w="9525" algn="ctr">
            <a:noFill/>
            <a:miter lim="800000"/>
          </a:ln>
        </p:spPr>
        <p:txBody>
          <a:bodyPr vert="horz" wrap="none" lIns="87768" tIns="43884" rIns="87768" bIns="43884" numCol="1" rtlCol="0" anchor="ctr" anchorCtr="0" compatLnSpc="1">
            <a:spAutoFit/>
          </a:bodyPr>
          <a:lstStyle/>
          <a:p>
            <a:pPr>
              <a:lnSpc>
                <a:spcPct val="120000"/>
              </a:lnSpc>
            </a:pPr>
            <a:r>
              <a:rPr lang="en-US" altLang="zh-CN" sz="1200">
                <a:latin typeface="微软雅黑 Light" panose="020B0502040204020203" pitchFamily="34" charset="-122"/>
                <a:ea typeface="微软雅黑 Light" panose="020B0502040204020203" pitchFamily="34" charset="-122"/>
                <a:cs typeface="+mn-ea"/>
                <a:sym typeface="+mn-lt"/>
              </a:rPr>
              <a:t>2001:2::</a:t>
            </a:r>
            <a:r>
              <a:rPr lang="en-US" altLang="zh-CN" sz="1200" dirty="0">
                <a:latin typeface="微软雅黑 Light" panose="020B0502040204020203" pitchFamily="34" charset="-122"/>
                <a:ea typeface="微软雅黑 Light" panose="020B0502040204020203" pitchFamily="34" charset="-122"/>
                <a:cs typeface="+mn-ea"/>
                <a:sym typeface="+mn-lt"/>
              </a:rPr>
              <a:t>1/64</a:t>
            </a:r>
            <a:endParaRPr lang="zh-CN" altLang="en-US" sz="1200" dirty="0">
              <a:latin typeface="微软雅黑 Light" panose="020B0502040204020203" pitchFamily="34" charset="-122"/>
              <a:ea typeface="微软雅黑 Light" panose="020B0502040204020203" pitchFamily="34" charset="-122"/>
              <a:cs typeface="+mn-ea"/>
              <a:sym typeface="+mn-lt"/>
            </a:endParaRPr>
          </a:p>
        </p:txBody>
      </p:sp>
      <p:sp>
        <p:nvSpPr>
          <p:cNvPr id="45" name="任意多边形 103"/>
          <p:cNvSpPr/>
          <p:nvPr/>
        </p:nvSpPr>
        <p:spPr>
          <a:xfrm>
            <a:off x="7258136" y="4722341"/>
            <a:ext cx="1616952" cy="957988"/>
          </a:xfrm>
          <a:custGeom>
            <a:avLst/>
            <a:gdLst>
              <a:gd name="connsiteX0" fmla="*/ 0 w 1006764"/>
              <a:gd name="connsiteY0" fmla="*/ 2336800 h 2336800"/>
              <a:gd name="connsiteX1" fmla="*/ 1006764 w 1006764"/>
              <a:gd name="connsiteY1" fmla="*/ 0 h 2336800"/>
              <a:gd name="connsiteX0-1" fmla="*/ 0 w 1588655"/>
              <a:gd name="connsiteY0-2" fmla="*/ 2198255 h 2198255"/>
              <a:gd name="connsiteX1-3" fmla="*/ 1588655 w 1588655"/>
              <a:gd name="connsiteY1-4" fmla="*/ 0 h 2198255"/>
              <a:gd name="connsiteX0-5" fmla="*/ 0 w 1625600"/>
              <a:gd name="connsiteY0-6" fmla="*/ 2327564 h 2327564"/>
              <a:gd name="connsiteX1-7" fmla="*/ 1625600 w 1625600"/>
              <a:gd name="connsiteY1-8" fmla="*/ 0 h 2327564"/>
              <a:gd name="connsiteX0-9" fmla="*/ 0 w 1625600"/>
              <a:gd name="connsiteY0-10" fmla="*/ 2327564 h 2327564"/>
              <a:gd name="connsiteX1-11" fmla="*/ 1625600 w 1625600"/>
              <a:gd name="connsiteY1-12" fmla="*/ 0 h 2327564"/>
              <a:gd name="connsiteX0-13" fmla="*/ 0 w 1219200"/>
              <a:gd name="connsiteY0-14" fmla="*/ 2290619 h 2290619"/>
              <a:gd name="connsiteX1-15" fmla="*/ 1219200 w 1219200"/>
              <a:gd name="connsiteY1-16" fmla="*/ 0 h 2290619"/>
              <a:gd name="connsiteX0-17" fmla="*/ 0 w 1219200"/>
              <a:gd name="connsiteY0-18" fmla="*/ 2290619 h 2290619"/>
              <a:gd name="connsiteX1-19" fmla="*/ 1219200 w 1219200"/>
              <a:gd name="connsiteY1-20" fmla="*/ 0 h 2290619"/>
              <a:gd name="connsiteX0-21" fmla="*/ 0 w 1219200"/>
              <a:gd name="connsiteY0-22" fmla="*/ 2290619 h 2290619"/>
              <a:gd name="connsiteX1-23" fmla="*/ 1219200 w 1219200"/>
              <a:gd name="connsiteY1-24" fmla="*/ 0 h 2290619"/>
              <a:gd name="connsiteX0-25" fmla="*/ 0 w 1219200"/>
              <a:gd name="connsiteY0-26" fmla="*/ 2290619 h 2290619"/>
              <a:gd name="connsiteX1-27" fmla="*/ 1219200 w 1219200"/>
              <a:gd name="connsiteY1-28" fmla="*/ 0 h 2290619"/>
              <a:gd name="connsiteX0-29" fmla="*/ 0 w 1828800"/>
              <a:gd name="connsiteY0-30" fmla="*/ 2983347 h 2983347"/>
              <a:gd name="connsiteX1-31" fmla="*/ 1828800 w 1828800"/>
              <a:gd name="connsiteY1-32" fmla="*/ 0 h 2983347"/>
              <a:gd name="connsiteX0-33" fmla="*/ 0 w 1828800"/>
              <a:gd name="connsiteY0-34" fmla="*/ 2983347 h 2983347"/>
              <a:gd name="connsiteX1-35" fmla="*/ 1828800 w 1828800"/>
              <a:gd name="connsiteY1-36" fmla="*/ 0 h 2983347"/>
              <a:gd name="connsiteX0-37" fmla="*/ 0 w 3972403"/>
              <a:gd name="connsiteY0-38" fmla="*/ 286329 h 286329"/>
              <a:gd name="connsiteX1-39" fmla="*/ 3972403 w 3972403"/>
              <a:gd name="connsiteY1-40" fmla="*/ 0 h 286329"/>
              <a:gd name="connsiteX0-41" fmla="*/ 0 w 3972403"/>
              <a:gd name="connsiteY0-42" fmla="*/ 1885170 h 1885170"/>
              <a:gd name="connsiteX1-43" fmla="*/ 3972403 w 3972403"/>
              <a:gd name="connsiteY1-44" fmla="*/ 1598841 h 1885170"/>
              <a:gd name="connsiteX0-45" fmla="*/ 0 w 4002038"/>
              <a:gd name="connsiteY0-46" fmla="*/ 1872025 h 1872025"/>
              <a:gd name="connsiteX1-47" fmla="*/ 4002038 w 4002038"/>
              <a:gd name="connsiteY1-48" fmla="*/ 1604169 h 1872025"/>
              <a:gd name="connsiteX0-49" fmla="*/ 0 w 4002038"/>
              <a:gd name="connsiteY0-50" fmla="*/ 2528442 h 2528442"/>
              <a:gd name="connsiteX1-51" fmla="*/ 4002038 w 4002038"/>
              <a:gd name="connsiteY1-52" fmla="*/ 2260586 h 2528442"/>
              <a:gd name="connsiteX0-53" fmla="*/ 0 w 4002038"/>
              <a:gd name="connsiteY0-54" fmla="*/ 2619472 h 2619472"/>
              <a:gd name="connsiteX1-55" fmla="*/ 4002038 w 4002038"/>
              <a:gd name="connsiteY1-56" fmla="*/ 2351616 h 2619472"/>
              <a:gd name="connsiteX0-57" fmla="*/ 0 w 4002038"/>
              <a:gd name="connsiteY0-58" fmla="*/ 2601400 h 2601400"/>
              <a:gd name="connsiteX1-59" fmla="*/ 4002038 w 4002038"/>
              <a:gd name="connsiteY1-60" fmla="*/ 2333544 h 2601400"/>
              <a:gd name="connsiteX0-61" fmla="*/ 0 w 4002038"/>
              <a:gd name="connsiteY0-62" fmla="*/ 2661323 h 2661323"/>
              <a:gd name="connsiteX1-63" fmla="*/ 4002038 w 4002038"/>
              <a:gd name="connsiteY1-64" fmla="*/ 2393467 h 2661323"/>
              <a:gd name="connsiteX0-65" fmla="*/ 0 w 1512693"/>
              <a:gd name="connsiteY0-66" fmla="*/ 2666159 h 2666159"/>
              <a:gd name="connsiteX1-67" fmla="*/ 1512693 w 1512693"/>
              <a:gd name="connsiteY1-68" fmla="*/ 2389067 h 2666159"/>
              <a:gd name="connsiteX0-69" fmla="*/ 0 w 1512693"/>
              <a:gd name="connsiteY0-70" fmla="*/ 1755253 h 1755253"/>
              <a:gd name="connsiteX1-71" fmla="*/ 1512693 w 1512693"/>
              <a:gd name="connsiteY1-72" fmla="*/ 1478161 h 1755253"/>
              <a:gd name="connsiteX0-73" fmla="*/ 0 w 1512693"/>
              <a:gd name="connsiteY0-74" fmla="*/ 1224470 h 1224470"/>
              <a:gd name="connsiteX1-75" fmla="*/ 1512693 w 1512693"/>
              <a:gd name="connsiteY1-76" fmla="*/ 947378 h 1224470"/>
              <a:gd name="connsiteX0-77" fmla="*/ 0 w 1512693"/>
              <a:gd name="connsiteY0-78" fmla="*/ 1210471 h 1210471"/>
              <a:gd name="connsiteX1-79" fmla="*/ 1512693 w 1512693"/>
              <a:gd name="connsiteY1-80" fmla="*/ 933379 h 1210471"/>
              <a:gd name="connsiteX0-81" fmla="*/ 0 w 1730017"/>
              <a:gd name="connsiteY0-82" fmla="*/ 1123613 h 1123613"/>
              <a:gd name="connsiteX1-83" fmla="*/ 1730017 w 1730017"/>
              <a:gd name="connsiteY1-84" fmla="*/ 1095903 h 1123613"/>
              <a:gd name="connsiteX0-85" fmla="*/ 0 w 1730017"/>
              <a:gd name="connsiteY0-86" fmla="*/ 958362 h 958362"/>
              <a:gd name="connsiteX1-87" fmla="*/ 1730017 w 1730017"/>
              <a:gd name="connsiteY1-88" fmla="*/ 930652 h 958362"/>
            </a:gdLst>
            <a:ahLst/>
            <a:cxnLst>
              <a:cxn ang="0">
                <a:pos x="connsiteX0-1" y="connsiteY0-2"/>
              </a:cxn>
              <a:cxn ang="0">
                <a:pos x="connsiteX1-3" y="connsiteY1-4"/>
              </a:cxn>
            </a:cxnLst>
            <a:rect l="l" t="t" r="r" b="b"/>
            <a:pathLst>
              <a:path w="1730017" h="958362">
                <a:moveTo>
                  <a:pt x="0" y="958362"/>
                </a:moveTo>
                <a:cubicBezTo>
                  <a:pt x="863007" y="-861202"/>
                  <a:pt x="1475844" y="367235"/>
                  <a:pt x="1730017" y="930652"/>
                </a:cubicBezTo>
              </a:path>
            </a:pathLst>
          </a:custGeom>
          <a:noFill/>
          <a:ln w="28575">
            <a:solidFill>
              <a:srgbClr val="ED6D00"/>
            </a:solidFill>
            <a:headEnd type="triangle"/>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1800">
              <a:latin typeface="微软雅黑 Light" panose="020B0502040204020203" pitchFamily="34" charset="-122"/>
              <a:ea typeface="微软雅黑 Light" panose="020B0502040204020203" pitchFamily="34" charset="-122"/>
              <a:cs typeface="+mn-ea"/>
              <a:sym typeface="+mn-lt"/>
            </a:endParaRPr>
          </a:p>
        </p:txBody>
      </p:sp>
      <p:pic>
        <p:nvPicPr>
          <p:cNvPr id="48" name="图片 47"/>
          <p:cNvPicPr>
            <a:picLocks noChangeAspect="1"/>
          </p:cNvPicPr>
          <p:nvPr/>
        </p:nvPicPr>
        <p:blipFill>
          <a:blip r:embed="rId1"/>
          <a:stretch>
            <a:fillRect/>
          </a:stretch>
        </p:blipFill>
        <p:spPr>
          <a:xfrm>
            <a:off x="6777460" y="4949826"/>
            <a:ext cx="409909" cy="418449"/>
          </a:xfrm>
          <a:prstGeom prst="rect">
            <a:avLst/>
          </a:prstGeom>
        </p:spPr>
      </p:pic>
      <p:sp>
        <p:nvSpPr>
          <p:cNvPr id="49" name="任意多边形 12"/>
          <p:cNvSpPr/>
          <p:nvPr/>
        </p:nvSpPr>
        <p:spPr>
          <a:xfrm>
            <a:off x="6781828" y="2928966"/>
            <a:ext cx="2139070" cy="2714433"/>
          </a:xfrm>
          <a:custGeom>
            <a:avLst/>
            <a:gdLst>
              <a:gd name="connsiteX0" fmla="*/ 0 w 1006764"/>
              <a:gd name="connsiteY0" fmla="*/ 2336800 h 2336800"/>
              <a:gd name="connsiteX1" fmla="*/ 1006764 w 1006764"/>
              <a:gd name="connsiteY1" fmla="*/ 0 h 2336800"/>
              <a:gd name="connsiteX0-1" fmla="*/ 0 w 1588655"/>
              <a:gd name="connsiteY0-2" fmla="*/ 2198255 h 2198255"/>
              <a:gd name="connsiteX1-3" fmla="*/ 1588655 w 1588655"/>
              <a:gd name="connsiteY1-4" fmla="*/ 0 h 2198255"/>
              <a:gd name="connsiteX0-5" fmla="*/ 0 w 1625600"/>
              <a:gd name="connsiteY0-6" fmla="*/ 2327564 h 2327564"/>
              <a:gd name="connsiteX1-7" fmla="*/ 1625600 w 1625600"/>
              <a:gd name="connsiteY1-8" fmla="*/ 0 h 2327564"/>
              <a:gd name="connsiteX0-9" fmla="*/ 0 w 1625600"/>
              <a:gd name="connsiteY0-10" fmla="*/ 2327564 h 2327564"/>
              <a:gd name="connsiteX1-11" fmla="*/ 1625600 w 1625600"/>
              <a:gd name="connsiteY1-12" fmla="*/ 0 h 2327564"/>
              <a:gd name="connsiteX0-13" fmla="*/ 0 w 1219200"/>
              <a:gd name="connsiteY0-14" fmla="*/ 2290619 h 2290619"/>
              <a:gd name="connsiteX1-15" fmla="*/ 1219200 w 1219200"/>
              <a:gd name="connsiteY1-16" fmla="*/ 0 h 2290619"/>
              <a:gd name="connsiteX0-17" fmla="*/ 0 w 1219200"/>
              <a:gd name="connsiteY0-18" fmla="*/ 2290619 h 2290619"/>
              <a:gd name="connsiteX1-19" fmla="*/ 1219200 w 1219200"/>
              <a:gd name="connsiteY1-20" fmla="*/ 0 h 2290619"/>
              <a:gd name="connsiteX0-21" fmla="*/ 0 w 1219200"/>
              <a:gd name="connsiteY0-22" fmla="*/ 2290619 h 2290619"/>
              <a:gd name="connsiteX1-23" fmla="*/ 1219200 w 1219200"/>
              <a:gd name="connsiteY1-24" fmla="*/ 0 h 2290619"/>
              <a:gd name="connsiteX0-25" fmla="*/ 0 w 1219200"/>
              <a:gd name="connsiteY0-26" fmla="*/ 2290619 h 2290619"/>
              <a:gd name="connsiteX1-27" fmla="*/ 1219200 w 1219200"/>
              <a:gd name="connsiteY1-28" fmla="*/ 0 h 2290619"/>
              <a:gd name="connsiteX0-29" fmla="*/ 0 w 1828800"/>
              <a:gd name="connsiteY0-30" fmla="*/ 2983347 h 2983347"/>
              <a:gd name="connsiteX1-31" fmla="*/ 1828800 w 1828800"/>
              <a:gd name="connsiteY1-32" fmla="*/ 0 h 2983347"/>
              <a:gd name="connsiteX0-33" fmla="*/ 0 w 1828800"/>
              <a:gd name="connsiteY0-34" fmla="*/ 2983347 h 2983347"/>
              <a:gd name="connsiteX1-35" fmla="*/ 1828800 w 1828800"/>
              <a:gd name="connsiteY1-36" fmla="*/ 0 h 2983347"/>
              <a:gd name="connsiteX0-37" fmla="*/ 0 w 1838678"/>
              <a:gd name="connsiteY0-38" fmla="*/ 2918693 h 2918693"/>
              <a:gd name="connsiteX1-39" fmla="*/ 1838678 w 1838678"/>
              <a:gd name="connsiteY1-40" fmla="*/ 0 h 2918693"/>
              <a:gd name="connsiteX0-41" fmla="*/ 0 w 1838678"/>
              <a:gd name="connsiteY0-42" fmla="*/ 2918693 h 2918693"/>
              <a:gd name="connsiteX1-43" fmla="*/ 1838678 w 1838678"/>
              <a:gd name="connsiteY1-44" fmla="*/ 0 h 2918693"/>
              <a:gd name="connsiteX0-45" fmla="*/ 0 w 1838678"/>
              <a:gd name="connsiteY0-46" fmla="*/ 2918693 h 2918693"/>
              <a:gd name="connsiteX1-47" fmla="*/ 1838678 w 1838678"/>
              <a:gd name="connsiteY1-48" fmla="*/ 0 h 2918693"/>
              <a:gd name="connsiteX0-49" fmla="*/ 0 w 1848556"/>
              <a:gd name="connsiteY0-50" fmla="*/ 2955638 h 2955638"/>
              <a:gd name="connsiteX1-51" fmla="*/ 1848556 w 1848556"/>
              <a:gd name="connsiteY1-52" fmla="*/ 0 h 2955638"/>
              <a:gd name="connsiteX0-53" fmla="*/ 0 w 1848556"/>
              <a:gd name="connsiteY0-54" fmla="*/ 2955638 h 2955638"/>
              <a:gd name="connsiteX1-55" fmla="*/ 1848556 w 1848556"/>
              <a:gd name="connsiteY1-56" fmla="*/ 0 h 2955638"/>
              <a:gd name="connsiteX0-57" fmla="*/ 0 w 1750343"/>
              <a:gd name="connsiteY0-58" fmla="*/ 2715493 h 2715493"/>
              <a:gd name="connsiteX1-59" fmla="*/ 1750343 w 1750343"/>
              <a:gd name="connsiteY1-60" fmla="*/ 0 h 2715493"/>
              <a:gd name="connsiteX0-61" fmla="*/ 0 w 1750343"/>
              <a:gd name="connsiteY0-62" fmla="*/ 2715493 h 2715493"/>
              <a:gd name="connsiteX1-63" fmla="*/ 1750343 w 1750343"/>
              <a:gd name="connsiteY1-64" fmla="*/ 0 h 2715493"/>
              <a:gd name="connsiteX0-65" fmla="*/ 0 w 1750343"/>
              <a:gd name="connsiteY0-66" fmla="*/ 2715493 h 2715493"/>
              <a:gd name="connsiteX1-67" fmla="*/ 1750343 w 1750343"/>
              <a:gd name="connsiteY1-68" fmla="*/ 0 h 2715493"/>
              <a:gd name="connsiteX0-69" fmla="*/ 0 w 1750343"/>
              <a:gd name="connsiteY0-70" fmla="*/ 2715493 h 2715493"/>
              <a:gd name="connsiteX1-71" fmla="*/ 1750343 w 1750343"/>
              <a:gd name="connsiteY1-72" fmla="*/ 0 h 2715493"/>
              <a:gd name="connsiteX0-73" fmla="*/ 0 w 1750343"/>
              <a:gd name="connsiteY0-74" fmla="*/ 2715493 h 2715493"/>
              <a:gd name="connsiteX1-75" fmla="*/ 1750343 w 1750343"/>
              <a:gd name="connsiteY1-76" fmla="*/ 0 h 2715493"/>
            </a:gdLst>
            <a:ahLst/>
            <a:cxnLst>
              <a:cxn ang="0">
                <a:pos x="connsiteX0-1" y="connsiteY0-2"/>
              </a:cxn>
              <a:cxn ang="0">
                <a:pos x="connsiteX1-3" y="connsiteY1-4"/>
              </a:cxn>
            </a:cxnLst>
            <a:rect l="l" t="t" r="r" b="b"/>
            <a:pathLst>
              <a:path w="1750343" h="2715493">
                <a:moveTo>
                  <a:pt x="0" y="2715493"/>
                </a:moveTo>
                <a:cubicBezTo>
                  <a:pt x="86094" y="1995056"/>
                  <a:pt x="374717" y="563420"/>
                  <a:pt x="1750343" y="0"/>
                </a:cubicBezTo>
              </a:path>
            </a:pathLst>
          </a:custGeom>
          <a:noFill/>
          <a:ln w="28575">
            <a:solidFill>
              <a:srgbClr val="ED6D00"/>
            </a:solidFill>
            <a:headEnd type="triangle"/>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1800">
              <a:latin typeface="微软雅黑 Light" panose="020B0502040204020203" pitchFamily="34" charset="-122"/>
              <a:ea typeface="微软雅黑 Light" panose="020B0502040204020203" pitchFamily="34" charset="-122"/>
              <a:cs typeface="+mn-ea"/>
              <a:sym typeface="+mn-lt"/>
            </a:endParaRPr>
          </a:p>
        </p:txBody>
      </p:sp>
      <p:pic>
        <p:nvPicPr>
          <p:cNvPr id="50" name="图片 49"/>
          <p:cNvPicPr>
            <a:picLocks noChangeAspect="1"/>
          </p:cNvPicPr>
          <p:nvPr/>
        </p:nvPicPr>
        <p:blipFill>
          <a:blip r:embed="rId1"/>
          <a:stretch>
            <a:fillRect/>
          </a:stretch>
        </p:blipFill>
        <p:spPr>
          <a:xfrm>
            <a:off x="8787964" y="4930260"/>
            <a:ext cx="417855" cy="426560"/>
          </a:xfrm>
          <a:prstGeom prst="rect">
            <a:avLst/>
          </a:prstGeom>
        </p:spPr>
      </p:pic>
      <p:sp>
        <p:nvSpPr>
          <p:cNvPr id="51" name="任意多边形 99"/>
          <p:cNvSpPr/>
          <p:nvPr/>
        </p:nvSpPr>
        <p:spPr>
          <a:xfrm>
            <a:off x="7045791" y="3272159"/>
            <a:ext cx="4035934" cy="2389702"/>
          </a:xfrm>
          <a:custGeom>
            <a:avLst/>
            <a:gdLst>
              <a:gd name="connsiteX0" fmla="*/ 0 w 1006764"/>
              <a:gd name="connsiteY0" fmla="*/ 2336800 h 2336800"/>
              <a:gd name="connsiteX1" fmla="*/ 1006764 w 1006764"/>
              <a:gd name="connsiteY1" fmla="*/ 0 h 2336800"/>
              <a:gd name="connsiteX0-1" fmla="*/ 0 w 1588655"/>
              <a:gd name="connsiteY0-2" fmla="*/ 2198255 h 2198255"/>
              <a:gd name="connsiteX1-3" fmla="*/ 1588655 w 1588655"/>
              <a:gd name="connsiteY1-4" fmla="*/ 0 h 2198255"/>
              <a:gd name="connsiteX0-5" fmla="*/ 0 w 1625600"/>
              <a:gd name="connsiteY0-6" fmla="*/ 2327564 h 2327564"/>
              <a:gd name="connsiteX1-7" fmla="*/ 1625600 w 1625600"/>
              <a:gd name="connsiteY1-8" fmla="*/ 0 h 2327564"/>
              <a:gd name="connsiteX0-9" fmla="*/ 0 w 1625600"/>
              <a:gd name="connsiteY0-10" fmla="*/ 2327564 h 2327564"/>
              <a:gd name="connsiteX1-11" fmla="*/ 1625600 w 1625600"/>
              <a:gd name="connsiteY1-12" fmla="*/ 0 h 2327564"/>
              <a:gd name="connsiteX0-13" fmla="*/ 0 w 1219200"/>
              <a:gd name="connsiteY0-14" fmla="*/ 2290619 h 2290619"/>
              <a:gd name="connsiteX1-15" fmla="*/ 1219200 w 1219200"/>
              <a:gd name="connsiteY1-16" fmla="*/ 0 h 2290619"/>
              <a:gd name="connsiteX0-17" fmla="*/ 0 w 1219200"/>
              <a:gd name="connsiteY0-18" fmla="*/ 2290619 h 2290619"/>
              <a:gd name="connsiteX1-19" fmla="*/ 1219200 w 1219200"/>
              <a:gd name="connsiteY1-20" fmla="*/ 0 h 2290619"/>
              <a:gd name="connsiteX0-21" fmla="*/ 0 w 1219200"/>
              <a:gd name="connsiteY0-22" fmla="*/ 2290619 h 2290619"/>
              <a:gd name="connsiteX1-23" fmla="*/ 1219200 w 1219200"/>
              <a:gd name="connsiteY1-24" fmla="*/ 0 h 2290619"/>
              <a:gd name="connsiteX0-25" fmla="*/ 0 w 1219200"/>
              <a:gd name="connsiteY0-26" fmla="*/ 2290619 h 2290619"/>
              <a:gd name="connsiteX1-27" fmla="*/ 1219200 w 1219200"/>
              <a:gd name="connsiteY1-28" fmla="*/ 0 h 2290619"/>
              <a:gd name="connsiteX0-29" fmla="*/ 0 w 1828800"/>
              <a:gd name="connsiteY0-30" fmla="*/ 2983347 h 2983347"/>
              <a:gd name="connsiteX1-31" fmla="*/ 1828800 w 1828800"/>
              <a:gd name="connsiteY1-32" fmla="*/ 0 h 2983347"/>
              <a:gd name="connsiteX0-33" fmla="*/ 0 w 1828800"/>
              <a:gd name="connsiteY0-34" fmla="*/ 2983347 h 2983347"/>
              <a:gd name="connsiteX1-35" fmla="*/ 1828800 w 1828800"/>
              <a:gd name="connsiteY1-36" fmla="*/ 0 h 2983347"/>
              <a:gd name="connsiteX0-37" fmla="*/ 0 w 3972403"/>
              <a:gd name="connsiteY0-38" fmla="*/ 286329 h 286329"/>
              <a:gd name="connsiteX1-39" fmla="*/ 3972403 w 3972403"/>
              <a:gd name="connsiteY1-40" fmla="*/ 0 h 286329"/>
              <a:gd name="connsiteX0-41" fmla="*/ 0 w 3972403"/>
              <a:gd name="connsiteY0-42" fmla="*/ 1885170 h 1885170"/>
              <a:gd name="connsiteX1-43" fmla="*/ 3972403 w 3972403"/>
              <a:gd name="connsiteY1-44" fmla="*/ 1598841 h 1885170"/>
              <a:gd name="connsiteX0-45" fmla="*/ 0 w 4002038"/>
              <a:gd name="connsiteY0-46" fmla="*/ 1872025 h 1872025"/>
              <a:gd name="connsiteX1-47" fmla="*/ 4002038 w 4002038"/>
              <a:gd name="connsiteY1-48" fmla="*/ 1604169 h 1872025"/>
              <a:gd name="connsiteX0-49" fmla="*/ 0 w 4002038"/>
              <a:gd name="connsiteY0-50" fmla="*/ 2528442 h 2528442"/>
              <a:gd name="connsiteX1-51" fmla="*/ 4002038 w 4002038"/>
              <a:gd name="connsiteY1-52" fmla="*/ 2260586 h 2528442"/>
              <a:gd name="connsiteX0-53" fmla="*/ 0 w 4002038"/>
              <a:gd name="connsiteY0-54" fmla="*/ 2619472 h 2619472"/>
              <a:gd name="connsiteX1-55" fmla="*/ 4002038 w 4002038"/>
              <a:gd name="connsiteY1-56" fmla="*/ 2351616 h 2619472"/>
              <a:gd name="connsiteX0-57" fmla="*/ 0 w 4002038"/>
              <a:gd name="connsiteY0-58" fmla="*/ 2601400 h 2601400"/>
              <a:gd name="connsiteX1-59" fmla="*/ 4002038 w 4002038"/>
              <a:gd name="connsiteY1-60" fmla="*/ 2333544 h 2601400"/>
              <a:gd name="connsiteX0-61" fmla="*/ 0 w 4002038"/>
              <a:gd name="connsiteY0-62" fmla="*/ 2661323 h 2661323"/>
              <a:gd name="connsiteX1-63" fmla="*/ 4002038 w 4002038"/>
              <a:gd name="connsiteY1-64" fmla="*/ 2393467 h 2661323"/>
              <a:gd name="connsiteX0-65" fmla="*/ 0 w 4268754"/>
              <a:gd name="connsiteY0-66" fmla="*/ 2502528 h 2548708"/>
              <a:gd name="connsiteX1-67" fmla="*/ 4268754 w 4268754"/>
              <a:gd name="connsiteY1-68" fmla="*/ 2548708 h 2548708"/>
              <a:gd name="connsiteX0-69" fmla="*/ 0 w 4268754"/>
              <a:gd name="connsiteY0-70" fmla="*/ 2353469 h 2399649"/>
              <a:gd name="connsiteX1-71" fmla="*/ 4268754 w 4268754"/>
              <a:gd name="connsiteY1-72" fmla="*/ 2399649 h 2399649"/>
              <a:gd name="connsiteX0-73" fmla="*/ 0 w 4318146"/>
              <a:gd name="connsiteY0-74" fmla="*/ 2362928 h 2390635"/>
              <a:gd name="connsiteX1-75" fmla="*/ 4318146 w 4318146"/>
              <a:gd name="connsiteY1-76" fmla="*/ 2390635 h 2390635"/>
            </a:gdLst>
            <a:ahLst/>
            <a:cxnLst>
              <a:cxn ang="0">
                <a:pos x="connsiteX0-1" y="connsiteY0-2"/>
              </a:cxn>
              <a:cxn ang="0">
                <a:pos x="connsiteX1-3" y="connsiteY1-4"/>
              </a:cxn>
            </a:cxnLst>
            <a:rect l="l" t="t" r="r" b="b"/>
            <a:pathLst>
              <a:path w="4318146" h="2390635">
                <a:moveTo>
                  <a:pt x="0" y="2362928"/>
                </a:moveTo>
                <a:cubicBezTo>
                  <a:pt x="754345" y="-666599"/>
                  <a:pt x="3678718" y="-915982"/>
                  <a:pt x="4318146" y="2390635"/>
                </a:cubicBezTo>
              </a:path>
            </a:pathLst>
          </a:custGeom>
          <a:noFill/>
          <a:ln w="28575">
            <a:solidFill>
              <a:srgbClr val="ED6D00"/>
            </a:solidFill>
            <a:headEnd type="triangle"/>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1800">
              <a:latin typeface="微软雅黑 Light" panose="020B0502040204020203" pitchFamily="34" charset="-122"/>
              <a:ea typeface="微软雅黑 Light" panose="020B0502040204020203" pitchFamily="34" charset="-122"/>
              <a:cs typeface="+mn-ea"/>
              <a:sym typeface="+mn-lt"/>
            </a:endParaRPr>
          </a:p>
        </p:txBody>
      </p:sp>
      <p:pic>
        <p:nvPicPr>
          <p:cNvPr id="52" name="图片 51"/>
          <p:cNvPicPr>
            <a:picLocks noChangeAspect="1"/>
          </p:cNvPicPr>
          <p:nvPr/>
        </p:nvPicPr>
        <p:blipFill>
          <a:blip r:embed="rId2"/>
          <a:stretch>
            <a:fillRect/>
          </a:stretch>
        </p:blipFill>
        <p:spPr>
          <a:xfrm>
            <a:off x="7838956" y="4264078"/>
            <a:ext cx="420838" cy="420838"/>
          </a:xfrm>
          <a:prstGeom prst="rect">
            <a:avLst/>
          </a:prstGeom>
        </p:spPr>
      </p:pic>
      <p:pic>
        <p:nvPicPr>
          <p:cNvPr id="53" name="图片 52"/>
          <p:cNvPicPr>
            <a:picLocks noChangeAspect="1"/>
          </p:cNvPicPr>
          <p:nvPr/>
        </p:nvPicPr>
        <p:blipFill>
          <a:blip r:embed="rId2"/>
          <a:stretch>
            <a:fillRect/>
          </a:stretch>
        </p:blipFill>
        <p:spPr>
          <a:xfrm>
            <a:off x="10965270" y="4237461"/>
            <a:ext cx="420838" cy="420838"/>
          </a:xfrm>
          <a:prstGeom prst="rect">
            <a:avLst/>
          </a:prstGeom>
        </p:spPr>
      </p:pic>
      <p:pic>
        <p:nvPicPr>
          <p:cNvPr id="54" name="图片 53"/>
          <p:cNvPicPr>
            <a:picLocks noChangeAspect="1"/>
          </p:cNvPicPr>
          <p:nvPr/>
        </p:nvPicPr>
        <p:blipFill>
          <a:blip r:embed="rId3"/>
          <a:stretch>
            <a:fillRect/>
          </a:stretch>
        </p:blipFill>
        <p:spPr>
          <a:xfrm>
            <a:off x="6775889" y="5744208"/>
            <a:ext cx="411480" cy="312420"/>
          </a:xfrm>
          <a:prstGeom prst="rect">
            <a:avLst/>
          </a:prstGeom>
        </p:spPr>
      </p:pic>
      <p:pic>
        <p:nvPicPr>
          <p:cNvPr id="55" name="图片 54"/>
          <p:cNvPicPr>
            <a:picLocks noChangeAspect="1"/>
          </p:cNvPicPr>
          <p:nvPr/>
        </p:nvPicPr>
        <p:blipFill>
          <a:blip r:embed="rId3"/>
          <a:stretch>
            <a:fillRect/>
          </a:stretch>
        </p:blipFill>
        <p:spPr>
          <a:xfrm>
            <a:off x="8798207" y="5735585"/>
            <a:ext cx="411480" cy="312420"/>
          </a:xfrm>
          <a:prstGeom prst="rect">
            <a:avLst/>
          </a:prstGeom>
        </p:spPr>
      </p:pic>
      <p:pic>
        <p:nvPicPr>
          <p:cNvPr id="56" name="图片 55"/>
          <p:cNvPicPr>
            <a:picLocks noChangeAspect="1"/>
          </p:cNvPicPr>
          <p:nvPr/>
        </p:nvPicPr>
        <p:blipFill>
          <a:blip r:embed="rId3"/>
          <a:stretch>
            <a:fillRect/>
          </a:stretch>
        </p:blipFill>
        <p:spPr>
          <a:xfrm>
            <a:off x="10939684" y="5707001"/>
            <a:ext cx="411480" cy="312420"/>
          </a:xfrm>
          <a:prstGeom prst="rect">
            <a:avLst/>
          </a:prstGeom>
        </p:spPr>
      </p:pic>
    </p:spTree>
  </p:cSld>
  <p:clrMapOvr>
    <a:masterClrMapping/>
  </p:clrMapOvr>
</p:sld>
</file>

<file path=ppt/slides/slide2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IPv6</a:t>
            </a:r>
            <a:r>
              <a:rPr lang="zh-CN" altLang="en-US" dirty="0"/>
              <a:t>组播地址</a:t>
            </a:r>
            <a:endParaRPr lang="zh-CN" altLang="en-US" dirty="0"/>
          </a:p>
        </p:txBody>
      </p:sp>
      <p:sp>
        <p:nvSpPr>
          <p:cNvPr id="3" name="内容占位符 2"/>
          <p:cNvSpPr>
            <a:spLocks noGrp="1"/>
          </p:cNvSpPr>
          <p:nvPr>
            <p:ph idx="1"/>
          </p:nvPr>
        </p:nvSpPr>
        <p:spPr>
          <a:xfrm>
            <a:off x="334434" y="1052515"/>
            <a:ext cx="11523133" cy="1152350"/>
          </a:xfrm>
        </p:spPr>
        <p:txBody>
          <a:bodyPr/>
          <a:lstStyle/>
          <a:p>
            <a:r>
              <a:rPr lang="en-US" altLang="zh-CN" dirty="0"/>
              <a:t>IPv6</a:t>
            </a:r>
            <a:r>
              <a:rPr lang="zh-CN" altLang="en-US" dirty="0"/>
              <a:t>组播地址标识多个接口，一般用于“一对多”的通信场景</a:t>
            </a:r>
            <a:endParaRPr lang="zh-CN" altLang="en-US" dirty="0"/>
          </a:p>
          <a:p>
            <a:r>
              <a:rPr lang="en-US" altLang="zh-CN" dirty="0"/>
              <a:t>IPv6</a:t>
            </a:r>
            <a:r>
              <a:rPr lang="zh-CN" altLang="en-US" dirty="0"/>
              <a:t>组播地址只可以作为</a:t>
            </a:r>
            <a:r>
              <a:rPr lang="en-US" altLang="zh-CN" dirty="0"/>
              <a:t>IPv6</a:t>
            </a:r>
            <a:r>
              <a:rPr lang="zh-CN" altLang="en-US" dirty="0"/>
              <a:t>报文的目的地址</a:t>
            </a:r>
            <a:endParaRPr lang="zh-CN" altLang="en-US" dirty="0"/>
          </a:p>
          <a:p>
            <a:endParaRPr lang="zh-CN" altLang="en-US" dirty="0"/>
          </a:p>
        </p:txBody>
      </p:sp>
      <p:sp>
        <p:nvSpPr>
          <p:cNvPr id="4" name="灯片编号占位符 3"/>
          <p:cNvSpPr>
            <a:spLocks noGrp="1"/>
          </p:cNvSpPr>
          <p:nvPr>
            <p:ph type="sldNum" sz="quarter" idx="12"/>
          </p:nvPr>
        </p:nvSpPr>
        <p:spPr/>
        <p:txBody>
          <a:bodyPr/>
          <a:lstStyle/>
          <a:p>
            <a:pPr>
              <a:defRPr/>
            </a:pPr>
            <a:fld id="{816960B2-2B11-492C-B588-5290E1274F96}" type="slidenum">
              <a:rPr lang="en-US" altLang="zh-CN" smtClean="0"/>
            </a:fld>
            <a:endParaRPr lang="en-US" altLang="zh-CN" dirty="0"/>
          </a:p>
        </p:txBody>
      </p:sp>
      <p:cxnSp>
        <p:nvCxnSpPr>
          <p:cNvPr id="5" name="Straight Connector 167"/>
          <p:cNvCxnSpPr/>
          <p:nvPr/>
        </p:nvCxnSpPr>
        <p:spPr>
          <a:xfrm>
            <a:off x="9434187" y="2609063"/>
            <a:ext cx="0" cy="596525"/>
          </a:xfrm>
          <a:prstGeom prst="line">
            <a:avLst/>
          </a:prstGeom>
          <a:ln w="190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6" name="Straight Connector 167"/>
          <p:cNvCxnSpPr/>
          <p:nvPr/>
        </p:nvCxnSpPr>
        <p:spPr>
          <a:xfrm>
            <a:off x="7895469" y="4525357"/>
            <a:ext cx="0" cy="896356"/>
          </a:xfrm>
          <a:prstGeom prst="line">
            <a:avLst/>
          </a:prstGeom>
          <a:ln w="190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7" name="Straight Connector 167"/>
          <p:cNvCxnSpPr/>
          <p:nvPr/>
        </p:nvCxnSpPr>
        <p:spPr>
          <a:xfrm>
            <a:off x="8881786" y="4525357"/>
            <a:ext cx="0" cy="896356"/>
          </a:xfrm>
          <a:prstGeom prst="line">
            <a:avLst/>
          </a:prstGeom>
          <a:ln w="19050">
            <a:solidFill>
              <a:schemeClr val="tx1"/>
            </a:solidFill>
            <a:prstDash val="solid"/>
          </a:ln>
        </p:spPr>
        <p:style>
          <a:lnRef idx="1">
            <a:schemeClr val="accent1"/>
          </a:lnRef>
          <a:fillRef idx="0">
            <a:schemeClr val="accent1"/>
          </a:fillRef>
          <a:effectRef idx="0">
            <a:schemeClr val="accent1"/>
          </a:effectRef>
          <a:fontRef idx="minor">
            <a:schemeClr val="tx1"/>
          </a:fontRef>
        </p:style>
      </p:cxnSp>
      <p:grpSp>
        <p:nvGrpSpPr>
          <p:cNvPr id="8" name="Group 165"/>
          <p:cNvGrpSpPr/>
          <p:nvPr/>
        </p:nvGrpSpPr>
        <p:grpSpPr>
          <a:xfrm rot="10800000">
            <a:off x="9781326" y="4397042"/>
            <a:ext cx="1513185" cy="752956"/>
            <a:chOff x="-1233037" y="914446"/>
            <a:chExt cx="1573823" cy="778776"/>
          </a:xfrm>
        </p:grpSpPr>
        <p:cxnSp>
          <p:nvCxnSpPr>
            <p:cNvPr id="9" name="Straight Connector 166"/>
            <p:cNvCxnSpPr/>
            <p:nvPr/>
          </p:nvCxnSpPr>
          <p:spPr>
            <a:xfrm flipH="1" flipV="1">
              <a:off x="-1233037" y="914446"/>
              <a:ext cx="786912" cy="77877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167"/>
            <p:cNvCxnSpPr/>
            <p:nvPr/>
          </p:nvCxnSpPr>
          <p:spPr>
            <a:xfrm flipV="1">
              <a:off x="-446125" y="914446"/>
              <a:ext cx="786911" cy="778776"/>
            </a:xfrm>
            <a:prstGeom prst="line">
              <a:avLst/>
            </a:prstGeom>
            <a:ln w="19050">
              <a:solidFill>
                <a:schemeClr val="tx1"/>
              </a:solidFill>
              <a:prstDash val="solid"/>
            </a:ln>
          </p:spPr>
          <p:style>
            <a:lnRef idx="1">
              <a:schemeClr val="accent1"/>
            </a:lnRef>
            <a:fillRef idx="0">
              <a:schemeClr val="accent1"/>
            </a:fillRef>
            <a:effectRef idx="0">
              <a:schemeClr val="accent1"/>
            </a:effectRef>
            <a:fontRef idx="minor">
              <a:schemeClr val="tx1"/>
            </a:fontRef>
          </p:style>
        </p:cxnSp>
      </p:grpSp>
      <p:pic>
        <p:nvPicPr>
          <p:cNvPr id="11" name="图片 72" descr="交换机.png"/>
          <p:cNvPicPr>
            <a:picLocks noChangeAspect="1"/>
          </p:cNvPicPr>
          <p:nvPr/>
        </p:nvPicPr>
        <p:blipFill>
          <a:blip r:embed="rId1" cstate="print"/>
          <a:stretch>
            <a:fillRect/>
          </a:stretch>
        </p:blipFill>
        <p:spPr>
          <a:xfrm>
            <a:off x="9189641" y="2276872"/>
            <a:ext cx="489094" cy="401494"/>
          </a:xfrm>
          <a:prstGeom prst="rect">
            <a:avLst/>
          </a:prstGeom>
        </p:spPr>
      </p:pic>
      <p:cxnSp>
        <p:nvCxnSpPr>
          <p:cNvPr id="12" name="Straight Connector 167"/>
          <p:cNvCxnSpPr/>
          <p:nvPr/>
        </p:nvCxnSpPr>
        <p:spPr>
          <a:xfrm flipH="1">
            <a:off x="7895469" y="3546319"/>
            <a:ext cx="1538719" cy="614043"/>
          </a:xfrm>
          <a:prstGeom prst="line">
            <a:avLst/>
          </a:prstGeom>
          <a:ln w="190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13" name="Straight Connector 167"/>
          <p:cNvCxnSpPr/>
          <p:nvPr/>
        </p:nvCxnSpPr>
        <p:spPr>
          <a:xfrm flipH="1">
            <a:off x="8885814" y="3546319"/>
            <a:ext cx="548374" cy="614043"/>
          </a:xfrm>
          <a:prstGeom prst="line">
            <a:avLst/>
          </a:prstGeom>
          <a:ln w="190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14" name="Straight Connector 167"/>
          <p:cNvCxnSpPr/>
          <p:nvPr/>
        </p:nvCxnSpPr>
        <p:spPr>
          <a:xfrm>
            <a:off x="9434188" y="3546319"/>
            <a:ext cx="1103731" cy="614043"/>
          </a:xfrm>
          <a:prstGeom prst="line">
            <a:avLst/>
          </a:prstGeom>
          <a:ln w="190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15" name="Straight Connector 167"/>
          <p:cNvCxnSpPr/>
          <p:nvPr/>
        </p:nvCxnSpPr>
        <p:spPr>
          <a:xfrm>
            <a:off x="9770626" y="5341379"/>
            <a:ext cx="0" cy="448178"/>
          </a:xfrm>
          <a:prstGeom prst="line">
            <a:avLst/>
          </a:prstGeom>
          <a:ln w="190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16" name="Straight Connector 167"/>
          <p:cNvCxnSpPr/>
          <p:nvPr/>
        </p:nvCxnSpPr>
        <p:spPr>
          <a:xfrm>
            <a:off x="11285626" y="5341379"/>
            <a:ext cx="0" cy="448178"/>
          </a:xfrm>
          <a:prstGeom prst="line">
            <a:avLst/>
          </a:prstGeom>
          <a:ln w="19050">
            <a:solidFill>
              <a:schemeClr val="tx1"/>
            </a:solidFill>
            <a:prstDash val="solid"/>
          </a:ln>
        </p:spPr>
        <p:style>
          <a:lnRef idx="1">
            <a:schemeClr val="accent1"/>
          </a:lnRef>
          <a:fillRef idx="0">
            <a:schemeClr val="accent1"/>
          </a:fillRef>
          <a:effectRef idx="0">
            <a:schemeClr val="accent1"/>
          </a:effectRef>
          <a:fontRef idx="minor">
            <a:schemeClr val="tx1"/>
          </a:fontRef>
        </p:style>
      </p:cxnSp>
      <p:sp>
        <p:nvSpPr>
          <p:cNvPr id="17" name="文本框 16"/>
          <p:cNvSpPr txBox="1"/>
          <p:nvPr/>
        </p:nvSpPr>
        <p:spPr bwMode="auto">
          <a:xfrm>
            <a:off x="8566357" y="5650727"/>
            <a:ext cx="638915" cy="291116"/>
          </a:xfrm>
          <a:prstGeom prst="rect">
            <a:avLst/>
          </a:prstGeom>
          <a:noFill/>
          <a:ln w="9525" algn="ctr">
            <a:noFill/>
            <a:miter lim="800000"/>
          </a:ln>
        </p:spPr>
        <p:txBody>
          <a:bodyPr vert="horz" wrap="none" lIns="87768" tIns="43884" rIns="87768" bIns="43884" numCol="1" rtlCol="0" anchor="ctr" anchorCtr="0" compatLnSpc="1">
            <a:spAutoFit/>
          </a:bodyPr>
          <a:lstStyle/>
          <a:p>
            <a:pPr algn="ctr">
              <a:lnSpc>
                <a:spcPct val="120000"/>
              </a:lnSpc>
            </a:pPr>
            <a:r>
              <a:rPr lang="zh-CN" altLang="en-US" sz="1200" dirty="0">
                <a:latin typeface="微软雅黑 Light" panose="020B0502040204020203" pitchFamily="34" charset="-122"/>
                <a:ea typeface="微软雅黑 Light" panose="020B0502040204020203" pitchFamily="34" charset="-122"/>
                <a:cs typeface="+mn-ea"/>
                <a:sym typeface="+mn-lt"/>
              </a:rPr>
              <a:t>组成员</a:t>
            </a:r>
            <a:endParaRPr lang="en-US" altLang="zh-CN" sz="1200" dirty="0">
              <a:latin typeface="微软雅黑 Light" panose="020B0502040204020203" pitchFamily="34" charset="-122"/>
              <a:ea typeface="微软雅黑 Light" panose="020B0502040204020203" pitchFamily="34" charset="-122"/>
              <a:cs typeface="+mn-ea"/>
              <a:sym typeface="+mn-lt"/>
            </a:endParaRPr>
          </a:p>
        </p:txBody>
      </p:sp>
      <p:sp>
        <p:nvSpPr>
          <p:cNvPr id="18" name="文本框 17"/>
          <p:cNvSpPr txBox="1"/>
          <p:nvPr/>
        </p:nvSpPr>
        <p:spPr bwMode="auto">
          <a:xfrm>
            <a:off x="9452324" y="6086732"/>
            <a:ext cx="638915" cy="291116"/>
          </a:xfrm>
          <a:prstGeom prst="rect">
            <a:avLst/>
          </a:prstGeom>
          <a:noFill/>
          <a:ln w="9525" algn="ctr">
            <a:noFill/>
            <a:miter lim="800000"/>
          </a:ln>
        </p:spPr>
        <p:txBody>
          <a:bodyPr vert="horz" wrap="none" lIns="87768" tIns="43884" rIns="87768" bIns="43884" numCol="1" rtlCol="0" anchor="ctr" anchorCtr="0" compatLnSpc="1">
            <a:spAutoFit/>
          </a:bodyPr>
          <a:lstStyle/>
          <a:p>
            <a:pPr algn="ctr">
              <a:lnSpc>
                <a:spcPct val="120000"/>
              </a:lnSpc>
            </a:pPr>
            <a:r>
              <a:rPr lang="zh-CN" altLang="en-US" sz="1200" dirty="0">
                <a:latin typeface="微软雅黑 Light" panose="020B0502040204020203" pitchFamily="34" charset="-122"/>
                <a:ea typeface="微软雅黑 Light" panose="020B0502040204020203" pitchFamily="34" charset="-122"/>
                <a:cs typeface="+mn-ea"/>
                <a:sym typeface="+mn-lt"/>
              </a:rPr>
              <a:t>组成员</a:t>
            </a:r>
            <a:endParaRPr lang="en-US" altLang="zh-CN" sz="1200" dirty="0">
              <a:latin typeface="微软雅黑 Light" panose="020B0502040204020203" pitchFamily="34" charset="-122"/>
              <a:ea typeface="微软雅黑 Light" panose="020B0502040204020203" pitchFamily="34" charset="-122"/>
              <a:cs typeface="+mn-ea"/>
              <a:sym typeface="+mn-lt"/>
            </a:endParaRPr>
          </a:p>
        </p:txBody>
      </p:sp>
      <p:sp>
        <p:nvSpPr>
          <p:cNvPr id="19" name="文本框 18"/>
          <p:cNvSpPr txBox="1"/>
          <p:nvPr/>
        </p:nvSpPr>
        <p:spPr bwMode="auto">
          <a:xfrm>
            <a:off x="9753881" y="2294160"/>
            <a:ext cx="638915" cy="291116"/>
          </a:xfrm>
          <a:prstGeom prst="rect">
            <a:avLst/>
          </a:prstGeom>
          <a:noFill/>
          <a:ln w="9525" algn="ctr">
            <a:noFill/>
            <a:miter lim="800000"/>
          </a:ln>
        </p:spPr>
        <p:txBody>
          <a:bodyPr vert="horz" wrap="none" lIns="87768" tIns="43884" rIns="87768" bIns="43884" numCol="1" rtlCol="0" anchor="ctr" anchorCtr="0" compatLnSpc="1">
            <a:spAutoFit/>
          </a:bodyPr>
          <a:lstStyle/>
          <a:p>
            <a:pPr algn="ctr">
              <a:lnSpc>
                <a:spcPct val="120000"/>
              </a:lnSpc>
            </a:pPr>
            <a:r>
              <a:rPr lang="zh-CN" altLang="en-US" sz="1200" dirty="0">
                <a:latin typeface="微软雅黑 Light" panose="020B0502040204020203" pitchFamily="34" charset="-122"/>
                <a:ea typeface="微软雅黑 Light" panose="020B0502040204020203" pitchFamily="34" charset="-122"/>
                <a:cs typeface="+mn-ea"/>
                <a:sym typeface="+mn-lt"/>
              </a:rPr>
              <a:t>组播源</a:t>
            </a:r>
            <a:endParaRPr lang="en-US" altLang="zh-CN" sz="1200" dirty="0">
              <a:latin typeface="微软雅黑 Light" panose="020B0502040204020203" pitchFamily="34" charset="-122"/>
              <a:ea typeface="微软雅黑 Light" panose="020B0502040204020203" pitchFamily="34" charset="-122"/>
              <a:cs typeface="+mn-ea"/>
              <a:sym typeface="+mn-lt"/>
            </a:endParaRPr>
          </a:p>
        </p:txBody>
      </p:sp>
      <p:cxnSp>
        <p:nvCxnSpPr>
          <p:cNvPr id="20" name="Straight Connector 167"/>
          <p:cNvCxnSpPr/>
          <p:nvPr/>
        </p:nvCxnSpPr>
        <p:spPr>
          <a:xfrm>
            <a:off x="9305665" y="2726583"/>
            <a:ext cx="0" cy="434376"/>
          </a:xfrm>
          <a:prstGeom prst="line">
            <a:avLst/>
          </a:prstGeom>
          <a:ln w="19050">
            <a:solidFill>
              <a:srgbClr val="ED6D00"/>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21" name="Straight Connector 167"/>
          <p:cNvCxnSpPr/>
          <p:nvPr/>
        </p:nvCxnSpPr>
        <p:spPr>
          <a:xfrm flipH="1">
            <a:off x="8798729" y="3725986"/>
            <a:ext cx="349289" cy="372956"/>
          </a:xfrm>
          <a:prstGeom prst="line">
            <a:avLst/>
          </a:prstGeom>
          <a:ln w="19050">
            <a:solidFill>
              <a:srgbClr val="ED6D00"/>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22" name="Straight Connector 167"/>
          <p:cNvCxnSpPr/>
          <p:nvPr/>
        </p:nvCxnSpPr>
        <p:spPr>
          <a:xfrm>
            <a:off x="9678736" y="3554043"/>
            <a:ext cx="872748" cy="490939"/>
          </a:xfrm>
          <a:prstGeom prst="line">
            <a:avLst/>
          </a:prstGeom>
          <a:ln w="19050">
            <a:solidFill>
              <a:srgbClr val="ED6D00"/>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23" name="Straight Connector 167"/>
          <p:cNvCxnSpPr/>
          <p:nvPr/>
        </p:nvCxnSpPr>
        <p:spPr>
          <a:xfrm>
            <a:off x="8798728" y="4556331"/>
            <a:ext cx="0" cy="657236"/>
          </a:xfrm>
          <a:prstGeom prst="line">
            <a:avLst/>
          </a:prstGeom>
          <a:ln w="19050">
            <a:solidFill>
              <a:srgbClr val="ED6D00"/>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24" name="Straight Connector 167"/>
          <p:cNvCxnSpPr/>
          <p:nvPr/>
        </p:nvCxnSpPr>
        <p:spPr>
          <a:xfrm>
            <a:off x="9875974" y="5401460"/>
            <a:ext cx="0" cy="327880"/>
          </a:xfrm>
          <a:prstGeom prst="line">
            <a:avLst/>
          </a:prstGeom>
          <a:ln w="19050">
            <a:solidFill>
              <a:srgbClr val="ED6D00"/>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25" name="Straight Connector 167"/>
          <p:cNvCxnSpPr/>
          <p:nvPr/>
        </p:nvCxnSpPr>
        <p:spPr>
          <a:xfrm flipH="1">
            <a:off x="9850717" y="4556330"/>
            <a:ext cx="394844" cy="378580"/>
          </a:xfrm>
          <a:prstGeom prst="line">
            <a:avLst/>
          </a:prstGeom>
          <a:ln w="19050">
            <a:solidFill>
              <a:srgbClr val="ED6D00"/>
            </a:solidFill>
            <a:prstDash val="solid"/>
            <a:tailEnd type="triangle"/>
          </a:ln>
        </p:spPr>
        <p:style>
          <a:lnRef idx="1">
            <a:schemeClr val="accent1"/>
          </a:lnRef>
          <a:fillRef idx="0">
            <a:schemeClr val="accent1"/>
          </a:fillRef>
          <a:effectRef idx="0">
            <a:schemeClr val="accent1"/>
          </a:effectRef>
          <a:fontRef idx="minor">
            <a:schemeClr val="tx1"/>
          </a:fontRef>
        </p:style>
      </p:cxnSp>
      <p:pic>
        <p:nvPicPr>
          <p:cNvPr id="26" name="图片 25"/>
          <p:cNvPicPr>
            <a:picLocks noChangeAspect="1"/>
          </p:cNvPicPr>
          <p:nvPr/>
        </p:nvPicPr>
        <p:blipFill>
          <a:blip r:embed="rId2"/>
          <a:stretch>
            <a:fillRect/>
          </a:stretch>
        </p:blipFill>
        <p:spPr>
          <a:xfrm>
            <a:off x="9222696" y="3183434"/>
            <a:ext cx="420838" cy="420838"/>
          </a:xfrm>
          <a:prstGeom prst="rect">
            <a:avLst/>
          </a:prstGeom>
        </p:spPr>
      </p:pic>
      <p:pic>
        <p:nvPicPr>
          <p:cNvPr id="27" name="图片 26"/>
          <p:cNvPicPr>
            <a:picLocks noChangeAspect="1"/>
          </p:cNvPicPr>
          <p:nvPr/>
        </p:nvPicPr>
        <p:blipFill>
          <a:blip r:embed="rId2"/>
          <a:stretch>
            <a:fillRect/>
          </a:stretch>
        </p:blipFill>
        <p:spPr>
          <a:xfrm>
            <a:off x="7697447" y="4119613"/>
            <a:ext cx="420838" cy="420838"/>
          </a:xfrm>
          <a:prstGeom prst="rect">
            <a:avLst/>
          </a:prstGeom>
        </p:spPr>
      </p:pic>
      <p:pic>
        <p:nvPicPr>
          <p:cNvPr id="28" name="图片 27"/>
          <p:cNvPicPr>
            <a:picLocks noChangeAspect="1"/>
          </p:cNvPicPr>
          <p:nvPr/>
        </p:nvPicPr>
        <p:blipFill>
          <a:blip r:embed="rId2"/>
          <a:stretch>
            <a:fillRect/>
          </a:stretch>
        </p:blipFill>
        <p:spPr>
          <a:xfrm>
            <a:off x="8674737" y="4119613"/>
            <a:ext cx="420838" cy="420838"/>
          </a:xfrm>
          <a:prstGeom prst="rect">
            <a:avLst/>
          </a:prstGeom>
        </p:spPr>
      </p:pic>
      <p:pic>
        <p:nvPicPr>
          <p:cNvPr id="29" name="图片 28"/>
          <p:cNvPicPr>
            <a:picLocks noChangeAspect="1"/>
          </p:cNvPicPr>
          <p:nvPr/>
        </p:nvPicPr>
        <p:blipFill>
          <a:blip r:embed="rId2"/>
          <a:stretch>
            <a:fillRect/>
          </a:stretch>
        </p:blipFill>
        <p:spPr>
          <a:xfrm>
            <a:off x="9560207" y="4956705"/>
            <a:ext cx="420838" cy="420838"/>
          </a:xfrm>
          <a:prstGeom prst="rect">
            <a:avLst/>
          </a:prstGeom>
        </p:spPr>
      </p:pic>
      <p:pic>
        <p:nvPicPr>
          <p:cNvPr id="30" name="图片 29"/>
          <p:cNvPicPr>
            <a:picLocks noChangeAspect="1"/>
          </p:cNvPicPr>
          <p:nvPr/>
        </p:nvPicPr>
        <p:blipFill>
          <a:blip r:embed="rId2"/>
          <a:stretch>
            <a:fillRect/>
          </a:stretch>
        </p:blipFill>
        <p:spPr>
          <a:xfrm>
            <a:off x="10301527" y="4134480"/>
            <a:ext cx="420838" cy="420838"/>
          </a:xfrm>
          <a:prstGeom prst="rect">
            <a:avLst/>
          </a:prstGeom>
        </p:spPr>
      </p:pic>
      <p:pic>
        <p:nvPicPr>
          <p:cNvPr id="31" name="图片 30"/>
          <p:cNvPicPr>
            <a:picLocks noChangeAspect="1"/>
          </p:cNvPicPr>
          <p:nvPr/>
        </p:nvPicPr>
        <p:blipFill>
          <a:blip r:embed="rId2"/>
          <a:stretch>
            <a:fillRect/>
          </a:stretch>
        </p:blipFill>
        <p:spPr>
          <a:xfrm>
            <a:off x="11075207" y="5084262"/>
            <a:ext cx="420838" cy="420838"/>
          </a:xfrm>
          <a:prstGeom prst="rect">
            <a:avLst/>
          </a:prstGeom>
        </p:spPr>
      </p:pic>
      <p:pic>
        <p:nvPicPr>
          <p:cNvPr id="32" name="图片 31"/>
          <p:cNvPicPr>
            <a:picLocks noChangeAspect="1"/>
          </p:cNvPicPr>
          <p:nvPr/>
        </p:nvPicPr>
        <p:blipFill>
          <a:blip r:embed="rId3"/>
          <a:stretch>
            <a:fillRect/>
          </a:stretch>
        </p:blipFill>
        <p:spPr>
          <a:xfrm>
            <a:off x="7689729" y="5377543"/>
            <a:ext cx="411480" cy="312420"/>
          </a:xfrm>
          <a:prstGeom prst="rect">
            <a:avLst/>
          </a:prstGeom>
        </p:spPr>
      </p:pic>
      <p:pic>
        <p:nvPicPr>
          <p:cNvPr id="33" name="图片 32"/>
          <p:cNvPicPr>
            <a:picLocks noChangeAspect="1"/>
          </p:cNvPicPr>
          <p:nvPr/>
        </p:nvPicPr>
        <p:blipFill>
          <a:blip r:embed="rId3"/>
          <a:stretch>
            <a:fillRect/>
          </a:stretch>
        </p:blipFill>
        <p:spPr>
          <a:xfrm>
            <a:off x="8654321" y="5361866"/>
            <a:ext cx="411480" cy="312420"/>
          </a:xfrm>
          <a:prstGeom prst="rect">
            <a:avLst/>
          </a:prstGeom>
        </p:spPr>
      </p:pic>
      <p:pic>
        <p:nvPicPr>
          <p:cNvPr id="34" name="图片 33"/>
          <p:cNvPicPr>
            <a:picLocks noChangeAspect="1"/>
          </p:cNvPicPr>
          <p:nvPr/>
        </p:nvPicPr>
        <p:blipFill>
          <a:blip r:embed="rId3"/>
          <a:stretch>
            <a:fillRect/>
          </a:stretch>
        </p:blipFill>
        <p:spPr>
          <a:xfrm>
            <a:off x="9548141" y="5734935"/>
            <a:ext cx="411480" cy="312420"/>
          </a:xfrm>
          <a:prstGeom prst="rect">
            <a:avLst/>
          </a:prstGeom>
        </p:spPr>
      </p:pic>
      <p:pic>
        <p:nvPicPr>
          <p:cNvPr id="35" name="图片 34"/>
          <p:cNvPicPr>
            <a:picLocks noChangeAspect="1"/>
          </p:cNvPicPr>
          <p:nvPr/>
        </p:nvPicPr>
        <p:blipFill>
          <a:blip r:embed="rId3"/>
          <a:stretch>
            <a:fillRect/>
          </a:stretch>
        </p:blipFill>
        <p:spPr>
          <a:xfrm>
            <a:off x="11058700" y="5754407"/>
            <a:ext cx="411480" cy="312420"/>
          </a:xfrm>
          <a:prstGeom prst="rect">
            <a:avLst/>
          </a:prstGeom>
        </p:spPr>
      </p:pic>
      <p:graphicFrame>
        <p:nvGraphicFramePr>
          <p:cNvPr id="36" name="表格 35"/>
          <p:cNvGraphicFramePr>
            <a:graphicFrameLocks noGrp="1"/>
          </p:cNvGraphicFramePr>
          <p:nvPr/>
        </p:nvGraphicFramePr>
        <p:xfrm>
          <a:off x="424194" y="2649521"/>
          <a:ext cx="6278789" cy="327180"/>
        </p:xfrm>
        <a:graphic>
          <a:graphicData uri="http://schemas.openxmlformats.org/drawingml/2006/table">
            <a:tbl>
              <a:tblPr firstRow="1" bandRow="1">
                <a:tableStyleId>{2D5ABB26-0587-4C30-8999-92F81FD0307C}</a:tableStyleId>
              </a:tblPr>
              <a:tblGrid>
                <a:gridCol w="1055821"/>
                <a:gridCol w="627284"/>
                <a:gridCol w="722987"/>
                <a:gridCol w="2198366"/>
                <a:gridCol w="1674331"/>
              </a:tblGrid>
              <a:tr h="304681">
                <a:tc>
                  <a:txBody>
                    <a:bodyPr/>
                    <a:lstStyle/>
                    <a:p>
                      <a:pPr algn="ctr">
                        <a:lnSpc>
                          <a:spcPct val="120000"/>
                        </a:lnSpc>
                        <a:spcBef>
                          <a:spcPts val="0"/>
                        </a:spcBef>
                        <a:spcAft>
                          <a:spcPts val="0"/>
                        </a:spcAft>
                      </a:pPr>
                      <a:r>
                        <a:rPr lang="en-US" altLang="zh-CN" sz="1400" baseline="0" dirty="0">
                          <a:solidFill>
                            <a:schemeClr val="tx1"/>
                          </a:solidFill>
                          <a:latin typeface="微软雅黑 Light" panose="020B0502040204020203" pitchFamily="34" charset="-122"/>
                          <a:ea typeface="微软雅黑 Light" panose="020B0502040204020203" pitchFamily="34" charset="-122"/>
                          <a:cs typeface="+mn-ea"/>
                          <a:sym typeface="+mn-lt"/>
                        </a:rPr>
                        <a:t>11111111</a:t>
                      </a:r>
                      <a:endParaRPr lang="zh-CN" altLang="en-US" sz="1400" baseline="0" dirty="0">
                        <a:latin typeface="微软雅黑 Light" panose="020B0502040204020203" pitchFamily="34" charset="-122"/>
                        <a:ea typeface="微软雅黑 Light" panose="020B0502040204020203" pitchFamily="34" charset="-122"/>
                        <a:cs typeface="+mn-ea"/>
                        <a:sym typeface="+mn-lt"/>
                      </a:endParaRPr>
                    </a:p>
                  </a:txBody>
                  <a:tcPr marL="91404" marR="91404" marT="45702" marB="45702">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solidFill>
                      <a:srgbClr val="F4FBFE"/>
                    </a:solidFill>
                  </a:tcPr>
                </a:tc>
                <a:tc>
                  <a:txBody>
                    <a:bodyPr/>
                    <a:lstStyle/>
                    <a:p>
                      <a:pPr algn="ctr">
                        <a:lnSpc>
                          <a:spcPct val="120000"/>
                        </a:lnSpc>
                        <a:spcBef>
                          <a:spcPts val="0"/>
                        </a:spcBef>
                        <a:spcAft>
                          <a:spcPts val="0"/>
                        </a:spcAft>
                      </a:pPr>
                      <a:r>
                        <a:rPr lang="en-US" altLang="zh-CN" sz="1400" baseline="0" dirty="0">
                          <a:latin typeface="微软雅黑 Light" panose="020B0502040204020203" pitchFamily="34" charset="-122"/>
                          <a:ea typeface="微软雅黑 Light" panose="020B0502040204020203" pitchFamily="34" charset="-122"/>
                          <a:cs typeface="+mn-ea"/>
                          <a:sym typeface="+mn-lt"/>
                        </a:rPr>
                        <a:t>Flags</a:t>
                      </a:r>
                      <a:endParaRPr lang="zh-CN" altLang="en-US" sz="1400" baseline="0" dirty="0">
                        <a:latin typeface="微软雅黑 Light" panose="020B0502040204020203" pitchFamily="34" charset="-122"/>
                        <a:ea typeface="微软雅黑 Light" panose="020B0502040204020203" pitchFamily="34" charset="-122"/>
                        <a:cs typeface="+mn-ea"/>
                        <a:sym typeface="+mn-lt"/>
                      </a:endParaRPr>
                    </a:p>
                  </a:txBody>
                  <a:tcPr marL="91404" marR="91404" marT="45702" marB="45702">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solidFill>
                      <a:srgbClr val="F4FBFE"/>
                    </a:solidFill>
                  </a:tcPr>
                </a:tc>
                <a:tc>
                  <a:txBody>
                    <a:bodyPr/>
                    <a:lstStyle/>
                    <a:p>
                      <a:pPr algn="ctr">
                        <a:lnSpc>
                          <a:spcPct val="120000"/>
                        </a:lnSpc>
                        <a:spcBef>
                          <a:spcPts val="0"/>
                        </a:spcBef>
                        <a:spcAft>
                          <a:spcPts val="0"/>
                        </a:spcAft>
                      </a:pPr>
                      <a:r>
                        <a:rPr lang="en-US" altLang="zh-CN" sz="1400" baseline="0" dirty="0">
                          <a:latin typeface="微软雅黑 Light" panose="020B0502040204020203" pitchFamily="34" charset="-122"/>
                          <a:ea typeface="微软雅黑 Light" panose="020B0502040204020203" pitchFamily="34" charset="-122"/>
                          <a:cs typeface="+mn-ea"/>
                          <a:sym typeface="+mn-lt"/>
                        </a:rPr>
                        <a:t>Scope</a:t>
                      </a:r>
                      <a:endParaRPr lang="zh-CN" altLang="en-US" sz="1400" baseline="0" dirty="0">
                        <a:latin typeface="微软雅黑 Light" panose="020B0502040204020203" pitchFamily="34" charset="-122"/>
                        <a:ea typeface="微软雅黑 Light" panose="020B0502040204020203" pitchFamily="34" charset="-122"/>
                        <a:cs typeface="+mn-ea"/>
                        <a:sym typeface="+mn-lt"/>
                      </a:endParaRPr>
                    </a:p>
                  </a:txBody>
                  <a:tcPr marL="91404" marR="91404" marT="45702" marB="45702">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solidFill>
                      <a:srgbClr val="F4FBFE"/>
                    </a:solidFill>
                  </a:tcPr>
                </a:tc>
                <a:tc>
                  <a:txBody>
                    <a:bodyPr/>
                    <a:lstStyle/>
                    <a:p>
                      <a:pPr algn="ctr">
                        <a:lnSpc>
                          <a:spcPct val="120000"/>
                        </a:lnSpc>
                        <a:spcBef>
                          <a:spcPts val="0"/>
                        </a:spcBef>
                        <a:spcAft>
                          <a:spcPts val="0"/>
                        </a:spcAft>
                      </a:pPr>
                      <a:r>
                        <a:rPr lang="en-US" altLang="zh-CN" sz="1400" baseline="0" dirty="0">
                          <a:latin typeface="微软雅黑 Light" panose="020B0502040204020203" pitchFamily="34" charset="-122"/>
                          <a:ea typeface="微软雅黑 Light" panose="020B0502040204020203" pitchFamily="34" charset="-122"/>
                          <a:cs typeface="+mn-ea"/>
                          <a:sym typeface="+mn-lt"/>
                        </a:rPr>
                        <a:t>Reserved</a:t>
                      </a:r>
                      <a:r>
                        <a:rPr lang="zh-CN" altLang="en-US" sz="1400" baseline="0" dirty="0">
                          <a:latin typeface="微软雅黑 Light" panose="020B0502040204020203" pitchFamily="34" charset="-122"/>
                          <a:ea typeface="微软雅黑 Light" panose="020B0502040204020203" pitchFamily="34" charset="-122"/>
                          <a:cs typeface="+mn-ea"/>
                          <a:sym typeface="+mn-lt"/>
                        </a:rPr>
                        <a:t>（必须为</a:t>
                      </a:r>
                      <a:r>
                        <a:rPr lang="en-US" altLang="zh-CN" sz="1400" baseline="0" dirty="0">
                          <a:latin typeface="微软雅黑 Light" panose="020B0502040204020203" pitchFamily="34" charset="-122"/>
                          <a:ea typeface="微软雅黑 Light" panose="020B0502040204020203" pitchFamily="34" charset="-122"/>
                          <a:cs typeface="+mn-ea"/>
                          <a:sym typeface="+mn-lt"/>
                        </a:rPr>
                        <a:t>0</a:t>
                      </a:r>
                      <a:r>
                        <a:rPr lang="zh-CN" altLang="en-US" sz="1400" baseline="0" dirty="0">
                          <a:latin typeface="微软雅黑 Light" panose="020B0502040204020203" pitchFamily="34" charset="-122"/>
                          <a:ea typeface="微软雅黑 Light" panose="020B0502040204020203" pitchFamily="34" charset="-122"/>
                          <a:cs typeface="+mn-ea"/>
                          <a:sym typeface="+mn-lt"/>
                        </a:rPr>
                        <a:t>）</a:t>
                      </a:r>
                      <a:endParaRPr lang="zh-CN" altLang="en-US" sz="1400" baseline="0" dirty="0">
                        <a:latin typeface="微软雅黑 Light" panose="020B0502040204020203" pitchFamily="34" charset="-122"/>
                        <a:ea typeface="微软雅黑 Light" panose="020B0502040204020203" pitchFamily="34" charset="-122"/>
                        <a:cs typeface="+mn-ea"/>
                        <a:sym typeface="+mn-lt"/>
                      </a:endParaRPr>
                    </a:p>
                  </a:txBody>
                  <a:tcPr marL="91404" marR="91404" marT="45702" marB="45702">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solidFill>
                      <a:srgbClr val="F4FBFE"/>
                    </a:solidFill>
                  </a:tcPr>
                </a:tc>
                <a:tc>
                  <a:txBody>
                    <a:bodyPr/>
                    <a:lstStyle/>
                    <a:p>
                      <a:pPr algn="ctr">
                        <a:lnSpc>
                          <a:spcPct val="120000"/>
                        </a:lnSpc>
                        <a:spcBef>
                          <a:spcPts val="0"/>
                        </a:spcBef>
                        <a:spcAft>
                          <a:spcPts val="0"/>
                        </a:spcAft>
                      </a:pPr>
                      <a:r>
                        <a:rPr lang="en-US" altLang="zh-CN" sz="1400" baseline="0" dirty="0">
                          <a:latin typeface="微软雅黑 Light" panose="020B0502040204020203" pitchFamily="34" charset="-122"/>
                          <a:ea typeface="微软雅黑 Light" panose="020B0502040204020203" pitchFamily="34" charset="-122"/>
                          <a:cs typeface="+mn-ea"/>
                          <a:sym typeface="+mn-lt"/>
                        </a:rPr>
                        <a:t>Group ID</a:t>
                      </a:r>
                      <a:endParaRPr lang="zh-CN" altLang="en-US" sz="1400" baseline="0" dirty="0">
                        <a:latin typeface="微软雅黑 Light" panose="020B0502040204020203" pitchFamily="34" charset="-122"/>
                        <a:ea typeface="微软雅黑 Light" panose="020B0502040204020203" pitchFamily="34" charset="-122"/>
                        <a:cs typeface="+mn-ea"/>
                        <a:sym typeface="+mn-lt"/>
                      </a:endParaRPr>
                    </a:p>
                  </a:txBody>
                  <a:tcPr marL="91404" marR="91404" marT="45702" marB="45702">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solidFill>
                      <a:srgbClr val="F4FBFE"/>
                    </a:solidFill>
                  </a:tcPr>
                </a:tc>
              </a:tr>
            </a:tbl>
          </a:graphicData>
        </a:graphic>
      </p:graphicFrame>
      <p:sp>
        <p:nvSpPr>
          <p:cNvPr id="37" name="文本框 36"/>
          <p:cNvSpPr txBox="1"/>
          <p:nvPr/>
        </p:nvSpPr>
        <p:spPr bwMode="auto">
          <a:xfrm>
            <a:off x="663632" y="2290498"/>
            <a:ext cx="586016" cy="360559"/>
          </a:xfrm>
          <a:prstGeom prst="rect">
            <a:avLst/>
          </a:prstGeom>
          <a:noFill/>
          <a:ln w="9525" algn="ctr">
            <a:noFill/>
            <a:miter lim="800000"/>
          </a:ln>
        </p:spPr>
        <p:txBody>
          <a:bodyPr vert="horz" wrap="none" lIns="87768" tIns="43884" rIns="87768" bIns="43884" numCol="1" rtlCol="0" anchor="ctr" anchorCtr="0" compatLnSpc="1">
            <a:spAutoFit/>
          </a:bodyPr>
          <a:lstStyle/>
          <a:p>
            <a:pPr>
              <a:lnSpc>
                <a:spcPct val="120000"/>
              </a:lnSpc>
            </a:pPr>
            <a:r>
              <a:rPr lang="en-US" altLang="zh-CN" sz="1600" dirty="0">
                <a:latin typeface="微软雅黑 Light" panose="020B0502040204020203" pitchFamily="34" charset="-122"/>
                <a:ea typeface="微软雅黑 Light" panose="020B0502040204020203" pitchFamily="34" charset="-122"/>
                <a:cs typeface="+mn-ea"/>
                <a:sym typeface="+mn-lt"/>
              </a:rPr>
              <a:t>8 bit</a:t>
            </a:r>
            <a:endParaRPr lang="zh-CN" altLang="en-US" sz="1600" dirty="0">
              <a:latin typeface="微软雅黑 Light" panose="020B0502040204020203" pitchFamily="34" charset="-122"/>
              <a:ea typeface="微软雅黑 Light" panose="020B0502040204020203" pitchFamily="34" charset="-122"/>
              <a:cs typeface="+mn-ea"/>
              <a:sym typeface="+mn-lt"/>
            </a:endParaRPr>
          </a:p>
        </p:txBody>
      </p:sp>
      <p:sp>
        <p:nvSpPr>
          <p:cNvPr id="38" name="文本框 37"/>
          <p:cNvSpPr txBox="1"/>
          <p:nvPr/>
        </p:nvSpPr>
        <p:spPr bwMode="auto">
          <a:xfrm>
            <a:off x="1486917" y="2290498"/>
            <a:ext cx="589222" cy="360559"/>
          </a:xfrm>
          <a:prstGeom prst="rect">
            <a:avLst/>
          </a:prstGeom>
          <a:noFill/>
          <a:ln w="9525" algn="ctr">
            <a:noFill/>
            <a:miter lim="800000"/>
          </a:ln>
        </p:spPr>
        <p:txBody>
          <a:bodyPr vert="horz" wrap="none" lIns="87768" tIns="43884" rIns="87768" bIns="43884" numCol="1" rtlCol="0" anchor="ctr" anchorCtr="0" compatLnSpc="1">
            <a:spAutoFit/>
          </a:bodyPr>
          <a:lstStyle/>
          <a:p>
            <a:pPr>
              <a:lnSpc>
                <a:spcPct val="120000"/>
              </a:lnSpc>
            </a:pPr>
            <a:r>
              <a:rPr lang="en-US" altLang="zh-CN" sz="1600" dirty="0">
                <a:latin typeface="微软雅黑 Light" panose="020B0502040204020203" pitchFamily="34" charset="-122"/>
                <a:ea typeface="微软雅黑 Light" panose="020B0502040204020203" pitchFamily="34" charset="-122"/>
                <a:cs typeface="+mn-ea"/>
                <a:sym typeface="+mn-lt"/>
              </a:rPr>
              <a:t>4 bit</a:t>
            </a:r>
            <a:endParaRPr lang="zh-CN" altLang="en-US" sz="1600" dirty="0">
              <a:latin typeface="微软雅黑 Light" panose="020B0502040204020203" pitchFamily="34" charset="-122"/>
              <a:ea typeface="微软雅黑 Light" panose="020B0502040204020203" pitchFamily="34" charset="-122"/>
              <a:cs typeface="+mn-ea"/>
              <a:sym typeface="+mn-lt"/>
            </a:endParaRPr>
          </a:p>
        </p:txBody>
      </p:sp>
      <p:sp>
        <p:nvSpPr>
          <p:cNvPr id="39" name="文本框 38"/>
          <p:cNvSpPr txBox="1"/>
          <p:nvPr/>
        </p:nvSpPr>
        <p:spPr bwMode="auto">
          <a:xfrm>
            <a:off x="2103207" y="2290498"/>
            <a:ext cx="589222" cy="360559"/>
          </a:xfrm>
          <a:prstGeom prst="rect">
            <a:avLst/>
          </a:prstGeom>
          <a:noFill/>
          <a:ln w="9525" algn="ctr">
            <a:noFill/>
            <a:miter lim="800000"/>
          </a:ln>
        </p:spPr>
        <p:txBody>
          <a:bodyPr vert="horz" wrap="none" lIns="87768" tIns="43884" rIns="87768" bIns="43884" numCol="1" rtlCol="0" anchor="ctr" anchorCtr="0" compatLnSpc="1">
            <a:spAutoFit/>
          </a:bodyPr>
          <a:lstStyle/>
          <a:p>
            <a:pPr>
              <a:lnSpc>
                <a:spcPct val="120000"/>
              </a:lnSpc>
            </a:pPr>
            <a:r>
              <a:rPr lang="en-US" altLang="zh-CN" sz="1600" dirty="0">
                <a:latin typeface="微软雅黑 Light" panose="020B0502040204020203" pitchFamily="34" charset="-122"/>
                <a:ea typeface="微软雅黑 Light" panose="020B0502040204020203" pitchFamily="34" charset="-122"/>
                <a:cs typeface="+mn-ea"/>
                <a:sym typeface="+mn-lt"/>
              </a:rPr>
              <a:t>4 bit</a:t>
            </a:r>
            <a:endParaRPr lang="zh-CN" altLang="en-US" sz="1600" dirty="0">
              <a:latin typeface="微软雅黑 Light" panose="020B0502040204020203" pitchFamily="34" charset="-122"/>
              <a:ea typeface="微软雅黑 Light" panose="020B0502040204020203" pitchFamily="34" charset="-122"/>
              <a:cs typeface="+mn-ea"/>
              <a:sym typeface="+mn-lt"/>
            </a:endParaRPr>
          </a:p>
        </p:txBody>
      </p:sp>
      <p:sp>
        <p:nvSpPr>
          <p:cNvPr id="40" name="文本框 39"/>
          <p:cNvSpPr txBox="1"/>
          <p:nvPr/>
        </p:nvSpPr>
        <p:spPr bwMode="auto">
          <a:xfrm>
            <a:off x="3465376" y="2290498"/>
            <a:ext cx="699829" cy="360559"/>
          </a:xfrm>
          <a:prstGeom prst="rect">
            <a:avLst/>
          </a:prstGeom>
          <a:noFill/>
          <a:ln w="9525" algn="ctr">
            <a:noFill/>
            <a:miter lim="800000"/>
          </a:ln>
        </p:spPr>
        <p:txBody>
          <a:bodyPr vert="horz" wrap="none" lIns="87768" tIns="43884" rIns="87768" bIns="43884" numCol="1" rtlCol="0" anchor="ctr" anchorCtr="0" compatLnSpc="1">
            <a:spAutoFit/>
          </a:bodyPr>
          <a:lstStyle/>
          <a:p>
            <a:pPr>
              <a:lnSpc>
                <a:spcPct val="120000"/>
              </a:lnSpc>
            </a:pPr>
            <a:r>
              <a:rPr lang="en-US" altLang="zh-CN" sz="1600" dirty="0">
                <a:latin typeface="微软雅黑 Light" panose="020B0502040204020203" pitchFamily="34" charset="-122"/>
                <a:ea typeface="微软雅黑 Light" panose="020B0502040204020203" pitchFamily="34" charset="-122"/>
                <a:cs typeface="+mn-ea"/>
                <a:sym typeface="+mn-lt"/>
              </a:rPr>
              <a:t>80 bit</a:t>
            </a:r>
            <a:endParaRPr lang="zh-CN" altLang="en-US" sz="1600" dirty="0">
              <a:latin typeface="微软雅黑 Light" panose="020B0502040204020203" pitchFamily="34" charset="-122"/>
              <a:ea typeface="微软雅黑 Light" panose="020B0502040204020203" pitchFamily="34" charset="-122"/>
              <a:cs typeface="+mn-ea"/>
              <a:sym typeface="+mn-lt"/>
            </a:endParaRPr>
          </a:p>
        </p:txBody>
      </p:sp>
      <p:sp>
        <p:nvSpPr>
          <p:cNvPr id="41" name="文本框 40"/>
          <p:cNvSpPr txBox="1"/>
          <p:nvPr/>
        </p:nvSpPr>
        <p:spPr bwMode="auto">
          <a:xfrm>
            <a:off x="5443630" y="2290498"/>
            <a:ext cx="699829" cy="360559"/>
          </a:xfrm>
          <a:prstGeom prst="rect">
            <a:avLst/>
          </a:prstGeom>
          <a:noFill/>
          <a:ln w="9525" algn="ctr">
            <a:noFill/>
            <a:miter lim="800000"/>
          </a:ln>
        </p:spPr>
        <p:txBody>
          <a:bodyPr vert="horz" wrap="none" lIns="87768" tIns="43884" rIns="87768" bIns="43884" numCol="1" rtlCol="0" anchor="ctr" anchorCtr="0" compatLnSpc="1">
            <a:spAutoFit/>
          </a:bodyPr>
          <a:lstStyle/>
          <a:p>
            <a:pPr>
              <a:lnSpc>
                <a:spcPct val="120000"/>
              </a:lnSpc>
            </a:pPr>
            <a:r>
              <a:rPr lang="en-US" altLang="zh-CN" sz="1600" dirty="0">
                <a:latin typeface="微软雅黑 Light" panose="020B0502040204020203" pitchFamily="34" charset="-122"/>
                <a:ea typeface="微软雅黑 Light" panose="020B0502040204020203" pitchFamily="34" charset="-122"/>
                <a:cs typeface="+mn-ea"/>
                <a:sym typeface="+mn-lt"/>
              </a:rPr>
              <a:t>32 bit</a:t>
            </a:r>
            <a:endParaRPr lang="zh-CN" altLang="en-US" sz="1600" dirty="0">
              <a:latin typeface="微软雅黑 Light" panose="020B0502040204020203" pitchFamily="34" charset="-122"/>
              <a:ea typeface="微软雅黑 Light" panose="020B0502040204020203" pitchFamily="34" charset="-122"/>
              <a:cs typeface="+mn-ea"/>
              <a:sym typeface="+mn-lt"/>
            </a:endParaRPr>
          </a:p>
        </p:txBody>
      </p:sp>
      <p:sp>
        <p:nvSpPr>
          <p:cNvPr id="42" name="矩形 6"/>
          <p:cNvSpPr/>
          <p:nvPr/>
        </p:nvSpPr>
        <p:spPr>
          <a:xfrm>
            <a:off x="401064" y="3112569"/>
            <a:ext cx="6959109" cy="3297122"/>
          </a:xfrm>
          <a:prstGeom prst="rect">
            <a:avLst/>
          </a:prstGeom>
        </p:spPr>
        <p:txBody>
          <a:bodyPr vert="horz" lIns="91440" tIns="45720" rIns="91440" bIns="45720" rtlCol="0">
            <a:noAutofit/>
          </a:bodyPr>
          <a:lstStyle/>
          <a:p>
            <a:pPr marL="742950" lvl="1" indent="-285750" eaLnBrk="1" hangingPunct="1">
              <a:lnSpc>
                <a:spcPct val="120000"/>
              </a:lnSpc>
              <a:spcBef>
                <a:spcPct val="20000"/>
              </a:spcBef>
              <a:buClr>
                <a:srgbClr val="00C800"/>
              </a:buClr>
              <a:buSzPct val="80000"/>
              <a:buFont typeface="Wingdings" panose="05000000000000000000" pitchFamily="2" charset="2"/>
              <a:buChar char="n"/>
            </a:pPr>
            <a:r>
              <a:rPr lang="en-US" altLang="zh-CN" sz="1800" kern="0" dirty="0">
                <a:latin typeface="微软雅黑 Light" panose="020B0502040204020203" pitchFamily="34" charset="-122"/>
                <a:ea typeface="微软雅黑 Light" panose="020B0502040204020203" pitchFamily="34" charset="-122"/>
                <a:cs typeface="Times New Roman" panose="02020603050405020304" pitchFamily="18" charset="0"/>
                <a:sym typeface="+mn-lt"/>
              </a:rPr>
              <a:t>Flags</a:t>
            </a:r>
            <a:r>
              <a:rPr lang="zh-CN" altLang="en-US" sz="1800" kern="0" dirty="0">
                <a:latin typeface="微软雅黑 Light" panose="020B0502040204020203" pitchFamily="34" charset="-122"/>
                <a:ea typeface="微软雅黑 Light" panose="020B0502040204020203" pitchFamily="34" charset="-122"/>
                <a:cs typeface="Times New Roman" panose="02020603050405020304" pitchFamily="18" charset="0"/>
                <a:sym typeface="+mn-lt"/>
              </a:rPr>
              <a:t>：</a:t>
            </a:r>
            <a:r>
              <a:rPr lang="en-US" altLang="zh-CN" sz="1800" kern="0" dirty="0">
                <a:latin typeface="微软雅黑 Light" panose="020B0502040204020203" pitchFamily="34" charset="-122"/>
                <a:ea typeface="微软雅黑 Light" panose="020B0502040204020203" pitchFamily="34" charset="-122"/>
                <a:cs typeface="Times New Roman" panose="02020603050405020304" pitchFamily="18" charset="0"/>
                <a:sym typeface="+mn-lt"/>
              </a:rPr>
              <a:t>4bit</a:t>
            </a:r>
            <a:r>
              <a:rPr lang="zh-CN" altLang="en-US" sz="1800" kern="0" dirty="0">
                <a:latin typeface="微软雅黑 Light" panose="020B0502040204020203" pitchFamily="34" charset="-122"/>
                <a:ea typeface="微软雅黑 Light" panose="020B0502040204020203" pitchFamily="34" charset="-122"/>
                <a:cs typeface="Times New Roman" panose="02020603050405020304" pitchFamily="18" charset="0"/>
                <a:sym typeface="+mn-lt"/>
              </a:rPr>
              <a:t>，目前只使用了最后</a:t>
            </a:r>
            <a:r>
              <a:rPr lang="en-US" altLang="zh-CN" sz="1800" kern="0" dirty="0">
                <a:latin typeface="微软雅黑 Light" panose="020B0502040204020203" pitchFamily="34" charset="-122"/>
                <a:ea typeface="微软雅黑 Light" panose="020B0502040204020203" pitchFamily="34" charset="-122"/>
                <a:cs typeface="Times New Roman" panose="02020603050405020304" pitchFamily="18" charset="0"/>
                <a:sym typeface="+mn-lt"/>
              </a:rPr>
              <a:t>1</a:t>
            </a:r>
            <a:r>
              <a:rPr lang="zh-CN" altLang="en-US" sz="1800" kern="0" dirty="0">
                <a:latin typeface="微软雅黑 Light" panose="020B0502040204020203" pitchFamily="34" charset="-122"/>
                <a:ea typeface="微软雅黑 Light" panose="020B0502040204020203" pitchFamily="34" charset="-122"/>
                <a:cs typeface="Times New Roman" panose="02020603050405020304" pitchFamily="18" charset="0"/>
                <a:sym typeface="+mn-lt"/>
              </a:rPr>
              <a:t>个</a:t>
            </a:r>
            <a:r>
              <a:rPr lang="en-US" altLang="zh-CN" sz="1800" kern="0" dirty="0">
                <a:latin typeface="微软雅黑 Light" panose="020B0502040204020203" pitchFamily="34" charset="-122"/>
                <a:ea typeface="微软雅黑 Light" panose="020B0502040204020203" pitchFamily="34" charset="-122"/>
                <a:cs typeface="Times New Roman" panose="02020603050405020304" pitchFamily="18" charset="0"/>
                <a:sym typeface="+mn-lt"/>
              </a:rPr>
              <a:t>bit</a:t>
            </a:r>
            <a:r>
              <a:rPr lang="zh-CN" altLang="en-US" sz="1800" kern="0" dirty="0">
                <a:latin typeface="微软雅黑 Light" panose="020B0502040204020203" pitchFamily="34" charset="-122"/>
                <a:ea typeface="微软雅黑 Light" panose="020B0502040204020203" pitchFamily="34" charset="-122"/>
                <a:cs typeface="Times New Roman" panose="02020603050405020304" pitchFamily="18" charset="0"/>
                <a:sym typeface="+mn-lt"/>
              </a:rPr>
              <a:t>（前</a:t>
            </a:r>
            <a:r>
              <a:rPr lang="en-US" altLang="zh-CN" sz="1800" kern="0" dirty="0">
                <a:latin typeface="微软雅黑 Light" panose="020B0502040204020203" pitchFamily="34" charset="-122"/>
                <a:ea typeface="微软雅黑 Light" panose="020B0502040204020203" pitchFamily="34" charset="-122"/>
                <a:cs typeface="Times New Roman" panose="02020603050405020304" pitchFamily="18" charset="0"/>
                <a:sym typeface="+mn-lt"/>
              </a:rPr>
              <a:t>3bit</a:t>
            </a:r>
            <a:r>
              <a:rPr lang="zh-CN" altLang="en-US" sz="1800" kern="0" dirty="0">
                <a:latin typeface="微软雅黑 Light" panose="020B0502040204020203" pitchFamily="34" charset="-122"/>
                <a:ea typeface="微软雅黑 Light" panose="020B0502040204020203" pitchFamily="34" charset="-122"/>
                <a:cs typeface="Times New Roman" panose="02020603050405020304" pitchFamily="18" charset="0"/>
                <a:sym typeface="+mn-lt"/>
              </a:rPr>
              <a:t>必须置</a:t>
            </a:r>
            <a:r>
              <a:rPr lang="en-US" altLang="zh-CN" sz="1800" kern="0" dirty="0">
                <a:latin typeface="微软雅黑 Light" panose="020B0502040204020203" pitchFamily="34" charset="-122"/>
                <a:ea typeface="微软雅黑 Light" panose="020B0502040204020203" pitchFamily="34" charset="-122"/>
                <a:cs typeface="Times New Roman" panose="02020603050405020304" pitchFamily="18" charset="0"/>
                <a:sym typeface="+mn-lt"/>
              </a:rPr>
              <a:t>0</a:t>
            </a:r>
            <a:r>
              <a:rPr lang="zh-CN" altLang="en-US" sz="1800" kern="0" dirty="0">
                <a:latin typeface="微软雅黑 Light" panose="020B0502040204020203" pitchFamily="34" charset="-122"/>
                <a:ea typeface="微软雅黑 Light" panose="020B0502040204020203" pitchFamily="34" charset="-122"/>
                <a:cs typeface="Times New Roman" panose="02020603050405020304" pitchFamily="18" charset="0"/>
                <a:sym typeface="+mn-lt"/>
              </a:rPr>
              <a:t>）</a:t>
            </a:r>
            <a:endParaRPr lang="en-US" altLang="zh-CN" sz="1800" kern="0" dirty="0">
              <a:latin typeface="微软雅黑 Light" panose="020B0502040204020203" pitchFamily="34" charset="-122"/>
              <a:ea typeface="微软雅黑 Light" panose="020B0502040204020203" pitchFamily="34" charset="-122"/>
              <a:cs typeface="Times New Roman" panose="02020603050405020304" pitchFamily="18" charset="0"/>
              <a:sym typeface="+mn-lt"/>
            </a:endParaRPr>
          </a:p>
          <a:p>
            <a:pPr marL="742950" lvl="1" indent="-285750" eaLnBrk="1" hangingPunct="1">
              <a:lnSpc>
                <a:spcPct val="120000"/>
              </a:lnSpc>
              <a:spcBef>
                <a:spcPct val="20000"/>
              </a:spcBef>
              <a:buClr>
                <a:srgbClr val="00C800"/>
              </a:buClr>
              <a:buSzPct val="80000"/>
              <a:buFont typeface="Wingdings" panose="05000000000000000000" pitchFamily="2" charset="2"/>
              <a:buChar char="n"/>
            </a:pPr>
            <a:r>
              <a:rPr lang="zh-CN" altLang="en-US" sz="1800" kern="0" dirty="0">
                <a:latin typeface="微软雅黑 Light" panose="020B0502040204020203" pitchFamily="34" charset="-122"/>
                <a:ea typeface="微软雅黑 Light" panose="020B0502040204020203" pitchFamily="34" charset="-122"/>
                <a:cs typeface="Times New Roman" panose="02020603050405020304" pitchFamily="18" charset="0"/>
                <a:sym typeface="+mn-lt"/>
              </a:rPr>
              <a:t>当</a:t>
            </a:r>
            <a:r>
              <a:rPr lang="en-US" altLang="zh-CN" sz="1800" kern="0" dirty="0">
                <a:latin typeface="微软雅黑 Light" panose="020B0502040204020203" pitchFamily="34" charset="-122"/>
                <a:ea typeface="微软雅黑 Light" panose="020B0502040204020203" pitchFamily="34" charset="-122"/>
                <a:cs typeface="Times New Roman" panose="02020603050405020304" pitchFamily="18" charset="0"/>
                <a:sym typeface="+mn-lt"/>
              </a:rPr>
              <a:t>Flags=0000</a:t>
            </a:r>
            <a:r>
              <a:rPr lang="zh-CN" altLang="en-US" sz="1800" kern="0" dirty="0">
                <a:latin typeface="微软雅黑 Light" panose="020B0502040204020203" pitchFamily="34" charset="-122"/>
                <a:ea typeface="微软雅黑 Light" panose="020B0502040204020203" pitchFamily="34" charset="-122"/>
                <a:cs typeface="Times New Roman" panose="02020603050405020304" pitchFamily="18" charset="0"/>
                <a:sym typeface="+mn-lt"/>
              </a:rPr>
              <a:t>时，表示该组播地址是由</a:t>
            </a:r>
            <a:r>
              <a:rPr lang="en-US" altLang="zh-CN" sz="1800" kern="0" dirty="0">
                <a:latin typeface="微软雅黑 Light" panose="020B0502040204020203" pitchFamily="34" charset="-122"/>
                <a:ea typeface="微软雅黑 Light" panose="020B0502040204020203" pitchFamily="34" charset="-122"/>
                <a:cs typeface="Times New Roman" panose="02020603050405020304" pitchFamily="18" charset="0"/>
                <a:sym typeface="+mn-lt"/>
              </a:rPr>
              <a:t>IANA</a:t>
            </a:r>
            <a:r>
              <a:rPr lang="zh-CN" altLang="en-US" sz="1800" kern="0" dirty="0">
                <a:latin typeface="微软雅黑 Light" panose="020B0502040204020203" pitchFamily="34" charset="-122"/>
                <a:ea typeface="微软雅黑 Light" panose="020B0502040204020203" pitchFamily="34" charset="-122"/>
                <a:cs typeface="Times New Roman" panose="02020603050405020304" pitchFamily="18" charset="0"/>
                <a:sym typeface="+mn-lt"/>
              </a:rPr>
              <a:t>所分配的一个永久分配地址</a:t>
            </a:r>
            <a:endParaRPr lang="en-US" altLang="zh-CN" sz="1800" kern="0" dirty="0">
              <a:latin typeface="微软雅黑 Light" panose="020B0502040204020203" pitchFamily="34" charset="-122"/>
              <a:ea typeface="微软雅黑 Light" panose="020B0502040204020203" pitchFamily="34" charset="-122"/>
              <a:cs typeface="Times New Roman" panose="02020603050405020304" pitchFamily="18" charset="0"/>
              <a:sym typeface="+mn-lt"/>
            </a:endParaRPr>
          </a:p>
          <a:p>
            <a:pPr marL="742950" lvl="1" indent="-285750" eaLnBrk="1" hangingPunct="1">
              <a:lnSpc>
                <a:spcPct val="120000"/>
              </a:lnSpc>
              <a:spcBef>
                <a:spcPct val="20000"/>
              </a:spcBef>
              <a:buClr>
                <a:srgbClr val="00C800"/>
              </a:buClr>
              <a:buSzPct val="80000"/>
              <a:buFont typeface="Wingdings" panose="05000000000000000000" pitchFamily="2" charset="2"/>
              <a:buChar char="n"/>
            </a:pPr>
            <a:r>
              <a:rPr lang="zh-CN" altLang="en-US" sz="1800" kern="0" dirty="0">
                <a:latin typeface="微软雅黑 Light" panose="020B0502040204020203" pitchFamily="34" charset="-122"/>
                <a:ea typeface="微软雅黑 Light" panose="020B0502040204020203" pitchFamily="34" charset="-122"/>
                <a:cs typeface="Times New Roman" panose="02020603050405020304" pitchFamily="18" charset="0"/>
                <a:sym typeface="+mn-lt"/>
              </a:rPr>
              <a:t>当</a:t>
            </a:r>
            <a:r>
              <a:rPr lang="en-US" altLang="zh-CN" sz="1800" kern="0" dirty="0">
                <a:latin typeface="微软雅黑 Light" panose="020B0502040204020203" pitchFamily="34" charset="-122"/>
                <a:ea typeface="微软雅黑 Light" panose="020B0502040204020203" pitchFamily="34" charset="-122"/>
                <a:cs typeface="Times New Roman" panose="02020603050405020304" pitchFamily="18" charset="0"/>
                <a:sym typeface="+mn-lt"/>
              </a:rPr>
              <a:t>Flags=0001</a:t>
            </a:r>
            <a:r>
              <a:rPr lang="zh-CN" altLang="en-US" sz="1800" kern="0" dirty="0">
                <a:latin typeface="微软雅黑 Light" panose="020B0502040204020203" pitchFamily="34" charset="-122"/>
                <a:ea typeface="微软雅黑 Light" panose="020B0502040204020203" pitchFamily="34" charset="-122"/>
                <a:cs typeface="Times New Roman" panose="02020603050405020304" pitchFamily="18" charset="0"/>
                <a:sym typeface="+mn-lt"/>
              </a:rPr>
              <a:t>时，表示该组播地址是一个临时组播地址（非永久分配地址）</a:t>
            </a:r>
            <a:endParaRPr lang="zh-CN" altLang="en-US" sz="1800" kern="0" dirty="0">
              <a:latin typeface="微软雅黑 Light" panose="020B0502040204020203" pitchFamily="34" charset="-122"/>
              <a:ea typeface="微软雅黑 Light" panose="020B0502040204020203" pitchFamily="34" charset="-122"/>
              <a:cs typeface="Times New Roman" panose="02020603050405020304" pitchFamily="18" charset="0"/>
              <a:sym typeface="+mn-lt"/>
            </a:endParaRPr>
          </a:p>
          <a:p>
            <a:pPr marL="742950" lvl="1" indent="-285750" eaLnBrk="1" hangingPunct="1">
              <a:lnSpc>
                <a:spcPct val="120000"/>
              </a:lnSpc>
              <a:spcBef>
                <a:spcPct val="20000"/>
              </a:spcBef>
              <a:buClr>
                <a:srgbClr val="00C800"/>
              </a:buClr>
              <a:buSzPct val="80000"/>
              <a:buFont typeface="Wingdings" panose="05000000000000000000" pitchFamily="2" charset="2"/>
              <a:buChar char="n"/>
            </a:pPr>
            <a:r>
              <a:rPr lang="en-US" altLang="zh-CN" sz="1800" kern="0" dirty="0">
                <a:latin typeface="微软雅黑 Light" panose="020B0502040204020203" pitchFamily="34" charset="-122"/>
                <a:ea typeface="微软雅黑 Light" panose="020B0502040204020203" pitchFamily="34" charset="-122"/>
                <a:cs typeface="Times New Roman" panose="02020603050405020304" pitchFamily="18" charset="0"/>
                <a:sym typeface="+mn-lt"/>
              </a:rPr>
              <a:t>Scope</a:t>
            </a:r>
            <a:r>
              <a:rPr lang="zh-CN" altLang="en-US" sz="1800" kern="0" dirty="0">
                <a:latin typeface="微软雅黑 Light" panose="020B0502040204020203" pitchFamily="34" charset="-122"/>
                <a:ea typeface="微软雅黑 Light" panose="020B0502040204020203" pitchFamily="34" charset="-122"/>
                <a:cs typeface="Times New Roman" panose="02020603050405020304" pitchFamily="18" charset="0"/>
                <a:sym typeface="+mn-lt"/>
              </a:rPr>
              <a:t>：用来限制组播数据流在网络中发送的范围。例如取值为</a:t>
            </a:r>
            <a:r>
              <a:rPr lang="en-US" altLang="zh-CN" sz="1800" kern="0" dirty="0">
                <a:latin typeface="微软雅黑 Light" panose="020B0502040204020203" pitchFamily="34" charset="-122"/>
                <a:ea typeface="微软雅黑 Light" panose="020B0502040204020203" pitchFamily="34" charset="-122"/>
                <a:cs typeface="Times New Roman" panose="02020603050405020304" pitchFamily="18" charset="0"/>
                <a:sym typeface="+mn-lt"/>
              </a:rPr>
              <a:t>2</a:t>
            </a:r>
            <a:r>
              <a:rPr lang="zh-CN" altLang="en-US" sz="1800" kern="0" dirty="0">
                <a:latin typeface="微软雅黑 Light" panose="020B0502040204020203" pitchFamily="34" charset="-122"/>
                <a:ea typeface="微软雅黑 Light" panose="020B0502040204020203" pitchFamily="34" charset="-122"/>
                <a:cs typeface="Times New Roman" panose="02020603050405020304" pitchFamily="18" charset="0"/>
                <a:sym typeface="+mn-lt"/>
              </a:rPr>
              <a:t>标识</a:t>
            </a:r>
            <a:r>
              <a:rPr lang="zh-CN" altLang="zh-CN" sz="1800" kern="0" dirty="0">
                <a:latin typeface="微软雅黑 Light" panose="020B0502040204020203" pitchFamily="34" charset="-122"/>
                <a:ea typeface="微软雅黑 Light" panose="020B0502040204020203" pitchFamily="34" charset="-122"/>
                <a:cs typeface="Times New Roman" panose="02020603050405020304" pitchFamily="18" charset="0"/>
                <a:sym typeface="+mn-lt"/>
              </a:rPr>
              <a:t>链路本地范围</a:t>
            </a:r>
            <a:endParaRPr lang="zh-CN" altLang="en-US" sz="1800" kern="0" dirty="0">
              <a:latin typeface="微软雅黑 Light" panose="020B0502040204020203" pitchFamily="34" charset="-122"/>
              <a:ea typeface="微软雅黑 Light" panose="020B0502040204020203" pitchFamily="34" charset="-122"/>
              <a:cs typeface="Times New Roman" panose="02020603050405020304" pitchFamily="18" charset="0"/>
              <a:sym typeface="+mn-lt"/>
            </a:endParaRPr>
          </a:p>
          <a:p>
            <a:pPr marL="742950" lvl="1" indent="-285750" eaLnBrk="1" hangingPunct="1">
              <a:lnSpc>
                <a:spcPct val="120000"/>
              </a:lnSpc>
              <a:spcBef>
                <a:spcPct val="20000"/>
              </a:spcBef>
              <a:buClr>
                <a:srgbClr val="00C800"/>
              </a:buClr>
              <a:buSzPct val="80000"/>
              <a:buFont typeface="Wingdings" panose="05000000000000000000" pitchFamily="2" charset="2"/>
              <a:buChar char="n"/>
            </a:pPr>
            <a:r>
              <a:rPr lang="en-US" altLang="zh-CN" sz="1800" kern="0" dirty="0">
                <a:latin typeface="微软雅黑 Light" panose="020B0502040204020203" pitchFamily="34" charset="-122"/>
                <a:ea typeface="微软雅黑 Light" panose="020B0502040204020203" pitchFamily="34" charset="-122"/>
                <a:cs typeface="Times New Roman" panose="02020603050405020304" pitchFamily="18" charset="0"/>
                <a:sym typeface="+mn-lt"/>
              </a:rPr>
              <a:t>Group ID</a:t>
            </a:r>
            <a:r>
              <a:rPr lang="zh-CN" altLang="en-US" sz="1800" kern="0" dirty="0">
                <a:latin typeface="微软雅黑 Light" panose="020B0502040204020203" pitchFamily="34" charset="-122"/>
                <a:ea typeface="微软雅黑 Light" panose="020B0502040204020203" pitchFamily="34" charset="-122"/>
                <a:cs typeface="Times New Roman" panose="02020603050405020304" pitchFamily="18" charset="0"/>
                <a:sym typeface="+mn-lt"/>
              </a:rPr>
              <a:t>：组播组</a:t>
            </a:r>
            <a:r>
              <a:rPr lang="en-US" altLang="zh-CN" sz="1800" kern="0" dirty="0">
                <a:latin typeface="微软雅黑 Light" panose="020B0502040204020203" pitchFamily="34" charset="-122"/>
                <a:ea typeface="微软雅黑 Light" panose="020B0502040204020203" pitchFamily="34" charset="-122"/>
                <a:cs typeface="Times New Roman" panose="02020603050405020304" pitchFamily="18" charset="0"/>
                <a:sym typeface="+mn-lt"/>
              </a:rPr>
              <a:t>ID</a:t>
            </a:r>
            <a:endParaRPr lang="en-US" altLang="zh-CN" sz="1800" kern="0" dirty="0">
              <a:latin typeface="微软雅黑 Light" panose="020B0502040204020203" pitchFamily="34" charset="-122"/>
              <a:ea typeface="微软雅黑 Light" panose="020B0502040204020203" pitchFamily="34" charset="-122"/>
              <a:cs typeface="Times New Roman" panose="02020603050405020304" pitchFamily="18" charset="0"/>
              <a:sym typeface="+mn-lt"/>
            </a:endParaRPr>
          </a:p>
        </p:txBody>
      </p:sp>
    </p:spTree>
  </p:cSld>
  <p:clrMapOvr>
    <a:masterClrMapping/>
  </p:clrMapOvr>
</p:sld>
</file>

<file path=ppt/slides/slide2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IPv6</a:t>
            </a:r>
            <a:r>
              <a:rPr lang="zh-CN" altLang="en-US" dirty="0"/>
              <a:t>任播地址</a:t>
            </a:r>
            <a:endParaRPr lang="zh-CN" altLang="en-US" dirty="0"/>
          </a:p>
        </p:txBody>
      </p:sp>
      <p:sp>
        <p:nvSpPr>
          <p:cNvPr id="3" name="内容占位符 2"/>
          <p:cNvSpPr>
            <a:spLocks noGrp="1"/>
          </p:cNvSpPr>
          <p:nvPr>
            <p:ph idx="1"/>
          </p:nvPr>
        </p:nvSpPr>
        <p:spPr>
          <a:xfrm>
            <a:off x="334434" y="1052514"/>
            <a:ext cx="11523133" cy="1850693"/>
          </a:xfrm>
        </p:spPr>
        <p:txBody>
          <a:bodyPr>
            <a:normAutofit lnSpcReduction="10000"/>
          </a:bodyPr>
          <a:lstStyle/>
          <a:p>
            <a:r>
              <a:rPr lang="zh-CN" altLang="en-US" dirty="0"/>
              <a:t>任播地址标识一组网络接口（通常属于不同的节点）</a:t>
            </a:r>
            <a:endParaRPr lang="en-US" altLang="zh-CN" dirty="0"/>
          </a:p>
          <a:p>
            <a:r>
              <a:rPr lang="zh-CN" altLang="en-US" dirty="0"/>
              <a:t>任播地址可以作为</a:t>
            </a:r>
            <a:r>
              <a:rPr lang="en-US" altLang="zh-CN" dirty="0"/>
              <a:t>IPv6</a:t>
            </a:r>
            <a:r>
              <a:rPr lang="zh-CN" altLang="en-US" dirty="0"/>
              <a:t>报文的源地址，也可以作为目的地址</a:t>
            </a:r>
            <a:endParaRPr lang="en-US" altLang="zh-CN" dirty="0"/>
          </a:p>
          <a:p>
            <a:r>
              <a:rPr lang="zh-CN" altLang="en-US" dirty="0"/>
              <a:t>主要为</a:t>
            </a:r>
            <a:r>
              <a:rPr lang="en-US" altLang="zh-CN" dirty="0"/>
              <a:t>DNS</a:t>
            </a:r>
            <a:r>
              <a:rPr lang="zh-CN" altLang="en-US" dirty="0"/>
              <a:t>、</a:t>
            </a:r>
            <a:r>
              <a:rPr lang="en-US" altLang="zh-CN" dirty="0"/>
              <a:t>HTTP</a:t>
            </a:r>
            <a:r>
              <a:rPr lang="zh-CN" altLang="en-US" dirty="0"/>
              <a:t>提供服务</a:t>
            </a:r>
            <a:endParaRPr lang="en-US" altLang="zh-CN" dirty="0"/>
          </a:p>
          <a:p>
            <a:pPr lvl="1"/>
            <a:r>
              <a:rPr lang="zh-CN" altLang="en-US" b="0" i="0" dirty="0">
                <a:solidFill>
                  <a:srgbClr val="202124"/>
                </a:solidFill>
                <a:effectLst/>
                <a:latin typeface="Consolas" panose="020B0609020204030204" pitchFamily="49" charset="0"/>
              </a:rPr>
              <a:t>在为多个主机或节点提供相同服务的前提条件下提供冗余和负载分担</a:t>
            </a:r>
            <a:endParaRPr lang="zh-CN" altLang="en-US" dirty="0"/>
          </a:p>
        </p:txBody>
      </p:sp>
      <p:sp>
        <p:nvSpPr>
          <p:cNvPr id="4" name="灯片编号占位符 3"/>
          <p:cNvSpPr>
            <a:spLocks noGrp="1"/>
          </p:cNvSpPr>
          <p:nvPr>
            <p:ph type="sldNum" sz="quarter" idx="12"/>
          </p:nvPr>
        </p:nvSpPr>
        <p:spPr/>
        <p:txBody>
          <a:bodyPr/>
          <a:lstStyle/>
          <a:p>
            <a:pPr>
              <a:defRPr/>
            </a:pPr>
            <a:fld id="{816960B2-2B11-492C-B588-5290E1274F96}" type="slidenum">
              <a:rPr lang="en-US" altLang="zh-CN" smtClean="0"/>
            </a:fld>
            <a:endParaRPr lang="en-US" altLang="zh-CN" dirty="0"/>
          </a:p>
        </p:txBody>
      </p:sp>
      <p:sp>
        <p:nvSpPr>
          <p:cNvPr id="5" name="Freeform 159"/>
          <p:cNvSpPr/>
          <p:nvPr/>
        </p:nvSpPr>
        <p:spPr>
          <a:xfrm flipH="1">
            <a:off x="3286284" y="3222224"/>
            <a:ext cx="5027388" cy="2627957"/>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127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tIns="107958" rtlCol="0" anchor="ctr">
            <a:noAutofit/>
          </a:bodyPr>
          <a:lstStyle/>
          <a:p>
            <a:pPr algn="ctr">
              <a:lnSpc>
                <a:spcPct val="120000"/>
              </a:lnSpc>
            </a:pPr>
            <a:endParaRPr lang="en-US" sz="1200" b="1">
              <a:solidFill>
                <a:schemeClr val="bg1">
                  <a:lumMod val="50000"/>
                </a:schemeClr>
              </a:solidFill>
              <a:latin typeface="微软雅黑 Light" panose="020B0502040204020203" pitchFamily="34" charset="-122"/>
              <a:ea typeface="微软雅黑 Light" panose="020B0502040204020203" pitchFamily="34" charset="-122"/>
              <a:cs typeface="+mn-ea"/>
              <a:sym typeface="+mn-lt"/>
            </a:endParaRPr>
          </a:p>
        </p:txBody>
      </p:sp>
      <p:sp>
        <p:nvSpPr>
          <p:cNvPr id="6" name="矩形 5"/>
          <p:cNvSpPr/>
          <p:nvPr/>
        </p:nvSpPr>
        <p:spPr>
          <a:xfrm>
            <a:off x="2944678" y="2929877"/>
            <a:ext cx="1733167" cy="622799"/>
          </a:xfrm>
          <a:prstGeom prst="rect">
            <a:avLst/>
          </a:prstGeom>
        </p:spPr>
        <p:txBody>
          <a:bodyPr wrap="none">
            <a:spAutoFit/>
          </a:bodyPr>
          <a:lstStyle/>
          <a:p>
            <a:pPr algn="ctr">
              <a:lnSpc>
                <a:spcPct val="120000"/>
              </a:lnSpc>
            </a:pPr>
            <a:r>
              <a:rPr lang="en-US" altLang="zh-CN" sz="1400" b="1" dirty="0">
                <a:latin typeface="微软雅黑 Light" panose="020B0502040204020203" pitchFamily="34" charset="-122"/>
                <a:ea typeface="微软雅黑 Light" panose="020B0502040204020203" pitchFamily="34" charset="-122"/>
                <a:cs typeface="+mn-ea"/>
                <a:sym typeface="+mn-lt"/>
              </a:rPr>
              <a:t>WEB</a:t>
            </a:r>
            <a:r>
              <a:rPr lang="zh-CN" altLang="en-US" sz="1400" b="1" dirty="0">
                <a:latin typeface="微软雅黑 Light" panose="020B0502040204020203" pitchFamily="34" charset="-122"/>
                <a:ea typeface="微软雅黑 Light" panose="020B0502040204020203" pitchFamily="34" charset="-122"/>
                <a:cs typeface="+mn-ea"/>
                <a:sym typeface="+mn-lt"/>
              </a:rPr>
              <a:t>服务器</a:t>
            </a:r>
            <a:r>
              <a:rPr lang="en-US" altLang="zh-CN" sz="1400" b="1" dirty="0">
                <a:latin typeface="微软雅黑 Light" panose="020B0502040204020203" pitchFamily="34" charset="-122"/>
                <a:ea typeface="微软雅黑 Light" panose="020B0502040204020203" pitchFamily="34" charset="-122"/>
                <a:cs typeface="+mn-ea"/>
                <a:sym typeface="+mn-lt"/>
              </a:rPr>
              <a:t>1</a:t>
            </a:r>
            <a:endParaRPr lang="en-US" altLang="zh-CN" sz="1400" b="1" dirty="0">
              <a:latin typeface="微软雅黑 Light" panose="020B0502040204020203" pitchFamily="34" charset="-122"/>
              <a:ea typeface="微软雅黑 Light" panose="020B0502040204020203" pitchFamily="34" charset="-122"/>
              <a:cs typeface="+mn-ea"/>
              <a:sym typeface="+mn-lt"/>
            </a:endParaRPr>
          </a:p>
          <a:p>
            <a:pPr algn="ctr">
              <a:lnSpc>
                <a:spcPct val="120000"/>
              </a:lnSpc>
            </a:pPr>
            <a:r>
              <a:rPr lang="en-US" altLang="zh-CN" sz="1600" dirty="0">
                <a:solidFill>
                  <a:srgbClr val="C00000"/>
                </a:solidFill>
                <a:latin typeface="微软雅黑 Light" panose="020B0502040204020203" pitchFamily="34" charset="-122"/>
                <a:ea typeface="微软雅黑 Light" panose="020B0502040204020203" pitchFamily="34" charset="-122"/>
                <a:cs typeface="+mn-ea"/>
                <a:sym typeface="+mn-lt"/>
              </a:rPr>
              <a:t>2001:0DB8::84C2</a:t>
            </a:r>
            <a:endParaRPr lang="en-US" altLang="zh-CN" sz="1600" dirty="0">
              <a:solidFill>
                <a:srgbClr val="C00000"/>
              </a:solidFill>
              <a:latin typeface="微软雅黑 Light" panose="020B0502040204020203" pitchFamily="34" charset="-122"/>
              <a:ea typeface="微软雅黑 Light" panose="020B0502040204020203" pitchFamily="34" charset="-122"/>
              <a:cs typeface="+mn-ea"/>
              <a:sym typeface="+mn-lt"/>
            </a:endParaRPr>
          </a:p>
        </p:txBody>
      </p:sp>
      <p:sp>
        <p:nvSpPr>
          <p:cNvPr id="7" name="矩形 6"/>
          <p:cNvSpPr/>
          <p:nvPr/>
        </p:nvSpPr>
        <p:spPr>
          <a:xfrm>
            <a:off x="7148674" y="2929877"/>
            <a:ext cx="1733167" cy="622799"/>
          </a:xfrm>
          <a:prstGeom prst="rect">
            <a:avLst/>
          </a:prstGeom>
        </p:spPr>
        <p:txBody>
          <a:bodyPr wrap="none">
            <a:spAutoFit/>
          </a:bodyPr>
          <a:lstStyle/>
          <a:p>
            <a:pPr algn="ctr">
              <a:lnSpc>
                <a:spcPct val="120000"/>
              </a:lnSpc>
            </a:pPr>
            <a:r>
              <a:rPr lang="en-US" altLang="zh-CN" sz="1400" b="1" dirty="0">
                <a:latin typeface="微软雅黑 Light" panose="020B0502040204020203" pitchFamily="34" charset="-122"/>
                <a:ea typeface="微软雅黑 Light" panose="020B0502040204020203" pitchFamily="34" charset="-122"/>
                <a:cs typeface="+mn-ea"/>
                <a:sym typeface="+mn-lt"/>
              </a:rPr>
              <a:t>WEB</a:t>
            </a:r>
            <a:r>
              <a:rPr lang="zh-CN" altLang="en-US" sz="1400" b="1" dirty="0">
                <a:latin typeface="微软雅黑 Light" panose="020B0502040204020203" pitchFamily="34" charset="-122"/>
                <a:ea typeface="微软雅黑 Light" panose="020B0502040204020203" pitchFamily="34" charset="-122"/>
                <a:cs typeface="+mn-ea"/>
                <a:sym typeface="+mn-lt"/>
              </a:rPr>
              <a:t>服务器</a:t>
            </a:r>
            <a:r>
              <a:rPr lang="en-US" altLang="zh-CN" sz="1400" b="1" dirty="0">
                <a:latin typeface="微软雅黑 Light" panose="020B0502040204020203" pitchFamily="34" charset="-122"/>
                <a:ea typeface="微软雅黑 Light" panose="020B0502040204020203" pitchFamily="34" charset="-122"/>
                <a:cs typeface="+mn-ea"/>
                <a:sym typeface="+mn-lt"/>
              </a:rPr>
              <a:t>2</a:t>
            </a:r>
            <a:endParaRPr lang="en-US" altLang="zh-CN" sz="1400" b="1" dirty="0">
              <a:latin typeface="微软雅黑 Light" panose="020B0502040204020203" pitchFamily="34" charset="-122"/>
              <a:ea typeface="微软雅黑 Light" panose="020B0502040204020203" pitchFamily="34" charset="-122"/>
              <a:cs typeface="+mn-ea"/>
              <a:sym typeface="+mn-lt"/>
            </a:endParaRPr>
          </a:p>
          <a:p>
            <a:pPr algn="ctr">
              <a:lnSpc>
                <a:spcPct val="120000"/>
              </a:lnSpc>
            </a:pPr>
            <a:r>
              <a:rPr lang="en-US" altLang="zh-CN" sz="1600" dirty="0">
                <a:solidFill>
                  <a:srgbClr val="C00000"/>
                </a:solidFill>
                <a:latin typeface="微软雅黑 Light" panose="020B0502040204020203" pitchFamily="34" charset="-122"/>
                <a:ea typeface="微软雅黑 Light" panose="020B0502040204020203" pitchFamily="34" charset="-122"/>
                <a:cs typeface="+mn-ea"/>
                <a:sym typeface="+mn-lt"/>
              </a:rPr>
              <a:t>2001:0DB8::84C2</a:t>
            </a:r>
            <a:endParaRPr lang="en-US" altLang="zh-CN" sz="1600" dirty="0">
              <a:solidFill>
                <a:srgbClr val="C00000"/>
              </a:solidFill>
              <a:latin typeface="微软雅黑 Light" panose="020B0502040204020203" pitchFamily="34" charset="-122"/>
              <a:ea typeface="微软雅黑 Light" panose="020B0502040204020203" pitchFamily="34" charset="-122"/>
              <a:cs typeface="+mn-ea"/>
              <a:sym typeface="+mn-lt"/>
            </a:endParaRPr>
          </a:p>
        </p:txBody>
      </p:sp>
      <p:sp>
        <p:nvSpPr>
          <p:cNvPr id="8" name="矩形 7"/>
          <p:cNvSpPr/>
          <p:nvPr/>
        </p:nvSpPr>
        <p:spPr>
          <a:xfrm>
            <a:off x="4894569" y="6024645"/>
            <a:ext cx="479618" cy="330283"/>
          </a:xfrm>
          <a:prstGeom prst="rect">
            <a:avLst/>
          </a:prstGeom>
        </p:spPr>
        <p:txBody>
          <a:bodyPr wrap="none">
            <a:spAutoFit/>
          </a:bodyPr>
          <a:lstStyle/>
          <a:p>
            <a:pPr algn="ctr">
              <a:lnSpc>
                <a:spcPct val="120000"/>
              </a:lnSpc>
            </a:pPr>
            <a:r>
              <a:rPr lang="en-US" altLang="zh-CN" sz="1400" b="1" dirty="0">
                <a:latin typeface="微软雅黑 Light" panose="020B0502040204020203" pitchFamily="34" charset="-122"/>
                <a:ea typeface="微软雅黑 Light" panose="020B0502040204020203" pitchFamily="34" charset="-122"/>
                <a:cs typeface="+mn-ea"/>
                <a:sym typeface="+mn-lt"/>
              </a:rPr>
              <a:t>PC1</a:t>
            </a:r>
            <a:endParaRPr lang="en-US" altLang="zh-CN" sz="1400" dirty="0">
              <a:latin typeface="微软雅黑 Light" panose="020B0502040204020203" pitchFamily="34" charset="-122"/>
              <a:ea typeface="微软雅黑 Light" panose="020B0502040204020203" pitchFamily="34" charset="-122"/>
              <a:cs typeface="+mn-ea"/>
              <a:sym typeface="+mn-lt"/>
            </a:endParaRPr>
          </a:p>
        </p:txBody>
      </p:sp>
      <p:sp>
        <p:nvSpPr>
          <p:cNvPr id="9" name="矩形 8"/>
          <p:cNvSpPr/>
          <p:nvPr/>
        </p:nvSpPr>
        <p:spPr>
          <a:xfrm>
            <a:off x="6435846" y="6024645"/>
            <a:ext cx="510075" cy="330283"/>
          </a:xfrm>
          <a:prstGeom prst="rect">
            <a:avLst/>
          </a:prstGeom>
        </p:spPr>
        <p:txBody>
          <a:bodyPr wrap="none">
            <a:spAutoFit/>
          </a:bodyPr>
          <a:lstStyle/>
          <a:p>
            <a:pPr algn="ctr">
              <a:lnSpc>
                <a:spcPct val="120000"/>
              </a:lnSpc>
            </a:pPr>
            <a:r>
              <a:rPr lang="en-US" altLang="zh-CN" sz="1400" b="1" dirty="0">
                <a:latin typeface="微软雅黑 Light" panose="020B0502040204020203" pitchFamily="34" charset="-122"/>
                <a:ea typeface="微软雅黑 Light" panose="020B0502040204020203" pitchFamily="34" charset="-122"/>
                <a:cs typeface="+mn-ea"/>
                <a:sym typeface="+mn-lt"/>
              </a:rPr>
              <a:t>PC2</a:t>
            </a:r>
            <a:endParaRPr lang="en-US" altLang="zh-CN" sz="1400" dirty="0">
              <a:latin typeface="微软雅黑 Light" panose="020B0502040204020203" pitchFamily="34" charset="-122"/>
              <a:ea typeface="微软雅黑 Light" panose="020B0502040204020203" pitchFamily="34" charset="-122"/>
              <a:cs typeface="+mn-ea"/>
              <a:sym typeface="+mn-lt"/>
            </a:endParaRPr>
          </a:p>
        </p:txBody>
      </p:sp>
      <p:pic>
        <p:nvPicPr>
          <p:cNvPr id="12" name="图片 11"/>
          <p:cNvPicPr>
            <a:picLocks noChangeAspect="1"/>
          </p:cNvPicPr>
          <p:nvPr/>
        </p:nvPicPr>
        <p:blipFill>
          <a:blip r:embed="rId1"/>
          <a:stretch>
            <a:fillRect/>
          </a:stretch>
        </p:blipFill>
        <p:spPr>
          <a:xfrm>
            <a:off x="4918015" y="5624839"/>
            <a:ext cx="411480" cy="312420"/>
          </a:xfrm>
          <a:prstGeom prst="rect">
            <a:avLst/>
          </a:prstGeom>
        </p:spPr>
      </p:pic>
      <p:pic>
        <p:nvPicPr>
          <p:cNvPr id="13" name="图片 12"/>
          <p:cNvPicPr>
            <a:picLocks noChangeAspect="1"/>
          </p:cNvPicPr>
          <p:nvPr/>
        </p:nvPicPr>
        <p:blipFill>
          <a:blip r:embed="rId1"/>
          <a:stretch>
            <a:fillRect/>
          </a:stretch>
        </p:blipFill>
        <p:spPr>
          <a:xfrm>
            <a:off x="6403773" y="5624839"/>
            <a:ext cx="411480" cy="312420"/>
          </a:xfrm>
          <a:prstGeom prst="rect">
            <a:avLst/>
          </a:prstGeom>
        </p:spPr>
      </p:pic>
      <p:pic>
        <p:nvPicPr>
          <p:cNvPr id="14" name="图片 13"/>
          <p:cNvPicPr>
            <a:picLocks noChangeAspect="1"/>
          </p:cNvPicPr>
          <p:nvPr/>
        </p:nvPicPr>
        <p:blipFill>
          <a:blip r:embed="rId2"/>
          <a:stretch>
            <a:fillRect/>
          </a:stretch>
        </p:blipFill>
        <p:spPr>
          <a:xfrm>
            <a:off x="5607641" y="4115324"/>
            <a:ext cx="420838" cy="420838"/>
          </a:xfrm>
          <a:prstGeom prst="rect">
            <a:avLst/>
          </a:prstGeom>
        </p:spPr>
      </p:pic>
      <p:pic>
        <p:nvPicPr>
          <p:cNvPr id="15" name="图片 14"/>
          <p:cNvPicPr>
            <a:picLocks noChangeAspect="1"/>
          </p:cNvPicPr>
          <p:nvPr/>
        </p:nvPicPr>
        <p:blipFill>
          <a:blip r:embed="rId2"/>
          <a:stretch>
            <a:fillRect/>
          </a:stretch>
        </p:blipFill>
        <p:spPr>
          <a:xfrm>
            <a:off x="4702791" y="4618791"/>
            <a:ext cx="420838" cy="420838"/>
          </a:xfrm>
          <a:prstGeom prst="rect">
            <a:avLst/>
          </a:prstGeom>
        </p:spPr>
      </p:pic>
      <p:sp>
        <p:nvSpPr>
          <p:cNvPr id="16" name="任意多边形 60"/>
          <p:cNvSpPr/>
          <p:nvPr/>
        </p:nvSpPr>
        <p:spPr>
          <a:xfrm flipH="1">
            <a:off x="4242193" y="3974093"/>
            <a:ext cx="892186" cy="1647156"/>
          </a:xfrm>
          <a:custGeom>
            <a:avLst/>
            <a:gdLst>
              <a:gd name="connsiteX0" fmla="*/ 0 w 1006764"/>
              <a:gd name="connsiteY0" fmla="*/ 2336800 h 2336800"/>
              <a:gd name="connsiteX1" fmla="*/ 1006764 w 1006764"/>
              <a:gd name="connsiteY1" fmla="*/ 0 h 2336800"/>
              <a:gd name="connsiteX0-1" fmla="*/ 0 w 1588655"/>
              <a:gd name="connsiteY0-2" fmla="*/ 2198255 h 2198255"/>
              <a:gd name="connsiteX1-3" fmla="*/ 1588655 w 1588655"/>
              <a:gd name="connsiteY1-4" fmla="*/ 0 h 2198255"/>
              <a:gd name="connsiteX0-5" fmla="*/ 0 w 1625600"/>
              <a:gd name="connsiteY0-6" fmla="*/ 2327564 h 2327564"/>
              <a:gd name="connsiteX1-7" fmla="*/ 1625600 w 1625600"/>
              <a:gd name="connsiteY1-8" fmla="*/ 0 h 2327564"/>
              <a:gd name="connsiteX0-9" fmla="*/ 0 w 1625600"/>
              <a:gd name="connsiteY0-10" fmla="*/ 2327564 h 2327564"/>
              <a:gd name="connsiteX1-11" fmla="*/ 1625600 w 1625600"/>
              <a:gd name="connsiteY1-12" fmla="*/ 0 h 2327564"/>
              <a:gd name="connsiteX0-13" fmla="*/ 0 w 1219200"/>
              <a:gd name="connsiteY0-14" fmla="*/ 2290619 h 2290619"/>
              <a:gd name="connsiteX1-15" fmla="*/ 1219200 w 1219200"/>
              <a:gd name="connsiteY1-16" fmla="*/ 0 h 2290619"/>
              <a:gd name="connsiteX0-17" fmla="*/ 0 w 1219200"/>
              <a:gd name="connsiteY0-18" fmla="*/ 2290619 h 2290619"/>
              <a:gd name="connsiteX1-19" fmla="*/ 1219200 w 1219200"/>
              <a:gd name="connsiteY1-20" fmla="*/ 0 h 2290619"/>
              <a:gd name="connsiteX0-21" fmla="*/ 0 w 1219200"/>
              <a:gd name="connsiteY0-22" fmla="*/ 2290619 h 2290619"/>
              <a:gd name="connsiteX1-23" fmla="*/ 1219200 w 1219200"/>
              <a:gd name="connsiteY1-24" fmla="*/ 0 h 2290619"/>
              <a:gd name="connsiteX0-25" fmla="*/ 0 w 1219200"/>
              <a:gd name="connsiteY0-26" fmla="*/ 2290619 h 2290619"/>
              <a:gd name="connsiteX1-27" fmla="*/ 1219200 w 1219200"/>
              <a:gd name="connsiteY1-28" fmla="*/ 0 h 2290619"/>
              <a:gd name="connsiteX0-29" fmla="*/ 0 w 1828800"/>
              <a:gd name="connsiteY0-30" fmla="*/ 2983347 h 2983347"/>
              <a:gd name="connsiteX1-31" fmla="*/ 1828800 w 1828800"/>
              <a:gd name="connsiteY1-32" fmla="*/ 0 h 2983347"/>
              <a:gd name="connsiteX0-33" fmla="*/ 0 w 1828800"/>
              <a:gd name="connsiteY0-34" fmla="*/ 2983347 h 2983347"/>
              <a:gd name="connsiteX1-35" fmla="*/ 1828800 w 1828800"/>
              <a:gd name="connsiteY1-36" fmla="*/ 0 h 2983347"/>
              <a:gd name="connsiteX0-37" fmla="*/ 0 w 1838678"/>
              <a:gd name="connsiteY0-38" fmla="*/ 2918693 h 2918693"/>
              <a:gd name="connsiteX1-39" fmla="*/ 1838678 w 1838678"/>
              <a:gd name="connsiteY1-40" fmla="*/ 0 h 2918693"/>
              <a:gd name="connsiteX0-41" fmla="*/ 0 w 1838678"/>
              <a:gd name="connsiteY0-42" fmla="*/ 2918693 h 2918693"/>
              <a:gd name="connsiteX1-43" fmla="*/ 1838678 w 1838678"/>
              <a:gd name="connsiteY1-44" fmla="*/ 0 h 2918693"/>
              <a:gd name="connsiteX0-45" fmla="*/ 0 w 1838678"/>
              <a:gd name="connsiteY0-46" fmla="*/ 2918693 h 2918693"/>
              <a:gd name="connsiteX1-47" fmla="*/ 1838678 w 1838678"/>
              <a:gd name="connsiteY1-48" fmla="*/ 0 h 2918693"/>
              <a:gd name="connsiteX0-49" fmla="*/ 0 w 1848556"/>
              <a:gd name="connsiteY0-50" fmla="*/ 2955638 h 2955638"/>
              <a:gd name="connsiteX1-51" fmla="*/ 1848556 w 1848556"/>
              <a:gd name="connsiteY1-52" fmla="*/ 0 h 2955638"/>
              <a:gd name="connsiteX0-53" fmla="*/ 0 w 1848556"/>
              <a:gd name="connsiteY0-54" fmla="*/ 2955638 h 2955638"/>
              <a:gd name="connsiteX1-55" fmla="*/ 1848556 w 1848556"/>
              <a:gd name="connsiteY1-56" fmla="*/ 0 h 2955638"/>
              <a:gd name="connsiteX0-57" fmla="*/ 0 w 1750343"/>
              <a:gd name="connsiteY0-58" fmla="*/ 2715493 h 2715493"/>
              <a:gd name="connsiteX1-59" fmla="*/ 1750343 w 1750343"/>
              <a:gd name="connsiteY1-60" fmla="*/ 0 h 2715493"/>
              <a:gd name="connsiteX0-61" fmla="*/ 0 w 1750343"/>
              <a:gd name="connsiteY0-62" fmla="*/ 2715493 h 2715493"/>
              <a:gd name="connsiteX1-63" fmla="*/ 1750343 w 1750343"/>
              <a:gd name="connsiteY1-64" fmla="*/ 0 h 2715493"/>
              <a:gd name="connsiteX0-65" fmla="*/ 0 w 1750343"/>
              <a:gd name="connsiteY0-66" fmla="*/ 2715493 h 2715493"/>
              <a:gd name="connsiteX1-67" fmla="*/ 1750343 w 1750343"/>
              <a:gd name="connsiteY1-68" fmla="*/ 0 h 2715493"/>
              <a:gd name="connsiteX0-69" fmla="*/ 0 w 1750343"/>
              <a:gd name="connsiteY0-70" fmla="*/ 2715493 h 2715493"/>
              <a:gd name="connsiteX1-71" fmla="*/ 1750343 w 1750343"/>
              <a:gd name="connsiteY1-72" fmla="*/ 0 h 2715493"/>
              <a:gd name="connsiteX0-73" fmla="*/ 0 w 1750343"/>
              <a:gd name="connsiteY0-74" fmla="*/ 2715493 h 2715493"/>
              <a:gd name="connsiteX1-75" fmla="*/ 1750343 w 1750343"/>
              <a:gd name="connsiteY1-76" fmla="*/ 0 h 2715493"/>
              <a:gd name="connsiteX0-77" fmla="*/ 0 w 1393801"/>
              <a:gd name="connsiteY0-78" fmla="*/ 2991193 h 2991193"/>
              <a:gd name="connsiteX1-79" fmla="*/ 1393801 w 1393801"/>
              <a:gd name="connsiteY1-80" fmla="*/ 0 h 2991193"/>
              <a:gd name="connsiteX0-81" fmla="*/ 0 w 1393801"/>
              <a:gd name="connsiteY0-82" fmla="*/ 2991193 h 2991193"/>
              <a:gd name="connsiteX1-83" fmla="*/ 1393801 w 1393801"/>
              <a:gd name="connsiteY1-84" fmla="*/ 0 h 2991193"/>
              <a:gd name="connsiteX0-85" fmla="*/ 12538 w 1301474"/>
              <a:gd name="connsiteY0-86" fmla="*/ 2973960 h 2973960"/>
              <a:gd name="connsiteX1-87" fmla="*/ 1301474 w 1301474"/>
              <a:gd name="connsiteY1-88" fmla="*/ 0 h 2973960"/>
              <a:gd name="connsiteX0-89" fmla="*/ 161658 w 1450594"/>
              <a:gd name="connsiteY0-90" fmla="*/ 2973960 h 2973960"/>
              <a:gd name="connsiteX1-91" fmla="*/ 1450594 w 1450594"/>
              <a:gd name="connsiteY1-92" fmla="*/ 0 h 2973960"/>
              <a:gd name="connsiteX0-93" fmla="*/ 0 w 1288936"/>
              <a:gd name="connsiteY0-94" fmla="*/ 2973960 h 2973960"/>
              <a:gd name="connsiteX1-95" fmla="*/ 1288936 w 1288936"/>
              <a:gd name="connsiteY1-96" fmla="*/ 0 h 2973960"/>
              <a:gd name="connsiteX0-97" fmla="*/ 0 w 1750343"/>
              <a:gd name="connsiteY0-98" fmla="*/ 2887804 h 2887804"/>
              <a:gd name="connsiteX1-99" fmla="*/ 1750343 w 1750343"/>
              <a:gd name="connsiteY1-100" fmla="*/ 0 h 2887804"/>
              <a:gd name="connsiteX0-101" fmla="*/ 0 w 1750343"/>
              <a:gd name="connsiteY0-102" fmla="*/ 2887804 h 2887804"/>
              <a:gd name="connsiteX1-103" fmla="*/ 1750343 w 1750343"/>
              <a:gd name="connsiteY1-104" fmla="*/ 0 h 2887804"/>
              <a:gd name="connsiteX0-105" fmla="*/ 0 w 1897155"/>
              <a:gd name="connsiteY0-106" fmla="*/ 2887804 h 2887804"/>
              <a:gd name="connsiteX1-107" fmla="*/ 1897155 w 1897155"/>
              <a:gd name="connsiteY1-108" fmla="*/ 0 h 2887804"/>
              <a:gd name="connsiteX0-109" fmla="*/ 6704 w 1903859"/>
              <a:gd name="connsiteY0-110" fmla="*/ 2887804 h 2887804"/>
              <a:gd name="connsiteX1-111" fmla="*/ 1903859 w 1903859"/>
              <a:gd name="connsiteY1-112" fmla="*/ 0 h 2887804"/>
            </a:gdLst>
            <a:ahLst/>
            <a:cxnLst>
              <a:cxn ang="0">
                <a:pos x="connsiteX0-1" y="connsiteY0-2"/>
              </a:cxn>
              <a:cxn ang="0">
                <a:pos x="connsiteX1-3" y="connsiteY1-4"/>
              </a:cxn>
            </a:cxnLst>
            <a:rect l="l" t="t" r="r" b="b"/>
            <a:pathLst>
              <a:path w="1903859" h="2887804">
                <a:moveTo>
                  <a:pt x="6704" y="2887804"/>
                </a:moveTo>
                <a:cubicBezTo>
                  <a:pt x="-33040" y="2184598"/>
                  <a:pt x="45850" y="752966"/>
                  <a:pt x="1903859" y="0"/>
                </a:cubicBezTo>
              </a:path>
            </a:pathLst>
          </a:custGeom>
          <a:ln w="19050">
            <a:solidFill>
              <a:srgbClr val="ED6D00"/>
            </a:solidFill>
            <a:prstDash val="solid"/>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lnSpc>
                <a:spcPct val="120000"/>
              </a:lnSpc>
            </a:pPr>
            <a:endParaRPr lang="zh-CN" altLang="en-US" sz="1800">
              <a:latin typeface="微软雅黑 Light" panose="020B0502040204020203" pitchFamily="34" charset="-122"/>
              <a:ea typeface="微软雅黑 Light" panose="020B0502040204020203" pitchFamily="34" charset="-122"/>
              <a:cs typeface="+mn-ea"/>
              <a:sym typeface="+mn-lt"/>
            </a:endParaRPr>
          </a:p>
        </p:txBody>
      </p:sp>
      <p:pic>
        <p:nvPicPr>
          <p:cNvPr id="17" name="图片 16"/>
          <p:cNvPicPr>
            <a:picLocks noChangeAspect="1"/>
          </p:cNvPicPr>
          <p:nvPr/>
        </p:nvPicPr>
        <p:blipFill>
          <a:blip r:embed="rId2"/>
          <a:stretch>
            <a:fillRect/>
          </a:stretch>
        </p:blipFill>
        <p:spPr>
          <a:xfrm>
            <a:off x="6672064" y="4588018"/>
            <a:ext cx="418268" cy="418268"/>
          </a:xfrm>
          <a:prstGeom prst="rect">
            <a:avLst/>
          </a:prstGeom>
        </p:spPr>
      </p:pic>
      <p:sp>
        <p:nvSpPr>
          <p:cNvPr id="18" name="任意多边形 57"/>
          <p:cNvSpPr/>
          <p:nvPr/>
        </p:nvSpPr>
        <p:spPr>
          <a:xfrm>
            <a:off x="6619773" y="3974093"/>
            <a:ext cx="892186" cy="1647156"/>
          </a:xfrm>
          <a:custGeom>
            <a:avLst/>
            <a:gdLst>
              <a:gd name="connsiteX0" fmla="*/ 0 w 1006764"/>
              <a:gd name="connsiteY0" fmla="*/ 2336800 h 2336800"/>
              <a:gd name="connsiteX1" fmla="*/ 1006764 w 1006764"/>
              <a:gd name="connsiteY1" fmla="*/ 0 h 2336800"/>
              <a:gd name="connsiteX0-1" fmla="*/ 0 w 1588655"/>
              <a:gd name="connsiteY0-2" fmla="*/ 2198255 h 2198255"/>
              <a:gd name="connsiteX1-3" fmla="*/ 1588655 w 1588655"/>
              <a:gd name="connsiteY1-4" fmla="*/ 0 h 2198255"/>
              <a:gd name="connsiteX0-5" fmla="*/ 0 w 1625600"/>
              <a:gd name="connsiteY0-6" fmla="*/ 2327564 h 2327564"/>
              <a:gd name="connsiteX1-7" fmla="*/ 1625600 w 1625600"/>
              <a:gd name="connsiteY1-8" fmla="*/ 0 h 2327564"/>
              <a:gd name="connsiteX0-9" fmla="*/ 0 w 1625600"/>
              <a:gd name="connsiteY0-10" fmla="*/ 2327564 h 2327564"/>
              <a:gd name="connsiteX1-11" fmla="*/ 1625600 w 1625600"/>
              <a:gd name="connsiteY1-12" fmla="*/ 0 h 2327564"/>
              <a:gd name="connsiteX0-13" fmla="*/ 0 w 1219200"/>
              <a:gd name="connsiteY0-14" fmla="*/ 2290619 h 2290619"/>
              <a:gd name="connsiteX1-15" fmla="*/ 1219200 w 1219200"/>
              <a:gd name="connsiteY1-16" fmla="*/ 0 h 2290619"/>
              <a:gd name="connsiteX0-17" fmla="*/ 0 w 1219200"/>
              <a:gd name="connsiteY0-18" fmla="*/ 2290619 h 2290619"/>
              <a:gd name="connsiteX1-19" fmla="*/ 1219200 w 1219200"/>
              <a:gd name="connsiteY1-20" fmla="*/ 0 h 2290619"/>
              <a:gd name="connsiteX0-21" fmla="*/ 0 w 1219200"/>
              <a:gd name="connsiteY0-22" fmla="*/ 2290619 h 2290619"/>
              <a:gd name="connsiteX1-23" fmla="*/ 1219200 w 1219200"/>
              <a:gd name="connsiteY1-24" fmla="*/ 0 h 2290619"/>
              <a:gd name="connsiteX0-25" fmla="*/ 0 w 1219200"/>
              <a:gd name="connsiteY0-26" fmla="*/ 2290619 h 2290619"/>
              <a:gd name="connsiteX1-27" fmla="*/ 1219200 w 1219200"/>
              <a:gd name="connsiteY1-28" fmla="*/ 0 h 2290619"/>
              <a:gd name="connsiteX0-29" fmla="*/ 0 w 1828800"/>
              <a:gd name="connsiteY0-30" fmla="*/ 2983347 h 2983347"/>
              <a:gd name="connsiteX1-31" fmla="*/ 1828800 w 1828800"/>
              <a:gd name="connsiteY1-32" fmla="*/ 0 h 2983347"/>
              <a:gd name="connsiteX0-33" fmla="*/ 0 w 1828800"/>
              <a:gd name="connsiteY0-34" fmla="*/ 2983347 h 2983347"/>
              <a:gd name="connsiteX1-35" fmla="*/ 1828800 w 1828800"/>
              <a:gd name="connsiteY1-36" fmla="*/ 0 h 2983347"/>
              <a:gd name="connsiteX0-37" fmla="*/ 0 w 1838678"/>
              <a:gd name="connsiteY0-38" fmla="*/ 2918693 h 2918693"/>
              <a:gd name="connsiteX1-39" fmla="*/ 1838678 w 1838678"/>
              <a:gd name="connsiteY1-40" fmla="*/ 0 h 2918693"/>
              <a:gd name="connsiteX0-41" fmla="*/ 0 w 1838678"/>
              <a:gd name="connsiteY0-42" fmla="*/ 2918693 h 2918693"/>
              <a:gd name="connsiteX1-43" fmla="*/ 1838678 w 1838678"/>
              <a:gd name="connsiteY1-44" fmla="*/ 0 h 2918693"/>
              <a:gd name="connsiteX0-45" fmla="*/ 0 w 1838678"/>
              <a:gd name="connsiteY0-46" fmla="*/ 2918693 h 2918693"/>
              <a:gd name="connsiteX1-47" fmla="*/ 1838678 w 1838678"/>
              <a:gd name="connsiteY1-48" fmla="*/ 0 h 2918693"/>
              <a:gd name="connsiteX0-49" fmla="*/ 0 w 1848556"/>
              <a:gd name="connsiteY0-50" fmla="*/ 2955638 h 2955638"/>
              <a:gd name="connsiteX1-51" fmla="*/ 1848556 w 1848556"/>
              <a:gd name="connsiteY1-52" fmla="*/ 0 h 2955638"/>
              <a:gd name="connsiteX0-53" fmla="*/ 0 w 1848556"/>
              <a:gd name="connsiteY0-54" fmla="*/ 2955638 h 2955638"/>
              <a:gd name="connsiteX1-55" fmla="*/ 1848556 w 1848556"/>
              <a:gd name="connsiteY1-56" fmla="*/ 0 h 2955638"/>
              <a:gd name="connsiteX0-57" fmla="*/ 0 w 1750343"/>
              <a:gd name="connsiteY0-58" fmla="*/ 2715493 h 2715493"/>
              <a:gd name="connsiteX1-59" fmla="*/ 1750343 w 1750343"/>
              <a:gd name="connsiteY1-60" fmla="*/ 0 h 2715493"/>
              <a:gd name="connsiteX0-61" fmla="*/ 0 w 1750343"/>
              <a:gd name="connsiteY0-62" fmla="*/ 2715493 h 2715493"/>
              <a:gd name="connsiteX1-63" fmla="*/ 1750343 w 1750343"/>
              <a:gd name="connsiteY1-64" fmla="*/ 0 h 2715493"/>
              <a:gd name="connsiteX0-65" fmla="*/ 0 w 1750343"/>
              <a:gd name="connsiteY0-66" fmla="*/ 2715493 h 2715493"/>
              <a:gd name="connsiteX1-67" fmla="*/ 1750343 w 1750343"/>
              <a:gd name="connsiteY1-68" fmla="*/ 0 h 2715493"/>
              <a:gd name="connsiteX0-69" fmla="*/ 0 w 1750343"/>
              <a:gd name="connsiteY0-70" fmla="*/ 2715493 h 2715493"/>
              <a:gd name="connsiteX1-71" fmla="*/ 1750343 w 1750343"/>
              <a:gd name="connsiteY1-72" fmla="*/ 0 h 2715493"/>
              <a:gd name="connsiteX0-73" fmla="*/ 0 w 1750343"/>
              <a:gd name="connsiteY0-74" fmla="*/ 2715493 h 2715493"/>
              <a:gd name="connsiteX1-75" fmla="*/ 1750343 w 1750343"/>
              <a:gd name="connsiteY1-76" fmla="*/ 0 h 2715493"/>
              <a:gd name="connsiteX0-77" fmla="*/ 0 w 1393801"/>
              <a:gd name="connsiteY0-78" fmla="*/ 2991193 h 2991193"/>
              <a:gd name="connsiteX1-79" fmla="*/ 1393801 w 1393801"/>
              <a:gd name="connsiteY1-80" fmla="*/ 0 h 2991193"/>
              <a:gd name="connsiteX0-81" fmla="*/ 0 w 1393801"/>
              <a:gd name="connsiteY0-82" fmla="*/ 2991193 h 2991193"/>
              <a:gd name="connsiteX1-83" fmla="*/ 1393801 w 1393801"/>
              <a:gd name="connsiteY1-84" fmla="*/ 0 h 2991193"/>
              <a:gd name="connsiteX0-85" fmla="*/ 12538 w 1301474"/>
              <a:gd name="connsiteY0-86" fmla="*/ 2973960 h 2973960"/>
              <a:gd name="connsiteX1-87" fmla="*/ 1301474 w 1301474"/>
              <a:gd name="connsiteY1-88" fmla="*/ 0 h 2973960"/>
              <a:gd name="connsiteX0-89" fmla="*/ 161658 w 1450594"/>
              <a:gd name="connsiteY0-90" fmla="*/ 2973960 h 2973960"/>
              <a:gd name="connsiteX1-91" fmla="*/ 1450594 w 1450594"/>
              <a:gd name="connsiteY1-92" fmla="*/ 0 h 2973960"/>
              <a:gd name="connsiteX0-93" fmla="*/ 0 w 1288936"/>
              <a:gd name="connsiteY0-94" fmla="*/ 2973960 h 2973960"/>
              <a:gd name="connsiteX1-95" fmla="*/ 1288936 w 1288936"/>
              <a:gd name="connsiteY1-96" fmla="*/ 0 h 2973960"/>
              <a:gd name="connsiteX0-97" fmla="*/ 0 w 1750343"/>
              <a:gd name="connsiteY0-98" fmla="*/ 2887804 h 2887804"/>
              <a:gd name="connsiteX1-99" fmla="*/ 1750343 w 1750343"/>
              <a:gd name="connsiteY1-100" fmla="*/ 0 h 2887804"/>
              <a:gd name="connsiteX0-101" fmla="*/ 0 w 1750343"/>
              <a:gd name="connsiteY0-102" fmla="*/ 2887804 h 2887804"/>
              <a:gd name="connsiteX1-103" fmla="*/ 1750343 w 1750343"/>
              <a:gd name="connsiteY1-104" fmla="*/ 0 h 2887804"/>
              <a:gd name="connsiteX0-105" fmla="*/ 0 w 1897155"/>
              <a:gd name="connsiteY0-106" fmla="*/ 2887804 h 2887804"/>
              <a:gd name="connsiteX1-107" fmla="*/ 1897155 w 1897155"/>
              <a:gd name="connsiteY1-108" fmla="*/ 0 h 2887804"/>
              <a:gd name="connsiteX0-109" fmla="*/ 6704 w 1903859"/>
              <a:gd name="connsiteY0-110" fmla="*/ 2887804 h 2887804"/>
              <a:gd name="connsiteX1-111" fmla="*/ 1903859 w 1903859"/>
              <a:gd name="connsiteY1-112" fmla="*/ 0 h 2887804"/>
            </a:gdLst>
            <a:ahLst/>
            <a:cxnLst>
              <a:cxn ang="0">
                <a:pos x="connsiteX0-1" y="connsiteY0-2"/>
              </a:cxn>
              <a:cxn ang="0">
                <a:pos x="connsiteX1-3" y="connsiteY1-4"/>
              </a:cxn>
            </a:cxnLst>
            <a:rect l="l" t="t" r="r" b="b"/>
            <a:pathLst>
              <a:path w="1903859" h="2887804">
                <a:moveTo>
                  <a:pt x="6704" y="2887804"/>
                </a:moveTo>
                <a:cubicBezTo>
                  <a:pt x="-33040" y="2184598"/>
                  <a:pt x="45850" y="752966"/>
                  <a:pt x="1903859" y="0"/>
                </a:cubicBezTo>
              </a:path>
            </a:pathLst>
          </a:custGeom>
          <a:ln w="19050">
            <a:solidFill>
              <a:srgbClr val="ED6D00"/>
            </a:solidFill>
            <a:prstDash val="solid"/>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lnSpc>
                <a:spcPct val="120000"/>
              </a:lnSpc>
            </a:pPr>
            <a:endParaRPr lang="zh-CN" altLang="en-US" sz="1800">
              <a:latin typeface="微软雅黑 Light" panose="020B0502040204020203" pitchFamily="34" charset="-122"/>
              <a:ea typeface="微软雅黑 Light" panose="020B0502040204020203" pitchFamily="34" charset="-122"/>
              <a:cs typeface="+mn-ea"/>
              <a:sym typeface="+mn-lt"/>
            </a:endParaRPr>
          </a:p>
        </p:txBody>
      </p:sp>
      <p:pic>
        <p:nvPicPr>
          <p:cNvPr id="19" name="图片 18"/>
          <p:cNvPicPr>
            <a:picLocks noChangeAspect="1"/>
          </p:cNvPicPr>
          <p:nvPr/>
        </p:nvPicPr>
        <p:blipFill>
          <a:blip r:embed="rId3"/>
          <a:stretch>
            <a:fillRect/>
          </a:stretch>
        </p:blipFill>
        <p:spPr>
          <a:xfrm>
            <a:off x="4008309" y="3541964"/>
            <a:ext cx="465527" cy="405459"/>
          </a:xfrm>
          <a:prstGeom prst="rect">
            <a:avLst/>
          </a:prstGeom>
        </p:spPr>
      </p:pic>
      <p:pic>
        <p:nvPicPr>
          <p:cNvPr id="20" name="图片 19"/>
          <p:cNvPicPr>
            <a:picLocks noChangeAspect="1"/>
          </p:cNvPicPr>
          <p:nvPr/>
        </p:nvPicPr>
        <p:blipFill>
          <a:blip r:embed="rId3"/>
          <a:stretch>
            <a:fillRect/>
          </a:stretch>
        </p:blipFill>
        <p:spPr>
          <a:xfrm>
            <a:off x="7218131" y="3541964"/>
            <a:ext cx="465527" cy="405459"/>
          </a:xfrm>
          <a:prstGeom prst="rect">
            <a:avLst/>
          </a:prstGeom>
        </p:spPr>
      </p:pic>
      <p:sp>
        <p:nvSpPr>
          <p:cNvPr id="10" name="矩形 9"/>
          <p:cNvSpPr/>
          <p:nvPr/>
        </p:nvSpPr>
        <p:spPr>
          <a:xfrm>
            <a:off x="2998359" y="4534809"/>
            <a:ext cx="1596432" cy="586892"/>
          </a:xfrm>
          <a:prstGeom prst="rect">
            <a:avLst/>
          </a:prstGeom>
        </p:spPr>
        <p:txBody>
          <a:bodyPr wrap="square">
            <a:spAutoFit/>
          </a:bodyPr>
          <a:lstStyle/>
          <a:p>
            <a:pPr algn="ctr">
              <a:lnSpc>
                <a:spcPct val="120000"/>
              </a:lnSpc>
            </a:pPr>
            <a:r>
              <a:rPr lang="en-US" altLang="zh-CN" sz="1400" dirty="0">
                <a:latin typeface="微软雅黑 Light" panose="020B0502040204020203" pitchFamily="34" charset="-122"/>
                <a:ea typeface="微软雅黑 Light" panose="020B0502040204020203" pitchFamily="34" charset="-122"/>
                <a:cs typeface="+mn-ea"/>
                <a:sym typeface="+mn-lt"/>
              </a:rPr>
              <a:t>PC1</a:t>
            </a:r>
            <a:r>
              <a:rPr lang="zh-CN" altLang="en-US" sz="1400" dirty="0">
                <a:latin typeface="微软雅黑 Light" panose="020B0502040204020203" pitchFamily="34" charset="-122"/>
                <a:ea typeface="微软雅黑 Light" panose="020B0502040204020203" pitchFamily="34" charset="-122"/>
                <a:cs typeface="+mn-ea"/>
                <a:sym typeface="+mn-lt"/>
              </a:rPr>
              <a:t>沿着最短路径访问</a:t>
            </a:r>
            <a:r>
              <a:rPr lang="en-US" altLang="zh-CN" sz="1400" dirty="0">
                <a:latin typeface="微软雅黑 Light" panose="020B0502040204020203" pitchFamily="34" charset="-122"/>
                <a:ea typeface="微软雅黑 Light" panose="020B0502040204020203" pitchFamily="34" charset="-122"/>
                <a:cs typeface="+mn-ea"/>
                <a:sym typeface="+mn-lt"/>
              </a:rPr>
              <a:t>WEB</a:t>
            </a:r>
            <a:r>
              <a:rPr lang="zh-CN" altLang="en-US" sz="1400" dirty="0">
                <a:latin typeface="微软雅黑 Light" panose="020B0502040204020203" pitchFamily="34" charset="-122"/>
                <a:ea typeface="微软雅黑 Light" panose="020B0502040204020203" pitchFamily="34" charset="-122"/>
                <a:cs typeface="+mn-ea"/>
                <a:sym typeface="+mn-lt"/>
              </a:rPr>
              <a:t>服务器</a:t>
            </a:r>
            <a:endParaRPr lang="en-US" altLang="zh-CN" sz="1400" dirty="0">
              <a:latin typeface="微软雅黑 Light" panose="020B0502040204020203" pitchFamily="34" charset="-122"/>
              <a:ea typeface="微软雅黑 Light" panose="020B0502040204020203" pitchFamily="34" charset="-122"/>
              <a:cs typeface="+mn-ea"/>
              <a:sym typeface="+mn-lt"/>
            </a:endParaRPr>
          </a:p>
        </p:txBody>
      </p:sp>
      <p:sp>
        <p:nvSpPr>
          <p:cNvPr id="11" name="矩形 10"/>
          <p:cNvSpPr/>
          <p:nvPr/>
        </p:nvSpPr>
        <p:spPr>
          <a:xfrm>
            <a:off x="7118097" y="4503706"/>
            <a:ext cx="1596432" cy="586892"/>
          </a:xfrm>
          <a:prstGeom prst="rect">
            <a:avLst/>
          </a:prstGeom>
        </p:spPr>
        <p:txBody>
          <a:bodyPr wrap="square">
            <a:spAutoFit/>
          </a:bodyPr>
          <a:lstStyle/>
          <a:p>
            <a:pPr algn="ctr">
              <a:lnSpc>
                <a:spcPct val="120000"/>
              </a:lnSpc>
            </a:pPr>
            <a:r>
              <a:rPr lang="en-US" altLang="zh-CN" sz="1400" dirty="0">
                <a:latin typeface="微软雅黑 Light" panose="020B0502040204020203" pitchFamily="34" charset="-122"/>
                <a:ea typeface="微软雅黑 Light" panose="020B0502040204020203" pitchFamily="34" charset="-122"/>
                <a:cs typeface="+mn-ea"/>
                <a:sym typeface="+mn-lt"/>
              </a:rPr>
              <a:t>PC2</a:t>
            </a:r>
            <a:r>
              <a:rPr lang="zh-CN" altLang="en-US" sz="1400" dirty="0">
                <a:latin typeface="微软雅黑 Light" panose="020B0502040204020203" pitchFamily="34" charset="-122"/>
                <a:ea typeface="微软雅黑 Light" panose="020B0502040204020203" pitchFamily="34" charset="-122"/>
                <a:cs typeface="+mn-ea"/>
                <a:sym typeface="+mn-lt"/>
              </a:rPr>
              <a:t>沿着最短路径访问</a:t>
            </a:r>
            <a:r>
              <a:rPr lang="en-US" altLang="zh-CN" sz="1400" dirty="0">
                <a:latin typeface="微软雅黑 Light" panose="020B0502040204020203" pitchFamily="34" charset="-122"/>
                <a:ea typeface="微软雅黑 Light" panose="020B0502040204020203" pitchFamily="34" charset="-122"/>
                <a:cs typeface="+mn-ea"/>
                <a:sym typeface="+mn-lt"/>
              </a:rPr>
              <a:t>WEB</a:t>
            </a:r>
            <a:r>
              <a:rPr lang="zh-CN" altLang="en-US" sz="1400" dirty="0">
                <a:latin typeface="微软雅黑 Light" panose="020B0502040204020203" pitchFamily="34" charset="-122"/>
                <a:ea typeface="微软雅黑 Light" panose="020B0502040204020203" pitchFamily="34" charset="-122"/>
                <a:cs typeface="+mn-ea"/>
                <a:sym typeface="+mn-lt"/>
              </a:rPr>
              <a:t>服务器</a:t>
            </a:r>
            <a:endParaRPr lang="en-US" altLang="zh-CN" sz="1400" dirty="0">
              <a:latin typeface="微软雅黑 Light" panose="020B0502040204020203" pitchFamily="34" charset="-122"/>
              <a:ea typeface="微软雅黑 Light" panose="020B0502040204020203" pitchFamily="34" charset="-122"/>
              <a:cs typeface="+mn-ea"/>
              <a:sym typeface="+mn-lt"/>
            </a:endParaRPr>
          </a:p>
        </p:txBody>
      </p:sp>
    </p:spTree>
  </p:cSld>
  <p:clrMapOvr>
    <a:masterClrMapping/>
  </p:clrMapOvr>
</p:sld>
</file>

<file path=ppt/slides/slide2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典型园区网络中的地址配置需求</a:t>
            </a:r>
            <a:endParaRPr lang="zh-CN" altLang="en-US" dirty="0"/>
          </a:p>
        </p:txBody>
      </p:sp>
      <p:sp>
        <p:nvSpPr>
          <p:cNvPr id="4" name="灯片编号占位符 3"/>
          <p:cNvSpPr>
            <a:spLocks noGrp="1"/>
          </p:cNvSpPr>
          <p:nvPr>
            <p:ph type="sldNum" sz="quarter" idx="12"/>
          </p:nvPr>
        </p:nvSpPr>
        <p:spPr/>
        <p:txBody>
          <a:bodyPr/>
          <a:lstStyle/>
          <a:p>
            <a:pPr>
              <a:defRPr/>
            </a:pPr>
            <a:fld id="{816960B2-2B11-492C-B588-5290E1274F96}" type="slidenum">
              <a:rPr lang="en-US" altLang="zh-CN" smtClean="0"/>
            </a:fld>
            <a:endParaRPr lang="en-US" altLang="zh-CN" dirty="0"/>
          </a:p>
        </p:txBody>
      </p:sp>
      <p:cxnSp>
        <p:nvCxnSpPr>
          <p:cNvPr id="5" name="Straight Connector 79"/>
          <p:cNvCxnSpPr/>
          <p:nvPr/>
        </p:nvCxnSpPr>
        <p:spPr>
          <a:xfrm flipH="1">
            <a:off x="4019241" y="2787964"/>
            <a:ext cx="309117" cy="330132"/>
          </a:xfrm>
          <a:prstGeom prst="line">
            <a:avLst/>
          </a:prstGeom>
          <a:noFill/>
          <a:ln w="19050" cap="flat" cmpd="sng" algn="ctr">
            <a:solidFill>
              <a:sysClr val="windowText" lastClr="000000"/>
            </a:solidFill>
            <a:prstDash val="solid"/>
            <a:miter lim="800000"/>
          </a:ln>
          <a:effectLst/>
        </p:spPr>
      </p:cxnSp>
      <p:cxnSp>
        <p:nvCxnSpPr>
          <p:cNvPr id="6" name="Straight Connector 79"/>
          <p:cNvCxnSpPr/>
          <p:nvPr/>
        </p:nvCxnSpPr>
        <p:spPr>
          <a:xfrm flipH="1">
            <a:off x="4322474" y="2790185"/>
            <a:ext cx="1185058" cy="0"/>
          </a:xfrm>
          <a:prstGeom prst="line">
            <a:avLst/>
          </a:prstGeom>
          <a:noFill/>
          <a:ln w="19050" cap="flat" cmpd="sng" algn="ctr">
            <a:solidFill>
              <a:sysClr val="windowText" lastClr="000000"/>
            </a:solidFill>
            <a:prstDash val="solid"/>
            <a:miter lim="800000"/>
          </a:ln>
          <a:effectLst/>
        </p:spPr>
      </p:cxnSp>
      <p:cxnSp>
        <p:nvCxnSpPr>
          <p:cNvPr id="7" name="Straight Connector 79"/>
          <p:cNvCxnSpPr/>
          <p:nvPr/>
        </p:nvCxnSpPr>
        <p:spPr>
          <a:xfrm flipH="1">
            <a:off x="3193979" y="2725516"/>
            <a:ext cx="309117" cy="330132"/>
          </a:xfrm>
          <a:prstGeom prst="line">
            <a:avLst/>
          </a:prstGeom>
          <a:noFill/>
          <a:ln w="19050" cap="flat" cmpd="sng" algn="ctr">
            <a:solidFill>
              <a:sysClr val="windowText" lastClr="000000"/>
            </a:solidFill>
            <a:prstDash val="solid"/>
            <a:miter lim="800000"/>
          </a:ln>
          <a:effectLst/>
        </p:spPr>
      </p:cxnSp>
      <p:cxnSp>
        <p:nvCxnSpPr>
          <p:cNvPr id="8" name="Straight Connector 79"/>
          <p:cNvCxnSpPr/>
          <p:nvPr/>
        </p:nvCxnSpPr>
        <p:spPr>
          <a:xfrm flipH="1" flipV="1">
            <a:off x="3582040" y="2670313"/>
            <a:ext cx="343539" cy="363024"/>
          </a:xfrm>
          <a:prstGeom prst="line">
            <a:avLst/>
          </a:prstGeom>
          <a:noFill/>
          <a:ln w="19050" cap="flat" cmpd="sng" algn="ctr">
            <a:solidFill>
              <a:sysClr val="windowText" lastClr="000000"/>
            </a:solidFill>
            <a:prstDash val="solid"/>
            <a:miter lim="800000"/>
          </a:ln>
          <a:effectLst/>
        </p:spPr>
      </p:cxnSp>
      <p:cxnSp>
        <p:nvCxnSpPr>
          <p:cNvPr id="9" name="Straight Connector 79"/>
          <p:cNvCxnSpPr/>
          <p:nvPr/>
        </p:nvCxnSpPr>
        <p:spPr>
          <a:xfrm flipH="1" flipV="1">
            <a:off x="2826896" y="2727736"/>
            <a:ext cx="343539" cy="363024"/>
          </a:xfrm>
          <a:prstGeom prst="line">
            <a:avLst/>
          </a:prstGeom>
          <a:noFill/>
          <a:ln w="19050" cap="flat" cmpd="sng" algn="ctr">
            <a:solidFill>
              <a:sysClr val="windowText" lastClr="000000"/>
            </a:solidFill>
            <a:prstDash val="solid"/>
            <a:miter lim="800000"/>
          </a:ln>
          <a:effectLst/>
        </p:spPr>
      </p:cxnSp>
      <p:cxnSp>
        <p:nvCxnSpPr>
          <p:cNvPr id="10" name="Straight Connector 79"/>
          <p:cNvCxnSpPr/>
          <p:nvPr/>
        </p:nvCxnSpPr>
        <p:spPr>
          <a:xfrm flipH="1">
            <a:off x="4107994" y="3090762"/>
            <a:ext cx="887491" cy="1"/>
          </a:xfrm>
          <a:prstGeom prst="line">
            <a:avLst/>
          </a:prstGeom>
          <a:noFill/>
          <a:ln w="19050" cap="flat" cmpd="sng" algn="ctr">
            <a:solidFill>
              <a:sysClr val="windowText" lastClr="000000"/>
            </a:solidFill>
            <a:prstDash val="solid"/>
            <a:miter lim="800000"/>
          </a:ln>
          <a:effectLst/>
        </p:spPr>
      </p:cxnSp>
      <p:cxnSp>
        <p:nvCxnSpPr>
          <p:cNvPr id="11" name="Straight Connector 76"/>
          <p:cNvCxnSpPr/>
          <p:nvPr/>
        </p:nvCxnSpPr>
        <p:spPr>
          <a:xfrm>
            <a:off x="778317" y="2493155"/>
            <a:ext cx="4609835" cy="0"/>
          </a:xfrm>
          <a:prstGeom prst="line">
            <a:avLst/>
          </a:prstGeom>
          <a:noFill/>
          <a:ln w="19050" cap="flat" cmpd="sng" algn="ctr">
            <a:solidFill>
              <a:sysClr val="window" lastClr="FFFFFF">
                <a:lumMod val="85000"/>
              </a:sysClr>
            </a:solidFill>
            <a:prstDash val="sysDot"/>
            <a:miter lim="800000"/>
          </a:ln>
          <a:effectLst/>
        </p:spPr>
      </p:cxnSp>
      <p:cxnSp>
        <p:nvCxnSpPr>
          <p:cNvPr id="12" name="Straight Connector 77"/>
          <p:cNvCxnSpPr/>
          <p:nvPr/>
        </p:nvCxnSpPr>
        <p:spPr>
          <a:xfrm>
            <a:off x="778317" y="1564537"/>
            <a:ext cx="4609835" cy="0"/>
          </a:xfrm>
          <a:prstGeom prst="line">
            <a:avLst/>
          </a:prstGeom>
          <a:noFill/>
          <a:ln w="19050" cap="flat" cmpd="sng" algn="ctr">
            <a:solidFill>
              <a:sysClr val="window" lastClr="FFFFFF">
                <a:lumMod val="85000"/>
              </a:sysClr>
            </a:solidFill>
            <a:prstDash val="sysDot"/>
            <a:miter lim="800000"/>
          </a:ln>
          <a:effectLst/>
        </p:spPr>
      </p:cxnSp>
      <p:cxnSp>
        <p:nvCxnSpPr>
          <p:cNvPr id="13" name="Straight Connector 78"/>
          <p:cNvCxnSpPr/>
          <p:nvPr/>
        </p:nvCxnSpPr>
        <p:spPr>
          <a:xfrm>
            <a:off x="778317" y="3655537"/>
            <a:ext cx="4609835" cy="0"/>
          </a:xfrm>
          <a:prstGeom prst="line">
            <a:avLst/>
          </a:prstGeom>
          <a:noFill/>
          <a:ln w="19050" cap="flat" cmpd="sng" algn="ctr">
            <a:solidFill>
              <a:sysClr val="window" lastClr="FFFFFF">
                <a:lumMod val="85000"/>
              </a:sysClr>
            </a:solidFill>
            <a:prstDash val="sysDot"/>
            <a:miter lim="800000"/>
          </a:ln>
          <a:effectLst/>
        </p:spPr>
      </p:cxnSp>
      <p:cxnSp>
        <p:nvCxnSpPr>
          <p:cNvPr id="14" name="Straight Connector 80"/>
          <p:cNvCxnSpPr/>
          <p:nvPr/>
        </p:nvCxnSpPr>
        <p:spPr>
          <a:xfrm>
            <a:off x="778317" y="4344285"/>
            <a:ext cx="4609835" cy="0"/>
          </a:xfrm>
          <a:prstGeom prst="line">
            <a:avLst/>
          </a:prstGeom>
          <a:noFill/>
          <a:ln w="19050" cap="flat" cmpd="sng" algn="ctr">
            <a:solidFill>
              <a:sysClr val="window" lastClr="FFFFFF">
                <a:lumMod val="85000"/>
              </a:sysClr>
            </a:solidFill>
            <a:prstDash val="sysDot"/>
            <a:miter lim="800000"/>
          </a:ln>
          <a:effectLst/>
        </p:spPr>
      </p:cxnSp>
      <p:cxnSp>
        <p:nvCxnSpPr>
          <p:cNvPr id="15" name="Straight Connector 81"/>
          <p:cNvCxnSpPr/>
          <p:nvPr/>
        </p:nvCxnSpPr>
        <p:spPr>
          <a:xfrm>
            <a:off x="778317" y="5543771"/>
            <a:ext cx="4609835" cy="0"/>
          </a:xfrm>
          <a:prstGeom prst="line">
            <a:avLst/>
          </a:prstGeom>
          <a:noFill/>
          <a:ln w="19050" cap="flat" cmpd="sng" algn="ctr">
            <a:solidFill>
              <a:sysClr val="window" lastClr="FFFFFF">
                <a:lumMod val="85000"/>
              </a:sysClr>
            </a:solidFill>
            <a:prstDash val="sysDot"/>
            <a:miter lim="800000"/>
          </a:ln>
          <a:effectLst/>
        </p:spPr>
      </p:cxnSp>
      <p:cxnSp>
        <p:nvCxnSpPr>
          <p:cNvPr id="16" name="Straight Connector 82"/>
          <p:cNvCxnSpPr/>
          <p:nvPr/>
        </p:nvCxnSpPr>
        <p:spPr>
          <a:xfrm>
            <a:off x="778317" y="6044139"/>
            <a:ext cx="4609835" cy="0"/>
          </a:xfrm>
          <a:prstGeom prst="line">
            <a:avLst/>
          </a:prstGeom>
          <a:noFill/>
          <a:ln w="19050" cap="flat" cmpd="sng" algn="ctr">
            <a:solidFill>
              <a:sysClr val="window" lastClr="FFFFFF">
                <a:lumMod val="85000"/>
              </a:sysClr>
            </a:solidFill>
            <a:prstDash val="sysDot"/>
            <a:miter lim="800000"/>
          </a:ln>
          <a:effectLst/>
        </p:spPr>
      </p:cxnSp>
      <p:pic>
        <p:nvPicPr>
          <p:cNvPr id="17" name="图片 105" descr="AP.png"/>
          <p:cNvPicPr>
            <a:picLocks noChangeAspect="1"/>
          </p:cNvPicPr>
          <p:nvPr/>
        </p:nvPicPr>
        <p:blipFill>
          <a:blip r:embed="rId1" cstate="print"/>
          <a:stretch>
            <a:fillRect/>
          </a:stretch>
        </p:blipFill>
        <p:spPr>
          <a:xfrm>
            <a:off x="4832290" y="5244007"/>
            <a:ext cx="335166" cy="274228"/>
          </a:xfrm>
          <a:prstGeom prst="rect">
            <a:avLst/>
          </a:prstGeom>
        </p:spPr>
      </p:pic>
      <p:cxnSp>
        <p:nvCxnSpPr>
          <p:cNvPr id="18" name="Straight Connector 74"/>
          <p:cNvCxnSpPr>
            <a:stCxn id="17" idx="0"/>
            <a:endCxn id="46" idx="2"/>
          </p:cNvCxnSpPr>
          <p:nvPr/>
        </p:nvCxnSpPr>
        <p:spPr>
          <a:xfrm flipV="1">
            <a:off x="4999873" y="5012001"/>
            <a:ext cx="927" cy="232006"/>
          </a:xfrm>
          <a:prstGeom prst="line">
            <a:avLst/>
          </a:prstGeom>
          <a:noFill/>
          <a:ln w="19050" cap="flat" cmpd="sng" algn="ctr">
            <a:solidFill>
              <a:sysClr val="windowText" lastClr="000000"/>
            </a:solidFill>
            <a:prstDash val="solid"/>
            <a:miter lim="800000"/>
          </a:ln>
          <a:effectLst/>
        </p:spPr>
      </p:cxnSp>
      <p:pic>
        <p:nvPicPr>
          <p:cNvPr id="19" name="图片 105" descr="AP.png"/>
          <p:cNvPicPr>
            <a:picLocks noChangeAspect="1"/>
          </p:cNvPicPr>
          <p:nvPr/>
        </p:nvPicPr>
        <p:blipFill>
          <a:blip r:embed="rId1" cstate="print"/>
          <a:stretch>
            <a:fillRect/>
          </a:stretch>
        </p:blipFill>
        <p:spPr>
          <a:xfrm>
            <a:off x="2818511" y="5244007"/>
            <a:ext cx="335166" cy="274228"/>
          </a:xfrm>
          <a:prstGeom prst="rect">
            <a:avLst/>
          </a:prstGeom>
        </p:spPr>
      </p:pic>
      <p:pic>
        <p:nvPicPr>
          <p:cNvPr id="20" name="图片 102" descr="AC-蓝.png"/>
          <p:cNvPicPr>
            <a:picLocks noChangeAspect="1"/>
          </p:cNvPicPr>
          <p:nvPr/>
        </p:nvPicPr>
        <p:blipFill>
          <a:blip r:embed="rId2" cstate="print"/>
          <a:stretch>
            <a:fillRect/>
          </a:stretch>
        </p:blipFill>
        <p:spPr>
          <a:xfrm>
            <a:off x="2066204" y="2952913"/>
            <a:ext cx="336959" cy="275694"/>
          </a:xfrm>
          <a:prstGeom prst="rect">
            <a:avLst/>
          </a:prstGeom>
        </p:spPr>
      </p:pic>
      <p:pic>
        <p:nvPicPr>
          <p:cNvPr id="21" name="图片 86" descr="核心交换机.png"/>
          <p:cNvPicPr>
            <a:picLocks noChangeAspect="1"/>
          </p:cNvPicPr>
          <p:nvPr/>
        </p:nvPicPr>
        <p:blipFill>
          <a:blip r:embed="rId3" cstate="print"/>
          <a:stretch>
            <a:fillRect/>
          </a:stretch>
        </p:blipFill>
        <p:spPr>
          <a:xfrm>
            <a:off x="3004956" y="2953648"/>
            <a:ext cx="335166" cy="274228"/>
          </a:xfrm>
          <a:prstGeom prst="rect">
            <a:avLst/>
          </a:prstGeom>
        </p:spPr>
      </p:pic>
      <p:pic>
        <p:nvPicPr>
          <p:cNvPr id="22" name="图片 86" descr="核心交换机.png"/>
          <p:cNvPicPr>
            <a:picLocks noChangeAspect="1"/>
          </p:cNvPicPr>
          <p:nvPr/>
        </p:nvPicPr>
        <p:blipFill>
          <a:blip r:embed="rId3" cstate="print"/>
          <a:stretch>
            <a:fillRect/>
          </a:stretch>
        </p:blipFill>
        <p:spPr>
          <a:xfrm>
            <a:off x="3826357" y="2953648"/>
            <a:ext cx="335166" cy="274228"/>
          </a:xfrm>
          <a:prstGeom prst="rect">
            <a:avLst/>
          </a:prstGeom>
        </p:spPr>
      </p:pic>
      <p:cxnSp>
        <p:nvCxnSpPr>
          <p:cNvPr id="23" name="Straight Connector 13"/>
          <p:cNvCxnSpPr>
            <a:stCxn id="21" idx="3"/>
            <a:endCxn id="22" idx="1"/>
          </p:cNvCxnSpPr>
          <p:nvPr/>
        </p:nvCxnSpPr>
        <p:spPr>
          <a:xfrm>
            <a:off x="3340122" y="3090761"/>
            <a:ext cx="486235" cy="0"/>
          </a:xfrm>
          <a:prstGeom prst="line">
            <a:avLst/>
          </a:prstGeom>
          <a:noFill/>
          <a:ln w="19050" cap="flat" cmpd="sng" algn="ctr">
            <a:solidFill>
              <a:srgbClr val="0070C0"/>
            </a:solidFill>
            <a:prstDash val="solid"/>
            <a:miter lim="800000"/>
          </a:ln>
          <a:effectLst/>
        </p:spPr>
      </p:cxnSp>
      <p:pic>
        <p:nvPicPr>
          <p:cNvPr id="24" name="图片 87" descr="汇聚交换机.png"/>
          <p:cNvPicPr>
            <a:picLocks noChangeAspect="1"/>
          </p:cNvPicPr>
          <p:nvPr/>
        </p:nvPicPr>
        <p:blipFill>
          <a:blip r:embed="rId4" cstate="print"/>
          <a:stretch>
            <a:fillRect/>
          </a:stretch>
        </p:blipFill>
        <p:spPr>
          <a:xfrm>
            <a:off x="2000068" y="3856057"/>
            <a:ext cx="335166" cy="274228"/>
          </a:xfrm>
          <a:prstGeom prst="rect">
            <a:avLst/>
          </a:prstGeom>
        </p:spPr>
      </p:pic>
      <p:pic>
        <p:nvPicPr>
          <p:cNvPr id="25" name="图片 87" descr="汇聚交换机.png"/>
          <p:cNvPicPr>
            <a:picLocks noChangeAspect="1"/>
          </p:cNvPicPr>
          <p:nvPr/>
        </p:nvPicPr>
        <p:blipFill>
          <a:blip r:embed="rId4" cstate="print"/>
          <a:stretch>
            <a:fillRect/>
          </a:stretch>
        </p:blipFill>
        <p:spPr>
          <a:xfrm>
            <a:off x="2819497" y="3856057"/>
            <a:ext cx="335166" cy="274228"/>
          </a:xfrm>
          <a:prstGeom prst="rect">
            <a:avLst/>
          </a:prstGeom>
        </p:spPr>
      </p:pic>
      <p:cxnSp>
        <p:nvCxnSpPr>
          <p:cNvPr id="26" name="Straight Connector 16"/>
          <p:cNvCxnSpPr>
            <a:stCxn id="24" idx="3"/>
            <a:endCxn id="25" idx="1"/>
          </p:cNvCxnSpPr>
          <p:nvPr/>
        </p:nvCxnSpPr>
        <p:spPr>
          <a:xfrm>
            <a:off x="2335233" y="3993170"/>
            <a:ext cx="484263" cy="0"/>
          </a:xfrm>
          <a:prstGeom prst="line">
            <a:avLst/>
          </a:prstGeom>
          <a:noFill/>
          <a:ln w="19050" cap="flat" cmpd="sng" algn="ctr">
            <a:solidFill>
              <a:srgbClr val="0070C0"/>
            </a:solidFill>
            <a:prstDash val="solid"/>
            <a:miter lim="800000"/>
          </a:ln>
          <a:effectLst/>
        </p:spPr>
      </p:cxnSp>
      <p:pic>
        <p:nvPicPr>
          <p:cNvPr id="27" name="图片 87" descr="汇聚交换机.png"/>
          <p:cNvPicPr>
            <a:picLocks noChangeAspect="1"/>
          </p:cNvPicPr>
          <p:nvPr/>
        </p:nvPicPr>
        <p:blipFill>
          <a:blip r:embed="rId4" cstate="print"/>
          <a:stretch>
            <a:fillRect/>
          </a:stretch>
        </p:blipFill>
        <p:spPr>
          <a:xfrm>
            <a:off x="4012801" y="3856057"/>
            <a:ext cx="335166" cy="274228"/>
          </a:xfrm>
          <a:prstGeom prst="rect">
            <a:avLst/>
          </a:prstGeom>
        </p:spPr>
      </p:pic>
      <p:pic>
        <p:nvPicPr>
          <p:cNvPr id="28" name="图片 87" descr="汇聚交换机.png"/>
          <p:cNvPicPr>
            <a:picLocks noChangeAspect="1"/>
          </p:cNvPicPr>
          <p:nvPr/>
        </p:nvPicPr>
        <p:blipFill>
          <a:blip r:embed="rId4" cstate="print"/>
          <a:stretch>
            <a:fillRect/>
          </a:stretch>
        </p:blipFill>
        <p:spPr>
          <a:xfrm>
            <a:off x="4833217" y="3856057"/>
            <a:ext cx="335166" cy="274228"/>
          </a:xfrm>
          <a:prstGeom prst="rect">
            <a:avLst/>
          </a:prstGeom>
        </p:spPr>
      </p:pic>
      <p:cxnSp>
        <p:nvCxnSpPr>
          <p:cNvPr id="29" name="Straight Connector 29"/>
          <p:cNvCxnSpPr>
            <a:stCxn id="27" idx="3"/>
            <a:endCxn id="28" idx="1"/>
          </p:cNvCxnSpPr>
          <p:nvPr/>
        </p:nvCxnSpPr>
        <p:spPr>
          <a:xfrm>
            <a:off x="4347967" y="3993170"/>
            <a:ext cx="485249" cy="0"/>
          </a:xfrm>
          <a:prstGeom prst="line">
            <a:avLst/>
          </a:prstGeom>
          <a:noFill/>
          <a:ln w="19050" cap="flat" cmpd="sng" algn="ctr">
            <a:solidFill>
              <a:srgbClr val="0070C0"/>
            </a:solidFill>
            <a:prstDash val="solid"/>
            <a:miter lim="800000"/>
          </a:ln>
          <a:effectLst/>
        </p:spPr>
      </p:cxnSp>
      <p:cxnSp>
        <p:nvCxnSpPr>
          <p:cNvPr id="30" name="Straight Connector 30"/>
          <p:cNvCxnSpPr>
            <a:stCxn id="24" idx="0"/>
            <a:endCxn id="21" idx="2"/>
          </p:cNvCxnSpPr>
          <p:nvPr/>
        </p:nvCxnSpPr>
        <p:spPr>
          <a:xfrm flipV="1">
            <a:off x="2167651" y="3227875"/>
            <a:ext cx="1004887" cy="628181"/>
          </a:xfrm>
          <a:prstGeom prst="line">
            <a:avLst/>
          </a:prstGeom>
          <a:noFill/>
          <a:ln w="19050" cap="flat" cmpd="sng" algn="ctr">
            <a:solidFill>
              <a:sysClr val="windowText" lastClr="000000"/>
            </a:solidFill>
            <a:prstDash val="solid"/>
            <a:miter lim="800000"/>
          </a:ln>
          <a:effectLst/>
        </p:spPr>
      </p:cxnSp>
      <p:cxnSp>
        <p:nvCxnSpPr>
          <p:cNvPr id="31" name="Straight Connector 33"/>
          <p:cNvCxnSpPr>
            <a:stCxn id="25" idx="0"/>
            <a:endCxn id="22" idx="2"/>
          </p:cNvCxnSpPr>
          <p:nvPr/>
        </p:nvCxnSpPr>
        <p:spPr>
          <a:xfrm flipV="1">
            <a:off x="2987081" y="3227875"/>
            <a:ext cx="1006860" cy="628181"/>
          </a:xfrm>
          <a:prstGeom prst="line">
            <a:avLst/>
          </a:prstGeom>
          <a:noFill/>
          <a:ln w="19050" cap="flat" cmpd="sng" algn="ctr">
            <a:solidFill>
              <a:sysClr val="windowText" lastClr="000000"/>
            </a:solidFill>
            <a:prstDash val="solid"/>
            <a:miter lim="800000"/>
          </a:ln>
          <a:effectLst/>
        </p:spPr>
      </p:cxnSp>
      <p:cxnSp>
        <p:nvCxnSpPr>
          <p:cNvPr id="32" name="Straight Connector 36"/>
          <p:cNvCxnSpPr>
            <a:stCxn id="27" idx="0"/>
            <a:endCxn id="21" idx="2"/>
          </p:cNvCxnSpPr>
          <p:nvPr/>
        </p:nvCxnSpPr>
        <p:spPr>
          <a:xfrm flipH="1" flipV="1">
            <a:off x="3172539" y="3227875"/>
            <a:ext cx="1007845" cy="628181"/>
          </a:xfrm>
          <a:prstGeom prst="line">
            <a:avLst/>
          </a:prstGeom>
          <a:noFill/>
          <a:ln w="19050" cap="flat" cmpd="sng" algn="ctr">
            <a:solidFill>
              <a:sysClr val="windowText" lastClr="000000"/>
            </a:solidFill>
            <a:prstDash val="solid"/>
            <a:miter lim="800000"/>
          </a:ln>
          <a:effectLst/>
        </p:spPr>
      </p:cxnSp>
      <p:cxnSp>
        <p:nvCxnSpPr>
          <p:cNvPr id="33" name="Straight Connector 39"/>
          <p:cNvCxnSpPr>
            <a:stCxn id="28" idx="0"/>
            <a:endCxn id="22" idx="2"/>
          </p:cNvCxnSpPr>
          <p:nvPr/>
        </p:nvCxnSpPr>
        <p:spPr>
          <a:xfrm flipH="1" flipV="1">
            <a:off x="3993940" y="3227875"/>
            <a:ext cx="1006860" cy="628181"/>
          </a:xfrm>
          <a:prstGeom prst="line">
            <a:avLst/>
          </a:prstGeom>
          <a:noFill/>
          <a:ln w="19050" cap="flat" cmpd="sng" algn="ctr">
            <a:solidFill>
              <a:sysClr val="windowText" lastClr="000000"/>
            </a:solidFill>
            <a:prstDash val="solid"/>
            <a:miter lim="800000"/>
          </a:ln>
          <a:effectLst/>
        </p:spPr>
      </p:cxnSp>
      <p:sp>
        <p:nvSpPr>
          <p:cNvPr id="34" name="Oval 42"/>
          <p:cNvSpPr/>
          <p:nvPr/>
        </p:nvSpPr>
        <p:spPr>
          <a:xfrm rot="3077028">
            <a:off x="2780719" y="3506507"/>
            <a:ext cx="580327" cy="91359"/>
          </a:xfrm>
          <a:prstGeom prst="ellipse">
            <a:avLst/>
          </a:prstGeom>
          <a:noFill/>
          <a:ln w="19050" cap="flat" cmpd="sng" algn="ctr">
            <a:solidFill>
              <a:sysClr val="windowText" lastClr="000000"/>
            </a:solidFill>
            <a:prstDash val="solid"/>
            <a:miter lim="800000"/>
          </a:ln>
          <a:effectLst/>
        </p:spPr>
        <p:txBody>
          <a:bodyPr rtlCol="0" anchor="ctr"/>
          <a:lstStyle/>
          <a:p>
            <a:pPr algn="ctr" defTabSz="913765">
              <a:lnSpc>
                <a:spcPct val="120000"/>
              </a:lnSpc>
              <a:defRPr/>
            </a:pPr>
            <a:endParaRPr lang="zh-CN" altLang="en-US" sz="1800" kern="0">
              <a:solidFill>
                <a:prstClr val="black"/>
              </a:solidFill>
              <a:latin typeface="微软雅黑 Light" panose="020B0502040204020203" pitchFamily="34" charset="-122"/>
              <a:ea typeface="微软雅黑 Light" panose="020B0502040204020203" pitchFamily="34" charset="-122"/>
              <a:cs typeface="+mn-ea"/>
              <a:sym typeface="+mn-lt"/>
            </a:endParaRPr>
          </a:p>
        </p:txBody>
      </p:sp>
      <p:pic>
        <p:nvPicPr>
          <p:cNvPr id="35" name="图片 106" descr="堆叠交换机蓝.png"/>
          <p:cNvPicPr>
            <a:picLocks noChangeAspect="1"/>
          </p:cNvPicPr>
          <p:nvPr/>
        </p:nvPicPr>
        <p:blipFill>
          <a:blip r:embed="rId5" cstate="print"/>
          <a:stretch>
            <a:fillRect/>
          </a:stretch>
        </p:blipFill>
        <p:spPr>
          <a:xfrm>
            <a:off x="1999172" y="4736305"/>
            <a:ext cx="336959" cy="275694"/>
          </a:xfrm>
          <a:prstGeom prst="rect">
            <a:avLst/>
          </a:prstGeom>
        </p:spPr>
      </p:pic>
      <p:pic>
        <p:nvPicPr>
          <p:cNvPr id="36" name="图片 106" descr="堆叠交换机蓝.png"/>
          <p:cNvPicPr>
            <a:picLocks noChangeAspect="1"/>
          </p:cNvPicPr>
          <p:nvPr/>
        </p:nvPicPr>
        <p:blipFill>
          <a:blip r:embed="rId5" cstate="print"/>
          <a:stretch>
            <a:fillRect/>
          </a:stretch>
        </p:blipFill>
        <p:spPr>
          <a:xfrm>
            <a:off x="2818601" y="4736305"/>
            <a:ext cx="336959" cy="275694"/>
          </a:xfrm>
          <a:prstGeom prst="rect">
            <a:avLst/>
          </a:prstGeom>
        </p:spPr>
      </p:pic>
      <p:cxnSp>
        <p:nvCxnSpPr>
          <p:cNvPr id="37" name="Straight Connector 34"/>
          <p:cNvCxnSpPr>
            <a:stCxn id="35" idx="0"/>
            <a:endCxn id="24" idx="2"/>
          </p:cNvCxnSpPr>
          <p:nvPr/>
        </p:nvCxnSpPr>
        <p:spPr>
          <a:xfrm flipV="1">
            <a:off x="2167650" y="4130283"/>
            <a:ext cx="0" cy="606021"/>
          </a:xfrm>
          <a:prstGeom prst="line">
            <a:avLst/>
          </a:prstGeom>
          <a:noFill/>
          <a:ln w="19050" cap="flat" cmpd="sng" algn="ctr">
            <a:solidFill>
              <a:sysClr val="windowText" lastClr="000000"/>
            </a:solidFill>
            <a:prstDash val="solid"/>
            <a:miter lim="800000"/>
          </a:ln>
          <a:effectLst/>
        </p:spPr>
      </p:cxnSp>
      <p:cxnSp>
        <p:nvCxnSpPr>
          <p:cNvPr id="38" name="Straight Connector 35"/>
          <p:cNvCxnSpPr>
            <a:stCxn id="35" idx="0"/>
            <a:endCxn id="25" idx="2"/>
          </p:cNvCxnSpPr>
          <p:nvPr/>
        </p:nvCxnSpPr>
        <p:spPr>
          <a:xfrm flipV="1">
            <a:off x="2167652" y="4130283"/>
            <a:ext cx="819429" cy="606021"/>
          </a:xfrm>
          <a:prstGeom prst="line">
            <a:avLst/>
          </a:prstGeom>
          <a:noFill/>
          <a:ln w="19050" cap="flat" cmpd="sng" algn="ctr">
            <a:solidFill>
              <a:sysClr val="windowText" lastClr="000000"/>
            </a:solidFill>
            <a:prstDash val="solid"/>
            <a:miter lim="800000"/>
          </a:ln>
          <a:effectLst/>
        </p:spPr>
      </p:cxnSp>
      <p:cxnSp>
        <p:nvCxnSpPr>
          <p:cNvPr id="39" name="Straight Connector 37"/>
          <p:cNvCxnSpPr>
            <a:stCxn id="36" idx="0"/>
            <a:endCxn id="24" idx="2"/>
          </p:cNvCxnSpPr>
          <p:nvPr/>
        </p:nvCxnSpPr>
        <p:spPr>
          <a:xfrm flipH="1" flipV="1">
            <a:off x="2167652" y="4130283"/>
            <a:ext cx="819429" cy="606021"/>
          </a:xfrm>
          <a:prstGeom prst="line">
            <a:avLst/>
          </a:prstGeom>
          <a:noFill/>
          <a:ln w="19050" cap="flat" cmpd="sng" algn="ctr">
            <a:solidFill>
              <a:sysClr val="windowText" lastClr="000000"/>
            </a:solidFill>
            <a:prstDash val="solid"/>
            <a:miter lim="800000"/>
          </a:ln>
          <a:effectLst/>
        </p:spPr>
      </p:cxnSp>
      <p:cxnSp>
        <p:nvCxnSpPr>
          <p:cNvPr id="40" name="Straight Connector 38"/>
          <p:cNvCxnSpPr>
            <a:stCxn id="36" idx="0"/>
            <a:endCxn id="25" idx="2"/>
          </p:cNvCxnSpPr>
          <p:nvPr/>
        </p:nvCxnSpPr>
        <p:spPr>
          <a:xfrm flipV="1">
            <a:off x="2987079" y="4130283"/>
            <a:ext cx="0" cy="606021"/>
          </a:xfrm>
          <a:prstGeom prst="line">
            <a:avLst/>
          </a:prstGeom>
          <a:noFill/>
          <a:ln w="19050" cap="flat" cmpd="sng" algn="ctr">
            <a:solidFill>
              <a:sysClr val="windowText" lastClr="000000"/>
            </a:solidFill>
            <a:prstDash val="solid"/>
            <a:miter lim="800000"/>
          </a:ln>
          <a:effectLst/>
        </p:spPr>
      </p:cxnSp>
      <p:grpSp>
        <p:nvGrpSpPr>
          <p:cNvPr id="41" name="Group 40"/>
          <p:cNvGrpSpPr/>
          <p:nvPr/>
        </p:nvGrpSpPr>
        <p:grpSpPr>
          <a:xfrm>
            <a:off x="2446434" y="4842368"/>
            <a:ext cx="261863" cy="61955"/>
            <a:chOff x="559282" y="6488261"/>
            <a:chExt cx="261965" cy="61979"/>
          </a:xfrm>
          <a:solidFill>
            <a:sysClr val="window" lastClr="FFFFFF">
              <a:lumMod val="50000"/>
            </a:sysClr>
          </a:solidFill>
        </p:grpSpPr>
        <p:sp>
          <p:nvSpPr>
            <p:cNvPr id="42" name="Oval 41"/>
            <p:cNvSpPr>
              <a:spLocks noChangeAspect="1"/>
            </p:cNvSpPr>
            <p:nvPr/>
          </p:nvSpPr>
          <p:spPr>
            <a:xfrm>
              <a:off x="759268" y="6488261"/>
              <a:ext cx="61979" cy="61979"/>
            </a:xfrm>
            <a:prstGeom prst="ellipse">
              <a:avLst/>
            </a:prstGeom>
            <a:grpFill/>
            <a:ln w="12700" cap="flat" cmpd="sng" algn="ctr">
              <a:noFill/>
              <a:prstDash val="solid"/>
              <a:miter lim="800000"/>
            </a:ln>
            <a:effectLst/>
          </p:spPr>
          <p:txBody>
            <a:bodyPr rtlCol="0" anchor="ctr"/>
            <a:lstStyle/>
            <a:p>
              <a:pPr algn="ctr" defTabSz="913765">
                <a:lnSpc>
                  <a:spcPct val="120000"/>
                </a:lnSpc>
                <a:defRPr/>
              </a:pPr>
              <a:endParaRPr lang="zh-CN" altLang="en-US" sz="1800" kern="0">
                <a:solidFill>
                  <a:prstClr val="white"/>
                </a:solidFill>
                <a:latin typeface="微软雅黑 Light" panose="020B0502040204020203" pitchFamily="34" charset="-122"/>
                <a:ea typeface="微软雅黑 Light" panose="020B0502040204020203" pitchFamily="34" charset="-122"/>
                <a:cs typeface="+mn-ea"/>
                <a:sym typeface="+mn-lt"/>
              </a:endParaRPr>
            </a:p>
          </p:txBody>
        </p:sp>
        <p:sp>
          <p:nvSpPr>
            <p:cNvPr id="43" name="Oval 44"/>
            <p:cNvSpPr>
              <a:spLocks noChangeAspect="1"/>
            </p:cNvSpPr>
            <p:nvPr/>
          </p:nvSpPr>
          <p:spPr>
            <a:xfrm>
              <a:off x="559282" y="6488261"/>
              <a:ext cx="61979" cy="61979"/>
            </a:xfrm>
            <a:prstGeom prst="ellipse">
              <a:avLst/>
            </a:prstGeom>
            <a:grpFill/>
            <a:ln w="12700" cap="flat" cmpd="sng" algn="ctr">
              <a:noFill/>
              <a:prstDash val="solid"/>
              <a:miter lim="800000"/>
            </a:ln>
            <a:effectLst/>
          </p:spPr>
          <p:txBody>
            <a:bodyPr rtlCol="0" anchor="ctr"/>
            <a:lstStyle/>
            <a:p>
              <a:pPr algn="ctr" defTabSz="913765">
                <a:lnSpc>
                  <a:spcPct val="120000"/>
                </a:lnSpc>
                <a:defRPr/>
              </a:pPr>
              <a:endParaRPr lang="zh-CN" altLang="en-US" sz="1800" kern="0">
                <a:solidFill>
                  <a:prstClr val="white"/>
                </a:solidFill>
                <a:latin typeface="微软雅黑 Light" panose="020B0502040204020203" pitchFamily="34" charset="-122"/>
                <a:ea typeface="微软雅黑 Light" panose="020B0502040204020203" pitchFamily="34" charset="-122"/>
                <a:cs typeface="+mn-ea"/>
                <a:sym typeface="+mn-lt"/>
              </a:endParaRPr>
            </a:p>
          </p:txBody>
        </p:sp>
        <p:sp>
          <p:nvSpPr>
            <p:cNvPr id="44" name="Oval 45"/>
            <p:cNvSpPr>
              <a:spLocks noChangeAspect="1"/>
            </p:cNvSpPr>
            <p:nvPr/>
          </p:nvSpPr>
          <p:spPr>
            <a:xfrm>
              <a:off x="659275" y="6488261"/>
              <a:ext cx="61979" cy="61979"/>
            </a:xfrm>
            <a:prstGeom prst="ellipse">
              <a:avLst/>
            </a:prstGeom>
            <a:grpFill/>
            <a:ln w="12700" cap="flat" cmpd="sng" algn="ctr">
              <a:noFill/>
              <a:prstDash val="solid"/>
              <a:miter lim="800000"/>
            </a:ln>
            <a:effectLst/>
          </p:spPr>
          <p:txBody>
            <a:bodyPr rtlCol="0" anchor="ctr"/>
            <a:lstStyle/>
            <a:p>
              <a:pPr algn="ctr" defTabSz="913765">
                <a:lnSpc>
                  <a:spcPct val="120000"/>
                </a:lnSpc>
                <a:defRPr/>
              </a:pPr>
              <a:endParaRPr lang="zh-CN" altLang="en-US" sz="1800" kern="0">
                <a:solidFill>
                  <a:prstClr val="white"/>
                </a:solidFill>
                <a:latin typeface="微软雅黑 Light" panose="020B0502040204020203" pitchFamily="34" charset="-122"/>
                <a:ea typeface="微软雅黑 Light" panose="020B0502040204020203" pitchFamily="34" charset="-122"/>
                <a:cs typeface="+mn-ea"/>
                <a:sym typeface="+mn-lt"/>
              </a:endParaRPr>
            </a:p>
          </p:txBody>
        </p:sp>
      </p:grpSp>
      <p:pic>
        <p:nvPicPr>
          <p:cNvPr id="45" name="图片 106" descr="堆叠交换机蓝.png"/>
          <p:cNvPicPr>
            <a:picLocks noChangeAspect="1"/>
          </p:cNvPicPr>
          <p:nvPr/>
        </p:nvPicPr>
        <p:blipFill>
          <a:blip r:embed="rId5" cstate="print"/>
          <a:stretch>
            <a:fillRect/>
          </a:stretch>
        </p:blipFill>
        <p:spPr>
          <a:xfrm>
            <a:off x="4011905" y="4736305"/>
            <a:ext cx="336959" cy="275694"/>
          </a:xfrm>
          <a:prstGeom prst="rect">
            <a:avLst/>
          </a:prstGeom>
        </p:spPr>
      </p:pic>
      <p:pic>
        <p:nvPicPr>
          <p:cNvPr id="46" name="图片 106" descr="堆叠交换机蓝.png"/>
          <p:cNvPicPr>
            <a:picLocks noChangeAspect="1"/>
          </p:cNvPicPr>
          <p:nvPr/>
        </p:nvPicPr>
        <p:blipFill>
          <a:blip r:embed="rId5" cstate="print"/>
          <a:stretch>
            <a:fillRect/>
          </a:stretch>
        </p:blipFill>
        <p:spPr>
          <a:xfrm>
            <a:off x="4832320" y="4736305"/>
            <a:ext cx="336959" cy="275694"/>
          </a:xfrm>
          <a:prstGeom prst="rect">
            <a:avLst/>
          </a:prstGeom>
        </p:spPr>
      </p:pic>
      <p:grpSp>
        <p:nvGrpSpPr>
          <p:cNvPr id="47" name="Group 54"/>
          <p:cNvGrpSpPr/>
          <p:nvPr/>
        </p:nvGrpSpPr>
        <p:grpSpPr>
          <a:xfrm>
            <a:off x="4460153" y="4842368"/>
            <a:ext cx="261863" cy="61955"/>
            <a:chOff x="559282" y="6488261"/>
            <a:chExt cx="261965" cy="61979"/>
          </a:xfrm>
          <a:solidFill>
            <a:sysClr val="window" lastClr="FFFFFF">
              <a:lumMod val="50000"/>
            </a:sysClr>
          </a:solidFill>
        </p:grpSpPr>
        <p:sp>
          <p:nvSpPr>
            <p:cNvPr id="48" name="Oval 55"/>
            <p:cNvSpPr>
              <a:spLocks noChangeAspect="1"/>
            </p:cNvSpPr>
            <p:nvPr/>
          </p:nvSpPr>
          <p:spPr>
            <a:xfrm>
              <a:off x="759268" y="6488261"/>
              <a:ext cx="61979" cy="61979"/>
            </a:xfrm>
            <a:prstGeom prst="ellipse">
              <a:avLst/>
            </a:prstGeom>
            <a:grpFill/>
            <a:ln w="12700" cap="flat" cmpd="sng" algn="ctr">
              <a:noFill/>
              <a:prstDash val="solid"/>
              <a:miter lim="800000"/>
            </a:ln>
            <a:effectLst/>
          </p:spPr>
          <p:txBody>
            <a:bodyPr rtlCol="0" anchor="ctr"/>
            <a:lstStyle/>
            <a:p>
              <a:pPr algn="ctr" defTabSz="913765">
                <a:lnSpc>
                  <a:spcPct val="120000"/>
                </a:lnSpc>
                <a:defRPr/>
              </a:pPr>
              <a:endParaRPr lang="zh-CN" altLang="en-US" sz="1800" kern="0">
                <a:solidFill>
                  <a:prstClr val="white"/>
                </a:solidFill>
                <a:latin typeface="微软雅黑 Light" panose="020B0502040204020203" pitchFamily="34" charset="-122"/>
                <a:ea typeface="微软雅黑 Light" panose="020B0502040204020203" pitchFamily="34" charset="-122"/>
                <a:cs typeface="+mn-ea"/>
                <a:sym typeface="+mn-lt"/>
              </a:endParaRPr>
            </a:p>
          </p:txBody>
        </p:sp>
        <p:sp>
          <p:nvSpPr>
            <p:cNvPr id="49" name="Oval 56"/>
            <p:cNvSpPr>
              <a:spLocks noChangeAspect="1"/>
            </p:cNvSpPr>
            <p:nvPr/>
          </p:nvSpPr>
          <p:spPr>
            <a:xfrm>
              <a:off x="559282" y="6488261"/>
              <a:ext cx="61979" cy="61979"/>
            </a:xfrm>
            <a:prstGeom prst="ellipse">
              <a:avLst/>
            </a:prstGeom>
            <a:grpFill/>
            <a:ln w="12700" cap="flat" cmpd="sng" algn="ctr">
              <a:noFill/>
              <a:prstDash val="solid"/>
              <a:miter lim="800000"/>
            </a:ln>
            <a:effectLst/>
          </p:spPr>
          <p:txBody>
            <a:bodyPr rtlCol="0" anchor="ctr"/>
            <a:lstStyle/>
            <a:p>
              <a:pPr algn="ctr" defTabSz="913765">
                <a:lnSpc>
                  <a:spcPct val="120000"/>
                </a:lnSpc>
                <a:defRPr/>
              </a:pPr>
              <a:endParaRPr lang="zh-CN" altLang="en-US" sz="1800" kern="0">
                <a:solidFill>
                  <a:prstClr val="white"/>
                </a:solidFill>
                <a:latin typeface="微软雅黑 Light" panose="020B0502040204020203" pitchFamily="34" charset="-122"/>
                <a:ea typeface="微软雅黑 Light" panose="020B0502040204020203" pitchFamily="34" charset="-122"/>
                <a:cs typeface="+mn-ea"/>
                <a:sym typeface="+mn-lt"/>
              </a:endParaRPr>
            </a:p>
          </p:txBody>
        </p:sp>
        <p:sp>
          <p:nvSpPr>
            <p:cNvPr id="50" name="Oval 57"/>
            <p:cNvSpPr>
              <a:spLocks noChangeAspect="1"/>
            </p:cNvSpPr>
            <p:nvPr/>
          </p:nvSpPr>
          <p:spPr>
            <a:xfrm>
              <a:off x="659275" y="6488261"/>
              <a:ext cx="61979" cy="61979"/>
            </a:xfrm>
            <a:prstGeom prst="ellipse">
              <a:avLst/>
            </a:prstGeom>
            <a:grpFill/>
            <a:ln w="12700" cap="flat" cmpd="sng" algn="ctr">
              <a:noFill/>
              <a:prstDash val="solid"/>
              <a:miter lim="800000"/>
            </a:ln>
            <a:effectLst/>
          </p:spPr>
          <p:txBody>
            <a:bodyPr rtlCol="0" anchor="ctr"/>
            <a:lstStyle/>
            <a:p>
              <a:pPr algn="ctr" defTabSz="913765">
                <a:lnSpc>
                  <a:spcPct val="120000"/>
                </a:lnSpc>
                <a:defRPr/>
              </a:pPr>
              <a:endParaRPr lang="zh-CN" altLang="en-US" sz="1800" kern="0">
                <a:solidFill>
                  <a:prstClr val="white"/>
                </a:solidFill>
                <a:latin typeface="微软雅黑 Light" panose="020B0502040204020203" pitchFamily="34" charset="-122"/>
                <a:ea typeface="微软雅黑 Light" panose="020B0502040204020203" pitchFamily="34" charset="-122"/>
                <a:cs typeface="+mn-ea"/>
                <a:sym typeface="+mn-lt"/>
              </a:endParaRPr>
            </a:p>
          </p:txBody>
        </p:sp>
      </p:grpSp>
      <p:cxnSp>
        <p:nvCxnSpPr>
          <p:cNvPr id="51" name="Straight Connector 58"/>
          <p:cNvCxnSpPr>
            <a:stCxn id="45" idx="0"/>
            <a:endCxn id="27" idx="2"/>
          </p:cNvCxnSpPr>
          <p:nvPr/>
        </p:nvCxnSpPr>
        <p:spPr>
          <a:xfrm flipV="1">
            <a:off x="4180383" y="4130283"/>
            <a:ext cx="0" cy="606021"/>
          </a:xfrm>
          <a:prstGeom prst="line">
            <a:avLst/>
          </a:prstGeom>
          <a:noFill/>
          <a:ln w="19050" cap="flat" cmpd="sng" algn="ctr">
            <a:solidFill>
              <a:sysClr val="windowText" lastClr="000000"/>
            </a:solidFill>
            <a:prstDash val="solid"/>
            <a:miter lim="800000"/>
          </a:ln>
          <a:effectLst/>
        </p:spPr>
      </p:cxnSp>
      <p:cxnSp>
        <p:nvCxnSpPr>
          <p:cNvPr id="52" name="Straight Connector 61"/>
          <p:cNvCxnSpPr>
            <a:stCxn id="46" idx="0"/>
            <a:endCxn id="28" idx="2"/>
          </p:cNvCxnSpPr>
          <p:nvPr/>
        </p:nvCxnSpPr>
        <p:spPr>
          <a:xfrm flipV="1">
            <a:off x="5000799" y="4130283"/>
            <a:ext cx="0" cy="606021"/>
          </a:xfrm>
          <a:prstGeom prst="line">
            <a:avLst/>
          </a:prstGeom>
          <a:noFill/>
          <a:ln w="19050" cap="flat" cmpd="sng" algn="ctr">
            <a:solidFill>
              <a:sysClr val="windowText" lastClr="000000"/>
            </a:solidFill>
            <a:prstDash val="solid"/>
            <a:miter lim="800000"/>
          </a:ln>
          <a:effectLst/>
        </p:spPr>
      </p:cxnSp>
      <p:cxnSp>
        <p:nvCxnSpPr>
          <p:cNvPr id="53" name="Straight Connector 64"/>
          <p:cNvCxnSpPr>
            <a:stCxn id="45" idx="0"/>
            <a:endCxn id="28" idx="2"/>
          </p:cNvCxnSpPr>
          <p:nvPr/>
        </p:nvCxnSpPr>
        <p:spPr>
          <a:xfrm flipV="1">
            <a:off x="4180383" y="4130283"/>
            <a:ext cx="820416" cy="606021"/>
          </a:xfrm>
          <a:prstGeom prst="line">
            <a:avLst/>
          </a:prstGeom>
          <a:noFill/>
          <a:ln w="19050" cap="flat" cmpd="sng" algn="ctr">
            <a:solidFill>
              <a:sysClr val="windowText" lastClr="000000"/>
            </a:solidFill>
            <a:prstDash val="solid"/>
            <a:miter lim="800000"/>
          </a:ln>
          <a:effectLst/>
        </p:spPr>
      </p:cxnSp>
      <p:cxnSp>
        <p:nvCxnSpPr>
          <p:cNvPr id="54" name="Straight Connector 67"/>
          <p:cNvCxnSpPr>
            <a:stCxn id="46" idx="0"/>
            <a:endCxn id="27" idx="2"/>
          </p:cNvCxnSpPr>
          <p:nvPr/>
        </p:nvCxnSpPr>
        <p:spPr>
          <a:xfrm flipH="1" flipV="1">
            <a:off x="4180383" y="4130283"/>
            <a:ext cx="820416" cy="606021"/>
          </a:xfrm>
          <a:prstGeom prst="line">
            <a:avLst/>
          </a:prstGeom>
          <a:noFill/>
          <a:ln w="19050" cap="flat" cmpd="sng" algn="ctr">
            <a:solidFill>
              <a:sysClr val="windowText" lastClr="000000"/>
            </a:solidFill>
            <a:prstDash val="solid"/>
            <a:miter lim="800000"/>
          </a:ln>
          <a:effectLst/>
        </p:spPr>
      </p:cxnSp>
      <p:cxnSp>
        <p:nvCxnSpPr>
          <p:cNvPr id="55" name="Straight Connector 70"/>
          <p:cNvCxnSpPr>
            <a:stCxn id="19" idx="0"/>
            <a:endCxn id="36" idx="2"/>
          </p:cNvCxnSpPr>
          <p:nvPr/>
        </p:nvCxnSpPr>
        <p:spPr>
          <a:xfrm flipV="1">
            <a:off x="2986094" y="5012001"/>
            <a:ext cx="987" cy="232006"/>
          </a:xfrm>
          <a:prstGeom prst="line">
            <a:avLst/>
          </a:prstGeom>
          <a:noFill/>
          <a:ln w="19050" cap="flat" cmpd="sng" algn="ctr">
            <a:solidFill>
              <a:sysClr val="windowText" lastClr="000000"/>
            </a:solidFill>
            <a:prstDash val="solid"/>
            <a:miter lim="800000"/>
          </a:ln>
          <a:effectLst/>
        </p:spPr>
      </p:cxnSp>
      <p:cxnSp>
        <p:nvCxnSpPr>
          <p:cNvPr id="56" name="Straight Connector 79"/>
          <p:cNvCxnSpPr>
            <a:stCxn id="21" idx="1"/>
            <a:endCxn id="20" idx="3"/>
          </p:cNvCxnSpPr>
          <p:nvPr/>
        </p:nvCxnSpPr>
        <p:spPr>
          <a:xfrm flipH="1" flipV="1">
            <a:off x="2403161" y="3090762"/>
            <a:ext cx="601793" cy="1"/>
          </a:xfrm>
          <a:prstGeom prst="line">
            <a:avLst/>
          </a:prstGeom>
          <a:noFill/>
          <a:ln w="19050" cap="flat" cmpd="sng" algn="ctr">
            <a:solidFill>
              <a:sysClr val="windowText" lastClr="000000"/>
            </a:solidFill>
            <a:prstDash val="solid"/>
            <a:miter lim="800000"/>
          </a:ln>
          <a:effectLst/>
        </p:spPr>
      </p:cxnSp>
      <p:pic>
        <p:nvPicPr>
          <p:cNvPr id="57" name="Picture 2" descr="G:\做的项目\公共\扁平图标切换\更新2015_01_21\oss扁平图标库2015_01_21更新-04.png"/>
          <p:cNvPicPr>
            <a:picLocks noChangeAspect="1" noChangeArrowheads="1"/>
          </p:cNvPicPr>
          <p:nvPr/>
        </p:nvPicPr>
        <p:blipFill>
          <a:blip r:embed="rId6" cstate="print"/>
          <a:stretch>
            <a:fillRect/>
          </a:stretch>
        </p:blipFill>
        <p:spPr bwMode="auto">
          <a:xfrm>
            <a:off x="3001956" y="1678910"/>
            <a:ext cx="336959" cy="275693"/>
          </a:xfrm>
          <a:prstGeom prst="rect">
            <a:avLst/>
          </a:prstGeom>
          <a:noFill/>
        </p:spPr>
      </p:pic>
      <p:pic>
        <p:nvPicPr>
          <p:cNvPr id="58" name="Picture 2" descr="G:\做的项目\公共\扁平图标切换\更新2015_01_21\oss扁平图标库2015_01_21更新-04.png"/>
          <p:cNvPicPr>
            <a:picLocks noChangeAspect="1" noChangeArrowheads="1"/>
          </p:cNvPicPr>
          <p:nvPr/>
        </p:nvPicPr>
        <p:blipFill>
          <a:blip r:embed="rId6" cstate="print"/>
          <a:stretch>
            <a:fillRect/>
          </a:stretch>
        </p:blipFill>
        <p:spPr bwMode="auto">
          <a:xfrm>
            <a:off x="3825460" y="1678910"/>
            <a:ext cx="336959" cy="275693"/>
          </a:xfrm>
          <a:prstGeom prst="rect">
            <a:avLst/>
          </a:prstGeom>
          <a:noFill/>
        </p:spPr>
      </p:pic>
      <p:cxnSp>
        <p:nvCxnSpPr>
          <p:cNvPr id="59" name="Straight Connector 98"/>
          <p:cNvCxnSpPr>
            <a:stCxn id="58" idx="2"/>
            <a:endCxn id="22" idx="0"/>
          </p:cNvCxnSpPr>
          <p:nvPr/>
        </p:nvCxnSpPr>
        <p:spPr>
          <a:xfrm>
            <a:off x="3993939" y="1954601"/>
            <a:ext cx="0" cy="999046"/>
          </a:xfrm>
          <a:prstGeom prst="line">
            <a:avLst/>
          </a:prstGeom>
          <a:noFill/>
          <a:ln w="19050" cap="flat" cmpd="sng" algn="ctr">
            <a:solidFill>
              <a:sysClr val="windowText" lastClr="000000"/>
            </a:solidFill>
            <a:prstDash val="solid"/>
            <a:miter lim="800000"/>
          </a:ln>
          <a:effectLst/>
        </p:spPr>
      </p:cxnSp>
      <p:cxnSp>
        <p:nvCxnSpPr>
          <p:cNvPr id="60" name="Straight Connector 101"/>
          <p:cNvCxnSpPr>
            <a:stCxn id="57" idx="2"/>
            <a:endCxn id="21" idx="0"/>
          </p:cNvCxnSpPr>
          <p:nvPr/>
        </p:nvCxnSpPr>
        <p:spPr>
          <a:xfrm>
            <a:off x="3170435" y="1954601"/>
            <a:ext cx="2103" cy="999046"/>
          </a:xfrm>
          <a:prstGeom prst="line">
            <a:avLst/>
          </a:prstGeom>
          <a:noFill/>
          <a:ln w="19050" cap="flat" cmpd="sng" algn="ctr">
            <a:solidFill>
              <a:sysClr val="windowText" lastClr="000000"/>
            </a:solidFill>
            <a:prstDash val="solid"/>
            <a:miter lim="800000"/>
          </a:ln>
          <a:effectLst/>
        </p:spPr>
      </p:cxnSp>
      <p:cxnSp>
        <p:nvCxnSpPr>
          <p:cNvPr id="61" name="Straight Connector 104"/>
          <p:cNvCxnSpPr>
            <a:stCxn id="57" idx="3"/>
            <a:endCxn id="58" idx="1"/>
          </p:cNvCxnSpPr>
          <p:nvPr/>
        </p:nvCxnSpPr>
        <p:spPr>
          <a:xfrm>
            <a:off x="3338915" y="1816755"/>
            <a:ext cx="486545" cy="0"/>
          </a:xfrm>
          <a:prstGeom prst="line">
            <a:avLst/>
          </a:prstGeom>
          <a:noFill/>
          <a:ln w="19050" cap="flat" cmpd="sng" algn="ctr">
            <a:solidFill>
              <a:sysClr val="windowText" lastClr="000000"/>
            </a:solidFill>
            <a:prstDash val="solid"/>
            <a:miter lim="800000"/>
          </a:ln>
          <a:effectLst/>
        </p:spPr>
      </p:cxnSp>
      <p:sp>
        <p:nvSpPr>
          <p:cNvPr id="62" name="Oval 59"/>
          <p:cNvSpPr/>
          <p:nvPr/>
        </p:nvSpPr>
        <p:spPr>
          <a:xfrm rot="1782887">
            <a:off x="2090498" y="4531845"/>
            <a:ext cx="311497" cy="90778"/>
          </a:xfrm>
          <a:prstGeom prst="ellipse">
            <a:avLst/>
          </a:prstGeom>
          <a:noFill/>
          <a:ln w="19050" cap="flat" cmpd="sng" algn="ctr">
            <a:solidFill>
              <a:sysClr val="windowText" lastClr="000000"/>
            </a:solidFill>
            <a:prstDash val="solid"/>
            <a:miter lim="800000"/>
          </a:ln>
          <a:effectLst/>
        </p:spPr>
        <p:txBody>
          <a:bodyPr rtlCol="0" anchor="ctr"/>
          <a:lstStyle/>
          <a:p>
            <a:pPr algn="ctr" defTabSz="913765">
              <a:lnSpc>
                <a:spcPct val="120000"/>
              </a:lnSpc>
              <a:defRPr/>
            </a:pPr>
            <a:endParaRPr lang="zh-CN" altLang="en-US" sz="1800" kern="0">
              <a:solidFill>
                <a:prstClr val="black"/>
              </a:solidFill>
              <a:latin typeface="微软雅黑 Light" panose="020B0502040204020203" pitchFamily="34" charset="-122"/>
              <a:ea typeface="微软雅黑 Light" panose="020B0502040204020203" pitchFamily="34" charset="-122"/>
              <a:cs typeface="+mn-ea"/>
              <a:sym typeface="+mn-lt"/>
            </a:endParaRPr>
          </a:p>
        </p:txBody>
      </p:sp>
      <p:sp>
        <p:nvSpPr>
          <p:cNvPr id="63" name="Oval 62"/>
          <p:cNvSpPr/>
          <p:nvPr/>
        </p:nvSpPr>
        <p:spPr>
          <a:xfrm rot="19401600">
            <a:off x="2748142" y="4544591"/>
            <a:ext cx="311497" cy="90778"/>
          </a:xfrm>
          <a:prstGeom prst="ellipse">
            <a:avLst/>
          </a:prstGeom>
          <a:noFill/>
          <a:ln w="19050" cap="flat" cmpd="sng" algn="ctr">
            <a:solidFill>
              <a:sysClr val="windowText" lastClr="000000"/>
            </a:solidFill>
            <a:prstDash val="solid"/>
            <a:miter lim="800000"/>
          </a:ln>
          <a:effectLst/>
        </p:spPr>
        <p:txBody>
          <a:bodyPr rtlCol="0" anchor="ctr"/>
          <a:lstStyle/>
          <a:p>
            <a:pPr algn="ctr" defTabSz="913765">
              <a:lnSpc>
                <a:spcPct val="120000"/>
              </a:lnSpc>
              <a:defRPr/>
            </a:pPr>
            <a:endParaRPr lang="zh-CN" altLang="en-US" sz="1800" kern="0">
              <a:solidFill>
                <a:prstClr val="black"/>
              </a:solidFill>
              <a:latin typeface="微软雅黑 Light" panose="020B0502040204020203" pitchFamily="34" charset="-122"/>
              <a:ea typeface="微软雅黑 Light" panose="020B0502040204020203" pitchFamily="34" charset="-122"/>
              <a:cs typeface="+mn-ea"/>
              <a:sym typeface="+mn-lt"/>
            </a:endParaRPr>
          </a:p>
        </p:txBody>
      </p:sp>
      <p:sp>
        <p:nvSpPr>
          <p:cNvPr id="64" name="Oval 63"/>
          <p:cNvSpPr/>
          <p:nvPr/>
        </p:nvSpPr>
        <p:spPr>
          <a:xfrm rot="1782887">
            <a:off x="4091131" y="4563711"/>
            <a:ext cx="311497" cy="90778"/>
          </a:xfrm>
          <a:prstGeom prst="ellipse">
            <a:avLst/>
          </a:prstGeom>
          <a:noFill/>
          <a:ln w="19050" cap="flat" cmpd="sng" algn="ctr">
            <a:solidFill>
              <a:sysClr val="windowText" lastClr="000000"/>
            </a:solidFill>
            <a:prstDash val="solid"/>
            <a:miter lim="800000"/>
          </a:ln>
          <a:effectLst/>
        </p:spPr>
        <p:txBody>
          <a:bodyPr rtlCol="0" anchor="ctr"/>
          <a:lstStyle/>
          <a:p>
            <a:pPr algn="ctr" defTabSz="913765">
              <a:lnSpc>
                <a:spcPct val="120000"/>
              </a:lnSpc>
              <a:defRPr/>
            </a:pPr>
            <a:endParaRPr lang="zh-CN" altLang="en-US" sz="1800" kern="0">
              <a:solidFill>
                <a:prstClr val="black"/>
              </a:solidFill>
              <a:latin typeface="微软雅黑 Light" panose="020B0502040204020203" pitchFamily="34" charset="-122"/>
              <a:ea typeface="微软雅黑 Light" panose="020B0502040204020203" pitchFamily="34" charset="-122"/>
              <a:cs typeface="+mn-ea"/>
              <a:sym typeface="+mn-lt"/>
            </a:endParaRPr>
          </a:p>
        </p:txBody>
      </p:sp>
      <p:sp>
        <p:nvSpPr>
          <p:cNvPr id="65" name="Oval 65"/>
          <p:cNvSpPr/>
          <p:nvPr/>
        </p:nvSpPr>
        <p:spPr>
          <a:xfrm rot="19401600">
            <a:off x="4785683" y="4538909"/>
            <a:ext cx="311497" cy="90778"/>
          </a:xfrm>
          <a:prstGeom prst="ellipse">
            <a:avLst/>
          </a:prstGeom>
          <a:noFill/>
          <a:ln w="19050" cap="flat" cmpd="sng" algn="ctr">
            <a:solidFill>
              <a:sysClr val="windowText" lastClr="000000"/>
            </a:solidFill>
            <a:prstDash val="solid"/>
            <a:miter lim="800000"/>
          </a:ln>
          <a:effectLst/>
        </p:spPr>
        <p:txBody>
          <a:bodyPr rtlCol="0" anchor="ctr"/>
          <a:lstStyle/>
          <a:p>
            <a:pPr algn="ctr" defTabSz="913765">
              <a:lnSpc>
                <a:spcPct val="120000"/>
              </a:lnSpc>
              <a:defRPr/>
            </a:pPr>
            <a:endParaRPr lang="zh-CN" altLang="en-US" sz="1800" kern="0">
              <a:solidFill>
                <a:prstClr val="black"/>
              </a:solidFill>
              <a:latin typeface="微软雅黑 Light" panose="020B0502040204020203" pitchFamily="34" charset="-122"/>
              <a:ea typeface="微软雅黑 Light" panose="020B0502040204020203" pitchFamily="34" charset="-122"/>
              <a:cs typeface="+mn-ea"/>
              <a:sym typeface="+mn-lt"/>
            </a:endParaRPr>
          </a:p>
        </p:txBody>
      </p:sp>
      <p:pic>
        <p:nvPicPr>
          <p:cNvPr id="66" name="图片 14" descr="日志告警服务器-蓝.png"/>
          <p:cNvPicPr>
            <a:picLocks noChangeAspect="1"/>
          </p:cNvPicPr>
          <p:nvPr/>
        </p:nvPicPr>
        <p:blipFill>
          <a:blip r:embed="rId7" cstate="print"/>
          <a:stretch>
            <a:fillRect/>
          </a:stretch>
        </p:blipFill>
        <p:spPr>
          <a:xfrm>
            <a:off x="1903798" y="5714703"/>
            <a:ext cx="304476" cy="190121"/>
          </a:xfrm>
          <a:prstGeom prst="rect">
            <a:avLst/>
          </a:prstGeom>
        </p:spPr>
      </p:pic>
      <p:pic>
        <p:nvPicPr>
          <p:cNvPr id="67" name="图片 42" descr="IP电话.png"/>
          <p:cNvPicPr>
            <a:picLocks noChangeAspect="1"/>
          </p:cNvPicPr>
          <p:nvPr/>
        </p:nvPicPr>
        <p:blipFill>
          <a:blip r:embed="rId8" cstate="print"/>
          <a:stretch>
            <a:fillRect/>
          </a:stretch>
        </p:blipFill>
        <p:spPr>
          <a:xfrm>
            <a:off x="2759108" y="5652233"/>
            <a:ext cx="335134" cy="315057"/>
          </a:xfrm>
          <a:prstGeom prst="rect">
            <a:avLst/>
          </a:prstGeom>
        </p:spPr>
      </p:pic>
      <p:pic>
        <p:nvPicPr>
          <p:cNvPr id="68" name="图片 11" descr="开放网络-蓝.png"/>
          <p:cNvPicPr>
            <a:picLocks noChangeAspect="1"/>
          </p:cNvPicPr>
          <p:nvPr/>
        </p:nvPicPr>
        <p:blipFill>
          <a:blip r:embed="rId9" cstate="print"/>
          <a:stretch>
            <a:fillRect/>
          </a:stretch>
        </p:blipFill>
        <p:spPr>
          <a:xfrm>
            <a:off x="3947210" y="5692571"/>
            <a:ext cx="304476" cy="234380"/>
          </a:xfrm>
          <a:prstGeom prst="rect">
            <a:avLst/>
          </a:prstGeom>
        </p:spPr>
      </p:pic>
      <p:pic>
        <p:nvPicPr>
          <p:cNvPr id="69" name="图片 158" descr="SAN网络-蓝.png"/>
          <p:cNvPicPr>
            <a:picLocks noChangeAspect="1"/>
          </p:cNvPicPr>
          <p:nvPr/>
        </p:nvPicPr>
        <p:blipFill>
          <a:blip r:embed="rId10" cstate="print"/>
          <a:stretch>
            <a:fillRect/>
          </a:stretch>
        </p:blipFill>
        <p:spPr>
          <a:xfrm>
            <a:off x="2400663" y="5673738"/>
            <a:ext cx="166056" cy="272051"/>
          </a:xfrm>
          <a:prstGeom prst="rect">
            <a:avLst/>
          </a:prstGeom>
        </p:spPr>
      </p:pic>
      <p:pic>
        <p:nvPicPr>
          <p:cNvPr id="70" name="图片 47" descr="打印机.png"/>
          <p:cNvPicPr>
            <a:picLocks noChangeAspect="1"/>
          </p:cNvPicPr>
          <p:nvPr/>
        </p:nvPicPr>
        <p:blipFill>
          <a:blip r:embed="rId11" cstate="print"/>
          <a:stretch>
            <a:fillRect/>
          </a:stretch>
        </p:blipFill>
        <p:spPr>
          <a:xfrm>
            <a:off x="4822768" y="5676811"/>
            <a:ext cx="334045" cy="265900"/>
          </a:xfrm>
          <a:prstGeom prst="rect">
            <a:avLst/>
          </a:prstGeom>
        </p:spPr>
      </p:pic>
      <p:pic>
        <p:nvPicPr>
          <p:cNvPr id="71" name="图片 157" descr="故障链路.png"/>
          <p:cNvPicPr>
            <a:picLocks noChangeAspect="1"/>
          </p:cNvPicPr>
          <p:nvPr/>
        </p:nvPicPr>
        <p:blipFill>
          <a:blip r:embed="rId12" cstate="print"/>
          <a:stretch>
            <a:fillRect/>
          </a:stretch>
        </p:blipFill>
        <p:spPr>
          <a:xfrm>
            <a:off x="4369645" y="5684800"/>
            <a:ext cx="335166" cy="249927"/>
          </a:xfrm>
          <a:prstGeom prst="rect">
            <a:avLst/>
          </a:prstGeom>
        </p:spPr>
      </p:pic>
      <p:sp>
        <p:nvSpPr>
          <p:cNvPr id="72" name="TextBox 85"/>
          <p:cNvSpPr txBox="1"/>
          <p:nvPr/>
        </p:nvSpPr>
        <p:spPr>
          <a:xfrm>
            <a:off x="690624" y="2199951"/>
            <a:ext cx="646331" cy="294824"/>
          </a:xfrm>
          <a:prstGeom prst="rect">
            <a:avLst/>
          </a:prstGeom>
          <a:noFill/>
        </p:spPr>
        <p:txBody>
          <a:bodyPr wrap="none" rtlCol="0">
            <a:spAutoFit/>
          </a:bodyPr>
          <a:lstStyle/>
          <a:p>
            <a:pPr>
              <a:lnSpc>
                <a:spcPct val="120000"/>
              </a:lnSpc>
            </a:pPr>
            <a:r>
              <a:rPr lang="zh-CN" altLang="en-US" sz="1200">
                <a:solidFill>
                  <a:prstClr val="black"/>
                </a:solidFill>
                <a:latin typeface="微软雅黑 Light" panose="020B0502040204020203" pitchFamily="34" charset="-122"/>
                <a:ea typeface="微软雅黑 Light" panose="020B0502040204020203" pitchFamily="34" charset="-122"/>
                <a:cs typeface="+mn-ea"/>
                <a:sym typeface="+mn-lt"/>
              </a:rPr>
              <a:t>出口区</a:t>
            </a:r>
            <a:endParaRPr lang="zh-CN" altLang="en-US" sz="1200">
              <a:solidFill>
                <a:prstClr val="black"/>
              </a:solidFill>
              <a:latin typeface="微软雅黑 Light" panose="020B0502040204020203" pitchFamily="34" charset="-122"/>
              <a:ea typeface="微软雅黑 Light" panose="020B0502040204020203" pitchFamily="34" charset="-122"/>
              <a:cs typeface="+mn-ea"/>
              <a:sym typeface="+mn-lt"/>
            </a:endParaRPr>
          </a:p>
        </p:txBody>
      </p:sp>
      <p:sp>
        <p:nvSpPr>
          <p:cNvPr id="73" name="TextBox 86"/>
          <p:cNvSpPr txBox="1"/>
          <p:nvPr/>
        </p:nvSpPr>
        <p:spPr>
          <a:xfrm>
            <a:off x="690624" y="3399436"/>
            <a:ext cx="646331" cy="294824"/>
          </a:xfrm>
          <a:prstGeom prst="rect">
            <a:avLst/>
          </a:prstGeom>
          <a:noFill/>
        </p:spPr>
        <p:txBody>
          <a:bodyPr wrap="none" rtlCol="0">
            <a:spAutoFit/>
          </a:bodyPr>
          <a:lstStyle/>
          <a:p>
            <a:pPr>
              <a:lnSpc>
                <a:spcPct val="120000"/>
              </a:lnSpc>
            </a:pPr>
            <a:r>
              <a:rPr lang="zh-CN" altLang="en-US" sz="1200">
                <a:solidFill>
                  <a:prstClr val="black"/>
                </a:solidFill>
                <a:latin typeface="微软雅黑 Light" panose="020B0502040204020203" pitchFamily="34" charset="-122"/>
                <a:ea typeface="微软雅黑 Light" panose="020B0502040204020203" pitchFamily="34" charset="-122"/>
                <a:cs typeface="+mn-ea"/>
                <a:sym typeface="+mn-lt"/>
              </a:rPr>
              <a:t>核心层</a:t>
            </a:r>
            <a:endParaRPr lang="zh-CN" altLang="en-US" sz="1200">
              <a:solidFill>
                <a:prstClr val="black"/>
              </a:solidFill>
              <a:latin typeface="微软雅黑 Light" panose="020B0502040204020203" pitchFamily="34" charset="-122"/>
              <a:ea typeface="微软雅黑 Light" panose="020B0502040204020203" pitchFamily="34" charset="-122"/>
              <a:cs typeface="+mn-ea"/>
              <a:sym typeface="+mn-lt"/>
            </a:endParaRPr>
          </a:p>
        </p:txBody>
      </p:sp>
      <p:sp>
        <p:nvSpPr>
          <p:cNvPr id="74" name="TextBox 88"/>
          <p:cNvSpPr txBox="1"/>
          <p:nvPr/>
        </p:nvSpPr>
        <p:spPr>
          <a:xfrm>
            <a:off x="690624" y="4038842"/>
            <a:ext cx="646331" cy="294824"/>
          </a:xfrm>
          <a:prstGeom prst="rect">
            <a:avLst/>
          </a:prstGeom>
          <a:noFill/>
        </p:spPr>
        <p:txBody>
          <a:bodyPr wrap="none" rtlCol="0">
            <a:spAutoFit/>
          </a:bodyPr>
          <a:lstStyle/>
          <a:p>
            <a:pPr>
              <a:lnSpc>
                <a:spcPct val="120000"/>
              </a:lnSpc>
            </a:pPr>
            <a:r>
              <a:rPr lang="zh-CN" altLang="en-US" sz="1200" dirty="0">
                <a:solidFill>
                  <a:prstClr val="black"/>
                </a:solidFill>
                <a:latin typeface="微软雅黑 Light" panose="020B0502040204020203" pitchFamily="34" charset="-122"/>
                <a:ea typeface="微软雅黑 Light" panose="020B0502040204020203" pitchFamily="34" charset="-122"/>
                <a:cs typeface="+mn-ea"/>
                <a:sym typeface="+mn-lt"/>
              </a:rPr>
              <a:t>汇聚层</a:t>
            </a:r>
            <a:endParaRPr lang="zh-CN" altLang="en-US" sz="1200" dirty="0">
              <a:solidFill>
                <a:prstClr val="black"/>
              </a:solidFill>
              <a:latin typeface="微软雅黑 Light" panose="020B0502040204020203" pitchFamily="34" charset="-122"/>
              <a:ea typeface="微软雅黑 Light" panose="020B0502040204020203" pitchFamily="34" charset="-122"/>
              <a:cs typeface="+mn-ea"/>
              <a:sym typeface="+mn-lt"/>
            </a:endParaRPr>
          </a:p>
        </p:txBody>
      </p:sp>
      <p:sp>
        <p:nvSpPr>
          <p:cNvPr id="75" name="TextBox 89"/>
          <p:cNvSpPr txBox="1"/>
          <p:nvPr/>
        </p:nvSpPr>
        <p:spPr>
          <a:xfrm>
            <a:off x="690624" y="5256414"/>
            <a:ext cx="646331" cy="294824"/>
          </a:xfrm>
          <a:prstGeom prst="rect">
            <a:avLst/>
          </a:prstGeom>
          <a:noFill/>
        </p:spPr>
        <p:txBody>
          <a:bodyPr wrap="none" rtlCol="0">
            <a:spAutoFit/>
          </a:bodyPr>
          <a:lstStyle/>
          <a:p>
            <a:pPr>
              <a:lnSpc>
                <a:spcPct val="120000"/>
              </a:lnSpc>
            </a:pPr>
            <a:r>
              <a:rPr lang="zh-CN" altLang="en-US" sz="1200">
                <a:solidFill>
                  <a:prstClr val="black"/>
                </a:solidFill>
                <a:latin typeface="微软雅黑 Light" panose="020B0502040204020203" pitchFamily="34" charset="-122"/>
                <a:ea typeface="微软雅黑 Light" panose="020B0502040204020203" pitchFamily="34" charset="-122"/>
                <a:cs typeface="+mn-ea"/>
                <a:sym typeface="+mn-lt"/>
              </a:rPr>
              <a:t>接入层</a:t>
            </a:r>
            <a:endParaRPr lang="zh-CN" altLang="en-US" sz="1200">
              <a:solidFill>
                <a:prstClr val="black"/>
              </a:solidFill>
              <a:latin typeface="微软雅黑 Light" panose="020B0502040204020203" pitchFamily="34" charset="-122"/>
              <a:ea typeface="微软雅黑 Light" panose="020B0502040204020203" pitchFamily="34" charset="-122"/>
              <a:cs typeface="+mn-ea"/>
              <a:sym typeface="+mn-lt"/>
            </a:endParaRPr>
          </a:p>
        </p:txBody>
      </p:sp>
      <p:sp>
        <p:nvSpPr>
          <p:cNvPr id="76" name="TextBox 91"/>
          <p:cNvSpPr txBox="1"/>
          <p:nvPr/>
        </p:nvSpPr>
        <p:spPr>
          <a:xfrm>
            <a:off x="690624" y="5756780"/>
            <a:ext cx="646331" cy="294824"/>
          </a:xfrm>
          <a:prstGeom prst="rect">
            <a:avLst/>
          </a:prstGeom>
          <a:noFill/>
        </p:spPr>
        <p:txBody>
          <a:bodyPr wrap="none" rtlCol="0">
            <a:spAutoFit/>
          </a:bodyPr>
          <a:lstStyle/>
          <a:p>
            <a:pPr>
              <a:lnSpc>
                <a:spcPct val="120000"/>
              </a:lnSpc>
            </a:pPr>
            <a:r>
              <a:rPr lang="zh-CN" altLang="en-US" sz="1200">
                <a:solidFill>
                  <a:prstClr val="black"/>
                </a:solidFill>
                <a:latin typeface="微软雅黑 Light" panose="020B0502040204020203" pitchFamily="34" charset="-122"/>
                <a:ea typeface="微软雅黑 Light" panose="020B0502040204020203" pitchFamily="34" charset="-122"/>
                <a:cs typeface="+mn-ea"/>
                <a:sym typeface="+mn-lt"/>
              </a:rPr>
              <a:t>终端层</a:t>
            </a:r>
            <a:endParaRPr lang="zh-CN" altLang="en-US" sz="1200">
              <a:solidFill>
                <a:prstClr val="black"/>
              </a:solidFill>
              <a:latin typeface="微软雅黑 Light" panose="020B0502040204020203" pitchFamily="34" charset="-122"/>
              <a:ea typeface="微软雅黑 Light" panose="020B0502040204020203" pitchFamily="34" charset="-122"/>
              <a:cs typeface="+mn-ea"/>
              <a:sym typeface="+mn-lt"/>
            </a:endParaRPr>
          </a:p>
        </p:txBody>
      </p:sp>
      <p:sp>
        <p:nvSpPr>
          <p:cNvPr id="77" name="Oval 92"/>
          <p:cNvSpPr/>
          <p:nvPr/>
        </p:nvSpPr>
        <p:spPr>
          <a:xfrm rot="18651691">
            <a:off x="3824619" y="3523988"/>
            <a:ext cx="580327" cy="91359"/>
          </a:xfrm>
          <a:prstGeom prst="ellipse">
            <a:avLst/>
          </a:prstGeom>
          <a:noFill/>
          <a:ln w="19050" cap="flat" cmpd="sng" algn="ctr">
            <a:solidFill>
              <a:sysClr val="windowText" lastClr="000000"/>
            </a:solidFill>
            <a:prstDash val="solid"/>
            <a:miter lim="800000"/>
          </a:ln>
          <a:effectLst/>
        </p:spPr>
        <p:txBody>
          <a:bodyPr rtlCol="0" anchor="ctr"/>
          <a:lstStyle/>
          <a:p>
            <a:pPr algn="ctr" defTabSz="913765">
              <a:lnSpc>
                <a:spcPct val="120000"/>
              </a:lnSpc>
              <a:defRPr/>
            </a:pPr>
            <a:endParaRPr lang="zh-CN" altLang="en-US" sz="1800" kern="0">
              <a:solidFill>
                <a:prstClr val="black"/>
              </a:solidFill>
              <a:latin typeface="微软雅黑 Light" panose="020B0502040204020203" pitchFamily="34" charset="-122"/>
              <a:ea typeface="微软雅黑 Light" panose="020B0502040204020203" pitchFamily="34" charset="-122"/>
              <a:cs typeface="+mn-ea"/>
              <a:sym typeface="+mn-lt"/>
            </a:endParaRPr>
          </a:p>
        </p:txBody>
      </p:sp>
      <p:grpSp>
        <p:nvGrpSpPr>
          <p:cNvPr id="78" name="Group 17"/>
          <p:cNvGrpSpPr/>
          <p:nvPr/>
        </p:nvGrpSpPr>
        <p:grpSpPr>
          <a:xfrm>
            <a:off x="2841603" y="1109464"/>
            <a:ext cx="678391" cy="366577"/>
            <a:chOff x="8055036" y="4961247"/>
            <a:chExt cx="678656" cy="366720"/>
          </a:xfrm>
        </p:grpSpPr>
        <p:grpSp>
          <p:nvGrpSpPr>
            <p:cNvPr id="79" name="组合 35"/>
            <p:cNvGrpSpPr/>
            <p:nvPr/>
          </p:nvGrpSpPr>
          <p:grpSpPr>
            <a:xfrm>
              <a:off x="8077829" y="4961247"/>
              <a:ext cx="633070" cy="358898"/>
              <a:chOff x="3269076" y="1744970"/>
              <a:chExt cx="1860118" cy="1054529"/>
            </a:xfrm>
            <a:solidFill>
              <a:sysClr val="window" lastClr="FFFFFF">
                <a:lumMod val="75000"/>
              </a:sysClr>
            </a:solidFill>
          </p:grpSpPr>
          <p:sp>
            <p:nvSpPr>
              <p:cNvPr id="81" name="矩形 36"/>
              <p:cNvSpPr/>
              <p:nvPr/>
            </p:nvSpPr>
            <p:spPr>
              <a:xfrm>
                <a:off x="3495526" y="2457907"/>
                <a:ext cx="1426464" cy="341592"/>
              </a:xfrm>
              <a:prstGeom prst="rect">
                <a:avLst/>
              </a:prstGeom>
              <a:grpFill/>
              <a:ln w="12700" cap="flat" cmpd="sng" algn="ctr">
                <a:noFill/>
                <a:prstDash val="solid"/>
                <a:miter lim="800000"/>
              </a:ln>
              <a:effectLst/>
            </p:spPr>
            <p:txBody>
              <a:bodyPr rtlCol="0" anchor="ctr"/>
              <a:lstStyle/>
              <a:p>
                <a:pPr algn="ctr" defTabSz="913765">
                  <a:lnSpc>
                    <a:spcPct val="120000"/>
                  </a:lnSpc>
                  <a:defRPr/>
                </a:pPr>
                <a:endParaRPr lang="en-US" sz="1050" kern="0">
                  <a:solidFill>
                    <a:prstClr val="white"/>
                  </a:solidFill>
                  <a:latin typeface="微软雅黑 Light" panose="020B0502040204020203" pitchFamily="34" charset="-122"/>
                  <a:ea typeface="微软雅黑 Light" panose="020B0502040204020203" pitchFamily="34" charset="-122"/>
                  <a:cs typeface="+mn-ea"/>
                  <a:sym typeface="+mn-lt"/>
                </a:endParaRPr>
              </a:p>
            </p:txBody>
          </p:sp>
          <p:sp>
            <p:nvSpPr>
              <p:cNvPr id="82" name="Oval 62"/>
              <p:cNvSpPr/>
              <p:nvPr/>
            </p:nvSpPr>
            <p:spPr bwMode="auto">
              <a:xfrm>
                <a:off x="3452774" y="1920065"/>
                <a:ext cx="761732" cy="698886"/>
              </a:xfrm>
              <a:prstGeom prst="ellipse">
                <a:avLst/>
              </a:prstGeom>
              <a:grpFill/>
              <a:ln w="9525" cap="flat" cmpd="sng" algn="ctr">
                <a:noFill/>
                <a:prstDash val="solid"/>
                <a:round/>
                <a:headEnd type="none" w="med" len="med"/>
                <a:tailEnd type="none" w="med" len="med"/>
              </a:ln>
              <a:effectLst/>
            </p:spPr>
            <p:txBody>
              <a:bodyPr vert="horz" wrap="square" lIns="91404" tIns="45702" rIns="91404" bIns="45702" numCol="1" rtlCol="0" anchor="t" anchorCtr="0" compatLnSpc="1"/>
              <a:lstStyle/>
              <a:p>
                <a:pPr defTabSz="784225" eaLnBrk="0" fontAlgn="base" hangingPunct="0">
                  <a:lnSpc>
                    <a:spcPct val="120000"/>
                  </a:lnSpc>
                  <a:defRPr/>
                </a:pPr>
                <a:endParaRPr lang="zh-CN" altLang="en-US" sz="1200" kern="0">
                  <a:solidFill>
                    <a:prstClr val="black"/>
                  </a:solidFill>
                  <a:latin typeface="微软雅黑 Light" panose="020B0502040204020203" pitchFamily="34" charset="-122"/>
                  <a:ea typeface="微软雅黑 Light" panose="020B0502040204020203" pitchFamily="34" charset="-122"/>
                  <a:cs typeface="+mn-ea"/>
                  <a:sym typeface="+mn-lt"/>
                </a:endParaRPr>
              </a:p>
            </p:txBody>
          </p:sp>
          <p:sp>
            <p:nvSpPr>
              <p:cNvPr id="83" name="Oval 63"/>
              <p:cNvSpPr/>
              <p:nvPr/>
            </p:nvSpPr>
            <p:spPr bwMode="auto">
              <a:xfrm>
                <a:off x="3269076" y="2248790"/>
                <a:ext cx="545661" cy="550709"/>
              </a:xfrm>
              <a:prstGeom prst="ellipse">
                <a:avLst/>
              </a:prstGeom>
              <a:grpFill/>
              <a:ln w="9525" cap="flat" cmpd="sng" algn="ctr">
                <a:noFill/>
                <a:prstDash val="solid"/>
                <a:round/>
                <a:headEnd type="none" w="med" len="med"/>
                <a:tailEnd type="none" w="med" len="med"/>
              </a:ln>
              <a:effectLst/>
            </p:spPr>
            <p:txBody>
              <a:bodyPr vert="horz" wrap="square" lIns="91404" tIns="45702" rIns="91404" bIns="45702" numCol="1" rtlCol="0" anchor="t" anchorCtr="0" compatLnSpc="1"/>
              <a:lstStyle/>
              <a:p>
                <a:pPr defTabSz="784225" eaLnBrk="0" fontAlgn="base" hangingPunct="0">
                  <a:lnSpc>
                    <a:spcPct val="120000"/>
                  </a:lnSpc>
                  <a:defRPr/>
                </a:pPr>
                <a:endParaRPr lang="zh-CN" altLang="en-US" sz="1200" kern="0">
                  <a:solidFill>
                    <a:prstClr val="black"/>
                  </a:solidFill>
                  <a:latin typeface="微软雅黑 Light" panose="020B0502040204020203" pitchFamily="34" charset="-122"/>
                  <a:ea typeface="微软雅黑 Light" panose="020B0502040204020203" pitchFamily="34" charset="-122"/>
                  <a:cs typeface="+mn-ea"/>
                  <a:sym typeface="+mn-lt"/>
                </a:endParaRPr>
              </a:p>
            </p:txBody>
          </p:sp>
          <p:sp>
            <p:nvSpPr>
              <p:cNvPr id="84" name="Oval 64"/>
              <p:cNvSpPr/>
              <p:nvPr/>
            </p:nvSpPr>
            <p:spPr bwMode="auto">
              <a:xfrm>
                <a:off x="4633138" y="2298856"/>
                <a:ext cx="496056" cy="500643"/>
              </a:xfrm>
              <a:prstGeom prst="ellipse">
                <a:avLst/>
              </a:prstGeom>
              <a:grpFill/>
              <a:ln w="9525" cap="flat" cmpd="sng" algn="ctr">
                <a:noFill/>
                <a:prstDash val="solid"/>
                <a:round/>
                <a:headEnd type="none" w="med" len="med"/>
                <a:tailEnd type="none" w="med" len="med"/>
              </a:ln>
              <a:effectLst/>
            </p:spPr>
            <p:txBody>
              <a:bodyPr vert="horz" wrap="square" lIns="91404" tIns="45702" rIns="91404" bIns="45702" numCol="1" rtlCol="0" anchor="t" anchorCtr="0" compatLnSpc="1"/>
              <a:lstStyle/>
              <a:p>
                <a:pPr defTabSz="784225" eaLnBrk="0" fontAlgn="base" hangingPunct="0">
                  <a:lnSpc>
                    <a:spcPct val="120000"/>
                  </a:lnSpc>
                  <a:defRPr/>
                </a:pPr>
                <a:endParaRPr lang="zh-CN" altLang="en-US" sz="1200" kern="0">
                  <a:solidFill>
                    <a:prstClr val="black"/>
                  </a:solidFill>
                  <a:latin typeface="微软雅黑 Light" panose="020B0502040204020203" pitchFamily="34" charset="-122"/>
                  <a:ea typeface="微软雅黑 Light" panose="020B0502040204020203" pitchFamily="34" charset="-122"/>
                  <a:cs typeface="+mn-ea"/>
                  <a:sym typeface="+mn-lt"/>
                </a:endParaRPr>
              </a:p>
            </p:txBody>
          </p:sp>
          <p:sp>
            <p:nvSpPr>
              <p:cNvPr id="85" name="Oval 65"/>
              <p:cNvSpPr/>
              <p:nvPr/>
            </p:nvSpPr>
            <p:spPr bwMode="auto">
              <a:xfrm>
                <a:off x="3759782" y="2292552"/>
                <a:ext cx="496056" cy="376140"/>
              </a:xfrm>
              <a:prstGeom prst="ellipse">
                <a:avLst/>
              </a:prstGeom>
              <a:grpFill/>
              <a:ln w="9525" cap="flat" cmpd="sng" algn="ctr">
                <a:noFill/>
                <a:prstDash val="solid"/>
                <a:round/>
                <a:headEnd type="none" w="med" len="med"/>
                <a:tailEnd type="none" w="med" len="med"/>
              </a:ln>
              <a:effectLst/>
            </p:spPr>
            <p:txBody>
              <a:bodyPr vert="horz" wrap="square" lIns="91404" tIns="45702" rIns="91404" bIns="45702" numCol="1" rtlCol="0" anchor="t" anchorCtr="0" compatLnSpc="1"/>
              <a:lstStyle/>
              <a:p>
                <a:pPr defTabSz="784225" eaLnBrk="0" fontAlgn="base" hangingPunct="0">
                  <a:lnSpc>
                    <a:spcPct val="120000"/>
                  </a:lnSpc>
                  <a:defRPr/>
                </a:pPr>
                <a:endParaRPr lang="zh-CN" altLang="en-US" sz="1200" kern="0">
                  <a:solidFill>
                    <a:prstClr val="black"/>
                  </a:solidFill>
                  <a:latin typeface="微软雅黑 Light" panose="020B0502040204020203" pitchFamily="34" charset="-122"/>
                  <a:ea typeface="微软雅黑 Light" panose="020B0502040204020203" pitchFamily="34" charset="-122"/>
                  <a:cs typeface="+mn-ea"/>
                  <a:sym typeface="+mn-lt"/>
                </a:endParaRPr>
              </a:p>
            </p:txBody>
          </p:sp>
          <p:sp>
            <p:nvSpPr>
              <p:cNvPr id="86" name="Oval 64"/>
              <p:cNvSpPr/>
              <p:nvPr/>
            </p:nvSpPr>
            <p:spPr bwMode="auto">
              <a:xfrm>
                <a:off x="3924619" y="1744970"/>
                <a:ext cx="998406" cy="1007640"/>
              </a:xfrm>
              <a:prstGeom prst="ellipse">
                <a:avLst/>
              </a:prstGeom>
              <a:grpFill/>
              <a:ln w="9525" cap="flat" cmpd="sng" algn="ctr">
                <a:noFill/>
                <a:prstDash val="solid"/>
                <a:round/>
                <a:headEnd type="none" w="med" len="med"/>
                <a:tailEnd type="none" w="med" len="med"/>
              </a:ln>
              <a:effectLst/>
            </p:spPr>
            <p:txBody>
              <a:bodyPr vert="horz" wrap="square" lIns="91404" tIns="45702" rIns="91404" bIns="45702" numCol="1" rtlCol="0" anchor="t" anchorCtr="0" compatLnSpc="1"/>
              <a:lstStyle/>
              <a:p>
                <a:pPr defTabSz="784225" eaLnBrk="0" fontAlgn="base" hangingPunct="0">
                  <a:lnSpc>
                    <a:spcPct val="120000"/>
                  </a:lnSpc>
                  <a:defRPr/>
                </a:pPr>
                <a:endParaRPr lang="zh-CN" altLang="en-US" sz="1200" kern="0">
                  <a:solidFill>
                    <a:prstClr val="black"/>
                  </a:solidFill>
                  <a:latin typeface="微软雅黑 Light" panose="020B0502040204020203" pitchFamily="34" charset="-122"/>
                  <a:ea typeface="微软雅黑 Light" panose="020B0502040204020203" pitchFamily="34" charset="-122"/>
                  <a:cs typeface="+mn-ea"/>
                  <a:sym typeface="+mn-lt"/>
                </a:endParaRPr>
              </a:p>
            </p:txBody>
          </p:sp>
        </p:grpSp>
        <p:sp>
          <p:nvSpPr>
            <p:cNvPr id="80" name="TextBox 114"/>
            <p:cNvSpPr txBox="1"/>
            <p:nvPr/>
          </p:nvSpPr>
          <p:spPr>
            <a:xfrm>
              <a:off x="8055036" y="5059455"/>
              <a:ext cx="678656" cy="268512"/>
            </a:xfrm>
            <a:prstGeom prst="rect">
              <a:avLst/>
            </a:prstGeom>
            <a:noFill/>
          </p:spPr>
          <p:txBody>
            <a:bodyPr wrap="none" rtlCol="0">
              <a:spAutoFit/>
            </a:bodyPr>
            <a:lstStyle/>
            <a:p>
              <a:pPr algn="ctr" defTabSz="913765">
                <a:lnSpc>
                  <a:spcPct val="120000"/>
                </a:lnSpc>
                <a:defRPr/>
              </a:pPr>
              <a:r>
                <a:rPr lang="en-US" altLang="zh-CN" sz="1050" b="1" kern="0" dirty="0">
                  <a:solidFill>
                    <a:prstClr val="black"/>
                  </a:solidFill>
                  <a:latin typeface="微软雅黑 Light" panose="020B0502040204020203" pitchFamily="34" charset="-122"/>
                  <a:ea typeface="微软雅黑 Light" panose="020B0502040204020203" pitchFamily="34" charset="-122"/>
                  <a:cs typeface="+mn-ea"/>
                  <a:sym typeface="+mn-lt"/>
                </a:rPr>
                <a:t>Internet</a:t>
              </a:r>
              <a:endParaRPr lang="zh-CN" altLang="en-US" sz="1050" b="1" kern="0" dirty="0">
                <a:solidFill>
                  <a:prstClr val="black"/>
                </a:solidFill>
                <a:latin typeface="微软雅黑 Light" panose="020B0502040204020203" pitchFamily="34" charset="-122"/>
                <a:ea typeface="微软雅黑 Light" panose="020B0502040204020203" pitchFamily="34" charset="-122"/>
                <a:cs typeface="+mn-ea"/>
                <a:sym typeface="+mn-lt"/>
              </a:endParaRPr>
            </a:p>
          </p:txBody>
        </p:sp>
      </p:grpSp>
      <p:grpSp>
        <p:nvGrpSpPr>
          <p:cNvPr id="87" name="Group 115"/>
          <p:cNvGrpSpPr/>
          <p:nvPr/>
        </p:nvGrpSpPr>
        <p:grpSpPr>
          <a:xfrm>
            <a:off x="3677526" y="1109459"/>
            <a:ext cx="632823" cy="366577"/>
            <a:chOff x="8077829" y="4961247"/>
            <a:chExt cx="633070" cy="366720"/>
          </a:xfrm>
        </p:grpSpPr>
        <p:grpSp>
          <p:nvGrpSpPr>
            <p:cNvPr id="88" name="组合 35"/>
            <p:cNvGrpSpPr/>
            <p:nvPr/>
          </p:nvGrpSpPr>
          <p:grpSpPr>
            <a:xfrm>
              <a:off x="8077829" y="4961247"/>
              <a:ext cx="633070" cy="358898"/>
              <a:chOff x="3269076" y="1744970"/>
              <a:chExt cx="1860118" cy="1054529"/>
            </a:xfrm>
            <a:solidFill>
              <a:sysClr val="window" lastClr="FFFFFF">
                <a:lumMod val="75000"/>
              </a:sysClr>
            </a:solidFill>
          </p:grpSpPr>
          <p:sp>
            <p:nvSpPr>
              <p:cNvPr id="90" name="矩形 36"/>
              <p:cNvSpPr/>
              <p:nvPr/>
            </p:nvSpPr>
            <p:spPr>
              <a:xfrm>
                <a:off x="3495526" y="2457907"/>
                <a:ext cx="1426464" cy="341592"/>
              </a:xfrm>
              <a:prstGeom prst="rect">
                <a:avLst/>
              </a:prstGeom>
              <a:grpFill/>
              <a:ln w="12700" cap="flat" cmpd="sng" algn="ctr">
                <a:noFill/>
                <a:prstDash val="solid"/>
                <a:miter lim="800000"/>
              </a:ln>
              <a:effectLst/>
            </p:spPr>
            <p:txBody>
              <a:bodyPr rtlCol="0" anchor="ctr"/>
              <a:lstStyle/>
              <a:p>
                <a:pPr algn="ctr" defTabSz="913765">
                  <a:lnSpc>
                    <a:spcPct val="120000"/>
                  </a:lnSpc>
                  <a:defRPr/>
                </a:pPr>
                <a:endParaRPr lang="en-US" sz="1050" kern="0">
                  <a:solidFill>
                    <a:prstClr val="white"/>
                  </a:solidFill>
                  <a:latin typeface="微软雅黑 Light" panose="020B0502040204020203" pitchFamily="34" charset="-122"/>
                  <a:ea typeface="微软雅黑 Light" panose="020B0502040204020203" pitchFamily="34" charset="-122"/>
                  <a:cs typeface="+mn-ea"/>
                  <a:sym typeface="+mn-lt"/>
                </a:endParaRPr>
              </a:p>
            </p:txBody>
          </p:sp>
          <p:sp>
            <p:nvSpPr>
              <p:cNvPr id="91" name="Oval 62"/>
              <p:cNvSpPr/>
              <p:nvPr/>
            </p:nvSpPr>
            <p:spPr bwMode="auto">
              <a:xfrm>
                <a:off x="3452774" y="1920065"/>
                <a:ext cx="761732" cy="698886"/>
              </a:xfrm>
              <a:prstGeom prst="ellipse">
                <a:avLst/>
              </a:prstGeom>
              <a:grpFill/>
              <a:ln w="9525" cap="flat" cmpd="sng" algn="ctr">
                <a:noFill/>
                <a:prstDash val="solid"/>
                <a:round/>
                <a:headEnd type="none" w="med" len="med"/>
                <a:tailEnd type="none" w="med" len="med"/>
              </a:ln>
              <a:effectLst/>
            </p:spPr>
            <p:txBody>
              <a:bodyPr vert="horz" wrap="square" lIns="91404" tIns="45702" rIns="91404" bIns="45702" numCol="1" rtlCol="0" anchor="t" anchorCtr="0" compatLnSpc="1"/>
              <a:lstStyle/>
              <a:p>
                <a:pPr defTabSz="784225" eaLnBrk="0" fontAlgn="base" hangingPunct="0">
                  <a:lnSpc>
                    <a:spcPct val="120000"/>
                  </a:lnSpc>
                  <a:defRPr/>
                </a:pPr>
                <a:endParaRPr lang="zh-CN" altLang="en-US" sz="1200" kern="0">
                  <a:solidFill>
                    <a:prstClr val="black"/>
                  </a:solidFill>
                  <a:latin typeface="微软雅黑 Light" panose="020B0502040204020203" pitchFamily="34" charset="-122"/>
                  <a:ea typeface="微软雅黑 Light" panose="020B0502040204020203" pitchFamily="34" charset="-122"/>
                  <a:cs typeface="+mn-ea"/>
                  <a:sym typeface="+mn-lt"/>
                </a:endParaRPr>
              </a:p>
            </p:txBody>
          </p:sp>
          <p:sp>
            <p:nvSpPr>
              <p:cNvPr id="92" name="Oval 63"/>
              <p:cNvSpPr/>
              <p:nvPr/>
            </p:nvSpPr>
            <p:spPr bwMode="auto">
              <a:xfrm>
                <a:off x="3269076" y="2248790"/>
                <a:ext cx="545661" cy="550709"/>
              </a:xfrm>
              <a:prstGeom prst="ellipse">
                <a:avLst/>
              </a:prstGeom>
              <a:grpFill/>
              <a:ln w="9525" cap="flat" cmpd="sng" algn="ctr">
                <a:noFill/>
                <a:prstDash val="solid"/>
                <a:round/>
                <a:headEnd type="none" w="med" len="med"/>
                <a:tailEnd type="none" w="med" len="med"/>
              </a:ln>
              <a:effectLst/>
            </p:spPr>
            <p:txBody>
              <a:bodyPr vert="horz" wrap="square" lIns="91404" tIns="45702" rIns="91404" bIns="45702" numCol="1" rtlCol="0" anchor="t" anchorCtr="0" compatLnSpc="1"/>
              <a:lstStyle/>
              <a:p>
                <a:pPr defTabSz="784225" eaLnBrk="0" fontAlgn="base" hangingPunct="0">
                  <a:lnSpc>
                    <a:spcPct val="120000"/>
                  </a:lnSpc>
                  <a:defRPr/>
                </a:pPr>
                <a:endParaRPr lang="zh-CN" altLang="en-US" sz="1200" kern="0">
                  <a:solidFill>
                    <a:prstClr val="black"/>
                  </a:solidFill>
                  <a:latin typeface="微软雅黑 Light" panose="020B0502040204020203" pitchFamily="34" charset="-122"/>
                  <a:ea typeface="微软雅黑 Light" panose="020B0502040204020203" pitchFamily="34" charset="-122"/>
                  <a:cs typeface="+mn-ea"/>
                  <a:sym typeface="+mn-lt"/>
                </a:endParaRPr>
              </a:p>
            </p:txBody>
          </p:sp>
          <p:sp>
            <p:nvSpPr>
              <p:cNvPr id="93" name="Oval 64"/>
              <p:cNvSpPr/>
              <p:nvPr/>
            </p:nvSpPr>
            <p:spPr bwMode="auto">
              <a:xfrm>
                <a:off x="4633138" y="2298856"/>
                <a:ext cx="496056" cy="500643"/>
              </a:xfrm>
              <a:prstGeom prst="ellipse">
                <a:avLst/>
              </a:prstGeom>
              <a:grpFill/>
              <a:ln w="9525" cap="flat" cmpd="sng" algn="ctr">
                <a:noFill/>
                <a:prstDash val="solid"/>
                <a:round/>
                <a:headEnd type="none" w="med" len="med"/>
                <a:tailEnd type="none" w="med" len="med"/>
              </a:ln>
              <a:effectLst/>
            </p:spPr>
            <p:txBody>
              <a:bodyPr vert="horz" wrap="square" lIns="91404" tIns="45702" rIns="91404" bIns="45702" numCol="1" rtlCol="0" anchor="t" anchorCtr="0" compatLnSpc="1"/>
              <a:lstStyle/>
              <a:p>
                <a:pPr defTabSz="784225" eaLnBrk="0" fontAlgn="base" hangingPunct="0">
                  <a:lnSpc>
                    <a:spcPct val="120000"/>
                  </a:lnSpc>
                  <a:defRPr/>
                </a:pPr>
                <a:endParaRPr lang="zh-CN" altLang="en-US" sz="1200" kern="0">
                  <a:solidFill>
                    <a:prstClr val="black"/>
                  </a:solidFill>
                  <a:latin typeface="微软雅黑 Light" panose="020B0502040204020203" pitchFamily="34" charset="-122"/>
                  <a:ea typeface="微软雅黑 Light" panose="020B0502040204020203" pitchFamily="34" charset="-122"/>
                  <a:cs typeface="+mn-ea"/>
                  <a:sym typeface="+mn-lt"/>
                </a:endParaRPr>
              </a:p>
            </p:txBody>
          </p:sp>
          <p:sp>
            <p:nvSpPr>
              <p:cNvPr id="94" name="Oval 65"/>
              <p:cNvSpPr/>
              <p:nvPr/>
            </p:nvSpPr>
            <p:spPr bwMode="auto">
              <a:xfrm>
                <a:off x="3759782" y="2292552"/>
                <a:ext cx="496056" cy="376140"/>
              </a:xfrm>
              <a:prstGeom prst="ellipse">
                <a:avLst/>
              </a:prstGeom>
              <a:grpFill/>
              <a:ln w="9525" cap="flat" cmpd="sng" algn="ctr">
                <a:noFill/>
                <a:prstDash val="solid"/>
                <a:round/>
                <a:headEnd type="none" w="med" len="med"/>
                <a:tailEnd type="none" w="med" len="med"/>
              </a:ln>
              <a:effectLst/>
            </p:spPr>
            <p:txBody>
              <a:bodyPr vert="horz" wrap="square" lIns="91404" tIns="45702" rIns="91404" bIns="45702" numCol="1" rtlCol="0" anchor="t" anchorCtr="0" compatLnSpc="1"/>
              <a:lstStyle/>
              <a:p>
                <a:pPr defTabSz="784225" eaLnBrk="0" fontAlgn="base" hangingPunct="0">
                  <a:lnSpc>
                    <a:spcPct val="120000"/>
                  </a:lnSpc>
                  <a:defRPr/>
                </a:pPr>
                <a:endParaRPr lang="zh-CN" altLang="en-US" sz="1200" kern="0">
                  <a:solidFill>
                    <a:prstClr val="black"/>
                  </a:solidFill>
                  <a:latin typeface="微软雅黑 Light" panose="020B0502040204020203" pitchFamily="34" charset="-122"/>
                  <a:ea typeface="微软雅黑 Light" panose="020B0502040204020203" pitchFamily="34" charset="-122"/>
                  <a:cs typeface="+mn-ea"/>
                  <a:sym typeface="+mn-lt"/>
                </a:endParaRPr>
              </a:p>
            </p:txBody>
          </p:sp>
          <p:sp>
            <p:nvSpPr>
              <p:cNvPr id="95" name="Oval 64"/>
              <p:cNvSpPr/>
              <p:nvPr/>
            </p:nvSpPr>
            <p:spPr bwMode="auto">
              <a:xfrm>
                <a:off x="3924619" y="1744970"/>
                <a:ext cx="998406" cy="1007640"/>
              </a:xfrm>
              <a:prstGeom prst="ellipse">
                <a:avLst/>
              </a:prstGeom>
              <a:grpFill/>
              <a:ln w="9525" cap="flat" cmpd="sng" algn="ctr">
                <a:noFill/>
                <a:prstDash val="solid"/>
                <a:round/>
                <a:headEnd type="none" w="med" len="med"/>
                <a:tailEnd type="none" w="med" len="med"/>
              </a:ln>
              <a:effectLst/>
            </p:spPr>
            <p:txBody>
              <a:bodyPr vert="horz" wrap="square" lIns="91404" tIns="45702" rIns="91404" bIns="45702" numCol="1" rtlCol="0" anchor="t" anchorCtr="0" compatLnSpc="1"/>
              <a:lstStyle/>
              <a:p>
                <a:pPr defTabSz="784225" eaLnBrk="0" fontAlgn="base" hangingPunct="0">
                  <a:lnSpc>
                    <a:spcPct val="120000"/>
                  </a:lnSpc>
                  <a:defRPr/>
                </a:pPr>
                <a:endParaRPr lang="zh-CN" altLang="en-US" sz="1200" kern="0">
                  <a:solidFill>
                    <a:prstClr val="black"/>
                  </a:solidFill>
                  <a:latin typeface="微软雅黑 Light" panose="020B0502040204020203" pitchFamily="34" charset="-122"/>
                  <a:ea typeface="微软雅黑 Light" panose="020B0502040204020203" pitchFamily="34" charset="-122"/>
                  <a:cs typeface="+mn-ea"/>
                  <a:sym typeface="+mn-lt"/>
                </a:endParaRPr>
              </a:p>
            </p:txBody>
          </p:sp>
        </p:grpSp>
        <p:sp>
          <p:nvSpPr>
            <p:cNvPr id="89" name="TextBox 117"/>
            <p:cNvSpPr txBox="1"/>
            <p:nvPr/>
          </p:nvSpPr>
          <p:spPr>
            <a:xfrm>
              <a:off x="8140832" y="5059455"/>
              <a:ext cx="507067" cy="268512"/>
            </a:xfrm>
            <a:prstGeom prst="rect">
              <a:avLst/>
            </a:prstGeom>
            <a:noFill/>
          </p:spPr>
          <p:txBody>
            <a:bodyPr wrap="none" rtlCol="0">
              <a:spAutoFit/>
            </a:bodyPr>
            <a:lstStyle/>
            <a:p>
              <a:pPr algn="ctr" defTabSz="913765">
                <a:lnSpc>
                  <a:spcPct val="120000"/>
                </a:lnSpc>
                <a:defRPr/>
              </a:pPr>
              <a:r>
                <a:rPr lang="en-US" altLang="zh-CN" sz="1050" b="1" kern="0">
                  <a:solidFill>
                    <a:prstClr val="black"/>
                  </a:solidFill>
                  <a:latin typeface="微软雅黑 Light" panose="020B0502040204020203" pitchFamily="34" charset="-122"/>
                  <a:ea typeface="微软雅黑 Light" panose="020B0502040204020203" pitchFamily="34" charset="-122"/>
                  <a:cs typeface="+mn-ea"/>
                  <a:sym typeface="+mn-lt"/>
                </a:rPr>
                <a:t>WAN</a:t>
              </a:r>
              <a:endParaRPr lang="zh-CN" altLang="en-US" sz="1050" b="1" kern="0">
                <a:solidFill>
                  <a:prstClr val="black"/>
                </a:solidFill>
                <a:latin typeface="微软雅黑 Light" panose="020B0502040204020203" pitchFamily="34" charset="-122"/>
                <a:ea typeface="微软雅黑 Light" panose="020B0502040204020203" pitchFamily="34" charset="-122"/>
                <a:cs typeface="+mn-ea"/>
                <a:sym typeface="+mn-lt"/>
              </a:endParaRPr>
            </a:p>
          </p:txBody>
        </p:sp>
      </p:grpSp>
      <p:pic>
        <p:nvPicPr>
          <p:cNvPr id="96" name="图片 9"/>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2991491" y="2102096"/>
            <a:ext cx="336959" cy="275693"/>
          </a:xfrm>
          <a:prstGeom prst="rect">
            <a:avLst/>
          </a:prstGeom>
        </p:spPr>
      </p:pic>
      <p:pic>
        <p:nvPicPr>
          <p:cNvPr id="97" name="图片 9"/>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3825460" y="2102096"/>
            <a:ext cx="336959" cy="275693"/>
          </a:xfrm>
          <a:prstGeom prst="rect">
            <a:avLst/>
          </a:prstGeom>
        </p:spPr>
      </p:pic>
      <p:cxnSp>
        <p:nvCxnSpPr>
          <p:cNvPr id="98" name="Straight Connector 127"/>
          <p:cNvCxnSpPr>
            <a:stCxn id="96" idx="3"/>
            <a:endCxn id="97" idx="1"/>
          </p:cNvCxnSpPr>
          <p:nvPr/>
        </p:nvCxnSpPr>
        <p:spPr>
          <a:xfrm>
            <a:off x="3328449" y="2239942"/>
            <a:ext cx="497010" cy="0"/>
          </a:xfrm>
          <a:prstGeom prst="line">
            <a:avLst/>
          </a:prstGeom>
          <a:noFill/>
          <a:ln w="19050" cap="flat" cmpd="sng" algn="ctr">
            <a:solidFill>
              <a:sysClr val="windowText" lastClr="000000"/>
            </a:solidFill>
            <a:prstDash val="sysDash"/>
            <a:miter lim="800000"/>
          </a:ln>
          <a:effectLst/>
        </p:spPr>
      </p:cxnSp>
      <p:pic>
        <p:nvPicPr>
          <p:cNvPr id="99" name="图片 102" descr="AC-蓝.png"/>
          <p:cNvPicPr>
            <a:picLocks noChangeAspect="1"/>
          </p:cNvPicPr>
          <p:nvPr/>
        </p:nvPicPr>
        <p:blipFill>
          <a:blip r:embed="rId2" cstate="print"/>
          <a:stretch>
            <a:fillRect/>
          </a:stretch>
        </p:blipFill>
        <p:spPr>
          <a:xfrm>
            <a:off x="4793667" y="2952913"/>
            <a:ext cx="336959" cy="275694"/>
          </a:xfrm>
          <a:prstGeom prst="rect">
            <a:avLst/>
          </a:prstGeom>
        </p:spPr>
      </p:pic>
      <p:cxnSp>
        <p:nvCxnSpPr>
          <p:cNvPr id="100" name="Straight Connector 79"/>
          <p:cNvCxnSpPr/>
          <p:nvPr/>
        </p:nvCxnSpPr>
        <p:spPr>
          <a:xfrm flipH="1">
            <a:off x="2403164" y="2668388"/>
            <a:ext cx="1189684" cy="0"/>
          </a:xfrm>
          <a:prstGeom prst="line">
            <a:avLst/>
          </a:prstGeom>
          <a:noFill/>
          <a:ln w="19050" cap="flat" cmpd="sng" algn="ctr">
            <a:solidFill>
              <a:sysClr val="windowText" lastClr="000000"/>
            </a:solidFill>
            <a:prstDash val="solid"/>
            <a:miter lim="800000"/>
          </a:ln>
          <a:effectLst/>
        </p:spPr>
      </p:cxnSp>
      <p:cxnSp>
        <p:nvCxnSpPr>
          <p:cNvPr id="101" name="Straight Connector 79"/>
          <p:cNvCxnSpPr/>
          <p:nvPr/>
        </p:nvCxnSpPr>
        <p:spPr>
          <a:xfrm flipH="1">
            <a:off x="2403164" y="2727736"/>
            <a:ext cx="430345" cy="0"/>
          </a:xfrm>
          <a:prstGeom prst="line">
            <a:avLst/>
          </a:prstGeom>
          <a:noFill/>
          <a:ln w="19050" cap="flat" cmpd="sng" algn="ctr">
            <a:solidFill>
              <a:sysClr val="windowText" lastClr="000000"/>
            </a:solidFill>
            <a:prstDash val="solid"/>
            <a:miter lim="800000"/>
          </a:ln>
          <a:effectLst/>
        </p:spPr>
      </p:cxnSp>
      <p:cxnSp>
        <p:nvCxnSpPr>
          <p:cNvPr id="102" name="Straight Connector 79"/>
          <p:cNvCxnSpPr/>
          <p:nvPr/>
        </p:nvCxnSpPr>
        <p:spPr>
          <a:xfrm flipH="1">
            <a:off x="3497212" y="2727736"/>
            <a:ext cx="1185058" cy="0"/>
          </a:xfrm>
          <a:prstGeom prst="line">
            <a:avLst/>
          </a:prstGeom>
          <a:noFill/>
          <a:ln w="19050" cap="flat" cmpd="sng" algn="ctr">
            <a:solidFill>
              <a:sysClr val="windowText" lastClr="000000"/>
            </a:solidFill>
            <a:prstDash val="solid"/>
            <a:miter lim="800000"/>
          </a:ln>
          <a:effectLst/>
        </p:spPr>
      </p:cxnSp>
      <p:sp>
        <p:nvSpPr>
          <p:cNvPr id="103" name="Freeform 159"/>
          <p:cNvSpPr/>
          <p:nvPr/>
        </p:nvSpPr>
        <p:spPr>
          <a:xfrm flipH="1">
            <a:off x="1393259" y="2214261"/>
            <a:ext cx="1191936" cy="623059"/>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gradFill>
            <a:gsLst>
              <a:gs pos="0">
                <a:schemeClr val="bg1"/>
              </a:gs>
              <a:gs pos="100000">
                <a:schemeClr val="bg1">
                  <a:lumMod val="85000"/>
                </a:schemeClr>
              </a:gs>
            </a:gsLst>
            <a:lin ang="16200000" scaled="1"/>
          </a:gradFill>
          <a:ln w="9525">
            <a:gradFill flip="none" rotWithShape="1">
              <a:gsLst>
                <a:gs pos="0">
                  <a:schemeClr val="bg1">
                    <a:alpha val="0"/>
                  </a:schemeClr>
                </a:gs>
                <a:gs pos="85000">
                  <a:schemeClr val="bg1">
                    <a:lumMod val="50000"/>
                  </a:schemeClr>
                </a:gs>
              </a:gsLst>
              <a:lin ang="162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wrap="square" tIns="107958" rtlCol="0" anchor="ctr">
            <a:noAutofit/>
          </a:bodyPr>
          <a:lstStyle/>
          <a:p>
            <a:pPr algn="ctr">
              <a:lnSpc>
                <a:spcPct val="120000"/>
              </a:lnSpc>
            </a:pPr>
            <a:r>
              <a:rPr lang="zh-CN" altLang="en-US" sz="1200">
                <a:solidFill>
                  <a:schemeClr val="bg1">
                    <a:lumMod val="50000"/>
                  </a:schemeClr>
                </a:solidFill>
                <a:latin typeface="微软雅黑 Light" panose="020B0502040204020203" pitchFamily="34" charset="-122"/>
                <a:ea typeface="微软雅黑 Light" panose="020B0502040204020203" pitchFamily="34" charset="-122"/>
                <a:cs typeface="+mn-ea"/>
                <a:sym typeface="+mn-lt"/>
              </a:rPr>
              <a:t>数据中心</a:t>
            </a:r>
            <a:endParaRPr lang="en-US" sz="1200">
              <a:solidFill>
                <a:schemeClr val="bg1">
                  <a:lumMod val="50000"/>
                </a:schemeClr>
              </a:solidFill>
              <a:latin typeface="微软雅黑 Light" panose="020B0502040204020203" pitchFamily="34" charset="-122"/>
              <a:ea typeface="微软雅黑 Light" panose="020B0502040204020203" pitchFamily="34" charset="-122"/>
              <a:cs typeface="+mn-ea"/>
              <a:sym typeface="+mn-lt"/>
            </a:endParaRPr>
          </a:p>
        </p:txBody>
      </p:sp>
      <p:sp>
        <p:nvSpPr>
          <p:cNvPr id="104" name="Freeform 159"/>
          <p:cNvSpPr/>
          <p:nvPr/>
        </p:nvSpPr>
        <p:spPr>
          <a:xfrm flipH="1">
            <a:off x="4547093" y="2214261"/>
            <a:ext cx="1191936" cy="623059"/>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gradFill>
            <a:gsLst>
              <a:gs pos="0">
                <a:schemeClr val="bg1"/>
              </a:gs>
              <a:gs pos="100000">
                <a:schemeClr val="bg1">
                  <a:lumMod val="85000"/>
                </a:schemeClr>
              </a:gs>
            </a:gsLst>
            <a:lin ang="16200000" scaled="1"/>
          </a:gradFill>
          <a:ln w="9525">
            <a:gradFill flip="none" rotWithShape="1">
              <a:gsLst>
                <a:gs pos="0">
                  <a:schemeClr val="bg1">
                    <a:alpha val="0"/>
                  </a:schemeClr>
                </a:gs>
                <a:gs pos="85000">
                  <a:schemeClr val="bg1">
                    <a:lumMod val="50000"/>
                  </a:schemeClr>
                </a:gs>
              </a:gsLst>
              <a:lin ang="162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wrap="square" tIns="107958" rtlCol="0" anchor="ctr">
            <a:noAutofit/>
          </a:bodyPr>
          <a:lstStyle/>
          <a:p>
            <a:pPr algn="ctr">
              <a:lnSpc>
                <a:spcPct val="120000"/>
              </a:lnSpc>
            </a:pPr>
            <a:endParaRPr lang="en-US" sz="1200">
              <a:solidFill>
                <a:schemeClr val="bg1">
                  <a:lumMod val="50000"/>
                </a:schemeClr>
              </a:solidFill>
              <a:latin typeface="微软雅黑 Light" panose="020B0502040204020203" pitchFamily="34" charset="-122"/>
              <a:ea typeface="微软雅黑 Light" panose="020B0502040204020203" pitchFamily="34" charset="-122"/>
              <a:cs typeface="+mn-ea"/>
              <a:sym typeface="+mn-lt"/>
            </a:endParaRPr>
          </a:p>
        </p:txBody>
      </p:sp>
      <p:pic>
        <p:nvPicPr>
          <p:cNvPr id="105" name="图片 72" descr="交换机.png"/>
          <p:cNvPicPr>
            <a:picLocks noChangeAspect="1"/>
          </p:cNvPicPr>
          <p:nvPr/>
        </p:nvPicPr>
        <p:blipFill>
          <a:blip r:embed="rId14" cstate="print"/>
          <a:stretch>
            <a:fillRect/>
          </a:stretch>
        </p:blipFill>
        <p:spPr>
          <a:xfrm>
            <a:off x="4796349" y="2194500"/>
            <a:ext cx="303688" cy="249297"/>
          </a:xfrm>
          <a:prstGeom prst="rect">
            <a:avLst/>
          </a:prstGeom>
        </p:spPr>
      </p:pic>
      <p:pic>
        <p:nvPicPr>
          <p:cNvPr id="106" name="图片 72" descr="交换机.png"/>
          <p:cNvPicPr>
            <a:picLocks noChangeAspect="1"/>
          </p:cNvPicPr>
          <p:nvPr/>
        </p:nvPicPr>
        <p:blipFill>
          <a:blip r:embed="rId14" cstate="print"/>
          <a:stretch>
            <a:fillRect/>
          </a:stretch>
        </p:blipFill>
        <p:spPr>
          <a:xfrm>
            <a:off x="4796349" y="2545664"/>
            <a:ext cx="303688" cy="249297"/>
          </a:xfrm>
          <a:prstGeom prst="rect">
            <a:avLst/>
          </a:prstGeom>
        </p:spPr>
      </p:pic>
      <p:sp>
        <p:nvSpPr>
          <p:cNvPr id="107" name="TextBox 88"/>
          <p:cNvSpPr txBox="1"/>
          <p:nvPr/>
        </p:nvSpPr>
        <p:spPr>
          <a:xfrm>
            <a:off x="5169308" y="1999711"/>
            <a:ext cx="356902" cy="1181221"/>
          </a:xfrm>
          <a:prstGeom prst="rect">
            <a:avLst/>
          </a:prstGeom>
          <a:noFill/>
        </p:spPr>
        <p:txBody>
          <a:bodyPr wrap="square" rtlCol="0">
            <a:spAutoFit/>
          </a:bodyPr>
          <a:lstStyle/>
          <a:p>
            <a:pPr>
              <a:lnSpc>
                <a:spcPct val="120000"/>
              </a:lnSpc>
            </a:pPr>
            <a:r>
              <a:rPr lang="zh-CN" altLang="en-US" sz="1200" dirty="0">
                <a:solidFill>
                  <a:prstClr val="black"/>
                </a:solidFill>
                <a:latin typeface="微软雅黑 Light" panose="020B0502040204020203" pitchFamily="34" charset="-122"/>
                <a:ea typeface="微软雅黑 Light" panose="020B0502040204020203" pitchFamily="34" charset="-122"/>
                <a:cs typeface="+mn-ea"/>
                <a:sym typeface="+mn-lt"/>
              </a:rPr>
              <a:t>运维管理区</a:t>
            </a:r>
            <a:endParaRPr lang="zh-CN" altLang="en-US" sz="1200" dirty="0">
              <a:solidFill>
                <a:prstClr val="black"/>
              </a:solidFill>
              <a:latin typeface="微软雅黑 Light" panose="020B0502040204020203" pitchFamily="34" charset="-122"/>
              <a:ea typeface="微软雅黑 Light" panose="020B0502040204020203" pitchFamily="34" charset="-122"/>
              <a:cs typeface="+mn-ea"/>
              <a:sym typeface="+mn-lt"/>
            </a:endParaRPr>
          </a:p>
        </p:txBody>
      </p:sp>
      <p:sp>
        <p:nvSpPr>
          <p:cNvPr id="108" name="TextBox 88"/>
          <p:cNvSpPr txBox="1"/>
          <p:nvPr/>
        </p:nvSpPr>
        <p:spPr>
          <a:xfrm>
            <a:off x="6109963" y="5128004"/>
            <a:ext cx="5540892" cy="1171026"/>
          </a:xfrm>
          <a:prstGeom prst="rect">
            <a:avLst/>
          </a:prstGeom>
          <a:noFill/>
        </p:spPr>
        <p:txBody>
          <a:bodyPr wrap="square" rtlCol="0">
            <a:spAutoFit/>
          </a:bodyPr>
          <a:lstStyle/>
          <a:p>
            <a:pPr>
              <a:lnSpc>
                <a:spcPct val="120000"/>
              </a:lnSpc>
            </a:pPr>
            <a:r>
              <a:rPr lang="zh-CN" altLang="en-US" dirty="0">
                <a:solidFill>
                  <a:prstClr val="black"/>
                </a:solidFill>
                <a:latin typeface="微软雅黑 Light" panose="020B0502040204020203" pitchFamily="34" charset="-122"/>
                <a:ea typeface="微软雅黑 Light" panose="020B0502040204020203" pitchFamily="34" charset="-122"/>
                <a:cs typeface="+mn-ea"/>
                <a:sym typeface="+mn-lt"/>
              </a:rPr>
              <a:t>用户终端、物联网终端等需要获取</a:t>
            </a:r>
            <a:r>
              <a:rPr lang="en-US" altLang="zh-CN" dirty="0">
                <a:solidFill>
                  <a:prstClr val="black"/>
                </a:solidFill>
                <a:latin typeface="微软雅黑 Light" panose="020B0502040204020203" pitchFamily="34" charset="-122"/>
                <a:ea typeface="微软雅黑 Light" panose="020B0502040204020203" pitchFamily="34" charset="-122"/>
                <a:cs typeface="+mn-ea"/>
                <a:sym typeface="+mn-lt"/>
              </a:rPr>
              <a:t>IPv6</a:t>
            </a:r>
            <a:r>
              <a:rPr lang="zh-CN" altLang="en-US" dirty="0">
                <a:solidFill>
                  <a:prstClr val="black"/>
                </a:solidFill>
                <a:latin typeface="微软雅黑 Light" panose="020B0502040204020203" pitchFamily="34" charset="-122"/>
                <a:ea typeface="微软雅黑 Light" panose="020B0502040204020203" pitchFamily="34" charset="-122"/>
                <a:cs typeface="+mn-ea"/>
                <a:sym typeface="+mn-lt"/>
              </a:rPr>
              <a:t>地址接入园区网络，往往数量多，且具移动性，通常采用自动化配置地址，部分场景亦可静态配置地址</a:t>
            </a:r>
            <a:endParaRPr lang="zh-CN" altLang="en-US" dirty="0">
              <a:solidFill>
                <a:prstClr val="black"/>
              </a:solidFill>
              <a:latin typeface="微软雅黑 Light" panose="020B0502040204020203" pitchFamily="34" charset="-122"/>
              <a:ea typeface="微软雅黑 Light" panose="020B0502040204020203" pitchFamily="34" charset="-122"/>
              <a:cs typeface="+mn-ea"/>
              <a:sym typeface="+mn-lt"/>
            </a:endParaRPr>
          </a:p>
        </p:txBody>
      </p:sp>
      <p:sp>
        <p:nvSpPr>
          <p:cNvPr id="109" name="TextBox 88"/>
          <p:cNvSpPr txBox="1"/>
          <p:nvPr/>
        </p:nvSpPr>
        <p:spPr>
          <a:xfrm>
            <a:off x="6096000" y="3550010"/>
            <a:ext cx="5540892" cy="1171026"/>
          </a:xfrm>
          <a:prstGeom prst="rect">
            <a:avLst/>
          </a:prstGeom>
          <a:noFill/>
        </p:spPr>
        <p:txBody>
          <a:bodyPr wrap="square" rtlCol="0">
            <a:spAutoFit/>
          </a:bodyPr>
          <a:lstStyle/>
          <a:p>
            <a:pPr>
              <a:lnSpc>
                <a:spcPct val="120000"/>
              </a:lnSpc>
            </a:pPr>
            <a:r>
              <a:rPr lang="zh-CN" altLang="en-US" dirty="0">
                <a:solidFill>
                  <a:prstClr val="black"/>
                </a:solidFill>
                <a:latin typeface="微软雅黑 Light" panose="020B0502040204020203" pitchFamily="34" charset="-122"/>
                <a:ea typeface="微软雅黑 Light" panose="020B0502040204020203" pitchFamily="34" charset="-122"/>
                <a:cs typeface="+mn-ea"/>
                <a:sym typeface="+mn-lt"/>
              </a:rPr>
              <a:t>网络设备承载业务数据，且自身也存在被管理的需求，因此也需要</a:t>
            </a:r>
            <a:r>
              <a:rPr lang="en-US" altLang="zh-CN" dirty="0">
                <a:solidFill>
                  <a:prstClr val="black"/>
                </a:solidFill>
                <a:latin typeface="微软雅黑 Light" panose="020B0502040204020203" pitchFamily="34" charset="-122"/>
                <a:ea typeface="微软雅黑 Light" panose="020B0502040204020203" pitchFamily="34" charset="-122"/>
                <a:cs typeface="+mn-ea"/>
                <a:sym typeface="+mn-lt"/>
              </a:rPr>
              <a:t>IPv6</a:t>
            </a:r>
            <a:r>
              <a:rPr lang="zh-CN" altLang="en-US" dirty="0">
                <a:solidFill>
                  <a:prstClr val="black"/>
                </a:solidFill>
                <a:latin typeface="微软雅黑 Light" panose="020B0502040204020203" pitchFamily="34" charset="-122"/>
                <a:ea typeface="微软雅黑 Light" panose="020B0502040204020203" pitchFamily="34" charset="-122"/>
                <a:cs typeface="+mn-ea"/>
                <a:sym typeface="+mn-lt"/>
              </a:rPr>
              <a:t>地址，通常配置静态</a:t>
            </a:r>
            <a:r>
              <a:rPr lang="en-US" altLang="zh-CN" dirty="0">
                <a:solidFill>
                  <a:prstClr val="black"/>
                </a:solidFill>
                <a:latin typeface="微软雅黑 Light" panose="020B0502040204020203" pitchFamily="34" charset="-122"/>
                <a:ea typeface="微软雅黑 Light" panose="020B0502040204020203" pitchFamily="34" charset="-122"/>
                <a:cs typeface="+mn-ea"/>
                <a:sym typeface="+mn-lt"/>
              </a:rPr>
              <a:t>IPv6</a:t>
            </a:r>
            <a:r>
              <a:rPr lang="zh-CN" altLang="en-US" dirty="0">
                <a:solidFill>
                  <a:prstClr val="black"/>
                </a:solidFill>
                <a:latin typeface="微软雅黑 Light" panose="020B0502040204020203" pitchFamily="34" charset="-122"/>
                <a:ea typeface="微软雅黑 Light" panose="020B0502040204020203" pitchFamily="34" charset="-122"/>
                <a:cs typeface="+mn-ea"/>
                <a:sym typeface="+mn-lt"/>
              </a:rPr>
              <a:t>地址</a:t>
            </a:r>
            <a:endParaRPr lang="zh-CN" altLang="en-US" dirty="0">
              <a:solidFill>
                <a:prstClr val="black"/>
              </a:solidFill>
              <a:latin typeface="微软雅黑 Light" panose="020B0502040204020203" pitchFamily="34" charset="-122"/>
              <a:ea typeface="微软雅黑 Light" panose="020B0502040204020203" pitchFamily="34" charset="-122"/>
              <a:cs typeface="+mn-ea"/>
              <a:sym typeface="+mn-lt"/>
            </a:endParaRPr>
          </a:p>
        </p:txBody>
      </p:sp>
      <p:sp>
        <p:nvSpPr>
          <p:cNvPr id="110" name="TextBox 88"/>
          <p:cNvSpPr txBox="1"/>
          <p:nvPr/>
        </p:nvSpPr>
        <p:spPr>
          <a:xfrm>
            <a:off x="6063122" y="2247232"/>
            <a:ext cx="5540892" cy="801694"/>
          </a:xfrm>
          <a:prstGeom prst="rect">
            <a:avLst/>
          </a:prstGeom>
          <a:noFill/>
        </p:spPr>
        <p:txBody>
          <a:bodyPr wrap="square" rtlCol="0">
            <a:spAutoFit/>
          </a:bodyPr>
          <a:lstStyle/>
          <a:p>
            <a:pPr>
              <a:lnSpc>
                <a:spcPct val="120000"/>
              </a:lnSpc>
            </a:pPr>
            <a:r>
              <a:rPr lang="zh-CN" altLang="en-US" dirty="0">
                <a:solidFill>
                  <a:prstClr val="black"/>
                </a:solidFill>
                <a:latin typeface="微软雅黑 Light" panose="020B0502040204020203" pitchFamily="34" charset="-122"/>
                <a:ea typeface="微软雅黑 Light" panose="020B0502040204020203" pitchFamily="34" charset="-122"/>
                <a:cs typeface="+mn-ea"/>
                <a:sym typeface="+mn-lt"/>
              </a:rPr>
              <a:t>运维管理区的服务器长期固定，且随时需要被网络管理员访问，因此通常配置静态</a:t>
            </a:r>
            <a:r>
              <a:rPr lang="en-US" altLang="zh-CN" dirty="0">
                <a:solidFill>
                  <a:prstClr val="black"/>
                </a:solidFill>
                <a:latin typeface="微软雅黑 Light" panose="020B0502040204020203" pitchFamily="34" charset="-122"/>
                <a:ea typeface="微软雅黑 Light" panose="020B0502040204020203" pitchFamily="34" charset="-122"/>
                <a:cs typeface="+mn-ea"/>
                <a:sym typeface="+mn-lt"/>
              </a:rPr>
              <a:t>IPv6</a:t>
            </a:r>
            <a:r>
              <a:rPr lang="zh-CN" altLang="en-US" dirty="0">
                <a:solidFill>
                  <a:prstClr val="black"/>
                </a:solidFill>
                <a:latin typeface="微软雅黑 Light" panose="020B0502040204020203" pitchFamily="34" charset="-122"/>
                <a:ea typeface="微软雅黑 Light" panose="020B0502040204020203" pitchFamily="34" charset="-122"/>
                <a:cs typeface="+mn-ea"/>
                <a:sym typeface="+mn-lt"/>
              </a:rPr>
              <a:t>地址</a:t>
            </a:r>
            <a:endParaRPr lang="zh-CN" altLang="en-US" dirty="0">
              <a:solidFill>
                <a:prstClr val="black"/>
              </a:solidFill>
              <a:latin typeface="微软雅黑 Light" panose="020B0502040204020203" pitchFamily="34" charset="-122"/>
              <a:ea typeface="微软雅黑 Light" panose="020B0502040204020203" pitchFamily="34" charset="-122"/>
              <a:cs typeface="+mn-ea"/>
              <a:sym typeface="+mn-lt"/>
            </a:endParaRPr>
          </a:p>
        </p:txBody>
      </p:sp>
      <p:sp>
        <p:nvSpPr>
          <p:cNvPr id="111" name="下箭头 63"/>
          <p:cNvSpPr/>
          <p:nvPr/>
        </p:nvSpPr>
        <p:spPr>
          <a:xfrm rot="5400000" flipV="1">
            <a:off x="5494816" y="2527131"/>
            <a:ext cx="523943" cy="488469"/>
          </a:xfrm>
          <a:custGeom>
            <a:avLst/>
            <a:gdLst>
              <a:gd name="connsiteX0" fmla="*/ 0 w 1035535"/>
              <a:gd name="connsiteY0" fmla="*/ 468495 h 794114"/>
              <a:gd name="connsiteX1" fmla="*/ 258884 w 1035535"/>
              <a:gd name="connsiteY1" fmla="*/ 468495 h 794114"/>
              <a:gd name="connsiteX2" fmla="*/ 258884 w 1035535"/>
              <a:gd name="connsiteY2" fmla="*/ 0 h 794114"/>
              <a:gd name="connsiteX3" fmla="*/ 776651 w 1035535"/>
              <a:gd name="connsiteY3" fmla="*/ 0 h 794114"/>
              <a:gd name="connsiteX4" fmla="*/ 776651 w 1035535"/>
              <a:gd name="connsiteY4" fmla="*/ 468495 h 794114"/>
              <a:gd name="connsiteX5" fmla="*/ 1035535 w 1035535"/>
              <a:gd name="connsiteY5" fmla="*/ 468495 h 794114"/>
              <a:gd name="connsiteX6" fmla="*/ 517768 w 1035535"/>
              <a:gd name="connsiteY6" fmla="*/ 794114 h 794114"/>
              <a:gd name="connsiteX7" fmla="*/ 0 w 1035535"/>
              <a:gd name="connsiteY7" fmla="*/ 468495 h 794114"/>
              <a:gd name="connsiteX0-1" fmla="*/ 258884 w 1035535"/>
              <a:gd name="connsiteY0-2" fmla="*/ 0 h 794114"/>
              <a:gd name="connsiteX1-3" fmla="*/ 776651 w 1035535"/>
              <a:gd name="connsiteY1-4" fmla="*/ 0 h 794114"/>
              <a:gd name="connsiteX2-5" fmla="*/ 776651 w 1035535"/>
              <a:gd name="connsiteY2-6" fmla="*/ 468495 h 794114"/>
              <a:gd name="connsiteX3-7" fmla="*/ 1035535 w 1035535"/>
              <a:gd name="connsiteY3-8" fmla="*/ 468495 h 794114"/>
              <a:gd name="connsiteX4-9" fmla="*/ 517768 w 1035535"/>
              <a:gd name="connsiteY4-10" fmla="*/ 794114 h 794114"/>
              <a:gd name="connsiteX5-11" fmla="*/ 0 w 1035535"/>
              <a:gd name="connsiteY5-12" fmla="*/ 468495 h 794114"/>
              <a:gd name="connsiteX6-13" fmla="*/ 258884 w 1035535"/>
              <a:gd name="connsiteY6-14" fmla="*/ 468495 h 794114"/>
              <a:gd name="connsiteX7-15" fmla="*/ 350324 w 1035535"/>
              <a:gd name="connsiteY7-16" fmla="*/ 91440 h 794114"/>
              <a:gd name="connsiteX0-17" fmla="*/ 258884 w 1035535"/>
              <a:gd name="connsiteY0-18" fmla="*/ 0 h 794114"/>
              <a:gd name="connsiteX1-19" fmla="*/ 776651 w 1035535"/>
              <a:gd name="connsiteY1-20" fmla="*/ 468495 h 794114"/>
              <a:gd name="connsiteX2-21" fmla="*/ 1035535 w 1035535"/>
              <a:gd name="connsiteY2-22" fmla="*/ 468495 h 794114"/>
              <a:gd name="connsiteX3-23" fmla="*/ 517768 w 1035535"/>
              <a:gd name="connsiteY3-24" fmla="*/ 794114 h 794114"/>
              <a:gd name="connsiteX4-25" fmla="*/ 0 w 1035535"/>
              <a:gd name="connsiteY4-26" fmla="*/ 468495 h 794114"/>
              <a:gd name="connsiteX5-27" fmla="*/ 258884 w 1035535"/>
              <a:gd name="connsiteY5-28" fmla="*/ 468495 h 794114"/>
              <a:gd name="connsiteX6-29" fmla="*/ 350324 w 1035535"/>
              <a:gd name="connsiteY6-30" fmla="*/ 91440 h 794114"/>
              <a:gd name="connsiteX0-31" fmla="*/ 1016121 w 1035535"/>
              <a:gd name="connsiteY0-32" fmla="*/ 0 h 794114"/>
              <a:gd name="connsiteX1-33" fmla="*/ 776651 w 1035535"/>
              <a:gd name="connsiteY1-34" fmla="*/ 468495 h 794114"/>
              <a:gd name="connsiteX2-35" fmla="*/ 1035535 w 1035535"/>
              <a:gd name="connsiteY2-36" fmla="*/ 468495 h 794114"/>
              <a:gd name="connsiteX3-37" fmla="*/ 517768 w 1035535"/>
              <a:gd name="connsiteY3-38" fmla="*/ 794114 h 794114"/>
              <a:gd name="connsiteX4-39" fmla="*/ 0 w 1035535"/>
              <a:gd name="connsiteY4-40" fmla="*/ 468495 h 794114"/>
              <a:gd name="connsiteX5-41" fmla="*/ 258884 w 1035535"/>
              <a:gd name="connsiteY5-42" fmla="*/ 468495 h 794114"/>
              <a:gd name="connsiteX6-43" fmla="*/ 350324 w 1035535"/>
              <a:gd name="connsiteY6-44" fmla="*/ 91440 h 794114"/>
              <a:gd name="connsiteX0-45" fmla="*/ 1018222 w 1037636"/>
              <a:gd name="connsiteY0-46" fmla="*/ 0 h 794114"/>
              <a:gd name="connsiteX1-47" fmla="*/ 778752 w 1037636"/>
              <a:gd name="connsiteY1-48" fmla="*/ 468495 h 794114"/>
              <a:gd name="connsiteX2-49" fmla="*/ 1037636 w 1037636"/>
              <a:gd name="connsiteY2-50" fmla="*/ 468495 h 794114"/>
              <a:gd name="connsiteX3-51" fmla="*/ 519869 w 1037636"/>
              <a:gd name="connsiteY3-52" fmla="*/ 794114 h 794114"/>
              <a:gd name="connsiteX4-53" fmla="*/ 2101 w 1037636"/>
              <a:gd name="connsiteY4-54" fmla="*/ 468495 h 794114"/>
              <a:gd name="connsiteX5-55" fmla="*/ 260985 w 1037636"/>
              <a:gd name="connsiteY5-56" fmla="*/ 468495 h 794114"/>
              <a:gd name="connsiteX6-57" fmla="*/ 0 w 1037636"/>
              <a:gd name="connsiteY6-58" fmla="*/ 86678 h 794114"/>
              <a:gd name="connsiteX0-59" fmla="*/ 1027747 w 1047161"/>
              <a:gd name="connsiteY0-60" fmla="*/ 0 h 794114"/>
              <a:gd name="connsiteX1-61" fmla="*/ 788277 w 1047161"/>
              <a:gd name="connsiteY1-62" fmla="*/ 468495 h 794114"/>
              <a:gd name="connsiteX2-63" fmla="*/ 1047161 w 1047161"/>
              <a:gd name="connsiteY2-64" fmla="*/ 468495 h 794114"/>
              <a:gd name="connsiteX3-65" fmla="*/ 529394 w 1047161"/>
              <a:gd name="connsiteY3-66" fmla="*/ 794114 h 794114"/>
              <a:gd name="connsiteX4-67" fmla="*/ 11626 w 1047161"/>
              <a:gd name="connsiteY4-68" fmla="*/ 468495 h 794114"/>
              <a:gd name="connsiteX5-69" fmla="*/ 270510 w 1047161"/>
              <a:gd name="connsiteY5-70" fmla="*/ 468495 h 794114"/>
              <a:gd name="connsiteX6-71" fmla="*/ 0 w 1047161"/>
              <a:gd name="connsiteY6-72" fmla="*/ 10478 h 794114"/>
              <a:gd name="connsiteX0-73" fmla="*/ 1016121 w 1035535"/>
              <a:gd name="connsiteY0-74" fmla="*/ 13335 h 807449"/>
              <a:gd name="connsiteX1-75" fmla="*/ 776651 w 1035535"/>
              <a:gd name="connsiteY1-76" fmla="*/ 481830 h 807449"/>
              <a:gd name="connsiteX2-77" fmla="*/ 1035535 w 1035535"/>
              <a:gd name="connsiteY2-78" fmla="*/ 481830 h 807449"/>
              <a:gd name="connsiteX3-79" fmla="*/ 517768 w 1035535"/>
              <a:gd name="connsiteY3-80" fmla="*/ 807449 h 807449"/>
              <a:gd name="connsiteX4-81" fmla="*/ 0 w 1035535"/>
              <a:gd name="connsiteY4-82" fmla="*/ 481830 h 807449"/>
              <a:gd name="connsiteX5-83" fmla="*/ 258884 w 1035535"/>
              <a:gd name="connsiteY5-84" fmla="*/ 481830 h 807449"/>
              <a:gd name="connsiteX6-85" fmla="*/ 12187 w 1035535"/>
              <a:gd name="connsiteY6-86" fmla="*/ 0 h 807449"/>
              <a:gd name="connsiteX0-87" fmla="*/ 1016121 w 1035535"/>
              <a:gd name="connsiteY0-88" fmla="*/ 13335 h 807449"/>
              <a:gd name="connsiteX1-89" fmla="*/ 776651 w 1035535"/>
              <a:gd name="connsiteY1-90" fmla="*/ 481830 h 807449"/>
              <a:gd name="connsiteX2-91" fmla="*/ 1035535 w 1035535"/>
              <a:gd name="connsiteY2-92" fmla="*/ 481830 h 807449"/>
              <a:gd name="connsiteX3-93" fmla="*/ 517768 w 1035535"/>
              <a:gd name="connsiteY3-94" fmla="*/ 807449 h 807449"/>
              <a:gd name="connsiteX4-95" fmla="*/ 0 w 1035535"/>
              <a:gd name="connsiteY4-96" fmla="*/ 481830 h 807449"/>
              <a:gd name="connsiteX5-97" fmla="*/ 392234 w 1035535"/>
              <a:gd name="connsiteY5-98" fmla="*/ 486592 h 807449"/>
              <a:gd name="connsiteX6-99" fmla="*/ 12187 w 1035535"/>
              <a:gd name="connsiteY6-100" fmla="*/ 0 h 807449"/>
              <a:gd name="connsiteX0-101" fmla="*/ 1016121 w 1035535"/>
              <a:gd name="connsiteY0-102" fmla="*/ 13335 h 807449"/>
              <a:gd name="connsiteX1-103" fmla="*/ 619488 w 1035535"/>
              <a:gd name="connsiteY1-104" fmla="*/ 481830 h 807449"/>
              <a:gd name="connsiteX2-105" fmla="*/ 1035535 w 1035535"/>
              <a:gd name="connsiteY2-106" fmla="*/ 481830 h 807449"/>
              <a:gd name="connsiteX3-107" fmla="*/ 517768 w 1035535"/>
              <a:gd name="connsiteY3-108" fmla="*/ 807449 h 807449"/>
              <a:gd name="connsiteX4-109" fmla="*/ 0 w 1035535"/>
              <a:gd name="connsiteY4-110" fmla="*/ 481830 h 807449"/>
              <a:gd name="connsiteX5-111" fmla="*/ 392234 w 1035535"/>
              <a:gd name="connsiteY5-112" fmla="*/ 486592 h 807449"/>
              <a:gd name="connsiteX6-113" fmla="*/ 12187 w 1035535"/>
              <a:gd name="connsiteY6-114" fmla="*/ 0 h 807449"/>
              <a:gd name="connsiteX0-115" fmla="*/ 1016121 w 1035535"/>
              <a:gd name="connsiteY0-116" fmla="*/ 13335 h 807449"/>
              <a:gd name="connsiteX1-117" fmla="*/ 619488 w 1035535"/>
              <a:gd name="connsiteY1-118" fmla="*/ 481830 h 807449"/>
              <a:gd name="connsiteX2-119" fmla="*/ 1035535 w 1035535"/>
              <a:gd name="connsiteY2-120" fmla="*/ 481830 h 807449"/>
              <a:gd name="connsiteX3-121" fmla="*/ 517768 w 1035535"/>
              <a:gd name="connsiteY3-122" fmla="*/ 807449 h 807449"/>
              <a:gd name="connsiteX4-123" fmla="*/ 0 w 1035535"/>
              <a:gd name="connsiteY4-124" fmla="*/ 481830 h 807449"/>
              <a:gd name="connsiteX5-125" fmla="*/ 392234 w 1035535"/>
              <a:gd name="connsiteY5-126" fmla="*/ 486592 h 807449"/>
              <a:gd name="connsiteX6-127" fmla="*/ 12187 w 1035535"/>
              <a:gd name="connsiteY6-128" fmla="*/ 0 h 807449"/>
              <a:gd name="connsiteX0-129" fmla="*/ 1016121 w 1035535"/>
              <a:gd name="connsiteY0-130" fmla="*/ 13335 h 807449"/>
              <a:gd name="connsiteX1-131" fmla="*/ 619488 w 1035535"/>
              <a:gd name="connsiteY1-132" fmla="*/ 481830 h 807449"/>
              <a:gd name="connsiteX2-133" fmla="*/ 1035535 w 1035535"/>
              <a:gd name="connsiteY2-134" fmla="*/ 481830 h 807449"/>
              <a:gd name="connsiteX3-135" fmla="*/ 517768 w 1035535"/>
              <a:gd name="connsiteY3-136" fmla="*/ 807449 h 807449"/>
              <a:gd name="connsiteX4-137" fmla="*/ 0 w 1035535"/>
              <a:gd name="connsiteY4-138" fmla="*/ 481830 h 807449"/>
              <a:gd name="connsiteX5-139" fmla="*/ 392234 w 1035535"/>
              <a:gd name="connsiteY5-140" fmla="*/ 486592 h 807449"/>
              <a:gd name="connsiteX6-141" fmla="*/ 12187 w 1035535"/>
              <a:gd name="connsiteY6-142" fmla="*/ 0 h 807449"/>
              <a:gd name="connsiteX0-143" fmla="*/ 1044696 w 1044696"/>
              <a:gd name="connsiteY0-144" fmla="*/ 0 h 832214"/>
              <a:gd name="connsiteX1-145" fmla="*/ 619488 w 1044696"/>
              <a:gd name="connsiteY1-146" fmla="*/ 506595 h 832214"/>
              <a:gd name="connsiteX2-147" fmla="*/ 1035535 w 1044696"/>
              <a:gd name="connsiteY2-148" fmla="*/ 506595 h 832214"/>
              <a:gd name="connsiteX3-149" fmla="*/ 517768 w 1044696"/>
              <a:gd name="connsiteY3-150" fmla="*/ 832214 h 832214"/>
              <a:gd name="connsiteX4-151" fmla="*/ 0 w 1044696"/>
              <a:gd name="connsiteY4-152" fmla="*/ 506595 h 832214"/>
              <a:gd name="connsiteX5-153" fmla="*/ 392234 w 1044696"/>
              <a:gd name="connsiteY5-154" fmla="*/ 511357 h 832214"/>
              <a:gd name="connsiteX6-155" fmla="*/ 12187 w 1044696"/>
              <a:gd name="connsiteY6-156" fmla="*/ 24765 h 832214"/>
              <a:gd name="connsiteX0-157" fmla="*/ 1032509 w 1032509"/>
              <a:gd name="connsiteY0-158" fmla="*/ 0 h 832214"/>
              <a:gd name="connsiteX1-159" fmla="*/ 607301 w 1032509"/>
              <a:gd name="connsiteY1-160" fmla="*/ 506595 h 832214"/>
              <a:gd name="connsiteX2-161" fmla="*/ 1023348 w 1032509"/>
              <a:gd name="connsiteY2-162" fmla="*/ 506595 h 832214"/>
              <a:gd name="connsiteX3-163" fmla="*/ 505581 w 1032509"/>
              <a:gd name="connsiteY3-164" fmla="*/ 832214 h 832214"/>
              <a:gd name="connsiteX4-165" fmla="*/ 237844 w 1032509"/>
              <a:gd name="connsiteY4-166" fmla="*/ 508976 h 832214"/>
              <a:gd name="connsiteX5-167" fmla="*/ 380047 w 1032509"/>
              <a:gd name="connsiteY5-168" fmla="*/ 511357 h 832214"/>
              <a:gd name="connsiteX6-169" fmla="*/ 0 w 1032509"/>
              <a:gd name="connsiteY6-170" fmla="*/ 24765 h 832214"/>
              <a:gd name="connsiteX0-171" fmla="*/ 1032509 w 1032509"/>
              <a:gd name="connsiteY0-172" fmla="*/ 0 h 832214"/>
              <a:gd name="connsiteX1-173" fmla="*/ 607301 w 1032509"/>
              <a:gd name="connsiteY1-174" fmla="*/ 506595 h 832214"/>
              <a:gd name="connsiteX2-175" fmla="*/ 804276 w 1032509"/>
              <a:gd name="connsiteY2-176" fmla="*/ 513741 h 832214"/>
              <a:gd name="connsiteX3-177" fmla="*/ 505581 w 1032509"/>
              <a:gd name="connsiteY3-178" fmla="*/ 832214 h 832214"/>
              <a:gd name="connsiteX4-179" fmla="*/ 237844 w 1032509"/>
              <a:gd name="connsiteY4-180" fmla="*/ 508976 h 832214"/>
              <a:gd name="connsiteX5-181" fmla="*/ 380047 w 1032509"/>
              <a:gd name="connsiteY5-182" fmla="*/ 511357 h 832214"/>
              <a:gd name="connsiteX6-183" fmla="*/ 0 w 1032509"/>
              <a:gd name="connsiteY6-184" fmla="*/ 24765 h 832214"/>
              <a:gd name="connsiteX0-185" fmla="*/ 1032509 w 1032509"/>
              <a:gd name="connsiteY0-186" fmla="*/ 0 h 722679"/>
              <a:gd name="connsiteX1-187" fmla="*/ 607301 w 1032509"/>
              <a:gd name="connsiteY1-188" fmla="*/ 506595 h 722679"/>
              <a:gd name="connsiteX2-189" fmla="*/ 804276 w 1032509"/>
              <a:gd name="connsiteY2-190" fmla="*/ 513741 h 722679"/>
              <a:gd name="connsiteX3-191" fmla="*/ 507965 w 1032509"/>
              <a:gd name="connsiteY3-192" fmla="*/ 722679 h 722679"/>
              <a:gd name="connsiteX4-193" fmla="*/ 237844 w 1032509"/>
              <a:gd name="connsiteY4-194" fmla="*/ 508976 h 722679"/>
              <a:gd name="connsiteX5-195" fmla="*/ 380047 w 1032509"/>
              <a:gd name="connsiteY5-196" fmla="*/ 511357 h 722679"/>
              <a:gd name="connsiteX6-197" fmla="*/ 0 w 1032509"/>
              <a:gd name="connsiteY6-198" fmla="*/ 24765 h 722679"/>
              <a:gd name="connsiteX0-199" fmla="*/ 1032509 w 1032509"/>
              <a:gd name="connsiteY0-200" fmla="*/ 0 h 722679"/>
              <a:gd name="connsiteX1-201" fmla="*/ 607301 w 1032509"/>
              <a:gd name="connsiteY1-202" fmla="*/ 506595 h 722679"/>
              <a:gd name="connsiteX2-203" fmla="*/ 804276 w 1032509"/>
              <a:gd name="connsiteY2-204" fmla="*/ 513741 h 722679"/>
              <a:gd name="connsiteX3-205" fmla="*/ 498440 w 1032509"/>
              <a:gd name="connsiteY3-206" fmla="*/ 722679 h 722679"/>
              <a:gd name="connsiteX4-207" fmla="*/ 237844 w 1032509"/>
              <a:gd name="connsiteY4-208" fmla="*/ 508976 h 722679"/>
              <a:gd name="connsiteX5-209" fmla="*/ 380047 w 1032509"/>
              <a:gd name="connsiteY5-210" fmla="*/ 511357 h 722679"/>
              <a:gd name="connsiteX6-211" fmla="*/ 0 w 1032509"/>
              <a:gd name="connsiteY6-212" fmla="*/ 24765 h 722679"/>
              <a:gd name="connsiteX0-213" fmla="*/ 1032509 w 1032509"/>
              <a:gd name="connsiteY0-214" fmla="*/ 0 h 722679"/>
              <a:gd name="connsiteX1-215" fmla="*/ 607301 w 1032509"/>
              <a:gd name="connsiteY1-216" fmla="*/ 506595 h 722679"/>
              <a:gd name="connsiteX2-217" fmla="*/ 792369 w 1032509"/>
              <a:gd name="connsiteY2-218" fmla="*/ 515732 h 722679"/>
              <a:gd name="connsiteX3-219" fmla="*/ 498440 w 1032509"/>
              <a:gd name="connsiteY3-220" fmla="*/ 722679 h 722679"/>
              <a:gd name="connsiteX4-221" fmla="*/ 237844 w 1032509"/>
              <a:gd name="connsiteY4-222" fmla="*/ 508976 h 722679"/>
              <a:gd name="connsiteX5-223" fmla="*/ 380047 w 1032509"/>
              <a:gd name="connsiteY5-224" fmla="*/ 511357 h 722679"/>
              <a:gd name="connsiteX6-225" fmla="*/ 0 w 1032509"/>
              <a:gd name="connsiteY6-226" fmla="*/ 24765 h 722679"/>
              <a:gd name="connsiteX0-227" fmla="*/ 1032509 w 1032509"/>
              <a:gd name="connsiteY0-228" fmla="*/ 0 h 720688"/>
              <a:gd name="connsiteX1-229" fmla="*/ 607301 w 1032509"/>
              <a:gd name="connsiteY1-230" fmla="*/ 506595 h 720688"/>
              <a:gd name="connsiteX2-231" fmla="*/ 792369 w 1032509"/>
              <a:gd name="connsiteY2-232" fmla="*/ 515732 h 720688"/>
              <a:gd name="connsiteX3-233" fmla="*/ 503202 w 1032509"/>
              <a:gd name="connsiteY3-234" fmla="*/ 720688 h 720688"/>
              <a:gd name="connsiteX4-235" fmla="*/ 237844 w 1032509"/>
              <a:gd name="connsiteY4-236" fmla="*/ 508976 h 720688"/>
              <a:gd name="connsiteX5-237" fmla="*/ 380047 w 1032509"/>
              <a:gd name="connsiteY5-238" fmla="*/ 511357 h 720688"/>
              <a:gd name="connsiteX6-239" fmla="*/ 0 w 1032509"/>
              <a:gd name="connsiteY6-240" fmla="*/ 24765 h 720688"/>
              <a:gd name="connsiteX0-241" fmla="*/ 1044414 w 1044414"/>
              <a:gd name="connsiteY0-242" fmla="*/ 0 h 720688"/>
              <a:gd name="connsiteX1-243" fmla="*/ 619206 w 1044414"/>
              <a:gd name="connsiteY1-244" fmla="*/ 506595 h 720688"/>
              <a:gd name="connsiteX2-245" fmla="*/ 804274 w 1044414"/>
              <a:gd name="connsiteY2-246" fmla="*/ 515732 h 720688"/>
              <a:gd name="connsiteX3-247" fmla="*/ 515107 w 1044414"/>
              <a:gd name="connsiteY3-248" fmla="*/ 720688 h 720688"/>
              <a:gd name="connsiteX4-249" fmla="*/ 249749 w 1044414"/>
              <a:gd name="connsiteY4-250" fmla="*/ 508976 h 720688"/>
              <a:gd name="connsiteX5-251" fmla="*/ 391952 w 1044414"/>
              <a:gd name="connsiteY5-252" fmla="*/ 511357 h 720688"/>
              <a:gd name="connsiteX6-253" fmla="*/ 0 w 1044414"/>
              <a:gd name="connsiteY6-254" fmla="*/ 4852 h 720688"/>
              <a:gd name="connsiteX0-255" fmla="*/ 1082514 w 1082514"/>
              <a:gd name="connsiteY0-256" fmla="*/ 0 h 722679"/>
              <a:gd name="connsiteX1-257" fmla="*/ 619206 w 1082514"/>
              <a:gd name="connsiteY1-258" fmla="*/ 508586 h 722679"/>
              <a:gd name="connsiteX2-259" fmla="*/ 804274 w 1082514"/>
              <a:gd name="connsiteY2-260" fmla="*/ 517723 h 722679"/>
              <a:gd name="connsiteX3-261" fmla="*/ 515107 w 1082514"/>
              <a:gd name="connsiteY3-262" fmla="*/ 722679 h 722679"/>
              <a:gd name="connsiteX4-263" fmla="*/ 249749 w 1082514"/>
              <a:gd name="connsiteY4-264" fmla="*/ 510967 h 722679"/>
              <a:gd name="connsiteX5-265" fmla="*/ 391952 w 1082514"/>
              <a:gd name="connsiteY5-266" fmla="*/ 513348 h 722679"/>
              <a:gd name="connsiteX6-267" fmla="*/ 0 w 1082514"/>
              <a:gd name="connsiteY6-268" fmla="*/ 6843 h 722679"/>
              <a:gd name="connsiteX0-269" fmla="*/ 1082514 w 1082514"/>
              <a:gd name="connsiteY0-270" fmla="*/ 0 h 724672"/>
              <a:gd name="connsiteX1-271" fmla="*/ 619206 w 1082514"/>
              <a:gd name="connsiteY1-272" fmla="*/ 508586 h 724672"/>
              <a:gd name="connsiteX2-273" fmla="*/ 804274 w 1082514"/>
              <a:gd name="connsiteY2-274" fmla="*/ 517723 h 724672"/>
              <a:gd name="connsiteX3-275" fmla="*/ 534160 w 1082514"/>
              <a:gd name="connsiteY3-276" fmla="*/ 724672 h 724672"/>
              <a:gd name="connsiteX4-277" fmla="*/ 249749 w 1082514"/>
              <a:gd name="connsiteY4-278" fmla="*/ 510967 h 724672"/>
              <a:gd name="connsiteX5-279" fmla="*/ 391952 w 1082514"/>
              <a:gd name="connsiteY5-280" fmla="*/ 513348 h 724672"/>
              <a:gd name="connsiteX6-281" fmla="*/ 0 w 1082514"/>
              <a:gd name="connsiteY6-282" fmla="*/ 6843 h 724672"/>
              <a:gd name="connsiteX0-283" fmla="*/ 1082514 w 1082514"/>
              <a:gd name="connsiteY0-284" fmla="*/ 0 h 724672"/>
              <a:gd name="connsiteX1-285" fmla="*/ 619206 w 1082514"/>
              <a:gd name="connsiteY1-286" fmla="*/ 508586 h 724672"/>
              <a:gd name="connsiteX2-287" fmla="*/ 804274 w 1082514"/>
              <a:gd name="connsiteY2-288" fmla="*/ 517723 h 724672"/>
              <a:gd name="connsiteX3-289" fmla="*/ 534160 w 1082514"/>
              <a:gd name="connsiteY3-290" fmla="*/ 724672 h 724672"/>
              <a:gd name="connsiteX4-291" fmla="*/ 249749 w 1082514"/>
              <a:gd name="connsiteY4-292" fmla="*/ 510967 h 724672"/>
              <a:gd name="connsiteX5-293" fmla="*/ 380046 w 1082514"/>
              <a:gd name="connsiteY5-294" fmla="*/ 533263 h 724672"/>
              <a:gd name="connsiteX6-295" fmla="*/ 0 w 1082514"/>
              <a:gd name="connsiteY6-296" fmla="*/ 6843 h 724672"/>
              <a:gd name="connsiteX0-297" fmla="*/ 1082514 w 1082514"/>
              <a:gd name="connsiteY0-298" fmla="*/ 0 h 724672"/>
              <a:gd name="connsiteX1-299" fmla="*/ 619206 w 1082514"/>
              <a:gd name="connsiteY1-300" fmla="*/ 508586 h 724672"/>
              <a:gd name="connsiteX2-301" fmla="*/ 804274 w 1082514"/>
              <a:gd name="connsiteY2-302" fmla="*/ 517723 h 724672"/>
              <a:gd name="connsiteX3-303" fmla="*/ 534160 w 1082514"/>
              <a:gd name="connsiteY3-304" fmla="*/ 724672 h 724672"/>
              <a:gd name="connsiteX4-305" fmla="*/ 249749 w 1082514"/>
              <a:gd name="connsiteY4-306" fmla="*/ 510967 h 724672"/>
              <a:gd name="connsiteX5-307" fmla="*/ 380046 w 1082514"/>
              <a:gd name="connsiteY5-308" fmla="*/ 533263 h 724672"/>
              <a:gd name="connsiteX6-309" fmla="*/ 0 w 1082514"/>
              <a:gd name="connsiteY6-310" fmla="*/ 6843 h 724672"/>
              <a:gd name="connsiteX0-311" fmla="*/ 1082514 w 1082514"/>
              <a:gd name="connsiteY0-312" fmla="*/ 0 h 724672"/>
              <a:gd name="connsiteX1-313" fmla="*/ 619206 w 1082514"/>
              <a:gd name="connsiteY1-314" fmla="*/ 508586 h 724672"/>
              <a:gd name="connsiteX2-315" fmla="*/ 804274 w 1082514"/>
              <a:gd name="connsiteY2-316" fmla="*/ 517723 h 724672"/>
              <a:gd name="connsiteX3-317" fmla="*/ 534160 w 1082514"/>
              <a:gd name="connsiteY3-318" fmla="*/ 724672 h 724672"/>
              <a:gd name="connsiteX4-319" fmla="*/ 249749 w 1082514"/>
              <a:gd name="connsiteY4-320" fmla="*/ 510967 h 724672"/>
              <a:gd name="connsiteX5-321" fmla="*/ 380046 w 1082514"/>
              <a:gd name="connsiteY5-322" fmla="*/ 533263 h 724672"/>
              <a:gd name="connsiteX6-323" fmla="*/ 0 w 1082514"/>
              <a:gd name="connsiteY6-324" fmla="*/ 6843 h 724672"/>
              <a:gd name="connsiteX0-325" fmla="*/ 1082514 w 1082514"/>
              <a:gd name="connsiteY0-326" fmla="*/ 0 h 724672"/>
              <a:gd name="connsiteX1-327" fmla="*/ 619206 w 1082514"/>
              <a:gd name="connsiteY1-328" fmla="*/ 508586 h 724672"/>
              <a:gd name="connsiteX2-329" fmla="*/ 804274 w 1082514"/>
              <a:gd name="connsiteY2-330" fmla="*/ 517723 h 724672"/>
              <a:gd name="connsiteX3-331" fmla="*/ 534160 w 1082514"/>
              <a:gd name="connsiteY3-332" fmla="*/ 724672 h 724672"/>
              <a:gd name="connsiteX4-333" fmla="*/ 233080 w 1082514"/>
              <a:gd name="connsiteY4-334" fmla="*/ 526899 h 724672"/>
              <a:gd name="connsiteX5-335" fmla="*/ 380046 w 1082514"/>
              <a:gd name="connsiteY5-336" fmla="*/ 533263 h 724672"/>
              <a:gd name="connsiteX6-337" fmla="*/ 0 w 1082514"/>
              <a:gd name="connsiteY6-338" fmla="*/ 6843 h 724672"/>
              <a:gd name="connsiteX0-339" fmla="*/ 1082514 w 1082514"/>
              <a:gd name="connsiteY0-340" fmla="*/ 0 h 724672"/>
              <a:gd name="connsiteX1-341" fmla="*/ 619206 w 1082514"/>
              <a:gd name="connsiteY1-342" fmla="*/ 508586 h 724672"/>
              <a:gd name="connsiteX2-343" fmla="*/ 804274 w 1082514"/>
              <a:gd name="connsiteY2-344" fmla="*/ 517723 h 724672"/>
              <a:gd name="connsiteX3-345" fmla="*/ 534160 w 1082514"/>
              <a:gd name="connsiteY3-346" fmla="*/ 724672 h 724672"/>
              <a:gd name="connsiteX4-347" fmla="*/ 237842 w 1082514"/>
              <a:gd name="connsiteY4-348" fmla="*/ 532873 h 724672"/>
              <a:gd name="connsiteX5-349" fmla="*/ 380046 w 1082514"/>
              <a:gd name="connsiteY5-350" fmla="*/ 533263 h 724672"/>
              <a:gd name="connsiteX6-351" fmla="*/ 0 w 1082514"/>
              <a:gd name="connsiteY6-352" fmla="*/ 6843 h 724672"/>
              <a:gd name="connsiteX0-353" fmla="*/ 1082514 w 1082514"/>
              <a:gd name="connsiteY0-354" fmla="*/ 0 h 724672"/>
              <a:gd name="connsiteX1-355" fmla="*/ 690644 w 1082514"/>
              <a:gd name="connsiteY1-356" fmla="*/ 532484 h 724672"/>
              <a:gd name="connsiteX2-357" fmla="*/ 804274 w 1082514"/>
              <a:gd name="connsiteY2-358" fmla="*/ 517723 h 724672"/>
              <a:gd name="connsiteX3-359" fmla="*/ 534160 w 1082514"/>
              <a:gd name="connsiteY3-360" fmla="*/ 724672 h 724672"/>
              <a:gd name="connsiteX4-361" fmla="*/ 237842 w 1082514"/>
              <a:gd name="connsiteY4-362" fmla="*/ 532873 h 724672"/>
              <a:gd name="connsiteX5-363" fmla="*/ 380046 w 1082514"/>
              <a:gd name="connsiteY5-364" fmla="*/ 533263 h 724672"/>
              <a:gd name="connsiteX6-365" fmla="*/ 0 w 1082514"/>
              <a:gd name="connsiteY6-366" fmla="*/ 6843 h 724672"/>
              <a:gd name="connsiteX0-367" fmla="*/ 1082514 w 1082514"/>
              <a:gd name="connsiteY0-368" fmla="*/ 0 h 724672"/>
              <a:gd name="connsiteX1-369" fmla="*/ 690644 w 1082514"/>
              <a:gd name="connsiteY1-370" fmla="*/ 532484 h 724672"/>
              <a:gd name="connsiteX2-371" fmla="*/ 804274 w 1082514"/>
              <a:gd name="connsiteY2-372" fmla="*/ 517723 h 724672"/>
              <a:gd name="connsiteX3-373" fmla="*/ 534160 w 1082514"/>
              <a:gd name="connsiteY3-374" fmla="*/ 724672 h 724672"/>
              <a:gd name="connsiteX4-375" fmla="*/ 237842 w 1082514"/>
              <a:gd name="connsiteY4-376" fmla="*/ 532873 h 724672"/>
              <a:gd name="connsiteX5-377" fmla="*/ 380046 w 1082514"/>
              <a:gd name="connsiteY5-378" fmla="*/ 533263 h 724672"/>
              <a:gd name="connsiteX6-379" fmla="*/ 0 w 1082514"/>
              <a:gd name="connsiteY6-380" fmla="*/ 6843 h 724672"/>
              <a:gd name="connsiteX0-381" fmla="*/ 1082514 w 1082514"/>
              <a:gd name="connsiteY0-382" fmla="*/ 0 h 724672"/>
              <a:gd name="connsiteX1-383" fmla="*/ 690644 w 1082514"/>
              <a:gd name="connsiteY1-384" fmla="*/ 532484 h 724672"/>
              <a:gd name="connsiteX2-385" fmla="*/ 830468 w 1082514"/>
              <a:gd name="connsiteY2-386" fmla="*/ 531664 h 724672"/>
              <a:gd name="connsiteX3-387" fmla="*/ 534160 w 1082514"/>
              <a:gd name="connsiteY3-388" fmla="*/ 724672 h 724672"/>
              <a:gd name="connsiteX4-389" fmla="*/ 237842 w 1082514"/>
              <a:gd name="connsiteY4-390" fmla="*/ 532873 h 724672"/>
              <a:gd name="connsiteX5-391" fmla="*/ 380046 w 1082514"/>
              <a:gd name="connsiteY5-392" fmla="*/ 533263 h 724672"/>
              <a:gd name="connsiteX6-393" fmla="*/ 0 w 1082514"/>
              <a:gd name="connsiteY6-394" fmla="*/ 6843 h 724672"/>
              <a:gd name="connsiteX0-395" fmla="*/ 1082514 w 1082514"/>
              <a:gd name="connsiteY0-396" fmla="*/ 0 h 724672"/>
              <a:gd name="connsiteX1-397" fmla="*/ 690644 w 1082514"/>
              <a:gd name="connsiteY1-398" fmla="*/ 532484 h 724672"/>
              <a:gd name="connsiteX2-399" fmla="*/ 830468 w 1082514"/>
              <a:gd name="connsiteY2-400" fmla="*/ 531664 h 724672"/>
              <a:gd name="connsiteX3-401" fmla="*/ 534160 w 1082514"/>
              <a:gd name="connsiteY3-402" fmla="*/ 724672 h 724672"/>
              <a:gd name="connsiteX4-403" fmla="*/ 237842 w 1082514"/>
              <a:gd name="connsiteY4-404" fmla="*/ 532873 h 724672"/>
              <a:gd name="connsiteX5-405" fmla="*/ 434815 w 1082514"/>
              <a:gd name="connsiteY5-406" fmla="*/ 533263 h 724672"/>
              <a:gd name="connsiteX6-407" fmla="*/ 0 w 1082514"/>
              <a:gd name="connsiteY6-408" fmla="*/ 6843 h 724672"/>
              <a:gd name="connsiteX0-409" fmla="*/ 1082514 w 1082514"/>
              <a:gd name="connsiteY0-410" fmla="*/ 0 h 724672"/>
              <a:gd name="connsiteX1-411" fmla="*/ 690644 w 1082514"/>
              <a:gd name="connsiteY1-412" fmla="*/ 532484 h 724672"/>
              <a:gd name="connsiteX2-413" fmla="*/ 830468 w 1082514"/>
              <a:gd name="connsiteY2-414" fmla="*/ 531664 h 724672"/>
              <a:gd name="connsiteX3-415" fmla="*/ 534160 w 1082514"/>
              <a:gd name="connsiteY3-416" fmla="*/ 724672 h 724672"/>
              <a:gd name="connsiteX4-417" fmla="*/ 297373 w 1082514"/>
              <a:gd name="connsiteY4-418" fmla="*/ 532873 h 724672"/>
              <a:gd name="connsiteX5-419" fmla="*/ 434815 w 1082514"/>
              <a:gd name="connsiteY5-420" fmla="*/ 533263 h 724672"/>
              <a:gd name="connsiteX6-421" fmla="*/ 0 w 1082514"/>
              <a:gd name="connsiteY6-422" fmla="*/ 6843 h 724672"/>
              <a:gd name="connsiteX0-423" fmla="*/ 1082514 w 1082514"/>
              <a:gd name="connsiteY0-424" fmla="*/ 0 h 724672"/>
              <a:gd name="connsiteX1-425" fmla="*/ 690644 w 1082514"/>
              <a:gd name="connsiteY1-426" fmla="*/ 532484 h 724672"/>
              <a:gd name="connsiteX2-427" fmla="*/ 768555 w 1082514"/>
              <a:gd name="connsiteY2-428" fmla="*/ 531664 h 724672"/>
              <a:gd name="connsiteX3-429" fmla="*/ 534160 w 1082514"/>
              <a:gd name="connsiteY3-430" fmla="*/ 724672 h 724672"/>
              <a:gd name="connsiteX4-431" fmla="*/ 297373 w 1082514"/>
              <a:gd name="connsiteY4-432" fmla="*/ 532873 h 724672"/>
              <a:gd name="connsiteX5-433" fmla="*/ 434815 w 1082514"/>
              <a:gd name="connsiteY5-434" fmla="*/ 533263 h 724672"/>
              <a:gd name="connsiteX6-435" fmla="*/ 0 w 1082514"/>
              <a:gd name="connsiteY6-436" fmla="*/ 6843 h 724672"/>
              <a:gd name="connsiteX0-437" fmla="*/ 1082514 w 1082514"/>
              <a:gd name="connsiteY0-438" fmla="*/ 0 h 724672"/>
              <a:gd name="connsiteX1-439" fmla="*/ 638256 w 1082514"/>
              <a:gd name="connsiteY1-440" fmla="*/ 534476 h 724672"/>
              <a:gd name="connsiteX2-441" fmla="*/ 768555 w 1082514"/>
              <a:gd name="connsiteY2-442" fmla="*/ 531664 h 724672"/>
              <a:gd name="connsiteX3-443" fmla="*/ 534160 w 1082514"/>
              <a:gd name="connsiteY3-444" fmla="*/ 724672 h 724672"/>
              <a:gd name="connsiteX4-445" fmla="*/ 297373 w 1082514"/>
              <a:gd name="connsiteY4-446" fmla="*/ 532873 h 724672"/>
              <a:gd name="connsiteX5-447" fmla="*/ 434815 w 1082514"/>
              <a:gd name="connsiteY5-448" fmla="*/ 533263 h 724672"/>
              <a:gd name="connsiteX6-449" fmla="*/ 0 w 1082514"/>
              <a:gd name="connsiteY6-450" fmla="*/ 6843 h 724672"/>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1082514" h="724672">
                <a:moveTo>
                  <a:pt x="1082514" y="0"/>
                </a:moveTo>
                <a:cubicBezTo>
                  <a:pt x="788378" y="227602"/>
                  <a:pt x="727605" y="349736"/>
                  <a:pt x="638256" y="534476"/>
                </a:cubicBezTo>
                <a:lnTo>
                  <a:pt x="768555" y="531664"/>
                </a:lnTo>
                <a:lnTo>
                  <a:pt x="534160" y="724672"/>
                </a:lnTo>
                <a:lnTo>
                  <a:pt x="297373" y="532873"/>
                </a:lnTo>
                <a:lnTo>
                  <a:pt x="434815" y="533263"/>
                </a:lnTo>
                <a:cubicBezTo>
                  <a:pt x="434815" y="377098"/>
                  <a:pt x="0" y="6843"/>
                  <a:pt x="0" y="6843"/>
                </a:cubicBezTo>
              </a:path>
            </a:pathLst>
          </a:custGeom>
          <a:gradFill flip="none" rotWithShape="1">
            <a:gsLst>
              <a:gs pos="15000">
                <a:schemeClr val="accent1">
                  <a:lumMod val="5000"/>
                  <a:lumOff val="95000"/>
                  <a:alpha val="0"/>
                </a:schemeClr>
              </a:gs>
              <a:gs pos="81000">
                <a:schemeClr val="bg1">
                  <a:lumMod val="65000"/>
                  <a:alpha val="75000"/>
                </a:schemeClr>
              </a:gs>
            </a:gsLst>
            <a:lin ang="5400000" scaled="1"/>
            <a:tileRect/>
          </a:gradFill>
          <a:ln w="9525">
            <a:gradFill flip="none" rotWithShape="1">
              <a:gsLst>
                <a:gs pos="0">
                  <a:schemeClr val="accent1">
                    <a:lumMod val="5000"/>
                    <a:lumOff val="95000"/>
                    <a:alpha val="0"/>
                  </a:schemeClr>
                </a:gs>
                <a:gs pos="100000">
                  <a:schemeClr val="tx1"/>
                </a:gs>
              </a:gsLst>
              <a:lin ang="54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1800">
              <a:latin typeface="微软雅黑 Light" panose="020B0502040204020203" pitchFamily="34" charset="-122"/>
              <a:ea typeface="微软雅黑 Light" panose="020B0502040204020203" pitchFamily="34" charset="-122"/>
              <a:cs typeface="+mn-ea"/>
              <a:sym typeface="+mn-lt"/>
            </a:endParaRPr>
          </a:p>
        </p:txBody>
      </p:sp>
      <p:sp>
        <p:nvSpPr>
          <p:cNvPr id="112" name="下箭头 63"/>
          <p:cNvSpPr/>
          <p:nvPr/>
        </p:nvSpPr>
        <p:spPr>
          <a:xfrm rot="5400000" flipV="1">
            <a:off x="5494816" y="3873793"/>
            <a:ext cx="523943" cy="488469"/>
          </a:xfrm>
          <a:custGeom>
            <a:avLst/>
            <a:gdLst>
              <a:gd name="connsiteX0" fmla="*/ 0 w 1035535"/>
              <a:gd name="connsiteY0" fmla="*/ 468495 h 794114"/>
              <a:gd name="connsiteX1" fmla="*/ 258884 w 1035535"/>
              <a:gd name="connsiteY1" fmla="*/ 468495 h 794114"/>
              <a:gd name="connsiteX2" fmla="*/ 258884 w 1035535"/>
              <a:gd name="connsiteY2" fmla="*/ 0 h 794114"/>
              <a:gd name="connsiteX3" fmla="*/ 776651 w 1035535"/>
              <a:gd name="connsiteY3" fmla="*/ 0 h 794114"/>
              <a:gd name="connsiteX4" fmla="*/ 776651 w 1035535"/>
              <a:gd name="connsiteY4" fmla="*/ 468495 h 794114"/>
              <a:gd name="connsiteX5" fmla="*/ 1035535 w 1035535"/>
              <a:gd name="connsiteY5" fmla="*/ 468495 h 794114"/>
              <a:gd name="connsiteX6" fmla="*/ 517768 w 1035535"/>
              <a:gd name="connsiteY6" fmla="*/ 794114 h 794114"/>
              <a:gd name="connsiteX7" fmla="*/ 0 w 1035535"/>
              <a:gd name="connsiteY7" fmla="*/ 468495 h 794114"/>
              <a:gd name="connsiteX0-1" fmla="*/ 258884 w 1035535"/>
              <a:gd name="connsiteY0-2" fmla="*/ 0 h 794114"/>
              <a:gd name="connsiteX1-3" fmla="*/ 776651 w 1035535"/>
              <a:gd name="connsiteY1-4" fmla="*/ 0 h 794114"/>
              <a:gd name="connsiteX2-5" fmla="*/ 776651 w 1035535"/>
              <a:gd name="connsiteY2-6" fmla="*/ 468495 h 794114"/>
              <a:gd name="connsiteX3-7" fmla="*/ 1035535 w 1035535"/>
              <a:gd name="connsiteY3-8" fmla="*/ 468495 h 794114"/>
              <a:gd name="connsiteX4-9" fmla="*/ 517768 w 1035535"/>
              <a:gd name="connsiteY4-10" fmla="*/ 794114 h 794114"/>
              <a:gd name="connsiteX5-11" fmla="*/ 0 w 1035535"/>
              <a:gd name="connsiteY5-12" fmla="*/ 468495 h 794114"/>
              <a:gd name="connsiteX6-13" fmla="*/ 258884 w 1035535"/>
              <a:gd name="connsiteY6-14" fmla="*/ 468495 h 794114"/>
              <a:gd name="connsiteX7-15" fmla="*/ 350324 w 1035535"/>
              <a:gd name="connsiteY7-16" fmla="*/ 91440 h 794114"/>
              <a:gd name="connsiteX0-17" fmla="*/ 258884 w 1035535"/>
              <a:gd name="connsiteY0-18" fmla="*/ 0 h 794114"/>
              <a:gd name="connsiteX1-19" fmla="*/ 776651 w 1035535"/>
              <a:gd name="connsiteY1-20" fmla="*/ 468495 h 794114"/>
              <a:gd name="connsiteX2-21" fmla="*/ 1035535 w 1035535"/>
              <a:gd name="connsiteY2-22" fmla="*/ 468495 h 794114"/>
              <a:gd name="connsiteX3-23" fmla="*/ 517768 w 1035535"/>
              <a:gd name="connsiteY3-24" fmla="*/ 794114 h 794114"/>
              <a:gd name="connsiteX4-25" fmla="*/ 0 w 1035535"/>
              <a:gd name="connsiteY4-26" fmla="*/ 468495 h 794114"/>
              <a:gd name="connsiteX5-27" fmla="*/ 258884 w 1035535"/>
              <a:gd name="connsiteY5-28" fmla="*/ 468495 h 794114"/>
              <a:gd name="connsiteX6-29" fmla="*/ 350324 w 1035535"/>
              <a:gd name="connsiteY6-30" fmla="*/ 91440 h 794114"/>
              <a:gd name="connsiteX0-31" fmla="*/ 1016121 w 1035535"/>
              <a:gd name="connsiteY0-32" fmla="*/ 0 h 794114"/>
              <a:gd name="connsiteX1-33" fmla="*/ 776651 w 1035535"/>
              <a:gd name="connsiteY1-34" fmla="*/ 468495 h 794114"/>
              <a:gd name="connsiteX2-35" fmla="*/ 1035535 w 1035535"/>
              <a:gd name="connsiteY2-36" fmla="*/ 468495 h 794114"/>
              <a:gd name="connsiteX3-37" fmla="*/ 517768 w 1035535"/>
              <a:gd name="connsiteY3-38" fmla="*/ 794114 h 794114"/>
              <a:gd name="connsiteX4-39" fmla="*/ 0 w 1035535"/>
              <a:gd name="connsiteY4-40" fmla="*/ 468495 h 794114"/>
              <a:gd name="connsiteX5-41" fmla="*/ 258884 w 1035535"/>
              <a:gd name="connsiteY5-42" fmla="*/ 468495 h 794114"/>
              <a:gd name="connsiteX6-43" fmla="*/ 350324 w 1035535"/>
              <a:gd name="connsiteY6-44" fmla="*/ 91440 h 794114"/>
              <a:gd name="connsiteX0-45" fmla="*/ 1018222 w 1037636"/>
              <a:gd name="connsiteY0-46" fmla="*/ 0 h 794114"/>
              <a:gd name="connsiteX1-47" fmla="*/ 778752 w 1037636"/>
              <a:gd name="connsiteY1-48" fmla="*/ 468495 h 794114"/>
              <a:gd name="connsiteX2-49" fmla="*/ 1037636 w 1037636"/>
              <a:gd name="connsiteY2-50" fmla="*/ 468495 h 794114"/>
              <a:gd name="connsiteX3-51" fmla="*/ 519869 w 1037636"/>
              <a:gd name="connsiteY3-52" fmla="*/ 794114 h 794114"/>
              <a:gd name="connsiteX4-53" fmla="*/ 2101 w 1037636"/>
              <a:gd name="connsiteY4-54" fmla="*/ 468495 h 794114"/>
              <a:gd name="connsiteX5-55" fmla="*/ 260985 w 1037636"/>
              <a:gd name="connsiteY5-56" fmla="*/ 468495 h 794114"/>
              <a:gd name="connsiteX6-57" fmla="*/ 0 w 1037636"/>
              <a:gd name="connsiteY6-58" fmla="*/ 86678 h 794114"/>
              <a:gd name="connsiteX0-59" fmla="*/ 1027747 w 1047161"/>
              <a:gd name="connsiteY0-60" fmla="*/ 0 h 794114"/>
              <a:gd name="connsiteX1-61" fmla="*/ 788277 w 1047161"/>
              <a:gd name="connsiteY1-62" fmla="*/ 468495 h 794114"/>
              <a:gd name="connsiteX2-63" fmla="*/ 1047161 w 1047161"/>
              <a:gd name="connsiteY2-64" fmla="*/ 468495 h 794114"/>
              <a:gd name="connsiteX3-65" fmla="*/ 529394 w 1047161"/>
              <a:gd name="connsiteY3-66" fmla="*/ 794114 h 794114"/>
              <a:gd name="connsiteX4-67" fmla="*/ 11626 w 1047161"/>
              <a:gd name="connsiteY4-68" fmla="*/ 468495 h 794114"/>
              <a:gd name="connsiteX5-69" fmla="*/ 270510 w 1047161"/>
              <a:gd name="connsiteY5-70" fmla="*/ 468495 h 794114"/>
              <a:gd name="connsiteX6-71" fmla="*/ 0 w 1047161"/>
              <a:gd name="connsiteY6-72" fmla="*/ 10478 h 794114"/>
              <a:gd name="connsiteX0-73" fmla="*/ 1016121 w 1035535"/>
              <a:gd name="connsiteY0-74" fmla="*/ 13335 h 807449"/>
              <a:gd name="connsiteX1-75" fmla="*/ 776651 w 1035535"/>
              <a:gd name="connsiteY1-76" fmla="*/ 481830 h 807449"/>
              <a:gd name="connsiteX2-77" fmla="*/ 1035535 w 1035535"/>
              <a:gd name="connsiteY2-78" fmla="*/ 481830 h 807449"/>
              <a:gd name="connsiteX3-79" fmla="*/ 517768 w 1035535"/>
              <a:gd name="connsiteY3-80" fmla="*/ 807449 h 807449"/>
              <a:gd name="connsiteX4-81" fmla="*/ 0 w 1035535"/>
              <a:gd name="connsiteY4-82" fmla="*/ 481830 h 807449"/>
              <a:gd name="connsiteX5-83" fmla="*/ 258884 w 1035535"/>
              <a:gd name="connsiteY5-84" fmla="*/ 481830 h 807449"/>
              <a:gd name="connsiteX6-85" fmla="*/ 12187 w 1035535"/>
              <a:gd name="connsiteY6-86" fmla="*/ 0 h 807449"/>
              <a:gd name="connsiteX0-87" fmla="*/ 1016121 w 1035535"/>
              <a:gd name="connsiteY0-88" fmla="*/ 13335 h 807449"/>
              <a:gd name="connsiteX1-89" fmla="*/ 776651 w 1035535"/>
              <a:gd name="connsiteY1-90" fmla="*/ 481830 h 807449"/>
              <a:gd name="connsiteX2-91" fmla="*/ 1035535 w 1035535"/>
              <a:gd name="connsiteY2-92" fmla="*/ 481830 h 807449"/>
              <a:gd name="connsiteX3-93" fmla="*/ 517768 w 1035535"/>
              <a:gd name="connsiteY3-94" fmla="*/ 807449 h 807449"/>
              <a:gd name="connsiteX4-95" fmla="*/ 0 w 1035535"/>
              <a:gd name="connsiteY4-96" fmla="*/ 481830 h 807449"/>
              <a:gd name="connsiteX5-97" fmla="*/ 392234 w 1035535"/>
              <a:gd name="connsiteY5-98" fmla="*/ 486592 h 807449"/>
              <a:gd name="connsiteX6-99" fmla="*/ 12187 w 1035535"/>
              <a:gd name="connsiteY6-100" fmla="*/ 0 h 807449"/>
              <a:gd name="connsiteX0-101" fmla="*/ 1016121 w 1035535"/>
              <a:gd name="connsiteY0-102" fmla="*/ 13335 h 807449"/>
              <a:gd name="connsiteX1-103" fmla="*/ 619488 w 1035535"/>
              <a:gd name="connsiteY1-104" fmla="*/ 481830 h 807449"/>
              <a:gd name="connsiteX2-105" fmla="*/ 1035535 w 1035535"/>
              <a:gd name="connsiteY2-106" fmla="*/ 481830 h 807449"/>
              <a:gd name="connsiteX3-107" fmla="*/ 517768 w 1035535"/>
              <a:gd name="connsiteY3-108" fmla="*/ 807449 h 807449"/>
              <a:gd name="connsiteX4-109" fmla="*/ 0 w 1035535"/>
              <a:gd name="connsiteY4-110" fmla="*/ 481830 h 807449"/>
              <a:gd name="connsiteX5-111" fmla="*/ 392234 w 1035535"/>
              <a:gd name="connsiteY5-112" fmla="*/ 486592 h 807449"/>
              <a:gd name="connsiteX6-113" fmla="*/ 12187 w 1035535"/>
              <a:gd name="connsiteY6-114" fmla="*/ 0 h 807449"/>
              <a:gd name="connsiteX0-115" fmla="*/ 1016121 w 1035535"/>
              <a:gd name="connsiteY0-116" fmla="*/ 13335 h 807449"/>
              <a:gd name="connsiteX1-117" fmla="*/ 619488 w 1035535"/>
              <a:gd name="connsiteY1-118" fmla="*/ 481830 h 807449"/>
              <a:gd name="connsiteX2-119" fmla="*/ 1035535 w 1035535"/>
              <a:gd name="connsiteY2-120" fmla="*/ 481830 h 807449"/>
              <a:gd name="connsiteX3-121" fmla="*/ 517768 w 1035535"/>
              <a:gd name="connsiteY3-122" fmla="*/ 807449 h 807449"/>
              <a:gd name="connsiteX4-123" fmla="*/ 0 w 1035535"/>
              <a:gd name="connsiteY4-124" fmla="*/ 481830 h 807449"/>
              <a:gd name="connsiteX5-125" fmla="*/ 392234 w 1035535"/>
              <a:gd name="connsiteY5-126" fmla="*/ 486592 h 807449"/>
              <a:gd name="connsiteX6-127" fmla="*/ 12187 w 1035535"/>
              <a:gd name="connsiteY6-128" fmla="*/ 0 h 807449"/>
              <a:gd name="connsiteX0-129" fmla="*/ 1016121 w 1035535"/>
              <a:gd name="connsiteY0-130" fmla="*/ 13335 h 807449"/>
              <a:gd name="connsiteX1-131" fmla="*/ 619488 w 1035535"/>
              <a:gd name="connsiteY1-132" fmla="*/ 481830 h 807449"/>
              <a:gd name="connsiteX2-133" fmla="*/ 1035535 w 1035535"/>
              <a:gd name="connsiteY2-134" fmla="*/ 481830 h 807449"/>
              <a:gd name="connsiteX3-135" fmla="*/ 517768 w 1035535"/>
              <a:gd name="connsiteY3-136" fmla="*/ 807449 h 807449"/>
              <a:gd name="connsiteX4-137" fmla="*/ 0 w 1035535"/>
              <a:gd name="connsiteY4-138" fmla="*/ 481830 h 807449"/>
              <a:gd name="connsiteX5-139" fmla="*/ 392234 w 1035535"/>
              <a:gd name="connsiteY5-140" fmla="*/ 486592 h 807449"/>
              <a:gd name="connsiteX6-141" fmla="*/ 12187 w 1035535"/>
              <a:gd name="connsiteY6-142" fmla="*/ 0 h 807449"/>
              <a:gd name="connsiteX0-143" fmla="*/ 1044696 w 1044696"/>
              <a:gd name="connsiteY0-144" fmla="*/ 0 h 832214"/>
              <a:gd name="connsiteX1-145" fmla="*/ 619488 w 1044696"/>
              <a:gd name="connsiteY1-146" fmla="*/ 506595 h 832214"/>
              <a:gd name="connsiteX2-147" fmla="*/ 1035535 w 1044696"/>
              <a:gd name="connsiteY2-148" fmla="*/ 506595 h 832214"/>
              <a:gd name="connsiteX3-149" fmla="*/ 517768 w 1044696"/>
              <a:gd name="connsiteY3-150" fmla="*/ 832214 h 832214"/>
              <a:gd name="connsiteX4-151" fmla="*/ 0 w 1044696"/>
              <a:gd name="connsiteY4-152" fmla="*/ 506595 h 832214"/>
              <a:gd name="connsiteX5-153" fmla="*/ 392234 w 1044696"/>
              <a:gd name="connsiteY5-154" fmla="*/ 511357 h 832214"/>
              <a:gd name="connsiteX6-155" fmla="*/ 12187 w 1044696"/>
              <a:gd name="connsiteY6-156" fmla="*/ 24765 h 832214"/>
              <a:gd name="connsiteX0-157" fmla="*/ 1032509 w 1032509"/>
              <a:gd name="connsiteY0-158" fmla="*/ 0 h 832214"/>
              <a:gd name="connsiteX1-159" fmla="*/ 607301 w 1032509"/>
              <a:gd name="connsiteY1-160" fmla="*/ 506595 h 832214"/>
              <a:gd name="connsiteX2-161" fmla="*/ 1023348 w 1032509"/>
              <a:gd name="connsiteY2-162" fmla="*/ 506595 h 832214"/>
              <a:gd name="connsiteX3-163" fmla="*/ 505581 w 1032509"/>
              <a:gd name="connsiteY3-164" fmla="*/ 832214 h 832214"/>
              <a:gd name="connsiteX4-165" fmla="*/ 237844 w 1032509"/>
              <a:gd name="connsiteY4-166" fmla="*/ 508976 h 832214"/>
              <a:gd name="connsiteX5-167" fmla="*/ 380047 w 1032509"/>
              <a:gd name="connsiteY5-168" fmla="*/ 511357 h 832214"/>
              <a:gd name="connsiteX6-169" fmla="*/ 0 w 1032509"/>
              <a:gd name="connsiteY6-170" fmla="*/ 24765 h 832214"/>
              <a:gd name="connsiteX0-171" fmla="*/ 1032509 w 1032509"/>
              <a:gd name="connsiteY0-172" fmla="*/ 0 h 832214"/>
              <a:gd name="connsiteX1-173" fmla="*/ 607301 w 1032509"/>
              <a:gd name="connsiteY1-174" fmla="*/ 506595 h 832214"/>
              <a:gd name="connsiteX2-175" fmla="*/ 804276 w 1032509"/>
              <a:gd name="connsiteY2-176" fmla="*/ 513741 h 832214"/>
              <a:gd name="connsiteX3-177" fmla="*/ 505581 w 1032509"/>
              <a:gd name="connsiteY3-178" fmla="*/ 832214 h 832214"/>
              <a:gd name="connsiteX4-179" fmla="*/ 237844 w 1032509"/>
              <a:gd name="connsiteY4-180" fmla="*/ 508976 h 832214"/>
              <a:gd name="connsiteX5-181" fmla="*/ 380047 w 1032509"/>
              <a:gd name="connsiteY5-182" fmla="*/ 511357 h 832214"/>
              <a:gd name="connsiteX6-183" fmla="*/ 0 w 1032509"/>
              <a:gd name="connsiteY6-184" fmla="*/ 24765 h 832214"/>
              <a:gd name="connsiteX0-185" fmla="*/ 1032509 w 1032509"/>
              <a:gd name="connsiteY0-186" fmla="*/ 0 h 722679"/>
              <a:gd name="connsiteX1-187" fmla="*/ 607301 w 1032509"/>
              <a:gd name="connsiteY1-188" fmla="*/ 506595 h 722679"/>
              <a:gd name="connsiteX2-189" fmla="*/ 804276 w 1032509"/>
              <a:gd name="connsiteY2-190" fmla="*/ 513741 h 722679"/>
              <a:gd name="connsiteX3-191" fmla="*/ 507965 w 1032509"/>
              <a:gd name="connsiteY3-192" fmla="*/ 722679 h 722679"/>
              <a:gd name="connsiteX4-193" fmla="*/ 237844 w 1032509"/>
              <a:gd name="connsiteY4-194" fmla="*/ 508976 h 722679"/>
              <a:gd name="connsiteX5-195" fmla="*/ 380047 w 1032509"/>
              <a:gd name="connsiteY5-196" fmla="*/ 511357 h 722679"/>
              <a:gd name="connsiteX6-197" fmla="*/ 0 w 1032509"/>
              <a:gd name="connsiteY6-198" fmla="*/ 24765 h 722679"/>
              <a:gd name="connsiteX0-199" fmla="*/ 1032509 w 1032509"/>
              <a:gd name="connsiteY0-200" fmla="*/ 0 h 722679"/>
              <a:gd name="connsiteX1-201" fmla="*/ 607301 w 1032509"/>
              <a:gd name="connsiteY1-202" fmla="*/ 506595 h 722679"/>
              <a:gd name="connsiteX2-203" fmla="*/ 804276 w 1032509"/>
              <a:gd name="connsiteY2-204" fmla="*/ 513741 h 722679"/>
              <a:gd name="connsiteX3-205" fmla="*/ 498440 w 1032509"/>
              <a:gd name="connsiteY3-206" fmla="*/ 722679 h 722679"/>
              <a:gd name="connsiteX4-207" fmla="*/ 237844 w 1032509"/>
              <a:gd name="connsiteY4-208" fmla="*/ 508976 h 722679"/>
              <a:gd name="connsiteX5-209" fmla="*/ 380047 w 1032509"/>
              <a:gd name="connsiteY5-210" fmla="*/ 511357 h 722679"/>
              <a:gd name="connsiteX6-211" fmla="*/ 0 w 1032509"/>
              <a:gd name="connsiteY6-212" fmla="*/ 24765 h 722679"/>
              <a:gd name="connsiteX0-213" fmla="*/ 1032509 w 1032509"/>
              <a:gd name="connsiteY0-214" fmla="*/ 0 h 722679"/>
              <a:gd name="connsiteX1-215" fmla="*/ 607301 w 1032509"/>
              <a:gd name="connsiteY1-216" fmla="*/ 506595 h 722679"/>
              <a:gd name="connsiteX2-217" fmla="*/ 792369 w 1032509"/>
              <a:gd name="connsiteY2-218" fmla="*/ 515732 h 722679"/>
              <a:gd name="connsiteX3-219" fmla="*/ 498440 w 1032509"/>
              <a:gd name="connsiteY3-220" fmla="*/ 722679 h 722679"/>
              <a:gd name="connsiteX4-221" fmla="*/ 237844 w 1032509"/>
              <a:gd name="connsiteY4-222" fmla="*/ 508976 h 722679"/>
              <a:gd name="connsiteX5-223" fmla="*/ 380047 w 1032509"/>
              <a:gd name="connsiteY5-224" fmla="*/ 511357 h 722679"/>
              <a:gd name="connsiteX6-225" fmla="*/ 0 w 1032509"/>
              <a:gd name="connsiteY6-226" fmla="*/ 24765 h 722679"/>
              <a:gd name="connsiteX0-227" fmla="*/ 1032509 w 1032509"/>
              <a:gd name="connsiteY0-228" fmla="*/ 0 h 720688"/>
              <a:gd name="connsiteX1-229" fmla="*/ 607301 w 1032509"/>
              <a:gd name="connsiteY1-230" fmla="*/ 506595 h 720688"/>
              <a:gd name="connsiteX2-231" fmla="*/ 792369 w 1032509"/>
              <a:gd name="connsiteY2-232" fmla="*/ 515732 h 720688"/>
              <a:gd name="connsiteX3-233" fmla="*/ 503202 w 1032509"/>
              <a:gd name="connsiteY3-234" fmla="*/ 720688 h 720688"/>
              <a:gd name="connsiteX4-235" fmla="*/ 237844 w 1032509"/>
              <a:gd name="connsiteY4-236" fmla="*/ 508976 h 720688"/>
              <a:gd name="connsiteX5-237" fmla="*/ 380047 w 1032509"/>
              <a:gd name="connsiteY5-238" fmla="*/ 511357 h 720688"/>
              <a:gd name="connsiteX6-239" fmla="*/ 0 w 1032509"/>
              <a:gd name="connsiteY6-240" fmla="*/ 24765 h 720688"/>
              <a:gd name="connsiteX0-241" fmla="*/ 1044414 w 1044414"/>
              <a:gd name="connsiteY0-242" fmla="*/ 0 h 720688"/>
              <a:gd name="connsiteX1-243" fmla="*/ 619206 w 1044414"/>
              <a:gd name="connsiteY1-244" fmla="*/ 506595 h 720688"/>
              <a:gd name="connsiteX2-245" fmla="*/ 804274 w 1044414"/>
              <a:gd name="connsiteY2-246" fmla="*/ 515732 h 720688"/>
              <a:gd name="connsiteX3-247" fmla="*/ 515107 w 1044414"/>
              <a:gd name="connsiteY3-248" fmla="*/ 720688 h 720688"/>
              <a:gd name="connsiteX4-249" fmla="*/ 249749 w 1044414"/>
              <a:gd name="connsiteY4-250" fmla="*/ 508976 h 720688"/>
              <a:gd name="connsiteX5-251" fmla="*/ 391952 w 1044414"/>
              <a:gd name="connsiteY5-252" fmla="*/ 511357 h 720688"/>
              <a:gd name="connsiteX6-253" fmla="*/ 0 w 1044414"/>
              <a:gd name="connsiteY6-254" fmla="*/ 4852 h 720688"/>
              <a:gd name="connsiteX0-255" fmla="*/ 1082514 w 1082514"/>
              <a:gd name="connsiteY0-256" fmla="*/ 0 h 722679"/>
              <a:gd name="connsiteX1-257" fmla="*/ 619206 w 1082514"/>
              <a:gd name="connsiteY1-258" fmla="*/ 508586 h 722679"/>
              <a:gd name="connsiteX2-259" fmla="*/ 804274 w 1082514"/>
              <a:gd name="connsiteY2-260" fmla="*/ 517723 h 722679"/>
              <a:gd name="connsiteX3-261" fmla="*/ 515107 w 1082514"/>
              <a:gd name="connsiteY3-262" fmla="*/ 722679 h 722679"/>
              <a:gd name="connsiteX4-263" fmla="*/ 249749 w 1082514"/>
              <a:gd name="connsiteY4-264" fmla="*/ 510967 h 722679"/>
              <a:gd name="connsiteX5-265" fmla="*/ 391952 w 1082514"/>
              <a:gd name="connsiteY5-266" fmla="*/ 513348 h 722679"/>
              <a:gd name="connsiteX6-267" fmla="*/ 0 w 1082514"/>
              <a:gd name="connsiteY6-268" fmla="*/ 6843 h 722679"/>
              <a:gd name="connsiteX0-269" fmla="*/ 1082514 w 1082514"/>
              <a:gd name="connsiteY0-270" fmla="*/ 0 h 724672"/>
              <a:gd name="connsiteX1-271" fmla="*/ 619206 w 1082514"/>
              <a:gd name="connsiteY1-272" fmla="*/ 508586 h 724672"/>
              <a:gd name="connsiteX2-273" fmla="*/ 804274 w 1082514"/>
              <a:gd name="connsiteY2-274" fmla="*/ 517723 h 724672"/>
              <a:gd name="connsiteX3-275" fmla="*/ 534160 w 1082514"/>
              <a:gd name="connsiteY3-276" fmla="*/ 724672 h 724672"/>
              <a:gd name="connsiteX4-277" fmla="*/ 249749 w 1082514"/>
              <a:gd name="connsiteY4-278" fmla="*/ 510967 h 724672"/>
              <a:gd name="connsiteX5-279" fmla="*/ 391952 w 1082514"/>
              <a:gd name="connsiteY5-280" fmla="*/ 513348 h 724672"/>
              <a:gd name="connsiteX6-281" fmla="*/ 0 w 1082514"/>
              <a:gd name="connsiteY6-282" fmla="*/ 6843 h 724672"/>
              <a:gd name="connsiteX0-283" fmla="*/ 1082514 w 1082514"/>
              <a:gd name="connsiteY0-284" fmla="*/ 0 h 724672"/>
              <a:gd name="connsiteX1-285" fmla="*/ 619206 w 1082514"/>
              <a:gd name="connsiteY1-286" fmla="*/ 508586 h 724672"/>
              <a:gd name="connsiteX2-287" fmla="*/ 804274 w 1082514"/>
              <a:gd name="connsiteY2-288" fmla="*/ 517723 h 724672"/>
              <a:gd name="connsiteX3-289" fmla="*/ 534160 w 1082514"/>
              <a:gd name="connsiteY3-290" fmla="*/ 724672 h 724672"/>
              <a:gd name="connsiteX4-291" fmla="*/ 249749 w 1082514"/>
              <a:gd name="connsiteY4-292" fmla="*/ 510967 h 724672"/>
              <a:gd name="connsiteX5-293" fmla="*/ 380046 w 1082514"/>
              <a:gd name="connsiteY5-294" fmla="*/ 533263 h 724672"/>
              <a:gd name="connsiteX6-295" fmla="*/ 0 w 1082514"/>
              <a:gd name="connsiteY6-296" fmla="*/ 6843 h 724672"/>
              <a:gd name="connsiteX0-297" fmla="*/ 1082514 w 1082514"/>
              <a:gd name="connsiteY0-298" fmla="*/ 0 h 724672"/>
              <a:gd name="connsiteX1-299" fmla="*/ 619206 w 1082514"/>
              <a:gd name="connsiteY1-300" fmla="*/ 508586 h 724672"/>
              <a:gd name="connsiteX2-301" fmla="*/ 804274 w 1082514"/>
              <a:gd name="connsiteY2-302" fmla="*/ 517723 h 724672"/>
              <a:gd name="connsiteX3-303" fmla="*/ 534160 w 1082514"/>
              <a:gd name="connsiteY3-304" fmla="*/ 724672 h 724672"/>
              <a:gd name="connsiteX4-305" fmla="*/ 249749 w 1082514"/>
              <a:gd name="connsiteY4-306" fmla="*/ 510967 h 724672"/>
              <a:gd name="connsiteX5-307" fmla="*/ 380046 w 1082514"/>
              <a:gd name="connsiteY5-308" fmla="*/ 533263 h 724672"/>
              <a:gd name="connsiteX6-309" fmla="*/ 0 w 1082514"/>
              <a:gd name="connsiteY6-310" fmla="*/ 6843 h 724672"/>
              <a:gd name="connsiteX0-311" fmla="*/ 1082514 w 1082514"/>
              <a:gd name="connsiteY0-312" fmla="*/ 0 h 724672"/>
              <a:gd name="connsiteX1-313" fmla="*/ 619206 w 1082514"/>
              <a:gd name="connsiteY1-314" fmla="*/ 508586 h 724672"/>
              <a:gd name="connsiteX2-315" fmla="*/ 804274 w 1082514"/>
              <a:gd name="connsiteY2-316" fmla="*/ 517723 h 724672"/>
              <a:gd name="connsiteX3-317" fmla="*/ 534160 w 1082514"/>
              <a:gd name="connsiteY3-318" fmla="*/ 724672 h 724672"/>
              <a:gd name="connsiteX4-319" fmla="*/ 249749 w 1082514"/>
              <a:gd name="connsiteY4-320" fmla="*/ 510967 h 724672"/>
              <a:gd name="connsiteX5-321" fmla="*/ 380046 w 1082514"/>
              <a:gd name="connsiteY5-322" fmla="*/ 533263 h 724672"/>
              <a:gd name="connsiteX6-323" fmla="*/ 0 w 1082514"/>
              <a:gd name="connsiteY6-324" fmla="*/ 6843 h 724672"/>
              <a:gd name="connsiteX0-325" fmla="*/ 1082514 w 1082514"/>
              <a:gd name="connsiteY0-326" fmla="*/ 0 h 724672"/>
              <a:gd name="connsiteX1-327" fmla="*/ 619206 w 1082514"/>
              <a:gd name="connsiteY1-328" fmla="*/ 508586 h 724672"/>
              <a:gd name="connsiteX2-329" fmla="*/ 804274 w 1082514"/>
              <a:gd name="connsiteY2-330" fmla="*/ 517723 h 724672"/>
              <a:gd name="connsiteX3-331" fmla="*/ 534160 w 1082514"/>
              <a:gd name="connsiteY3-332" fmla="*/ 724672 h 724672"/>
              <a:gd name="connsiteX4-333" fmla="*/ 233080 w 1082514"/>
              <a:gd name="connsiteY4-334" fmla="*/ 526899 h 724672"/>
              <a:gd name="connsiteX5-335" fmla="*/ 380046 w 1082514"/>
              <a:gd name="connsiteY5-336" fmla="*/ 533263 h 724672"/>
              <a:gd name="connsiteX6-337" fmla="*/ 0 w 1082514"/>
              <a:gd name="connsiteY6-338" fmla="*/ 6843 h 724672"/>
              <a:gd name="connsiteX0-339" fmla="*/ 1082514 w 1082514"/>
              <a:gd name="connsiteY0-340" fmla="*/ 0 h 724672"/>
              <a:gd name="connsiteX1-341" fmla="*/ 619206 w 1082514"/>
              <a:gd name="connsiteY1-342" fmla="*/ 508586 h 724672"/>
              <a:gd name="connsiteX2-343" fmla="*/ 804274 w 1082514"/>
              <a:gd name="connsiteY2-344" fmla="*/ 517723 h 724672"/>
              <a:gd name="connsiteX3-345" fmla="*/ 534160 w 1082514"/>
              <a:gd name="connsiteY3-346" fmla="*/ 724672 h 724672"/>
              <a:gd name="connsiteX4-347" fmla="*/ 237842 w 1082514"/>
              <a:gd name="connsiteY4-348" fmla="*/ 532873 h 724672"/>
              <a:gd name="connsiteX5-349" fmla="*/ 380046 w 1082514"/>
              <a:gd name="connsiteY5-350" fmla="*/ 533263 h 724672"/>
              <a:gd name="connsiteX6-351" fmla="*/ 0 w 1082514"/>
              <a:gd name="connsiteY6-352" fmla="*/ 6843 h 724672"/>
              <a:gd name="connsiteX0-353" fmla="*/ 1082514 w 1082514"/>
              <a:gd name="connsiteY0-354" fmla="*/ 0 h 724672"/>
              <a:gd name="connsiteX1-355" fmla="*/ 690644 w 1082514"/>
              <a:gd name="connsiteY1-356" fmla="*/ 532484 h 724672"/>
              <a:gd name="connsiteX2-357" fmla="*/ 804274 w 1082514"/>
              <a:gd name="connsiteY2-358" fmla="*/ 517723 h 724672"/>
              <a:gd name="connsiteX3-359" fmla="*/ 534160 w 1082514"/>
              <a:gd name="connsiteY3-360" fmla="*/ 724672 h 724672"/>
              <a:gd name="connsiteX4-361" fmla="*/ 237842 w 1082514"/>
              <a:gd name="connsiteY4-362" fmla="*/ 532873 h 724672"/>
              <a:gd name="connsiteX5-363" fmla="*/ 380046 w 1082514"/>
              <a:gd name="connsiteY5-364" fmla="*/ 533263 h 724672"/>
              <a:gd name="connsiteX6-365" fmla="*/ 0 w 1082514"/>
              <a:gd name="connsiteY6-366" fmla="*/ 6843 h 724672"/>
              <a:gd name="connsiteX0-367" fmla="*/ 1082514 w 1082514"/>
              <a:gd name="connsiteY0-368" fmla="*/ 0 h 724672"/>
              <a:gd name="connsiteX1-369" fmla="*/ 690644 w 1082514"/>
              <a:gd name="connsiteY1-370" fmla="*/ 532484 h 724672"/>
              <a:gd name="connsiteX2-371" fmla="*/ 804274 w 1082514"/>
              <a:gd name="connsiteY2-372" fmla="*/ 517723 h 724672"/>
              <a:gd name="connsiteX3-373" fmla="*/ 534160 w 1082514"/>
              <a:gd name="connsiteY3-374" fmla="*/ 724672 h 724672"/>
              <a:gd name="connsiteX4-375" fmla="*/ 237842 w 1082514"/>
              <a:gd name="connsiteY4-376" fmla="*/ 532873 h 724672"/>
              <a:gd name="connsiteX5-377" fmla="*/ 380046 w 1082514"/>
              <a:gd name="connsiteY5-378" fmla="*/ 533263 h 724672"/>
              <a:gd name="connsiteX6-379" fmla="*/ 0 w 1082514"/>
              <a:gd name="connsiteY6-380" fmla="*/ 6843 h 724672"/>
              <a:gd name="connsiteX0-381" fmla="*/ 1082514 w 1082514"/>
              <a:gd name="connsiteY0-382" fmla="*/ 0 h 724672"/>
              <a:gd name="connsiteX1-383" fmla="*/ 690644 w 1082514"/>
              <a:gd name="connsiteY1-384" fmla="*/ 532484 h 724672"/>
              <a:gd name="connsiteX2-385" fmla="*/ 830468 w 1082514"/>
              <a:gd name="connsiteY2-386" fmla="*/ 531664 h 724672"/>
              <a:gd name="connsiteX3-387" fmla="*/ 534160 w 1082514"/>
              <a:gd name="connsiteY3-388" fmla="*/ 724672 h 724672"/>
              <a:gd name="connsiteX4-389" fmla="*/ 237842 w 1082514"/>
              <a:gd name="connsiteY4-390" fmla="*/ 532873 h 724672"/>
              <a:gd name="connsiteX5-391" fmla="*/ 380046 w 1082514"/>
              <a:gd name="connsiteY5-392" fmla="*/ 533263 h 724672"/>
              <a:gd name="connsiteX6-393" fmla="*/ 0 w 1082514"/>
              <a:gd name="connsiteY6-394" fmla="*/ 6843 h 724672"/>
              <a:gd name="connsiteX0-395" fmla="*/ 1082514 w 1082514"/>
              <a:gd name="connsiteY0-396" fmla="*/ 0 h 724672"/>
              <a:gd name="connsiteX1-397" fmla="*/ 690644 w 1082514"/>
              <a:gd name="connsiteY1-398" fmla="*/ 532484 h 724672"/>
              <a:gd name="connsiteX2-399" fmla="*/ 830468 w 1082514"/>
              <a:gd name="connsiteY2-400" fmla="*/ 531664 h 724672"/>
              <a:gd name="connsiteX3-401" fmla="*/ 534160 w 1082514"/>
              <a:gd name="connsiteY3-402" fmla="*/ 724672 h 724672"/>
              <a:gd name="connsiteX4-403" fmla="*/ 237842 w 1082514"/>
              <a:gd name="connsiteY4-404" fmla="*/ 532873 h 724672"/>
              <a:gd name="connsiteX5-405" fmla="*/ 434815 w 1082514"/>
              <a:gd name="connsiteY5-406" fmla="*/ 533263 h 724672"/>
              <a:gd name="connsiteX6-407" fmla="*/ 0 w 1082514"/>
              <a:gd name="connsiteY6-408" fmla="*/ 6843 h 724672"/>
              <a:gd name="connsiteX0-409" fmla="*/ 1082514 w 1082514"/>
              <a:gd name="connsiteY0-410" fmla="*/ 0 h 724672"/>
              <a:gd name="connsiteX1-411" fmla="*/ 690644 w 1082514"/>
              <a:gd name="connsiteY1-412" fmla="*/ 532484 h 724672"/>
              <a:gd name="connsiteX2-413" fmla="*/ 830468 w 1082514"/>
              <a:gd name="connsiteY2-414" fmla="*/ 531664 h 724672"/>
              <a:gd name="connsiteX3-415" fmla="*/ 534160 w 1082514"/>
              <a:gd name="connsiteY3-416" fmla="*/ 724672 h 724672"/>
              <a:gd name="connsiteX4-417" fmla="*/ 297373 w 1082514"/>
              <a:gd name="connsiteY4-418" fmla="*/ 532873 h 724672"/>
              <a:gd name="connsiteX5-419" fmla="*/ 434815 w 1082514"/>
              <a:gd name="connsiteY5-420" fmla="*/ 533263 h 724672"/>
              <a:gd name="connsiteX6-421" fmla="*/ 0 w 1082514"/>
              <a:gd name="connsiteY6-422" fmla="*/ 6843 h 724672"/>
              <a:gd name="connsiteX0-423" fmla="*/ 1082514 w 1082514"/>
              <a:gd name="connsiteY0-424" fmla="*/ 0 h 724672"/>
              <a:gd name="connsiteX1-425" fmla="*/ 690644 w 1082514"/>
              <a:gd name="connsiteY1-426" fmla="*/ 532484 h 724672"/>
              <a:gd name="connsiteX2-427" fmla="*/ 768555 w 1082514"/>
              <a:gd name="connsiteY2-428" fmla="*/ 531664 h 724672"/>
              <a:gd name="connsiteX3-429" fmla="*/ 534160 w 1082514"/>
              <a:gd name="connsiteY3-430" fmla="*/ 724672 h 724672"/>
              <a:gd name="connsiteX4-431" fmla="*/ 297373 w 1082514"/>
              <a:gd name="connsiteY4-432" fmla="*/ 532873 h 724672"/>
              <a:gd name="connsiteX5-433" fmla="*/ 434815 w 1082514"/>
              <a:gd name="connsiteY5-434" fmla="*/ 533263 h 724672"/>
              <a:gd name="connsiteX6-435" fmla="*/ 0 w 1082514"/>
              <a:gd name="connsiteY6-436" fmla="*/ 6843 h 724672"/>
              <a:gd name="connsiteX0-437" fmla="*/ 1082514 w 1082514"/>
              <a:gd name="connsiteY0-438" fmla="*/ 0 h 724672"/>
              <a:gd name="connsiteX1-439" fmla="*/ 638256 w 1082514"/>
              <a:gd name="connsiteY1-440" fmla="*/ 534476 h 724672"/>
              <a:gd name="connsiteX2-441" fmla="*/ 768555 w 1082514"/>
              <a:gd name="connsiteY2-442" fmla="*/ 531664 h 724672"/>
              <a:gd name="connsiteX3-443" fmla="*/ 534160 w 1082514"/>
              <a:gd name="connsiteY3-444" fmla="*/ 724672 h 724672"/>
              <a:gd name="connsiteX4-445" fmla="*/ 297373 w 1082514"/>
              <a:gd name="connsiteY4-446" fmla="*/ 532873 h 724672"/>
              <a:gd name="connsiteX5-447" fmla="*/ 434815 w 1082514"/>
              <a:gd name="connsiteY5-448" fmla="*/ 533263 h 724672"/>
              <a:gd name="connsiteX6-449" fmla="*/ 0 w 1082514"/>
              <a:gd name="connsiteY6-450" fmla="*/ 6843 h 724672"/>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1082514" h="724672">
                <a:moveTo>
                  <a:pt x="1082514" y="0"/>
                </a:moveTo>
                <a:cubicBezTo>
                  <a:pt x="788378" y="227602"/>
                  <a:pt x="727605" y="349736"/>
                  <a:pt x="638256" y="534476"/>
                </a:cubicBezTo>
                <a:lnTo>
                  <a:pt x="768555" y="531664"/>
                </a:lnTo>
                <a:lnTo>
                  <a:pt x="534160" y="724672"/>
                </a:lnTo>
                <a:lnTo>
                  <a:pt x="297373" y="532873"/>
                </a:lnTo>
                <a:lnTo>
                  <a:pt x="434815" y="533263"/>
                </a:lnTo>
                <a:cubicBezTo>
                  <a:pt x="434815" y="377098"/>
                  <a:pt x="0" y="6843"/>
                  <a:pt x="0" y="6843"/>
                </a:cubicBezTo>
              </a:path>
            </a:pathLst>
          </a:custGeom>
          <a:gradFill flip="none" rotWithShape="1">
            <a:gsLst>
              <a:gs pos="15000">
                <a:schemeClr val="accent1">
                  <a:lumMod val="5000"/>
                  <a:lumOff val="95000"/>
                  <a:alpha val="0"/>
                </a:schemeClr>
              </a:gs>
              <a:gs pos="81000">
                <a:schemeClr val="bg1">
                  <a:lumMod val="65000"/>
                  <a:alpha val="75000"/>
                </a:schemeClr>
              </a:gs>
            </a:gsLst>
            <a:lin ang="5400000" scaled="1"/>
            <a:tileRect/>
          </a:gradFill>
          <a:ln w="9525">
            <a:gradFill flip="none" rotWithShape="1">
              <a:gsLst>
                <a:gs pos="0">
                  <a:schemeClr val="accent1">
                    <a:lumMod val="5000"/>
                    <a:lumOff val="95000"/>
                    <a:alpha val="0"/>
                  </a:schemeClr>
                </a:gs>
                <a:gs pos="100000">
                  <a:schemeClr val="tx1"/>
                </a:gs>
              </a:gsLst>
              <a:lin ang="54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1800">
              <a:latin typeface="微软雅黑 Light" panose="020B0502040204020203" pitchFamily="34" charset="-122"/>
              <a:ea typeface="微软雅黑 Light" panose="020B0502040204020203" pitchFamily="34" charset="-122"/>
              <a:cs typeface="+mn-ea"/>
              <a:sym typeface="+mn-lt"/>
            </a:endParaRPr>
          </a:p>
        </p:txBody>
      </p:sp>
      <p:sp>
        <p:nvSpPr>
          <p:cNvPr id="113" name="下箭头 63"/>
          <p:cNvSpPr/>
          <p:nvPr/>
        </p:nvSpPr>
        <p:spPr>
          <a:xfrm rot="5400000" flipV="1">
            <a:off x="5494816" y="5470468"/>
            <a:ext cx="523943" cy="488469"/>
          </a:xfrm>
          <a:custGeom>
            <a:avLst/>
            <a:gdLst>
              <a:gd name="connsiteX0" fmla="*/ 0 w 1035535"/>
              <a:gd name="connsiteY0" fmla="*/ 468495 h 794114"/>
              <a:gd name="connsiteX1" fmla="*/ 258884 w 1035535"/>
              <a:gd name="connsiteY1" fmla="*/ 468495 h 794114"/>
              <a:gd name="connsiteX2" fmla="*/ 258884 w 1035535"/>
              <a:gd name="connsiteY2" fmla="*/ 0 h 794114"/>
              <a:gd name="connsiteX3" fmla="*/ 776651 w 1035535"/>
              <a:gd name="connsiteY3" fmla="*/ 0 h 794114"/>
              <a:gd name="connsiteX4" fmla="*/ 776651 w 1035535"/>
              <a:gd name="connsiteY4" fmla="*/ 468495 h 794114"/>
              <a:gd name="connsiteX5" fmla="*/ 1035535 w 1035535"/>
              <a:gd name="connsiteY5" fmla="*/ 468495 h 794114"/>
              <a:gd name="connsiteX6" fmla="*/ 517768 w 1035535"/>
              <a:gd name="connsiteY6" fmla="*/ 794114 h 794114"/>
              <a:gd name="connsiteX7" fmla="*/ 0 w 1035535"/>
              <a:gd name="connsiteY7" fmla="*/ 468495 h 794114"/>
              <a:gd name="connsiteX0-1" fmla="*/ 258884 w 1035535"/>
              <a:gd name="connsiteY0-2" fmla="*/ 0 h 794114"/>
              <a:gd name="connsiteX1-3" fmla="*/ 776651 w 1035535"/>
              <a:gd name="connsiteY1-4" fmla="*/ 0 h 794114"/>
              <a:gd name="connsiteX2-5" fmla="*/ 776651 w 1035535"/>
              <a:gd name="connsiteY2-6" fmla="*/ 468495 h 794114"/>
              <a:gd name="connsiteX3-7" fmla="*/ 1035535 w 1035535"/>
              <a:gd name="connsiteY3-8" fmla="*/ 468495 h 794114"/>
              <a:gd name="connsiteX4-9" fmla="*/ 517768 w 1035535"/>
              <a:gd name="connsiteY4-10" fmla="*/ 794114 h 794114"/>
              <a:gd name="connsiteX5-11" fmla="*/ 0 w 1035535"/>
              <a:gd name="connsiteY5-12" fmla="*/ 468495 h 794114"/>
              <a:gd name="connsiteX6-13" fmla="*/ 258884 w 1035535"/>
              <a:gd name="connsiteY6-14" fmla="*/ 468495 h 794114"/>
              <a:gd name="connsiteX7-15" fmla="*/ 350324 w 1035535"/>
              <a:gd name="connsiteY7-16" fmla="*/ 91440 h 794114"/>
              <a:gd name="connsiteX0-17" fmla="*/ 258884 w 1035535"/>
              <a:gd name="connsiteY0-18" fmla="*/ 0 h 794114"/>
              <a:gd name="connsiteX1-19" fmla="*/ 776651 w 1035535"/>
              <a:gd name="connsiteY1-20" fmla="*/ 468495 h 794114"/>
              <a:gd name="connsiteX2-21" fmla="*/ 1035535 w 1035535"/>
              <a:gd name="connsiteY2-22" fmla="*/ 468495 h 794114"/>
              <a:gd name="connsiteX3-23" fmla="*/ 517768 w 1035535"/>
              <a:gd name="connsiteY3-24" fmla="*/ 794114 h 794114"/>
              <a:gd name="connsiteX4-25" fmla="*/ 0 w 1035535"/>
              <a:gd name="connsiteY4-26" fmla="*/ 468495 h 794114"/>
              <a:gd name="connsiteX5-27" fmla="*/ 258884 w 1035535"/>
              <a:gd name="connsiteY5-28" fmla="*/ 468495 h 794114"/>
              <a:gd name="connsiteX6-29" fmla="*/ 350324 w 1035535"/>
              <a:gd name="connsiteY6-30" fmla="*/ 91440 h 794114"/>
              <a:gd name="connsiteX0-31" fmla="*/ 1016121 w 1035535"/>
              <a:gd name="connsiteY0-32" fmla="*/ 0 h 794114"/>
              <a:gd name="connsiteX1-33" fmla="*/ 776651 w 1035535"/>
              <a:gd name="connsiteY1-34" fmla="*/ 468495 h 794114"/>
              <a:gd name="connsiteX2-35" fmla="*/ 1035535 w 1035535"/>
              <a:gd name="connsiteY2-36" fmla="*/ 468495 h 794114"/>
              <a:gd name="connsiteX3-37" fmla="*/ 517768 w 1035535"/>
              <a:gd name="connsiteY3-38" fmla="*/ 794114 h 794114"/>
              <a:gd name="connsiteX4-39" fmla="*/ 0 w 1035535"/>
              <a:gd name="connsiteY4-40" fmla="*/ 468495 h 794114"/>
              <a:gd name="connsiteX5-41" fmla="*/ 258884 w 1035535"/>
              <a:gd name="connsiteY5-42" fmla="*/ 468495 h 794114"/>
              <a:gd name="connsiteX6-43" fmla="*/ 350324 w 1035535"/>
              <a:gd name="connsiteY6-44" fmla="*/ 91440 h 794114"/>
              <a:gd name="connsiteX0-45" fmla="*/ 1018222 w 1037636"/>
              <a:gd name="connsiteY0-46" fmla="*/ 0 h 794114"/>
              <a:gd name="connsiteX1-47" fmla="*/ 778752 w 1037636"/>
              <a:gd name="connsiteY1-48" fmla="*/ 468495 h 794114"/>
              <a:gd name="connsiteX2-49" fmla="*/ 1037636 w 1037636"/>
              <a:gd name="connsiteY2-50" fmla="*/ 468495 h 794114"/>
              <a:gd name="connsiteX3-51" fmla="*/ 519869 w 1037636"/>
              <a:gd name="connsiteY3-52" fmla="*/ 794114 h 794114"/>
              <a:gd name="connsiteX4-53" fmla="*/ 2101 w 1037636"/>
              <a:gd name="connsiteY4-54" fmla="*/ 468495 h 794114"/>
              <a:gd name="connsiteX5-55" fmla="*/ 260985 w 1037636"/>
              <a:gd name="connsiteY5-56" fmla="*/ 468495 h 794114"/>
              <a:gd name="connsiteX6-57" fmla="*/ 0 w 1037636"/>
              <a:gd name="connsiteY6-58" fmla="*/ 86678 h 794114"/>
              <a:gd name="connsiteX0-59" fmla="*/ 1027747 w 1047161"/>
              <a:gd name="connsiteY0-60" fmla="*/ 0 h 794114"/>
              <a:gd name="connsiteX1-61" fmla="*/ 788277 w 1047161"/>
              <a:gd name="connsiteY1-62" fmla="*/ 468495 h 794114"/>
              <a:gd name="connsiteX2-63" fmla="*/ 1047161 w 1047161"/>
              <a:gd name="connsiteY2-64" fmla="*/ 468495 h 794114"/>
              <a:gd name="connsiteX3-65" fmla="*/ 529394 w 1047161"/>
              <a:gd name="connsiteY3-66" fmla="*/ 794114 h 794114"/>
              <a:gd name="connsiteX4-67" fmla="*/ 11626 w 1047161"/>
              <a:gd name="connsiteY4-68" fmla="*/ 468495 h 794114"/>
              <a:gd name="connsiteX5-69" fmla="*/ 270510 w 1047161"/>
              <a:gd name="connsiteY5-70" fmla="*/ 468495 h 794114"/>
              <a:gd name="connsiteX6-71" fmla="*/ 0 w 1047161"/>
              <a:gd name="connsiteY6-72" fmla="*/ 10478 h 794114"/>
              <a:gd name="connsiteX0-73" fmla="*/ 1016121 w 1035535"/>
              <a:gd name="connsiteY0-74" fmla="*/ 13335 h 807449"/>
              <a:gd name="connsiteX1-75" fmla="*/ 776651 w 1035535"/>
              <a:gd name="connsiteY1-76" fmla="*/ 481830 h 807449"/>
              <a:gd name="connsiteX2-77" fmla="*/ 1035535 w 1035535"/>
              <a:gd name="connsiteY2-78" fmla="*/ 481830 h 807449"/>
              <a:gd name="connsiteX3-79" fmla="*/ 517768 w 1035535"/>
              <a:gd name="connsiteY3-80" fmla="*/ 807449 h 807449"/>
              <a:gd name="connsiteX4-81" fmla="*/ 0 w 1035535"/>
              <a:gd name="connsiteY4-82" fmla="*/ 481830 h 807449"/>
              <a:gd name="connsiteX5-83" fmla="*/ 258884 w 1035535"/>
              <a:gd name="connsiteY5-84" fmla="*/ 481830 h 807449"/>
              <a:gd name="connsiteX6-85" fmla="*/ 12187 w 1035535"/>
              <a:gd name="connsiteY6-86" fmla="*/ 0 h 807449"/>
              <a:gd name="connsiteX0-87" fmla="*/ 1016121 w 1035535"/>
              <a:gd name="connsiteY0-88" fmla="*/ 13335 h 807449"/>
              <a:gd name="connsiteX1-89" fmla="*/ 776651 w 1035535"/>
              <a:gd name="connsiteY1-90" fmla="*/ 481830 h 807449"/>
              <a:gd name="connsiteX2-91" fmla="*/ 1035535 w 1035535"/>
              <a:gd name="connsiteY2-92" fmla="*/ 481830 h 807449"/>
              <a:gd name="connsiteX3-93" fmla="*/ 517768 w 1035535"/>
              <a:gd name="connsiteY3-94" fmla="*/ 807449 h 807449"/>
              <a:gd name="connsiteX4-95" fmla="*/ 0 w 1035535"/>
              <a:gd name="connsiteY4-96" fmla="*/ 481830 h 807449"/>
              <a:gd name="connsiteX5-97" fmla="*/ 392234 w 1035535"/>
              <a:gd name="connsiteY5-98" fmla="*/ 486592 h 807449"/>
              <a:gd name="connsiteX6-99" fmla="*/ 12187 w 1035535"/>
              <a:gd name="connsiteY6-100" fmla="*/ 0 h 807449"/>
              <a:gd name="connsiteX0-101" fmla="*/ 1016121 w 1035535"/>
              <a:gd name="connsiteY0-102" fmla="*/ 13335 h 807449"/>
              <a:gd name="connsiteX1-103" fmla="*/ 619488 w 1035535"/>
              <a:gd name="connsiteY1-104" fmla="*/ 481830 h 807449"/>
              <a:gd name="connsiteX2-105" fmla="*/ 1035535 w 1035535"/>
              <a:gd name="connsiteY2-106" fmla="*/ 481830 h 807449"/>
              <a:gd name="connsiteX3-107" fmla="*/ 517768 w 1035535"/>
              <a:gd name="connsiteY3-108" fmla="*/ 807449 h 807449"/>
              <a:gd name="connsiteX4-109" fmla="*/ 0 w 1035535"/>
              <a:gd name="connsiteY4-110" fmla="*/ 481830 h 807449"/>
              <a:gd name="connsiteX5-111" fmla="*/ 392234 w 1035535"/>
              <a:gd name="connsiteY5-112" fmla="*/ 486592 h 807449"/>
              <a:gd name="connsiteX6-113" fmla="*/ 12187 w 1035535"/>
              <a:gd name="connsiteY6-114" fmla="*/ 0 h 807449"/>
              <a:gd name="connsiteX0-115" fmla="*/ 1016121 w 1035535"/>
              <a:gd name="connsiteY0-116" fmla="*/ 13335 h 807449"/>
              <a:gd name="connsiteX1-117" fmla="*/ 619488 w 1035535"/>
              <a:gd name="connsiteY1-118" fmla="*/ 481830 h 807449"/>
              <a:gd name="connsiteX2-119" fmla="*/ 1035535 w 1035535"/>
              <a:gd name="connsiteY2-120" fmla="*/ 481830 h 807449"/>
              <a:gd name="connsiteX3-121" fmla="*/ 517768 w 1035535"/>
              <a:gd name="connsiteY3-122" fmla="*/ 807449 h 807449"/>
              <a:gd name="connsiteX4-123" fmla="*/ 0 w 1035535"/>
              <a:gd name="connsiteY4-124" fmla="*/ 481830 h 807449"/>
              <a:gd name="connsiteX5-125" fmla="*/ 392234 w 1035535"/>
              <a:gd name="connsiteY5-126" fmla="*/ 486592 h 807449"/>
              <a:gd name="connsiteX6-127" fmla="*/ 12187 w 1035535"/>
              <a:gd name="connsiteY6-128" fmla="*/ 0 h 807449"/>
              <a:gd name="connsiteX0-129" fmla="*/ 1016121 w 1035535"/>
              <a:gd name="connsiteY0-130" fmla="*/ 13335 h 807449"/>
              <a:gd name="connsiteX1-131" fmla="*/ 619488 w 1035535"/>
              <a:gd name="connsiteY1-132" fmla="*/ 481830 h 807449"/>
              <a:gd name="connsiteX2-133" fmla="*/ 1035535 w 1035535"/>
              <a:gd name="connsiteY2-134" fmla="*/ 481830 h 807449"/>
              <a:gd name="connsiteX3-135" fmla="*/ 517768 w 1035535"/>
              <a:gd name="connsiteY3-136" fmla="*/ 807449 h 807449"/>
              <a:gd name="connsiteX4-137" fmla="*/ 0 w 1035535"/>
              <a:gd name="connsiteY4-138" fmla="*/ 481830 h 807449"/>
              <a:gd name="connsiteX5-139" fmla="*/ 392234 w 1035535"/>
              <a:gd name="connsiteY5-140" fmla="*/ 486592 h 807449"/>
              <a:gd name="connsiteX6-141" fmla="*/ 12187 w 1035535"/>
              <a:gd name="connsiteY6-142" fmla="*/ 0 h 807449"/>
              <a:gd name="connsiteX0-143" fmla="*/ 1044696 w 1044696"/>
              <a:gd name="connsiteY0-144" fmla="*/ 0 h 832214"/>
              <a:gd name="connsiteX1-145" fmla="*/ 619488 w 1044696"/>
              <a:gd name="connsiteY1-146" fmla="*/ 506595 h 832214"/>
              <a:gd name="connsiteX2-147" fmla="*/ 1035535 w 1044696"/>
              <a:gd name="connsiteY2-148" fmla="*/ 506595 h 832214"/>
              <a:gd name="connsiteX3-149" fmla="*/ 517768 w 1044696"/>
              <a:gd name="connsiteY3-150" fmla="*/ 832214 h 832214"/>
              <a:gd name="connsiteX4-151" fmla="*/ 0 w 1044696"/>
              <a:gd name="connsiteY4-152" fmla="*/ 506595 h 832214"/>
              <a:gd name="connsiteX5-153" fmla="*/ 392234 w 1044696"/>
              <a:gd name="connsiteY5-154" fmla="*/ 511357 h 832214"/>
              <a:gd name="connsiteX6-155" fmla="*/ 12187 w 1044696"/>
              <a:gd name="connsiteY6-156" fmla="*/ 24765 h 832214"/>
              <a:gd name="connsiteX0-157" fmla="*/ 1032509 w 1032509"/>
              <a:gd name="connsiteY0-158" fmla="*/ 0 h 832214"/>
              <a:gd name="connsiteX1-159" fmla="*/ 607301 w 1032509"/>
              <a:gd name="connsiteY1-160" fmla="*/ 506595 h 832214"/>
              <a:gd name="connsiteX2-161" fmla="*/ 1023348 w 1032509"/>
              <a:gd name="connsiteY2-162" fmla="*/ 506595 h 832214"/>
              <a:gd name="connsiteX3-163" fmla="*/ 505581 w 1032509"/>
              <a:gd name="connsiteY3-164" fmla="*/ 832214 h 832214"/>
              <a:gd name="connsiteX4-165" fmla="*/ 237844 w 1032509"/>
              <a:gd name="connsiteY4-166" fmla="*/ 508976 h 832214"/>
              <a:gd name="connsiteX5-167" fmla="*/ 380047 w 1032509"/>
              <a:gd name="connsiteY5-168" fmla="*/ 511357 h 832214"/>
              <a:gd name="connsiteX6-169" fmla="*/ 0 w 1032509"/>
              <a:gd name="connsiteY6-170" fmla="*/ 24765 h 832214"/>
              <a:gd name="connsiteX0-171" fmla="*/ 1032509 w 1032509"/>
              <a:gd name="connsiteY0-172" fmla="*/ 0 h 832214"/>
              <a:gd name="connsiteX1-173" fmla="*/ 607301 w 1032509"/>
              <a:gd name="connsiteY1-174" fmla="*/ 506595 h 832214"/>
              <a:gd name="connsiteX2-175" fmla="*/ 804276 w 1032509"/>
              <a:gd name="connsiteY2-176" fmla="*/ 513741 h 832214"/>
              <a:gd name="connsiteX3-177" fmla="*/ 505581 w 1032509"/>
              <a:gd name="connsiteY3-178" fmla="*/ 832214 h 832214"/>
              <a:gd name="connsiteX4-179" fmla="*/ 237844 w 1032509"/>
              <a:gd name="connsiteY4-180" fmla="*/ 508976 h 832214"/>
              <a:gd name="connsiteX5-181" fmla="*/ 380047 w 1032509"/>
              <a:gd name="connsiteY5-182" fmla="*/ 511357 h 832214"/>
              <a:gd name="connsiteX6-183" fmla="*/ 0 w 1032509"/>
              <a:gd name="connsiteY6-184" fmla="*/ 24765 h 832214"/>
              <a:gd name="connsiteX0-185" fmla="*/ 1032509 w 1032509"/>
              <a:gd name="connsiteY0-186" fmla="*/ 0 h 722679"/>
              <a:gd name="connsiteX1-187" fmla="*/ 607301 w 1032509"/>
              <a:gd name="connsiteY1-188" fmla="*/ 506595 h 722679"/>
              <a:gd name="connsiteX2-189" fmla="*/ 804276 w 1032509"/>
              <a:gd name="connsiteY2-190" fmla="*/ 513741 h 722679"/>
              <a:gd name="connsiteX3-191" fmla="*/ 507965 w 1032509"/>
              <a:gd name="connsiteY3-192" fmla="*/ 722679 h 722679"/>
              <a:gd name="connsiteX4-193" fmla="*/ 237844 w 1032509"/>
              <a:gd name="connsiteY4-194" fmla="*/ 508976 h 722679"/>
              <a:gd name="connsiteX5-195" fmla="*/ 380047 w 1032509"/>
              <a:gd name="connsiteY5-196" fmla="*/ 511357 h 722679"/>
              <a:gd name="connsiteX6-197" fmla="*/ 0 w 1032509"/>
              <a:gd name="connsiteY6-198" fmla="*/ 24765 h 722679"/>
              <a:gd name="connsiteX0-199" fmla="*/ 1032509 w 1032509"/>
              <a:gd name="connsiteY0-200" fmla="*/ 0 h 722679"/>
              <a:gd name="connsiteX1-201" fmla="*/ 607301 w 1032509"/>
              <a:gd name="connsiteY1-202" fmla="*/ 506595 h 722679"/>
              <a:gd name="connsiteX2-203" fmla="*/ 804276 w 1032509"/>
              <a:gd name="connsiteY2-204" fmla="*/ 513741 h 722679"/>
              <a:gd name="connsiteX3-205" fmla="*/ 498440 w 1032509"/>
              <a:gd name="connsiteY3-206" fmla="*/ 722679 h 722679"/>
              <a:gd name="connsiteX4-207" fmla="*/ 237844 w 1032509"/>
              <a:gd name="connsiteY4-208" fmla="*/ 508976 h 722679"/>
              <a:gd name="connsiteX5-209" fmla="*/ 380047 w 1032509"/>
              <a:gd name="connsiteY5-210" fmla="*/ 511357 h 722679"/>
              <a:gd name="connsiteX6-211" fmla="*/ 0 w 1032509"/>
              <a:gd name="connsiteY6-212" fmla="*/ 24765 h 722679"/>
              <a:gd name="connsiteX0-213" fmla="*/ 1032509 w 1032509"/>
              <a:gd name="connsiteY0-214" fmla="*/ 0 h 722679"/>
              <a:gd name="connsiteX1-215" fmla="*/ 607301 w 1032509"/>
              <a:gd name="connsiteY1-216" fmla="*/ 506595 h 722679"/>
              <a:gd name="connsiteX2-217" fmla="*/ 792369 w 1032509"/>
              <a:gd name="connsiteY2-218" fmla="*/ 515732 h 722679"/>
              <a:gd name="connsiteX3-219" fmla="*/ 498440 w 1032509"/>
              <a:gd name="connsiteY3-220" fmla="*/ 722679 h 722679"/>
              <a:gd name="connsiteX4-221" fmla="*/ 237844 w 1032509"/>
              <a:gd name="connsiteY4-222" fmla="*/ 508976 h 722679"/>
              <a:gd name="connsiteX5-223" fmla="*/ 380047 w 1032509"/>
              <a:gd name="connsiteY5-224" fmla="*/ 511357 h 722679"/>
              <a:gd name="connsiteX6-225" fmla="*/ 0 w 1032509"/>
              <a:gd name="connsiteY6-226" fmla="*/ 24765 h 722679"/>
              <a:gd name="connsiteX0-227" fmla="*/ 1032509 w 1032509"/>
              <a:gd name="connsiteY0-228" fmla="*/ 0 h 720688"/>
              <a:gd name="connsiteX1-229" fmla="*/ 607301 w 1032509"/>
              <a:gd name="connsiteY1-230" fmla="*/ 506595 h 720688"/>
              <a:gd name="connsiteX2-231" fmla="*/ 792369 w 1032509"/>
              <a:gd name="connsiteY2-232" fmla="*/ 515732 h 720688"/>
              <a:gd name="connsiteX3-233" fmla="*/ 503202 w 1032509"/>
              <a:gd name="connsiteY3-234" fmla="*/ 720688 h 720688"/>
              <a:gd name="connsiteX4-235" fmla="*/ 237844 w 1032509"/>
              <a:gd name="connsiteY4-236" fmla="*/ 508976 h 720688"/>
              <a:gd name="connsiteX5-237" fmla="*/ 380047 w 1032509"/>
              <a:gd name="connsiteY5-238" fmla="*/ 511357 h 720688"/>
              <a:gd name="connsiteX6-239" fmla="*/ 0 w 1032509"/>
              <a:gd name="connsiteY6-240" fmla="*/ 24765 h 720688"/>
              <a:gd name="connsiteX0-241" fmla="*/ 1044414 w 1044414"/>
              <a:gd name="connsiteY0-242" fmla="*/ 0 h 720688"/>
              <a:gd name="connsiteX1-243" fmla="*/ 619206 w 1044414"/>
              <a:gd name="connsiteY1-244" fmla="*/ 506595 h 720688"/>
              <a:gd name="connsiteX2-245" fmla="*/ 804274 w 1044414"/>
              <a:gd name="connsiteY2-246" fmla="*/ 515732 h 720688"/>
              <a:gd name="connsiteX3-247" fmla="*/ 515107 w 1044414"/>
              <a:gd name="connsiteY3-248" fmla="*/ 720688 h 720688"/>
              <a:gd name="connsiteX4-249" fmla="*/ 249749 w 1044414"/>
              <a:gd name="connsiteY4-250" fmla="*/ 508976 h 720688"/>
              <a:gd name="connsiteX5-251" fmla="*/ 391952 w 1044414"/>
              <a:gd name="connsiteY5-252" fmla="*/ 511357 h 720688"/>
              <a:gd name="connsiteX6-253" fmla="*/ 0 w 1044414"/>
              <a:gd name="connsiteY6-254" fmla="*/ 4852 h 720688"/>
              <a:gd name="connsiteX0-255" fmla="*/ 1082514 w 1082514"/>
              <a:gd name="connsiteY0-256" fmla="*/ 0 h 722679"/>
              <a:gd name="connsiteX1-257" fmla="*/ 619206 w 1082514"/>
              <a:gd name="connsiteY1-258" fmla="*/ 508586 h 722679"/>
              <a:gd name="connsiteX2-259" fmla="*/ 804274 w 1082514"/>
              <a:gd name="connsiteY2-260" fmla="*/ 517723 h 722679"/>
              <a:gd name="connsiteX3-261" fmla="*/ 515107 w 1082514"/>
              <a:gd name="connsiteY3-262" fmla="*/ 722679 h 722679"/>
              <a:gd name="connsiteX4-263" fmla="*/ 249749 w 1082514"/>
              <a:gd name="connsiteY4-264" fmla="*/ 510967 h 722679"/>
              <a:gd name="connsiteX5-265" fmla="*/ 391952 w 1082514"/>
              <a:gd name="connsiteY5-266" fmla="*/ 513348 h 722679"/>
              <a:gd name="connsiteX6-267" fmla="*/ 0 w 1082514"/>
              <a:gd name="connsiteY6-268" fmla="*/ 6843 h 722679"/>
              <a:gd name="connsiteX0-269" fmla="*/ 1082514 w 1082514"/>
              <a:gd name="connsiteY0-270" fmla="*/ 0 h 724672"/>
              <a:gd name="connsiteX1-271" fmla="*/ 619206 w 1082514"/>
              <a:gd name="connsiteY1-272" fmla="*/ 508586 h 724672"/>
              <a:gd name="connsiteX2-273" fmla="*/ 804274 w 1082514"/>
              <a:gd name="connsiteY2-274" fmla="*/ 517723 h 724672"/>
              <a:gd name="connsiteX3-275" fmla="*/ 534160 w 1082514"/>
              <a:gd name="connsiteY3-276" fmla="*/ 724672 h 724672"/>
              <a:gd name="connsiteX4-277" fmla="*/ 249749 w 1082514"/>
              <a:gd name="connsiteY4-278" fmla="*/ 510967 h 724672"/>
              <a:gd name="connsiteX5-279" fmla="*/ 391952 w 1082514"/>
              <a:gd name="connsiteY5-280" fmla="*/ 513348 h 724672"/>
              <a:gd name="connsiteX6-281" fmla="*/ 0 w 1082514"/>
              <a:gd name="connsiteY6-282" fmla="*/ 6843 h 724672"/>
              <a:gd name="connsiteX0-283" fmla="*/ 1082514 w 1082514"/>
              <a:gd name="connsiteY0-284" fmla="*/ 0 h 724672"/>
              <a:gd name="connsiteX1-285" fmla="*/ 619206 w 1082514"/>
              <a:gd name="connsiteY1-286" fmla="*/ 508586 h 724672"/>
              <a:gd name="connsiteX2-287" fmla="*/ 804274 w 1082514"/>
              <a:gd name="connsiteY2-288" fmla="*/ 517723 h 724672"/>
              <a:gd name="connsiteX3-289" fmla="*/ 534160 w 1082514"/>
              <a:gd name="connsiteY3-290" fmla="*/ 724672 h 724672"/>
              <a:gd name="connsiteX4-291" fmla="*/ 249749 w 1082514"/>
              <a:gd name="connsiteY4-292" fmla="*/ 510967 h 724672"/>
              <a:gd name="connsiteX5-293" fmla="*/ 380046 w 1082514"/>
              <a:gd name="connsiteY5-294" fmla="*/ 533263 h 724672"/>
              <a:gd name="connsiteX6-295" fmla="*/ 0 w 1082514"/>
              <a:gd name="connsiteY6-296" fmla="*/ 6843 h 724672"/>
              <a:gd name="connsiteX0-297" fmla="*/ 1082514 w 1082514"/>
              <a:gd name="connsiteY0-298" fmla="*/ 0 h 724672"/>
              <a:gd name="connsiteX1-299" fmla="*/ 619206 w 1082514"/>
              <a:gd name="connsiteY1-300" fmla="*/ 508586 h 724672"/>
              <a:gd name="connsiteX2-301" fmla="*/ 804274 w 1082514"/>
              <a:gd name="connsiteY2-302" fmla="*/ 517723 h 724672"/>
              <a:gd name="connsiteX3-303" fmla="*/ 534160 w 1082514"/>
              <a:gd name="connsiteY3-304" fmla="*/ 724672 h 724672"/>
              <a:gd name="connsiteX4-305" fmla="*/ 249749 w 1082514"/>
              <a:gd name="connsiteY4-306" fmla="*/ 510967 h 724672"/>
              <a:gd name="connsiteX5-307" fmla="*/ 380046 w 1082514"/>
              <a:gd name="connsiteY5-308" fmla="*/ 533263 h 724672"/>
              <a:gd name="connsiteX6-309" fmla="*/ 0 w 1082514"/>
              <a:gd name="connsiteY6-310" fmla="*/ 6843 h 724672"/>
              <a:gd name="connsiteX0-311" fmla="*/ 1082514 w 1082514"/>
              <a:gd name="connsiteY0-312" fmla="*/ 0 h 724672"/>
              <a:gd name="connsiteX1-313" fmla="*/ 619206 w 1082514"/>
              <a:gd name="connsiteY1-314" fmla="*/ 508586 h 724672"/>
              <a:gd name="connsiteX2-315" fmla="*/ 804274 w 1082514"/>
              <a:gd name="connsiteY2-316" fmla="*/ 517723 h 724672"/>
              <a:gd name="connsiteX3-317" fmla="*/ 534160 w 1082514"/>
              <a:gd name="connsiteY3-318" fmla="*/ 724672 h 724672"/>
              <a:gd name="connsiteX4-319" fmla="*/ 249749 w 1082514"/>
              <a:gd name="connsiteY4-320" fmla="*/ 510967 h 724672"/>
              <a:gd name="connsiteX5-321" fmla="*/ 380046 w 1082514"/>
              <a:gd name="connsiteY5-322" fmla="*/ 533263 h 724672"/>
              <a:gd name="connsiteX6-323" fmla="*/ 0 w 1082514"/>
              <a:gd name="connsiteY6-324" fmla="*/ 6843 h 724672"/>
              <a:gd name="connsiteX0-325" fmla="*/ 1082514 w 1082514"/>
              <a:gd name="connsiteY0-326" fmla="*/ 0 h 724672"/>
              <a:gd name="connsiteX1-327" fmla="*/ 619206 w 1082514"/>
              <a:gd name="connsiteY1-328" fmla="*/ 508586 h 724672"/>
              <a:gd name="connsiteX2-329" fmla="*/ 804274 w 1082514"/>
              <a:gd name="connsiteY2-330" fmla="*/ 517723 h 724672"/>
              <a:gd name="connsiteX3-331" fmla="*/ 534160 w 1082514"/>
              <a:gd name="connsiteY3-332" fmla="*/ 724672 h 724672"/>
              <a:gd name="connsiteX4-333" fmla="*/ 233080 w 1082514"/>
              <a:gd name="connsiteY4-334" fmla="*/ 526899 h 724672"/>
              <a:gd name="connsiteX5-335" fmla="*/ 380046 w 1082514"/>
              <a:gd name="connsiteY5-336" fmla="*/ 533263 h 724672"/>
              <a:gd name="connsiteX6-337" fmla="*/ 0 w 1082514"/>
              <a:gd name="connsiteY6-338" fmla="*/ 6843 h 724672"/>
              <a:gd name="connsiteX0-339" fmla="*/ 1082514 w 1082514"/>
              <a:gd name="connsiteY0-340" fmla="*/ 0 h 724672"/>
              <a:gd name="connsiteX1-341" fmla="*/ 619206 w 1082514"/>
              <a:gd name="connsiteY1-342" fmla="*/ 508586 h 724672"/>
              <a:gd name="connsiteX2-343" fmla="*/ 804274 w 1082514"/>
              <a:gd name="connsiteY2-344" fmla="*/ 517723 h 724672"/>
              <a:gd name="connsiteX3-345" fmla="*/ 534160 w 1082514"/>
              <a:gd name="connsiteY3-346" fmla="*/ 724672 h 724672"/>
              <a:gd name="connsiteX4-347" fmla="*/ 237842 w 1082514"/>
              <a:gd name="connsiteY4-348" fmla="*/ 532873 h 724672"/>
              <a:gd name="connsiteX5-349" fmla="*/ 380046 w 1082514"/>
              <a:gd name="connsiteY5-350" fmla="*/ 533263 h 724672"/>
              <a:gd name="connsiteX6-351" fmla="*/ 0 w 1082514"/>
              <a:gd name="connsiteY6-352" fmla="*/ 6843 h 724672"/>
              <a:gd name="connsiteX0-353" fmla="*/ 1082514 w 1082514"/>
              <a:gd name="connsiteY0-354" fmla="*/ 0 h 724672"/>
              <a:gd name="connsiteX1-355" fmla="*/ 690644 w 1082514"/>
              <a:gd name="connsiteY1-356" fmla="*/ 532484 h 724672"/>
              <a:gd name="connsiteX2-357" fmla="*/ 804274 w 1082514"/>
              <a:gd name="connsiteY2-358" fmla="*/ 517723 h 724672"/>
              <a:gd name="connsiteX3-359" fmla="*/ 534160 w 1082514"/>
              <a:gd name="connsiteY3-360" fmla="*/ 724672 h 724672"/>
              <a:gd name="connsiteX4-361" fmla="*/ 237842 w 1082514"/>
              <a:gd name="connsiteY4-362" fmla="*/ 532873 h 724672"/>
              <a:gd name="connsiteX5-363" fmla="*/ 380046 w 1082514"/>
              <a:gd name="connsiteY5-364" fmla="*/ 533263 h 724672"/>
              <a:gd name="connsiteX6-365" fmla="*/ 0 w 1082514"/>
              <a:gd name="connsiteY6-366" fmla="*/ 6843 h 724672"/>
              <a:gd name="connsiteX0-367" fmla="*/ 1082514 w 1082514"/>
              <a:gd name="connsiteY0-368" fmla="*/ 0 h 724672"/>
              <a:gd name="connsiteX1-369" fmla="*/ 690644 w 1082514"/>
              <a:gd name="connsiteY1-370" fmla="*/ 532484 h 724672"/>
              <a:gd name="connsiteX2-371" fmla="*/ 804274 w 1082514"/>
              <a:gd name="connsiteY2-372" fmla="*/ 517723 h 724672"/>
              <a:gd name="connsiteX3-373" fmla="*/ 534160 w 1082514"/>
              <a:gd name="connsiteY3-374" fmla="*/ 724672 h 724672"/>
              <a:gd name="connsiteX4-375" fmla="*/ 237842 w 1082514"/>
              <a:gd name="connsiteY4-376" fmla="*/ 532873 h 724672"/>
              <a:gd name="connsiteX5-377" fmla="*/ 380046 w 1082514"/>
              <a:gd name="connsiteY5-378" fmla="*/ 533263 h 724672"/>
              <a:gd name="connsiteX6-379" fmla="*/ 0 w 1082514"/>
              <a:gd name="connsiteY6-380" fmla="*/ 6843 h 724672"/>
              <a:gd name="connsiteX0-381" fmla="*/ 1082514 w 1082514"/>
              <a:gd name="connsiteY0-382" fmla="*/ 0 h 724672"/>
              <a:gd name="connsiteX1-383" fmla="*/ 690644 w 1082514"/>
              <a:gd name="connsiteY1-384" fmla="*/ 532484 h 724672"/>
              <a:gd name="connsiteX2-385" fmla="*/ 830468 w 1082514"/>
              <a:gd name="connsiteY2-386" fmla="*/ 531664 h 724672"/>
              <a:gd name="connsiteX3-387" fmla="*/ 534160 w 1082514"/>
              <a:gd name="connsiteY3-388" fmla="*/ 724672 h 724672"/>
              <a:gd name="connsiteX4-389" fmla="*/ 237842 w 1082514"/>
              <a:gd name="connsiteY4-390" fmla="*/ 532873 h 724672"/>
              <a:gd name="connsiteX5-391" fmla="*/ 380046 w 1082514"/>
              <a:gd name="connsiteY5-392" fmla="*/ 533263 h 724672"/>
              <a:gd name="connsiteX6-393" fmla="*/ 0 w 1082514"/>
              <a:gd name="connsiteY6-394" fmla="*/ 6843 h 724672"/>
              <a:gd name="connsiteX0-395" fmla="*/ 1082514 w 1082514"/>
              <a:gd name="connsiteY0-396" fmla="*/ 0 h 724672"/>
              <a:gd name="connsiteX1-397" fmla="*/ 690644 w 1082514"/>
              <a:gd name="connsiteY1-398" fmla="*/ 532484 h 724672"/>
              <a:gd name="connsiteX2-399" fmla="*/ 830468 w 1082514"/>
              <a:gd name="connsiteY2-400" fmla="*/ 531664 h 724672"/>
              <a:gd name="connsiteX3-401" fmla="*/ 534160 w 1082514"/>
              <a:gd name="connsiteY3-402" fmla="*/ 724672 h 724672"/>
              <a:gd name="connsiteX4-403" fmla="*/ 237842 w 1082514"/>
              <a:gd name="connsiteY4-404" fmla="*/ 532873 h 724672"/>
              <a:gd name="connsiteX5-405" fmla="*/ 434815 w 1082514"/>
              <a:gd name="connsiteY5-406" fmla="*/ 533263 h 724672"/>
              <a:gd name="connsiteX6-407" fmla="*/ 0 w 1082514"/>
              <a:gd name="connsiteY6-408" fmla="*/ 6843 h 724672"/>
              <a:gd name="connsiteX0-409" fmla="*/ 1082514 w 1082514"/>
              <a:gd name="connsiteY0-410" fmla="*/ 0 h 724672"/>
              <a:gd name="connsiteX1-411" fmla="*/ 690644 w 1082514"/>
              <a:gd name="connsiteY1-412" fmla="*/ 532484 h 724672"/>
              <a:gd name="connsiteX2-413" fmla="*/ 830468 w 1082514"/>
              <a:gd name="connsiteY2-414" fmla="*/ 531664 h 724672"/>
              <a:gd name="connsiteX3-415" fmla="*/ 534160 w 1082514"/>
              <a:gd name="connsiteY3-416" fmla="*/ 724672 h 724672"/>
              <a:gd name="connsiteX4-417" fmla="*/ 297373 w 1082514"/>
              <a:gd name="connsiteY4-418" fmla="*/ 532873 h 724672"/>
              <a:gd name="connsiteX5-419" fmla="*/ 434815 w 1082514"/>
              <a:gd name="connsiteY5-420" fmla="*/ 533263 h 724672"/>
              <a:gd name="connsiteX6-421" fmla="*/ 0 w 1082514"/>
              <a:gd name="connsiteY6-422" fmla="*/ 6843 h 724672"/>
              <a:gd name="connsiteX0-423" fmla="*/ 1082514 w 1082514"/>
              <a:gd name="connsiteY0-424" fmla="*/ 0 h 724672"/>
              <a:gd name="connsiteX1-425" fmla="*/ 690644 w 1082514"/>
              <a:gd name="connsiteY1-426" fmla="*/ 532484 h 724672"/>
              <a:gd name="connsiteX2-427" fmla="*/ 768555 w 1082514"/>
              <a:gd name="connsiteY2-428" fmla="*/ 531664 h 724672"/>
              <a:gd name="connsiteX3-429" fmla="*/ 534160 w 1082514"/>
              <a:gd name="connsiteY3-430" fmla="*/ 724672 h 724672"/>
              <a:gd name="connsiteX4-431" fmla="*/ 297373 w 1082514"/>
              <a:gd name="connsiteY4-432" fmla="*/ 532873 h 724672"/>
              <a:gd name="connsiteX5-433" fmla="*/ 434815 w 1082514"/>
              <a:gd name="connsiteY5-434" fmla="*/ 533263 h 724672"/>
              <a:gd name="connsiteX6-435" fmla="*/ 0 w 1082514"/>
              <a:gd name="connsiteY6-436" fmla="*/ 6843 h 724672"/>
              <a:gd name="connsiteX0-437" fmla="*/ 1082514 w 1082514"/>
              <a:gd name="connsiteY0-438" fmla="*/ 0 h 724672"/>
              <a:gd name="connsiteX1-439" fmla="*/ 638256 w 1082514"/>
              <a:gd name="connsiteY1-440" fmla="*/ 534476 h 724672"/>
              <a:gd name="connsiteX2-441" fmla="*/ 768555 w 1082514"/>
              <a:gd name="connsiteY2-442" fmla="*/ 531664 h 724672"/>
              <a:gd name="connsiteX3-443" fmla="*/ 534160 w 1082514"/>
              <a:gd name="connsiteY3-444" fmla="*/ 724672 h 724672"/>
              <a:gd name="connsiteX4-445" fmla="*/ 297373 w 1082514"/>
              <a:gd name="connsiteY4-446" fmla="*/ 532873 h 724672"/>
              <a:gd name="connsiteX5-447" fmla="*/ 434815 w 1082514"/>
              <a:gd name="connsiteY5-448" fmla="*/ 533263 h 724672"/>
              <a:gd name="connsiteX6-449" fmla="*/ 0 w 1082514"/>
              <a:gd name="connsiteY6-450" fmla="*/ 6843 h 724672"/>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1082514" h="724672">
                <a:moveTo>
                  <a:pt x="1082514" y="0"/>
                </a:moveTo>
                <a:cubicBezTo>
                  <a:pt x="788378" y="227602"/>
                  <a:pt x="727605" y="349736"/>
                  <a:pt x="638256" y="534476"/>
                </a:cubicBezTo>
                <a:lnTo>
                  <a:pt x="768555" y="531664"/>
                </a:lnTo>
                <a:lnTo>
                  <a:pt x="534160" y="724672"/>
                </a:lnTo>
                <a:lnTo>
                  <a:pt x="297373" y="532873"/>
                </a:lnTo>
                <a:lnTo>
                  <a:pt x="434815" y="533263"/>
                </a:lnTo>
                <a:cubicBezTo>
                  <a:pt x="434815" y="377098"/>
                  <a:pt x="0" y="6843"/>
                  <a:pt x="0" y="6843"/>
                </a:cubicBezTo>
              </a:path>
            </a:pathLst>
          </a:custGeom>
          <a:gradFill flip="none" rotWithShape="1">
            <a:gsLst>
              <a:gs pos="15000">
                <a:schemeClr val="accent1">
                  <a:lumMod val="5000"/>
                  <a:lumOff val="95000"/>
                  <a:alpha val="0"/>
                </a:schemeClr>
              </a:gs>
              <a:gs pos="81000">
                <a:schemeClr val="bg1">
                  <a:lumMod val="65000"/>
                  <a:alpha val="75000"/>
                </a:schemeClr>
              </a:gs>
            </a:gsLst>
            <a:lin ang="5400000" scaled="1"/>
            <a:tileRect/>
          </a:gradFill>
          <a:ln w="9525">
            <a:gradFill flip="none" rotWithShape="1">
              <a:gsLst>
                <a:gs pos="0">
                  <a:schemeClr val="accent1">
                    <a:lumMod val="5000"/>
                    <a:lumOff val="95000"/>
                    <a:alpha val="0"/>
                  </a:schemeClr>
                </a:gs>
                <a:gs pos="100000">
                  <a:schemeClr val="tx1"/>
                </a:gs>
              </a:gsLst>
              <a:lin ang="54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1800">
              <a:latin typeface="微软雅黑 Light" panose="020B0502040204020203" pitchFamily="34" charset="-122"/>
              <a:ea typeface="微软雅黑 Light" panose="020B0502040204020203" pitchFamily="34" charset="-122"/>
              <a:cs typeface="+mn-ea"/>
              <a:sym typeface="+mn-lt"/>
            </a:endParaRPr>
          </a:p>
        </p:txBody>
      </p:sp>
    </p:spTree>
  </p:cSld>
  <p:clrMapOvr>
    <a:masterClrMapping/>
  </p:clrMapOvr>
</p:sld>
</file>

<file path=ppt/slides/slide2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ICMPv6</a:t>
            </a:r>
            <a:endParaRPr lang="zh-CN" altLang="en-US" dirty="0"/>
          </a:p>
        </p:txBody>
      </p:sp>
      <p:sp>
        <p:nvSpPr>
          <p:cNvPr id="3" name="内容占位符 2"/>
          <p:cNvSpPr>
            <a:spLocks noGrp="1"/>
          </p:cNvSpPr>
          <p:nvPr>
            <p:ph idx="1"/>
          </p:nvPr>
        </p:nvSpPr>
        <p:spPr/>
        <p:txBody>
          <a:bodyPr/>
          <a:lstStyle/>
          <a:p>
            <a:r>
              <a:rPr lang="en-US" altLang="zh-CN" dirty="0"/>
              <a:t>ICMPv6</a:t>
            </a:r>
            <a:r>
              <a:rPr lang="zh-CN" altLang="en-US" dirty="0"/>
              <a:t>是</a:t>
            </a:r>
            <a:r>
              <a:rPr lang="en-US" altLang="zh-CN" dirty="0"/>
              <a:t>IPv6</a:t>
            </a:r>
            <a:r>
              <a:rPr lang="zh-CN" altLang="en-US" dirty="0"/>
              <a:t>的基础协议之一</a:t>
            </a:r>
            <a:endParaRPr lang="zh-CN" altLang="en-US" dirty="0"/>
          </a:p>
          <a:p>
            <a:r>
              <a:rPr lang="zh-CN" altLang="en-US" dirty="0"/>
              <a:t>在</a:t>
            </a:r>
            <a:r>
              <a:rPr lang="en-US" altLang="zh-CN" dirty="0"/>
              <a:t>IPv4</a:t>
            </a:r>
            <a:r>
              <a:rPr lang="zh-CN" altLang="en-US" dirty="0"/>
              <a:t>中，</a:t>
            </a:r>
            <a:r>
              <a:rPr lang="en-US" altLang="zh-CN" dirty="0"/>
              <a:t>Internet</a:t>
            </a:r>
            <a:r>
              <a:rPr lang="zh-CN" altLang="en-US" dirty="0"/>
              <a:t>控制报文协议</a:t>
            </a:r>
            <a:r>
              <a:rPr lang="en-US" altLang="zh-CN" dirty="0"/>
              <a:t>ICMP</a:t>
            </a:r>
            <a:r>
              <a:rPr lang="zh-CN" altLang="en-US" dirty="0"/>
              <a:t>向源节点报告关于向目的地传输</a:t>
            </a:r>
            <a:r>
              <a:rPr lang="en-US" altLang="zh-CN" dirty="0"/>
              <a:t>IP</a:t>
            </a:r>
            <a:r>
              <a:rPr lang="zh-CN" altLang="en-US" dirty="0"/>
              <a:t>数据包过程中的错误和信息。它为诊断、信息和管理目的定义了一些消息</a:t>
            </a:r>
            <a:endParaRPr lang="en-US" altLang="zh-CN" dirty="0"/>
          </a:p>
          <a:p>
            <a:pPr lvl="1"/>
            <a:r>
              <a:rPr lang="zh-CN" altLang="en-US" dirty="0"/>
              <a:t>目的不可达、数据包超长、超时、回应请求和回应应答</a:t>
            </a:r>
            <a:r>
              <a:rPr lang="en-US" altLang="zh-CN" dirty="0"/>
              <a:t>……</a:t>
            </a:r>
            <a:endParaRPr lang="zh-CN" altLang="en-US" dirty="0"/>
          </a:p>
          <a:p>
            <a:r>
              <a:rPr lang="en-US" altLang="zh-CN" dirty="0"/>
              <a:t>ICMPv6</a:t>
            </a:r>
            <a:r>
              <a:rPr lang="zh-CN" altLang="en-US" dirty="0"/>
              <a:t>除了提供</a:t>
            </a:r>
            <a:r>
              <a:rPr lang="en-US" altLang="zh-CN" dirty="0"/>
              <a:t>ICMPv4</a:t>
            </a:r>
            <a:r>
              <a:rPr lang="zh-CN" altLang="en-US" dirty="0"/>
              <a:t>常用的功能之外，还是其它一些功能的基础，</a:t>
            </a:r>
            <a:endParaRPr lang="en-US" altLang="zh-CN" dirty="0"/>
          </a:p>
          <a:p>
            <a:pPr lvl="1"/>
            <a:r>
              <a:rPr lang="zh-CN" altLang="en-US" dirty="0"/>
              <a:t>邻接点发现、无状态地址配置（包括重复地址检测）、</a:t>
            </a:r>
            <a:r>
              <a:rPr lang="en-US" altLang="zh-CN" dirty="0"/>
              <a:t>PMTU</a:t>
            </a:r>
            <a:r>
              <a:rPr lang="zh-CN" altLang="en-US" dirty="0"/>
              <a:t>发现</a:t>
            </a:r>
            <a:r>
              <a:rPr lang="en-US" altLang="zh-CN" dirty="0"/>
              <a:t>……</a:t>
            </a:r>
            <a:endParaRPr lang="zh-CN" altLang="en-US" dirty="0"/>
          </a:p>
          <a:p>
            <a:r>
              <a:rPr lang="en-US" altLang="zh-CN" dirty="0"/>
              <a:t>ICMPv6</a:t>
            </a:r>
            <a:r>
              <a:rPr lang="zh-CN" altLang="en-US" dirty="0"/>
              <a:t>的协议号（即</a:t>
            </a:r>
            <a:r>
              <a:rPr lang="en-US" altLang="zh-CN" dirty="0"/>
              <a:t>IPv6</a:t>
            </a:r>
            <a:r>
              <a:rPr lang="zh-CN" altLang="en-US" dirty="0"/>
              <a:t>报文中的</a:t>
            </a:r>
            <a:r>
              <a:rPr lang="en-US" altLang="zh-CN" dirty="0"/>
              <a:t>Next Header</a:t>
            </a:r>
            <a:r>
              <a:rPr lang="zh-CN" altLang="en-US" dirty="0"/>
              <a:t>字段的值）为</a:t>
            </a:r>
            <a:r>
              <a:rPr lang="en-US" altLang="zh-CN" dirty="0"/>
              <a:t>58</a:t>
            </a:r>
            <a:endParaRPr lang="zh-CN" altLang="en-US" dirty="0"/>
          </a:p>
          <a:p>
            <a:endParaRPr lang="zh-CN" altLang="en-US" dirty="0"/>
          </a:p>
        </p:txBody>
      </p:sp>
      <p:sp>
        <p:nvSpPr>
          <p:cNvPr id="4" name="灯片编号占位符 3"/>
          <p:cNvSpPr>
            <a:spLocks noGrp="1"/>
          </p:cNvSpPr>
          <p:nvPr>
            <p:ph type="sldNum" sz="quarter" idx="12"/>
          </p:nvPr>
        </p:nvSpPr>
        <p:spPr/>
        <p:txBody>
          <a:bodyPr/>
          <a:lstStyle/>
          <a:p>
            <a:pPr>
              <a:defRPr/>
            </a:pPr>
            <a:fld id="{816960B2-2B11-492C-B588-5290E1274F96}" type="slidenum">
              <a:rPr lang="en-US" altLang="zh-CN" smtClean="0"/>
            </a:fld>
            <a:endParaRPr lang="en-US" altLang="zh-CN" dirty="0"/>
          </a:p>
        </p:txBody>
      </p:sp>
    </p:spTree>
  </p:cSld>
  <p:clrMapOvr>
    <a:masterClrMapping/>
  </p:clrMapOvr>
</p:sld>
</file>

<file path=ppt/slides/slide2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ICMPv6</a:t>
            </a:r>
            <a:r>
              <a:rPr lang="zh-CN" altLang="en-US" dirty="0"/>
              <a:t>报文格式</a:t>
            </a:r>
            <a:endParaRPr lang="zh-CN" altLang="en-US" dirty="0"/>
          </a:p>
        </p:txBody>
      </p:sp>
      <p:sp>
        <p:nvSpPr>
          <p:cNvPr id="3" name="灯片编号占位符 2"/>
          <p:cNvSpPr>
            <a:spLocks noGrp="1"/>
          </p:cNvSpPr>
          <p:nvPr>
            <p:ph type="sldNum" sz="quarter" idx="12"/>
          </p:nvPr>
        </p:nvSpPr>
        <p:spPr/>
        <p:txBody>
          <a:bodyPr/>
          <a:lstStyle/>
          <a:p>
            <a:pPr>
              <a:defRPr/>
            </a:pPr>
            <a:fld id="{A48A0D3F-54C8-4397-8424-A82B96940146}" type="slidenum">
              <a:rPr lang="en-US" altLang="zh-CN" smtClean="0"/>
            </a:fld>
            <a:endParaRPr lang="en-US" altLang="zh-CN"/>
          </a:p>
        </p:txBody>
      </p:sp>
      <p:graphicFrame>
        <p:nvGraphicFramePr>
          <p:cNvPr id="4" name="表格 3"/>
          <p:cNvGraphicFramePr>
            <a:graphicFrameLocks noGrp="1"/>
          </p:cNvGraphicFramePr>
          <p:nvPr/>
        </p:nvGraphicFramePr>
        <p:xfrm>
          <a:off x="6188217" y="2193887"/>
          <a:ext cx="4851456" cy="3753078"/>
        </p:xfrm>
        <a:graphic>
          <a:graphicData uri="http://schemas.openxmlformats.org/drawingml/2006/table">
            <a:tbl>
              <a:tblPr firstRow="1" firstCol="1" lastRow="1" lastCol="1" bandRow="1" bandCol="1"/>
              <a:tblGrid>
                <a:gridCol w="845910"/>
                <a:gridCol w="481370"/>
                <a:gridCol w="1252569"/>
                <a:gridCol w="2271607"/>
              </a:tblGrid>
              <a:tr h="268077">
                <a:tc>
                  <a:txBody>
                    <a:bodyPr/>
                    <a:lstStyle/>
                    <a:p>
                      <a:pPr algn="ctr">
                        <a:lnSpc>
                          <a:spcPct val="120000"/>
                        </a:lnSpc>
                        <a:spcBef>
                          <a:spcPts val="0"/>
                        </a:spcBef>
                        <a:spcAft>
                          <a:spcPts val="0"/>
                        </a:spcAft>
                      </a:pPr>
                      <a:r>
                        <a:rPr lang="zh-CN" sz="1400" b="0" kern="100" baseline="0" dirty="0">
                          <a:solidFill>
                            <a:schemeClr val="tx1"/>
                          </a:solidFill>
                          <a:effectLst/>
                          <a:latin typeface="微软雅黑 Light" panose="020B0502040204020203" pitchFamily="34" charset="-122"/>
                          <a:ea typeface="微软雅黑 Light" panose="020B0502040204020203" pitchFamily="34" charset="-122"/>
                          <a:cs typeface="+mn-ea"/>
                          <a:sym typeface="+mn-lt"/>
                        </a:rPr>
                        <a:t>消息类型 </a:t>
                      </a:r>
                      <a:endParaRPr lang="zh-CN" sz="1400" b="0" kern="100" baseline="0" dirty="0">
                        <a:solidFill>
                          <a:schemeClr val="tx1"/>
                        </a:solidFill>
                        <a:effectLst/>
                        <a:latin typeface="微软雅黑 Light" panose="020B0502040204020203" pitchFamily="34" charset="-122"/>
                        <a:ea typeface="微软雅黑 Light" panose="020B0502040204020203" pitchFamily="34" charset="-122"/>
                        <a:cs typeface="+mn-ea"/>
                        <a:sym typeface="+mn-lt"/>
                      </a:endParaRPr>
                    </a:p>
                  </a:txBody>
                  <a:tcPr marL="38879" marR="38879"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lnSpc>
                          <a:spcPct val="120000"/>
                        </a:lnSpc>
                        <a:spcBef>
                          <a:spcPts val="0"/>
                        </a:spcBef>
                        <a:spcAft>
                          <a:spcPts val="0"/>
                        </a:spcAft>
                      </a:pPr>
                      <a:r>
                        <a:rPr lang="en-US" sz="1400" b="0" kern="100" baseline="0" dirty="0">
                          <a:solidFill>
                            <a:schemeClr val="tx1"/>
                          </a:solidFill>
                          <a:effectLst/>
                          <a:latin typeface="微软雅黑 Light" panose="020B0502040204020203" pitchFamily="34" charset="-122"/>
                          <a:ea typeface="微软雅黑 Light" panose="020B0502040204020203" pitchFamily="34" charset="-122"/>
                          <a:cs typeface="+mn-ea"/>
                          <a:sym typeface="+mn-lt"/>
                        </a:rPr>
                        <a:t>Type</a:t>
                      </a:r>
                      <a:endParaRPr lang="zh-CN" sz="1400" b="0" kern="100" baseline="0" dirty="0">
                        <a:solidFill>
                          <a:schemeClr val="tx1"/>
                        </a:solidFill>
                        <a:effectLst/>
                        <a:latin typeface="微软雅黑 Light" panose="020B0502040204020203" pitchFamily="34" charset="-122"/>
                        <a:ea typeface="微软雅黑 Light" panose="020B0502040204020203" pitchFamily="34" charset="-122"/>
                        <a:cs typeface="+mn-ea"/>
                        <a:sym typeface="+mn-lt"/>
                      </a:endParaRPr>
                    </a:p>
                  </a:txBody>
                  <a:tcPr marL="38879" marR="38879"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lnSpc>
                          <a:spcPct val="120000"/>
                        </a:lnSpc>
                        <a:spcBef>
                          <a:spcPts val="0"/>
                        </a:spcBef>
                        <a:spcAft>
                          <a:spcPts val="0"/>
                        </a:spcAft>
                      </a:pPr>
                      <a:r>
                        <a:rPr lang="zh-CN" sz="1400" b="0" kern="100" baseline="0" dirty="0">
                          <a:solidFill>
                            <a:schemeClr val="tx1"/>
                          </a:solidFill>
                          <a:effectLst/>
                          <a:latin typeface="微软雅黑 Light" panose="020B0502040204020203" pitchFamily="34" charset="-122"/>
                          <a:ea typeface="微软雅黑 Light" panose="020B0502040204020203" pitchFamily="34" charset="-122"/>
                          <a:cs typeface="+mn-ea"/>
                          <a:sym typeface="+mn-lt"/>
                        </a:rPr>
                        <a:t>名称</a:t>
                      </a:r>
                      <a:endParaRPr lang="zh-CN" sz="1400" b="0" kern="100" baseline="0" dirty="0">
                        <a:solidFill>
                          <a:schemeClr val="tx1"/>
                        </a:solidFill>
                        <a:effectLst/>
                        <a:latin typeface="微软雅黑 Light" panose="020B0502040204020203" pitchFamily="34" charset="-122"/>
                        <a:ea typeface="微软雅黑 Light" panose="020B0502040204020203" pitchFamily="34" charset="-122"/>
                        <a:cs typeface="+mn-ea"/>
                        <a:sym typeface="+mn-lt"/>
                      </a:endParaRPr>
                    </a:p>
                  </a:txBody>
                  <a:tcPr marL="38879" marR="38879"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lnSpc>
                          <a:spcPct val="120000"/>
                        </a:lnSpc>
                        <a:spcBef>
                          <a:spcPts val="0"/>
                        </a:spcBef>
                        <a:spcAft>
                          <a:spcPts val="0"/>
                        </a:spcAft>
                      </a:pPr>
                      <a:r>
                        <a:rPr lang="en-US" altLang="zh-CN" sz="1400" b="0" kern="100" baseline="0" dirty="0">
                          <a:solidFill>
                            <a:schemeClr val="tx1"/>
                          </a:solidFill>
                          <a:effectLst/>
                          <a:latin typeface="微软雅黑 Light" panose="020B0502040204020203" pitchFamily="34" charset="-122"/>
                          <a:ea typeface="微软雅黑 Light" panose="020B0502040204020203" pitchFamily="34" charset="-122"/>
                          <a:cs typeface="+mn-ea"/>
                          <a:sym typeface="+mn-lt"/>
                        </a:rPr>
                        <a:t>Code</a:t>
                      </a:r>
                      <a:endParaRPr lang="zh-CN" sz="1400" b="0" kern="100" baseline="0" dirty="0">
                        <a:solidFill>
                          <a:schemeClr val="tx1"/>
                        </a:solidFill>
                        <a:effectLst/>
                        <a:latin typeface="微软雅黑 Light" panose="020B0502040204020203" pitchFamily="34" charset="-122"/>
                        <a:ea typeface="微软雅黑 Light" panose="020B0502040204020203" pitchFamily="34" charset="-122"/>
                        <a:cs typeface="+mn-ea"/>
                        <a:sym typeface="+mn-lt"/>
                      </a:endParaRPr>
                    </a:p>
                  </a:txBody>
                  <a:tcPr marL="38879" marR="38879"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r>
              <a:tr h="268077">
                <a:tc rowSpan="11">
                  <a:txBody>
                    <a:bodyPr/>
                    <a:lstStyle/>
                    <a:p>
                      <a:pPr algn="ctr">
                        <a:lnSpc>
                          <a:spcPct val="120000"/>
                        </a:lnSpc>
                        <a:spcBef>
                          <a:spcPts val="0"/>
                        </a:spcBef>
                        <a:spcAft>
                          <a:spcPts val="0"/>
                        </a:spcAft>
                      </a:pPr>
                      <a:r>
                        <a:rPr lang="zh-CN" sz="1400" b="0" kern="100" baseline="0" dirty="0">
                          <a:effectLst/>
                          <a:latin typeface="微软雅黑 Light" panose="020B0502040204020203" pitchFamily="34" charset="-122"/>
                          <a:ea typeface="微软雅黑 Light" panose="020B0502040204020203" pitchFamily="34" charset="-122"/>
                          <a:cs typeface="+mn-ea"/>
                          <a:sym typeface="+mn-lt"/>
                        </a:rPr>
                        <a:t>差错消息</a:t>
                      </a:r>
                      <a:endParaRPr lang="zh-CN" sz="1400" b="0" kern="100" baseline="0" dirty="0">
                        <a:effectLst/>
                        <a:latin typeface="微软雅黑 Light" panose="020B0502040204020203" pitchFamily="34" charset="-122"/>
                        <a:ea typeface="微软雅黑 Light" panose="020B0502040204020203" pitchFamily="34" charset="-122"/>
                        <a:cs typeface="+mn-ea"/>
                        <a:sym typeface="+mn-lt"/>
                      </a:endParaRPr>
                    </a:p>
                  </a:txBody>
                  <a:tcPr marL="38879" marR="38879"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tc rowSpan="5">
                  <a:txBody>
                    <a:bodyPr/>
                    <a:lstStyle/>
                    <a:p>
                      <a:pPr algn="ctr">
                        <a:lnSpc>
                          <a:spcPct val="120000"/>
                        </a:lnSpc>
                        <a:spcBef>
                          <a:spcPts val="0"/>
                        </a:spcBef>
                        <a:spcAft>
                          <a:spcPts val="0"/>
                        </a:spcAft>
                      </a:pPr>
                      <a:r>
                        <a:rPr lang="en-US" sz="1400" b="0" kern="100" baseline="0" dirty="0">
                          <a:effectLst/>
                          <a:latin typeface="微软雅黑 Light" panose="020B0502040204020203" pitchFamily="34" charset="-122"/>
                          <a:ea typeface="微软雅黑 Light" panose="020B0502040204020203" pitchFamily="34" charset="-122"/>
                          <a:cs typeface="+mn-ea"/>
                          <a:sym typeface="+mn-lt"/>
                        </a:rPr>
                        <a:t>1</a:t>
                      </a:r>
                      <a:endParaRPr lang="zh-CN" sz="1400" b="0" kern="100" baseline="0" dirty="0">
                        <a:effectLst/>
                        <a:latin typeface="微软雅黑 Light" panose="020B0502040204020203" pitchFamily="34" charset="-122"/>
                        <a:ea typeface="微软雅黑 Light" panose="020B0502040204020203" pitchFamily="34" charset="-122"/>
                        <a:cs typeface="+mn-ea"/>
                        <a:sym typeface="+mn-lt"/>
                      </a:endParaRPr>
                    </a:p>
                  </a:txBody>
                  <a:tcPr marL="38879" marR="38879"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tc rowSpan="5">
                  <a:txBody>
                    <a:bodyPr/>
                    <a:lstStyle/>
                    <a:p>
                      <a:pPr algn="ctr">
                        <a:lnSpc>
                          <a:spcPct val="120000"/>
                        </a:lnSpc>
                        <a:spcBef>
                          <a:spcPts val="0"/>
                        </a:spcBef>
                        <a:spcAft>
                          <a:spcPts val="0"/>
                        </a:spcAft>
                      </a:pPr>
                      <a:r>
                        <a:rPr lang="zh-CN" sz="1400" b="0" kern="100" baseline="0" dirty="0">
                          <a:effectLst/>
                          <a:latin typeface="微软雅黑 Light" panose="020B0502040204020203" pitchFamily="34" charset="-122"/>
                          <a:ea typeface="微软雅黑 Light" panose="020B0502040204020203" pitchFamily="34" charset="-122"/>
                          <a:cs typeface="+mn-ea"/>
                          <a:sym typeface="+mn-lt"/>
                        </a:rPr>
                        <a:t>目的不可达</a:t>
                      </a:r>
                      <a:endParaRPr lang="zh-CN" sz="1400" b="0" kern="100" baseline="0" dirty="0">
                        <a:effectLst/>
                        <a:latin typeface="微软雅黑 Light" panose="020B0502040204020203" pitchFamily="34" charset="-122"/>
                        <a:ea typeface="微软雅黑 Light" panose="020B0502040204020203" pitchFamily="34" charset="-122"/>
                        <a:cs typeface="+mn-ea"/>
                        <a:sym typeface="+mn-lt"/>
                      </a:endParaRPr>
                    </a:p>
                  </a:txBody>
                  <a:tcPr marL="38879" marR="38879"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lnSpc>
                          <a:spcPct val="120000"/>
                        </a:lnSpc>
                        <a:spcBef>
                          <a:spcPts val="0"/>
                        </a:spcBef>
                        <a:spcAft>
                          <a:spcPts val="0"/>
                        </a:spcAft>
                      </a:pPr>
                      <a:r>
                        <a:rPr lang="en-US" sz="1400" b="0" kern="100" baseline="0" dirty="0">
                          <a:effectLst/>
                          <a:latin typeface="微软雅黑 Light" panose="020B0502040204020203" pitchFamily="34" charset="-122"/>
                          <a:ea typeface="微软雅黑 Light" panose="020B0502040204020203" pitchFamily="34" charset="-122"/>
                          <a:cs typeface="+mn-ea"/>
                          <a:sym typeface="+mn-lt"/>
                        </a:rPr>
                        <a:t>0 </a:t>
                      </a:r>
                      <a:r>
                        <a:rPr lang="zh-CN" sz="1400" b="0" kern="100" baseline="0" dirty="0">
                          <a:effectLst/>
                          <a:latin typeface="微软雅黑 Light" panose="020B0502040204020203" pitchFamily="34" charset="-122"/>
                          <a:ea typeface="微软雅黑 Light" panose="020B0502040204020203" pitchFamily="34" charset="-122"/>
                          <a:cs typeface="+mn-ea"/>
                          <a:sym typeface="+mn-lt"/>
                        </a:rPr>
                        <a:t>无路由</a:t>
                      </a:r>
                      <a:endParaRPr lang="zh-CN" sz="1400" b="0" kern="100" baseline="0" dirty="0">
                        <a:effectLst/>
                        <a:latin typeface="微软雅黑 Light" panose="020B0502040204020203" pitchFamily="34" charset="-122"/>
                        <a:ea typeface="微软雅黑 Light" panose="020B0502040204020203" pitchFamily="34" charset="-122"/>
                        <a:cs typeface="+mn-ea"/>
                        <a:sym typeface="+mn-lt"/>
                      </a:endParaRPr>
                    </a:p>
                  </a:txBody>
                  <a:tcPr marL="38879" marR="38879"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tr>
              <a:tr h="268077">
                <a:tc vMerge="1">
                  <a:tcPr/>
                </a:tc>
                <a:tc vMerge="1">
                  <a:tcPr/>
                </a:tc>
                <a:tc vMerge="1">
                  <a:tcPr/>
                </a:tc>
                <a:tc>
                  <a:txBody>
                    <a:bodyPr/>
                    <a:lstStyle/>
                    <a:p>
                      <a:pPr algn="l">
                        <a:lnSpc>
                          <a:spcPct val="120000"/>
                        </a:lnSpc>
                        <a:spcBef>
                          <a:spcPts val="0"/>
                        </a:spcBef>
                        <a:spcAft>
                          <a:spcPts val="0"/>
                        </a:spcAft>
                      </a:pPr>
                      <a:r>
                        <a:rPr lang="en-US" sz="1400" b="0" kern="100" baseline="0" dirty="0">
                          <a:effectLst/>
                          <a:latin typeface="微软雅黑 Light" panose="020B0502040204020203" pitchFamily="34" charset="-122"/>
                          <a:ea typeface="微软雅黑 Light" panose="020B0502040204020203" pitchFamily="34" charset="-122"/>
                          <a:cs typeface="+mn-ea"/>
                          <a:sym typeface="+mn-lt"/>
                        </a:rPr>
                        <a:t>1 </a:t>
                      </a:r>
                      <a:r>
                        <a:rPr lang="zh-CN" sz="1400" b="0" kern="100" baseline="0" dirty="0">
                          <a:effectLst/>
                          <a:latin typeface="微软雅黑 Light" panose="020B0502040204020203" pitchFamily="34" charset="-122"/>
                          <a:ea typeface="微软雅黑 Light" panose="020B0502040204020203" pitchFamily="34" charset="-122"/>
                          <a:cs typeface="+mn-ea"/>
                          <a:sym typeface="+mn-lt"/>
                        </a:rPr>
                        <a:t>因管理原因禁止访问</a:t>
                      </a:r>
                      <a:endParaRPr lang="zh-CN" sz="1400" b="0" kern="100" baseline="0" dirty="0">
                        <a:effectLst/>
                        <a:latin typeface="微软雅黑 Light" panose="020B0502040204020203" pitchFamily="34" charset="-122"/>
                        <a:ea typeface="微软雅黑 Light" panose="020B0502040204020203" pitchFamily="34" charset="-122"/>
                        <a:cs typeface="+mn-ea"/>
                        <a:sym typeface="+mn-lt"/>
                      </a:endParaRPr>
                    </a:p>
                  </a:txBody>
                  <a:tcPr marL="38879" marR="38879"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tr>
              <a:tr h="268077">
                <a:tc vMerge="1">
                  <a:tcPr/>
                </a:tc>
                <a:tc vMerge="1">
                  <a:tcPr/>
                </a:tc>
                <a:tc vMerge="1">
                  <a:tcPr/>
                </a:tc>
                <a:tc>
                  <a:txBody>
                    <a:bodyPr/>
                    <a:lstStyle/>
                    <a:p>
                      <a:pPr algn="l">
                        <a:lnSpc>
                          <a:spcPct val="120000"/>
                        </a:lnSpc>
                        <a:spcBef>
                          <a:spcPts val="0"/>
                        </a:spcBef>
                        <a:spcAft>
                          <a:spcPts val="0"/>
                        </a:spcAft>
                      </a:pPr>
                      <a:r>
                        <a:rPr lang="en-US" sz="1400" b="0" kern="100" baseline="0" dirty="0">
                          <a:effectLst/>
                          <a:latin typeface="微软雅黑 Light" panose="020B0502040204020203" pitchFamily="34" charset="-122"/>
                          <a:ea typeface="微软雅黑 Light" panose="020B0502040204020203" pitchFamily="34" charset="-122"/>
                          <a:cs typeface="+mn-ea"/>
                          <a:sym typeface="+mn-lt"/>
                        </a:rPr>
                        <a:t>2 </a:t>
                      </a:r>
                      <a:r>
                        <a:rPr lang="zh-CN" sz="1400" b="0" kern="100" baseline="0" dirty="0">
                          <a:effectLst/>
                          <a:latin typeface="微软雅黑 Light" panose="020B0502040204020203" pitchFamily="34" charset="-122"/>
                          <a:ea typeface="微软雅黑 Light" panose="020B0502040204020203" pitchFamily="34" charset="-122"/>
                          <a:cs typeface="+mn-ea"/>
                          <a:sym typeface="+mn-lt"/>
                        </a:rPr>
                        <a:t>未指定</a:t>
                      </a:r>
                      <a:endParaRPr lang="zh-CN" sz="1400" b="0" kern="100" baseline="0" dirty="0">
                        <a:effectLst/>
                        <a:latin typeface="微软雅黑 Light" panose="020B0502040204020203" pitchFamily="34" charset="-122"/>
                        <a:ea typeface="微软雅黑 Light" panose="020B0502040204020203" pitchFamily="34" charset="-122"/>
                        <a:cs typeface="+mn-ea"/>
                        <a:sym typeface="+mn-lt"/>
                      </a:endParaRPr>
                    </a:p>
                  </a:txBody>
                  <a:tcPr marL="38879" marR="38879"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tr>
              <a:tr h="268077">
                <a:tc vMerge="1">
                  <a:tcPr/>
                </a:tc>
                <a:tc vMerge="1">
                  <a:tcPr/>
                </a:tc>
                <a:tc vMerge="1">
                  <a:tcPr/>
                </a:tc>
                <a:tc>
                  <a:txBody>
                    <a:bodyPr/>
                    <a:lstStyle/>
                    <a:p>
                      <a:pPr algn="l">
                        <a:lnSpc>
                          <a:spcPct val="120000"/>
                        </a:lnSpc>
                        <a:spcBef>
                          <a:spcPts val="0"/>
                        </a:spcBef>
                        <a:spcAft>
                          <a:spcPts val="0"/>
                        </a:spcAft>
                      </a:pPr>
                      <a:r>
                        <a:rPr lang="en-US" sz="1400" b="0" kern="100" baseline="0" dirty="0">
                          <a:effectLst/>
                          <a:latin typeface="微软雅黑 Light" panose="020B0502040204020203" pitchFamily="34" charset="-122"/>
                          <a:ea typeface="微软雅黑 Light" panose="020B0502040204020203" pitchFamily="34" charset="-122"/>
                          <a:cs typeface="+mn-ea"/>
                          <a:sym typeface="+mn-lt"/>
                        </a:rPr>
                        <a:t>3 </a:t>
                      </a:r>
                      <a:r>
                        <a:rPr lang="zh-CN" sz="1400" b="0" kern="100" baseline="0" dirty="0">
                          <a:effectLst/>
                          <a:latin typeface="微软雅黑 Light" panose="020B0502040204020203" pitchFamily="34" charset="-122"/>
                          <a:ea typeface="微软雅黑 Light" panose="020B0502040204020203" pitchFamily="34" charset="-122"/>
                          <a:cs typeface="+mn-ea"/>
                          <a:sym typeface="+mn-lt"/>
                        </a:rPr>
                        <a:t>地址不可达</a:t>
                      </a:r>
                      <a:endParaRPr lang="zh-CN" sz="1400" b="0" kern="100" baseline="0" dirty="0">
                        <a:effectLst/>
                        <a:latin typeface="微软雅黑 Light" panose="020B0502040204020203" pitchFamily="34" charset="-122"/>
                        <a:ea typeface="微软雅黑 Light" panose="020B0502040204020203" pitchFamily="34" charset="-122"/>
                        <a:cs typeface="+mn-ea"/>
                        <a:sym typeface="+mn-lt"/>
                      </a:endParaRPr>
                    </a:p>
                  </a:txBody>
                  <a:tcPr marL="38879" marR="38879"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tr>
              <a:tr h="268077">
                <a:tc vMerge="1">
                  <a:tcPr/>
                </a:tc>
                <a:tc vMerge="1">
                  <a:tcPr/>
                </a:tc>
                <a:tc vMerge="1">
                  <a:tcPr/>
                </a:tc>
                <a:tc>
                  <a:txBody>
                    <a:bodyPr/>
                    <a:lstStyle/>
                    <a:p>
                      <a:pPr algn="l">
                        <a:lnSpc>
                          <a:spcPct val="120000"/>
                        </a:lnSpc>
                        <a:spcBef>
                          <a:spcPts val="0"/>
                        </a:spcBef>
                        <a:spcAft>
                          <a:spcPts val="0"/>
                        </a:spcAft>
                      </a:pPr>
                      <a:r>
                        <a:rPr lang="en-US" sz="1400" b="0" kern="100" baseline="0" dirty="0">
                          <a:effectLst/>
                          <a:latin typeface="微软雅黑 Light" panose="020B0502040204020203" pitchFamily="34" charset="-122"/>
                          <a:ea typeface="微软雅黑 Light" panose="020B0502040204020203" pitchFamily="34" charset="-122"/>
                          <a:cs typeface="+mn-ea"/>
                          <a:sym typeface="+mn-lt"/>
                        </a:rPr>
                        <a:t>4 </a:t>
                      </a:r>
                      <a:r>
                        <a:rPr lang="zh-CN" sz="1400" b="0" kern="100" baseline="0" dirty="0">
                          <a:effectLst/>
                          <a:latin typeface="微软雅黑 Light" panose="020B0502040204020203" pitchFamily="34" charset="-122"/>
                          <a:ea typeface="微软雅黑 Light" panose="020B0502040204020203" pitchFamily="34" charset="-122"/>
                          <a:cs typeface="+mn-ea"/>
                          <a:sym typeface="+mn-lt"/>
                        </a:rPr>
                        <a:t>端口不可达</a:t>
                      </a:r>
                      <a:endParaRPr lang="zh-CN" sz="1400" b="0" kern="100" baseline="0" dirty="0">
                        <a:effectLst/>
                        <a:latin typeface="微软雅黑 Light" panose="020B0502040204020203" pitchFamily="34" charset="-122"/>
                        <a:ea typeface="微软雅黑 Light" panose="020B0502040204020203" pitchFamily="34" charset="-122"/>
                        <a:cs typeface="+mn-ea"/>
                        <a:sym typeface="+mn-lt"/>
                      </a:endParaRPr>
                    </a:p>
                  </a:txBody>
                  <a:tcPr marL="38879" marR="38879"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tr>
              <a:tr h="268077">
                <a:tc vMerge="1">
                  <a:tcPr/>
                </a:tc>
                <a:tc>
                  <a:txBody>
                    <a:bodyPr/>
                    <a:lstStyle/>
                    <a:p>
                      <a:pPr algn="ctr">
                        <a:lnSpc>
                          <a:spcPct val="120000"/>
                        </a:lnSpc>
                        <a:spcBef>
                          <a:spcPts val="0"/>
                        </a:spcBef>
                        <a:spcAft>
                          <a:spcPts val="0"/>
                        </a:spcAft>
                      </a:pPr>
                      <a:r>
                        <a:rPr lang="en-US" sz="1400" b="0" kern="100" baseline="0" dirty="0">
                          <a:effectLst/>
                          <a:latin typeface="微软雅黑 Light" panose="020B0502040204020203" pitchFamily="34" charset="-122"/>
                          <a:ea typeface="微软雅黑 Light" panose="020B0502040204020203" pitchFamily="34" charset="-122"/>
                          <a:cs typeface="+mn-ea"/>
                          <a:sym typeface="+mn-lt"/>
                        </a:rPr>
                        <a:t>2</a:t>
                      </a:r>
                      <a:endParaRPr lang="zh-CN" sz="1400" b="0" kern="100" baseline="0" dirty="0">
                        <a:effectLst/>
                        <a:latin typeface="微软雅黑 Light" panose="020B0502040204020203" pitchFamily="34" charset="-122"/>
                        <a:ea typeface="微软雅黑 Light" panose="020B0502040204020203" pitchFamily="34" charset="-122"/>
                        <a:cs typeface="+mn-ea"/>
                        <a:sym typeface="+mn-lt"/>
                      </a:endParaRPr>
                    </a:p>
                  </a:txBody>
                  <a:tcPr marL="38879" marR="38879"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20000"/>
                        </a:lnSpc>
                        <a:spcBef>
                          <a:spcPts val="0"/>
                        </a:spcBef>
                        <a:spcAft>
                          <a:spcPts val="0"/>
                        </a:spcAft>
                      </a:pPr>
                      <a:r>
                        <a:rPr lang="zh-CN" sz="1400" b="0" kern="100" baseline="0" dirty="0">
                          <a:effectLst/>
                          <a:latin typeface="微软雅黑 Light" panose="020B0502040204020203" pitchFamily="34" charset="-122"/>
                          <a:ea typeface="微软雅黑 Light" panose="020B0502040204020203" pitchFamily="34" charset="-122"/>
                          <a:cs typeface="+mn-ea"/>
                          <a:sym typeface="+mn-lt"/>
                        </a:rPr>
                        <a:t>数据包过长</a:t>
                      </a:r>
                      <a:endParaRPr lang="zh-CN" sz="1400" b="0" kern="100" baseline="0" dirty="0">
                        <a:effectLst/>
                        <a:latin typeface="微软雅黑 Light" panose="020B0502040204020203" pitchFamily="34" charset="-122"/>
                        <a:ea typeface="微软雅黑 Light" panose="020B0502040204020203" pitchFamily="34" charset="-122"/>
                        <a:cs typeface="+mn-ea"/>
                        <a:sym typeface="+mn-lt"/>
                      </a:endParaRPr>
                    </a:p>
                  </a:txBody>
                  <a:tcPr marL="38879" marR="38879"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lnSpc>
                          <a:spcPct val="120000"/>
                        </a:lnSpc>
                        <a:spcBef>
                          <a:spcPts val="0"/>
                        </a:spcBef>
                        <a:spcAft>
                          <a:spcPts val="0"/>
                        </a:spcAft>
                      </a:pPr>
                      <a:r>
                        <a:rPr lang="en-US" sz="1400" b="0" kern="100" baseline="0" dirty="0">
                          <a:effectLst/>
                          <a:latin typeface="微软雅黑 Light" panose="020B0502040204020203" pitchFamily="34" charset="-122"/>
                          <a:ea typeface="微软雅黑 Light" panose="020B0502040204020203" pitchFamily="34" charset="-122"/>
                          <a:cs typeface="+mn-ea"/>
                          <a:sym typeface="+mn-lt"/>
                        </a:rPr>
                        <a:t>0</a:t>
                      </a:r>
                      <a:endParaRPr lang="zh-CN" sz="1400" b="0" kern="100" baseline="0" dirty="0">
                        <a:effectLst/>
                        <a:latin typeface="微软雅黑 Light" panose="020B0502040204020203" pitchFamily="34" charset="-122"/>
                        <a:ea typeface="微软雅黑 Light" panose="020B0502040204020203" pitchFamily="34" charset="-122"/>
                        <a:cs typeface="+mn-ea"/>
                        <a:sym typeface="+mn-lt"/>
                      </a:endParaRPr>
                    </a:p>
                  </a:txBody>
                  <a:tcPr marL="38879" marR="38879"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tr>
              <a:tr h="268077">
                <a:tc vMerge="1">
                  <a:tcPr/>
                </a:tc>
                <a:tc rowSpan="2">
                  <a:txBody>
                    <a:bodyPr/>
                    <a:lstStyle/>
                    <a:p>
                      <a:pPr algn="ctr">
                        <a:lnSpc>
                          <a:spcPct val="120000"/>
                        </a:lnSpc>
                        <a:spcBef>
                          <a:spcPts val="0"/>
                        </a:spcBef>
                        <a:spcAft>
                          <a:spcPts val="0"/>
                        </a:spcAft>
                      </a:pPr>
                      <a:r>
                        <a:rPr lang="en-US" sz="1400" b="0" kern="100" baseline="0" dirty="0">
                          <a:effectLst/>
                          <a:latin typeface="微软雅黑 Light" panose="020B0502040204020203" pitchFamily="34" charset="-122"/>
                          <a:ea typeface="微软雅黑 Light" panose="020B0502040204020203" pitchFamily="34" charset="-122"/>
                          <a:cs typeface="+mn-ea"/>
                          <a:sym typeface="+mn-lt"/>
                        </a:rPr>
                        <a:t>3</a:t>
                      </a:r>
                      <a:endParaRPr lang="zh-CN" sz="1400" b="0" kern="100" baseline="0" dirty="0">
                        <a:effectLst/>
                        <a:latin typeface="微软雅黑 Light" panose="020B0502040204020203" pitchFamily="34" charset="-122"/>
                        <a:ea typeface="微软雅黑 Light" panose="020B0502040204020203" pitchFamily="34" charset="-122"/>
                        <a:cs typeface="+mn-ea"/>
                        <a:sym typeface="+mn-lt"/>
                      </a:endParaRPr>
                    </a:p>
                  </a:txBody>
                  <a:tcPr marL="38879" marR="38879"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tc rowSpan="2">
                  <a:txBody>
                    <a:bodyPr/>
                    <a:lstStyle/>
                    <a:p>
                      <a:pPr algn="ctr">
                        <a:lnSpc>
                          <a:spcPct val="120000"/>
                        </a:lnSpc>
                        <a:spcBef>
                          <a:spcPts val="0"/>
                        </a:spcBef>
                        <a:spcAft>
                          <a:spcPts val="0"/>
                        </a:spcAft>
                      </a:pPr>
                      <a:r>
                        <a:rPr lang="zh-CN" sz="1400" b="0" kern="100" baseline="0" dirty="0">
                          <a:effectLst/>
                          <a:latin typeface="微软雅黑 Light" panose="020B0502040204020203" pitchFamily="34" charset="-122"/>
                          <a:ea typeface="微软雅黑 Light" panose="020B0502040204020203" pitchFamily="34" charset="-122"/>
                          <a:cs typeface="+mn-ea"/>
                          <a:sym typeface="+mn-lt"/>
                        </a:rPr>
                        <a:t>超时</a:t>
                      </a:r>
                      <a:endParaRPr lang="zh-CN" sz="1400" b="0" kern="100" baseline="0" dirty="0">
                        <a:effectLst/>
                        <a:latin typeface="微软雅黑 Light" panose="020B0502040204020203" pitchFamily="34" charset="-122"/>
                        <a:ea typeface="微软雅黑 Light" panose="020B0502040204020203" pitchFamily="34" charset="-122"/>
                        <a:cs typeface="+mn-ea"/>
                        <a:sym typeface="+mn-lt"/>
                      </a:endParaRPr>
                    </a:p>
                  </a:txBody>
                  <a:tcPr marL="38879" marR="38879"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lnSpc>
                          <a:spcPct val="120000"/>
                        </a:lnSpc>
                        <a:spcBef>
                          <a:spcPts val="0"/>
                        </a:spcBef>
                        <a:spcAft>
                          <a:spcPts val="0"/>
                        </a:spcAft>
                      </a:pPr>
                      <a:r>
                        <a:rPr lang="en-US" sz="1400" b="0" kern="100" baseline="0" dirty="0">
                          <a:effectLst/>
                          <a:latin typeface="微软雅黑 Light" panose="020B0502040204020203" pitchFamily="34" charset="-122"/>
                          <a:ea typeface="微软雅黑 Light" panose="020B0502040204020203" pitchFamily="34" charset="-122"/>
                          <a:cs typeface="+mn-ea"/>
                          <a:sym typeface="+mn-lt"/>
                        </a:rPr>
                        <a:t>0 </a:t>
                      </a:r>
                      <a:r>
                        <a:rPr lang="zh-CN" sz="1400" b="0" kern="100" baseline="0" dirty="0">
                          <a:effectLst/>
                          <a:latin typeface="微软雅黑 Light" panose="020B0502040204020203" pitchFamily="34" charset="-122"/>
                          <a:ea typeface="微软雅黑 Light" panose="020B0502040204020203" pitchFamily="34" charset="-122"/>
                          <a:cs typeface="+mn-ea"/>
                          <a:sym typeface="+mn-lt"/>
                        </a:rPr>
                        <a:t>跳数到</a:t>
                      </a:r>
                      <a:r>
                        <a:rPr lang="en-US" sz="1400" b="0" kern="100" baseline="0" dirty="0">
                          <a:effectLst/>
                          <a:latin typeface="微软雅黑 Light" panose="020B0502040204020203" pitchFamily="34" charset="-122"/>
                          <a:ea typeface="微软雅黑 Light" panose="020B0502040204020203" pitchFamily="34" charset="-122"/>
                          <a:cs typeface="+mn-ea"/>
                          <a:sym typeface="+mn-lt"/>
                        </a:rPr>
                        <a:t>0</a:t>
                      </a:r>
                      <a:endParaRPr lang="zh-CN" sz="1400" b="0" kern="100" baseline="0" dirty="0">
                        <a:effectLst/>
                        <a:latin typeface="微软雅黑 Light" panose="020B0502040204020203" pitchFamily="34" charset="-122"/>
                        <a:ea typeface="微软雅黑 Light" panose="020B0502040204020203" pitchFamily="34" charset="-122"/>
                        <a:cs typeface="+mn-ea"/>
                        <a:sym typeface="+mn-lt"/>
                      </a:endParaRPr>
                    </a:p>
                  </a:txBody>
                  <a:tcPr marL="38879" marR="38879"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tr>
              <a:tr h="268077">
                <a:tc vMerge="1">
                  <a:tcPr/>
                </a:tc>
                <a:tc vMerge="1">
                  <a:tcPr/>
                </a:tc>
                <a:tc vMerge="1">
                  <a:tcPr/>
                </a:tc>
                <a:tc>
                  <a:txBody>
                    <a:bodyPr/>
                    <a:lstStyle/>
                    <a:p>
                      <a:pPr algn="l">
                        <a:lnSpc>
                          <a:spcPct val="120000"/>
                        </a:lnSpc>
                        <a:spcBef>
                          <a:spcPts val="0"/>
                        </a:spcBef>
                        <a:spcAft>
                          <a:spcPts val="0"/>
                        </a:spcAft>
                      </a:pPr>
                      <a:r>
                        <a:rPr lang="en-US" sz="1400" b="0" kern="100" baseline="0" dirty="0">
                          <a:effectLst/>
                          <a:latin typeface="微软雅黑 Light" panose="020B0502040204020203" pitchFamily="34" charset="-122"/>
                          <a:ea typeface="微软雅黑 Light" panose="020B0502040204020203" pitchFamily="34" charset="-122"/>
                          <a:cs typeface="+mn-ea"/>
                          <a:sym typeface="+mn-lt"/>
                        </a:rPr>
                        <a:t>1 </a:t>
                      </a:r>
                      <a:r>
                        <a:rPr lang="zh-CN" sz="1400" b="0" kern="100" baseline="0" dirty="0">
                          <a:effectLst/>
                          <a:latin typeface="微软雅黑 Light" panose="020B0502040204020203" pitchFamily="34" charset="-122"/>
                          <a:ea typeface="微软雅黑 Light" panose="020B0502040204020203" pitchFamily="34" charset="-122"/>
                          <a:cs typeface="+mn-ea"/>
                          <a:sym typeface="+mn-lt"/>
                        </a:rPr>
                        <a:t>分片重组超时</a:t>
                      </a:r>
                      <a:endParaRPr lang="zh-CN" sz="1400" b="0" kern="100" baseline="0" dirty="0">
                        <a:effectLst/>
                        <a:latin typeface="微软雅黑 Light" panose="020B0502040204020203" pitchFamily="34" charset="-122"/>
                        <a:ea typeface="微软雅黑 Light" panose="020B0502040204020203" pitchFamily="34" charset="-122"/>
                        <a:cs typeface="+mn-ea"/>
                        <a:sym typeface="+mn-lt"/>
                      </a:endParaRPr>
                    </a:p>
                  </a:txBody>
                  <a:tcPr marL="38879" marR="38879"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tr>
              <a:tr h="268077">
                <a:tc vMerge="1">
                  <a:tcPr/>
                </a:tc>
                <a:tc rowSpan="3">
                  <a:txBody>
                    <a:bodyPr/>
                    <a:lstStyle/>
                    <a:p>
                      <a:pPr algn="ctr">
                        <a:lnSpc>
                          <a:spcPct val="120000"/>
                        </a:lnSpc>
                        <a:spcBef>
                          <a:spcPts val="0"/>
                        </a:spcBef>
                        <a:spcAft>
                          <a:spcPts val="0"/>
                        </a:spcAft>
                      </a:pPr>
                      <a:r>
                        <a:rPr lang="en-US" sz="1400" b="0" kern="100" baseline="0" dirty="0">
                          <a:effectLst/>
                          <a:latin typeface="微软雅黑 Light" panose="020B0502040204020203" pitchFamily="34" charset="-122"/>
                          <a:ea typeface="微软雅黑 Light" panose="020B0502040204020203" pitchFamily="34" charset="-122"/>
                          <a:cs typeface="+mn-ea"/>
                          <a:sym typeface="+mn-lt"/>
                        </a:rPr>
                        <a:t>4</a:t>
                      </a:r>
                      <a:endParaRPr lang="zh-CN" sz="1400" b="0" kern="100" baseline="0" dirty="0">
                        <a:effectLst/>
                        <a:latin typeface="微软雅黑 Light" panose="020B0502040204020203" pitchFamily="34" charset="-122"/>
                        <a:ea typeface="微软雅黑 Light" panose="020B0502040204020203" pitchFamily="34" charset="-122"/>
                        <a:cs typeface="+mn-ea"/>
                        <a:sym typeface="+mn-lt"/>
                      </a:endParaRPr>
                    </a:p>
                  </a:txBody>
                  <a:tcPr marL="38879" marR="38879"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tc rowSpan="3">
                  <a:txBody>
                    <a:bodyPr/>
                    <a:lstStyle/>
                    <a:p>
                      <a:pPr algn="ctr">
                        <a:lnSpc>
                          <a:spcPct val="120000"/>
                        </a:lnSpc>
                        <a:spcBef>
                          <a:spcPts val="0"/>
                        </a:spcBef>
                        <a:spcAft>
                          <a:spcPts val="0"/>
                        </a:spcAft>
                      </a:pPr>
                      <a:r>
                        <a:rPr lang="zh-CN" sz="1400" b="0" kern="100" baseline="0" dirty="0">
                          <a:effectLst/>
                          <a:latin typeface="微软雅黑 Light" panose="020B0502040204020203" pitchFamily="34" charset="-122"/>
                          <a:ea typeface="微软雅黑 Light" panose="020B0502040204020203" pitchFamily="34" charset="-122"/>
                          <a:cs typeface="+mn-ea"/>
                          <a:sym typeface="+mn-lt"/>
                        </a:rPr>
                        <a:t>参数错误</a:t>
                      </a:r>
                      <a:endParaRPr lang="zh-CN" sz="1400" b="0" kern="100" baseline="0" dirty="0">
                        <a:effectLst/>
                        <a:latin typeface="微软雅黑 Light" panose="020B0502040204020203" pitchFamily="34" charset="-122"/>
                        <a:ea typeface="微软雅黑 Light" panose="020B0502040204020203" pitchFamily="34" charset="-122"/>
                        <a:cs typeface="+mn-ea"/>
                        <a:sym typeface="+mn-lt"/>
                      </a:endParaRPr>
                    </a:p>
                  </a:txBody>
                  <a:tcPr marL="38879" marR="38879"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lnSpc>
                          <a:spcPct val="120000"/>
                        </a:lnSpc>
                        <a:spcBef>
                          <a:spcPts val="0"/>
                        </a:spcBef>
                        <a:spcAft>
                          <a:spcPts val="0"/>
                        </a:spcAft>
                      </a:pPr>
                      <a:r>
                        <a:rPr lang="en-US" sz="1400" b="0" kern="100" baseline="0" dirty="0">
                          <a:effectLst/>
                          <a:latin typeface="微软雅黑 Light" panose="020B0502040204020203" pitchFamily="34" charset="-122"/>
                          <a:ea typeface="微软雅黑 Light" panose="020B0502040204020203" pitchFamily="34" charset="-122"/>
                          <a:cs typeface="+mn-ea"/>
                          <a:sym typeface="+mn-lt"/>
                        </a:rPr>
                        <a:t>0 </a:t>
                      </a:r>
                      <a:r>
                        <a:rPr lang="zh-CN" sz="1400" b="0" kern="100" baseline="0" dirty="0">
                          <a:effectLst/>
                          <a:latin typeface="微软雅黑 Light" panose="020B0502040204020203" pitchFamily="34" charset="-122"/>
                          <a:ea typeface="微软雅黑 Light" panose="020B0502040204020203" pitchFamily="34" charset="-122"/>
                          <a:cs typeface="+mn-ea"/>
                          <a:sym typeface="+mn-lt"/>
                        </a:rPr>
                        <a:t>错误的包头字段</a:t>
                      </a:r>
                      <a:endParaRPr lang="zh-CN" sz="1400" b="0" kern="100" baseline="0" dirty="0">
                        <a:effectLst/>
                        <a:latin typeface="微软雅黑 Light" panose="020B0502040204020203" pitchFamily="34" charset="-122"/>
                        <a:ea typeface="微软雅黑 Light" panose="020B0502040204020203" pitchFamily="34" charset="-122"/>
                        <a:cs typeface="+mn-ea"/>
                        <a:sym typeface="+mn-lt"/>
                      </a:endParaRPr>
                    </a:p>
                  </a:txBody>
                  <a:tcPr marL="38879" marR="38879"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tr>
              <a:tr h="268077">
                <a:tc vMerge="1">
                  <a:tcPr/>
                </a:tc>
                <a:tc vMerge="1">
                  <a:tcPr/>
                </a:tc>
                <a:tc vMerge="1">
                  <a:tcPr/>
                </a:tc>
                <a:tc>
                  <a:txBody>
                    <a:bodyPr/>
                    <a:lstStyle/>
                    <a:p>
                      <a:pPr algn="l">
                        <a:lnSpc>
                          <a:spcPct val="120000"/>
                        </a:lnSpc>
                        <a:spcBef>
                          <a:spcPts val="0"/>
                        </a:spcBef>
                        <a:spcAft>
                          <a:spcPts val="0"/>
                        </a:spcAft>
                      </a:pPr>
                      <a:r>
                        <a:rPr lang="en-US" sz="1400" b="0" kern="100" baseline="0" dirty="0">
                          <a:effectLst/>
                          <a:latin typeface="微软雅黑 Light" panose="020B0502040204020203" pitchFamily="34" charset="-122"/>
                          <a:ea typeface="微软雅黑 Light" panose="020B0502040204020203" pitchFamily="34" charset="-122"/>
                          <a:cs typeface="+mn-ea"/>
                          <a:sym typeface="+mn-lt"/>
                        </a:rPr>
                        <a:t>1 </a:t>
                      </a:r>
                      <a:r>
                        <a:rPr lang="zh-CN" sz="1400" b="0" kern="100" baseline="0" dirty="0">
                          <a:effectLst/>
                          <a:latin typeface="微软雅黑 Light" panose="020B0502040204020203" pitchFamily="34" charset="-122"/>
                          <a:ea typeface="微软雅黑 Light" panose="020B0502040204020203" pitchFamily="34" charset="-122"/>
                          <a:cs typeface="+mn-ea"/>
                          <a:sym typeface="+mn-lt"/>
                        </a:rPr>
                        <a:t>无法识别的下一包头类型</a:t>
                      </a:r>
                      <a:endParaRPr lang="zh-CN" sz="1400" b="0" kern="100" baseline="0" dirty="0">
                        <a:effectLst/>
                        <a:latin typeface="微软雅黑 Light" panose="020B0502040204020203" pitchFamily="34" charset="-122"/>
                        <a:ea typeface="微软雅黑 Light" panose="020B0502040204020203" pitchFamily="34" charset="-122"/>
                        <a:cs typeface="+mn-ea"/>
                        <a:sym typeface="+mn-lt"/>
                      </a:endParaRPr>
                    </a:p>
                  </a:txBody>
                  <a:tcPr marL="38879" marR="38879"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tr>
              <a:tr h="268077">
                <a:tc vMerge="1">
                  <a:tcPr/>
                </a:tc>
                <a:tc vMerge="1">
                  <a:tcPr/>
                </a:tc>
                <a:tc vMerge="1">
                  <a:tcPr/>
                </a:tc>
                <a:tc>
                  <a:txBody>
                    <a:bodyPr/>
                    <a:lstStyle/>
                    <a:p>
                      <a:pPr algn="l">
                        <a:lnSpc>
                          <a:spcPct val="120000"/>
                        </a:lnSpc>
                        <a:spcBef>
                          <a:spcPts val="0"/>
                        </a:spcBef>
                        <a:spcAft>
                          <a:spcPts val="0"/>
                        </a:spcAft>
                      </a:pPr>
                      <a:r>
                        <a:rPr lang="en-US" sz="1400" b="0" kern="100" baseline="0" dirty="0">
                          <a:effectLst/>
                          <a:latin typeface="微软雅黑 Light" panose="020B0502040204020203" pitchFamily="34" charset="-122"/>
                          <a:ea typeface="微软雅黑 Light" panose="020B0502040204020203" pitchFamily="34" charset="-122"/>
                          <a:cs typeface="+mn-ea"/>
                          <a:sym typeface="+mn-lt"/>
                        </a:rPr>
                        <a:t>2 </a:t>
                      </a:r>
                      <a:r>
                        <a:rPr lang="zh-CN" sz="1400" b="0" kern="100" baseline="0" dirty="0">
                          <a:effectLst/>
                          <a:latin typeface="微软雅黑 Light" panose="020B0502040204020203" pitchFamily="34" charset="-122"/>
                          <a:ea typeface="微软雅黑 Light" panose="020B0502040204020203" pitchFamily="34" charset="-122"/>
                          <a:cs typeface="+mn-ea"/>
                          <a:sym typeface="+mn-lt"/>
                        </a:rPr>
                        <a:t>无法识别的</a:t>
                      </a:r>
                      <a:r>
                        <a:rPr lang="en-US" altLang="zh-CN" sz="1400" b="0" kern="100" baseline="0" dirty="0">
                          <a:effectLst/>
                          <a:latin typeface="微软雅黑 Light" panose="020B0502040204020203" pitchFamily="34" charset="-122"/>
                          <a:ea typeface="微软雅黑 Light" panose="020B0502040204020203" pitchFamily="34" charset="-122"/>
                          <a:cs typeface="+mn-ea"/>
                          <a:sym typeface="+mn-lt"/>
                        </a:rPr>
                        <a:t>IP</a:t>
                      </a:r>
                      <a:r>
                        <a:rPr lang="en-US" sz="1400" b="0" kern="100" baseline="0" dirty="0">
                          <a:effectLst/>
                          <a:latin typeface="微软雅黑 Light" panose="020B0502040204020203" pitchFamily="34" charset="-122"/>
                          <a:ea typeface="微软雅黑 Light" panose="020B0502040204020203" pitchFamily="34" charset="-122"/>
                          <a:cs typeface="+mn-ea"/>
                          <a:sym typeface="+mn-lt"/>
                        </a:rPr>
                        <a:t>v6</a:t>
                      </a:r>
                      <a:r>
                        <a:rPr lang="zh-CN" sz="1400" b="0" kern="100" baseline="0" dirty="0">
                          <a:effectLst/>
                          <a:latin typeface="微软雅黑 Light" panose="020B0502040204020203" pitchFamily="34" charset="-122"/>
                          <a:ea typeface="微软雅黑 Light" panose="020B0502040204020203" pitchFamily="34" charset="-122"/>
                          <a:cs typeface="+mn-ea"/>
                          <a:sym typeface="+mn-lt"/>
                        </a:rPr>
                        <a:t>选项</a:t>
                      </a:r>
                      <a:endParaRPr lang="zh-CN" sz="1400" b="0" kern="100" baseline="0" dirty="0">
                        <a:effectLst/>
                        <a:latin typeface="微软雅黑 Light" panose="020B0502040204020203" pitchFamily="34" charset="-122"/>
                        <a:ea typeface="微软雅黑 Light" panose="020B0502040204020203" pitchFamily="34" charset="-122"/>
                        <a:cs typeface="+mn-ea"/>
                        <a:sym typeface="+mn-lt"/>
                      </a:endParaRPr>
                    </a:p>
                  </a:txBody>
                  <a:tcPr marL="38879" marR="38879"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tr>
              <a:tr h="268077">
                <a:tc rowSpan="2">
                  <a:txBody>
                    <a:bodyPr/>
                    <a:lstStyle/>
                    <a:p>
                      <a:pPr algn="ctr">
                        <a:lnSpc>
                          <a:spcPct val="120000"/>
                        </a:lnSpc>
                        <a:spcBef>
                          <a:spcPts val="0"/>
                        </a:spcBef>
                        <a:spcAft>
                          <a:spcPts val="0"/>
                        </a:spcAft>
                      </a:pPr>
                      <a:r>
                        <a:rPr lang="zh-CN" sz="1400" b="0" kern="100" baseline="0" dirty="0">
                          <a:effectLst/>
                          <a:latin typeface="微软雅黑 Light" panose="020B0502040204020203" pitchFamily="34" charset="-122"/>
                          <a:ea typeface="微软雅黑 Light" panose="020B0502040204020203" pitchFamily="34" charset="-122"/>
                          <a:cs typeface="+mn-ea"/>
                          <a:sym typeface="+mn-lt"/>
                        </a:rPr>
                        <a:t>信息消息</a:t>
                      </a:r>
                      <a:endParaRPr lang="zh-CN" sz="1400" b="0" kern="100" baseline="0" dirty="0">
                        <a:effectLst/>
                        <a:latin typeface="微软雅黑 Light" panose="020B0502040204020203" pitchFamily="34" charset="-122"/>
                        <a:ea typeface="微软雅黑 Light" panose="020B0502040204020203" pitchFamily="34" charset="-122"/>
                        <a:cs typeface="+mn-ea"/>
                        <a:sym typeface="+mn-lt"/>
                      </a:endParaRPr>
                    </a:p>
                  </a:txBody>
                  <a:tcPr marL="38879" marR="38879"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20000"/>
                        </a:lnSpc>
                        <a:spcBef>
                          <a:spcPts val="0"/>
                        </a:spcBef>
                        <a:spcAft>
                          <a:spcPts val="0"/>
                        </a:spcAft>
                      </a:pPr>
                      <a:r>
                        <a:rPr lang="en-US" sz="1400" b="0" kern="100" baseline="0" dirty="0">
                          <a:effectLst/>
                          <a:latin typeface="微软雅黑 Light" panose="020B0502040204020203" pitchFamily="34" charset="-122"/>
                          <a:ea typeface="微软雅黑 Light" panose="020B0502040204020203" pitchFamily="34" charset="-122"/>
                          <a:cs typeface="+mn-ea"/>
                          <a:sym typeface="+mn-lt"/>
                        </a:rPr>
                        <a:t>128</a:t>
                      </a:r>
                      <a:endParaRPr lang="zh-CN" sz="1400" b="0" kern="100" baseline="0" dirty="0">
                        <a:effectLst/>
                        <a:latin typeface="微软雅黑 Light" panose="020B0502040204020203" pitchFamily="34" charset="-122"/>
                        <a:ea typeface="微软雅黑 Light" panose="020B0502040204020203" pitchFamily="34" charset="-122"/>
                        <a:cs typeface="+mn-ea"/>
                        <a:sym typeface="+mn-lt"/>
                      </a:endParaRPr>
                    </a:p>
                  </a:txBody>
                  <a:tcPr marL="38879" marR="38879"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20000"/>
                        </a:lnSpc>
                        <a:spcBef>
                          <a:spcPts val="0"/>
                        </a:spcBef>
                        <a:spcAft>
                          <a:spcPts val="0"/>
                        </a:spcAft>
                      </a:pPr>
                      <a:r>
                        <a:rPr lang="en-US" sz="1400" b="0" kern="100" baseline="0" dirty="0">
                          <a:effectLst/>
                          <a:latin typeface="微软雅黑 Light" panose="020B0502040204020203" pitchFamily="34" charset="-122"/>
                          <a:ea typeface="微软雅黑 Light" panose="020B0502040204020203" pitchFamily="34" charset="-122"/>
                          <a:cs typeface="+mn-ea"/>
                          <a:sym typeface="+mn-lt"/>
                        </a:rPr>
                        <a:t>Echo Request</a:t>
                      </a:r>
                      <a:endParaRPr lang="zh-CN" sz="1400" b="0" kern="100" baseline="0" dirty="0">
                        <a:effectLst/>
                        <a:latin typeface="微软雅黑 Light" panose="020B0502040204020203" pitchFamily="34" charset="-122"/>
                        <a:ea typeface="微软雅黑 Light" panose="020B0502040204020203" pitchFamily="34" charset="-122"/>
                        <a:cs typeface="+mn-ea"/>
                        <a:sym typeface="+mn-lt"/>
                      </a:endParaRPr>
                    </a:p>
                  </a:txBody>
                  <a:tcPr marL="38879" marR="38879"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lnSpc>
                          <a:spcPct val="120000"/>
                        </a:lnSpc>
                        <a:spcBef>
                          <a:spcPts val="0"/>
                        </a:spcBef>
                        <a:spcAft>
                          <a:spcPts val="0"/>
                        </a:spcAft>
                      </a:pPr>
                      <a:r>
                        <a:rPr lang="en-US" sz="1400" b="0" kern="100" baseline="0" dirty="0">
                          <a:effectLst/>
                          <a:latin typeface="微软雅黑 Light" panose="020B0502040204020203" pitchFamily="34" charset="-122"/>
                          <a:ea typeface="微软雅黑 Light" panose="020B0502040204020203" pitchFamily="34" charset="-122"/>
                          <a:cs typeface="+mn-ea"/>
                          <a:sym typeface="+mn-lt"/>
                        </a:rPr>
                        <a:t>0</a:t>
                      </a:r>
                      <a:endParaRPr lang="zh-CN" sz="1400" b="0" kern="100" baseline="0" dirty="0">
                        <a:effectLst/>
                        <a:latin typeface="微软雅黑 Light" panose="020B0502040204020203" pitchFamily="34" charset="-122"/>
                        <a:ea typeface="微软雅黑 Light" panose="020B0502040204020203" pitchFamily="34" charset="-122"/>
                        <a:cs typeface="+mn-ea"/>
                        <a:sym typeface="+mn-lt"/>
                      </a:endParaRPr>
                    </a:p>
                  </a:txBody>
                  <a:tcPr marL="38879" marR="38879"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tr>
              <a:tr h="268077">
                <a:tc vMerge="1">
                  <a:tcPr/>
                </a:tc>
                <a:tc>
                  <a:txBody>
                    <a:bodyPr/>
                    <a:lstStyle/>
                    <a:p>
                      <a:pPr algn="ctr">
                        <a:lnSpc>
                          <a:spcPct val="120000"/>
                        </a:lnSpc>
                        <a:spcBef>
                          <a:spcPts val="0"/>
                        </a:spcBef>
                        <a:spcAft>
                          <a:spcPts val="0"/>
                        </a:spcAft>
                      </a:pPr>
                      <a:r>
                        <a:rPr lang="en-US" sz="1400" b="0" kern="100" baseline="0" dirty="0">
                          <a:effectLst/>
                          <a:latin typeface="微软雅黑 Light" panose="020B0502040204020203" pitchFamily="34" charset="-122"/>
                          <a:ea typeface="微软雅黑 Light" panose="020B0502040204020203" pitchFamily="34" charset="-122"/>
                          <a:cs typeface="+mn-ea"/>
                          <a:sym typeface="+mn-lt"/>
                        </a:rPr>
                        <a:t>129</a:t>
                      </a:r>
                      <a:endParaRPr lang="zh-CN" sz="1400" b="0" kern="100" baseline="0" dirty="0">
                        <a:effectLst/>
                        <a:latin typeface="微软雅黑 Light" panose="020B0502040204020203" pitchFamily="34" charset="-122"/>
                        <a:ea typeface="微软雅黑 Light" panose="020B0502040204020203" pitchFamily="34" charset="-122"/>
                        <a:cs typeface="+mn-ea"/>
                        <a:sym typeface="+mn-lt"/>
                      </a:endParaRPr>
                    </a:p>
                  </a:txBody>
                  <a:tcPr marL="38879" marR="38879"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20000"/>
                        </a:lnSpc>
                        <a:spcBef>
                          <a:spcPts val="0"/>
                        </a:spcBef>
                        <a:spcAft>
                          <a:spcPts val="0"/>
                        </a:spcAft>
                      </a:pPr>
                      <a:r>
                        <a:rPr lang="en-US" sz="1400" b="0" kern="100" baseline="0" dirty="0">
                          <a:effectLst/>
                          <a:latin typeface="微软雅黑 Light" panose="020B0502040204020203" pitchFamily="34" charset="-122"/>
                          <a:ea typeface="微软雅黑 Light" panose="020B0502040204020203" pitchFamily="34" charset="-122"/>
                          <a:cs typeface="+mn-ea"/>
                          <a:sym typeface="+mn-lt"/>
                        </a:rPr>
                        <a:t>Echo Reply</a:t>
                      </a:r>
                      <a:endParaRPr lang="zh-CN" sz="1400" b="0" kern="100" baseline="0" dirty="0">
                        <a:effectLst/>
                        <a:latin typeface="微软雅黑 Light" panose="020B0502040204020203" pitchFamily="34" charset="-122"/>
                        <a:ea typeface="微软雅黑 Light" panose="020B0502040204020203" pitchFamily="34" charset="-122"/>
                        <a:cs typeface="+mn-ea"/>
                        <a:sym typeface="+mn-lt"/>
                      </a:endParaRPr>
                    </a:p>
                  </a:txBody>
                  <a:tcPr marL="38879" marR="38879"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lnSpc>
                          <a:spcPct val="120000"/>
                        </a:lnSpc>
                        <a:spcBef>
                          <a:spcPts val="0"/>
                        </a:spcBef>
                        <a:spcAft>
                          <a:spcPts val="0"/>
                        </a:spcAft>
                      </a:pPr>
                      <a:r>
                        <a:rPr lang="en-US" sz="1400" b="0" kern="100" baseline="0" dirty="0">
                          <a:effectLst/>
                          <a:latin typeface="微软雅黑 Light" panose="020B0502040204020203" pitchFamily="34" charset="-122"/>
                          <a:ea typeface="微软雅黑 Light" panose="020B0502040204020203" pitchFamily="34" charset="-122"/>
                          <a:cs typeface="+mn-ea"/>
                          <a:sym typeface="+mn-lt"/>
                        </a:rPr>
                        <a:t>0</a:t>
                      </a:r>
                      <a:endParaRPr lang="zh-CN" sz="1400" b="0" kern="100" baseline="0" dirty="0">
                        <a:effectLst/>
                        <a:latin typeface="微软雅黑 Light" panose="020B0502040204020203" pitchFamily="34" charset="-122"/>
                        <a:ea typeface="微软雅黑 Light" panose="020B0502040204020203" pitchFamily="34" charset="-122"/>
                        <a:cs typeface="+mn-ea"/>
                        <a:sym typeface="+mn-lt"/>
                      </a:endParaRPr>
                    </a:p>
                  </a:txBody>
                  <a:tcPr marL="38879" marR="38879"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tr>
            </a:tbl>
          </a:graphicData>
        </a:graphic>
      </p:graphicFrame>
      <p:graphicFrame>
        <p:nvGraphicFramePr>
          <p:cNvPr id="5" name="表格 3"/>
          <p:cNvGraphicFramePr>
            <a:graphicFrameLocks noGrp="1"/>
          </p:cNvGraphicFramePr>
          <p:nvPr/>
        </p:nvGraphicFramePr>
        <p:xfrm>
          <a:off x="983860" y="1505973"/>
          <a:ext cx="4030874" cy="2791769"/>
        </p:xfrm>
        <a:graphic>
          <a:graphicData uri="http://schemas.openxmlformats.org/drawingml/2006/table">
            <a:tbl>
              <a:tblPr firstRow="1" bandRow="1">
                <a:tableStyleId>{2D5ABB26-0587-4C30-8999-92F81FD0307C}</a:tableStyleId>
              </a:tblPr>
              <a:tblGrid>
                <a:gridCol w="791779"/>
                <a:gridCol w="863759"/>
                <a:gridCol w="431879"/>
                <a:gridCol w="863759"/>
                <a:gridCol w="1079698"/>
              </a:tblGrid>
              <a:tr h="517958">
                <a:tc>
                  <a:txBody>
                    <a:bodyPr/>
                    <a:lstStyle/>
                    <a:p>
                      <a:pPr algn="ctr">
                        <a:lnSpc>
                          <a:spcPct val="120000"/>
                        </a:lnSpc>
                        <a:spcBef>
                          <a:spcPts val="0"/>
                        </a:spcBef>
                        <a:spcAft>
                          <a:spcPts val="0"/>
                        </a:spcAft>
                      </a:pPr>
                      <a:r>
                        <a:rPr lang="en-US" altLang="zh-CN" sz="1400" dirty="0">
                          <a:latin typeface="微软雅黑 Light" panose="020B0502040204020203" pitchFamily="34" charset="-122"/>
                          <a:ea typeface="微软雅黑 Light" panose="020B0502040204020203" pitchFamily="34" charset="-122"/>
                          <a:cs typeface="+mn-ea"/>
                          <a:sym typeface="+mn-lt"/>
                        </a:rPr>
                        <a:t>Version</a:t>
                      </a:r>
                      <a:endParaRPr lang="zh-CN" altLang="en-US" sz="1400" dirty="0">
                        <a:latin typeface="微软雅黑 Light" panose="020B0502040204020203" pitchFamily="34" charset="-122"/>
                        <a:ea typeface="微软雅黑 Light" panose="020B0502040204020203" pitchFamily="34" charset="-122"/>
                        <a:cs typeface="+mn-ea"/>
                        <a:sym typeface="+mn-lt"/>
                      </a:endParaRPr>
                    </a:p>
                  </a:txBody>
                  <a:tcPr marL="91404" marR="91404" marT="45702" marB="45702"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a:txBody>
                    <a:bodyPr/>
                    <a:lstStyle/>
                    <a:p>
                      <a:pPr algn="ctr">
                        <a:lnSpc>
                          <a:spcPct val="120000"/>
                        </a:lnSpc>
                        <a:spcBef>
                          <a:spcPts val="0"/>
                        </a:spcBef>
                        <a:spcAft>
                          <a:spcPts val="0"/>
                        </a:spcAft>
                      </a:pPr>
                      <a:r>
                        <a:rPr lang="en-US" altLang="zh-CN" sz="1400" dirty="0">
                          <a:latin typeface="微软雅黑 Light" panose="020B0502040204020203" pitchFamily="34" charset="-122"/>
                          <a:ea typeface="微软雅黑 Light" panose="020B0502040204020203" pitchFamily="34" charset="-122"/>
                          <a:cs typeface="+mn-ea"/>
                          <a:sym typeface="+mn-lt"/>
                        </a:rPr>
                        <a:t>Traffic</a:t>
                      </a:r>
                      <a:r>
                        <a:rPr lang="en-US" altLang="zh-CN" sz="1400" baseline="0" dirty="0">
                          <a:latin typeface="微软雅黑 Light" panose="020B0502040204020203" pitchFamily="34" charset="-122"/>
                          <a:ea typeface="微软雅黑 Light" panose="020B0502040204020203" pitchFamily="34" charset="-122"/>
                          <a:cs typeface="+mn-ea"/>
                          <a:sym typeface="+mn-lt"/>
                        </a:rPr>
                        <a:t> Class</a:t>
                      </a:r>
                      <a:endParaRPr lang="zh-CN" altLang="en-US" sz="1400" dirty="0">
                        <a:latin typeface="微软雅黑 Light" panose="020B0502040204020203" pitchFamily="34" charset="-122"/>
                        <a:ea typeface="微软雅黑 Light" panose="020B0502040204020203" pitchFamily="34" charset="-122"/>
                        <a:cs typeface="+mn-ea"/>
                        <a:sym typeface="+mn-lt"/>
                      </a:endParaRPr>
                    </a:p>
                  </a:txBody>
                  <a:tcPr marL="91404" marR="91404" marT="45702" marB="45702"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gridSpan="3">
                  <a:txBody>
                    <a:bodyPr/>
                    <a:lstStyle/>
                    <a:p>
                      <a:pPr algn="ctr">
                        <a:lnSpc>
                          <a:spcPct val="120000"/>
                        </a:lnSpc>
                        <a:spcBef>
                          <a:spcPts val="0"/>
                        </a:spcBef>
                        <a:spcAft>
                          <a:spcPts val="0"/>
                        </a:spcAft>
                      </a:pPr>
                      <a:r>
                        <a:rPr lang="en-US" altLang="zh-CN" sz="1400" dirty="0">
                          <a:latin typeface="微软雅黑 Light" panose="020B0502040204020203" pitchFamily="34" charset="-122"/>
                          <a:ea typeface="微软雅黑 Light" panose="020B0502040204020203" pitchFamily="34" charset="-122"/>
                          <a:cs typeface="+mn-ea"/>
                          <a:sym typeface="+mn-lt"/>
                        </a:rPr>
                        <a:t>Flow Label</a:t>
                      </a:r>
                      <a:endParaRPr lang="zh-CN" altLang="en-US" sz="1400" dirty="0">
                        <a:latin typeface="微软雅黑 Light" panose="020B0502040204020203" pitchFamily="34" charset="-122"/>
                        <a:ea typeface="微软雅黑 Light" panose="020B0502040204020203" pitchFamily="34" charset="-122"/>
                        <a:cs typeface="+mn-ea"/>
                        <a:sym typeface="+mn-lt"/>
                      </a:endParaRPr>
                    </a:p>
                  </a:txBody>
                  <a:tcPr marL="91404" marR="91404" marT="45702" marB="45702"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hMerge="1">
                  <a:tcPr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hMerge="1">
                  <a:tcPr/>
                </a:tc>
              </a:tr>
              <a:tr h="731234">
                <a:tc gridSpan="3">
                  <a:txBody>
                    <a:bodyPr/>
                    <a:lstStyle/>
                    <a:p>
                      <a:pPr algn="ctr">
                        <a:lnSpc>
                          <a:spcPct val="120000"/>
                        </a:lnSpc>
                        <a:spcBef>
                          <a:spcPts val="0"/>
                        </a:spcBef>
                        <a:spcAft>
                          <a:spcPts val="0"/>
                        </a:spcAft>
                      </a:pPr>
                      <a:r>
                        <a:rPr lang="en-US" altLang="zh-CN" sz="1400" dirty="0">
                          <a:latin typeface="微软雅黑 Light" panose="020B0502040204020203" pitchFamily="34" charset="-122"/>
                          <a:ea typeface="微软雅黑 Light" panose="020B0502040204020203" pitchFamily="34" charset="-122"/>
                          <a:cs typeface="+mn-ea"/>
                          <a:sym typeface="+mn-lt"/>
                        </a:rPr>
                        <a:t>Payload Length</a:t>
                      </a:r>
                      <a:endParaRPr lang="zh-CN" altLang="en-US" sz="1400" dirty="0">
                        <a:latin typeface="微软雅黑 Light" panose="020B0502040204020203" pitchFamily="34" charset="-122"/>
                        <a:ea typeface="微软雅黑 Light" panose="020B0502040204020203" pitchFamily="34" charset="-122"/>
                        <a:cs typeface="+mn-ea"/>
                        <a:sym typeface="+mn-lt"/>
                      </a:endParaRPr>
                    </a:p>
                  </a:txBody>
                  <a:tcPr marL="91404" marR="91404" marT="45702" marB="45702"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hMerge="1">
                  <a:tcPr/>
                </a:tc>
                <a:tc hMerge="1">
                  <a:tcPr/>
                </a:tc>
                <a:tc>
                  <a:txBody>
                    <a:bodyPr/>
                    <a:lstStyle/>
                    <a:p>
                      <a:pPr algn="ctr">
                        <a:lnSpc>
                          <a:spcPct val="120000"/>
                        </a:lnSpc>
                        <a:spcBef>
                          <a:spcPts val="0"/>
                        </a:spcBef>
                        <a:spcAft>
                          <a:spcPts val="0"/>
                        </a:spcAft>
                      </a:pPr>
                      <a:r>
                        <a:rPr lang="en-US" altLang="zh-CN" sz="1400" dirty="0">
                          <a:latin typeface="微软雅黑 Light" panose="020B0502040204020203" pitchFamily="34" charset="-122"/>
                          <a:ea typeface="微软雅黑 Light" panose="020B0502040204020203" pitchFamily="34" charset="-122"/>
                          <a:cs typeface="+mn-ea"/>
                          <a:sym typeface="+mn-lt"/>
                        </a:rPr>
                        <a:t>Next Header</a:t>
                      </a:r>
                      <a:r>
                        <a:rPr lang="zh-CN" altLang="en-US" sz="1400" dirty="0">
                          <a:latin typeface="微软雅黑 Light" panose="020B0502040204020203" pitchFamily="34" charset="-122"/>
                          <a:ea typeface="微软雅黑 Light" panose="020B0502040204020203" pitchFamily="34" charset="-122"/>
                          <a:cs typeface="+mn-ea"/>
                          <a:sym typeface="+mn-lt"/>
                        </a:rPr>
                        <a:t>（</a:t>
                      </a:r>
                      <a:r>
                        <a:rPr lang="en-US" altLang="zh-CN" sz="1400" dirty="0">
                          <a:latin typeface="微软雅黑 Light" panose="020B0502040204020203" pitchFamily="34" charset="-122"/>
                          <a:ea typeface="微软雅黑 Light" panose="020B0502040204020203" pitchFamily="34" charset="-122"/>
                          <a:cs typeface="+mn-ea"/>
                          <a:sym typeface="+mn-lt"/>
                        </a:rPr>
                        <a:t>58</a:t>
                      </a:r>
                      <a:r>
                        <a:rPr lang="zh-CN" altLang="en-US" sz="1400" dirty="0">
                          <a:latin typeface="微软雅黑 Light" panose="020B0502040204020203" pitchFamily="34" charset="-122"/>
                          <a:ea typeface="微软雅黑 Light" panose="020B0502040204020203" pitchFamily="34" charset="-122"/>
                          <a:cs typeface="+mn-ea"/>
                          <a:sym typeface="+mn-lt"/>
                        </a:rPr>
                        <a:t>）</a:t>
                      </a:r>
                      <a:endParaRPr lang="zh-CN" altLang="en-US" sz="1400" dirty="0">
                        <a:latin typeface="微软雅黑 Light" panose="020B0502040204020203" pitchFamily="34" charset="-122"/>
                        <a:ea typeface="微软雅黑 Light" panose="020B0502040204020203" pitchFamily="34" charset="-122"/>
                        <a:cs typeface="+mn-ea"/>
                        <a:sym typeface="+mn-lt"/>
                      </a:endParaRPr>
                    </a:p>
                  </a:txBody>
                  <a:tcPr marL="91404" marR="91404" marT="45702" marB="45702"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90000"/>
                      </a:schemeClr>
                    </a:solidFill>
                  </a:tcPr>
                </a:tc>
                <a:tc>
                  <a:txBody>
                    <a:bodyPr/>
                    <a:lstStyle/>
                    <a:p>
                      <a:pPr algn="ctr">
                        <a:lnSpc>
                          <a:spcPct val="120000"/>
                        </a:lnSpc>
                        <a:spcBef>
                          <a:spcPts val="0"/>
                        </a:spcBef>
                        <a:spcAft>
                          <a:spcPts val="0"/>
                        </a:spcAft>
                      </a:pPr>
                      <a:r>
                        <a:rPr lang="en-US" altLang="zh-CN" sz="1400" dirty="0">
                          <a:latin typeface="微软雅黑 Light" panose="020B0502040204020203" pitchFamily="34" charset="-122"/>
                          <a:ea typeface="微软雅黑 Light" panose="020B0502040204020203" pitchFamily="34" charset="-122"/>
                          <a:cs typeface="+mn-ea"/>
                          <a:sym typeface="+mn-lt"/>
                        </a:rPr>
                        <a:t>Hop Limit</a:t>
                      </a:r>
                      <a:endParaRPr lang="zh-CN" altLang="en-US" sz="1400" dirty="0">
                        <a:latin typeface="微软雅黑 Light" panose="020B0502040204020203" pitchFamily="34" charset="-122"/>
                        <a:ea typeface="微软雅黑 Light" panose="020B0502040204020203" pitchFamily="34" charset="-122"/>
                        <a:cs typeface="+mn-ea"/>
                        <a:sym typeface="+mn-lt"/>
                      </a:endParaRPr>
                    </a:p>
                  </a:txBody>
                  <a:tcPr marL="91404" marR="91404" marT="45702" marB="45702"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r>
              <a:tr h="649514">
                <a:tc gridSpan="5">
                  <a:txBody>
                    <a:bodyPr/>
                    <a:lstStyle/>
                    <a:p>
                      <a:pPr algn="ctr">
                        <a:lnSpc>
                          <a:spcPct val="120000"/>
                        </a:lnSpc>
                        <a:spcBef>
                          <a:spcPts val="0"/>
                        </a:spcBef>
                        <a:spcAft>
                          <a:spcPts val="0"/>
                        </a:spcAft>
                      </a:pPr>
                      <a:r>
                        <a:rPr lang="en-US" altLang="zh-CN" sz="1400" dirty="0">
                          <a:latin typeface="微软雅黑 Light" panose="020B0502040204020203" pitchFamily="34" charset="-122"/>
                          <a:ea typeface="微软雅黑 Light" panose="020B0502040204020203" pitchFamily="34" charset="-122"/>
                          <a:cs typeface="+mn-ea"/>
                          <a:sym typeface="+mn-lt"/>
                        </a:rPr>
                        <a:t>Source Address</a:t>
                      </a:r>
                      <a:endParaRPr lang="zh-CN" altLang="en-US" sz="1400" dirty="0">
                        <a:latin typeface="微软雅黑 Light" panose="020B0502040204020203" pitchFamily="34" charset="-122"/>
                        <a:ea typeface="微软雅黑 Light" panose="020B0502040204020203" pitchFamily="34" charset="-122"/>
                        <a:cs typeface="+mn-ea"/>
                        <a:sym typeface="+mn-lt"/>
                      </a:endParaRPr>
                    </a:p>
                  </a:txBody>
                  <a:tcPr marL="91404" marR="91404" marT="45702" marB="45702"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hMerge="1">
                  <a:tcPr/>
                </a:tc>
                <a:tc hMerge="1">
                  <a:tcPr/>
                </a:tc>
                <a:tc hMerge="1">
                  <a:tcPr/>
                </a:tc>
                <a:tc hMerge="1">
                  <a:tcPr/>
                </a:tc>
              </a:tr>
              <a:tr h="719799">
                <a:tc gridSpan="5">
                  <a:txBody>
                    <a:bodyPr/>
                    <a:lstStyle/>
                    <a:p>
                      <a:pPr algn="ctr">
                        <a:lnSpc>
                          <a:spcPct val="120000"/>
                        </a:lnSpc>
                        <a:spcBef>
                          <a:spcPts val="0"/>
                        </a:spcBef>
                        <a:spcAft>
                          <a:spcPts val="0"/>
                        </a:spcAft>
                      </a:pPr>
                      <a:r>
                        <a:rPr lang="en-US" altLang="zh-CN" sz="1400" dirty="0">
                          <a:latin typeface="微软雅黑 Light" panose="020B0502040204020203" pitchFamily="34" charset="-122"/>
                          <a:ea typeface="微软雅黑 Light" panose="020B0502040204020203" pitchFamily="34" charset="-122"/>
                          <a:cs typeface="+mn-ea"/>
                          <a:sym typeface="+mn-lt"/>
                        </a:rPr>
                        <a:t>Destination Address</a:t>
                      </a:r>
                      <a:endParaRPr lang="zh-CN" altLang="en-US" sz="1400" dirty="0">
                        <a:latin typeface="微软雅黑 Light" panose="020B0502040204020203" pitchFamily="34" charset="-122"/>
                        <a:ea typeface="微软雅黑 Light" panose="020B0502040204020203" pitchFamily="34" charset="-122"/>
                        <a:cs typeface="+mn-ea"/>
                        <a:sym typeface="+mn-lt"/>
                      </a:endParaRPr>
                    </a:p>
                  </a:txBody>
                  <a:tcPr marL="91404" marR="91404" marT="45702" marB="45702"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hMerge="1">
                  <a:tcPr/>
                </a:tc>
                <a:tc hMerge="1">
                  <a:tcPr/>
                </a:tc>
                <a:tc hMerge="1">
                  <a:tcPr/>
                </a:tc>
                <a:tc hMerge="1">
                  <a:tcPr/>
                </a:tc>
              </a:tr>
            </a:tbl>
          </a:graphicData>
        </a:graphic>
      </p:graphicFrame>
      <p:graphicFrame>
        <p:nvGraphicFramePr>
          <p:cNvPr id="6" name="表格 4"/>
          <p:cNvGraphicFramePr>
            <a:graphicFrameLocks noGrp="1"/>
          </p:cNvGraphicFramePr>
          <p:nvPr/>
        </p:nvGraphicFramePr>
        <p:xfrm>
          <a:off x="983860" y="4285816"/>
          <a:ext cx="4030873" cy="1685187"/>
        </p:xfrm>
        <a:graphic>
          <a:graphicData uri="http://schemas.openxmlformats.org/drawingml/2006/table">
            <a:tbl>
              <a:tblPr firstRow="1" bandRow="1">
                <a:tableStyleId>{2D5ABB26-0587-4C30-8999-92F81FD0307C}</a:tableStyleId>
              </a:tblPr>
              <a:tblGrid>
                <a:gridCol w="1453594"/>
                <a:gridCol w="2577279"/>
              </a:tblGrid>
              <a:tr h="320558">
                <a:tc>
                  <a:txBody>
                    <a:bodyPr/>
                    <a:lstStyle/>
                    <a:p>
                      <a:pPr>
                        <a:lnSpc>
                          <a:spcPct val="120000"/>
                        </a:lnSpc>
                        <a:spcBef>
                          <a:spcPts val="0"/>
                        </a:spcBef>
                        <a:spcAft>
                          <a:spcPts val="0"/>
                        </a:spcAft>
                      </a:pPr>
                      <a:r>
                        <a:rPr lang="en-US" altLang="zh-CN" sz="1400" dirty="0">
                          <a:latin typeface="微软雅黑 Light" panose="020B0502040204020203" pitchFamily="34" charset="-122"/>
                          <a:ea typeface="微软雅黑 Light" panose="020B0502040204020203" pitchFamily="34" charset="-122"/>
                          <a:cs typeface="+mn-ea"/>
                          <a:sym typeface="+mn-lt"/>
                        </a:rPr>
                        <a:t>ICMPv6</a:t>
                      </a:r>
                      <a:r>
                        <a:rPr lang="zh-CN" altLang="en-US" sz="1400" baseline="0" dirty="0">
                          <a:latin typeface="微软雅黑 Light" panose="020B0502040204020203" pitchFamily="34" charset="-122"/>
                          <a:ea typeface="微软雅黑 Light" panose="020B0502040204020203" pitchFamily="34" charset="-122"/>
                          <a:cs typeface="+mn-ea"/>
                          <a:sym typeface="+mn-lt"/>
                        </a:rPr>
                        <a:t> </a:t>
                      </a:r>
                      <a:r>
                        <a:rPr lang="en-US" altLang="zh-CN" sz="1400" baseline="0" dirty="0">
                          <a:latin typeface="微软雅黑 Light" panose="020B0502040204020203" pitchFamily="34" charset="-122"/>
                          <a:ea typeface="微软雅黑 Light" panose="020B0502040204020203" pitchFamily="34" charset="-122"/>
                          <a:cs typeface="+mn-ea"/>
                          <a:sym typeface="+mn-lt"/>
                        </a:rPr>
                        <a:t>Header</a:t>
                      </a:r>
                      <a:endParaRPr lang="zh-CN" altLang="en-US" sz="1400" dirty="0">
                        <a:latin typeface="微软雅黑 Light" panose="020B0502040204020203" pitchFamily="34" charset="-122"/>
                        <a:ea typeface="微软雅黑 Light" panose="020B0502040204020203" pitchFamily="34" charset="-122"/>
                        <a:cs typeface="+mn-ea"/>
                        <a:sym typeface="+mn-lt"/>
                      </a:endParaRPr>
                    </a:p>
                  </a:txBody>
                  <a:tcPr marL="91404" marR="91404" marT="45702" marB="45702"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90000"/>
                      </a:schemeClr>
                    </a:solidFill>
                  </a:tcPr>
                </a:tc>
                <a:tc>
                  <a:txBody>
                    <a:bodyPr/>
                    <a:lstStyle/>
                    <a:p>
                      <a:pPr>
                        <a:lnSpc>
                          <a:spcPct val="120000"/>
                        </a:lnSpc>
                        <a:spcBef>
                          <a:spcPts val="0"/>
                        </a:spcBef>
                        <a:spcAft>
                          <a:spcPts val="0"/>
                        </a:spcAft>
                      </a:pPr>
                      <a:endParaRPr lang="zh-CN" altLang="en-US" sz="1400" dirty="0">
                        <a:latin typeface="微软雅黑 Light" panose="020B0502040204020203" pitchFamily="34" charset="-122"/>
                        <a:ea typeface="微软雅黑 Light" panose="020B0502040204020203" pitchFamily="34" charset="-122"/>
                        <a:cs typeface="+mn-ea"/>
                        <a:sym typeface="+mn-lt"/>
                      </a:endParaRPr>
                    </a:p>
                  </a:txBody>
                  <a:tcPr marL="91404" marR="91404" marT="45702" marB="45702"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r>
              <a:tr h="1358007">
                <a:tc gridSpan="2">
                  <a:txBody>
                    <a:bodyPr/>
                    <a:lstStyle/>
                    <a:p>
                      <a:pPr algn="ctr">
                        <a:lnSpc>
                          <a:spcPct val="120000"/>
                        </a:lnSpc>
                        <a:spcBef>
                          <a:spcPts val="0"/>
                        </a:spcBef>
                        <a:spcAft>
                          <a:spcPts val="0"/>
                        </a:spcAft>
                      </a:pPr>
                      <a:r>
                        <a:rPr lang="en-US" altLang="zh-CN" sz="1400" dirty="0">
                          <a:latin typeface="微软雅黑 Light" panose="020B0502040204020203" pitchFamily="34" charset="-122"/>
                          <a:ea typeface="微软雅黑 Light" panose="020B0502040204020203" pitchFamily="34" charset="-122"/>
                          <a:cs typeface="+mn-ea"/>
                          <a:sym typeface="+mn-lt"/>
                        </a:rPr>
                        <a:t>ICMPv6</a:t>
                      </a:r>
                      <a:r>
                        <a:rPr lang="zh-CN" altLang="en-US" sz="1400" baseline="0" dirty="0">
                          <a:latin typeface="微软雅黑 Light" panose="020B0502040204020203" pitchFamily="34" charset="-122"/>
                          <a:ea typeface="微软雅黑 Light" panose="020B0502040204020203" pitchFamily="34" charset="-122"/>
                          <a:cs typeface="+mn-ea"/>
                          <a:sym typeface="+mn-lt"/>
                        </a:rPr>
                        <a:t> </a:t>
                      </a:r>
                      <a:r>
                        <a:rPr lang="en-US" altLang="zh-CN" sz="1400" baseline="0" dirty="0">
                          <a:latin typeface="微软雅黑 Light" panose="020B0502040204020203" pitchFamily="34" charset="-122"/>
                          <a:ea typeface="微软雅黑 Light" panose="020B0502040204020203" pitchFamily="34" charset="-122"/>
                          <a:cs typeface="+mn-ea"/>
                          <a:sym typeface="+mn-lt"/>
                        </a:rPr>
                        <a:t>Payload</a:t>
                      </a:r>
                      <a:endParaRPr lang="zh-CN" altLang="en-US" sz="1400" dirty="0">
                        <a:latin typeface="微软雅黑 Light" panose="020B0502040204020203" pitchFamily="34" charset="-122"/>
                        <a:ea typeface="微软雅黑 Light" panose="020B0502040204020203" pitchFamily="34" charset="-122"/>
                        <a:cs typeface="+mn-ea"/>
                        <a:sym typeface="+mn-lt"/>
                      </a:endParaRPr>
                    </a:p>
                  </a:txBody>
                  <a:tcPr marL="91404" marR="91404" marT="45702" marB="45702"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hMerge="1">
                  <a:tcPr/>
                </a:tc>
              </a:tr>
            </a:tbl>
          </a:graphicData>
        </a:graphic>
      </p:graphicFrame>
      <p:cxnSp>
        <p:nvCxnSpPr>
          <p:cNvPr id="7" name="直接连接符 10"/>
          <p:cNvCxnSpPr/>
          <p:nvPr/>
        </p:nvCxnSpPr>
        <p:spPr bwMode="gray">
          <a:xfrm flipH="1">
            <a:off x="1343759" y="2439605"/>
            <a:ext cx="1698417" cy="1846211"/>
          </a:xfrm>
          <a:prstGeom prst="line">
            <a:avLst/>
          </a:prstGeom>
          <a:ln w="28575">
            <a:solidFill>
              <a:srgbClr val="EC706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8" name="Rectangle 14"/>
          <p:cNvSpPr/>
          <p:nvPr/>
        </p:nvSpPr>
        <p:spPr bwMode="gray">
          <a:xfrm>
            <a:off x="6188216" y="1505975"/>
            <a:ext cx="1212864" cy="325188"/>
          </a:xfrm>
          <a:prstGeom prst="rect">
            <a:avLst/>
          </a:prstGeom>
          <a:solidFill>
            <a:schemeClr val="accent1"/>
          </a:solidFill>
          <a:ln w="190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r>
              <a:rPr lang="en-US" altLang="zh-CN" sz="1400" dirty="0">
                <a:solidFill>
                  <a:schemeClr val="tx1"/>
                </a:solidFill>
                <a:latin typeface="微软雅黑 Light" panose="020B0502040204020203" pitchFamily="34" charset="-122"/>
                <a:ea typeface="微软雅黑 Light" panose="020B0502040204020203" pitchFamily="34" charset="-122"/>
                <a:cs typeface="+mn-ea"/>
                <a:sym typeface="+mn-lt"/>
              </a:rPr>
              <a:t>Type </a:t>
            </a:r>
            <a:endParaRPr lang="zh-CN" altLang="en-US" sz="1400" dirty="0">
              <a:solidFill>
                <a:schemeClr val="tx1"/>
              </a:solidFill>
              <a:latin typeface="微软雅黑 Light" panose="020B0502040204020203" pitchFamily="34" charset="-122"/>
              <a:ea typeface="微软雅黑 Light" panose="020B0502040204020203" pitchFamily="34" charset="-122"/>
              <a:cs typeface="+mn-ea"/>
              <a:sym typeface="+mn-lt"/>
            </a:endParaRPr>
          </a:p>
        </p:txBody>
      </p:sp>
      <p:sp>
        <p:nvSpPr>
          <p:cNvPr id="9" name="Rectangle 15"/>
          <p:cNvSpPr/>
          <p:nvPr/>
        </p:nvSpPr>
        <p:spPr bwMode="gray">
          <a:xfrm>
            <a:off x="7401080" y="1505975"/>
            <a:ext cx="1212864" cy="325188"/>
          </a:xfrm>
          <a:prstGeom prst="rect">
            <a:avLst/>
          </a:prstGeom>
          <a:solidFill>
            <a:schemeClr val="accent1"/>
          </a:solidFill>
          <a:ln w="190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r>
              <a:rPr lang="en-US" altLang="zh-CN" sz="1400" dirty="0">
                <a:solidFill>
                  <a:schemeClr val="tx1"/>
                </a:solidFill>
                <a:latin typeface="微软雅黑 Light" panose="020B0502040204020203" pitchFamily="34" charset="-122"/>
                <a:ea typeface="微软雅黑 Light" panose="020B0502040204020203" pitchFamily="34" charset="-122"/>
                <a:cs typeface="+mn-ea"/>
                <a:sym typeface="+mn-lt"/>
              </a:rPr>
              <a:t>Code</a:t>
            </a:r>
            <a:endParaRPr lang="zh-CN" altLang="en-US" sz="1400" dirty="0">
              <a:solidFill>
                <a:schemeClr val="tx1"/>
              </a:solidFill>
              <a:latin typeface="微软雅黑 Light" panose="020B0502040204020203" pitchFamily="34" charset="-122"/>
              <a:ea typeface="微软雅黑 Light" panose="020B0502040204020203" pitchFamily="34" charset="-122"/>
              <a:cs typeface="+mn-ea"/>
              <a:sym typeface="+mn-lt"/>
            </a:endParaRPr>
          </a:p>
        </p:txBody>
      </p:sp>
      <p:sp>
        <p:nvSpPr>
          <p:cNvPr id="10" name="Rectangle 16"/>
          <p:cNvSpPr/>
          <p:nvPr/>
        </p:nvSpPr>
        <p:spPr bwMode="gray">
          <a:xfrm>
            <a:off x="8613944" y="1505975"/>
            <a:ext cx="2425729" cy="325188"/>
          </a:xfrm>
          <a:prstGeom prst="rect">
            <a:avLst/>
          </a:prstGeom>
          <a:noFill/>
          <a:ln w="190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r>
              <a:rPr lang="en-US" altLang="zh-CN" sz="1400" dirty="0">
                <a:solidFill>
                  <a:schemeClr val="tx1"/>
                </a:solidFill>
                <a:latin typeface="微软雅黑 Light" panose="020B0502040204020203" pitchFamily="34" charset="-122"/>
                <a:ea typeface="微软雅黑 Light" panose="020B0502040204020203" pitchFamily="34" charset="-122"/>
                <a:cs typeface="+mn-ea"/>
                <a:sym typeface="+mn-lt"/>
              </a:rPr>
              <a:t>Checksum</a:t>
            </a:r>
            <a:endParaRPr lang="zh-CN" altLang="en-US" sz="1400" dirty="0">
              <a:solidFill>
                <a:schemeClr val="tx1"/>
              </a:solidFill>
              <a:latin typeface="微软雅黑 Light" panose="020B0502040204020203" pitchFamily="34" charset="-122"/>
              <a:ea typeface="微软雅黑 Light" panose="020B0502040204020203" pitchFamily="34" charset="-122"/>
              <a:cs typeface="+mn-ea"/>
              <a:sym typeface="+mn-lt"/>
            </a:endParaRPr>
          </a:p>
        </p:txBody>
      </p:sp>
      <p:cxnSp>
        <p:nvCxnSpPr>
          <p:cNvPr id="11" name="直接连接符 10"/>
          <p:cNvCxnSpPr>
            <a:endCxn id="8" idx="1"/>
          </p:cNvCxnSpPr>
          <p:nvPr/>
        </p:nvCxnSpPr>
        <p:spPr bwMode="gray">
          <a:xfrm flipV="1">
            <a:off x="2402634" y="1668569"/>
            <a:ext cx="3785582" cy="2823346"/>
          </a:xfrm>
          <a:prstGeom prst="line">
            <a:avLst/>
          </a:prstGeom>
          <a:ln w="28575">
            <a:solidFill>
              <a:srgbClr val="EC7061"/>
            </a:solidFill>
            <a:prstDash val="sysDot"/>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2" name="矩形 11"/>
          <p:cNvSpPr/>
          <p:nvPr/>
        </p:nvSpPr>
        <p:spPr>
          <a:xfrm>
            <a:off x="7762999" y="1140706"/>
            <a:ext cx="1454244" cy="330283"/>
          </a:xfrm>
          <a:prstGeom prst="rect">
            <a:avLst/>
          </a:prstGeom>
        </p:spPr>
        <p:txBody>
          <a:bodyPr wrap="none">
            <a:spAutoFit/>
          </a:bodyPr>
          <a:lstStyle/>
          <a:p>
            <a:pPr>
              <a:lnSpc>
                <a:spcPct val="120000"/>
              </a:lnSpc>
            </a:pPr>
            <a:r>
              <a:rPr lang="en-US" altLang="zh-CN" sz="1400">
                <a:latin typeface="微软雅黑 Light" panose="020B0502040204020203" pitchFamily="34" charset="-122"/>
                <a:ea typeface="微软雅黑 Light" panose="020B0502040204020203" pitchFamily="34" charset="-122"/>
                <a:cs typeface="+mn-ea"/>
                <a:sym typeface="+mn-lt"/>
              </a:rPr>
              <a:t>ICMPv6</a:t>
            </a:r>
            <a:r>
              <a:rPr lang="zh-CN" altLang="en-US" sz="1400">
                <a:latin typeface="微软雅黑 Light" panose="020B0502040204020203" pitchFamily="34" charset="-122"/>
                <a:ea typeface="微软雅黑 Light" panose="020B0502040204020203" pitchFamily="34" charset="-122"/>
                <a:cs typeface="+mn-ea"/>
                <a:sym typeface="+mn-lt"/>
              </a:rPr>
              <a:t> </a:t>
            </a:r>
            <a:r>
              <a:rPr lang="en-US" altLang="zh-CN" sz="1400">
                <a:latin typeface="微软雅黑 Light" panose="020B0502040204020203" pitchFamily="34" charset="-122"/>
                <a:ea typeface="微软雅黑 Light" panose="020B0502040204020203" pitchFamily="34" charset="-122"/>
                <a:cs typeface="+mn-ea"/>
                <a:sym typeface="+mn-lt"/>
              </a:rPr>
              <a:t>Header</a:t>
            </a:r>
            <a:endParaRPr lang="zh-CN" altLang="en-US" sz="1400" dirty="0">
              <a:latin typeface="微软雅黑 Light" panose="020B0502040204020203" pitchFamily="34" charset="-122"/>
              <a:ea typeface="微软雅黑 Light" panose="020B0502040204020203" pitchFamily="34" charset="-122"/>
              <a:cs typeface="+mn-ea"/>
              <a:sym typeface="+mn-lt"/>
            </a:endParaRPr>
          </a:p>
        </p:txBody>
      </p:sp>
    </p:spTree>
  </p:cSld>
  <p:clrMapOvr>
    <a:masterClrMapping/>
  </p:clrMapOvr>
</p:sld>
</file>

<file path=ppt/slides/slide2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NDP</a:t>
            </a:r>
            <a:r>
              <a:rPr lang="zh-CN" altLang="en-US" dirty="0"/>
              <a:t>协议</a:t>
            </a:r>
            <a:endParaRPr lang="zh-CN" altLang="en-US" dirty="0"/>
          </a:p>
        </p:txBody>
      </p:sp>
      <p:sp>
        <p:nvSpPr>
          <p:cNvPr id="3" name="内容占位符 2"/>
          <p:cNvSpPr>
            <a:spLocks noGrp="1"/>
          </p:cNvSpPr>
          <p:nvPr>
            <p:ph idx="1"/>
          </p:nvPr>
        </p:nvSpPr>
        <p:spPr>
          <a:xfrm>
            <a:off x="334434" y="1052515"/>
            <a:ext cx="11523133" cy="2520502"/>
          </a:xfrm>
        </p:spPr>
        <p:txBody>
          <a:bodyPr>
            <a:normAutofit fontScale="92500" lnSpcReduction="10000"/>
          </a:bodyPr>
          <a:lstStyle/>
          <a:p>
            <a:r>
              <a:rPr lang="en-US" altLang="zh-CN" dirty="0"/>
              <a:t>Neighbor Discovery Protocol</a:t>
            </a:r>
            <a:r>
              <a:rPr lang="zh-CN" altLang="en-US" dirty="0"/>
              <a:t>（</a:t>
            </a:r>
            <a:r>
              <a:rPr lang="en-US" altLang="zh-CN" dirty="0"/>
              <a:t>NDP</a:t>
            </a:r>
            <a:r>
              <a:rPr lang="zh-CN" altLang="en-US" dirty="0"/>
              <a:t>）</a:t>
            </a:r>
            <a:r>
              <a:rPr lang="en-US" altLang="zh-CN" dirty="0"/>
              <a:t>—</a:t>
            </a:r>
            <a:r>
              <a:rPr lang="zh-CN" altLang="en-US" dirty="0"/>
              <a:t>邻居发现协议在</a:t>
            </a:r>
            <a:r>
              <a:rPr lang="en-US" altLang="zh-CN" dirty="0"/>
              <a:t>IPv6</a:t>
            </a:r>
            <a:r>
              <a:rPr lang="zh-CN" altLang="en-US" dirty="0"/>
              <a:t>中，取消了</a:t>
            </a:r>
            <a:r>
              <a:rPr lang="en-US" altLang="zh-CN" dirty="0"/>
              <a:t>IPv4</a:t>
            </a:r>
            <a:r>
              <a:rPr lang="zh-CN" altLang="en-US" dirty="0"/>
              <a:t>中的</a:t>
            </a:r>
            <a:r>
              <a:rPr lang="en-US" altLang="zh-CN" dirty="0"/>
              <a:t>ARP</a:t>
            </a:r>
            <a:r>
              <a:rPr lang="zh-CN" altLang="en-US" dirty="0"/>
              <a:t>协议，使用</a:t>
            </a:r>
            <a:r>
              <a:rPr lang="en-US" altLang="zh-CN" dirty="0"/>
              <a:t>NDP</a:t>
            </a:r>
            <a:r>
              <a:rPr lang="zh-CN" altLang="en-US" dirty="0"/>
              <a:t>所定义的邻居请求报文（</a:t>
            </a:r>
            <a:r>
              <a:rPr lang="en-US" altLang="zh-CN" dirty="0"/>
              <a:t>NS</a:t>
            </a:r>
            <a:r>
              <a:rPr lang="zh-CN" altLang="en-US" dirty="0"/>
              <a:t>）及邻居通告报文（</a:t>
            </a:r>
            <a:r>
              <a:rPr lang="en-US" altLang="zh-CN" dirty="0"/>
              <a:t>NA</a:t>
            </a:r>
            <a:r>
              <a:rPr lang="zh-CN" altLang="en-US" dirty="0"/>
              <a:t>）来实现地址解析功能</a:t>
            </a:r>
            <a:endParaRPr lang="en-US" altLang="zh-CN" dirty="0"/>
          </a:p>
          <a:p>
            <a:r>
              <a:rPr lang="zh-CN" altLang="en-US" dirty="0"/>
              <a:t>被请求节点组播地址：</a:t>
            </a:r>
            <a:r>
              <a:rPr lang="en-US" altLang="zh-CN" dirty="0"/>
              <a:t>FF02::1:FFXX:XXXX/104</a:t>
            </a:r>
            <a:endParaRPr lang="en-US" altLang="zh-CN" dirty="0"/>
          </a:p>
          <a:p>
            <a:r>
              <a:rPr lang="en-US" altLang="zh-CN" dirty="0"/>
              <a:t>IPv6</a:t>
            </a:r>
            <a:r>
              <a:rPr lang="zh-CN" altLang="en-US" dirty="0"/>
              <a:t>组播</a:t>
            </a:r>
            <a:r>
              <a:rPr lang="en-US" altLang="zh-CN" dirty="0"/>
              <a:t>MAC</a:t>
            </a:r>
            <a:r>
              <a:rPr lang="zh-CN" altLang="en-US" dirty="0"/>
              <a:t>地址以</a:t>
            </a:r>
            <a:r>
              <a:rPr lang="en-US" altLang="zh-CN" dirty="0"/>
              <a:t>0x3333</a:t>
            </a:r>
            <a:r>
              <a:rPr lang="zh-CN" altLang="en-US" dirty="0"/>
              <a:t>开头，低</a:t>
            </a:r>
            <a:r>
              <a:rPr lang="en-US" altLang="zh-CN" dirty="0"/>
              <a:t>32</a:t>
            </a:r>
            <a:r>
              <a:rPr lang="zh-CN" altLang="en-US" dirty="0"/>
              <a:t>位为</a:t>
            </a:r>
            <a:r>
              <a:rPr lang="en-US" altLang="zh-CN" dirty="0"/>
              <a:t>IPv6</a:t>
            </a:r>
            <a:r>
              <a:rPr lang="zh-CN" altLang="en-US" dirty="0"/>
              <a:t>组播地址的低</a:t>
            </a:r>
            <a:r>
              <a:rPr lang="en-US" altLang="zh-CN" dirty="0"/>
              <a:t>32</a:t>
            </a:r>
            <a:r>
              <a:rPr lang="zh-CN" altLang="en-US" dirty="0"/>
              <a:t>位，最终形成</a:t>
            </a:r>
            <a:r>
              <a:rPr lang="en-US" altLang="zh-CN" dirty="0"/>
              <a:t>48</a:t>
            </a:r>
            <a:r>
              <a:rPr lang="zh-CN" altLang="en-US" dirty="0"/>
              <a:t>比特的组播</a:t>
            </a:r>
            <a:r>
              <a:rPr lang="en-US" altLang="zh-CN" dirty="0"/>
              <a:t>MAC</a:t>
            </a:r>
            <a:r>
              <a:rPr lang="zh-CN" altLang="en-US" dirty="0"/>
              <a:t>地址</a:t>
            </a:r>
            <a:endParaRPr lang="zh-CN" altLang="en-US" dirty="0"/>
          </a:p>
        </p:txBody>
      </p:sp>
      <p:sp>
        <p:nvSpPr>
          <p:cNvPr id="4" name="灯片编号占位符 3"/>
          <p:cNvSpPr>
            <a:spLocks noGrp="1"/>
          </p:cNvSpPr>
          <p:nvPr>
            <p:ph type="sldNum" sz="quarter" idx="12"/>
          </p:nvPr>
        </p:nvSpPr>
        <p:spPr/>
        <p:txBody>
          <a:bodyPr/>
          <a:lstStyle/>
          <a:p>
            <a:pPr>
              <a:defRPr/>
            </a:pPr>
            <a:fld id="{816960B2-2B11-492C-B588-5290E1274F96}" type="slidenum">
              <a:rPr lang="en-US" altLang="zh-CN" smtClean="0"/>
            </a:fld>
            <a:endParaRPr lang="en-US" altLang="zh-CN" dirty="0"/>
          </a:p>
        </p:txBody>
      </p:sp>
      <p:pic>
        <p:nvPicPr>
          <p:cNvPr id="6" name="内容占位符 3"/>
          <p:cNvPicPr>
            <a:picLocks noChangeAspect="1"/>
          </p:cNvPicPr>
          <p:nvPr/>
        </p:nvPicPr>
        <p:blipFill>
          <a:blip r:embed="rId1"/>
          <a:stretch>
            <a:fillRect/>
          </a:stretch>
        </p:blipFill>
        <p:spPr bwMode="auto">
          <a:xfrm>
            <a:off x="1243980" y="4158342"/>
            <a:ext cx="685800" cy="6400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 name="内容占位符 3"/>
          <p:cNvPicPr>
            <a:picLocks noChangeAspect="1"/>
          </p:cNvPicPr>
          <p:nvPr/>
        </p:nvPicPr>
        <p:blipFill>
          <a:blip r:embed="rId1"/>
          <a:stretch>
            <a:fillRect/>
          </a:stretch>
        </p:blipFill>
        <p:spPr>
          <a:xfrm>
            <a:off x="9652650" y="4158342"/>
            <a:ext cx="685800" cy="640080"/>
          </a:xfrm>
          <a:prstGeom prst="rect">
            <a:avLst/>
          </a:prstGeom>
        </p:spPr>
      </p:pic>
      <p:cxnSp>
        <p:nvCxnSpPr>
          <p:cNvPr id="8" name="直接连接符 7"/>
          <p:cNvCxnSpPr>
            <a:stCxn id="6" idx="3"/>
            <a:endCxn id="7" idx="1"/>
          </p:cNvCxnSpPr>
          <p:nvPr/>
        </p:nvCxnSpPr>
        <p:spPr>
          <a:xfrm>
            <a:off x="1929780" y="4478382"/>
            <a:ext cx="7722870" cy="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9" name="文本框 8"/>
          <p:cNvSpPr txBox="1"/>
          <p:nvPr/>
        </p:nvSpPr>
        <p:spPr>
          <a:xfrm>
            <a:off x="2040270" y="3692728"/>
            <a:ext cx="4560570" cy="584775"/>
          </a:xfrm>
          <a:prstGeom prst="rect">
            <a:avLst/>
          </a:prstGeom>
          <a:noFill/>
        </p:spPr>
        <p:txBody>
          <a:bodyPr wrap="square" rtlCol="0">
            <a:spAutoFit/>
          </a:bodyPr>
          <a:lstStyle/>
          <a:p>
            <a:r>
              <a:rPr lang="en-US" altLang="zh-CN" sz="1600" dirty="0">
                <a:latin typeface="微软雅黑 Light" panose="020B0502040204020203" pitchFamily="34" charset="-122"/>
                <a:ea typeface="微软雅黑 Light" panose="020B0502040204020203" pitchFamily="34" charset="-122"/>
              </a:rPr>
              <a:t>000D-88F8-03B0</a:t>
            </a:r>
            <a:endParaRPr lang="en-US" altLang="zh-CN" sz="1600" dirty="0">
              <a:latin typeface="微软雅黑 Light" panose="020B0502040204020203" pitchFamily="34" charset="-122"/>
              <a:ea typeface="微软雅黑 Light" panose="020B0502040204020203" pitchFamily="34" charset="-122"/>
            </a:endParaRPr>
          </a:p>
          <a:p>
            <a:r>
              <a:rPr lang="en-US" altLang="zh-CN" sz="1600" dirty="0">
                <a:latin typeface="微软雅黑 Light" panose="020B0502040204020203" pitchFamily="34" charset="-122"/>
                <a:ea typeface="微软雅黑 Light" panose="020B0502040204020203" pitchFamily="34" charset="-122"/>
              </a:rPr>
              <a:t>2001:0DB8::D4B5:2A08:3AB8:F820</a:t>
            </a:r>
            <a:endParaRPr lang="zh-CN" altLang="en-US" sz="1600" dirty="0">
              <a:latin typeface="微软雅黑 Light" panose="020B0502040204020203" pitchFamily="34" charset="-122"/>
              <a:ea typeface="微软雅黑 Light" panose="020B0502040204020203" pitchFamily="34" charset="-122"/>
            </a:endParaRPr>
          </a:p>
        </p:txBody>
      </p:sp>
      <p:sp>
        <p:nvSpPr>
          <p:cNvPr id="10" name="文本框 9"/>
          <p:cNvSpPr txBox="1"/>
          <p:nvPr/>
        </p:nvSpPr>
        <p:spPr>
          <a:xfrm>
            <a:off x="5015880" y="3762389"/>
            <a:ext cx="4560570" cy="584775"/>
          </a:xfrm>
          <a:prstGeom prst="rect">
            <a:avLst/>
          </a:prstGeom>
          <a:noFill/>
        </p:spPr>
        <p:txBody>
          <a:bodyPr wrap="square" rtlCol="0">
            <a:spAutoFit/>
          </a:bodyPr>
          <a:lstStyle/>
          <a:p>
            <a:pPr algn="r"/>
            <a:r>
              <a:rPr lang="en-US" altLang="zh-CN" sz="1600" dirty="0">
                <a:latin typeface="微软雅黑 Light" panose="020B0502040204020203" pitchFamily="34" charset="-122"/>
                <a:ea typeface="微软雅黑 Light" panose="020B0502040204020203" pitchFamily="34" charset="-122"/>
              </a:rPr>
              <a:t>0013-7284-EFDC</a:t>
            </a:r>
            <a:endParaRPr lang="en-US" altLang="zh-CN" sz="1600" dirty="0">
              <a:latin typeface="微软雅黑 Light" panose="020B0502040204020203" pitchFamily="34" charset="-122"/>
              <a:ea typeface="微软雅黑 Light" panose="020B0502040204020203" pitchFamily="34" charset="-122"/>
            </a:endParaRPr>
          </a:p>
          <a:p>
            <a:pPr algn="r"/>
            <a:r>
              <a:rPr lang="en-US" altLang="zh-CN" sz="1600" dirty="0">
                <a:latin typeface="微软雅黑 Light" panose="020B0502040204020203" pitchFamily="34" charset="-122"/>
                <a:ea typeface="微软雅黑 Light" panose="020B0502040204020203" pitchFamily="34" charset="-122"/>
              </a:rPr>
              <a:t>2001:0DB8::213:72FF:FE84:EFDC</a:t>
            </a:r>
            <a:endParaRPr lang="zh-CN" altLang="en-US" sz="1600" dirty="0">
              <a:latin typeface="微软雅黑 Light" panose="020B0502040204020203" pitchFamily="34" charset="-122"/>
              <a:ea typeface="微软雅黑 Light" panose="020B0502040204020203" pitchFamily="34" charset="-122"/>
            </a:endParaRPr>
          </a:p>
        </p:txBody>
      </p:sp>
      <p:sp>
        <p:nvSpPr>
          <p:cNvPr id="11" name="文本框 10"/>
          <p:cNvSpPr txBox="1"/>
          <p:nvPr/>
        </p:nvSpPr>
        <p:spPr>
          <a:xfrm>
            <a:off x="619140" y="4408720"/>
            <a:ext cx="739140" cy="338554"/>
          </a:xfrm>
          <a:prstGeom prst="rect">
            <a:avLst/>
          </a:prstGeom>
          <a:noFill/>
        </p:spPr>
        <p:txBody>
          <a:bodyPr wrap="square" rtlCol="0">
            <a:spAutoFit/>
          </a:bodyPr>
          <a:lstStyle/>
          <a:p>
            <a:r>
              <a:rPr lang="en-US" altLang="zh-CN" sz="1600" dirty="0">
                <a:latin typeface="微软雅黑 Light" panose="020B0502040204020203" pitchFamily="34" charset="-122"/>
                <a:ea typeface="微软雅黑 Light" panose="020B0502040204020203" pitchFamily="34" charset="-122"/>
              </a:rPr>
              <a:t>PC1</a:t>
            </a:r>
            <a:endParaRPr lang="zh-CN" altLang="en-US" sz="1600" dirty="0">
              <a:latin typeface="微软雅黑 Light" panose="020B0502040204020203" pitchFamily="34" charset="-122"/>
              <a:ea typeface="微软雅黑 Light" panose="020B0502040204020203" pitchFamily="34" charset="-122"/>
            </a:endParaRPr>
          </a:p>
        </p:txBody>
      </p:sp>
      <p:sp>
        <p:nvSpPr>
          <p:cNvPr id="12" name="文本框 11"/>
          <p:cNvSpPr txBox="1"/>
          <p:nvPr/>
        </p:nvSpPr>
        <p:spPr>
          <a:xfrm>
            <a:off x="10532760" y="4429090"/>
            <a:ext cx="739140" cy="338554"/>
          </a:xfrm>
          <a:prstGeom prst="rect">
            <a:avLst/>
          </a:prstGeom>
          <a:noFill/>
        </p:spPr>
        <p:txBody>
          <a:bodyPr wrap="square" rtlCol="0">
            <a:spAutoFit/>
          </a:bodyPr>
          <a:lstStyle/>
          <a:p>
            <a:r>
              <a:rPr lang="en-US" altLang="zh-CN" sz="1600" dirty="0">
                <a:latin typeface="微软雅黑 Light" panose="020B0502040204020203" pitchFamily="34" charset="-122"/>
                <a:ea typeface="微软雅黑 Light" panose="020B0502040204020203" pitchFamily="34" charset="-122"/>
              </a:rPr>
              <a:t>PC2</a:t>
            </a:r>
            <a:endParaRPr lang="zh-CN" altLang="en-US" sz="1600" dirty="0">
              <a:latin typeface="微软雅黑 Light" panose="020B0502040204020203" pitchFamily="34" charset="-122"/>
              <a:ea typeface="微软雅黑 Light" panose="020B0502040204020203" pitchFamily="34" charset="-122"/>
            </a:endParaRPr>
          </a:p>
        </p:txBody>
      </p:sp>
      <p:sp>
        <p:nvSpPr>
          <p:cNvPr id="13" name="文本框 12"/>
          <p:cNvSpPr txBox="1"/>
          <p:nvPr/>
        </p:nvSpPr>
        <p:spPr>
          <a:xfrm>
            <a:off x="1857390" y="4596908"/>
            <a:ext cx="4560570" cy="2062103"/>
          </a:xfrm>
          <a:prstGeom prst="rect">
            <a:avLst/>
          </a:prstGeom>
          <a:noFill/>
        </p:spPr>
        <p:txBody>
          <a:bodyPr wrap="square" rtlCol="0">
            <a:spAutoFit/>
          </a:bodyPr>
          <a:lstStyle/>
          <a:p>
            <a:r>
              <a:rPr lang="en-US" altLang="zh-CN" sz="1600" dirty="0">
                <a:latin typeface="微软雅黑 Light" panose="020B0502040204020203" pitchFamily="34" charset="-122"/>
                <a:ea typeface="微软雅黑 Light" panose="020B0502040204020203" pitchFamily="34" charset="-122"/>
              </a:rPr>
              <a:t>ICMPv6 Type: 135(NS)</a:t>
            </a:r>
            <a:endParaRPr lang="en-US" altLang="zh-CN" sz="1600" dirty="0">
              <a:latin typeface="微软雅黑 Light" panose="020B0502040204020203" pitchFamily="34" charset="-122"/>
              <a:ea typeface="微软雅黑 Light" panose="020B0502040204020203" pitchFamily="34" charset="-122"/>
            </a:endParaRPr>
          </a:p>
          <a:p>
            <a:r>
              <a:rPr lang="en-US" altLang="zh-CN" sz="1600" dirty="0">
                <a:latin typeface="微软雅黑 Light" panose="020B0502040204020203" pitchFamily="34" charset="-122"/>
                <a:ea typeface="微软雅黑 Light" panose="020B0502040204020203" pitchFamily="34" charset="-122"/>
              </a:rPr>
              <a:t>Source Address:</a:t>
            </a:r>
            <a:endParaRPr lang="en-US" altLang="zh-CN" sz="1600" dirty="0">
              <a:latin typeface="微软雅黑 Light" panose="020B0502040204020203" pitchFamily="34" charset="-122"/>
              <a:ea typeface="微软雅黑 Light" panose="020B0502040204020203" pitchFamily="34" charset="-122"/>
            </a:endParaRPr>
          </a:p>
          <a:p>
            <a:r>
              <a:rPr lang="en-US" altLang="zh-CN" sz="1600" dirty="0">
                <a:latin typeface="微软雅黑 Light" panose="020B0502040204020203" pitchFamily="34" charset="-122"/>
                <a:ea typeface="微软雅黑 Light" panose="020B0502040204020203" pitchFamily="34" charset="-122"/>
              </a:rPr>
              <a:t>2001:0DB8::D4B5:2A08:3AB8:F820</a:t>
            </a:r>
            <a:endParaRPr lang="en-US" altLang="zh-CN" sz="1600" dirty="0">
              <a:latin typeface="微软雅黑 Light" panose="020B0502040204020203" pitchFamily="34" charset="-122"/>
              <a:ea typeface="微软雅黑 Light" panose="020B0502040204020203" pitchFamily="34" charset="-122"/>
            </a:endParaRPr>
          </a:p>
          <a:p>
            <a:r>
              <a:rPr lang="en-US" altLang="zh-CN" sz="1600" dirty="0">
                <a:latin typeface="微软雅黑 Light" panose="020B0502040204020203" pitchFamily="34" charset="-122"/>
                <a:ea typeface="微软雅黑 Light" panose="020B0502040204020203" pitchFamily="34" charset="-122"/>
              </a:rPr>
              <a:t>Destination Address:</a:t>
            </a:r>
            <a:endParaRPr lang="en-US" altLang="zh-CN" sz="1600" dirty="0">
              <a:latin typeface="微软雅黑 Light" panose="020B0502040204020203" pitchFamily="34" charset="-122"/>
              <a:ea typeface="微软雅黑 Light" panose="020B0502040204020203" pitchFamily="34" charset="-122"/>
            </a:endParaRPr>
          </a:p>
          <a:p>
            <a:r>
              <a:rPr lang="en-US" altLang="zh-CN" sz="1600" dirty="0">
                <a:latin typeface="微软雅黑 Light" panose="020B0502040204020203" pitchFamily="34" charset="-122"/>
                <a:ea typeface="微软雅黑 Light" panose="020B0502040204020203" pitchFamily="34" charset="-122"/>
              </a:rPr>
              <a:t>FF02::1:FF84:EFDC</a:t>
            </a:r>
            <a:endParaRPr lang="en-US" altLang="zh-CN" sz="1600" dirty="0">
              <a:latin typeface="微软雅黑 Light" panose="020B0502040204020203" pitchFamily="34" charset="-122"/>
              <a:ea typeface="微软雅黑 Light" panose="020B0502040204020203" pitchFamily="34" charset="-122"/>
            </a:endParaRPr>
          </a:p>
          <a:p>
            <a:r>
              <a:rPr lang="en-US" altLang="zh-CN" sz="1600" dirty="0">
                <a:latin typeface="微软雅黑 Light" panose="020B0502040204020203" pitchFamily="34" charset="-122"/>
                <a:ea typeface="微软雅黑 Light" panose="020B0502040204020203" pitchFamily="34" charset="-122"/>
              </a:rPr>
              <a:t>Target Address:</a:t>
            </a:r>
            <a:endParaRPr lang="en-US" altLang="zh-CN" sz="1600" dirty="0">
              <a:latin typeface="微软雅黑 Light" panose="020B0502040204020203" pitchFamily="34" charset="-122"/>
              <a:ea typeface="微软雅黑 Light" panose="020B0502040204020203" pitchFamily="34" charset="-122"/>
            </a:endParaRPr>
          </a:p>
          <a:p>
            <a:r>
              <a:rPr lang="en-US" altLang="zh-CN" sz="1600" dirty="0">
                <a:latin typeface="微软雅黑 Light" panose="020B0502040204020203" pitchFamily="34" charset="-122"/>
                <a:ea typeface="微软雅黑 Light" panose="020B0502040204020203" pitchFamily="34" charset="-122"/>
              </a:rPr>
              <a:t>2001:0DB8::213:72FF:FE84:EFDC</a:t>
            </a:r>
            <a:endParaRPr lang="en-US" altLang="zh-CN" sz="1600" dirty="0">
              <a:latin typeface="微软雅黑 Light" panose="020B0502040204020203" pitchFamily="34" charset="-122"/>
              <a:ea typeface="微软雅黑 Light" panose="020B0502040204020203" pitchFamily="34" charset="-122"/>
            </a:endParaRPr>
          </a:p>
          <a:p>
            <a:r>
              <a:rPr lang="en-US" altLang="zh-CN" sz="1600" dirty="0">
                <a:latin typeface="微软雅黑 Light" panose="020B0502040204020203" pitchFamily="34" charset="-122"/>
                <a:ea typeface="微软雅黑 Light" panose="020B0502040204020203" pitchFamily="34" charset="-122"/>
              </a:rPr>
              <a:t>Source Link-layer(Option):000D-88F8-03B0</a:t>
            </a:r>
            <a:endParaRPr lang="zh-CN" altLang="en-US" sz="1600" dirty="0">
              <a:latin typeface="微软雅黑 Light" panose="020B0502040204020203" pitchFamily="34" charset="-122"/>
              <a:ea typeface="微软雅黑 Light" panose="020B0502040204020203" pitchFamily="34" charset="-122"/>
            </a:endParaRPr>
          </a:p>
        </p:txBody>
      </p:sp>
      <p:sp>
        <p:nvSpPr>
          <p:cNvPr id="14" name="文本框 13"/>
          <p:cNvSpPr txBox="1"/>
          <p:nvPr/>
        </p:nvSpPr>
        <p:spPr>
          <a:xfrm>
            <a:off x="6497970" y="4607257"/>
            <a:ext cx="4560570" cy="2062103"/>
          </a:xfrm>
          <a:prstGeom prst="rect">
            <a:avLst/>
          </a:prstGeom>
          <a:noFill/>
        </p:spPr>
        <p:txBody>
          <a:bodyPr wrap="square" rtlCol="0">
            <a:spAutoFit/>
          </a:bodyPr>
          <a:lstStyle/>
          <a:p>
            <a:r>
              <a:rPr lang="en-US" altLang="zh-CN" sz="1600" dirty="0">
                <a:latin typeface="微软雅黑 Light" panose="020B0502040204020203" pitchFamily="34" charset="-122"/>
                <a:ea typeface="微软雅黑 Light" panose="020B0502040204020203" pitchFamily="34" charset="-122"/>
              </a:rPr>
              <a:t>ICMPv6 Type: 136(NA)</a:t>
            </a:r>
            <a:endParaRPr lang="en-US" altLang="zh-CN" sz="1600" dirty="0">
              <a:latin typeface="微软雅黑 Light" panose="020B0502040204020203" pitchFamily="34" charset="-122"/>
              <a:ea typeface="微软雅黑 Light" panose="020B0502040204020203" pitchFamily="34" charset="-122"/>
            </a:endParaRPr>
          </a:p>
          <a:p>
            <a:r>
              <a:rPr lang="en-US" altLang="zh-CN" sz="1600" dirty="0">
                <a:latin typeface="微软雅黑 Light" panose="020B0502040204020203" pitchFamily="34" charset="-122"/>
                <a:ea typeface="微软雅黑 Light" panose="020B0502040204020203" pitchFamily="34" charset="-122"/>
              </a:rPr>
              <a:t>Source Address:</a:t>
            </a:r>
            <a:endParaRPr lang="en-US" altLang="zh-CN" sz="1600" dirty="0">
              <a:latin typeface="微软雅黑 Light" panose="020B0502040204020203" pitchFamily="34" charset="-122"/>
              <a:ea typeface="微软雅黑 Light" panose="020B0502040204020203" pitchFamily="34" charset="-122"/>
            </a:endParaRPr>
          </a:p>
          <a:p>
            <a:r>
              <a:rPr lang="en-US" altLang="zh-CN" sz="1600" dirty="0">
                <a:latin typeface="微软雅黑 Light" panose="020B0502040204020203" pitchFamily="34" charset="-122"/>
                <a:ea typeface="微软雅黑 Light" panose="020B0502040204020203" pitchFamily="34" charset="-122"/>
              </a:rPr>
              <a:t>2001:0DB8::213:72FF:FE84:EFDC</a:t>
            </a:r>
            <a:endParaRPr lang="en-US" altLang="zh-CN" sz="1600" dirty="0">
              <a:latin typeface="微软雅黑 Light" panose="020B0502040204020203" pitchFamily="34" charset="-122"/>
              <a:ea typeface="微软雅黑 Light" panose="020B0502040204020203" pitchFamily="34" charset="-122"/>
            </a:endParaRPr>
          </a:p>
          <a:p>
            <a:r>
              <a:rPr lang="en-US" altLang="zh-CN" sz="1600" dirty="0">
                <a:latin typeface="微软雅黑 Light" panose="020B0502040204020203" pitchFamily="34" charset="-122"/>
                <a:ea typeface="微软雅黑 Light" panose="020B0502040204020203" pitchFamily="34" charset="-122"/>
              </a:rPr>
              <a:t>Destination Address:</a:t>
            </a:r>
            <a:endParaRPr lang="en-US" altLang="zh-CN" sz="1600" dirty="0">
              <a:latin typeface="微软雅黑 Light" panose="020B0502040204020203" pitchFamily="34" charset="-122"/>
              <a:ea typeface="微软雅黑 Light" panose="020B0502040204020203" pitchFamily="34" charset="-122"/>
            </a:endParaRPr>
          </a:p>
          <a:p>
            <a:r>
              <a:rPr lang="en-US" altLang="zh-CN" sz="1600" dirty="0">
                <a:latin typeface="微软雅黑 Light" panose="020B0502040204020203" pitchFamily="34" charset="-122"/>
                <a:ea typeface="微软雅黑 Light" panose="020B0502040204020203" pitchFamily="34" charset="-122"/>
              </a:rPr>
              <a:t>2001:0DB8::D4B5:2A08:3AB8:F820</a:t>
            </a:r>
            <a:endParaRPr lang="en-US" altLang="zh-CN" sz="1600" dirty="0">
              <a:latin typeface="微软雅黑 Light" panose="020B0502040204020203" pitchFamily="34" charset="-122"/>
              <a:ea typeface="微软雅黑 Light" panose="020B0502040204020203" pitchFamily="34" charset="-122"/>
            </a:endParaRPr>
          </a:p>
          <a:p>
            <a:r>
              <a:rPr lang="en-US" altLang="zh-CN" sz="1600" dirty="0">
                <a:latin typeface="微软雅黑 Light" panose="020B0502040204020203" pitchFamily="34" charset="-122"/>
                <a:ea typeface="微软雅黑 Light" panose="020B0502040204020203" pitchFamily="34" charset="-122"/>
              </a:rPr>
              <a:t>Target Address:</a:t>
            </a:r>
            <a:endParaRPr lang="en-US" altLang="zh-CN" sz="1600" dirty="0">
              <a:latin typeface="微软雅黑 Light" panose="020B0502040204020203" pitchFamily="34" charset="-122"/>
              <a:ea typeface="微软雅黑 Light" panose="020B0502040204020203" pitchFamily="34" charset="-122"/>
            </a:endParaRPr>
          </a:p>
          <a:p>
            <a:r>
              <a:rPr lang="en-US" altLang="zh-CN" sz="1600" dirty="0">
                <a:latin typeface="微软雅黑 Light" panose="020B0502040204020203" pitchFamily="34" charset="-122"/>
                <a:ea typeface="微软雅黑 Light" panose="020B0502040204020203" pitchFamily="34" charset="-122"/>
              </a:rPr>
              <a:t>2001:0DB8::213:72FF:FE84:EFDC</a:t>
            </a:r>
            <a:endParaRPr lang="en-US" altLang="zh-CN" sz="1600" dirty="0">
              <a:latin typeface="微软雅黑 Light" panose="020B0502040204020203" pitchFamily="34" charset="-122"/>
              <a:ea typeface="微软雅黑 Light" panose="020B0502040204020203" pitchFamily="34" charset="-122"/>
            </a:endParaRPr>
          </a:p>
          <a:p>
            <a:r>
              <a:rPr lang="en-US" altLang="zh-CN" sz="1600" dirty="0">
                <a:latin typeface="微软雅黑 Light" panose="020B0502040204020203" pitchFamily="34" charset="-122"/>
                <a:ea typeface="微软雅黑 Light" panose="020B0502040204020203" pitchFamily="34" charset="-122"/>
              </a:rPr>
              <a:t>Target Link-layer(Option):0013-7284-EFDC</a:t>
            </a:r>
            <a:endParaRPr lang="zh-CN" altLang="en-US" sz="1600" dirty="0">
              <a:latin typeface="微软雅黑 Light" panose="020B0502040204020203" pitchFamily="34" charset="-122"/>
              <a:ea typeface="微软雅黑 Light" panose="020B0502040204020203" pitchFamily="34" charset="-122"/>
            </a:endParaRPr>
          </a:p>
        </p:txBody>
      </p:sp>
    </p:spTree>
  </p:cSld>
  <p:clrMapOvr>
    <a:masterClrMapping/>
  </p:clrMapOvr>
</p:sld>
</file>

<file path=ppt/slides/slide2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网卡启动过程</a:t>
            </a:r>
            <a:endParaRPr lang="zh-CN" altLang="en-US" dirty="0"/>
          </a:p>
        </p:txBody>
      </p:sp>
      <p:sp>
        <p:nvSpPr>
          <p:cNvPr id="4" name="灯片编号占位符 3"/>
          <p:cNvSpPr>
            <a:spLocks noGrp="1"/>
          </p:cNvSpPr>
          <p:nvPr>
            <p:ph type="sldNum" sz="quarter" idx="12"/>
          </p:nvPr>
        </p:nvSpPr>
        <p:spPr/>
        <p:txBody>
          <a:bodyPr/>
          <a:lstStyle/>
          <a:p>
            <a:pPr>
              <a:defRPr/>
            </a:pPr>
            <a:fld id="{816960B2-2B11-492C-B588-5290E1274F96}" type="slidenum">
              <a:rPr lang="en-US" altLang="zh-CN" smtClean="0"/>
            </a:fld>
            <a:endParaRPr lang="en-US" altLang="zh-CN" dirty="0"/>
          </a:p>
        </p:txBody>
      </p:sp>
      <p:sp>
        <p:nvSpPr>
          <p:cNvPr id="9" name="矩形: 圆角 8"/>
          <p:cNvSpPr/>
          <p:nvPr/>
        </p:nvSpPr>
        <p:spPr bwMode="auto">
          <a:xfrm>
            <a:off x="4000049" y="1093202"/>
            <a:ext cx="3151425" cy="720080"/>
          </a:xfrm>
          <a:prstGeom prst="roundRect">
            <a:avLst/>
          </a:prstGeom>
          <a:solidFill>
            <a:schemeClr val="accent1">
              <a:lumMod val="90000"/>
            </a:schemeClr>
          </a:solidFill>
          <a:ln w="9525" cap="flat" cmpd="sng" algn="ctr">
            <a:solidFill>
              <a:schemeClr val="accent1">
                <a:lumMod val="90000"/>
              </a:schemeClr>
            </a:solidFill>
            <a:prstDash val="solid"/>
            <a:round/>
            <a:headEnd type="none" w="med" len="med"/>
            <a:tailEnd type="none" w="med" len="med"/>
          </a:ln>
          <a:effectLst/>
        </p:spPr>
        <p:txBody>
          <a:bodyPr vert="horz" wrap="square" lIns="91440" tIns="45720" rIns="91440" bIns="45720" numCol="1" rtlCol="0" anchor="ctr" anchorCtr="0" compatLnSpc="1"/>
          <a:lstStyle/>
          <a:p>
            <a:pPr marL="0" marR="0" indent="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rPr>
              <a:t>Step 1</a:t>
            </a:r>
            <a:endParaRPr kumimoji="0" lang="en-US" altLang="zh-CN" sz="20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endParaRPr>
          </a:p>
          <a:p>
            <a:pPr marL="0" marR="0" indent="0" algn="ctr" defTabSz="914400" rtl="0" eaLnBrk="1" fontAlgn="base" latinLnBrk="0" hangingPunct="1">
              <a:lnSpc>
                <a:spcPct val="100000"/>
              </a:lnSpc>
              <a:spcBef>
                <a:spcPct val="0"/>
              </a:spcBef>
              <a:spcAft>
                <a:spcPct val="0"/>
              </a:spcAft>
              <a:buClrTx/>
              <a:buSzTx/>
              <a:buFontTx/>
              <a:buNone/>
            </a:pPr>
            <a:r>
              <a:rPr kumimoji="0" lang="zh-CN" altLang="en-US" sz="20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rPr>
              <a:t>生成 链路本地地址</a:t>
            </a:r>
            <a:endParaRPr kumimoji="0" lang="zh-CN" altLang="en-US" sz="20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endParaRPr>
          </a:p>
        </p:txBody>
      </p:sp>
      <p:sp>
        <p:nvSpPr>
          <p:cNvPr id="10" name="箭头: 下 9"/>
          <p:cNvSpPr/>
          <p:nvPr/>
        </p:nvSpPr>
        <p:spPr bwMode="auto">
          <a:xfrm>
            <a:off x="5328564" y="1826372"/>
            <a:ext cx="288032" cy="432048"/>
          </a:xfrm>
          <a:prstGeom prst="downArrow">
            <a:avLst/>
          </a:prstGeom>
          <a:noFill/>
          <a:ln w="9525" cap="flat" cmpd="sng" algn="ctr">
            <a:solidFill>
              <a:srgbClr val="FF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ctr"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20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endParaRPr>
          </a:p>
        </p:txBody>
      </p:sp>
      <p:sp>
        <p:nvSpPr>
          <p:cNvPr id="11" name="矩形: 圆角 10"/>
          <p:cNvSpPr/>
          <p:nvPr/>
        </p:nvSpPr>
        <p:spPr bwMode="auto">
          <a:xfrm>
            <a:off x="3968611" y="2258420"/>
            <a:ext cx="3182864" cy="720080"/>
          </a:xfrm>
          <a:prstGeom prst="roundRect">
            <a:avLst/>
          </a:prstGeom>
          <a:solidFill>
            <a:schemeClr val="accent1">
              <a:lumMod val="90000"/>
            </a:schemeClr>
          </a:solidFill>
          <a:ln w="9525" cap="flat" cmpd="sng" algn="ctr">
            <a:solidFill>
              <a:schemeClr val="accent1">
                <a:lumMod val="90000"/>
              </a:schemeClr>
            </a:solidFill>
            <a:prstDash val="solid"/>
            <a:round/>
            <a:headEnd type="none" w="med" len="med"/>
            <a:tailEnd type="none" w="med" len="med"/>
          </a:ln>
          <a:effectLst/>
        </p:spPr>
        <p:txBody>
          <a:bodyPr vert="horz" wrap="square" lIns="91440" tIns="45720" rIns="91440" bIns="45720" numCol="1" rtlCol="0" anchor="ctr" anchorCtr="0" compatLnSpc="1"/>
          <a:lstStyle/>
          <a:p>
            <a:pPr marL="0" marR="0" indent="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rPr>
              <a:t>Step 2</a:t>
            </a:r>
            <a:endParaRPr kumimoji="0" lang="en-US" altLang="zh-CN" sz="20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endParaRPr>
          </a:p>
          <a:p>
            <a:pPr marL="0" marR="0" indent="0" algn="ctr" defTabSz="914400" rtl="0" eaLnBrk="1" fontAlgn="base" latinLnBrk="0" hangingPunct="1">
              <a:lnSpc>
                <a:spcPct val="100000"/>
              </a:lnSpc>
              <a:spcBef>
                <a:spcPct val="0"/>
              </a:spcBef>
              <a:spcAft>
                <a:spcPct val="0"/>
              </a:spcAft>
              <a:buClrTx/>
              <a:buSzTx/>
              <a:buFontTx/>
              <a:buNone/>
            </a:pPr>
            <a:r>
              <a:rPr kumimoji="0" lang="zh-CN" altLang="en-US" sz="20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rPr>
              <a:t>生成 被请求节点多播地址</a:t>
            </a:r>
            <a:endParaRPr kumimoji="0" lang="zh-CN" altLang="en-US" sz="20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endParaRPr>
          </a:p>
        </p:txBody>
      </p:sp>
      <p:sp>
        <p:nvSpPr>
          <p:cNvPr id="12" name="箭头: 下 11"/>
          <p:cNvSpPr/>
          <p:nvPr/>
        </p:nvSpPr>
        <p:spPr bwMode="auto">
          <a:xfrm>
            <a:off x="5318602" y="2991590"/>
            <a:ext cx="288032" cy="432048"/>
          </a:xfrm>
          <a:prstGeom prst="downArrow">
            <a:avLst/>
          </a:prstGeom>
          <a:noFill/>
          <a:ln w="9525" cap="flat" cmpd="sng" algn="ctr">
            <a:solidFill>
              <a:srgbClr val="FF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ctr"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20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endParaRPr>
          </a:p>
        </p:txBody>
      </p:sp>
      <p:sp>
        <p:nvSpPr>
          <p:cNvPr id="13" name="矩形: 圆角 12"/>
          <p:cNvSpPr/>
          <p:nvPr/>
        </p:nvSpPr>
        <p:spPr bwMode="auto">
          <a:xfrm>
            <a:off x="3968610" y="3429811"/>
            <a:ext cx="3182864" cy="720080"/>
          </a:xfrm>
          <a:prstGeom prst="roundRect">
            <a:avLst/>
          </a:prstGeom>
          <a:solidFill>
            <a:schemeClr val="accent1">
              <a:lumMod val="90000"/>
            </a:schemeClr>
          </a:solidFill>
          <a:ln w="9525" cap="flat" cmpd="sng" algn="ctr">
            <a:solidFill>
              <a:schemeClr val="accent1">
                <a:lumMod val="90000"/>
              </a:schemeClr>
            </a:solidFill>
            <a:prstDash val="solid"/>
            <a:round/>
            <a:headEnd type="none" w="med" len="med"/>
            <a:tailEnd type="none" w="med" len="med"/>
          </a:ln>
          <a:effectLst/>
        </p:spPr>
        <p:txBody>
          <a:bodyPr vert="horz" wrap="square" lIns="91440" tIns="45720" rIns="91440" bIns="45720" numCol="1" rtlCol="0" anchor="ctr" anchorCtr="0" compatLnSpc="1"/>
          <a:lstStyle/>
          <a:p>
            <a:pPr marL="0" marR="0" indent="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rPr>
              <a:t>Step 3</a:t>
            </a:r>
            <a:endParaRPr kumimoji="0" lang="en-US" altLang="zh-CN" sz="20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endParaRPr>
          </a:p>
          <a:p>
            <a:pPr marL="0" marR="0" indent="0" algn="ctr" defTabSz="914400" rtl="0" eaLnBrk="1" fontAlgn="base" latinLnBrk="0" hangingPunct="1">
              <a:lnSpc>
                <a:spcPct val="100000"/>
              </a:lnSpc>
              <a:spcBef>
                <a:spcPct val="0"/>
              </a:spcBef>
              <a:spcAft>
                <a:spcPct val="0"/>
              </a:spcAft>
              <a:buClrTx/>
              <a:buSzTx/>
              <a:buFontTx/>
              <a:buNone/>
            </a:pPr>
            <a:r>
              <a:rPr kumimoji="0" lang="zh-CN" altLang="en-US" sz="20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rPr>
              <a:t>多播成员报告</a:t>
            </a:r>
            <a:endParaRPr kumimoji="0" lang="zh-CN" altLang="en-US" sz="20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endParaRPr>
          </a:p>
        </p:txBody>
      </p:sp>
      <p:sp>
        <p:nvSpPr>
          <p:cNvPr id="14" name="箭头: 下 13"/>
          <p:cNvSpPr/>
          <p:nvPr/>
        </p:nvSpPr>
        <p:spPr bwMode="auto">
          <a:xfrm>
            <a:off x="5318602" y="4162981"/>
            <a:ext cx="288032" cy="432048"/>
          </a:xfrm>
          <a:prstGeom prst="downArrow">
            <a:avLst/>
          </a:prstGeom>
          <a:noFill/>
          <a:ln w="9525" cap="flat" cmpd="sng" algn="ctr">
            <a:solidFill>
              <a:srgbClr val="FF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ctr"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20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endParaRPr>
          </a:p>
        </p:txBody>
      </p:sp>
      <p:sp>
        <p:nvSpPr>
          <p:cNvPr id="15" name="矩形: 圆角 14"/>
          <p:cNvSpPr/>
          <p:nvPr/>
        </p:nvSpPr>
        <p:spPr bwMode="auto">
          <a:xfrm>
            <a:off x="3968610" y="4601202"/>
            <a:ext cx="3182864" cy="720080"/>
          </a:xfrm>
          <a:prstGeom prst="roundRect">
            <a:avLst/>
          </a:prstGeom>
          <a:solidFill>
            <a:schemeClr val="accent1">
              <a:lumMod val="90000"/>
            </a:schemeClr>
          </a:solidFill>
          <a:ln w="9525" cap="flat" cmpd="sng" algn="ctr">
            <a:solidFill>
              <a:schemeClr val="accent1">
                <a:lumMod val="90000"/>
              </a:schemeClr>
            </a:solidFill>
            <a:prstDash val="solid"/>
            <a:round/>
            <a:headEnd type="none" w="med" len="med"/>
            <a:tailEnd type="none" w="med" len="med"/>
          </a:ln>
          <a:effectLst/>
        </p:spPr>
        <p:txBody>
          <a:bodyPr vert="horz" wrap="square" lIns="91440" tIns="45720" rIns="91440" bIns="45720" numCol="1" rtlCol="0" anchor="ctr" anchorCtr="0" compatLnSpc="1"/>
          <a:lstStyle/>
          <a:p>
            <a:pPr marL="0" marR="0" indent="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rPr>
              <a:t>Step 4</a:t>
            </a:r>
            <a:endParaRPr kumimoji="0" lang="en-US" altLang="zh-CN" sz="20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endParaRPr>
          </a:p>
          <a:p>
            <a:pPr marL="0" marR="0" indent="0" algn="ctr" defTabSz="914400" rtl="0" eaLnBrk="1" fontAlgn="base" latinLnBrk="0" hangingPunct="1">
              <a:lnSpc>
                <a:spcPct val="100000"/>
              </a:lnSpc>
              <a:spcBef>
                <a:spcPct val="0"/>
              </a:spcBef>
              <a:spcAft>
                <a:spcPct val="0"/>
              </a:spcAft>
              <a:buClrTx/>
              <a:buSzTx/>
              <a:buFontTx/>
              <a:buNone/>
            </a:pPr>
            <a:r>
              <a:rPr kumimoji="0" lang="zh-CN" altLang="en-US" sz="20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rPr>
              <a:t>重复地址检测</a:t>
            </a:r>
            <a:endParaRPr kumimoji="0" lang="zh-CN" altLang="en-US" sz="20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endParaRPr>
          </a:p>
        </p:txBody>
      </p:sp>
      <p:sp>
        <p:nvSpPr>
          <p:cNvPr id="16" name="箭头: 下 15"/>
          <p:cNvSpPr/>
          <p:nvPr/>
        </p:nvSpPr>
        <p:spPr bwMode="auto">
          <a:xfrm>
            <a:off x="5334534" y="5334372"/>
            <a:ext cx="288032" cy="432048"/>
          </a:xfrm>
          <a:prstGeom prst="downArrow">
            <a:avLst/>
          </a:prstGeom>
          <a:noFill/>
          <a:ln w="9525" cap="flat" cmpd="sng" algn="ctr">
            <a:solidFill>
              <a:srgbClr val="FF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ctr"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20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endParaRPr>
          </a:p>
        </p:txBody>
      </p:sp>
      <p:sp>
        <p:nvSpPr>
          <p:cNvPr id="17" name="矩形: 圆角 16"/>
          <p:cNvSpPr/>
          <p:nvPr/>
        </p:nvSpPr>
        <p:spPr bwMode="auto">
          <a:xfrm>
            <a:off x="3984542" y="5772593"/>
            <a:ext cx="3166932" cy="720080"/>
          </a:xfrm>
          <a:prstGeom prst="roundRect">
            <a:avLst/>
          </a:prstGeom>
          <a:solidFill>
            <a:schemeClr val="accent1">
              <a:lumMod val="90000"/>
            </a:schemeClr>
          </a:solidFill>
          <a:ln w="9525" cap="flat" cmpd="sng" algn="ctr">
            <a:solidFill>
              <a:schemeClr val="accent1">
                <a:lumMod val="90000"/>
              </a:schemeClr>
            </a:solidFill>
            <a:prstDash val="solid"/>
            <a:round/>
            <a:headEnd type="none" w="med" len="med"/>
            <a:tailEnd type="none" w="med" len="med"/>
          </a:ln>
          <a:effectLst/>
        </p:spPr>
        <p:txBody>
          <a:bodyPr vert="horz" wrap="square" lIns="91440" tIns="45720" rIns="91440" bIns="45720" numCol="1" rtlCol="0" anchor="ctr" anchorCtr="0" compatLnSpc="1"/>
          <a:lstStyle/>
          <a:p>
            <a:pPr marL="0" marR="0" indent="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rPr>
              <a:t>Step 5</a:t>
            </a:r>
            <a:endParaRPr kumimoji="0" lang="en-US" altLang="zh-CN" sz="20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endParaRPr>
          </a:p>
          <a:p>
            <a:pPr marL="0" marR="0" indent="0" algn="ctr" defTabSz="914400" rtl="0" eaLnBrk="1" fontAlgn="base" latinLnBrk="0" hangingPunct="1">
              <a:lnSpc>
                <a:spcPct val="100000"/>
              </a:lnSpc>
              <a:spcBef>
                <a:spcPct val="0"/>
              </a:spcBef>
              <a:spcAft>
                <a:spcPct val="0"/>
              </a:spcAft>
              <a:buClrTx/>
              <a:buSzTx/>
              <a:buFontTx/>
              <a:buNone/>
            </a:pPr>
            <a:r>
              <a:rPr kumimoji="0" lang="zh-CN" altLang="en-US" sz="20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rPr>
              <a:t>无状态地址自动配置</a:t>
            </a:r>
            <a:endParaRPr kumimoji="0" lang="zh-CN" altLang="en-US" sz="20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endParaRPr>
          </a:p>
        </p:txBody>
      </p:sp>
    </p:spTree>
  </p:cSld>
  <p:clrMapOvr>
    <a:masterClrMapping/>
  </p:clrMapOvr>
</p:sld>
</file>

<file path=ppt/slides/slide2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生成链路本地地址</a:t>
            </a:r>
            <a:endParaRPr lang="zh-CN" altLang="en-US" dirty="0"/>
          </a:p>
        </p:txBody>
      </p:sp>
      <p:sp>
        <p:nvSpPr>
          <p:cNvPr id="4" name="内容占位符 3"/>
          <p:cNvSpPr>
            <a:spLocks noGrp="1"/>
          </p:cNvSpPr>
          <p:nvPr>
            <p:ph sz="half" idx="2"/>
          </p:nvPr>
        </p:nvSpPr>
        <p:spPr>
          <a:xfrm>
            <a:off x="4583832" y="1052514"/>
            <a:ext cx="7273737" cy="5437187"/>
          </a:xfrm>
        </p:spPr>
        <p:txBody>
          <a:bodyPr>
            <a:normAutofit lnSpcReduction="10000"/>
          </a:bodyPr>
          <a:lstStyle/>
          <a:p>
            <a:r>
              <a:rPr lang="en-US" altLang="zh-CN" dirty="0"/>
              <a:t>Link-Local Address</a:t>
            </a:r>
            <a:endParaRPr lang="zh-CN" altLang="en-US" dirty="0"/>
          </a:p>
          <a:p>
            <a:pPr lvl="1"/>
            <a:r>
              <a:rPr lang="zh-CN" altLang="en-US" dirty="0"/>
              <a:t>当网卡启动时会根据某种算法自动生成链路本地地址。具体生成的地址，与操作系统有关，不统一</a:t>
            </a:r>
            <a:endParaRPr lang="en-US" altLang="zh-CN" dirty="0"/>
          </a:p>
          <a:p>
            <a:pPr lvl="2"/>
            <a:r>
              <a:rPr lang="zh-CN" altLang="en-US" dirty="0"/>
              <a:t>根据</a:t>
            </a:r>
            <a:r>
              <a:rPr lang="en-US" altLang="zh-CN" dirty="0"/>
              <a:t>MAC</a:t>
            </a:r>
            <a:r>
              <a:rPr lang="zh-CN" altLang="en-US" dirty="0"/>
              <a:t>地址换算而来（</a:t>
            </a:r>
            <a:r>
              <a:rPr lang="en-US" altLang="zh-CN" dirty="0"/>
              <a:t>EUI-64</a:t>
            </a:r>
            <a:r>
              <a:rPr lang="zh-CN" altLang="en-US" dirty="0"/>
              <a:t>）</a:t>
            </a:r>
            <a:endParaRPr lang="en-US" altLang="zh-CN" dirty="0"/>
          </a:p>
          <a:p>
            <a:pPr marL="914400" lvl="2" indent="0">
              <a:buNone/>
            </a:pPr>
            <a:r>
              <a:rPr lang="zh-CN" altLang="en-US" dirty="0"/>
              <a:t>例如：</a:t>
            </a:r>
            <a:r>
              <a:rPr lang="en-US" altLang="zh-CN" dirty="0"/>
              <a:t>7007.1234.5678 </a:t>
            </a:r>
            <a:r>
              <a:rPr lang="en-US" altLang="zh-CN" dirty="0">
                <a:sym typeface="Wingdings" panose="05000000000000000000" pitchFamily="2" charset="2"/>
              </a:rPr>
              <a:t> FE80::7207:12FF:FE34:5678</a:t>
            </a:r>
            <a:endParaRPr lang="en-US" altLang="zh-CN" dirty="0"/>
          </a:p>
          <a:p>
            <a:pPr lvl="2"/>
            <a:r>
              <a:rPr lang="zh-CN" altLang="en-US" dirty="0"/>
              <a:t>随机生成</a:t>
            </a:r>
            <a:endParaRPr lang="zh-CN" altLang="en-US" dirty="0"/>
          </a:p>
          <a:p>
            <a:pPr lvl="1"/>
            <a:r>
              <a:rPr lang="zh-CN" altLang="en-US" dirty="0"/>
              <a:t>链路本地地址是范围为</a:t>
            </a:r>
            <a:r>
              <a:rPr lang="en-US" altLang="zh-CN" dirty="0"/>
              <a:t>fe80::/10</a:t>
            </a:r>
            <a:r>
              <a:rPr lang="zh-CN" altLang="en-US" dirty="0"/>
              <a:t>的单播地址</a:t>
            </a:r>
            <a:endParaRPr lang="en-US" altLang="zh-CN" dirty="0"/>
          </a:p>
          <a:p>
            <a:pPr lvl="1"/>
            <a:r>
              <a:rPr lang="zh-CN" altLang="en-US" dirty="0"/>
              <a:t>链路本地只在同一个二层内传播，不会被路由器转发</a:t>
            </a:r>
            <a:endParaRPr lang="zh-CN" altLang="en-US" dirty="0"/>
          </a:p>
          <a:p>
            <a:r>
              <a:rPr lang="zh-CN" altLang="en-US" dirty="0"/>
              <a:t>链路本地地址作用</a:t>
            </a:r>
            <a:endParaRPr lang="zh-CN" altLang="en-US" dirty="0"/>
          </a:p>
          <a:p>
            <a:pPr lvl="1"/>
            <a:r>
              <a:rPr lang="zh-CN" altLang="en-US" dirty="0"/>
              <a:t>地址自动配置</a:t>
            </a:r>
            <a:endParaRPr lang="zh-CN" altLang="en-US" dirty="0"/>
          </a:p>
          <a:p>
            <a:pPr lvl="1"/>
            <a:r>
              <a:rPr lang="zh-CN" altLang="en-US" dirty="0"/>
              <a:t>邻居发现协议</a:t>
            </a:r>
            <a:endParaRPr lang="zh-CN" altLang="en-US" dirty="0"/>
          </a:p>
          <a:p>
            <a:pPr lvl="1"/>
            <a:r>
              <a:rPr lang="zh-CN" altLang="en-US" dirty="0"/>
              <a:t>路由转发（可以作为下一跳地址）</a:t>
            </a:r>
            <a:endParaRPr lang="zh-CN" altLang="en-US" dirty="0"/>
          </a:p>
        </p:txBody>
      </p:sp>
      <p:sp>
        <p:nvSpPr>
          <p:cNvPr id="5" name="灯片编号占位符 4"/>
          <p:cNvSpPr>
            <a:spLocks noGrp="1"/>
          </p:cNvSpPr>
          <p:nvPr>
            <p:ph type="sldNum" sz="quarter" idx="12"/>
          </p:nvPr>
        </p:nvSpPr>
        <p:spPr/>
        <p:txBody>
          <a:bodyPr/>
          <a:lstStyle/>
          <a:p>
            <a:pPr>
              <a:defRPr/>
            </a:pPr>
            <a:fld id="{5ACAED0A-32C0-459D-9CE5-9FDF4154FCB4}" type="slidenum">
              <a:rPr lang="en-US" altLang="zh-CN" smtClean="0"/>
            </a:fld>
            <a:endParaRPr lang="en-US" altLang="zh-CN" dirty="0"/>
          </a:p>
        </p:txBody>
      </p:sp>
      <p:sp>
        <p:nvSpPr>
          <p:cNvPr id="6" name="矩形: 圆角 5"/>
          <p:cNvSpPr/>
          <p:nvPr/>
        </p:nvSpPr>
        <p:spPr bwMode="auto">
          <a:xfrm>
            <a:off x="1055440" y="1052514"/>
            <a:ext cx="3151425" cy="720080"/>
          </a:xfrm>
          <a:prstGeom prst="roundRect">
            <a:avLst/>
          </a:prstGeom>
          <a:solidFill>
            <a:schemeClr val="accent6">
              <a:lumMod val="40000"/>
              <a:lumOff val="60000"/>
            </a:schemeClr>
          </a:solidFill>
          <a:ln w="9525" cap="flat" cmpd="sng" algn="ctr">
            <a:solidFill>
              <a:schemeClr val="accent6">
                <a:lumMod val="40000"/>
                <a:lumOff val="60000"/>
              </a:schemeClr>
            </a:solidFill>
            <a:prstDash val="solid"/>
            <a:round/>
            <a:headEnd type="none" w="med" len="med"/>
            <a:tailEnd type="none" w="med" len="med"/>
          </a:ln>
          <a:effectLst/>
        </p:spPr>
        <p:txBody>
          <a:bodyPr vert="horz" wrap="square" lIns="91440" tIns="45720" rIns="91440" bIns="45720" numCol="1" rtlCol="0" anchor="ctr" anchorCtr="0" compatLnSpc="1"/>
          <a:lstStyle/>
          <a:p>
            <a:pPr marL="0" marR="0" indent="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rPr>
              <a:t>Step 1</a:t>
            </a:r>
            <a:endParaRPr kumimoji="0" lang="en-US" altLang="zh-CN" sz="20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endParaRPr>
          </a:p>
          <a:p>
            <a:pPr marL="0" marR="0" indent="0" algn="ctr" defTabSz="914400" rtl="0" eaLnBrk="1" fontAlgn="base" latinLnBrk="0" hangingPunct="1">
              <a:lnSpc>
                <a:spcPct val="100000"/>
              </a:lnSpc>
              <a:spcBef>
                <a:spcPct val="0"/>
              </a:spcBef>
              <a:spcAft>
                <a:spcPct val="0"/>
              </a:spcAft>
              <a:buClrTx/>
              <a:buSzTx/>
              <a:buFontTx/>
              <a:buNone/>
            </a:pPr>
            <a:r>
              <a:rPr kumimoji="0" lang="zh-CN" altLang="en-US" sz="20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rPr>
              <a:t>生成 链路本地地址</a:t>
            </a:r>
            <a:endParaRPr kumimoji="0" lang="zh-CN" altLang="en-US" sz="20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endParaRPr>
          </a:p>
        </p:txBody>
      </p:sp>
      <p:sp>
        <p:nvSpPr>
          <p:cNvPr id="7" name="箭头: 下 6"/>
          <p:cNvSpPr/>
          <p:nvPr/>
        </p:nvSpPr>
        <p:spPr bwMode="auto">
          <a:xfrm>
            <a:off x="2383955" y="1785684"/>
            <a:ext cx="288032" cy="432048"/>
          </a:xfrm>
          <a:prstGeom prst="downArrow">
            <a:avLst/>
          </a:prstGeom>
          <a:noFill/>
          <a:ln w="9525" cap="flat" cmpd="sng" algn="ctr">
            <a:solidFill>
              <a:srgbClr val="FF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ctr"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20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endParaRPr>
          </a:p>
        </p:txBody>
      </p:sp>
      <p:sp>
        <p:nvSpPr>
          <p:cNvPr id="8" name="矩形: 圆角 7"/>
          <p:cNvSpPr/>
          <p:nvPr/>
        </p:nvSpPr>
        <p:spPr bwMode="auto">
          <a:xfrm>
            <a:off x="1024002" y="2217732"/>
            <a:ext cx="3182864" cy="720080"/>
          </a:xfrm>
          <a:prstGeom prst="roundRect">
            <a:avLst/>
          </a:prstGeom>
          <a:solidFill>
            <a:schemeClr val="accent1">
              <a:lumMod val="90000"/>
            </a:schemeClr>
          </a:solidFill>
          <a:ln w="9525" cap="flat" cmpd="sng" algn="ctr">
            <a:solidFill>
              <a:schemeClr val="accent1">
                <a:lumMod val="90000"/>
              </a:schemeClr>
            </a:solidFill>
            <a:prstDash val="solid"/>
            <a:round/>
            <a:headEnd type="none" w="med" len="med"/>
            <a:tailEnd type="none" w="med" len="med"/>
          </a:ln>
          <a:effectLst/>
        </p:spPr>
        <p:txBody>
          <a:bodyPr vert="horz" wrap="square" lIns="91440" tIns="45720" rIns="91440" bIns="45720" numCol="1" rtlCol="0" anchor="ctr" anchorCtr="0" compatLnSpc="1"/>
          <a:lstStyle/>
          <a:p>
            <a:pPr marL="0" marR="0" indent="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rPr>
              <a:t>Step 2</a:t>
            </a:r>
            <a:endParaRPr kumimoji="0" lang="en-US" altLang="zh-CN" sz="20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endParaRPr>
          </a:p>
          <a:p>
            <a:pPr marL="0" marR="0" indent="0" algn="ctr" defTabSz="914400" rtl="0" eaLnBrk="1" fontAlgn="base" latinLnBrk="0" hangingPunct="1">
              <a:lnSpc>
                <a:spcPct val="100000"/>
              </a:lnSpc>
              <a:spcBef>
                <a:spcPct val="0"/>
              </a:spcBef>
              <a:spcAft>
                <a:spcPct val="0"/>
              </a:spcAft>
              <a:buClrTx/>
              <a:buSzTx/>
              <a:buFontTx/>
              <a:buNone/>
            </a:pPr>
            <a:r>
              <a:rPr kumimoji="0" lang="zh-CN" altLang="en-US" sz="20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rPr>
              <a:t>生成 被请求节点多播地址</a:t>
            </a:r>
            <a:endParaRPr kumimoji="0" lang="zh-CN" altLang="en-US" sz="20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endParaRPr>
          </a:p>
        </p:txBody>
      </p:sp>
      <p:sp>
        <p:nvSpPr>
          <p:cNvPr id="9" name="箭头: 下 8"/>
          <p:cNvSpPr/>
          <p:nvPr/>
        </p:nvSpPr>
        <p:spPr bwMode="auto">
          <a:xfrm>
            <a:off x="2373993" y="2950902"/>
            <a:ext cx="288032" cy="432048"/>
          </a:xfrm>
          <a:prstGeom prst="downArrow">
            <a:avLst/>
          </a:prstGeom>
          <a:noFill/>
          <a:ln w="9525" cap="flat" cmpd="sng" algn="ctr">
            <a:solidFill>
              <a:srgbClr val="FF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ctr"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20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endParaRPr>
          </a:p>
        </p:txBody>
      </p:sp>
      <p:sp>
        <p:nvSpPr>
          <p:cNvPr id="10" name="矩形: 圆角 9"/>
          <p:cNvSpPr/>
          <p:nvPr/>
        </p:nvSpPr>
        <p:spPr bwMode="auto">
          <a:xfrm>
            <a:off x="1024001" y="3389123"/>
            <a:ext cx="3182864" cy="720080"/>
          </a:xfrm>
          <a:prstGeom prst="roundRect">
            <a:avLst/>
          </a:prstGeom>
          <a:solidFill>
            <a:schemeClr val="accent1">
              <a:lumMod val="90000"/>
            </a:schemeClr>
          </a:solidFill>
          <a:ln w="9525" cap="flat" cmpd="sng" algn="ctr">
            <a:solidFill>
              <a:schemeClr val="accent1">
                <a:lumMod val="90000"/>
              </a:schemeClr>
            </a:solidFill>
            <a:prstDash val="solid"/>
            <a:round/>
            <a:headEnd type="none" w="med" len="med"/>
            <a:tailEnd type="none" w="med" len="med"/>
          </a:ln>
          <a:effectLst/>
        </p:spPr>
        <p:txBody>
          <a:bodyPr vert="horz" wrap="square" lIns="91440" tIns="45720" rIns="91440" bIns="45720" numCol="1" rtlCol="0" anchor="ctr" anchorCtr="0" compatLnSpc="1"/>
          <a:lstStyle/>
          <a:p>
            <a:pPr marL="0" marR="0" indent="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rPr>
              <a:t>Step 3</a:t>
            </a:r>
            <a:endParaRPr kumimoji="0" lang="en-US" altLang="zh-CN" sz="20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endParaRPr>
          </a:p>
          <a:p>
            <a:pPr marL="0" marR="0" indent="0" algn="ctr" defTabSz="914400" rtl="0" eaLnBrk="1" fontAlgn="base" latinLnBrk="0" hangingPunct="1">
              <a:lnSpc>
                <a:spcPct val="100000"/>
              </a:lnSpc>
              <a:spcBef>
                <a:spcPct val="0"/>
              </a:spcBef>
              <a:spcAft>
                <a:spcPct val="0"/>
              </a:spcAft>
              <a:buClrTx/>
              <a:buSzTx/>
              <a:buFontTx/>
              <a:buNone/>
            </a:pPr>
            <a:r>
              <a:rPr kumimoji="0" lang="zh-CN" altLang="en-US" sz="20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rPr>
              <a:t>多播成员报告</a:t>
            </a:r>
            <a:endParaRPr kumimoji="0" lang="zh-CN" altLang="en-US" sz="20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endParaRPr>
          </a:p>
        </p:txBody>
      </p:sp>
      <p:sp>
        <p:nvSpPr>
          <p:cNvPr id="11" name="箭头: 下 10"/>
          <p:cNvSpPr/>
          <p:nvPr/>
        </p:nvSpPr>
        <p:spPr bwMode="auto">
          <a:xfrm>
            <a:off x="2373993" y="4122293"/>
            <a:ext cx="288032" cy="432048"/>
          </a:xfrm>
          <a:prstGeom prst="downArrow">
            <a:avLst/>
          </a:prstGeom>
          <a:noFill/>
          <a:ln w="9525" cap="flat" cmpd="sng" algn="ctr">
            <a:solidFill>
              <a:srgbClr val="FF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ctr"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20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endParaRPr>
          </a:p>
        </p:txBody>
      </p:sp>
      <p:sp>
        <p:nvSpPr>
          <p:cNvPr id="12" name="矩形: 圆角 11"/>
          <p:cNvSpPr/>
          <p:nvPr/>
        </p:nvSpPr>
        <p:spPr bwMode="auto">
          <a:xfrm>
            <a:off x="1024001" y="4560514"/>
            <a:ext cx="3182864" cy="720080"/>
          </a:xfrm>
          <a:prstGeom prst="roundRect">
            <a:avLst/>
          </a:prstGeom>
          <a:solidFill>
            <a:schemeClr val="accent1">
              <a:lumMod val="90000"/>
            </a:schemeClr>
          </a:solidFill>
          <a:ln w="9525" cap="flat" cmpd="sng" algn="ctr">
            <a:solidFill>
              <a:schemeClr val="accent1">
                <a:lumMod val="90000"/>
              </a:schemeClr>
            </a:solidFill>
            <a:prstDash val="solid"/>
            <a:round/>
            <a:headEnd type="none" w="med" len="med"/>
            <a:tailEnd type="none" w="med" len="med"/>
          </a:ln>
          <a:effectLst/>
        </p:spPr>
        <p:txBody>
          <a:bodyPr vert="horz" wrap="square" lIns="91440" tIns="45720" rIns="91440" bIns="45720" numCol="1" rtlCol="0" anchor="ctr" anchorCtr="0" compatLnSpc="1"/>
          <a:lstStyle/>
          <a:p>
            <a:pPr marL="0" marR="0" indent="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rPr>
              <a:t>Step 4</a:t>
            </a:r>
            <a:endParaRPr kumimoji="0" lang="en-US" altLang="zh-CN" sz="20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endParaRPr>
          </a:p>
          <a:p>
            <a:pPr marL="0" marR="0" indent="0" algn="ctr" defTabSz="914400" rtl="0" eaLnBrk="1" fontAlgn="base" latinLnBrk="0" hangingPunct="1">
              <a:lnSpc>
                <a:spcPct val="100000"/>
              </a:lnSpc>
              <a:spcBef>
                <a:spcPct val="0"/>
              </a:spcBef>
              <a:spcAft>
                <a:spcPct val="0"/>
              </a:spcAft>
              <a:buClrTx/>
              <a:buSzTx/>
              <a:buFontTx/>
              <a:buNone/>
            </a:pPr>
            <a:r>
              <a:rPr kumimoji="0" lang="zh-CN" altLang="en-US" sz="20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rPr>
              <a:t>重复地址检测</a:t>
            </a:r>
            <a:endParaRPr kumimoji="0" lang="zh-CN" altLang="en-US" sz="20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endParaRPr>
          </a:p>
        </p:txBody>
      </p:sp>
      <p:sp>
        <p:nvSpPr>
          <p:cNvPr id="13" name="箭头: 下 12"/>
          <p:cNvSpPr/>
          <p:nvPr/>
        </p:nvSpPr>
        <p:spPr bwMode="auto">
          <a:xfrm>
            <a:off x="2389925" y="5293684"/>
            <a:ext cx="288032" cy="432048"/>
          </a:xfrm>
          <a:prstGeom prst="downArrow">
            <a:avLst/>
          </a:prstGeom>
          <a:noFill/>
          <a:ln w="9525" cap="flat" cmpd="sng" algn="ctr">
            <a:solidFill>
              <a:srgbClr val="FF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ctr"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20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endParaRPr>
          </a:p>
        </p:txBody>
      </p:sp>
      <p:sp>
        <p:nvSpPr>
          <p:cNvPr id="14" name="矩形: 圆角 13"/>
          <p:cNvSpPr/>
          <p:nvPr/>
        </p:nvSpPr>
        <p:spPr bwMode="auto">
          <a:xfrm>
            <a:off x="1039933" y="5731905"/>
            <a:ext cx="3166932" cy="720080"/>
          </a:xfrm>
          <a:prstGeom prst="roundRect">
            <a:avLst/>
          </a:prstGeom>
          <a:solidFill>
            <a:schemeClr val="accent1">
              <a:lumMod val="90000"/>
            </a:schemeClr>
          </a:solidFill>
          <a:ln w="9525" cap="flat" cmpd="sng" algn="ctr">
            <a:solidFill>
              <a:schemeClr val="accent1">
                <a:lumMod val="90000"/>
              </a:schemeClr>
            </a:solidFill>
            <a:prstDash val="solid"/>
            <a:round/>
            <a:headEnd type="none" w="med" len="med"/>
            <a:tailEnd type="none" w="med" len="med"/>
          </a:ln>
          <a:effectLst/>
        </p:spPr>
        <p:txBody>
          <a:bodyPr vert="horz" wrap="square" lIns="91440" tIns="45720" rIns="91440" bIns="45720" numCol="1" rtlCol="0" anchor="ctr" anchorCtr="0" compatLnSpc="1"/>
          <a:lstStyle/>
          <a:p>
            <a:pPr marL="0" marR="0" indent="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rPr>
              <a:t>Step 5</a:t>
            </a:r>
            <a:endParaRPr kumimoji="0" lang="en-US" altLang="zh-CN" sz="20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endParaRPr>
          </a:p>
          <a:p>
            <a:pPr marL="0" marR="0" indent="0" algn="ctr" defTabSz="914400" rtl="0" eaLnBrk="1" fontAlgn="base" latinLnBrk="0" hangingPunct="1">
              <a:lnSpc>
                <a:spcPct val="100000"/>
              </a:lnSpc>
              <a:spcBef>
                <a:spcPct val="0"/>
              </a:spcBef>
              <a:spcAft>
                <a:spcPct val="0"/>
              </a:spcAft>
              <a:buClrTx/>
              <a:buSzTx/>
              <a:buFontTx/>
              <a:buNone/>
            </a:pPr>
            <a:r>
              <a:rPr kumimoji="0" lang="zh-CN" altLang="en-US" sz="20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rPr>
              <a:t>无状态地址自动配置</a:t>
            </a:r>
            <a:endParaRPr kumimoji="0" lang="zh-CN" altLang="en-US" sz="20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endParaRPr>
          </a:p>
        </p:txBody>
      </p:sp>
      <p:sp>
        <p:nvSpPr>
          <p:cNvPr id="17" name="文本框 16"/>
          <p:cNvSpPr txBox="1"/>
          <p:nvPr/>
        </p:nvSpPr>
        <p:spPr>
          <a:xfrm>
            <a:off x="1060808" y="1778767"/>
            <a:ext cx="3222357" cy="400110"/>
          </a:xfrm>
          <a:prstGeom prst="rect">
            <a:avLst/>
          </a:prstGeom>
          <a:noFill/>
        </p:spPr>
        <p:txBody>
          <a:bodyPr wrap="none" rtlCol="0">
            <a:spAutoFit/>
          </a:bodyPr>
          <a:lstStyle/>
          <a:p>
            <a:r>
              <a:rPr lang="en-US" altLang="zh-CN" sz="2000" dirty="0">
                <a:latin typeface="微软雅黑 Light" panose="020B0502040204020203" pitchFamily="34" charset="-122"/>
                <a:ea typeface="微软雅黑 Light" panose="020B0502040204020203" pitchFamily="34" charset="-122"/>
              </a:rPr>
              <a:t>FE80::7207:12FF:FE34:5678</a:t>
            </a:r>
            <a:endParaRPr lang="zh-CN" altLang="en-US" sz="2000" dirty="0">
              <a:latin typeface="微软雅黑 Light" panose="020B0502040204020203" pitchFamily="34" charset="-122"/>
              <a:ea typeface="微软雅黑 Light" panose="020B0502040204020203" pitchFamily="34" charset="-122"/>
            </a:endParaRPr>
          </a:p>
        </p:txBody>
      </p:sp>
    </p:spTree>
  </p:cSld>
  <p:clrMapOvr>
    <a:masterClrMapping/>
  </p:clrMapOvr>
</p:sld>
</file>

<file path=ppt/slides/slide2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生成被请求节点多播地址</a:t>
            </a:r>
            <a:endParaRPr lang="zh-CN" altLang="en-US" dirty="0"/>
          </a:p>
        </p:txBody>
      </p:sp>
      <p:sp>
        <p:nvSpPr>
          <p:cNvPr id="4" name="内容占位符 3"/>
          <p:cNvSpPr>
            <a:spLocks noGrp="1"/>
          </p:cNvSpPr>
          <p:nvPr>
            <p:ph sz="half" idx="2"/>
          </p:nvPr>
        </p:nvSpPr>
        <p:spPr>
          <a:xfrm>
            <a:off x="4583832" y="1052514"/>
            <a:ext cx="7273737" cy="5437187"/>
          </a:xfrm>
        </p:spPr>
        <p:txBody>
          <a:bodyPr>
            <a:normAutofit fontScale="92500" lnSpcReduction="20000"/>
          </a:bodyPr>
          <a:lstStyle/>
          <a:p>
            <a:r>
              <a:rPr lang="en-US" altLang="zh-CN" dirty="0"/>
              <a:t>Solicited-Node multicast address</a:t>
            </a:r>
            <a:endParaRPr lang="zh-CN" altLang="en-US" dirty="0"/>
          </a:p>
          <a:p>
            <a:pPr lvl="1"/>
            <a:r>
              <a:rPr lang="zh-CN" altLang="en-US" dirty="0"/>
              <a:t>每生成一个单播</a:t>
            </a:r>
            <a:r>
              <a:rPr lang="en-US" altLang="zh-CN" dirty="0"/>
              <a:t>IP</a:t>
            </a:r>
            <a:r>
              <a:rPr lang="zh-CN" altLang="en-US" dirty="0"/>
              <a:t>地址，无论什么类型，都会对应生成一个“被请求节点多播地址”</a:t>
            </a:r>
            <a:endParaRPr lang="zh-CN" altLang="en-US" dirty="0"/>
          </a:p>
          <a:p>
            <a:pPr lvl="1"/>
            <a:r>
              <a:rPr lang="zh-CN" altLang="en-US" dirty="0"/>
              <a:t>组成方式：</a:t>
            </a:r>
            <a:r>
              <a:rPr lang="en-US" altLang="zh-CN" dirty="0"/>
              <a:t>FF02::1:FF00:0/104 + </a:t>
            </a:r>
            <a:r>
              <a:rPr lang="zh-CN" altLang="en-US" dirty="0">
                <a:solidFill>
                  <a:srgbClr val="C00000"/>
                </a:solidFill>
              </a:rPr>
              <a:t>单播地址的最后</a:t>
            </a:r>
            <a:r>
              <a:rPr lang="en-US" altLang="zh-CN" dirty="0">
                <a:solidFill>
                  <a:srgbClr val="C00000"/>
                </a:solidFill>
              </a:rPr>
              <a:t>24bit</a:t>
            </a:r>
            <a:endParaRPr lang="en-US" altLang="zh-CN" dirty="0">
              <a:solidFill>
                <a:srgbClr val="C00000"/>
              </a:solidFill>
            </a:endParaRPr>
          </a:p>
          <a:p>
            <a:r>
              <a:rPr lang="zh-CN" altLang="en-US" dirty="0"/>
              <a:t>“被请求节点多播地址”用途：地址解析</a:t>
            </a:r>
            <a:endParaRPr lang="zh-CN" altLang="en-US" dirty="0"/>
          </a:p>
          <a:p>
            <a:pPr lvl="1"/>
            <a:r>
              <a:rPr lang="en-US" altLang="zh-CN" dirty="0"/>
              <a:t>IPv4</a:t>
            </a:r>
            <a:r>
              <a:rPr lang="zh-CN" altLang="en-US" dirty="0"/>
              <a:t>中用</a:t>
            </a:r>
            <a:r>
              <a:rPr lang="en-US" altLang="zh-CN" dirty="0"/>
              <a:t>ARP</a:t>
            </a:r>
            <a:r>
              <a:rPr lang="zh-CN" altLang="en-US" dirty="0"/>
              <a:t>做地址解析，</a:t>
            </a:r>
            <a:r>
              <a:rPr lang="en-US" altLang="zh-CN" dirty="0"/>
              <a:t>ARP</a:t>
            </a:r>
            <a:r>
              <a:rPr lang="zh-CN" altLang="en-US" dirty="0"/>
              <a:t>是基于广播的</a:t>
            </a:r>
            <a:endParaRPr lang="zh-CN" altLang="en-US" dirty="0"/>
          </a:p>
          <a:p>
            <a:pPr lvl="1"/>
            <a:r>
              <a:rPr lang="en-US" altLang="zh-CN" dirty="0"/>
              <a:t>IPv6</a:t>
            </a:r>
            <a:r>
              <a:rPr lang="zh-CN" altLang="en-US" dirty="0"/>
              <a:t>没有广播，只有多播，使用一个多播地址解析</a:t>
            </a:r>
            <a:endParaRPr lang="zh-CN" altLang="en-US" dirty="0"/>
          </a:p>
          <a:p>
            <a:r>
              <a:rPr lang="zh-CN" altLang="en-US" dirty="0"/>
              <a:t>工作原理：当想解析</a:t>
            </a:r>
            <a:r>
              <a:rPr lang="en-US" altLang="zh-CN" dirty="0"/>
              <a:t>MAC</a:t>
            </a:r>
            <a:r>
              <a:rPr lang="zh-CN" altLang="en-US" dirty="0"/>
              <a:t>地址时</a:t>
            </a:r>
            <a:endParaRPr lang="en-US" altLang="zh-CN" dirty="0"/>
          </a:p>
          <a:p>
            <a:pPr lvl="1"/>
            <a:r>
              <a:rPr lang="zh-CN" altLang="en-US" dirty="0"/>
              <a:t>发送一个“地址解析请求包”到这个多播地址，然后属于该多播地址的成员会收到该数据包，</a:t>
            </a:r>
            <a:endParaRPr lang="en-US" altLang="zh-CN" dirty="0"/>
          </a:p>
          <a:p>
            <a:pPr lvl="1"/>
            <a:r>
              <a:rPr lang="zh-CN" altLang="en-US" dirty="0"/>
              <a:t>返回</a:t>
            </a:r>
            <a:r>
              <a:rPr lang="en-US" altLang="zh-CN" dirty="0"/>
              <a:t>MAC</a:t>
            </a:r>
            <a:r>
              <a:rPr lang="zh-CN" altLang="en-US" dirty="0"/>
              <a:t>地址给对方</a:t>
            </a:r>
            <a:endParaRPr lang="zh-CN" altLang="en-US" dirty="0"/>
          </a:p>
          <a:p>
            <a:r>
              <a:rPr lang="zh-CN" altLang="en-US" dirty="0"/>
              <a:t>“被请求节点”含义</a:t>
            </a:r>
            <a:endParaRPr lang="zh-CN" altLang="en-US" dirty="0"/>
          </a:p>
          <a:p>
            <a:pPr lvl="1"/>
            <a:r>
              <a:rPr lang="zh-CN" altLang="en-US" dirty="0"/>
              <a:t>别人请求解析“我”的地址，“我”就是被请求的节点</a:t>
            </a:r>
            <a:endParaRPr lang="en-US" altLang="zh-CN" dirty="0"/>
          </a:p>
          <a:p>
            <a:pPr lvl="1"/>
            <a:r>
              <a:rPr lang="zh-CN" altLang="en-US" dirty="0"/>
              <a:t>“我”生成“被请求节点多播地址”是让别人能够请求到我</a:t>
            </a:r>
            <a:endParaRPr lang="zh-CN" altLang="en-US" dirty="0"/>
          </a:p>
        </p:txBody>
      </p:sp>
      <p:sp>
        <p:nvSpPr>
          <p:cNvPr id="5" name="灯片编号占位符 4"/>
          <p:cNvSpPr>
            <a:spLocks noGrp="1"/>
          </p:cNvSpPr>
          <p:nvPr>
            <p:ph type="sldNum" sz="quarter" idx="12"/>
          </p:nvPr>
        </p:nvSpPr>
        <p:spPr/>
        <p:txBody>
          <a:bodyPr/>
          <a:lstStyle/>
          <a:p>
            <a:pPr>
              <a:defRPr/>
            </a:pPr>
            <a:fld id="{5ACAED0A-32C0-459D-9CE5-9FDF4154FCB4}" type="slidenum">
              <a:rPr lang="en-US" altLang="zh-CN" smtClean="0"/>
            </a:fld>
            <a:endParaRPr lang="en-US" altLang="zh-CN" dirty="0"/>
          </a:p>
        </p:txBody>
      </p:sp>
      <p:sp>
        <p:nvSpPr>
          <p:cNvPr id="6" name="矩形: 圆角 5"/>
          <p:cNvSpPr/>
          <p:nvPr/>
        </p:nvSpPr>
        <p:spPr bwMode="auto">
          <a:xfrm>
            <a:off x="1055440" y="1052514"/>
            <a:ext cx="3151425" cy="720080"/>
          </a:xfrm>
          <a:prstGeom prst="roundRect">
            <a:avLst/>
          </a:prstGeom>
          <a:solidFill>
            <a:schemeClr val="accent1">
              <a:lumMod val="90000"/>
            </a:schemeClr>
          </a:solidFill>
          <a:ln w="9525" cap="flat" cmpd="sng" algn="ctr">
            <a:solidFill>
              <a:schemeClr val="accent1">
                <a:lumMod val="90000"/>
              </a:schemeClr>
            </a:solidFill>
            <a:prstDash val="solid"/>
            <a:round/>
            <a:headEnd type="none" w="med" len="med"/>
            <a:tailEnd type="none" w="med" len="med"/>
          </a:ln>
          <a:effectLst/>
        </p:spPr>
        <p:txBody>
          <a:bodyPr vert="horz" wrap="square" lIns="91440" tIns="45720" rIns="91440" bIns="45720" numCol="1" rtlCol="0" anchor="ctr" anchorCtr="0" compatLnSpc="1"/>
          <a:lstStyle/>
          <a:p>
            <a:pPr marL="0" marR="0" indent="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rPr>
              <a:t>Step 1</a:t>
            </a:r>
            <a:endParaRPr kumimoji="0" lang="en-US" altLang="zh-CN" sz="20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endParaRPr>
          </a:p>
          <a:p>
            <a:pPr marL="0" marR="0" indent="0" algn="ctr" defTabSz="914400" rtl="0" eaLnBrk="1" fontAlgn="base" latinLnBrk="0" hangingPunct="1">
              <a:lnSpc>
                <a:spcPct val="100000"/>
              </a:lnSpc>
              <a:spcBef>
                <a:spcPct val="0"/>
              </a:spcBef>
              <a:spcAft>
                <a:spcPct val="0"/>
              </a:spcAft>
              <a:buClrTx/>
              <a:buSzTx/>
              <a:buFontTx/>
              <a:buNone/>
            </a:pPr>
            <a:r>
              <a:rPr kumimoji="0" lang="zh-CN" altLang="en-US" sz="20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rPr>
              <a:t>生成 链路本地地址</a:t>
            </a:r>
            <a:endParaRPr kumimoji="0" lang="zh-CN" altLang="en-US" sz="20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endParaRPr>
          </a:p>
        </p:txBody>
      </p:sp>
      <p:sp>
        <p:nvSpPr>
          <p:cNvPr id="7" name="箭头: 下 6"/>
          <p:cNvSpPr/>
          <p:nvPr/>
        </p:nvSpPr>
        <p:spPr bwMode="auto">
          <a:xfrm>
            <a:off x="2383955" y="1785684"/>
            <a:ext cx="288032" cy="432048"/>
          </a:xfrm>
          <a:prstGeom prst="downArrow">
            <a:avLst/>
          </a:prstGeom>
          <a:noFill/>
          <a:ln w="9525" cap="flat" cmpd="sng" algn="ctr">
            <a:solidFill>
              <a:srgbClr val="FF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ctr"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20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endParaRPr>
          </a:p>
        </p:txBody>
      </p:sp>
      <p:sp>
        <p:nvSpPr>
          <p:cNvPr id="8" name="矩形: 圆角 7"/>
          <p:cNvSpPr/>
          <p:nvPr/>
        </p:nvSpPr>
        <p:spPr bwMode="auto">
          <a:xfrm>
            <a:off x="1024002" y="2217732"/>
            <a:ext cx="3182864" cy="720080"/>
          </a:xfrm>
          <a:prstGeom prst="roundRect">
            <a:avLst/>
          </a:prstGeom>
          <a:solidFill>
            <a:schemeClr val="accent6">
              <a:lumMod val="40000"/>
              <a:lumOff val="60000"/>
            </a:schemeClr>
          </a:solidFill>
          <a:ln w="9525" cap="flat" cmpd="sng" algn="ctr">
            <a:solidFill>
              <a:schemeClr val="accent6">
                <a:lumMod val="40000"/>
                <a:lumOff val="60000"/>
              </a:schemeClr>
            </a:solidFill>
            <a:prstDash val="solid"/>
            <a:round/>
            <a:headEnd type="none" w="med" len="med"/>
            <a:tailEnd type="none" w="med" len="med"/>
          </a:ln>
          <a:effectLst/>
        </p:spPr>
        <p:txBody>
          <a:bodyPr vert="horz" wrap="square" lIns="91440" tIns="45720" rIns="91440" bIns="45720" numCol="1" rtlCol="0" anchor="ctr" anchorCtr="0" compatLnSpc="1"/>
          <a:lstStyle/>
          <a:p>
            <a:pPr algn="ctr" eaLnBrk="1" hangingPunct="1"/>
            <a:r>
              <a:rPr lang="en-US" altLang="zh-CN" dirty="0">
                <a:latin typeface="微软雅黑 Light" panose="020B0502040204020203" pitchFamily="34" charset="-122"/>
                <a:ea typeface="微软雅黑 Light" panose="020B0502040204020203" pitchFamily="34" charset="-122"/>
              </a:rPr>
              <a:t>Step 2</a:t>
            </a:r>
            <a:endParaRPr lang="en-US" altLang="zh-CN" dirty="0">
              <a:latin typeface="微软雅黑 Light" panose="020B0502040204020203" pitchFamily="34" charset="-122"/>
              <a:ea typeface="微软雅黑 Light" panose="020B0502040204020203" pitchFamily="34" charset="-122"/>
            </a:endParaRPr>
          </a:p>
          <a:p>
            <a:pPr algn="ctr" eaLnBrk="1" hangingPunct="1"/>
            <a:r>
              <a:rPr lang="zh-CN" altLang="en-US" dirty="0">
                <a:latin typeface="微软雅黑 Light" panose="020B0502040204020203" pitchFamily="34" charset="-122"/>
                <a:ea typeface="微软雅黑 Light" panose="020B0502040204020203" pitchFamily="34" charset="-122"/>
              </a:rPr>
              <a:t>生成 被请求节点多播地址</a:t>
            </a:r>
            <a:endParaRPr lang="zh-CN" altLang="en-US" dirty="0">
              <a:latin typeface="微软雅黑 Light" panose="020B0502040204020203" pitchFamily="34" charset="-122"/>
              <a:ea typeface="微软雅黑 Light" panose="020B0502040204020203" pitchFamily="34" charset="-122"/>
            </a:endParaRPr>
          </a:p>
        </p:txBody>
      </p:sp>
      <p:sp>
        <p:nvSpPr>
          <p:cNvPr id="9" name="箭头: 下 8"/>
          <p:cNvSpPr/>
          <p:nvPr/>
        </p:nvSpPr>
        <p:spPr bwMode="auto">
          <a:xfrm>
            <a:off x="2373993" y="2950902"/>
            <a:ext cx="288032" cy="432048"/>
          </a:xfrm>
          <a:prstGeom prst="downArrow">
            <a:avLst/>
          </a:prstGeom>
          <a:noFill/>
          <a:ln w="9525" cap="flat" cmpd="sng" algn="ctr">
            <a:solidFill>
              <a:srgbClr val="FF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ctr"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20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endParaRPr>
          </a:p>
        </p:txBody>
      </p:sp>
      <p:sp>
        <p:nvSpPr>
          <p:cNvPr id="10" name="矩形: 圆角 9"/>
          <p:cNvSpPr/>
          <p:nvPr/>
        </p:nvSpPr>
        <p:spPr bwMode="auto">
          <a:xfrm>
            <a:off x="1024001" y="3389123"/>
            <a:ext cx="3182864" cy="720080"/>
          </a:xfrm>
          <a:prstGeom prst="roundRect">
            <a:avLst/>
          </a:prstGeom>
          <a:solidFill>
            <a:schemeClr val="accent1">
              <a:lumMod val="90000"/>
            </a:schemeClr>
          </a:solidFill>
          <a:ln w="9525" cap="flat" cmpd="sng" algn="ctr">
            <a:solidFill>
              <a:schemeClr val="accent1">
                <a:lumMod val="90000"/>
              </a:schemeClr>
            </a:solidFill>
            <a:prstDash val="solid"/>
            <a:round/>
            <a:headEnd type="none" w="med" len="med"/>
            <a:tailEnd type="none" w="med" len="med"/>
          </a:ln>
          <a:effectLst/>
        </p:spPr>
        <p:txBody>
          <a:bodyPr vert="horz" wrap="square" lIns="91440" tIns="45720" rIns="91440" bIns="45720" numCol="1" rtlCol="0" anchor="ctr" anchorCtr="0" compatLnSpc="1"/>
          <a:lstStyle/>
          <a:p>
            <a:pPr marL="0" marR="0" indent="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rPr>
              <a:t>Step 3</a:t>
            </a:r>
            <a:endParaRPr kumimoji="0" lang="en-US" altLang="zh-CN" sz="20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endParaRPr>
          </a:p>
          <a:p>
            <a:pPr marL="0" marR="0" indent="0" algn="ctr" defTabSz="914400" rtl="0" eaLnBrk="1" fontAlgn="base" latinLnBrk="0" hangingPunct="1">
              <a:lnSpc>
                <a:spcPct val="100000"/>
              </a:lnSpc>
              <a:spcBef>
                <a:spcPct val="0"/>
              </a:spcBef>
              <a:spcAft>
                <a:spcPct val="0"/>
              </a:spcAft>
              <a:buClrTx/>
              <a:buSzTx/>
              <a:buFontTx/>
              <a:buNone/>
            </a:pPr>
            <a:r>
              <a:rPr kumimoji="0" lang="zh-CN" altLang="en-US" sz="20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rPr>
              <a:t>多播成员报告</a:t>
            </a:r>
            <a:endParaRPr kumimoji="0" lang="zh-CN" altLang="en-US" sz="20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endParaRPr>
          </a:p>
        </p:txBody>
      </p:sp>
      <p:sp>
        <p:nvSpPr>
          <p:cNvPr id="11" name="箭头: 下 10"/>
          <p:cNvSpPr/>
          <p:nvPr/>
        </p:nvSpPr>
        <p:spPr bwMode="auto">
          <a:xfrm>
            <a:off x="2373993" y="4122293"/>
            <a:ext cx="288032" cy="432048"/>
          </a:xfrm>
          <a:prstGeom prst="downArrow">
            <a:avLst/>
          </a:prstGeom>
          <a:noFill/>
          <a:ln w="9525" cap="flat" cmpd="sng" algn="ctr">
            <a:solidFill>
              <a:srgbClr val="FF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ctr"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20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endParaRPr>
          </a:p>
        </p:txBody>
      </p:sp>
      <p:sp>
        <p:nvSpPr>
          <p:cNvPr id="12" name="矩形: 圆角 11"/>
          <p:cNvSpPr/>
          <p:nvPr/>
        </p:nvSpPr>
        <p:spPr bwMode="auto">
          <a:xfrm>
            <a:off x="1024001" y="4560514"/>
            <a:ext cx="3182864" cy="720080"/>
          </a:xfrm>
          <a:prstGeom prst="roundRect">
            <a:avLst/>
          </a:prstGeom>
          <a:solidFill>
            <a:schemeClr val="accent1">
              <a:lumMod val="90000"/>
            </a:schemeClr>
          </a:solidFill>
          <a:ln w="9525" cap="flat" cmpd="sng" algn="ctr">
            <a:solidFill>
              <a:schemeClr val="accent1">
                <a:lumMod val="90000"/>
              </a:schemeClr>
            </a:solidFill>
            <a:prstDash val="solid"/>
            <a:round/>
            <a:headEnd type="none" w="med" len="med"/>
            <a:tailEnd type="none" w="med" len="med"/>
          </a:ln>
          <a:effectLst/>
        </p:spPr>
        <p:txBody>
          <a:bodyPr vert="horz" wrap="square" lIns="91440" tIns="45720" rIns="91440" bIns="45720" numCol="1" rtlCol="0" anchor="ctr" anchorCtr="0" compatLnSpc="1"/>
          <a:lstStyle/>
          <a:p>
            <a:pPr marL="0" marR="0" indent="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rPr>
              <a:t>Step 4</a:t>
            </a:r>
            <a:endParaRPr kumimoji="0" lang="en-US" altLang="zh-CN" sz="20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endParaRPr>
          </a:p>
          <a:p>
            <a:pPr marL="0" marR="0" indent="0" algn="ctr" defTabSz="914400" rtl="0" eaLnBrk="1" fontAlgn="base" latinLnBrk="0" hangingPunct="1">
              <a:lnSpc>
                <a:spcPct val="100000"/>
              </a:lnSpc>
              <a:spcBef>
                <a:spcPct val="0"/>
              </a:spcBef>
              <a:spcAft>
                <a:spcPct val="0"/>
              </a:spcAft>
              <a:buClrTx/>
              <a:buSzTx/>
              <a:buFontTx/>
              <a:buNone/>
            </a:pPr>
            <a:r>
              <a:rPr kumimoji="0" lang="zh-CN" altLang="en-US" sz="20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rPr>
              <a:t>重复地址检测</a:t>
            </a:r>
            <a:endParaRPr kumimoji="0" lang="zh-CN" altLang="en-US" sz="20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endParaRPr>
          </a:p>
        </p:txBody>
      </p:sp>
      <p:sp>
        <p:nvSpPr>
          <p:cNvPr id="13" name="箭头: 下 12"/>
          <p:cNvSpPr/>
          <p:nvPr/>
        </p:nvSpPr>
        <p:spPr bwMode="auto">
          <a:xfrm>
            <a:off x="2389925" y="5293684"/>
            <a:ext cx="288032" cy="432048"/>
          </a:xfrm>
          <a:prstGeom prst="downArrow">
            <a:avLst/>
          </a:prstGeom>
          <a:noFill/>
          <a:ln w="9525" cap="flat" cmpd="sng" algn="ctr">
            <a:solidFill>
              <a:srgbClr val="FF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ctr"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20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endParaRPr>
          </a:p>
        </p:txBody>
      </p:sp>
      <p:sp>
        <p:nvSpPr>
          <p:cNvPr id="14" name="矩形: 圆角 13"/>
          <p:cNvSpPr/>
          <p:nvPr/>
        </p:nvSpPr>
        <p:spPr bwMode="auto">
          <a:xfrm>
            <a:off x="1039933" y="5731905"/>
            <a:ext cx="3166932" cy="720080"/>
          </a:xfrm>
          <a:prstGeom prst="roundRect">
            <a:avLst/>
          </a:prstGeom>
          <a:solidFill>
            <a:schemeClr val="accent1">
              <a:lumMod val="90000"/>
            </a:schemeClr>
          </a:solidFill>
          <a:ln w="9525" cap="flat" cmpd="sng" algn="ctr">
            <a:solidFill>
              <a:schemeClr val="accent1">
                <a:lumMod val="90000"/>
              </a:schemeClr>
            </a:solidFill>
            <a:prstDash val="solid"/>
            <a:round/>
            <a:headEnd type="none" w="med" len="med"/>
            <a:tailEnd type="none" w="med" len="med"/>
          </a:ln>
          <a:effectLst/>
        </p:spPr>
        <p:txBody>
          <a:bodyPr vert="horz" wrap="square" lIns="91440" tIns="45720" rIns="91440" bIns="45720" numCol="1" rtlCol="0" anchor="ctr" anchorCtr="0" compatLnSpc="1"/>
          <a:lstStyle/>
          <a:p>
            <a:pPr marL="0" marR="0" indent="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rPr>
              <a:t>Step 5</a:t>
            </a:r>
            <a:endParaRPr kumimoji="0" lang="en-US" altLang="zh-CN" sz="20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endParaRPr>
          </a:p>
          <a:p>
            <a:pPr marL="0" marR="0" indent="0" algn="ctr" defTabSz="914400" rtl="0" eaLnBrk="1" fontAlgn="base" latinLnBrk="0" hangingPunct="1">
              <a:lnSpc>
                <a:spcPct val="100000"/>
              </a:lnSpc>
              <a:spcBef>
                <a:spcPct val="0"/>
              </a:spcBef>
              <a:spcAft>
                <a:spcPct val="0"/>
              </a:spcAft>
              <a:buClrTx/>
              <a:buSzTx/>
              <a:buFontTx/>
              <a:buNone/>
            </a:pPr>
            <a:r>
              <a:rPr kumimoji="0" lang="zh-CN" altLang="en-US" sz="20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rPr>
              <a:t>无状态地址自动配置</a:t>
            </a:r>
            <a:endParaRPr kumimoji="0" lang="zh-CN" altLang="en-US" sz="20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endParaRPr>
          </a:p>
        </p:txBody>
      </p:sp>
      <p:sp>
        <p:nvSpPr>
          <p:cNvPr id="16" name="文本框 15"/>
          <p:cNvSpPr txBox="1"/>
          <p:nvPr/>
        </p:nvSpPr>
        <p:spPr>
          <a:xfrm>
            <a:off x="1529597" y="2948943"/>
            <a:ext cx="1976823" cy="400110"/>
          </a:xfrm>
          <a:prstGeom prst="rect">
            <a:avLst/>
          </a:prstGeom>
          <a:noFill/>
        </p:spPr>
        <p:txBody>
          <a:bodyPr wrap="none" rtlCol="0">
            <a:spAutoFit/>
          </a:bodyPr>
          <a:lstStyle/>
          <a:p>
            <a:r>
              <a:rPr lang="en-US" altLang="zh-CN" sz="2000" dirty="0">
                <a:latin typeface="微软雅黑 Light" panose="020B0502040204020203" pitchFamily="34" charset="-122"/>
                <a:ea typeface="微软雅黑 Light" panose="020B0502040204020203" pitchFamily="34" charset="-122"/>
              </a:rPr>
              <a:t>ff02::1:ff34:5678</a:t>
            </a:r>
            <a:endParaRPr lang="zh-CN" altLang="en-US" sz="2000" dirty="0">
              <a:latin typeface="微软雅黑 Light" panose="020B0502040204020203" pitchFamily="34" charset="-122"/>
              <a:ea typeface="微软雅黑 Light" panose="020B0502040204020203" pitchFamily="34" charset="-122"/>
            </a:endParaRPr>
          </a:p>
        </p:txBody>
      </p:sp>
      <p:sp>
        <p:nvSpPr>
          <p:cNvPr id="18" name="文本框 17"/>
          <p:cNvSpPr txBox="1"/>
          <p:nvPr/>
        </p:nvSpPr>
        <p:spPr>
          <a:xfrm>
            <a:off x="1060808" y="1778767"/>
            <a:ext cx="3222357" cy="400110"/>
          </a:xfrm>
          <a:prstGeom prst="rect">
            <a:avLst/>
          </a:prstGeom>
          <a:noFill/>
        </p:spPr>
        <p:txBody>
          <a:bodyPr wrap="none" rtlCol="0">
            <a:spAutoFit/>
          </a:bodyPr>
          <a:lstStyle/>
          <a:p>
            <a:r>
              <a:rPr lang="en-US" altLang="zh-CN" sz="2000" dirty="0">
                <a:latin typeface="微软雅黑 Light" panose="020B0502040204020203" pitchFamily="34" charset="-122"/>
                <a:ea typeface="微软雅黑 Light" panose="020B0502040204020203" pitchFamily="34" charset="-122"/>
              </a:rPr>
              <a:t>FE80::7207:12FF:FE34:5678</a:t>
            </a:r>
            <a:endParaRPr lang="zh-CN" altLang="en-US" sz="2000" dirty="0">
              <a:latin typeface="微软雅黑 Light" panose="020B0502040204020203" pitchFamily="34" charset="-122"/>
              <a:ea typeface="微软雅黑 Light" panose="020B0502040204020203" pitchFamily="34" charset="-122"/>
            </a:endParaRPr>
          </a:p>
        </p:txBody>
      </p:sp>
    </p:spTree>
  </p:cSld>
  <p:clrMapOvr>
    <a:masterClrMapping/>
  </p:clrMapOvr>
</p:sld>
</file>

<file path=ppt/slides/slide2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多播成员报告</a:t>
            </a:r>
            <a:endParaRPr lang="zh-CN" altLang="en-US" dirty="0"/>
          </a:p>
        </p:txBody>
      </p:sp>
      <p:sp>
        <p:nvSpPr>
          <p:cNvPr id="4" name="内容占位符 3"/>
          <p:cNvSpPr>
            <a:spLocks noGrp="1"/>
          </p:cNvSpPr>
          <p:nvPr>
            <p:ph sz="half" idx="2"/>
          </p:nvPr>
        </p:nvSpPr>
        <p:spPr>
          <a:xfrm>
            <a:off x="4583832" y="1052514"/>
            <a:ext cx="7273737" cy="5437187"/>
          </a:xfrm>
        </p:spPr>
        <p:txBody>
          <a:bodyPr>
            <a:normAutofit/>
          </a:bodyPr>
          <a:lstStyle/>
          <a:p>
            <a:r>
              <a:rPr lang="zh-CN" altLang="en-US" dirty="0"/>
              <a:t>多播成员报告</a:t>
            </a:r>
            <a:endParaRPr lang="zh-CN" altLang="en-US" dirty="0"/>
          </a:p>
          <a:p>
            <a:pPr lvl="1"/>
            <a:r>
              <a:rPr lang="zh-CN" altLang="en-US" dirty="0"/>
              <a:t>对外声明“我要加入某某多播组”</a:t>
            </a:r>
            <a:endParaRPr lang="zh-CN" altLang="en-US" dirty="0"/>
          </a:p>
          <a:p>
            <a:pPr lvl="1"/>
            <a:r>
              <a:rPr lang="zh-CN" altLang="en-US" dirty="0"/>
              <a:t>成员报告是单向的，不会收到回应包</a:t>
            </a:r>
            <a:endParaRPr lang="en-US" altLang="zh-CN" dirty="0"/>
          </a:p>
          <a:p>
            <a:pPr lvl="1"/>
            <a:r>
              <a:rPr lang="zh-CN" altLang="en-US" dirty="0"/>
              <a:t>使用</a:t>
            </a:r>
            <a:r>
              <a:rPr lang="en-US" altLang="zh-CN" dirty="0"/>
              <a:t>MLDv2</a:t>
            </a:r>
            <a:r>
              <a:rPr lang="zh-CN" altLang="en-US" dirty="0"/>
              <a:t>协议（多播控制协议）</a:t>
            </a:r>
            <a:endParaRPr lang="zh-CN" altLang="en-US" dirty="0"/>
          </a:p>
          <a:p>
            <a:r>
              <a:rPr lang="zh-CN" altLang="en-US" dirty="0"/>
              <a:t>为什么要进行“多播成员报告”</a:t>
            </a:r>
            <a:endParaRPr lang="zh-CN" altLang="en-US" dirty="0"/>
          </a:p>
          <a:p>
            <a:pPr lvl="1"/>
            <a:r>
              <a:rPr lang="zh-CN" altLang="en-US" dirty="0"/>
              <a:t>成员报告的目的是为了减少网络中的多播流量</a:t>
            </a:r>
            <a:endParaRPr lang="en-US" altLang="zh-CN" dirty="0"/>
          </a:p>
          <a:p>
            <a:pPr lvl="1"/>
            <a:r>
              <a:rPr lang="zh-CN" altLang="en-US" dirty="0"/>
              <a:t>多播的工作机制：只要生成多播地址，就要进行成员报告</a:t>
            </a:r>
            <a:endParaRPr lang="zh-CN" altLang="en-US" dirty="0"/>
          </a:p>
          <a:p>
            <a:r>
              <a:rPr lang="zh-CN" altLang="en-US" dirty="0"/>
              <a:t>要报告的是哪个成员</a:t>
            </a:r>
            <a:endParaRPr lang="zh-CN" altLang="en-US" dirty="0"/>
          </a:p>
          <a:p>
            <a:pPr lvl="1"/>
            <a:r>
              <a:rPr lang="zh-CN" altLang="en-US" dirty="0"/>
              <a:t>要报告的成员不是单播地址，而是多播地址</a:t>
            </a:r>
            <a:endParaRPr lang="zh-CN" altLang="en-US" dirty="0"/>
          </a:p>
          <a:p>
            <a:pPr lvl="1"/>
            <a:r>
              <a:rPr lang="zh-CN" altLang="en-US" dirty="0"/>
              <a:t>例如： “我要加入</a:t>
            </a:r>
            <a:r>
              <a:rPr lang="en-US" altLang="zh-CN" dirty="0"/>
              <a:t>ff02::1:</a:t>
            </a:r>
            <a:r>
              <a:rPr lang="en-US" altLang="zh-CN" dirty="0">
                <a:solidFill>
                  <a:srgbClr val="C00000"/>
                </a:solidFill>
              </a:rPr>
              <a:t>ff00:2</a:t>
            </a:r>
            <a:r>
              <a:rPr lang="zh-CN" altLang="en-US" dirty="0"/>
              <a:t>多播组”</a:t>
            </a:r>
            <a:endParaRPr lang="zh-CN" altLang="en-US" dirty="0"/>
          </a:p>
        </p:txBody>
      </p:sp>
      <p:sp>
        <p:nvSpPr>
          <p:cNvPr id="5" name="灯片编号占位符 4"/>
          <p:cNvSpPr>
            <a:spLocks noGrp="1"/>
          </p:cNvSpPr>
          <p:nvPr>
            <p:ph type="sldNum" sz="quarter" idx="12"/>
          </p:nvPr>
        </p:nvSpPr>
        <p:spPr/>
        <p:txBody>
          <a:bodyPr/>
          <a:lstStyle/>
          <a:p>
            <a:pPr>
              <a:defRPr/>
            </a:pPr>
            <a:fld id="{5ACAED0A-32C0-459D-9CE5-9FDF4154FCB4}" type="slidenum">
              <a:rPr lang="en-US" altLang="zh-CN" smtClean="0"/>
            </a:fld>
            <a:endParaRPr lang="en-US" altLang="zh-CN" dirty="0"/>
          </a:p>
        </p:txBody>
      </p:sp>
      <p:sp>
        <p:nvSpPr>
          <p:cNvPr id="6" name="矩形: 圆角 5"/>
          <p:cNvSpPr/>
          <p:nvPr/>
        </p:nvSpPr>
        <p:spPr bwMode="auto">
          <a:xfrm>
            <a:off x="1055440" y="1052514"/>
            <a:ext cx="3151425" cy="720080"/>
          </a:xfrm>
          <a:prstGeom prst="roundRect">
            <a:avLst/>
          </a:prstGeom>
          <a:solidFill>
            <a:schemeClr val="accent1">
              <a:lumMod val="90000"/>
            </a:schemeClr>
          </a:solidFill>
          <a:ln w="9525" cap="flat" cmpd="sng" algn="ctr">
            <a:solidFill>
              <a:schemeClr val="accent1">
                <a:lumMod val="90000"/>
              </a:schemeClr>
            </a:solidFill>
            <a:prstDash val="solid"/>
            <a:round/>
            <a:headEnd type="none" w="med" len="med"/>
            <a:tailEnd type="none" w="med" len="med"/>
          </a:ln>
          <a:effectLst/>
        </p:spPr>
        <p:txBody>
          <a:bodyPr vert="horz" wrap="square" lIns="91440" tIns="45720" rIns="91440" bIns="45720" numCol="1" rtlCol="0" anchor="ctr" anchorCtr="0" compatLnSpc="1"/>
          <a:lstStyle/>
          <a:p>
            <a:pPr marL="0" marR="0" indent="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rPr>
              <a:t>Step 1</a:t>
            </a:r>
            <a:endParaRPr kumimoji="0" lang="en-US" altLang="zh-CN" sz="20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endParaRPr>
          </a:p>
          <a:p>
            <a:pPr marL="0" marR="0" indent="0" algn="ctr" defTabSz="914400" rtl="0" eaLnBrk="1" fontAlgn="base" latinLnBrk="0" hangingPunct="1">
              <a:lnSpc>
                <a:spcPct val="100000"/>
              </a:lnSpc>
              <a:spcBef>
                <a:spcPct val="0"/>
              </a:spcBef>
              <a:spcAft>
                <a:spcPct val="0"/>
              </a:spcAft>
              <a:buClrTx/>
              <a:buSzTx/>
              <a:buFontTx/>
              <a:buNone/>
            </a:pPr>
            <a:r>
              <a:rPr kumimoji="0" lang="zh-CN" altLang="en-US" sz="20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rPr>
              <a:t>生成 链路本地地址</a:t>
            </a:r>
            <a:endParaRPr kumimoji="0" lang="zh-CN" altLang="en-US" sz="20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endParaRPr>
          </a:p>
        </p:txBody>
      </p:sp>
      <p:sp>
        <p:nvSpPr>
          <p:cNvPr id="7" name="箭头: 下 6"/>
          <p:cNvSpPr/>
          <p:nvPr/>
        </p:nvSpPr>
        <p:spPr bwMode="auto">
          <a:xfrm>
            <a:off x="2383955" y="1785684"/>
            <a:ext cx="288032" cy="432048"/>
          </a:xfrm>
          <a:prstGeom prst="downArrow">
            <a:avLst/>
          </a:prstGeom>
          <a:noFill/>
          <a:ln w="9525" cap="flat" cmpd="sng" algn="ctr">
            <a:solidFill>
              <a:srgbClr val="FF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ctr"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20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endParaRPr>
          </a:p>
        </p:txBody>
      </p:sp>
      <p:sp>
        <p:nvSpPr>
          <p:cNvPr id="8" name="矩形: 圆角 7"/>
          <p:cNvSpPr/>
          <p:nvPr/>
        </p:nvSpPr>
        <p:spPr bwMode="auto">
          <a:xfrm>
            <a:off x="1024002" y="2217732"/>
            <a:ext cx="3182864" cy="720080"/>
          </a:xfrm>
          <a:prstGeom prst="roundRect">
            <a:avLst/>
          </a:prstGeom>
          <a:solidFill>
            <a:schemeClr val="accent1">
              <a:lumMod val="90000"/>
            </a:schemeClr>
          </a:solidFill>
          <a:ln w="9525" cap="flat" cmpd="sng" algn="ctr">
            <a:solidFill>
              <a:schemeClr val="accent1">
                <a:lumMod val="90000"/>
              </a:schemeClr>
            </a:solidFill>
            <a:prstDash val="solid"/>
            <a:round/>
            <a:headEnd type="none" w="med" len="med"/>
            <a:tailEnd type="none" w="med" len="med"/>
          </a:ln>
          <a:effectLst/>
        </p:spPr>
        <p:txBody>
          <a:bodyPr vert="horz" wrap="square" lIns="91440" tIns="45720" rIns="91440" bIns="45720" numCol="1" rtlCol="0" anchor="ctr" anchorCtr="0" compatLnSpc="1"/>
          <a:lstStyle/>
          <a:p>
            <a:pPr algn="ctr" eaLnBrk="1" hangingPunct="1"/>
            <a:r>
              <a:rPr lang="en-US" altLang="zh-CN" dirty="0">
                <a:latin typeface="微软雅黑 Light" panose="020B0502040204020203" pitchFamily="34" charset="-122"/>
                <a:ea typeface="微软雅黑 Light" panose="020B0502040204020203" pitchFamily="34" charset="-122"/>
              </a:rPr>
              <a:t>Step 2</a:t>
            </a:r>
            <a:endParaRPr lang="en-US" altLang="zh-CN" dirty="0">
              <a:latin typeface="微软雅黑 Light" panose="020B0502040204020203" pitchFamily="34" charset="-122"/>
              <a:ea typeface="微软雅黑 Light" panose="020B0502040204020203" pitchFamily="34" charset="-122"/>
            </a:endParaRPr>
          </a:p>
          <a:p>
            <a:pPr algn="ctr" eaLnBrk="1" hangingPunct="1"/>
            <a:r>
              <a:rPr lang="zh-CN" altLang="en-US" dirty="0">
                <a:latin typeface="微软雅黑 Light" panose="020B0502040204020203" pitchFamily="34" charset="-122"/>
                <a:ea typeface="微软雅黑 Light" panose="020B0502040204020203" pitchFamily="34" charset="-122"/>
              </a:rPr>
              <a:t>生成 被请求节点多播地址</a:t>
            </a:r>
            <a:endParaRPr lang="zh-CN" altLang="en-US" dirty="0">
              <a:latin typeface="微软雅黑 Light" panose="020B0502040204020203" pitchFamily="34" charset="-122"/>
              <a:ea typeface="微软雅黑 Light" panose="020B0502040204020203" pitchFamily="34" charset="-122"/>
            </a:endParaRPr>
          </a:p>
        </p:txBody>
      </p:sp>
      <p:sp>
        <p:nvSpPr>
          <p:cNvPr id="9" name="箭头: 下 8"/>
          <p:cNvSpPr/>
          <p:nvPr/>
        </p:nvSpPr>
        <p:spPr bwMode="auto">
          <a:xfrm>
            <a:off x="2373993" y="2950902"/>
            <a:ext cx="288032" cy="432048"/>
          </a:xfrm>
          <a:prstGeom prst="downArrow">
            <a:avLst/>
          </a:prstGeom>
          <a:noFill/>
          <a:ln w="9525" cap="flat" cmpd="sng" algn="ctr">
            <a:solidFill>
              <a:srgbClr val="FF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ctr"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20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endParaRPr>
          </a:p>
        </p:txBody>
      </p:sp>
      <p:sp>
        <p:nvSpPr>
          <p:cNvPr id="10" name="矩形: 圆角 9"/>
          <p:cNvSpPr/>
          <p:nvPr/>
        </p:nvSpPr>
        <p:spPr bwMode="auto">
          <a:xfrm>
            <a:off x="1024001" y="3389123"/>
            <a:ext cx="3182864" cy="720080"/>
          </a:xfrm>
          <a:prstGeom prst="roundRect">
            <a:avLst/>
          </a:prstGeom>
          <a:solidFill>
            <a:schemeClr val="accent6">
              <a:lumMod val="40000"/>
              <a:lumOff val="60000"/>
            </a:schemeClr>
          </a:solidFill>
          <a:ln w="9525" cap="flat" cmpd="sng" algn="ctr">
            <a:solidFill>
              <a:schemeClr val="accent6">
                <a:lumMod val="40000"/>
                <a:lumOff val="60000"/>
              </a:schemeClr>
            </a:solidFill>
            <a:prstDash val="solid"/>
            <a:round/>
            <a:headEnd type="none" w="med" len="med"/>
            <a:tailEnd type="none" w="med" len="med"/>
          </a:ln>
          <a:effectLst/>
        </p:spPr>
        <p:txBody>
          <a:bodyPr vert="horz" wrap="square" lIns="91440" tIns="45720" rIns="91440" bIns="45720" numCol="1" rtlCol="0" anchor="ctr" anchorCtr="0" compatLnSpc="1"/>
          <a:lstStyle/>
          <a:p>
            <a:pPr algn="ctr" eaLnBrk="1" hangingPunct="1"/>
            <a:r>
              <a:rPr lang="en-US" altLang="zh-CN" dirty="0">
                <a:latin typeface="微软雅黑 Light" panose="020B0502040204020203" pitchFamily="34" charset="-122"/>
                <a:ea typeface="微软雅黑 Light" panose="020B0502040204020203" pitchFamily="34" charset="-122"/>
              </a:rPr>
              <a:t>Step 3</a:t>
            </a:r>
            <a:endParaRPr lang="en-US" altLang="zh-CN" dirty="0">
              <a:latin typeface="微软雅黑 Light" panose="020B0502040204020203" pitchFamily="34" charset="-122"/>
              <a:ea typeface="微软雅黑 Light" panose="020B0502040204020203" pitchFamily="34" charset="-122"/>
            </a:endParaRPr>
          </a:p>
          <a:p>
            <a:pPr algn="ctr" eaLnBrk="1" hangingPunct="1"/>
            <a:r>
              <a:rPr lang="zh-CN" altLang="en-US" dirty="0">
                <a:latin typeface="微软雅黑 Light" panose="020B0502040204020203" pitchFamily="34" charset="-122"/>
                <a:ea typeface="微软雅黑 Light" panose="020B0502040204020203" pitchFamily="34" charset="-122"/>
              </a:rPr>
              <a:t>多播成员报告</a:t>
            </a:r>
            <a:endParaRPr lang="zh-CN" altLang="en-US" dirty="0">
              <a:latin typeface="微软雅黑 Light" panose="020B0502040204020203" pitchFamily="34" charset="-122"/>
              <a:ea typeface="微软雅黑 Light" panose="020B0502040204020203" pitchFamily="34" charset="-122"/>
            </a:endParaRPr>
          </a:p>
        </p:txBody>
      </p:sp>
      <p:sp>
        <p:nvSpPr>
          <p:cNvPr id="11" name="箭头: 下 10"/>
          <p:cNvSpPr/>
          <p:nvPr/>
        </p:nvSpPr>
        <p:spPr bwMode="auto">
          <a:xfrm>
            <a:off x="2373993" y="4122293"/>
            <a:ext cx="288032" cy="432048"/>
          </a:xfrm>
          <a:prstGeom prst="downArrow">
            <a:avLst/>
          </a:prstGeom>
          <a:noFill/>
          <a:ln w="9525" cap="flat" cmpd="sng" algn="ctr">
            <a:solidFill>
              <a:srgbClr val="FF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ctr"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20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endParaRPr>
          </a:p>
        </p:txBody>
      </p:sp>
      <p:sp>
        <p:nvSpPr>
          <p:cNvPr id="12" name="矩形: 圆角 11"/>
          <p:cNvSpPr/>
          <p:nvPr/>
        </p:nvSpPr>
        <p:spPr bwMode="auto">
          <a:xfrm>
            <a:off x="1024001" y="4560514"/>
            <a:ext cx="3182864" cy="720080"/>
          </a:xfrm>
          <a:prstGeom prst="roundRect">
            <a:avLst/>
          </a:prstGeom>
          <a:solidFill>
            <a:schemeClr val="accent1">
              <a:lumMod val="90000"/>
            </a:schemeClr>
          </a:solidFill>
          <a:ln w="9525" cap="flat" cmpd="sng" algn="ctr">
            <a:solidFill>
              <a:schemeClr val="accent1">
                <a:lumMod val="90000"/>
              </a:schemeClr>
            </a:solidFill>
            <a:prstDash val="solid"/>
            <a:round/>
            <a:headEnd type="none" w="med" len="med"/>
            <a:tailEnd type="none" w="med" len="med"/>
          </a:ln>
          <a:effectLst/>
        </p:spPr>
        <p:txBody>
          <a:bodyPr vert="horz" wrap="square" lIns="91440" tIns="45720" rIns="91440" bIns="45720" numCol="1" rtlCol="0" anchor="ctr" anchorCtr="0" compatLnSpc="1"/>
          <a:lstStyle/>
          <a:p>
            <a:pPr marL="0" marR="0" indent="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rPr>
              <a:t>Step 4</a:t>
            </a:r>
            <a:endParaRPr kumimoji="0" lang="en-US" altLang="zh-CN" sz="20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endParaRPr>
          </a:p>
          <a:p>
            <a:pPr marL="0" marR="0" indent="0" algn="ctr" defTabSz="914400" rtl="0" eaLnBrk="1" fontAlgn="base" latinLnBrk="0" hangingPunct="1">
              <a:lnSpc>
                <a:spcPct val="100000"/>
              </a:lnSpc>
              <a:spcBef>
                <a:spcPct val="0"/>
              </a:spcBef>
              <a:spcAft>
                <a:spcPct val="0"/>
              </a:spcAft>
              <a:buClrTx/>
              <a:buSzTx/>
              <a:buFontTx/>
              <a:buNone/>
            </a:pPr>
            <a:r>
              <a:rPr kumimoji="0" lang="zh-CN" altLang="en-US" sz="20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rPr>
              <a:t>重复地址检测</a:t>
            </a:r>
            <a:endParaRPr kumimoji="0" lang="zh-CN" altLang="en-US" sz="20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endParaRPr>
          </a:p>
        </p:txBody>
      </p:sp>
      <p:sp>
        <p:nvSpPr>
          <p:cNvPr id="13" name="箭头: 下 12"/>
          <p:cNvSpPr/>
          <p:nvPr/>
        </p:nvSpPr>
        <p:spPr bwMode="auto">
          <a:xfrm>
            <a:off x="2389925" y="5293684"/>
            <a:ext cx="288032" cy="432048"/>
          </a:xfrm>
          <a:prstGeom prst="downArrow">
            <a:avLst/>
          </a:prstGeom>
          <a:noFill/>
          <a:ln w="9525" cap="flat" cmpd="sng" algn="ctr">
            <a:solidFill>
              <a:srgbClr val="FF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ctr"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20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endParaRPr>
          </a:p>
        </p:txBody>
      </p:sp>
      <p:sp>
        <p:nvSpPr>
          <p:cNvPr id="14" name="矩形: 圆角 13"/>
          <p:cNvSpPr/>
          <p:nvPr/>
        </p:nvSpPr>
        <p:spPr bwMode="auto">
          <a:xfrm>
            <a:off x="1039933" y="5731905"/>
            <a:ext cx="3166932" cy="720080"/>
          </a:xfrm>
          <a:prstGeom prst="roundRect">
            <a:avLst/>
          </a:prstGeom>
          <a:solidFill>
            <a:schemeClr val="accent1">
              <a:lumMod val="90000"/>
            </a:schemeClr>
          </a:solidFill>
          <a:ln w="9525" cap="flat" cmpd="sng" algn="ctr">
            <a:solidFill>
              <a:schemeClr val="accent1">
                <a:lumMod val="90000"/>
              </a:schemeClr>
            </a:solidFill>
            <a:prstDash val="solid"/>
            <a:round/>
            <a:headEnd type="none" w="med" len="med"/>
            <a:tailEnd type="none" w="med" len="med"/>
          </a:ln>
          <a:effectLst/>
        </p:spPr>
        <p:txBody>
          <a:bodyPr vert="horz" wrap="square" lIns="91440" tIns="45720" rIns="91440" bIns="45720" numCol="1" rtlCol="0" anchor="ctr" anchorCtr="0" compatLnSpc="1"/>
          <a:lstStyle/>
          <a:p>
            <a:pPr marL="0" marR="0" indent="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rPr>
              <a:t>Step 5</a:t>
            </a:r>
            <a:endParaRPr kumimoji="0" lang="en-US" altLang="zh-CN" sz="20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endParaRPr>
          </a:p>
          <a:p>
            <a:pPr marL="0" marR="0" indent="0" algn="ctr" defTabSz="914400" rtl="0" eaLnBrk="1" fontAlgn="base" latinLnBrk="0" hangingPunct="1">
              <a:lnSpc>
                <a:spcPct val="100000"/>
              </a:lnSpc>
              <a:spcBef>
                <a:spcPct val="0"/>
              </a:spcBef>
              <a:spcAft>
                <a:spcPct val="0"/>
              </a:spcAft>
              <a:buClrTx/>
              <a:buSzTx/>
              <a:buFontTx/>
              <a:buNone/>
            </a:pPr>
            <a:r>
              <a:rPr kumimoji="0" lang="zh-CN" altLang="en-US" sz="20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rPr>
              <a:t>无状态地址自动配置</a:t>
            </a:r>
            <a:endParaRPr kumimoji="0" lang="zh-CN" altLang="en-US" sz="20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endParaRPr>
          </a:p>
        </p:txBody>
      </p:sp>
      <p:sp>
        <p:nvSpPr>
          <p:cNvPr id="17" name="文本框 16"/>
          <p:cNvSpPr txBox="1"/>
          <p:nvPr/>
        </p:nvSpPr>
        <p:spPr>
          <a:xfrm>
            <a:off x="1529597" y="2948943"/>
            <a:ext cx="1976823" cy="400110"/>
          </a:xfrm>
          <a:prstGeom prst="rect">
            <a:avLst/>
          </a:prstGeom>
          <a:noFill/>
        </p:spPr>
        <p:txBody>
          <a:bodyPr wrap="none" rtlCol="0">
            <a:spAutoFit/>
          </a:bodyPr>
          <a:lstStyle/>
          <a:p>
            <a:r>
              <a:rPr lang="en-US" altLang="zh-CN" sz="2000" dirty="0">
                <a:latin typeface="微软雅黑 Light" panose="020B0502040204020203" pitchFamily="34" charset="-122"/>
                <a:ea typeface="微软雅黑 Light" panose="020B0502040204020203" pitchFamily="34" charset="-122"/>
              </a:rPr>
              <a:t>ff02::1:ff34:5678</a:t>
            </a:r>
            <a:endParaRPr lang="zh-CN" altLang="en-US" sz="2000" dirty="0">
              <a:latin typeface="微软雅黑 Light" panose="020B0502040204020203" pitchFamily="34" charset="-122"/>
              <a:ea typeface="微软雅黑 Light" panose="020B0502040204020203" pitchFamily="34" charset="-122"/>
            </a:endParaRPr>
          </a:p>
        </p:txBody>
      </p:sp>
      <p:sp>
        <p:nvSpPr>
          <p:cNvPr id="18" name="文本框 17"/>
          <p:cNvSpPr txBox="1"/>
          <p:nvPr/>
        </p:nvSpPr>
        <p:spPr>
          <a:xfrm>
            <a:off x="1060808" y="1778767"/>
            <a:ext cx="3222357" cy="400110"/>
          </a:xfrm>
          <a:prstGeom prst="rect">
            <a:avLst/>
          </a:prstGeom>
          <a:noFill/>
        </p:spPr>
        <p:txBody>
          <a:bodyPr wrap="none" rtlCol="0">
            <a:spAutoFit/>
          </a:bodyPr>
          <a:lstStyle/>
          <a:p>
            <a:r>
              <a:rPr lang="en-US" altLang="zh-CN" sz="2000" dirty="0">
                <a:latin typeface="微软雅黑 Light" panose="020B0502040204020203" pitchFamily="34" charset="-122"/>
                <a:ea typeface="微软雅黑 Light" panose="020B0502040204020203" pitchFamily="34" charset="-122"/>
              </a:rPr>
              <a:t>FE80::7207:12FF:FE34:5678</a:t>
            </a:r>
            <a:endParaRPr lang="zh-CN" altLang="en-US" sz="2000" dirty="0">
              <a:latin typeface="微软雅黑 Light" panose="020B0502040204020203" pitchFamily="34" charset="-122"/>
              <a:ea typeface="微软雅黑 Light" panose="020B0502040204020203" pitchFamily="34" charset="-122"/>
            </a:endParaRPr>
          </a:p>
        </p:txBody>
      </p:sp>
    </p:spTree>
  </p:cSld>
  <p:clrMapOvr>
    <a:masterClrMapping/>
  </p:clrMapOvr>
</p:sld>
</file>

<file path=ppt/slides/slide2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重复地址检测</a:t>
            </a:r>
            <a:endParaRPr lang="zh-CN" altLang="en-US" dirty="0"/>
          </a:p>
        </p:txBody>
      </p:sp>
      <p:sp>
        <p:nvSpPr>
          <p:cNvPr id="4" name="内容占位符 3"/>
          <p:cNvSpPr>
            <a:spLocks noGrp="1"/>
          </p:cNvSpPr>
          <p:nvPr>
            <p:ph sz="half" idx="2"/>
          </p:nvPr>
        </p:nvSpPr>
        <p:spPr>
          <a:xfrm>
            <a:off x="4583832" y="1052514"/>
            <a:ext cx="7273737" cy="5437187"/>
          </a:xfrm>
        </p:spPr>
        <p:txBody>
          <a:bodyPr>
            <a:normAutofit fontScale="92500" lnSpcReduction="10000"/>
          </a:bodyPr>
          <a:lstStyle/>
          <a:p>
            <a:r>
              <a:rPr lang="en-US" altLang="zh-CN" dirty="0"/>
              <a:t>Duplicate Address Detection</a:t>
            </a:r>
            <a:r>
              <a:rPr lang="zh-CN" altLang="en-US" dirty="0"/>
              <a:t>，简称</a:t>
            </a:r>
            <a:r>
              <a:rPr lang="en-US" altLang="zh-CN" dirty="0"/>
              <a:t>DAD</a:t>
            </a:r>
            <a:endParaRPr lang="en-US" altLang="zh-CN" dirty="0"/>
          </a:p>
          <a:p>
            <a:pPr lvl="1"/>
            <a:r>
              <a:rPr lang="zh-CN" altLang="en-US" dirty="0"/>
              <a:t>为了防止</a:t>
            </a:r>
            <a:r>
              <a:rPr lang="en-US" altLang="zh-CN" dirty="0"/>
              <a:t>IP</a:t>
            </a:r>
            <a:r>
              <a:rPr lang="zh-CN" altLang="en-US" dirty="0"/>
              <a:t>地址冲突，每生成一个单播地址，都会进行一次重复地址检测</a:t>
            </a:r>
            <a:endParaRPr lang="zh-CN" altLang="en-US" dirty="0"/>
          </a:p>
          <a:p>
            <a:pPr lvl="1"/>
            <a:r>
              <a:rPr lang="zh-CN" altLang="en-US" dirty="0"/>
              <a:t>此刻就是对</a:t>
            </a:r>
            <a:r>
              <a:rPr lang="en-US" altLang="zh-CN" dirty="0"/>
              <a:t>Step1</a:t>
            </a:r>
            <a:r>
              <a:rPr lang="zh-CN" altLang="en-US" dirty="0"/>
              <a:t>生成的“链路本地地址”进行检测</a:t>
            </a:r>
            <a:endParaRPr lang="zh-CN" altLang="en-US" dirty="0"/>
          </a:p>
          <a:p>
            <a:r>
              <a:rPr lang="zh-CN" altLang="en-US" dirty="0"/>
              <a:t>何时进行“重复地址检测”</a:t>
            </a:r>
            <a:endParaRPr lang="zh-CN" altLang="en-US" dirty="0"/>
          </a:p>
          <a:p>
            <a:pPr lvl="1"/>
            <a:r>
              <a:rPr lang="zh-CN" altLang="en-US" dirty="0"/>
              <a:t>在生成单播地址并完成发送一次“</a:t>
            </a:r>
            <a:r>
              <a:rPr lang="en-US" altLang="zh-CN" dirty="0"/>
              <a:t>MLDv2</a:t>
            </a:r>
            <a:r>
              <a:rPr lang="zh-CN" altLang="en-US" dirty="0"/>
              <a:t>成员报告”后，会随机延时一小段时间进行检测</a:t>
            </a:r>
            <a:endParaRPr lang="zh-CN" altLang="en-US" dirty="0"/>
          </a:p>
          <a:p>
            <a:pPr lvl="1"/>
            <a:r>
              <a:rPr lang="zh-CN" altLang="en-US" dirty="0"/>
              <a:t>是否进行检测可通过内核参数设置</a:t>
            </a:r>
            <a:endParaRPr lang="zh-CN" altLang="en-US" dirty="0"/>
          </a:p>
          <a:p>
            <a:r>
              <a:rPr lang="zh-CN" altLang="en-US" dirty="0"/>
              <a:t>重复地址检测的工作原理</a:t>
            </a:r>
            <a:endParaRPr lang="zh-CN" altLang="en-US" dirty="0"/>
          </a:p>
          <a:p>
            <a:pPr lvl="1"/>
            <a:r>
              <a:rPr lang="zh-CN" altLang="en-US" dirty="0"/>
              <a:t>发送一个地址解析包（</a:t>
            </a:r>
            <a:r>
              <a:rPr lang="en-US" altLang="zh-CN" dirty="0"/>
              <a:t>Neighbor Solicitation</a:t>
            </a:r>
            <a:r>
              <a:rPr lang="zh-CN" altLang="en-US" dirty="0"/>
              <a:t>，</a:t>
            </a:r>
            <a:r>
              <a:rPr lang="en-US" altLang="zh-CN" dirty="0"/>
              <a:t>NS</a:t>
            </a:r>
            <a:r>
              <a:rPr lang="zh-CN" altLang="en-US" dirty="0"/>
              <a:t>），请求解析的地址就是自己的地址，并等待回应</a:t>
            </a:r>
            <a:endParaRPr lang="en-US" altLang="zh-CN" dirty="0"/>
          </a:p>
          <a:p>
            <a:pPr lvl="1"/>
            <a:r>
              <a:rPr lang="zh-CN" altLang="en-US" dirty="0"/>
              <a:t>若超时仍未得到回应（</a:t>
            </a:r>
            <a:r>
              <a:rPr lang="en-US" altLang="zh-CN" dirty="0"/>
              <a:t>Neighbor Advertisement</a:t>
            </a:r>
            <a:r>
              <a:rPr lang="zh-CN" altLang="en-US" dirty="0"/>
              <a:t>，简称</a:t>
            </a:r>
            <a:r>
              <a:rPr lang="en-US" altLang="zh-CN" dirty="0"/>
              <a:t>NA</a:t>
            </a:r>
            <a:r>
              <a:rPr lang="zh-CN" altLang="en-US" dirty="0"/>
              <a:t>），即可认为地址可用</a:t>
            </a:r>
            <a:endParaRPr lang="zh-CN" altLang="en-US" dirty="0"/>
          </a:p>
        </p:txBody>
      </p:sp>
      <p:sp>
        <p:nvSpPr>
          <p:cNvPr id="5" name="灯片编号占位符 4"/>
          <p:cNvSpPr>
            <a:spLocks noGrp="1"/>
          </p:cNvSpPr>
          <p:nvPr>
            <p:ph type="sldNum" sz="quarter" idx="12"/>
          </p:nvPr>
        </p:nvSpPr>
        <p:spPr/>
        <p:txBody>
          <a:bodyPr/>
          <a:lstStyle/>
          <a:p>
            <a:pPr>
              <a:defRPr/>
            </a:pPr>
            <a:fld id="{5ACAED0A-32C0-459D-9CE5-9FDF4154FCB4}" type="slidenum">
              <a:rPr lang="en-US" altLang="zh-CN" smtClean="0"/>
            </a:fld>
            <a:endParaRPr lang="en-US" altLang="zh-CN" dirty="0"/>
          </a:p>
        </p:txBody>
      </p:sp>
      <p:sp>
        <p:nvSpPr>
          <p:cNvPr id="6" name="矩形: 圆角 5"/>
          <p:cNvSpPr/>
          <p:nvPr/>
        </p:nvSpPr>
        <p:spPr bwMode="auto">
          <a:xfrm>
            <a:off x="1055440" y="1052514"/>
            <a:ext cx="3151425" cy="720080"/>
          </a:xfrm>
          <a:prstGeom prst="roundRect">
            <a:avLst/>
          </a:prstGeom>
          <a:solidFill>
            <a:schemeClr val="accent1">
              <a:lumMod val="90000"/>
            </a:schemeClr>
          </a:solidFill>
          <a:ln w="9525" cap="flat" cmpd="sng" algn="ctr">
            <a:solidFill>
              <a:schemeClr val="accent1">
                <a:lumMod val="90000"/>
              </a:schemeClr>
            </a:solidFill>
            <a:prstDash val="solid"/>
            <a:round/>
            <a:headEnd type="none" w="med" len="med"/>
            <a:tailEnd type="none" w="med" len="med"/>
          </a:ln>
          <a:effectLst/>
        </p:spPr>
        <p:txBody>
          <a:bodyPr vert="horz" wrap="square" lIns="91440" tIns="45720" rIns="91440" bIns="45720" numCol="1" rtlCol="0" anchor="ctr" anchorCtr="0" compatLnSpc="1"/>
          <a:lstStyle/>
          <a:p>
            <a:pPr marL="0" marR="0" indent="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rPr>
              <a:t>Step 1</a:t>
            </a:r>
            <a:endParaRPr kumimoji="0" lang="en-US" altLang="zh-CN" sz="20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endParaRPr>
          </a:p>
          <a:p>
            <a:pPr marL="0" marR="0" indent="0" algn="ctr" defTabSz="914400" rtl="0" eaLnBrk="1" fontAlgn="base" latinLnBrk="0" hangingPunct="1">
              <a:lnSpc>
                <a:spcPct val="100000"/>
              </a:lnSpc>
              <a:spcBef>
                <a:spcPct val="0"/>
              </a:spcBef>
              <a:spcAft>
                <a:spcPct val="0"/>
              </a:spcAft>
              <a:buClrTx/>
              <a:buSzTx/>
              <a:buFontTx/>
              <a:buNone/>
            </a:pPr>
            <a:r>
              <a:rPr kumimoji="0" lang="zh-CN" altLang="en-US" sz="20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rPr>
              <a:t>生成 链路本地地址</a:t>
            </a:r>
            <a:endParaRPr kumimoji="0" lang="zh-CN" altLang="en-US" sz="20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endParaRPr>
          </a:p>
        </p:txBody>
      </p:sp>
      <p:sp>
        <p:nvSpPr>
          <p:cNvPr id="7" name="箭头: 下 6"/>
          <p:cNvSpPr/>
          <p:nvPr/>
        </p:nvSpPr>
        <p:spPr bwMode="auto">
          <a:xfrm>
            <a:off x="2383955" y="1785684"/>
            <a:ext cx="288032" cy="432048"/>
          </a:xfrm>
          <a:prstGeom prst="downArrow">
            <a:avLst/>
          </a:prstGeom>
          <a:noFill/>
          <a:ln w="9525" cap="flat" cmpd="sng" algn="ctr">
            <a:solidFill>
              <a:srgbClr val="FF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ctr"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20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endParaRPr>
          </a:p>
        </p:txBody>
      </p:sp>
      <p:sp>
        <p:nvSpPr>
          <p:cNvPr id="8" name="矩形: 圆角 7"/>
          <p:cNvSpPr/>
          <p:nvPr/>
        </p:nvSpPr>
        <p:spPr bwMode="auto">
          <a:xfrm>
            <a:off x="1024002" y="2217732"/>
            <a:ext cx="3182864" cy="720080"/>
          </a:xfrm>
          <a:prstGeom prst="roundRect">
            <a:avLst/>
          </a:prstGeom>
          <a:solidFill>
            <a:schemeClr val="accent1">
              <a:lumMod val="90000"/>
            </a:schemeClr>
          </a:solidFill>
          <a:ln w="9525" cap="flat" cmpd="sng" algn="ctr">
            <a:solidFill>
              <a:schemeClr val="accent1">
                <a:lumMod val="90000"/>
              </a:schemeClr>
            </a:solidFill>
            <a:prstDash val="solid"/>
            <a:round/>
            <a:headEnd type="none" w="med" len="med"/>
            <a:tailEnd type="none" w="med" len="med"/>
          </a:ln>
          <a:effectLst/>
        </p:spPr>
        <p:txBody>
          <a:bodyPr vert="horz" wrap="square" lIns="91440" tIns="45720" rIns="91440" bIns="45720" numCol="1" rtlCol="0" anchor="ctr" anchorCtr="0" compatLnSpc="1"/>
          <a:lstStyle/>
          <a:p>
            <a:pPr algn="ctr" eaLnBrk="1" hangingPunct="1"/>
            <a:r>
              <a:rPr lang="en-US" altLang="zh-CN" dirty="0">
                <a:latin typeface="微软雅黑 Light" panose="020B0502040204020203" pitchFamily="34" charset="-122"/>
                <a:ea typeface="微软雅黑 Light" panose="020B0502040204020203" pitchFamily="34" charset="-122"/>
              </a:rPr>
              <a:t>Step 2</a:t>
            </a:r>
            <a:endParaRPr lang="en-US" altLang="zh-CN" dirty="0">
              <a:latin typeface="微软雅黑 Light" panose="020B0502040204020203" pitchFamily="34" charset="-122"/>
              <a:ea typeface="微软雅黑 Light" panose="020B0502040204020203" pitchFamily="34" charset="-122"/>
            </a:endParaRPr>
          </a:p>
          <a:p>
            <a:pPr algn="ctr" eaLnBrk="1" hangingPunct="1"/>
            <a:r>
              <a:rPr lang="zh-CN" altLang="en-US" dirty="0">
                <a:latin typeface="微软雅黑 Light" panose="020B0502040204020203" pitchFamily="34" charset="-122"/>
                <a:ea typeface="微软雅黑 Light" panose="020B0502040204020203" pitchFamily="34" charset="-122"/>
              </a:rPr>
              <a:t>生成 被请求节点多播地址</a:t>
            </a:r>
            <a:endParaRPr lang="zh-CN" altLang="en-US" dirty="0">
              <a:latin typeface="微软雅黑 Light" panose="020B0502040204020203" pitchFamily="34" charset="-122"/>
              <a:ea typeface="微软雅黑 Light" panose="020B0502040204020203" pitchFamily="34" charset="-122"/>
            </a:endParaRPr>
          </a:p>
        </p:txBody>
      </p:sp>
      <p:sp>
        <p:nvSpPr>
          <p:cNvPr id="9" name="箭头: 下 8"/>
          <p:cNvSpPr/>
          <p:nvPr/>
        </p:nvSpPr>
        <p:spPr bwMode="auto">
          <a:xfrm>
            <a:off x="2373993" y="2950902"/>
            <a:ext cx="288032" cy="432048"/>
          </a:xfrm>
          <a:prstGeom prst="downArrow">
            <a:avLst/>
          </a:prstGeom>
          <a:noFill/>
          <a:ln w="9525" cap="flat" cmpd="sng" algn="ctr">
            <a:solidFill>
              <a:srgbClr val="FF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ctr"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20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endParaRPr>
          </a:p>
        </p:txBody>
      </p:sp>
      <p:sp>
        <p:nvSpPr>
          <p:cNvPr id="10" name="矩形: 圆角 9"/>
          <p:cNvSpPr/>
          <p:nvPr/>
        </p:nvSpPr>
        <p:spPr bwMode="auto">
          <a:xfrm>
            <a:off x="1024001" y="3389123"/>
            <a:ext cx="3182864" cy="720080"/>
          </a:xfrm>
          <a:prstGeom prst="roundRect">
            <a:avLst/>
          </a:prstGeom>
          <a:solidFill>
            <a:schemeClr val="accent1">
              <a:lumMod val="90000"/>
            </a:schemeClr>
          </a:solidFill>
          <a:ln w="9525" cap="flat" cmpd="sng" algn="ctr">
            <a:solidFill>
              <a:schemeClr val="accent1">
                <a:lumMod val="90000"/>
              </a:schemeClr>
            </a:solidFill>
            <a:prstDash val="solid"/>
            <a:round/>
            <a:headEnd type="none" w="med" len="med"/>
            <a:tailEnd type="none" w="med" len="med"/>
          </a:ln>
          <a:effectLst/>
        </p:spPr>
        <p:txBody>
          <a:bodyPr vert="horz" wrap="square" lIns="91440" tIns="45720" rIns="91440" bIns="45720" numCol="1" rtlCol="0" anchor="ctr" anchorCtr="0" compatLnSpc="1"/>
          <a:lstStyle/>
          <a:p>
            <a:pPr algn="ctr" eaLnBrk="1" hangingPunct="1"/>
            <a:r>
              <a:rPr lang="en-US" altLang="zh-CN">
                <a:latin typeface="微软雅黑 Light" panose="020B0502040204020203" pitchFamily="34" charset="-122"/>
                <a:ea typeface="微软雅黑 Light" panose="020B0502040204020203" pitchFamily="34" charset="-122"/>
              </a:rPr>
              <a:t>Step 3</a:t>
            </a:r>
            <a:endParaRPr lang="en-US" altLang="zh-CN" dirty="0">
              <a:latin typeface="微软雅黑 Light" panose="020B0502040204020203" pitchFamily="34" charset="-122"/>
              <a:ea typeface="微软雅黑 Light" panose="020B0502040204020203" pitchFamily="34" charset="-122"/>
            </a:endParaRPr>
          </a:p>
          <a:p>
            <a:pPr algn="ctr" eaLnBrk="1" hangingPunct="1"/>
            <a:r>
              <a:rPr lang="zh-CN" altLang="en-US" dirty="0">
                <a:latin typeface="微软雅黑 Light" panose="020B0502040204020203" pitchFamily="34" charset="-122"/>
                <a:ea typeface="微软雅黑 Light" panose="020B0502040204020203" pitchFamily="34" charset="-122"/>
              </a:rPr>
              <a:t>多播成员报告</a:t>
            </a:r>
            <a:endParaRPr lang="zh-CN" altLang="en-US" dirty="0">
              <a:latin typeface="微软雅黑 Light" panose="020B0502040204020203" pitchFamily="34" charset="-122"/>
              <a:ea typeface="微软雅黑 Light" panose="020B0502040204020203" pitchFamily="34" charset="-122"/>
            </a:endParaRPr>
          </a:p>
        </p:txBody>
      </p:sp>
      <p:sp>
        <p:nvSpPr>
          <p:cNvPr id="11" name="箭头: 下 10"/>
          <p:cNvSpPr/>
          <p:nvPr/>
        </p:nvSpPr>
        <p:spPr bwMode="auto">
          <a:xfrm>
            <a:off x="2373993" y="4122293"/>
            <a:ext cx="288032" cy="432048"/>
          </a:xfrm>
          <a:prstGeom prst="downArrow">
            <a:avLst/>
          </a:prstGeom>
          <a:noFill/>
          <a:ln w="9525" cap="flat" cmpd="sng" algn="ctr">
            <a:solidFill>
              <a:srgbClr val="FF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ctr"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20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endParaRPr>
          </a:p>
        </p:txBody>
      </p:sp>
      <p:sp>
        <p:nvSpPr>
          <p:cNvPr id="12" name="矩形: 圆角 11"/>
          <p:cNvSpPr/>
          <p:nvPr/>
        </p:nvSpPr>
        <p:spPr bwMode="auto">
          <a:xfrm>
            <a:off x="1024001" y="4560514"/>
            <a:ext cx="3182864" cy="720080"/>
          </a:xfrm>
          <a:prstGeom prst="roundRect">
            <a:avLst/>
          </a:prstGeom>
          <a:solidFill>
            <a:schemeClr val="accent6">
              <a:lumMod val="40000"/>
              <a:lumOff val="60000"/>
            </a:schemeClr>
          </a:solidFill>
          <a:ln w="9525" cap="flat" cmpd="sng" algn="ctr">
            <a:solidFill>
              <a:schemeClr val="accent6">
                <a:lumMod val="40000"/>
                <a:lumOff val="60000"/>
              </a:schemeClr>
            </a:solidFill>
            <a:prstDash val="solid"/>
            <a:round/>
            <a:headEnd type="none" w="med" len="med"/>
            <a:tailEnd type="none" w="med" len="med"/>
          </a:ln>
          <a:effectLst/>
        </p:spPr>
        <p:txBody>
          <a:bodyPr vert="horz" wrap="square" lIns="91440" tIns="45720" rIns="91440" bIns="45720" numCol="1" rtlCol="0" anchor="ctr" anchorCtr="0" compatLnSpc="1"/>
          <a:lstStyle/>
          <a:p>
            <a:pPr algn="ctr" eaLnBrk="1" hangingPunct="1"/>
            <a:r>
              <a:rPr lang="en-US" altLang="zh-CN" dirty="0">
                <a:latin typeface="微软雅黑 Light" panose="020B0502040204020203" pitchFamily="34" charset="-122"/>
                <a:ea typeface="微软雅黑 Light" panose="020B0502040204020203" pitchFamily="34" charset="-122"/>
              </a:rPr>
              <a:t>Step 4</a:t>
            </a:r>
            <a:endParaRPr lang="en-US" altLang="zh-CN" dirty="0">
              <a:latin typeface="微软雅黑 Light" panose="020B0502040204020203" pitchFamily="34" charset="-122"/>
              <a:ea typeface="微软雅黑 Light" panose="020B0502040204020203" pitchFamily="34" charset="-122"/>
            </a:endParaRPr>
          </a:p>
          <a:p>
            <a:pPr algn="ctr" eaLnBrk="1" hangingPunct="1"/>
            <a:r>
              <a:rPr lang="zh-CN" altLang="en-US" dirty="0">
                <a:latin typeface="微软雅黑 Light" panose="020B0502040204020203" pitchFamily="34" charset="-122"/>
                <a:ea typeface="微软雅黑 Light" panose="020B0502040204020203" pitchFamily="34" charset="-122"/>
              </a:rPr>
              <a:t>重复地址检测</a:t>
            </a:r>
            <a:endParaRPr lang="zh-CN" altLang="en-US" dirty="0">
              <a:latin typeface="微软雅黑 Light" panose="020B0502040204020203" pitchFamily="34" charset="-122"/>
              <a:ea typeface="微软雅黑 Light" panose="020B0502040204020203" pitchFamily="34" charset="-122"/>
            </a:endParaRPr>
          </a:p>
        </p:txBody>
      </p:sp>
      <p:sp>
        <p:nvSpPr>
          <p:cNvPr id="13" name="箭头: 下 12"/>
          <p:cNvSpPr/>
          <p:nvPr/>
        </p:nvSpPr>
        <p:spPr bwMode="auto">
          <a:xfrm>
            <a:off x="2389925" y="5293684"/>
            <a:ext cx="288032" cy="432048"/>
          </a:xfrm>
          <a:prstGeom prst="downArrow">
            <a:avLst/>
          </a:prstGeom>
          <a:noFill/>
          <a:ln w="9525" cap="flat" cmpd="sng" algn="ctr">
            <a:solidFill>
              <a:srgbClr val="FF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ctr"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20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endParaRPr>
          </a:p>
        </p:txBody>
      </p:sp>
      <p:sp>
        <p:nvSpPr>
          <p:cNvPr id="14" name="矩形: 圆角 13"/>
          <p:cNvSpPr/>
          <p:nvPr/>
        </p:nvSpPr>
        <p:spPr bwMode="auto">
          <a:xfrm>
            <a:off x="1039933" y="5731905"/>
            <a:ext cx="3166932" cy="720080"/>
          </a:xfrm>
          <a:prstGeom prst="roundRect">
            <a:avLst/>
          </a:prstGeom>
          <a:solidFill>
            <a:schemeClr val="accent1">
              <a:lumMod val="90000"/>
            </a:schemeClr>
          </a:solidFill>
          <a:ln w="9525" cap="flat" cmpd="sng" algn="ctr">
            <a:solidFill>
              <a:schemeClr val="accent1">
                <a:lumMod val="90000"/>
              </a:schemeClr>
            </a:solidFill>
            <a:prstDash val="solid"/>
            <a:round/>
            <a:headEnd type="none" w="med" len="med"/>
            <a:tailEnd type="none" w="med" len="med"/>
          </a:ln>
          <a:effectLst/>
        </p:spPr>
        <p:txBody>
          <a:bodyPr vert="horz" wrap="square" lIns="91440" tIns="45720" rIns="91440" bIns="45720" numCol="1" rtlCol="0" anchor="ctr" anchorCtr="0" compatLnSpc="1"/>
          <a:lstStyle/>
          <a:p>
            <a:pPr marL="0" marR="0" indent="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rPr>
              <a:t>Step 5</a:t>
            </a:r>
            <a:endParaRPr kumimoji="0" lang="en-US" altLang="zh-CN" sz="20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endParaRPr>
          </a:p>
          <a:p>
            <a:pPr marL="0" marR="0" indent="0" algn="ctr" defTabSz="914400" rtl="0" eaLnBrk="1" fontAlgn="base" latinLnBrk="0" hangingPunct="1">
              <a:lnSpc>
                <a:spcPct val="100000"/>
              </a:lnSpc>
              <a:spcBef>
                <a:spcPct val="0"/>
              </a:spcBef>
              <a:spcAft>
                <a:spcPct val="0"/>
              </a:spcAft>
              <a:buClrTx/>
              <a:buSzTx/>
              <a:buFontTx/>
              <a:buNone/>
            </a:pPr>
            <a:r>
              <a:rPr kumimoji="0" lang="zh-CN" altLang="en-US" sz="20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rPr>
              <a:t>无状态地址自动配置</a:t>
            </a:r>
            <a:endParaRPr kumimoji="0" lang="zh-CN" altLang="en-US" sz="20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endParaRPr>
          </a:p>
        </p:txBody>
      </p:sp>
      <p:sp>
        <p:nvSpPr>
          <p:cNvPr id="17" name="文本框 16"/>
          <p:cNvSpPr txBox="1"/>
          <p:nvPr/>
        </p:nvSpPr>
        <p:spPr>
          <a:xfrm>
            <a:off x="1529597" y="2948943"/>
            <a:ext cx="1976823" cy="400110"/>
          </a:xfrm>
          <a:prstGeom prst="rect">
            <a:avLst/>
          </a:prstGeom>
          <a:noFill/>
        </p:spPr>
        <p:txBody>
          <a:bodyPr wrap="none" rtlCol="0">
            <a:spAutoFit/>
          </a:bodyPr>
          <a:lstStyle/>
          <a:p>
            <a:r>
              <a:rPr lang="en-US" altLang="zh-CN" sz="2000" dirty="0">
                <a:latin typeface="微软雅黑 Light" panose="020B0502040204020203" pitchFamily="34" charset="-122"/>
                <a:ea typeface="微软雅黑 Light" panose="020B0502040204020203" pitchFamily="34" charset="-122"/>
              </a:rPr>
              <a:t>ff02::1:ff34:5678</a:t>
            </a:r>
            <a:endParaRPr lang="zh-CN" altLang="en-US" sz="2000" dirty="0">
              <a:latin typeface="微软雅黑 Light" panose="020B0502040204020203" pitchFamily="34" charset="-122"/>
              <a:ea typeface="微软雅黑 Light" panose="020B0502040204020203" pitchFamily="34" charset="-122"/>
            </a:endParaRPr>
          </a:p>
        </p:txBody>
      </p:sp>
      <p:sp>
        <p:nvSpPr>
          <p:cNvPr id="18" name="文本框 17"/>
          <p:cNvSpPr txBox="1"/>
          <p:nvPr/>
        </p:nvSpPr>
        <p:spPr>
          <a:xfrm>
            <a:off x="1060808" y="1778767"/>
            <a:ext cx="3222357" cy="400110"/>
          </a:xfrm>
          <a:prstGeom prst="rect">
            <a:avLst/>
          </a:prstGeom>
          <a:noFill/>
        </p:spPr>
        <p:txBody>
          <a:bodyPr wrap="none" rtlCol="0">
            <a:spAutoFit/>
          </a:bodyPr>
          <a:lstStyle/>
          <a:p>
            <a:r>
              <a:rPr lang="en-US" altLang="zh-CN" sz="2000" dirty="0">
                <a:latin typeface="微软雅黑 Light" panose="020B0502040204020203" pitchFamily="34" charset="-122"/>
                <a:ea typeface="微软雅黑 Light" panose="020B0502040204020203" pitchFamily="34" charset="-122"/>
              </a:rPr>
              <a:t>FE80::7207:12FF:FE34:5678</a:t>
            </a:r>
            <a:endParaRPr lang="zh-CN" altLang="en-US" sz="2000" dirty="0">
              <a:latin typeface="微软雅黑 Light" panose="020B0502040204020203" pitchFamily="34" charset="-122"/>
              <a:ea typeface="微软雅黑 Light" panose="020B0502040204020203" pitchFamily="34" charset="-122"/>
            </a:endParaRPr>
          </a:p>
        </p:txBody>
      </p:sp>
    </p:spTree>
  </p:cSld>
  <p:clrMapOvr>
    <a:masterClrMapping/>
  </p:clrMapOvr>
</p:sld>
</file>

<file path=ppt/slides/slide2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无状态地址自动配置</a:t>
            </a:r>
            <a:endParaRPr lang="zh-CN" altLang="en-US" dirty="0"/>
          </a:p>
        </p:txBody>
      </p:sp>
      <p:sp>
        <p:nvSpPr>
          <p:cNvPr id="4" name="内容占位符 3"/>
          <p:cNvSpPr>
            <a:spLocks noGrp="1"/>
          </p:cNvSpPr>
          <p:nvPr>
            <p:ph sz="half" idx="2"/>
          </p:nvPr>
        </p:nvSpPr>
        <p:spPr>
          <a:xfrm>
            <a:off x="4583832" y="1052514"/>
            <a:ext cx="7273737" cy="5437187"/>
          </a:xfrm>
        </p:spPr>
        <p:txBody>
          <a:bodyPr>
            <a:normAutofit lnSpcReduction="10000"/>
          </a:bodyPr>
          <a:lstStyle/>
          <a:p>
            <a:r>
              <a:rPr lang="en-US" altLang="zh-CN" dirty="0"/>
              <a:t>SLACC</a:t>
            </a:r>
            <a:r>
              <a:rPr lang="zh-CN" altLang="en-US" dirty="0"/>
              <a:t>：</a:t>
            </a:r>
            <a:r>
              <a:rPr lang="en-US" altLang="zh-CN" dirty="0"/>
              <a:t>Stateless Address Autoconfiguration</a:t>
            </a:r>
            <a:endParaRPr lang="en-US" altLang="zh-CN" dirty="0"/>
          </a:p>
          <a:p>
            <a:pPr lvl="1"/>
            <a:r>
              <a:rPr lang="zh-CN" altLang="en-US" dirty="0"/>
              <a:t>自动配置</a:t>
            </a:r>
            <a:r>
              <a:rPr lang="en-US" altLang="zh-CN" dirty="0"/>
              <a:t>IP</a:t>
            </a:r>
            <a:r>
              <a:rPr lang="zh-CN" altLang="en-US" dirty="0"/>
              <a:t>地址、自动配置网关</a:t>
            </a:r>
            <a:endParaRPr lang="en-US" altLang="zh-CN" dirty="0"/>
          </a:p>
          <a:p>
            <a:r>
              <a:rPr lang="zh-CN" altLang="en-US" dirty="0"/>
              <a:t>工作原理：涉及到这</a:t>
            </a:r>
            <a:r>
              <a:rPr lang="en-US" altLang="zh-CN" dirty="0"/>
              <a:t>2</a:t>
            </a:r>
            <a:r>
              <a:rPr lang="zh-CN" altLang="en-US" dirty="0"/>
              <a:t>种报文</a:t>
            </a:r>
            <a:endParaRPr lang="zh-CN" altLang="en-US" dirty="0"/>
          </a:p>
          <a:p>
            <a:pPr lvl="1"/>
            <a:r>
              <a:rPr lang="zh-CN" altLang="en-US" dirty="0"/>
              <a:t>“路由器请求”（</a:t>
            </a:r>
            <a:r>
              <a:rPr lang="en-US" altLang="zh-CN" dirty="0"/>
              <a:t>Router Solicitation</a:t>
            </a:r>
            <a:r>
              <a:rPr lang="zh-CN" altLang="en-US" dirty="0"/>
              <a:t>，</a:t>
            </a:r>
            <a:r>
              <a:rPr lang="en-US" altLang="zh-CN" dirty="0"/>
              <a:t>RS</a:t>
            </a:r>
            <a:r>
              <a:rPr lang="zh-CN" altLang="en-US" dirty="0"/>
              <a:t>）</a:t>
            </a:r>
            <a:endParaRPr lang="zh-CN" altLang="en-US" dirty="0"/>
          </a:p>
          <a:p>
            <a:pPr lvl="1"/>
            <a:r>
              <a:rPr lang="zh-CN" altLang="en-US" dirty="0"/>
              <a:t>“路由器通告”（</a:t>
            </a:r>
            <a:r>
              <a:rPr lang="en-US" altLang="zh-CN" dirty="0"/>
              <a:t>Router Advertisement</a:t>
            </a:r>
            <a:r>
              <a:rPr lang="zh-CN" altLang="en-US" dirty="0"/>
              <a:t>，</a:t>
            </a:r>
            <a:r>
              <a:rPr lang="en-US" altLang="zh-CN" dirty="0"/>
              <a:t>RA</a:t>
            </a:r>
            <a:r>
              <a:rPr lang="zh-CN" altLang="en-US" dirty="0"/>
              <a:t>）</a:t>
            </a:r>
            <a:endParaRPr lang="zh-CN" altLang="en-US" dirty="0"/>
          </a:p>
          <a:p>
            <a:pPr lvl="1"/>
            <a:r>
              <a:rPr lang="zh-CN" altLang="en-US" dirty="0"/>
              <a:t>当收到路由器回应的</a:t>
            </a:r>
            <a:r>
              <a:rPr lang="en-US" altLang="zh-CN" dirty="0"/>
              <a:t>RA</a:t>
            </a:r>
            <a:r>
              <a:rPr lang="zh-CN" altLang="en-US" dirty="0"/>
              <a:t>报文后，就会根据报文中的</a:t>
            </a:r>
            <a:r>
              <a:rPr lang="en-US" altLang="zh-CN" dirty="0"/>
              <a:t>IP</a:t>
            </a:r>
            <a:r>
              <a:rPr lang="zh-CN" altLang="en-US" dirty="0"/>
              <a:t>前缀信息，自动生成</a:t>
            </a:r>
            <a:r>
              <a:rPr lang="en-US" altLang="zh-CN" dirty="0"/>
              <a:t>IP</a:t>
            </a:r>
            <a:r>
              <a:rPr lang="zh-CN" altLang="en-US" dirty="0"/>
              <a:t>地址，并将网关指向该路由器的“链路本地地址”</a:t>
            </a:r>
            <a:endParaRPr lang="zh-CN" altLang="en-US" dirty="0"/>
          </a:p>
          <a:p>
            <a:r>
              <a:rPr lang="zh-CN" altLang="en-US" dirty="0"/>
              <a:t>收到</a:t>
            </a:r>
            <a:r>
              <a:rPr lang="en-US" altLang="zh-CN" dirty="0"/>
              <a:t>RA</a:t>
            </a:r>
            <a:r>
              <a:rPr lang="zh-CN" altLang="en-US" dirty="0"/>
              <a:t>报文的</a:t>
            </a:r>
            <a:r>
              <a:rPr lang="en-US" altLang="zh-CN" dirty="0"/>
              <a:t>2</a:t>
            </a:r>
            <a:r>
              <a:rPr lang="zh-CN" altLang="en-US" dirty="0"/>
              <a:t>种办法</a:t>
            </a:r>
            <a:endParaRPr lang="zh-CN" altLang="en-US" dirty="0"/>
          </a:p>
          <a:p>
            <a:pPr lvl="1"/>
            <a:r>
              <a:rPr lang="zh-CN" altLang="en-US" dirty="0"/>
              <a:t>路由器定期发送</a:t>
            </a:r>
            <a:r>
              <a:rPr lang="en-US" altLang="zh-CN" dirty="0"/>
              <a:t>RA</a:t>
            </a:r>
            <a:r>
              <a:rPr lang="zh-CN" altLang="en-US" dirty="0"/>
              <a:t>报文</a:t>
            </a:r>
            <a:endParaRPr lang="zh-CN" altLang="en-US" dirty="0"/>
          </a:p>
          <a:p>
            <a:pPr lvl="1"/>
            <a:r>
              <a:rPr lang="zh-CN" altLang="en-US" dirty="0"/>
              <a:t>自己主动发送</a:t>
            </a:r>
            <a:r>
              <a:rPr lang="en-US" altLang="zh-CN" dirty="0"/>
              <a:t>RS</a:t>
            </a:r>
            <a:r>
              <a:rPr lang="zh-CN" altLang="en-US" dirty="0"/>
              <a:t>报文，路由器收到后就会立刻回应</a:t>
            </a:r>
            <a:r>
              <a:rPr lang="en-US" altLang="zh-CN" dirty="0"/>
              <a:t>RA</a:t>
            </a:r>
            <a:r>
              <a:rPr lang="zh-CN" altLang="en-US" dirty="0"/>
              <a:t>报文</a:t>
            </a:r>
            <a:endParaRPr lang="zh-CN" altLang="en-US" dirty="0"/>
          </a:p>
        </p:txBody>
      </p:sp>
      <p:sp>
        <p:nvSpPr>
          <p:cNvPr id="5" name="灯片编号占位符 4"/>
          <p:cNvSpPr>
            <a:spLocks noGrp="1"/>
          </p:cNvSpPr>
          <p:nvPr>
            <p:ph type="sldNum" sz="quarter" idx="12"/>
          </p:nvPr>
        </p:nvSpPr>
        <p:spPr/>
        <p:txBody>
          <a:bodyPr/>
          <a:lstStyle/>
          <a:p>
            <a:pPr>
              <a:defRPr/>
            </a:pPr>
            <a:fld id="{5ACAED0A-32C0-459D-9CE5-9FDF4154FCB4}" type="slidenum">
              <a:rPr lang="en-US" altLang="zh-CN" smtClean="0"/>
            </a:fld>
            <a:endParaRPr lang="en-US" altLang="zh-CN" dirty="0"/>
          </a:p>
        </p:txBody>
      </p:sp>
      <p:sp>
        <p:nvSpPr>
          <p:cNvPr id="6" name="矩形: 圆角 5"/>
          <p:cNvSpPr/>
          <p:nvPr/>
        </p:nvSpPr>
        <p:spPr bwMode="auto">
          <a:xfrm>
            <a:off x="1055440" y="1052514"/>
            <a:ext cx="3151425" cy="720080"/>
          </a:xfrm>
          <a:prstGeom prst="roundRect">
            <a:avLst/>
          </a:prstGeom>
          <a:solidFill>
            <a:schemeClr val="accent1">
              <a:lumMod val="90000"/>
            </a:schemeClr>
          </a:solidFill>
          <a:ln w="9525" cap="flat" cmpd="sng" algn="ctr">
            <a:solidFill>
              <a:schemeClr val="accent1">
                <a:lumMod val="90000"/>
              </a:schemeClr>
            </a:solidFill>
            <a:prstDash val="solid"/>
            <a:round/>
            <a:headEnd type="none" w="med" len="med"/>
            <a:tailEnd type="none" w="med" len="med"/>
          </a:ln>
          <a:effectLst/>
        </p:spPr>
        <p:txBody>
          <a:bodyPr vert="horz" wrap="square" lIns="91440" tIns="45720" rIns="91440" bIns="45720" numCol="1" rtlCol="0" anchor="ctr" anchorCtr="0" compatLnSpc="1"/>
          <a:lstStyle/>
          <a:p>
            <a:pPr marL="0" marR="0" indent="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rPr>
              <a:t>Step 1</a:t>
            </a:r>
            <a:endParaRPr kumimoji="0" lang="en-US" altLang="zh-CN" sz="20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endParaRPr>
          </a:p>
          <a:p>
            <a:pPr marL="0" marR="0" indent="0" algn="ctr" defTabSz="914400" rtl="0" eaLnBrk="1" fontAlgn="base" latinLnBrk="0" hangingPunct="1">
              <a:lnSpc>
                <a:spcPct val="100000"/>
              </a:lnSpc>
              <a:spcBef>
                <a:spcPct val="0"/>
              </a:spcBef>
              <a:spcAft>
                <a:spcPct val="0"/>
              </a:spcAft>
              <a:buClrTx/>
              <a:buSzTx/>
              <a:buFontTx/>
              <a:buNone/>
            </a:pPr>
            <a:r>
              <a:rPr kumimoji="0" lang="zh-CN" altLang="en-US" sz="20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rPr>
              <a:t>生成 链路本地地址</a:t>
            </a:r>
            <a:endParaRPr kumimoji="0" lang="zh-CN" altLang="en-US" sz="20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endParaRPr>
          </a:p>
        </p:txBody>
      </p:sp>
      <p:sp>
        <p:nvSpPr>
          <p:cNvPr id="7" name="箭头: 下 6"/>
          <p:cNvSpPr/>
          <p:nvPr/>
        </p:nvSpPr>
        <p:spPr bwMode="auto">
          <a:xfrm>
            <a:off x="2383955" y="1785684"/>
            <a:ext cx="288032" cy="432048"/>
          </a:xfrm>
          <a:prstGeom prst="downArrow">
            <a:avLst/>
          </a:prstGeom>
          <a:noFill/>
          <a:ln w="9525" cap="flat" cmpd="sng" algn="ctr">
            <a:solidFill>
              <a:srgbClr val="FF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ctr"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20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endParaRPr>
          </a:p>
        </p:txBody>
      </p:sp>
      <p:sp>
        <p:nvSpPr>
          <p:cNvPr id="8" name="矩形: 圆角 7"/>
          <p:cNvSpPr/>
          <p:nvPr/>
        </p:nvSpPr>
        <p:spPr bwMode="auto">
          <a:xfrm>
            <a:off x="1024002" y="2217732"/>
            <a:ext cx="3182864" cy="720080"/>
          </a:xfrm>
          <a:prstGeom prst="roundRect">
            <a:avLst/>
          </a:prstGeom>
          <a:solidFill>
            <a:schemeClr val="accent1">
              <a:lumMod val="90000"/>
            </a:schemeClr>
          </a:solidFill>
          <a:ln w="9525" cap="flat" cmpd="sng" algn="ctr">
            <a:solidFill>
              <a:schemeClr val="accent1">
                <a:lumMod val="90000"/>
              </a:schemeClr>
            </a:solidFill>
            <a:prstDash val="solid"/>
            <a:round/>
            <a:headEnd type="none" w="med" len="med"/>
            <a:tailEnd type="none" w="med" len="med"/>
          </a:ln>
          <a:effectLst/>
        </p:spPr>
        <p:txBody>
          <a:bodyPr vert="horz" wrap="square" lIns="91440" tIns="45720" rIns="91440" bIns="45720" numCol="1" rtlCol="0" anchor="ctr" anchorCtr="0" compatLnSpc="1"/>
          <a:lstStyle/>
          <a:p>
            <a:pPr algn="ctr" eaLnBrk="1" hangingPunct="1"/>
            <a:r>
              <a:rPr lang="en-US" altLang="zh-CN" dirty="0">
                <a:latin typeface="微软雅黑 Light" panose="020B0502040204020203" pitchFamily="34" charset="-122"/>
                <a:ea typeface="微软雅黑 Light" panose="020B0502040204020203" pitchFamily="34" charset="-122"/>
              </a:rPr>
              <a:t>Step 2</a:t>
            </a:r>
            <a:endParaRPr lang="en-US" altLang="zh-CN" dirty="0">
              <a:latin typeface="微软雅黑 Light" panose="020B0502040204020203" pitchFamily="34" charset="-122"/>
              <a:ea typeface="微软雅黑 Light" panose="020B0502040204020203" pitchFamily="34" charset="-122"/>
            </a:endParaRPr>
          </a:p>
          <a:p>
            <a:pPr algn="ctr" eaLnBrk="1" hangingPunct="1"/>
            <a:r>
              <a:rPr lang="zh-CN" altLang="en-US" dirty="0">
                <a:latin typeface="微软雅黑 Light" panose="020B0502040204020203" pitchFamily="34" charset="-122"/>
                <a:ea typeface="微软雅黑 Light" panose="020B0502040204020203" pitchFamily="34" charset="-122"/>
              </a:rPr>
              <a:t>生成 被请求节点多播地址</a:t>
            </a:r>
            <a:endParaRPr lang="zh-CN" altLang="en-US" dirty="0">
              <a:latin typeface="微软雅黑 Light" panose="020B0502040204020203" pitchFamily="34" charset="-122"/>
              <a:ea typeface="微软雅黑 Light" panose="020B0502040204020203" pitchFamily="34" charset="-122"/>
            </a:endParaRPr>
          </a:p>
        </p:txBody>
      </p:sp>
      <p:sp>
        <p:nvSpPr>
          <p:cNvPr id="9" name="箭头: 下 8"/>
          <p:cNvSpPr/>
          <p:nvPr/>
        </p:nvSpPr>
        <p:spPr bwMode="auto">
          <a:xfrm>
            <a:off x="2373993" y="2950902"/>
            <a:ext cx="288032" cy="432048"/>
          </a:xfrm>
          <a:prstGeom prst="downArrow">
            <a:avLst/>
          </a:prstGeom>
          <a:noFill/>
          <a:ln w="9525" cap="flat" cmpd="sng" algn="ctr">
            <a:solidFill>
              <a:srgbClr val="FF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ctr"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20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endParaRPr>
          </a:p>
        </p:txBody>
      </p:sp>
      <p:sp>
        <p:nvSpPr>
          <p:cNvPr id="10" name="矩形: 圆角 9"/>
          <p:cNvSpPr/>
          <p:nvPr/>
        </p:nvSpPr>
        <p:spPr bwMode="auto">
          <a:xfrm>
            <a:off x="1024001" y="3389123"/>
            <a:ext cx="3182864" cy="720080"/>
          </a:xfrm>
          <a:prstGeom prst="roundRect">
            <a:avLst/>
          </a:prstGeom>
          <a:solidFill>
            <a:schemeClr val="accent1">
              <a:lumMod val="90000"/>
            </a:schemeClr>
          </a:solidFill>
          <a:ln w="9525" cap="flat" cmpd="sng" algn="ctr">
            <a:solidFill>
              <a:schemeClr val="accent1">
                <a:lumMod val="90000"/>
              </a:schemeClr>
            </a:solidFill>
            <a:prstDash val="solid"/>
            <a:round/>
            <a:headEnd type="none" w="med" len="med"/>
            <a:tailEnd type="none" w="med" len="med"/>
          </a:ln>
          <a:effectLst/>
        </p:spPr>
        <p:txBody>
          <a:bodyPr vert="horz" wrap="square" lIns="91440" tIns="45720" rIns="91440" bIns="45720" numCol="1" rtlCol="0" anchor="ctr" anchorCtr="0" compatLnSpc="1"/>
          <a:lstStyle/>
          <a:p>
            <a:pPr algn="ctr" eaLnBrk="1" hangingPunct="1"/>
            <a:r>
              <a:rPr lang="en-US" altLang="zh-CN">
                <a:latin typeface="微软雅黑 Light" panose="020B0502040204020203" pitchFamily="34" charset="-122"/>
                <a:ea typeface="微软雅黑 Light" panose="020B0502040204020203" pitchFamily="34" charset="-122"/>
              </a:rPr>
              <a:t>Step 3</a:t>
            </a:r>
            <a:endParaRPr lang="en-US" altLang="zh-CN" dirty="0">
              <a:latin typeface="微软雅黑 Light" panose="020B0502040204020203" pitchFamily="34" charset="-122"/>
              <a:ea typeface="微软雅黑 Light" panose="020B0502040204020203" pitchFamily="34" charset="-122"/>
            </a:endParaRPr>
          </a:p>
          <a:p>
            <a:pPr algn="ctr" eaLnBrk="1" hangingPunct="1"/>
            <a:r>
              <a:rPr lang="zh-CN" altLang="en-US" dirty="0">
                <a:latin typeface="微软雅黑 Light" panose="020B0502040204020203" pitchFamily="34" charset="-122"/>
                <a:ea typeface="微软雅黑 Light" panose="020B0502040204020203" pitchFamily="34" charset="-122"/>
              </a:rPr>
              <a:t>多播成员报告</a:t>
            </a:r>
            <a:endParaRPr lang="zh-CN" altLang="en-US" dirty="0">
              <a:latin typeface="微软雅黑 Light" panose="020B0502040204020203" pitchFamily="34" charset="-122"/>
              <a:ea typeface="微软雅黑 Light" panose="020B0502040204020203" pitchFamily="34" charset="-122"/>
            </a:endParaRPr>
          </a:p>
        </p:txBody>
      </p:sp>
      <p:sp>
        <p:nvSpPr>
          <p:cNvPr id="11" name="箭头: 下 10"/>
          <p:cNvSpPr/>
          <p:nvPr/>
        </p:nvSpPr>
        <p:spPr bwMode="auto">
          <a:xfrm>
            <a:off x="2373993" y="4122293"/>
            <a:ext cx="288032" cy="432048"/>
          </a:xfrm>
          <a:prstGeom prst="downArrow">
            <a:avLst/>
          </a:prstGeom>
          <a:noFill/>
          <a:ln w="9525" cap="flat" cmpd="sng" algn="ctr">
            <a:solidFill>
              <a:srgbClr val="FF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ctr"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20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endParaRPr>
          </a:p>
        </p:txBody>
      </p:sp>
      <p:sp>
        <p:nvSpPr>
          <p:cNvPr id="12" name="矩形: 圆角 11"/>
          <p:cNvSpPr/>
          <p:nvPr/>
        </p:nvSpPr>
        <p:spPr bwMode="auto">
          <a:xfrm>
            <a:off x="1024001" y="4560514"/>
            <a:ext cx="3182864" cy="720080"/>
          </a:xfrm>
          <a:prstGeom prst="roundRect">
            <a:avLst/>
          </a:prstGeom>
          <a:solidFill>
            <a:schemeClr val="accent1">
              <a:lumMod val="90000"/>
            </a:schemeClr>
          </a:solidFill>
          <a:ln w="9525" cap="flat" cmpd="sng" algn="ctr">
            <a:solidFill>
              <a:schemeClr val="accent1">
                <a:lumMod val="90000"/>
              </a:schemeClr>
            </a:solidFill>
            <a:prstDash val="solid"/>
            <a:round/>
            <a:headEnd type="none" w="med" len="med"/>
            <a:tailEnd type="none" w="med" len="med"/>
          </a:ln>
          <a:effectLst/>
        </p:spPr>
        <p:txBody>
          <a:bodyPr vert="horz" wrap="square" lIns="91440" tIns="45720" rIns="91440" bIns="45720" numCol="1" rtlCol="0" anchor="ctr" anchorCtr="0" compatLnSpc="1"/>
          <a:lstStyle/>
          <a:p>
            <a:pPr algn="ctr" eaLnBrk="1" hangingPunct="1"/>
            <a:r>
              <a:rPr lang="en-US" altLang="zh-CN" dirty="0">
                <a:latin typeface="微软雅黑 Light" panose="020B0502040204020203" pitchFamily="34" charset="-122"/>
                <a:ea typeface="微软雅黑 Light" panose="020B0502040204020203" pitchFamily="34" charset="-122"/>
              </a:rPr>
              <a:t>Step 4</a:t>
            </a:r>
            <a:endParaRPr lang="en-US" altLang="zh-CN" dirty="0">
              <a:latin typeface="微软雅黑 Light" panose="020B0502040204020203" pitchFamily="34" charset="-122"/>
              <a:ea typeface="微软雅黑 Light" panose="020B0502040204020203" pitchFamily="34" charset="-122"/>
            </a:endParaRPr>
          </a:p>
          <a:p>
            <a:pPr algn="ctr" eaLnBrk="1" hangingPunct="1"/>
            <a:r>
              <a:rPr lang="zh-CN" altLang="en-US" dirty="0">
                <a:latin typeface="微软雅黑 Light" panose="020B0502040204020203" pitchFamily="34" charset="-122"/>
                <a:ea typeface="微软雅黑 Light" panose="020B0502040204020203" pitchFamily="34" charset="-122"/>
              </a:rPr>
              <a:t>重复地址检测</a:t>
            </a:r>
            <a:endParaRPr lang="zh-CN" altLang="en-US" dirty="0">
              <a:latin typeface="微软雅黑 Light" panose="020B0502040204020203" pitchFamily="34" charset="-122"/>
              <a:ea typeface="微软雅黑 Light" panose="020B0502040204020203" pitchFamily="34" charset="-122"/>
            </a:endParaRPr>
          </a:p>
        </p:txBody>
      </p:sp>
      <p:sp>
        <p:nvSpPr>
          <p:cNvPr id="13" name="箭头: 下 12"/>
          <p:cNvSpPr/>
          <p:nvPr/>
        </p:nvSpPr>
        <p:spPr bwMode="auto">
          <a:xfrm>
            <a:off x="2389925" y="5293684"/>
            <a:ext cx="288032" cy="432048"/>
          </a:xfrm>
          <a:prstGeom prst="downArrow">
            <a:avLst/>
          </a:prstGeom>
          <a:noFill/>
          <a:ln w="9525" cap="flat" cmpd="sng" algn="ctr">
            <a:solidFill>
              <a:srgbClr val="FF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ctr"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20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endParaRPr>
          </a:p>
        </p:txBody>
      </p:sp>
      <p:sp>
        <p:nvSpPr>
          <p:cNvPr id="14" name="矩形: 圆角 13"/>
          <p:cNvSpPr/>
          <p:nvPr/>
        </p:nvSpPr>
        <p:spPr bwMode="auto">
          <a:xfrm>
            <a:off x="1039933" y="5731905"/>
            <a:ext cx="3166932" cy="720080"/>
          </a:xfrm>
          <a:prstGeom prst="roundRect">
            <a:avLst/>
          </a:prstGeom>
          <a:solidFill>
            <a:schemeClr val="accent6">
              <a:lumMod val="40000"/>
              <a:lumOff val="60000"/>
            </a:schemeClr>
          </a:solidFill>
          <a:ln w="9525" cap="flat" cmpd="sng" algn="ctr">
            <a:solidFill>
              <a:schemeClr val="accent6">
                <a:lumMod val="40000"/>
                <a:lumOff val="60000"/>
              </a:schemeClr>
            </a:solidFill>
            <a:prstDash val="solid"/>
            <a:round/>
            <a:headEnd type="none" w="med" len="med"/>
            <a:tailEnd type="none" w="med" len="med"/>
          </a:ln>
          <a:effectLst/>
        </p:spPr>
        <p:txBody>
          <a:bodyPr vert="horz" wrap="square" lIns="91440" tIns="45720" rIns="91440" bIns="45720" numCol="1" rtlCol="0" anchor="ctr" anchorCtr="0" compatLnSpc="1"/>
          <a:lstStyle/>
          <a:p>
            <a:pPr algn="ctr" eaLnBrk="1" hangingPunct="1"/>
            <a:r>
              <a:rPr lang="en-US" altLang="zh-CN" dirty="0">
                <a:latin typeface="微软雅黑 Light" panose="020B0502040204020203" pitchFamily="34" charset="-122"/>
                <a:ea typeface="微软雅黑 Light" panose="020B0502040204020203" pitchFamily="34" charset="-122"/>
              </a:rPr>
              <a:t>Step 5</a:t>
            </a:r>
            <a:endParaRPr lang="en-US" altLang="zh-CN" dirty="0">
              <a:latin typeface="微软雅黑 Light" panose="020B0502040204020203" pitchFamily="34" charset="-122"/>
              <a:ea typeface="微软雅黑 Light" panose="020B0502040204020203" pitchFamily="34" charset="-122"/>
            </a:endParaRPr>
          </a:p>
          <a:p>
            <a:pPr algn="ctr" eaLnBrk="1" hangingPunct="1"/>
            <a:r>
              <a:rPr lang="zh-CN" altLang="en-US" dirty="0">
                <a:latin typeface="微软雅黑 Light" panose="020B0502040204020203" pitchFamily="34" charset="-122"/>
                <a:ea typeface="微软雅黑 Light" panose="020B0502040204020203" pitchFamily="34" charset="-122"/>
              </a:rPr>
              <a:t>无状态地址自动配置</a:t>
            </a:r>
            <a:endParaRPr lang="zh-CN" altLang="en-US" dirty="0">
              <a:latin typeface="微软雅黑 Light" panose="020B0502040204020203" pitchFamily="34" charset="-122"/>
              <a:ea typeface="微软雅黑 Light" panose="020B0502040204020203" pitchFamily="34" charset="-122"/>
            </a:endParaRPr>
          </a:p>
        </p:txBody>
      </p:sp>
      <p:sp>
        <p:nvSpPr>
          <p:cNvPr id="17" name="文本框 16"/>
          <p:cNvSpPr txBox="1"/>
          <p:nvPr/>
        </p:nvSpPr>
        <p:spPr>
          <a:xfrm>
            <a:off x="1529597" y="2948943"/>
            <a:ext cx="1976823" cy="400110"/>
          </a:xfrm>
          <a:prstGeom prst="rect">
            <a:avLst/>
          </a:prstGeom>
          <a:noFill/>
        </p:spPr>
        <p:txBody>
          <a:bodyPr wrap="none" rtlCol="0">
            <a:spAutoFit/>
          </a:bodyPr>
          <a:lstStyle/>
          <a:p>
            <a:r>
              <a:rPr lang="en-US" altLang="zh-CN" sz="2000" dirty="0">
                <a:latin typeface="微软雅黑 Light" panose="020B0502040204020203" pitchFamily="34" charset="-122"/>
                <a:ea typeface="微软雅黑 Light" panose="020B0502040204020203" pitchFamily="34" charset="-122"/>
              </a:rPr>
              <a:t>ff02::1:ff34:5678</a:t>
            </a:r>
            <a:endParaRPr lang="zh-CN" altLang="en-US" sz="2000" dirty="0">
              <a:latin typeface="微软雅黑 Light" panose="020B0502040204020203" pitchFamily="34" charset="-122"/>
              <a:ea typeface="微软雅黑 Light" panose="020B0502040204020203" pitchFamily="34" charset="-122"/>
            </a:endParaRPr>
          </a:p>
        </p:txBody>
      </p:sp>
      <p:sp>
        <p:nvSpPr>
          <p:cNvPr id="18" name="文本框 17"/>
          <p:cNvSpPr txBox="1"/>
          <p:nvPr/>
        </p:nvSpPr>
        <p:spPr>
          <a:xfrm>
            <a:off x="1060808" y="1778767"/>
            <a:ext cx="3222357" cy="400110"/>
          </a:xfrm>
          <a:prstGeom prst="rect">
            <a:avLst/>
          </a:prstGeom>
          <a:noFill/>
        </p:spPr>
        <p:txBody>
          <a:bodyPr wrap="none" rtlCol="0">
            <a:spAutoFit/>
          </a:bodyPr>
          <a:lstStyle/>
          <a:p>
            <a:r>
              <a:rPr lang="en-US" altLang="zh-CN" sz="2000" dirty="0">
                <a:latin typeface="微软雅黑 Light" panose="020B0502040204020203" pitchFamily="34" charset="-122"/>
                <a:ea typeface="微软雅黑 Light" panose="020B0502040204020203" pitchFamily="34" charset="-122"/>
              </a:rPr>
              <a:t>FE80::7207:12FF:FE34:5678</a:t>
            </a:r>
            <a:endParaRPr lang="zh-CN" altLang="en-US" sz="2000" dirty="0">
              <a:latin typeface="微软雅黑 Light" panose="020B0502040204020203" pitchFamily="34" charset="-122"/>
              <a:ea typeface="微软雅黑 Light" panose="020B0502040204020203" pitchFamily="34" charset="-122"/>
            </a:endParaRPr>
          </a:p>
        </p:txBody>
      </p:sp>
    </p:spTree>
  </p:cSld>
  <p:clrMapOvr>
    <a:masterClrMapping/>
  </p:clrMapOvr>
</p:sld>
</file>

<file path=ppt/slides/slide2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IPv4/IPv6</a:t>
            </a:r>
            <a:r>
              <a:rPr lang="zh-CN" altLang="en-US" dirty="0"/>
              <a:t>互通</a:t>
            </a:r>
            <a:endParaRPr lang="zh-CN" altLang="en-US" dirty="0"/>
          </a:p>
        </p:txBody>
      </p:sp>
      <p:sp>
        <p:nvSpPr>
          <p:cNvPr id="4" name="灯片编号占位符 3"/>
          <p:cNvSpPr>
            <a:spLocks noGrp="1"/>
          </p:cNvSpPr>
          <p:nvPr>
            <p:ph type="sldNum" sz="quarter" idx="12"/>
          </p:nvPr>
        </p:nvSpPr>
        <p:spPr/>
        <p:txBody>
          <a:bodyPr/>
          <a:lstStyle/>
          <a:p>
            <a:pPr>
              <a:defRPr/>
            </a:pPr>
            <a:fld id="{816960B2-2B11-492C-B588-5290E1274F96}" type="slidenum">
              <a:rPr lang="en-US" altLang="zh-CN" smtClean="0"/>
            </a:fld>
            <a:endParaRPr lang="en-US" altLang="zh-CN" dirty="0"/>
          </a:p>
        </p:txBody>
      </p:sp>
      <p:sp>
        <p:nvSpPr>
          <p:cNvPr id="5" name="矩形: 圆角 4"/>
          <p:cNvSpPr/>
          <p:nvPr/>
        </p:nvSpPr>
        <p:spPr>
          <a:xfrm>
            <a:off x="660399" y="1211578"/>
            <a:ext cx="3411098" cy="383177"/>
          </a:xfrm>
          <a:prstGeom prst="roundRect">
            <a:avLst/>
          </a:prstGeom>
          <a:solidFill>
            <a:schemeClr val="accent1">
              <a:lumMod val="90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ct val="120000"/>
              </a:lnSpc>
            </a:pPr>
            <a:r>
              <a:rPr lang="en-US" altLang="zh-CN" sz="1800" dirty="0">
                <a:solidFill>
                  <a:schemeClr val="tx1"/>
                </a:solidFill>
                <a:latin typeface="微软雅黑 Light" panose="020B0502040204020203" pitchFamily="34" charset="-122"/>
                <a:ea typeface="微软雅黑 Light" panose="020B0502040204020203" pitchFamily="34" charset="-122"/>
                <a:cs typeface="+mn-ea"/>
                <a:sym typeface="+mn-lt"/>
              </a:rPr>
              <a:t>IPv4/IPv6</a:t>
            </a:r>
            <a:r>
              <a:rPr lang="zh-CN" altLang="en-US" sz="1800" dirty="0">
                <a:solidFill>
                  <a:schemeClr val="tx1"/>
                </a:solidFill>
                <a:latin typeface="微软雅黑 Light" panose="020B0502040204020203" pitchFamily="34" charset="-122"/>
                <a:ea typeface="微软雅黑 Light" panose="020B0502040204020203" pitchFamily="34" charset="-122"/>
                <a:cs typeface="+mn-ea"/>
                <a:sym typeface="+mn-lt"/>
              </a:rPr>
              <a:t>双栈</a:t>
            </a:r>
            <a:endParaRPr lang="zh-CN" altLang="en-US" sz="1800" dirty="0">
              <a:solidFill>
                <a:schemeClr val="tx1"/>
              </a:solidFill>
              <a:latin typeface="微软雅黑 Light" panose="020B0502040204020203" pitchFamily="34" charset="-122"/>
              <a:ea typeface="微软雅黑 Light" panose="020B0502040204020203" pitchFamily="34" charset="-122"/>
              <a:cs typeface="+mn-ea"/>
              <a:sym typeface="+mn-lt"/>
            </a:endParaRPr>
          </a:p>
        </p:txBody>
      </p:sp>
      <p:sp>
        <p:nvSpPr>
          <p:cNvPr id="6" name="矩形: 圆角 5"/>
          <p:cNvSpPr/>
          <p:nvPr/>
        </p:nvSpPr>
        <p:spPr>
          <a:xfrm>
            <a:off x="4357702" y="1211578"/>
            <a:ext cx="3411098" cy="383177"/>
          </a:xfrm>
          <a:prstGeom prst="roundRect">
            <a:avLst/>
          </a:prstGeom>
          <a:solidFill>
            <a:schemeClr val="accent1">
              <a:lumMod val="90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ct val="120000"/>
              </a:lnSpc>
            </a:pPr>
            <a:r>
              <a:rPr lang="zh-CN" altLang="en-US" sz="1800" dirty="0">
                <a:solidFill>
                  <a:schemeClr val="tx1"/>
                </a:solidFill>
                <a:latin typeface="微软雅黑 Light" panose="020B0502040204020203" pitchFamily="34" charset="-122"/>
                <a:ea typeface="微软雅黑 Light" panose="020B0502040204020203" pitchFamily="34" charset="-122"/>
                <a:cs typeface="+mn-ea"/>
                <a:sym typeface="+mn-lt"/>
              </a:rPr>
              <a:t>隧道技术</a:t>
            </a:r>
            <a:endParaRPr lang="zh-CN" altLang="en-US" sz="1800" dirty="0">
              <a:solidFill>
                <a:schemeClr val="tx1"/>
              </a:solidFill>
              <a:latin typeface="微软雅黑 Light" panose="020B0502040204020203" pitchFamily="34" charset="-122"/>
              <a:ea typeface="微软雅黑 Light" panose="020B0502040204020203" pitchFamily="34" charset="-122"/>
              <a:cs typeface="+mn-ea"/>
              <a:sym typeface="+mn-lt"/>
            </a:endParaRPr>
          </a:p>
        </p:txBody>
      </p:sp>
      <p:sp>
        <p:nvSpPr>
          <p:cNvPr id="7" name="矩形: 圆角 6"/>
          <p:cNvSpPr/>
          <p:nvPr/>
        </p:nvSpPr>
        <p:spPr>
          <a:xfrm>
            <a:off x="8055005" y="1211578"/>
            <a:ext cx="3411098" cy="383177"/>
          </a:xfrm>
          <a:prstGeom prst="roundRect">
            <a:avLst/>
          </a:prstGeom>
          <a:solidFill>
            <a:schemeClr val="accent1">
              <a:lumMod val="90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ct val="120000"/>
              </a:lnSpc>
            </a:pPr>
            <a:r>
              <a:rPr lang="zh-CN" altLang="en-US" sz="1800" dirty="0">
                <a:solidFill>
                  <a:schemeClr val="tx1"/>
                </a:solidFill>
                <a:latin typeface="微软雅黑 Light" panose="020B0502040204020203" pitchFamily="34" charset="-122"/>
                <a:ea typeface="微软雅黑 Light" panose="020B0502040204020203" pitchFamily="34" charset="-122"/>
                <a:cs typeface="+mn-ea"/>
                <a:sym typeface="+mn-lt"/>
              </a:rPr>
              <a:t>转换技术</a:t>
            </a:r>
            <a:endParaRPr lang="zh-CN" altLang="en-US" sz="1800" dirty="0">
              <a:solidFill>
                <a:schemeClr val="tx1"/>
              </a:solidFill>
              <a:latin typeface="微软雅黑 Light" panose="020B0502040204020203" pitchFamily="34" charset="-122"/>
              <a:ea typeface="微软雅黑 Light" panose="020B0502040204020203" pitchFamily="34" charset="-122"/>
              <a:cs typeface="+mn-ea"/>
              <a:sym typeface="+mn-lt"/>
            </a:endParaRPr>
          </a:p>
        </p:txBody>
      </p:sp>
      <p:sp>
        <p:nvSpPr>
          <p:cNvPr id="8" name="文本框 7"/>
          <p:cNvSpPr txBox="1"/>
          <p:nvPr/>
        </p:nvSpPr>
        <p:spPr>
          <a:xfrm>
            <a:off x="660399" y="1885406"/>
            <a:ext cx="3315095" cy="16483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normAutofit fontScale="62500" lnSpcReduction="20000"/>
          </a:bodyPr>
          <a:lstStyle>
            <a:lvl1pPr marL="342900" indent="-342900" eaLnBrk="1" hangingPunct="1">
              <a:spcBef>
                <a:spcPct val="20000"/>
              </a:spcBef>
              <a:buClr>
                <a:srgbClr val="C80000"/>
              </a:buClr>
              <a:buSzPct val="80000"/>
              <a:buFont typeface="Wingdings" panose="05000000000000000000" pitchFamily="2" charset="2"/>
              <a:buChar char="n"/>
              <a:defRPr sz="2800" baseline="0">
                <a:latin typeface="微软雅黑 Light" panose="020B0502040204020203" pitchFamily="34" charset="-122"/>
                <a:ea typeface="微软雅黑 Light" panose="020B0502040204020203" pitchFamily="34" charset="-122"/>
                <a:cs typeface="Times New Roman" panose="02020603050405020304" pitchFamily="18" charset="0"/>
              </a:defRPr>
            </a:lvl1pPr>
            <a:lvl2pPr marL="742950" indent="-285750" eaLnBrk="1" hangingPunct="1">
              <a:spcBef>
                <a:spcPct val="20000"/>
              </a:spcBef>
              <a:buClr>
                <a:srgbClr val="00C800"/>
              </a:buClr>
              <a:buSzPct val="80000"/>
              <a:buFont typeface="Wingdings" panose="05000000000000000000" pitchFamily="2" charset="2"/>
              <a:buChar char="n"/>
              <a:defRPr sz="2400" baseline="0">
                <a:latin typeface="微软雅黑 Light" panose="020B0502040204020203" pitchFamily="34" charset="-122"/>
                <a:ea typeface="微软雅黑 Light" panose="020B0502040204020203" pitchFamily="34" charset="-122"/>
                <a:cs typeface="Times New Roman" panose="02020603050405020304" pitchFamily="18" charset="0"/>
              </a:defRPr>
            </a:lvl2pPr>
            <a:lvl3pPr marL="1143000" indent="-228600" eaLnBrk="1" hangingPunct="1">
              <a:spcBef>
                <a:spcPct val="20000"/>
              </a:spcBef>
              <a:buClr>
                <a:srgbClr val="0000C8"/>
              </a:buClr>
              <a:buSzPct val="80000"/>
              <a:buFont typeface="Wingdings" panose="05000000000000000000" pitchFamily="2" charset="2"/>
              <a:buChar char="n"/>
              <a:defRPr baseline="0">
                <a:latin typeface="微软雅黑 Light" panose="020B0502040204020203" pitchFamily="34" charset="-122"/>
                <a:ea typeface="微软雅黑 Light" panose="020B0502040204020203" pitchFamily="34" charset="-122"/>
                <a:cs typeface="Times New Roman" panose="02020603050405020304" pitchFamily="18" charset="0"/>
              </a:defRPr>
            </a:lvl3pPr>
            <a:lvl4pPr marL="1600200" indent="-228600" eaLnBrk="1" hangingPunct="1">
              <a:spcBef>
                <a:spcPct val="20000"/>
              </a:spcBef>
              <a:buClr>
                <a:srgbClr val="FF7F00"/>
              </a:buClr>
              <a:buSzPct val="80000"/>
              <a:buFont typeface="Wingdings" panose="05000000000000000000" pitchFamily="2" charset="2"/>
              <a:buChar char="u"/>
              <a:defRPr sz="1800" baseline="0">
                <a:latin typeface="微软雅黑 Light" panose="020B0502040204020203" pitchFamily="34" charset="-122"/>
                <a:ea typeface="微软雅黑 Light" panose="020B0502040204020203" pitchFamily="34" charset="-122"/>
                <a:cs typeface="Times New Roman" panose="02020603050405020304" pitchFamily="18" charset="0"/>
              </a:defRPr>
            </a:lvl4pPr>
            <a:lvl5pPr marL="2057400" indent="-228600" eaLnBrk="1" hangingPunct="1">
              <a:spcBef>
                <a:spcPct val="20000"/>
              </a:spcBef>
              <a:buSzPct val="80000"/>
              <a:buFont typeface="Wingdings" panose="05000000000000000000" pitchFamily="2" charset="2"/>
              <a:buChar char="Ø"/>
              <a:defRPr sz="1800" baseline="0">
                <a:latin typeface="微软雅黑 Light" panose="020B0502040204020203" pitchFamily="34" charset="-122"/>
                <a:ea typeface="微软雅黑 Light" panose="020B0502040204020203" pitchFamily="34" charset="-122"/>
                <a:cs typeface="Times New Roman" panose="02020603050405020304" pitchFamily="18" charset="0"/>
              </a:defRPr>
            </a:lvl5pPr>
            <a:lvl6pPr marL="2514600" indent="-228600" fontAlgn="base">
              <a:spcBef>
                <a:spcPct val="20000"/>
              </a:spcBef>
              <a:spcAft>
                <a:spcPct val="0"/>
              </a:spcAft>
              <a:buSzPct val="80000"/>
              <a:buFont typeface="Wingdings" panose="05000000000000000000" pitchFamily="2" charset="2"/>
              <a:buChar char="Ø"/>
              <a:defRPr>
                <a:latin typeface="+mn-lt"/>
                <a:ea typeface="+mn-ea"/>
              </a:defRPr>
            </a:lvl6pPr>
            <a:lvl7pPr marL="2971800" indent="-228600" fontAlgn="base">
              <a:spcBef>
                <a:spcPct val="20000"/>
              </a:spcBef>
              <a:spcAft>
                <a:spcPct val="0"/>
              </a:spcAft>
              <a:buSzPct val="80000"/>
              <a:buFont typeface="Wingdings" panose="05000000000000000000" pitchFamily="2" charset="2"/>
              <a:buChar char="Ø"/>
              <a:defRPr>
                <a:latin typeface="+mn-lt"/>
                <a:ea typeface="+mn-ea"/>
              </a:defRPr>
            </a:lvl7pPr>
            <a:lvl8pPr marL="3429000" indent="-228600" fontAlgn="base">
              <a:spcBef>
                <a:spcPct val="20000"/>
              </a:spcBef>
              <a:spcAft>
                <a:spcPct val="0"/>
              </a:spcAft>
              <a:buSzPct val="80000"/>
              <a:buFont typeface="Wingdings" panose="05000000000000000000" pitchFamily="2" charset="2"/>
              <a:buChar char="Ø"/>
              <a:defRPr>
                <a:latin typeface="+mn-lt"/>
                <a:ea typeface="+mn-ea"/>
              </a:defRPr>
            </a:lvl8pPr>
            <a:lvl9pPr marL="3886200" indent="-228600" fontAlgn="base">
              <a:spcBef>
                <a:spcPct val="20000"/>
              </a:spcBef>
              <a:spcAft>
                <a:spcPct val="0"/>
              </a:spcAft>
              <a:buSzPct val="80000"/>
              <a:buFont typeface="Wingdings" panose="05000000000000000000" pitchFamily="2" charset="2"/>
              <a:buChar char="Ø"/>
              <a:defRPr>
                <a:latin typeface="+mn-lt"/>
                <a:ea typeface="+mn-ea"/>
              </a:defRPr>
            </a:lvl9pPr>
          </a:lstStyle>
          <a:p>
            <a:pPr>
              <a:lnSpc>
                <a:spcPct val="120000"/>
              </a:lnSpc>
            </a:pPr>
            <a:r>
              <a:rPr lang="en-US" altLang="zh-CN" dirty="0">
                <a:sym typeface="+mn-lt"/>
              </a:rPr>
              <a:t>IPv4/IPv6</a:t>
            </a:r>
            <a:r>
              <a:rPr lang="zh-CN" altLang="en-US" dirty="0">
                <a:sym typeface="+mn-lt"/>
              </a:rPr>
              <a:t>在网络中并存、独立部署。对现有</a:t>
            </a:r>
            <a:r>
              <a:rPr lang="en-US" altLang="zh-CN" dirty="0">
                <a:sym typeface="+mn-lt"/>
              </a:rPr>
              <a:t>IPv4</a:t>
            </a:r>
            <a:r>
              <a:rPr lang="zh-CN" altLang="en-US" dirty="0">
                <a:sym typeface="+mn-lt"/>
              </a:rPr>
              <a:t>业务影响较小</a:t>
            </a:r>
            <a:endParaRPr lang="en-US" altLang="zh-CN" dirty="0">
              <a:sym typeface="+mn-lt"/>
            </a:endParaRPr>
          </a:p>
          <a:p>
            <a:pPr>
              <a:lnSpc>
                <a:spcPct val="120000"/>
              </a:lnSpc>
            </a:pPr>
            <a:r>
              <a:rPr lang="zh-CN" altLang="en-US" dirty="0">
                <a:sym typeface="+mn-lt"/>
              </a:rPr>
              <a:t>演进方案简单、易理解。网络规划设计工作量相对更少</a:t>
            </a:r>
            <a:endParaRPr lang="zh-CN" altLang="en-US" dirty="0">
              <a:sym typeface="+mn-lt"/>
            </a:endParaRPr>
          </a:p>
        </p:txBody>
      </p:sp>
      <p:sp>
        <p:nvSpPr>
          <p:cNvPr id="9" name="文本框 8"/>
          <p:cNvSpPr txBox="1"/>
          <p:nvPr/>
        </p:nvSpPr>
        <p:spPr>
          <a:xfrm>
            <a:off x="4357069" y="1885407"/>
            <a:ext cx="3501407" cy="10468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normAutofit fontScale="62500" lnSpcReduction="20000"/>
          </a:bodyPr>
          <a:lstStyle>
            <a:defPPr>
              <a:defRPr lang="zh-CN"/>
            </a:defPPr>
            <a:lvl1pPr marL="342900" indent="-342900" eaLnBrk="1" hangingPunct="1">
              <a:spcBef>
                <a:spcPct val="20000"/>
              </a:spcBef>
              <a:buClr>
                <a:srgbClr val="C80000"/>
              </a:buClr>
              <a:buSzPct val="80000"/>
              <a:buFont typeface="Wingdings" panose="05000000000000000000" pitchFamily="2" charset="2"/>
              <a:buChar char="n"/>
              <a:defRPr sz="2800" baseline="0">
                <a:latin typeface="微软雅黑 Light" panose="020B0502040204020203" pitchFamily="34" charset="-122"/>
                <a:ea typeface="微软雅黑 Light" panose="020B0502040204020203" pitchFamily="34" charset="-122"/>
                <a:cs typeface="Times New Roman" panose="02020603050405020304" pitchFamily="18" charset="0"/>
              </a:defRPr>
            </a:lvl1pPr>
            <a:lvl2pPr marL="742950" indent="-285750" eaLnBrk="1" hangingPunct="1">
              <a:spcBef>
                <a:spcPct val="20000"/>
              </a:spcBef>
              <a:buClr>
                <a:srgbClr val="00C800"/>
              </a:buClr>
              <a:buSzPct val="80000"/>
              <a:buFont typeface="Wingdings" panose="05000000000000000000" pitchFamily="2" charset="2"/>
              <a:buChar char="n"/>
              <a:defRPr sz="2400" baseline="0">
                <a:latin typeface="微软雅黑 Light" panose="020B0502040204020203" pitchFamily="34" charset="-122"/>
                <a:ea typeface="微软雅黑 Light" panose="020B0502040204020203" pitchFamily="34" charset="-122"/>
                <a:cs typeface="Times New Roman" panose="02020603050405020304" pitchFamily="18" charset="0"/>
              </a:defRPr>
            </a:lvl2pPr>
            <a:lvl3pPr marL="1143000" indent="-228600" eaLnBrk="1" hangingPunct="1">
              <a:spcBef>
                <a:spcPct val="20000"/>
              </a:spcBef>
              <a:buClr>
                <a:srgbClr val="0000C8"/>
              </a:buClr>
              <a:buSzPct val="80000"/>
              <a:buFont typeface="Wingdings" panose="05000000000000000000" pitchFamily="2" charset="2"/>
              <a:buChar char="n"/>
              <a:defRPr baseline="0">
                <a:latin typeface="微软雅黑 Light" panose="020B0502040204020203" pitchFamily="34" charset="-122"/>
                <a:ea typeface="微软雅黑 Light" panose="020B0502040204020203" pitchFamily="34" charset="-122"/>
                <a:cs typeface="Times New Roman" panose="02020603050405020304" pitchFamily="18" charset="0"/>
              </a:defRPr>
            </a:lvl3pPr>
            <a:lvl4pPr marL="1600200" indent="-228600" eaLnBrk="1" hangingPunct="1">
              <a:spcBef>
                <a:spcPct val="20000"/>
              </a:spcBef>
              <a:buClr>
                <a:srgbClr val="FF7F00"/>
              </a:buClr>
              <a:buSzPct val="80000"/>
              <a:buFont typeface="Wingdings" panose="05000000000000000000" pitchFamily="2" charset="2"/>
              <a:buChar char="u"/>
              <a:defRPr sz="1800" baseline="0">
                <a:latin typeface="微软雅黑 Light" panose="020B0502040204020203" pitchFamily="34" charset="-122"/>
                <a:ea typeface="微软雅黑 Light" panose="020B0502040204020203" pitchFamily="34" charset="-122"/>
                <a:cs typeface="Times New Roman" panose="02020603050405020304" pitchFamily="18" charset="0"/>
              </a:defRPr>
            </a:lvl4pPr>
            <a:lvl5pPr marL="2057400" indent="-228600" eaLnBrk="1" hangingPunct="1">
              <a:spcBef>
                <a:spcPct val="20000"/>
              </a:spcBef>
              <a:buSzPct val="80000"/>
              <a:buFont typeface="Wingdings" panose="05000000000000000000" pitchFamily="2" charset="2"/>
              <a:buChar char="Ø"/>
              <a:defRPr sz="1800" baseline="0">
                <a:latin typeface="微软雅黑 Light" panose="020B0502040204020203" pitchFamily="34" charset="-122"/>
                <a:ea typeface="微软雅黑 Light" panose="020B0502040204020203" pitchFamily="34" charset="-122"/>
                <a:cs typeface="Times New Roman" panose="02020603050405020304" pitchFamily="18" charset="0"/>
              </a:defRPr>
            </a:lvl5pPr>
            <a:lvl6pPr marL="2514600" indent="-228600" fontAlgn="base">
              <a:spcBef>
                <a:spcPct val="20000"/>
              </a:spcBef>
              <a:spcAft>
                <a:spcPct val="0"/>
              </a:spcAft>
              <a:buSzPct val="80000"/>
              <a:buFont typeface="Wingdings" panose="05000000000000000000" pitchFamily="2" charset="2"/>
              <a:buChar char="Ø"/>
              <a:defRPr>
                <a:latin typeface="+mn-lt"/>
                <a:ea typeface="+mn-ea"/>
              </a:defRPr>
            </a:lvl6pPr>
            <a:lvl7pPr marL="2971800" indent="-228600" fontAlgn="base">
              <a:spcBef>
                <a:spcPct val="20000"/>
              </a:spcBef>
              <a:spcAft>
                <a:spcPct val="0"/>
              </a:spcAft>
              <a:buSzPct val="80000"/>
              <a:buFont typeface="Wingdings" panose="05000000000000000000" pitchFamily="2" charset="2"/>
              <a:buChar char="Ø"/>
              <a:defRPr>
                <a:latin typeface="+mn-lt"/>
                <a:ea typeface="+mn-ea"/>
              </a:defRPr>
            </a:lvl7pPr>
            <a:lvl8pPr marL="3429000" indent="-228600" fontAlgn="base">
              <a:spcBef>
                <a:spcPct val="20000"/>
              </a:spcBef>
              <a:spcAft>
                <a:spcPct val="0"/>
              </a:spcAft>
              <a:buSzPct val="80000"/>
              <a:buFont typeface="Wingdings" panose="05000000000000000000" pitchFamily="2" charset="2"/>
              <a:buChar char="Ø"/>
              <a:defRPr>
                <a:latin typeface="+mn-lt"/>
                <a:ea typeface="+mn-ea"/>
              </a:defRPr>
            </a:lvl8pPr>
            <a:lvl9pPr marL="3886200" indent="-228600" fontAlgn="base">
              <a:spcBef>
                <a:spcPct val="20000"/>
              </a:spcBef>
              <a:spcAft>
                <a:spcPct val="0"/>
              </a:spcAft>
              <a:buSzPct val="80000"/>
              <a:buFont typeface="Wingdings" panose="05000000000000000000" pitchFamily="2" charset="2"/>
              <a:buChar char="Ø"/>
              <a:defRPr>
                <a:latin typeface="+mn-lt"/>
                <a:ea typeface="+mn-ea"/>
              </a:defRPr>
            </a:lvl9pPr>
          </a:lstStyle>
          <a:p>
            <a:pPr>
              <a:lnSpc>
                <a:spcPct val="120000"/>
              </a:lnSpc>
            </a:pPr>
            <a:r>
              <a:rPr lang="en-US" altLang="zh-CN" dirty="0">
                <a:sym typeface="+mn-lt"/>
              </a:rPr>
              <a:t>IPv6 over IPv4</a:t>
            </a:r>
            <a:r>
              <a:rPr lang="zh-CN" altLang="en-US" dirty="0">
                <a:sym typeface="+mn-lt"/>
              </a:rPr>
              <a:t>隧道：将</a:t>
            </a:r>
            <a:r>
              <a:rPr lang="en-US" altLang="zh-CN" dirty="0">
                <a:sym typeface="+mn-lt"/>
              </a:rPr>
              <a:t>IPv6</a:t>
            </a:r>
            <a:r>
              <a:rPr lang="zh-CN" altLang="en-US" dirty="0">
                <a:sym typeface="+mn-lt"/>
              </a:rPr>
              <a:t>流量封装在</a:t>
            </a:r>
            <a:r>
              <a:rPr lang="en-US" altLang="zh-CN" dirty="0">
                <a:sym typeface="+mn-lt"/>
              </a:rPr>
              <a:t>IPv4</a:t>
            </a:r>
            <a:r>
              <a:rPr lang="zh-CN" altLang="en-US" dirty="0">
                <a:sym typeface="+mn-lt"/>
              </a:rPr>
              <a:t>隧道中，在</a:t>
            </a:r>
            <a:r>
              <a:rPr lang="en-US" altLang="zh-CN" dirty="0">
                <a:sym typeface="+mn-lt"/>
              </a:rPr>
              <a:t>IPv4</a:t>
            </a:r>
            <a:r>
              <a:rPr lang="zh-CN" altLang="en-US" dirty="0">
                <a:sym typeface="+mn-lt"/>
              </a:rPr>
              <a:t>网络中实现</a:t>
            </a:r>
            <a:r>
              <a:rPr lang="en-US" altLang="zh-CN" dirty="0">
                <a:sym typeface="+mn-lt"/>
              </a:rPr>
              <a:t>IPv6</a:t>
            </a:r>
            <a:r>
              <a:rPr lang="zh-CN" altLang="en-US" dirty="0">
                <a:sym typeface="+mn-lt"/>
              </a:rPr>
              <a:t>孤岛互通</a:t>
            </a:r>
            <a:endParaRPr lang="zh-CN" altLang="en-US" dirty="0">
              <a:sym typeface="+mn-lt"/>
            </a:endParaRPr>
          </a:p>
        </p:txBody>
      </p:sp>
      <p:sp>
        <p:nvSpPr>
          <p:cNvPr id="10" name="文本框 9"/>
          <p:cNvSpPr txBox="1"/>
          <p:nvPr/>
        </p:nvSpPr>
        <p:spPr>
          <a:xfrm>
            <a:off x="8053741" y="1885406"/>
            <a:ext cx="3477860" cy="13227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normAutofit fontScale="62500" lnSpcReduction="20000"/>
          </a:bodyPr>
          <a:lstStyle>
            <a:defPPr>
              <a:defRPr lang="zh-CN"/>
            </a:defPPr>
            <a:lvl1pPr marL="342900" indent="-342900" eaLnBrk="1" hangingPunct="1">
              <a:spcBef>
                <a:spcPct val="20000"/>
              </a:spcBef>
              <a:buClr>
                <a:srgbClr val="C80000"/>
              </a:buClr>
              <a:buSzPct val="80000"/>
              <a:buFont typeface="Wingdings" panose="05000000000000000000" pitchFamily="2" charset="2"/>
              <a:buChar char="n"/>
              <a:defRPr sz="2800" baseline="0">
                <a:latin typeface="微软雅黑 Light" panose="020B0502040204020203" pitchFamily="34" charset="-122"/>
                <a:ea typeface="微软雅黑 Light" panose="020B0502040204020203" pitchFamily="34" charset="-122"/>
                <a:cs typeface="Times New Roman" panose="02020603050405020304" pitchFamily="18" charset="0"/>
              </a:defRPr>
            </a:lvl1pPr>
            <a:lvl2pPr marL="742950" indent="-285750" eaLnBrk="1" hangingPunct="1">
              <a:spcBef>
                <a:spcPct val="20000"/>
              </a:spcBef>
              <a:buClr>
                <a:srgbClr val="00C800"/>
              </a:buClr>
              <a:buSzPct val="80000"/>
              <a:buFont typeface="Wingdings" panose="05000000000000000000" pitchFamily="2" charset="2"/>
              <a:buChar char="n"/>
              <a:defRPr sz="2400" baseline="0">
                <a:latin typeface="微软雅黑 Light" panose="020B0502040204020203" pitchFamily="34" charset="-122"/>
                <a:ea typeface="微软雅黑 Light" panose="020B0502040204020203" pitchFamily="34" charset="-122"/>
                <a:cs typeface="Times New Roman" panose="02020603050405020304" pitchFamily="18" charset="0"/>
              </a:defRPr>
            </a:lvl2pPr>
            <a:lvl3pPr marL="1143000" indent="-228600" eaLnBrk="1" hangingPunct="1">
              <a:spcBef>
                <a:spcPct val="20000"/>
              </a:spcBef>
              <a:buClr>
                <a:srgbClr val="0000C8"/>
              </a:buClr>
              <a:buSzPct val="80000"/>
              <a:buFont typeface="Wingdings" panose="05000000000000000000" pitchFamily="2" charset="2"/>
              <a:buChar char="n"/>
              <a:defRPr baseline="0">
                <a:latin typeface="微软雅黑 Light" panose="020B0502040204020203" pitchFamily="34" charset="-122"/>
                <a:ea typeface="微软雅黑 Light" panose="020B0502040204020203" pitchFamily="34" charset="-122"/>
                <a:cs typeface="Times New Roman" panose="02020603050405020304" pitchFamily="18" charset="0"/>
              </a:defRPr>
            </a:lvl3pPr>
            <a:lvl4pPr marL="1600200" indent="-228600" eaLnBrk="1" hangingPunct="1">
              <a:spcBef>
                <a:spcPct val="20000"/>
              </a:spcBef>
              <a:buClr>
                <a:srgbClr val="FF7F00"/>
              </a:buClr>
              <a:buSzPct val="80000"/>
              <a:buFont typeface="Wingdings" panose="05000000000000000000" pitchFamily="2" charset="2"/>
              <a:buChar char="u"/>
              <a:defRPr sz="1800" baseline="0">
                <a:latin typeface="微软雅黑 Light" panose="020B0502040204020203" pitchFamily="34" charset="-122"/>
                <a:ea typeface="微软雅黑 Light" panose="020B0502040204020203" pitchFamily="34" charset="-122"/>
                <a:cs typeface="Times New Roman" panose="02020603050405020304" pitchFamily="18" charset="0"/>
              </a:defRPr>
            </a:lvl4pPr>
            <a:lvl5pPr marL="2057400" indent="-228600" eaLnBrk="1" hangingPunct="1">
              <a:spcBef>
                <a:spcPct val="20000"/>
              </a:spcBef>
              <a:buSzPct val="80000"/>
              <a:buFont typeface="Wingdings" panose="05000000000000000000" pitchFamily="2" charset="2"/>
              <a:buChar char="Ø"/>
              <a:defRPr sz="1800" baseline="0">
                <a:latin typeface="微软雅黑 Light" panose="020B0502040204020203" pitchFamily="34" charset="-122"/>
                <a:ea typeface="微软雅黑 Light" panose="020B0502040204020203" pitchFamily="34" charset="-122"/>
                <a:cs typeface="Times New Roman" panose="02020603050405020304" pitchFamily="18" charset="0"/>
              </a:defRPr>
            </a:lvl5pPr>
            <a:lvl6pPr marL="2514600" indent="-228600" fontAlgn="base">
              <a:spcBef>
                <a:spcPct val="20000"/>
              </a:spcBef>
              <a:spcAft>
                <a:spcPct val="0"/>
              </a:spcAft>
              <a:buSzPct val="80000"/>
              <a:buFont typeface="Wingdings" panose="05000000000000000000" pitchFamily="2" charset="2"/>
              <a:buChar char="Ø"/>
              <a:defRPr>
                <a:latin typeface="+mn-lt"/>
                <a:ea typeface="+mn-ea"/>
              </a:defRPr>
            </a:lvl6pPr>
            <a:lvl7pPr marL="2971800" indent="-228600" fontAlgn="base">
              <a:spcBef>
                <a:spcPct val="20000"/>
              </a:spcBef>
              <a:spcAft>
                <a:spcPct val="0"/>
              </a:spcAft>
              <a:buSzPct val="80000"/>
              <a:buFont typeface="Wingdings" panose="05000000000000000000" pitchFamily="2" charset="2"/>
              <a:buChar char="Ø"/>
              <a:defRPr>
                <a:latin typeface="+mn-lt"/>
                <a:ea typeface="+mn-ea"/>
              </a:defRPr>
            </a:lvl7pPr>
            <a:lvl8pPr marL="3429000" indent="-228600" fontAlgn="base">
              <a:spcBef>
                <a:spcPct val="20000"/>
              </a:spcBef>
              <a:spcAft>
                <a:spcPct val="0"/>
              </a:spcAft>
              <a:buSzPct val="80000"/>
              <a:buFont typeface="Wingdings" panose="05000000000000000000" pitchFamily="2" charset="2"/>
              <a:buChar char="Ø"/>
              <a:defRPr>
                <a:latin typeface="+mn-lt"/>
                <a:ea typeface="+mn-ea"/>
              </a:defRPr>
            </a:lvl8pPr>
            <a:lvl9pPr marL="3886200" indent="-228600" fontAlgn="base">
              <a:spcBef>
                <a:spcPct val="20000"/>
              </a:spcBef>
              <a:spcAft>
                <a:spcPct val="0"/>
              </a:spcAft>
              <a:buSzPct val="80000"/>
              <a:buFont typeface="Wingdings" panose="05000000000000000000" pitchFamily="2" charset="2"/>
              <a:buChar char="Ø"/>
              <a:defRPr>
                <a:latin typeface="+mn-lt"/>
                <a:ea typeface="+mn-ea"/>
              </a:defRPr>
            </a:lvl9pPr>
          </a:lstStyle>
          <a:p>
            <a:pPr>
              <a:lnSpc>
                <a:spcPct val="120000"/>
              </a:lnSpc>
            </a:pPr>
            <a:r>
              <a:rPr lang="zh-CN" altLang="en-US" dirty="0">
                <a:sym typeface="+mn-lt"/>
              </a:rPr>
              <a:t>将</a:t>
            </a:r>
            <a:r>
              <a:rPr lang="en-US" altLang="zh-CN" dirty="0">
                <a:sym typeface="+mn-lt"/>
              </a:rPr>
              <a:t>IPv4</a:t>
            </a:r>
            <a:r>
              <a:rPr lang="zh-CN" altLang="en-US" dirty="0">
                <a:sym typeface="+mn-lt"/>
              </a:rPr>
              <a:t>流量与</a:t>
            </a:r>
            <a:r>
              <a:rPr lang="en-US" altLang="zh-CN" dirty="0">
                <a:sym typeface="+mn-lt"/>
              </a:rPr>
              <a:t>IPv6</a:t>
            </a:r>
            <a:r>
              <a:rPr lang="zh-CN" altLang="en-US" dirty="0">
                <a:sym typeface="+mn-lt"/>
              </a:rPr>
              <a:t>流量进行协议转换。适用于纯</a:t>
            </a:r>
            <a:r>
              <a:rPr lang="en-US" altLang="zh-CN" dirty="0">
                <a:sym typeface="+mn-lt"/>
              </a:rPr>
              <a:t>IPv4</a:t>
            </a:r>
            <a:r>
              <a:rPr lang="zh-CN" altLang="en-US" dirty="0">
                <a:sym typeface="+mn-lt"/>
              </a:rPr>
              <a:t>网络与纯</a:t>
            </a:r>
            <a:r>
              <a:rPr lang="en-US" altLang="zh-CN" dirty="0">
                <a:sym typeface="+mn-lt"/>
              </a:rPr>
              <a:t>IPv6</a:t>
            </a:r>
            <a:r>
              <a:rPr lang="zh-CN" altLang="en-US" dirty="0">
                <a:sym typeface="+mn-lt"/>
              </a:rPr>
              <a:t>网络之间的通信，需要在网络中部署</a:t>
            </a:r>
            <a:r>
              <a:rPr lang="en-US" altLang="zh-CN" dirty="0">
                <a:sym typeface="+mn-lt"/>
              </a:rPr>
              <a:t>NAT</a:t>
            </a:r>
            <a:r>
              <a:rPr lang="zh-CN" altLang="en-US" dirty="0">
                <a:sym typeface="+mn-lt"/>
              </a:rPr>
              <a:t>、</a:t>
            </a:r>
            <a:r>
              <a:rPr lang="en-US" altLang="zh-CN" dirty="0">
                <a:sym typeface="+mn-lt"/>
              </a:rPr>
              <a:t>DNS</a:t>
            </a:r>
            <a:r>
              <a:rPr lang="zh-CN" altLang="en-US" dirty="0">
                <a:sym typeface="+mn-lt"/>
              </a:rPr>
              <a:t>等</a:t>
            </a:r>
            <a:endParaRPr lang="zh-CN" altLang="en-US" dirty="0">
              <a:sym typeface="+mn-lt"/>
            </a:endParaRPr>
          </a:p>
        </p:txBody>
      </p:sp>
      <p:sp>
        <p:nvSpPr>
          <p:cNvPr id="11" name="Freeform 159"/>
          <p:cNvSpPr/>
          <p:nvPr/>
        </p:nvSpPr>
        <p:spPr>
          <a:xfrm flipH="1">
            <a:off x="3406622" y="3882633"/>
            <a:ext cx="568872" cy="324792"/>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accent1">
              <a:lumMod val="90000"/>
            </a:schemeClr>
          </a:solidFill>
          <a:ln w="12700">
            <a:solidFill>
              <a:srgbClr val="7F7F7F"/>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107958" rIns="0" rtlCol="0" anchor="ctr">
            <a:noAutofit/>
          </a:bodyPr>
          <a:lstStyle/>
          <a:p>
            <a:pPr algn="ctr">
              <a:lnSpc>
                <a:spcPct val="120000"/>
              </a:lnSpc>
            </a:pPr>
            <a:r>
              <a:rPr lang="en-US" sz="1400" dirty="0">
                <a:solidFill>
                  <a:schemeClr val="tx1"/>
                </a:solidFill>
                <a:latin typeface="微软雅黑 Light" panose="020B0502040204020203" pitchFamily="34" charset="-122"/>
                <a:ea typeface="微软雅黑 Light" panose="020B0502040204020203" pitchFamily="34" charset="-122"/>
                <a:cs typeface="+mn-ea"/>
                <a:sym typeface="+mn-lt"/>
              </a:rPr>
              <a:t>IPv4</a:t>
            </a:r>
            <a:endParaRPr lang="en-US" sz="1400" dirty="0">
              <a:solidFill>
                <a:schemeClr val="tx1"/>
              </a:solidFill>
              <a:latin typeface="微软雅黑 Light" panose="020B0502040204020203" pitchFamily="34" charset="-122"/>
              <a:ea typeface="微软雅黑 Light" panose="020B0502040204020203" pitchFamily="34" charset="-122"/>
              <a:cs typeface="+mn-ea"/>
              <a:sym typeface="+mn-lt"/>
            </a:endParaRPr>
          </a:p>
        </p:txBody>
      </p:sp>
      <p:sp>
        <p:nvSpPr>
          <p:cNvPr id="12" name="Freeform 159"/>
          <p:cNvSpPr/>
          <p:nvPr/>
        </p:nvSpPr>
        <p:spPr>
          <a:xfrm flipH="1">
            <a:off x="3406622" y="4913928"/>
            <a:ext cx="568872" cy="324792"/>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accent1">
              <a:lumMod val="90000"/>
            </a:schemeClr>
          </a:solidFill>
          <a:ln w="12700">
            <a:solidFill>
              <a:srgbClr val="7F7F7F"/>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107958" rIns="0" rtlCol="0" anchor="ctr">
            <a:noAutofit/>
          </a:bodyPr>
          <a:lstStyle/>
          <a:p>
            <a:pPr algn="ctr">
              <a:lnSpc>
                <a:spcPct val="120000"/>
              </a:lnSpc>
            </a:pPr>
            <a:r>
              <a:rPr lang="en-US" sz="1400" dirty="0">
                <a:solidFill>
                  <a:schemeClr val="tx1"/>
                </a:solidFill>
                <a:latin typeface="微软雅黑 Light" panose="020B0502040204020203" pitchFamily="34" charset="-122"/>
                <a:ea typeface="微软雅黑 Light" panose="020B0502040204020203" pitchFamily="34" charset="-122"/>
                <a:cs typeface="+mn-ea"/>
                <a:sym typeface="+mn-lt"/>
              </a:rPr>
              <a:t>IPv6</a:t>
            </a:r>
            <a:endParaRPr lang="en-US" sz="1400" dirty="0">
              <a:solidFill>
                <a:schemeClr val="tx1"/>
              </a:solidFill>
              <a:latin typeface="微软雅黑 Light" panose="020B0502040204020203" pitchFamily="34" charset="-122"/>
              <a:ea typeface="微软雅黑 Light" panose="020B0502040204020203" pitchFamily="34" charset="-122"/>
              <a:cs typeface="+mn-ea"/>
              <a:sym typeface="+mn-lt"/>
            </a:endParaRPr>
          </a:p>
        </p:txBody>
      </p:sp>
      <p:cxnSp>
        <p:nvCxnSpPr>
          <p:cNvPr id="13" name="直接连接符 12"/>
          <p:cNvCxnSpPr/>
          <p:nvPr/>
        </p:nvCxnSpPr>
        <p:spPr>
          <a:xfrm flipH="1" flipV="1">
            <a:off x="2062501" y="4586453"/>
            <a:ext cx="599463" cy="1"/>
          </a:xfrm>
          <a:prstGeom prst="line">
            <a:avLst/>
          </a:prstGeom>
        </p:spPr>
        <p:style>
          <a:lnRef idx="3">
            <a:schemeClr val="dk1"/>
          </a:lnRef>
          <a:fillRef idx="0">
            <a:schemeClr val="dk1"/>
          </a:fillRef>
          <a:effectRef idx="2">
            <a:schemeClr val="dk1"/>
          </a:effectRef>
          <a:fontRef idx="minor">
            <a:schemeClr val="tx1"/>
          </a:fontRef>
        </p:style>
      </p:cxnSp>
      <p:cxnSp>
        <p:nvCxnSpPr>
          <p:cNvPr id="14" name="直接连接符 13"/>
          <p:cNvCxnSpPr>
            <a:stCxn id="11" idx="21"/>
          </p:cNvCxnSpPr>
          <p:nvPr/>
        </p:nvCxnSpPr>
        <p:spPr>
          <a:xfrm flipH="1">
            <a:off x="3003394" y="4110343"/>
            <a:ext cx="403228" cy="336301"/>
          </a:xfrm>
          <a:prstGeom prst="line">
            <a:avLst/>
          </a:prstGeom>
        </p:spPr>
        <p:style>
          <a:lnRef idx="3">
            <a:schemeClr val="dk1"/>
          </a:lnRef>
          <a:fillRef idx="0">
            <a:schemeClr val="dk1"/>
          </a:fillRef>
          <a:effectRef idx="2">
            <a:schemeClr val="dk1"/>
          </a:effectRef>
          <a:fontRef idx="minor">
            <a:schemeClr val="tx1"/>
          </a:fontRef>
        </p:style>
      </p:cxnSp>
      <p:cxnSp>
        <p:nvCxnSpPr>
          <p:cNvPr id="15" name="直接连接符 14"/>
          <p:cNvCxnSpPr>
            <a:stCxn id="12" idx="21"/>
          </p:cNvCxnSpPr>
          <p:nvPr/>
        </p:nvCxnSpPr>
        <p:spPr>
          <a:xfrm flipH="1" flipV="1">
            <a:off x="3003394" y="4718217"/>
            <a:ext cx="403228" cy="423421"/>
          </a:xfrm>
          <a:prstGeom prst="line">
            <a:avLst/>
          </a:prstGeom>
        </p:spPr>
        <p:style>
          <a:lnRef idx="3">
            <a:schemeClr val="dk1"/>
          </a:lnRef>
          <a:fillRef idx="0">
            <a:schemeClr val="dk1"/>
          </a:fillRef>
          <a:effectRef idx="2">
            <a:schemeClr val="dk1"/>
          </a:effectRef>
          <a:fontRef idx="minor">
            <a:schemeClr val="tx1"/>
          </a:fontRef>
        </p:style>
      </p:cxnSp>
      <p:cxnSp>
        <p:nvCxnSpPr>
          <p:cNvPr id="16" name="直接连接符 15"/>
          <p:cNvCxnSpPr/>
          <p:nvPr/>
        </p:nvCxnSpPr>
        <p:spPr>
          <a:xfrm flipH="1" flipV="1">
            <a:off x="1243022" y="4075655"/>
            <a:ext cx="476921" cy="370989"/>
          </a:xfrm>
          <a:prstGeom prst="line">
            <a:avLst/>
          </a:prstGeom>
        </p:spPr>
        <p:style>
          <a:lnRef idx="3">
            <a:schemeClr val="dk1"/>
          </a:lnRef>
          <a:fillRef idx="0">
            <a:schemeClr val="dk1"/>
          </a:fillRef>
          <a:effectRef idx="2">
            <a:schemeClr val="dk1"/>
          </a:effectRef>
          <a:fontRef idx="minor">
            <a:schemeClr val="tx1"/>
          </a:fontRef>
        </p:style>
      </p:cxnSp>
      <p:cxnSp>
        <p:nvCxnSpPr>
          <p:cNvPr id="17" name="直接连接符 16"/>
          <p:cNvCxnSpPr/>
          <p:nvPr/>
        </p:nvCxnSpPr>
        <p:spPr>
          <a:xfrm flipH="1">
            <a:off x="1243022" y="4718217"/>
            <a:ext cx="476921" cy="441347"/>
          </a:xfrm>
          <a:prstGeom prst="line">
            <a:avLst/>
          </a:prstGeom>
        </p:spPr>
        <p:style>
          <a:lnRef idx="3">
            <a:schemeClr val="dk1"/>
          </a:lnRef>
          <a:fillRef idx="0">
            <a:schemeClr val="dk1"/>
          </a:fillRef>
          <a:effectRef idx="2">
            <a:schemeClr val="dk1"/>
          </a:effectRef>
          <a:fontRef idx="minor">
            <a:schemeClr val="tx1"/>
          </a:fontRef>
        </p:style>
      </p:cxnSp>
      <p:sp>
        <p:nvSpPr>
          <p:cNvPr id="18" name="文本框 17"/>
          <p:cNvSpPr txBox="1"/>
          <p:nvPr/>
        </p:nvSpPr>
        <p:spPr>
          <a:xfrm>
            <a:off x="1584452" y="4117996"/>
            <a:ext cx="543739" cy="328551"/>
          </a:xfrm>
          <a:prstGeom prst="rect">
            <a:avLst/>
          </a:prstGeom>
          <a:noFill/>
        </p:spPr>
        <p:txBody>
          <a:bodyPr wrap="none" rtlCol="0">
            <a:spAutoFit/>
          </a:bodyPr>
          <a:lstStyle/>
          <a:p>
            <a:pPr>
              <a:lnSpc>
                <a:spcPct val="120000"/>
              </a:lnSpc>
            </a:pPr>
            <a:r>
              <a:rPr lang="zh-CN" altLang="en-US" sz="1400" dirty="0">
                <a:latin typeface="微软雅黑 Light" panose="020B0502040204020203" pitchFamily="34" charset="-122"/>
                <a:ea typeface="微软雅黑 Light" panose="020B0502040204020203" pitchFamily="34" charset="-122"/>
                <a:cs typeface="+mn-ea"/>
                <a:sym typeface="+mn-lt"/>
              </a:rPr>
              <a:t>双栈</a:t>
            </a:r>
            <a:endParaRPr lang="zh-CN" altLang="en-US" sz="1400" dirty="0">
              <a:latin typeface="微软雅黑 Light" panose="020B0502040204020203" pitchFamily="34" charset="-122"/>
              <a:ea typeface="微软雅黑 Light" panose="020B0502040204020203" pitchFamily="34" charset="-122"/>
              <a:cs typeface="+mn-ea"/>
              <a:sym typeface="+mn-lt"/>
            </a:endParaRPr>
          </a:p>
        </p:txBody>
      </p:sp>
      <p:sp>
        <p:nvSpPr>
          <p:cNvPr id="19" name="文本框 18"/>
          <p:cNvSpPr txBox="1"/>
          <p:nvPr/>
        </p:nvSpPr>
        <p:spPr>
          <a:xfrm>
            <a:off x="489427" y="3620065"/>
            <a:ext cx="952505" cy="330411"/>
          </a:xfrm>
          <a:prstGeom prst="rect">
            <a:avLst/>
          </a:prstGeom>
          <a:noFill/>
        </p:spPr>
        <p:txBody>
          <a:bodyPr wrap="none" rtlCol="0">
            <a:spAutoFit/>
          </a:bodyPr>
          <a:lstStyle/>
          <a:p>
            <a:pPr>
              <a:lnSpc>
                <a:spcPct val="120000"/>
              </a:lnSpc>
            </a:pPr>
            <a:r>
              <a:rPr lang="en-US" altLang="zh-CN" sz="1400" dirty="0">
                <a:latin typeface="微软雅黑 Light" panose="020B0502040204020203" pitchFamily="34" charset="-122"/>
                <a:ea typeface="微软雅黑 Light" panose="020B0502040204020203" pitchFamily="34" charset="-122"/>
                <a:cs typeface="+mn-ea"/>
                <a:sym typeface="+mn-lt"/>
              </a:rPr>
              <a:t>IPv4</a:t>
            </a:r>
            <a:r>
              <a:rPr lang="zh-CN" altLang="en-US" sz="1400" dirty="0">
                <a:latin typeface="微软雅黑 Light" panose="020B0502040204020203" pitchFamily="34" charset="-122"/>
                <a:ea typeface="微软雅黑 Light" panose="020B0502040204020203" pitchFamily="34" charset="-122"/>
                <a:cs typeface="+mn-ea"/>
                <a:sym typeface="+mn-lt"/>
              </a:rPr>
              <a:t> </a:t>
            </a:r>
            <a:r>
              <a:rPr lang="en-US" altLang="zh-CN" sz="1400" dirty="0">
                <a:latin typeface="微软雅黑 Light" panose="020B0502040204020203" pitchFamily="34" charset="-122"/>
                <a:ea typeface="微软雅黑 Light" panose="020B0502040204020203" pitchFamily="34" charset="-122"/>
                <a:cs typeface="+mn-ea"/>
                <a:sym typeface="+mn-lt"/>
              </a:rPr>
              <a:t>Host</a:t>
            </a:r>
            <a:endParaRPr lang="zh-CN" altLang="en-US" sz="1400" dirty="0">
              <a:latin typeface="微软雅黑 Light" panose="020B0502040204020203" pitchFamily="34" charset="-122"/>
              <a:ea typeface="微软雅黑 Light" panose="020B0502040204020203" pitchFamily="34" charset="-122"/>
              <a:cs typeface="+mn-ea"/>
              <a:sym typeface="+mn-lt"/>
            </a:endParaRPr>
          </a:p>
        </p:txBody>
      </p:sp>
      <p:sp>
        <p:nvSpPr>
          <p:cNvPr id="20" name="文本框 19"/>
          <p:cNvSpPr txBox="1"/>
          <p:nvPr/>
        </p:nvSpPr>
        <p:spPr>
          <a:xfrm>
            <a:off x="489426" y="5314655"/>
            <a:ext cx="949299" cy="330411"/>
          </a:xfrm>
          <a:prstGeom prst="rect">
            <a:avLst/>
          </a:prstGeom>
          <a:noFill/>
        </p:spPr>
        <p:txBody>
          <a:bodyPr wrap="none" rtlCol="0">
            <a:spAutoFit/>
          </a:bodyPr>
          <a:lstStyle/>
          <a:p>
            <a:pPr>
              <a:lnSpc>
                <a:spcPct val="120000"/>
              </a:lnSpc>
            </a:pPr>
            <a:r>
              <a:rPr lang="en-US" altLang="zh-CN" sz="1400" dirty="0">
                <a:latin typeface="微软雅黑 Light" panose="020B0502040204020203" pitchFamily="34" charset="-122"/>
                <a:ea typeface="微软雅黑 Light" panose="020B0502040204020203" pitchFamily="34" charset="-122"/>
                <a:cs typeface="+mn-ea"/>
                <a:sym typeface="+mn-lt"/>
              </a:rPr>
              <a:t>IPv6</a:t>
            </a:r>
            <a:r>
              <a:rPr lang="zh-CN" altLang="en-US" sz="1400" dirty="0">
                <a:latin typeface="微软雅黑 Light" panose="020B0502040204020203" pitchFamily="34" charset="-122"/>
                <a:ea typeface="微软雅黑 Light" panose="020B0502040204020203" pitchFamily="34" charset="-122"/>
                <a:cs typeface="+mn-ea"/>
                <a:sym typeface="+mn-lt"/>
              </a:rPr>
              <a:t> </a:t>
            </a:r>
            <a:r>
              <a:rPr lang="en-US" altLang="zh-CN" sz="1400" dirty="0">
                <a:latin typeface="微软雅黑 Light" panose="020B0502040204020203" pitchFamily="34" charset="-122"/>
                <a:ea typeface="微软雅黑 Light" panose="020B0502040204020203" pitchFamily="34" charset="-122"/>
                <a:cs typeface="+mn-ea"/>
                <a:sym typeface="+mn-lt"/>
              </a:rPr>
              <a:t>Host</a:t>
            </a:r>
            <a:endParaRPr lang="zh-CN" altLang="en-US" sz="1400" dirty="0">
              <a:latin typeface="微软雅黑 Light" panose="020B0502040204020203" pitchFamily="34" charset="-122"/>
              <a:ea typeface="微软雅黑 Light" panose="020B0502040204020203" pitchFamily="34" charset="-122"/>
              <a:cs typeface="+mn-ea"/>
              <a:sym typeface="+mn-lt"/>
            </a:endParaRPr>
          </a:p>
        </p:txBody>
      </p:sp>
      <p:sp>
        <p:nvSpPr>
          <p:cNvPr id="21" name="文本框 20"/>
          <p:cNvSpPr txBox="1"/>
          <p:nvPr/>
        </p:nvSpPr>
        <p:spPr>
          <a:xfrm>
            <a:off x="2582715" y="4117996"/>
            <a:ext cx="543739" cy="328551"/>
          </a:xfrm>
          <a:prstGeom prst="rect">
            <a:avLst/>
          </a:prstGeom>
          <a:noFill/>
        </p:spPr>
        <p:txBody>
          <a:bodyPr wrap="none" rtlCol="0">
            <a:spAutoFit/>
          </a:bodyPr>
          <a:lstStyle/>
          <a:p>
            <a:pPr>
              <a:lnSpc>
                <a:spcPct val="120000"/>
              </a:lnSpc>
            </a:pPr>
            <a:r>
              <a:rPr lang="zh-CN" altLang="en-US" sz="1400" dirty="0">
                <a:latin typeface="微软雅黑 Light" panose="020B0502040204020203" pitchFamily="34" charset="-122"/>
                <a:ea typeface="微软雅黑 Light" panose="020B0502040204020203" pitchFamily="34" charset="-122"/>
                <a:cs typeface="+mn-ea"/>
                <a:sym typeface="+mn-lt"/>
              </a:rPr>
              <a:t>双栈</a:t>
            </a:r>
            <a:endParaRPr lang="zh-CN" altLang="en-US" sz="1400" dirty="0">
              <a:latin typeface="微软雅黑 Light" panose="020B0502040204020203" pitchFamily="34" charset="-122"/>
              <a:ea typeface="微软雅黑 Light" panose="020B0502040204020203" pitchFamily="34" charset="-122"/>
              <a:cs typeface="+mn-ea"/>
              <a:sym typeface="+mn-lt"/>
            </a:endParaRPr>
          </a:p>
        </p:txBody>
      </p:sp>
      <p:sp>
        <p:nvSpPr>
          <p:cNvPr id="22" name="文本框 21"/>
          <p:cNvSpPr txBox="1"/>
          <p:nvPr/>
        </p:nvSpPr>
        <p:spPr>
          <a:xfrm>
            <a:off x="4417823" y="4085836"/>
            <a:ext cx="3619475" cy="11834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normAutofit fontScale="62500" lnSpcReduction="20000"/>
          </a:bodyPr>
          <a:lstStyle>
            <a:defPPr>
              <a:defRPr lang="zh-CN"/>
            </a:defPPr>
            <a:lvl1pPr marL="342900" indent="-342900" eaLnBrk="1" hangingPunct="1">
              <a:spcBef>
                <a:spcPct val="20000"/>
              </a:spcBef>
              <a:buClr>
                <a:srgbClr val="C80000"/>
              </a:buClr>
              <a:buSzPct val="80000"/>
              <a:buFont typeface="Wingdings" panose="05000000000000000000" pitchFamily="2" charset="2"/>
              <a:buChar char="n"/>
              <a:defRPr sz="2800" baseline="0">
                <a:latin typeface="微软雅黑 Light" panose="020B0502040204020203" pitchFamily="34" charset="-122"/>
                <a:ea typeface="微软雅黑 Light" panose="020B0502040204020203" pitchFamily="34" charset="-122"/>
                <a:cs typeface="Times New Roman" panose="02020603050405020304" pitchFamily="18" charset="0"/>
              </a:defRPr>
            </a:lvl1pPr>
            <a:lvl2pPr marL="742950" indent="-285750" eaLnBrk="1" hangingPunct="1">
              <a:spcBef>
                <a:spcPct val="20000"/>
              </a:spcBef>
              <a:buClr>
                <a:srgbClr val="00C800"/>
              </a:buClr>
              <a:buSzPct val="80000"/>
              <a:buFont typeface="Wingdings" panose="05000000000000000000" pitchFamily="2" charset="2"/>
              <a:buChar char="n"/>
              <a:defRPr sz="2400" baseline="0">
                <a:latin typeface="微软雅黑 Light" panose="020B0502040204020203" pitchFamily="34" charset="-122"/>
                <a:ea typeface="微软雅黑 Light" panose="020B0502040204020203" pitchFamily="34" charset="-122"/>
                <a:cs typeface="Times New Roman" panose="02020603050405020304" pitchFamily="18" charset="0"/>
              </a:defRPr>
            </a:lvl2pPr>
            <a:lvl3pPr marL="1143000" indent="-228600" eaLnBrk="1" hangingPunct="1">
              <a:spcBef>
                <a:spcPct val="20000"/>
              </a:spcBef>
              <a:buClr>
                <a:srgbClr val="0000C8"/>
              </a:buClr>
              <a:buSzPct val="80000"/>
              <a:buFont typeface="Wingdings" panose="05000000000000000000" pitchFamily="2" charset="2"/>
              <a:buChar char="n"/>
              <a:defRPr baseline="0">
                <a:latin typeface="微软雅黑 Light" panose="020B0502040204020203" pitchFamily="34" charset="-122"/>
                <a:ea typeface="微软雅黑 Light" panose="020B0502040204020203" pitchFamily="34" charset="-122"/>
                <a:cs typeface="Times New Roman" panose="02020603050405020304" pitchFamily="18" charset="0"/>
              </a:defRPr>
            </a:lvl3pPr>
            <a:lvl4pPr marL="1600200" indent="-228600" eaLnBrk="1" hangingPunct="1">
              <a:spcBef>
                <a:spcPct val="20000"/>
              </a:spcBef>
              <a:buClr>
                <a:srgbClr val="FF7F00"/>
              </a:buClr>
              <a:buSzPct val="80000"/>
              <a:buFont typeface="Wingdings" panose="05000000000000000000" pitchFamily="2" charset="2"/>
              <a:buChar char="u"/>
              <a:defRPr sz="1800" baseline="0">
                <a:latin typeface="微软雅黑 Light" panose="020B0502040204020203" pitchFamily="34" charset="-122"/>
                <a:ea typeface="微软雅黑 Light" panose="020B0502040204020203" pitchFamily="34" charset="-122"/>
                <a:cs typeface="Times New Roman" panose="02020603050405020304" pitchFamily="18" charset="0"/>
              </a:defRPr>
            </a:lvl4pPr>
            <a:lvl5pPr marL="2057400" indent="-228600" eaLnBrk="1" hangingPunct="1">
              <a:spcBef>
                <a:spcPct val="20000"/>
              </a:spcBef>
              <a:buSzPct val="80000"/>
              <a:buFont typeface="Wingdings" panose="05000000000000000000" pitchFamily="2" charset="2"/>
              <a:buChar char="Ø"/>
              <a:defRPr sz="1800" baseline="0">
                <a:latin typeface="微软雅黑 Light" panose="020B0502040204020203" pitchFamily="34" charset="-122"/>
                <a:ea typeface="微软雅黑 Light" panose="020B0502040204020203" pitchFamily="34" charset="-122"/>
                <a:cs typeface="Times New Roman" panose="02020603050405020304" pitchFamily="18" charset="0"/>
              </a:defRPr>
            </a:lvl5pPr>
            <a:lvl6pPr marL="2514600" indent="-228600" fontAlgn="base">
              <a:spcBef>
                <a:spcPct val="20000"/>
              </a:spcBef>
              <a:spcAft>
                <a:spcPct val="0"/>
              </a:spcAft>
              <a:buSzPct val="80000"/>
              <a:buFont typeface="Wingdings" panose="05000000000000000000" pitchFamily="2" charset="2"/>
              <a:buChar char="Ø"/>
              <a:defRPr>
                <a:latin typeface="+mn-lt"/>
                <a:ea typeface="+mn-ea"/>
              </a:defRPr>
            </a:lvl6pPr>
            <a:lvl7pPr marL="2971800" indent="-228600" fontAlgn="base">
              <a:spcBef>
                <a:spcPct val="20000"/>
              </a:spcBef>
              <a:spcAft>
                <a:spcPct val="0"/>
              </a:spcAft>
              <a:buSzPct val="80000"/>
              <a:buFont typeface="Wingdings" panose="05000000000000000000" pitchFamily="2" charset="2"/>
              <a:buChar char="Ø"/>
              <a:defRPr>
                <a:latin typeface="+mn-lt"/>
                <a:ea typeface="+mn-ea"/>
              </a:defRPr>
            </a:lvl7pPr>
            <a:lvl8pPr marL="3429000" indent="-228600" fontAlgn="base">
              <a:spcBef>
                <a:spcPct val="20000"/>
              </a:spcBef>
              <a:spcAft>
                <a:spcPct val="0"/>
              </a:spcAft>
              <a:buSzPct val="80000"/>
              <a:buFont typeface="Wingdings" panose="05000000000000000000" pitchFamily="2" charset="2"/>
              <a:buChar char="Ø"/>
              <a:defRPr>
                <a:latin typeface="+mn-lt"/>
                <a:ea typeface="+mn-ea"/>
              </a:defRPr>
            </a:lvl8pPr>
            <a:lvl9pPr marL="3886200" indent="-228600" fontAlgn="base">
              <a:spcBef>
                <a:spcPct val="20000"/>
              </a:spcBef>
              <a:spcAft>
                <a:spcPct val="0"/>
              </a:spcAft>
              <a:buSzPct val="80000"/>
              <a:buFont typeface="Wingdings" panose="05000000000000000000" pitchFamily="2" charset="2"/>
              <a:buChar char="Ø"/>
              <a:defRPr>
                <a:latin typeface="+mn-lt"/>
                <a:ea typeface="+mn-ea"/>
              </a:defRPr>
            </a:lvl9pPr>
          </a:lstStyle>
          <a:p>
            <a:pPr>
              <a:lnSpc>
                <a:spcPct val="120000"/>
              </a:lnSpc>
            </a:pPr>
            <a:r>
              <a:rPr lang="en-US" altLang="zh-CN" dirty="0">
                <a:sym typeface="+mn-lt"/>
              </a:rPr>
              <a:t>IPv4 over IPv6</a:t>
            </a:r>
            <a:r>
              <a:rPr lang="zh-CN" altLang="en-US" dirty="0">
                <a:sym typeface="+mn-lt"/>
              </a:rPr>
              <a:t>隧道：将</a:t>
            </a:r>
            <a:r>
              <a:rPr lang="en-US" altLang="zh-CN" dirty="0">
                <a:sym typeface="+mn-lt"/>
              </a:rPr>
              <a:t>IPv4</a:t>
            </a:r>
            <a:r>
              <a:rPr lang="zh-CN" altLang="en-US" dirty="0">
                <a:sym typeface="+mn-lt"/>
              </a:rPr>
              <a:t>流量封装在</a:t>
            </a:r>
            <a:r>
              <a:rPr lang="en-US" altLang="zh-CN" dirty="0">
                <a:sym typeface="+mn-lt"/>
              </a:rPr>
              <a:t>IPv6</a:t>
            </a:r>
            <a:r>
              <a:rPr lang="zh-CN" altLang="en-US" dirty="0">
                <a:sym typeface="+mn-lt"/>
              </a:rPr>
              <a:t>隧道中，在</a:t>
            </a:r>
            <a:r>
              <a:rPr lang="en-US" altLang="zh-CN" dirty="0">
                <a:sym typeface="+mn-lt"/>
              </a:rPr>
              <a:t>IPv6</a:t>
            </a:r>
            <a:r>
              <a:rPr lang="zh-CN" altLang="en-US" dirty="0">
                <a:sym typeface="+mn-lt"/>
              </a:rPr>
              <a:t>网络中实现</a:t>
            </a:r>
            <a:r>
              <a:rPr lang="en-US" altLang="zh-CN" dirty="0">
                <a:sym typeface="+mn-lt"/>
              </a:rPr>
              <a:t>IPv4</a:t>
            </a:r>
            <a:r>
              <a:rPr lang="zh-CN" altLang="en-US" dirty="0">
                <a:sym typeface="+mn-lt"/>
              </a:rPr>
              <a:t>孤岛互通</a:t>
            </a:r>
            <a:endParaRPr lang="zh-CN" altLang="en-US" dirty="0">
              <a:sym typeface="+mn-lt"/>
            </a:endParaRPr>
          </a:p>
        </p:txBody>
      </p:sp>
      <p:pic>
        <p:nvPicPr>
          <p:cNvPr id="23" name="图片 9"/>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9819177" y="4598303"/>
            <a:ext cx="385321" cy="315262"/>
          </a:xfrm>
          <a:prstGeom prst="rect">
            <a:avLst/>
          </a:prstGeom>
        </p:spPr>
      </p:pic>
      <p:sp>
        <p:nvSpPr>
          <p:cNvPr id="24" name="文本框 23"/>
          <p:cNvSpPr txBox="1"/>
          <p:nvPr/>
        </p:nvSpPr>
        <p:spPr>
          <a:xfrm>
            <a:off x="9568645" y="3765590"/>
            <a:ext cx="1121461" cy="330411"/>
          </a:xfrm>
          <a:prstGeom prst="rect">
            <a:avLst/>
          </a:prstGeom>
          <a:noFill/>
        </p:spPr>
        <p:txBody>
          <a:bodyPr wrap="none" rtlCol="0">
            <a:spAutoFit/>
          </a:bodyPr>
          <a:lstStyle/>
          <a:p>
            <a:pPr>
              <a:lnSpc>
                <a:spcPct val="120000"/>
              </a:lnSpc>
            </a:pPr>
            <a:r>
              <a:rPr lang="en-US" altLang="zh-CN" sz="1400" dirty="0">
                <a:latin typeface="微软雅黑 Light" panose="020B0502040204020203" pitchFamily="34" charset="-122"/>
                <a:ea typeface="微软雅黑 Light" panose="020B0502040204020203" pitchFamily="34" charset="-122"/>
                <a:cs typeface="+mn-ea"/>
                <a:sym typeface="+mn-lt"/>
              </a:rPr>
              <a:t>DNS</a:t>
            </a:r>
            <a:r>
              <a:rPr lang="zh-CN" altLang="en-US" sz="1400" dirty="0">
                <a:latin typeface="微软雅黑 Light" panose="020B0502040204020203" pitchFamily="34" charset="-122"/>
                <a:ea typeface="微软雅黑 Light" panose="020B0502040204020203" pitchFamily="34" charset="-122"/>
                <a:cs typeface="+mn-ea"/>
                <a:sym typeface="+mn-lt"/>
              </a:rPr>
              <a:t> </a:t>
            </a:r>
            <a:r>
              <a:rPr lang="en-US" altLang="zh-CN" sz="1400" dirty="0">
                <a:latin typeface="微软雅黑 Light" panose="020B0502040204020203" pitchFamily="34" charset="-122"/>
                <a:ea typeface="微软雅黑 Light" panose="020B0502040204020203" pitchFamily="34" charset="-122"/>
                <a:cs typeface="+mn-ea"/>
                <a:sym typeface="+mn-lt"/>
              </a:rPr>
              <a:t>Server</a:t>
            </a:r>
            <a:endParaRPr lang="zh-CN" altLang="en-US" sz="1400" dirty="0">
              <a:latin typeface="微软雅黑 Light" panose="020B0502040204020203" pitchFamily="34" charset="-122"/>
              <a:ea typeface="微软雅黑 Light" panose="020B0502040204020203" pitchFamily="34" charset="-122"/>
              <a:cs typeface="+mn-ea"/>
              <a:sym typeface="+mn-lt"/>
            </a:endParaRPr>
          </a:p>
        </p:txBody>
      </p:sp>
      <p:sp>
        <p:nvSpPr>
          <p:cNvPr id="25" name="文本框 24"/>
          <p:cNvSpPr txBox="1"/>
          <p:nvPr/>
        </p:nvSpPr>
        <p:spPr>
          <a:xfrm>
            <a:off x="9689770" y="4913565"/>
            <a:ext cx="724622" cy="330411"/>
          </a:xfrm>
          <a:prstGeom prst="rect">
            <a:avLst/>
          </a:prstGeom>
          <a:noFill/>
        </p:spPr>
        <p:txBody>
          <a:bodyPr wrap="none" rtlCol="0">
            <a:spAutoFit/>
          </a:bodyPr>
          <a:lstStyle/>
          <a:p>
            <a:pPr>
              <a:lnSpc>
                <a:spcPct val="120000"/>
              </a:lnSpc>
            </a:pPr>
            <a:r>
              <a:rPr lang="en-US" altLang="zh-CN" sz="1400" dirty="0">
                <a:latin typeface="微软雅黑 Light" panose="020B0502040204020203" pitchFamily="34" charset="-122"/>
                <a:ea typeface="微软雅黑 Light" panose="020B0502040204020203" pitchFamily="34" charset="-122"/>
                <a:cs typeface="+mn-ea"/>
                <a:sym typeface="+mn-lt"/>
              </a:rPr>
              <a:t>NAT64</a:t>
            </a:r>
            <a:endParaRPr lang="zh-CN" altLang="en-US" sz="1400" dirty="0">
              <a:latin typeface="微软雅黑 Light" panose="020B0502040204020203" pitchFamily="34" charset="-122"/>
              <a:ea typeface="微软雅黑 Light" panose="020B0502040204020203" pitchFamily="34" charset="-122"/>
              <a:cs typeface="+mn-ea"/>
              <a:sym typeface="+mn-lt"/>
            </a:endParaRPr>
          </a:p>
        </p:txBody>
      </p:sp>
      <p:cxnSp>
        <p:nvCxnSpPr>
          <p:cNvPr id="26" name="直接箭头连接符 25"/>
          <p:cNvCxnSpPr/>
          <p:nvPr/>
        </p:nvCxnSpPr>
        <p:spPr>
          <a:xfrm>
            <a:off x="9243076" y="4755934"/>
            <a:ext cx="576101"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27" name="直接箭头连接符 26"/>
          <p:cNvCxnSpPr/>
          <p:nvPr/>
        </p:nvCxnSpPr>
        <p:spPr>
          <a:xfrm>
            <a:off x="10204498" y="4755934"/>
            <a:ext cx="576101"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28" name="Freeform 159"/>
          <p:cNvSpPr/>
          <p:nvPr/>
        </p:nvSpPr>
        <p:spPr>
          <a:xfrm flipH="1">
            <a:off x="10881484" y="4598377"/>
            <a:ext cx="568872" cy="324792"/>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accent1"/>
          </a:solidFill>
          <a:ln w="12700">
            <a:solidFill>
              <a:srgbClr val="7F7F7F"/>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107958" rIns="0" rtlCol="0" anchor="ctr">
            <a:noAutofit/>
          </a:bodyPr>
          <a:lstStyle/>
          <a:p>
            <a:pPr algn="ctr">
              <a:lnSpc>
                <a:spcPct val="120000"/>
              </a:lnSpc>
            </a:pPr>
            <a:r>
              <a:rPr lang="en-US" sz="1400" dirty="0">
                <a:solidFill>
                  <a:schemeClr val="tx1"/>
                </a:solidFill>
                <a:latin typeface="微软雅黑 Light" panose="020B0502040204020203" pitchFamily="34" charset="-122"/>
                <a:ea typeface="微软雅黑 Light" panose="020B0502040204020203" pitchFamily="34" charset="-122"/>
                <a:cs typeface="+mn-ea"/>
                <a:sym typeface="+mn-lt"/>
              </a:rPr>
              <a:t>IPv4</a:t>
            </a:r>
            <a:endParaRPr lang="en-US" sz="1400" dirty="0">
              <a:solidFill>
                <a:schemeClr val="tx1"/>
              </a:solidFill>
              <a:latin typeface="微软雅黑 Light" panose="020B0502040204020203" pitchFamily="34" charset="-122"/>
              <a:ea typeface="微软雅黑 Light" panose="020B0502040204020203" pitchFamily="34" charset="-122"/>
              <a:cs typeface="+mn-ea"/>
              <a:sym typeface="+mn-lt"/>
            </a:endParaRPr>
          </a:p>
        </p:txBody>
      </p:sp>
      <p:sp>
        <p:nvSpPr>
          <p:cNvPr id="29" name="Freeform 159"/>
          <p:cNvSpPr/>
          <p:nvPr/>
        </p:nvSpPr>
        <p:spPr>
          <a:xfrm flipH="1">
            <a:off x="8643802" y="4598303"/>
            <a:ext cx="568872" cy="324792"/>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accent1">
              <a:lumMod val="90000"/>
            </a:schemeClr>
          </a:solidFill>
          <a:ln w="12700">
            <a:solidFill>
              <a:srgbClr val="7F7F7F"/>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107958" rIns="0" rtlCol="0" anchor="ctr">
            <a:noAutofit/>
          </a:bodyPr>
          <a:lstStyle/>
          <a:p>
            <a:pPr algn="ctr">
              <a:lnSpc>
                <a:spcPct val="120000"/>
              </a:lnSpc>
            </a:pPr>
            <a:r>
              <a:rPr lang="en-US" sz="1400" dirty="0">
                <a:solidFill>
                  <a:schemeClr val="tx1"/>
                </a:solidFill>
                <a:latin typeface="微软雅黑 Light" panose="020B0502040204020203" pitchFamily="34" charset="-122"/>
                <a:ea typeface="微软雅黑 Light" panose="020B0502040204020203" pitchFamily="34" charset="-122"/>
                <a:cs typeface="+mn-ea"/>
                <a:sym typeface="+mn-lt"/>
              </a:rPr>
              <a:t>IPv6</a:t>
            </a:r>
            <a:endParaRPr lang="en-US" sz="1400" dirty="0">
              <a:solidFill>
                <a:schemeClr val="tx1"/>
              </a:solidFill>
              <a:latin typeface="微软雅黑 Light" panose="020B0502040204020203" pitchFamily="34" charset="-122"/>
              <a:ea typeface="微软雅黑 Light" panose="020B0502040204020203" pitchFamily="34" charset="-122"/>
              <a:cs typeface="+mn-ea"/>
              <a:sym typeface="+mn-lt"/>
            </a:endParaRPr>
          </a:p>
        </p:txBody>
      </p:sp>
      <p:pic>
        <p:nvPicPr>
          <p:cNvPr id="30" name="图片 29"/>
          <p:cNvPicPr>
            <a:picLocks noChangeAspect="1"/>
          </p:cNvPicPr>
          <p:nvPr/>
        </p:nvPicPr>
        <p:blipFill>
          <a:blip r:embed="rId2"/>
          <a:stretch>
            <a:fillRect/>
          </a:stretch>
        </p:blipFill>
        <p:spPr>
          <a:xfrm>
            <a:off x="848881" y="3969656"/>
            <a:ext cx="417826" cy="317238"/>
          </a:xfrm>
          <a:prstGeom prst="rect">
            <a:avLst/>
          </a:prstGeom>
        </p:spPr>
      </p:pic>
      <p:pic>
        <p:nvPicPr>
          <p:cNvPr id="31" name="图片 30"/>
          <p:cNvPicPr>
            <a:picLocks noChangeAspect="1"/>
          </p:cNvPicPr>
          <p:nvPr/>
        </p:nvPicPr>
        <p:blipFill>
          <a:blip r:embed="rId2"/>
          <a:stretch>
            <a:fillRect/>
          </a:stretch>
        </p:blipFill>
        <p:spPr>
          <a:xfrm>
            <a:off x="843321" y="5019173"/>
            <a:ext cx="417826" cy="317238"/>
          </a:xfrm>
          <a:prstGeom prst="rect">
            <a:avLst/>
          </a:prstGeom>
        </p:spPr>
      </p:pic>
      <p:pic>
        <p:nvPicPr>
          <p:cNvPr id="32" name="图片 31"/>
          <p:cNvPicPr>
            <a:picLocks noChangeAspect="1"/>
          </p:cNvPicPr>
          <p:nvPr/>
        </p:nvPicPr>
        <p:blipFill>
          <a:blip r:embed="rId3"/>
          <a:stretch>
            <a:fillRect/>
          </a:stretch>
        </p:blipFill>
        <p:spPr>
          <a:xfrm>
            <a:off x="1683954" y="4389359"/>
            <a:ext cx="394188" cy="394188"/>
          </a:xfrm>
          <a:prstGeom prst="rect">
            <a:avLst/>
          </a:prstGeom>
        </p:spPr>
      </p:pic>
      <p:pic>
        <p:nvPicPr>
          <p:cNvPr id="33" name="图片 32"/>
          <p:cNvPicPr>
            <a:picLocks noChangeAspect="1"/>
          </p:cNvPicPr>
          <p:nvPr/>
        </p:nvPicPr>
        <p:blipFill>
          <a:blip r:embed="rId3"/>
          <a:stretch>
            <a:fillRect/>
          </a:stretch>
        </p:blipFill>
        <p:spPr>
          <a:xfrm>
            <a:off x="2670391" y="4401209"/>
            <a:ext cx="394188" cy="394188"/>
          </a:xfrm>
          <a:prstGeom prst="rect">
            <a:avLst/>
          </a:prstGeom>
        </p:spPr>
      </p:pic>
      <p:grpSp>
        <p:nvGrpSpPr>
          <p:cNvPr id="34" name="组合 33"/>
          <p:cNvGrpSpPr/>
          <p:nvPr/>
        </p:nvGrpSpPr>
        <p:grpSpPr>
          <a:xfrm>
            <a:off x="4425766" y="5163524"/>
            <a:ext cx="3432711" cy="907598"/>
            <a:chOff x="4346263" y="5484297"/>
            <a:chExt cx="3432711" cy="907598"/>
          </a:xfrm>
        </p:grpSpPr>
        <p:grpSp>
          <p:nvGrpSpPr>
            <p:cNvPr id="35" name="组合 34"/>
            <p:cNvGrpSpPr/>
            <p:nvPr/>
          </p:nvGrpSpPr>
          <p:grpSpPr>
            <a:xfrm>
              <a:off x="4346263" y="5484297"/>
              <a:ext cx="3432711" cy="907598"/>
              <a:chOff x="4335457" y="3151252"/>
              <a:chExt cx="3432711" cy="907598"/>
            </a:xfrm>
          </p:grpSpPr>
          <p:sp>
            <p:nvSpPr>
              <p:cNvPr id="38" name="Freeform 159"/>
              <p:cNvSpPr/>
              <p:nvPr/>
            </p:nvSpPr>
            <p:spPr>
              <a:xfrm flipH="1">
                <a:off x="4335457" y="3585887"/>
                <a:ext cx="568872" cy="324792"/>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accent1"/>
              </a:solidFill>
              <a:ln w="12700">
                <a:solidFill>
                  <a:srgbClr val="7F7F7F"/>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107958" rIns="0" rtlCol="0" anchor="ctr">
                <a:noAutofit/>
              </a:bodyPr>
              <a:lstStyle/>
              <a:p>
                <a:pPr algn="ctr">
                  <a:lnSpc>
                    <a:spcPct val="120000"/>
                  </a:lnSpc>
                </a:pPr>
                <a:r>
                  <a:rPr lang="en-US" sz="1400" dirty="0">
                    <a:solidFill>
                      <a:schemeClr val="tx1"/>
                    </a:solidFill>
                    <a:latin typeface="微软雅黑 Light" panose="020B0502040204020203" pitchFamily="34" charset="-122"/>
                    <a:ea typeface="微软雅黑 Light" panose="020B0502040204020203" pitchFamily="34" charset="-122"/>
                    <a:cs typeface="+mn-ea"/>
                    <a:sym typeface="+mn-lt"/>
                  </a:rPr>
                  <a:t>IPv4</a:t>
                </a:r>
                <a:endParaRPr lang="en-US" sz="1400" dirty="0">
                  <a:solidFill>
                    <a:schemeClr val="tx1"/>
                  </a:solidFill>
                  <a:latin typeface="微软雅黑 Light" panose="020B0502040204020203" pitchFamily="34" charset="-122"/>
                  <a:ea typeface="微软雅黑 Light" panose="020B0502040204020203" pitchFamily="34" charset="-122"/>
                  <a:cs typeface="+mn-ea"/>
                  <a:sym typeface="+mn-lt"/>
                </a:endParaRPr>
              </a:p>
            </p:txBody>
          </p:sp>
          <p:sp>
            <p:nvSpPr>
              <p:cNvPr id="39" name="Freeform 159"/>
              <p:cNvSpPr/>
              <p:nvPr/>
            </p:nvSpPr>
            <p:spPr>
              <a:xfrm flipH="1">
                <a:off x="7199296" y="3583554"/>
                <a:ext cx="568872" cy="324792"/>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accent1"/>
              </a:solidFill>
              <a:ln w="12700">
                <a:solidFill>
                  <a:srgbClr val="7F7F7F"/>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107958" rIns="0" rtlCol="0" anchor="ctr">
                <a:noAutofit/>
              </a:bodyPr>
              <a:lstStyle/>
              <a:p>
                <a:pPr algn="ctr">
                  <a:lnSpc>
                    <a:spcPct val="120000"/>
                  </a:lnSpc>
                </a:pPr>
                <a:r>
                  <a:rPr lang="en-US" sz="1400" dirty="0">
                    <a:solidFill>
                      <a:schemeClr val="tx1"/>
                    </a:solidFill>
                    <a:latin typeface="微软雅黑 Light" panose="020B0502040204020203" pitchFamily="34" charset="-122"/>
                    <a:ea typeface="微软雅黑 Light" panose="020B0502040204020203" pitchFamily="34" charset="-122"/>
                    <a:cs typeface="+mn-ea"/>
                    <a:sym typeface="+mn-lt"/>
                  </a:rPr>
                  <a:t>IPv4</a:t>
                </a:r>
                <a:endParaRPr lang="en-US" sz="1400" dirty="0">
                  <a:solidFill>
                    <a:schemeClr val="tx1"/>
                  </a:solidFill>
                  <a:latin typeface="微软雅黑 Light" panose="020B0502040204020203" pitchFamily="34" charset="-122"/>
                  <a:ea typeface="微软雅黑 Light" panose="020B0502040204020203" pitchFamily="34" charset="-122"/>
                  <a:cs typeface="+mn-ea"/>
                  <a:sym typeface="+mn-lt"/>
                </a:endParaRPr>
              </a:p>
            </p:txBody>
          </p:sp>
          <p:sp>
            <p:nvSpPr>
              <p:cNvPr id="40" name="Freeform 159"/>
              <p:cNvSpPr/>
              <p:nvPr/>
            </p:nvSpPr>
            <p:spPr>
              <a:xfrm flipH="1">
                <a:off x="5595983" y="3443065"/>
                <a:ext cx="911659" cy="520503"/>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noFill/>
              <a:ln w="12700">
                <a:solidFill>
                  <a:srgbClr val="7F7F7F"/>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107958" rIns="0" rtlCol="0" anchor="ctr">
                <a:noAutofit/>
              </a:bodyPr>
              <a:lstStyle/>
              <a:p>
                <a:pPr algn="ctr">
                  <a:lnSpc>
                    <a:spcPct val="120000"/>
                  </a:lnSpc>
                </a:pPr>
                <a:endParaRPr lang="en-US" sz="1400" dirty="0">
                  <a:solidFill>
                    <a:schemeClr val="bg1">
                      <a:lumMod val="50000"/>
                    </a:schemeClr>
                  </a:solidFill>
                  <a:latin typeface="微软雅黑 Light" panose="020B0502040204020203" pitchFamily="34" charset="-122"/>
                  <a:ea typeface="微软雅黑 Light" panose="020B0502040204020203" pitchFamily="34" charset="-122"/>
                  <a:cs typeface="+mn-ea"/>
                  <a:sym typeface="+mn-lt"/>
                </a:endParaRPr>
              </a:p>
            </p:txBody>
          </p:sp>
          <p:sp>
            <p:nvSpPr>
              <p:cNvPr id="41" name="文本框 40"/>
              <p:cNvSpPr txBox="1"/>
              <p:nvPr/>
            </p:nvSpPr>
            <p:spPr>
              <a:xfrm>
                <a:off x="5626795" y="3151252"/>
                <a:ext cx="745532" cy="330411"/>
              </a:xfrm>
              <a:prstGeom prst="rect">
                <a:avLst/>
              </a:prstGeom>
              <a:noFill/>
            </p:spPr>
            <p:txBody>
              <a:bodyPr wrap="square">
                <a:spAutoFit/>
              </a:bodyPr>
              <a:lstStyle>
                <a:defPPr>
                  <a:defRPr lang="zh-CN"/>
                </a:defPPr>
                <a:lvl1pPr algn="ctr">
                  <a:lnSpc>
                    <a:spcPct val="120000"/>
                  </a:lnSpc>
                  <a:defRPr sz="1400">
                    <a:solidFill>
                      <a:schemeClr val="tx2"/>
                    </a:solidFill>
                    <a:cs typeface="+mn-ea"/>
                  </a:defRPr>
                </a:lvl1pPr>
              </a:lstStyle>
              <a:p>
                <a:r>
                  <a:rPr lang="en-US" altLang="zh-CN" dirty="0">
                    <a:latin typeface="微软雅黑 Light" panose="020B0502040204020203" pitchFamily="34" charset="-122"/>
                    <a:ea typeface="微软雅黑 Light" panose="020B0502040204020203" pitchFamily="34" charset="-122"/>
                    <a:sym typeface="+mn-lt"/>
                  </a:rPr>
                  <a:t>IPv6</a:t>
                </a:r>
                <a:endParaRPr lang="en-US" altLang="zh-CN" dirty="0">
                  <a:latin typeface="微软雅黑 Light" panose="020B0502040204020203" pitchFamily="34" charset="-122"/>
                  <a:ea typeface="微软雅黑 Light" panose="020B0502040204020203" pitchFamily="34" charset="-122"/>
                  <a:sym typeface="+mn-lt"/>
                </a:endParaRPr>
              </a:p>
            </p:txBody>
          </p:sp>
          <p:cxnSp>
            <p:nvCxnSpPr>
              <p:cNvPr id="42" name="直接箭头连接符 41"/>
              <p:cNvCxnSpPr/>
              <p:nvPr/>
            </p:nvCxnSpPr>
            <p:spPr>
              <a:xfrm>
                <a:off x="5387834" y="3744813"/>
                <a:ext cx="1302623" cy="1"/>
              </a:xfrm>
              <a:prstGeom prst="straightConnector1">
                <a:avLst/>
              </a:prstGeom>
              <a:ln>
                <a:headEnd type="triangle" w="med" len="med"/>
                <a:tailEnd type="triangle" w="med" len="med"/>
              </a:ln>
            </p:spPr>
            <p:style>
              <a:lnRef idx="3">
                <a:schemeClr val="dk1"/>
              </a:lnRef>
              <a:fillRef idx="0">
                <a:schemeClr val="dk1"/>
              </a:fillRef>
              <a:effectRef idx="2">
                <a:schemeClr val="dk1"/>
              </a:effectRef>
              <a:fontRef idx="minor">
                <a:schemeClr val="tx1"/>
              </a:fontRef>
            </p:style>
          </p:cxnSp>
          <p:sp>
            <p:nvSpPr>
              <p:cNvPr id="43" name="圆柱体 42"/>
              <p:cNvSpPr/>
              <p:nvPr/>
            </p:nvSpPr>
            <p:spPr>
              <a:xfrm rot="16200000">
                <a:off x="5975644" y="3280105"/>
                <a:ext cx="122427" cy="913011"/>
              </a:xfrm>
              <a:prstGeom prst="can">
                <a:avLst/>
              </a:prstGeom>
              <a:solidFill>
                <a:schemeClr val="tx1">
                  <a:lumMod val="75000"/>
                  <a:lumOff val="25000"/>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latin typeface="微软雅黑 Light" panose="020B0502040204020203" pitchFamily="34" charset="-122"/>
                  <a:ea typeface="微软雅黑 Light" panose="020B0502040204020203" pitchFamily="34" charset="-122"/>
                  <a:cs typeface="+mn-ea"/>
                  <a:sym typeface="+mn-lt"/>
                </a:endParaRPr>
              </a:p>
            </p:txBody>
          </p:sp>
          <p:sp>
            <p:nvSpPr>
              <p:cNvPr id="44" name="文本框 43"/>
              <p:cNvSpPr txBox="1"/>
              <p:nvPr/>
            </p:nvSpPr>
            <p:spPr>
              <a:xfrm>
                <a:off x="5524023" y="3730299"/>
                <a:ext cx="1079970" cy="328551"/>
              </a:xfrm>
              <a:prstGeom prst="rect">
                <a:avLst/>
              </a:prstGeom>
              <a:noFill/>
            </p:spPr>
            <p:txBody>
              <a:bodyPr wrap="square">
                <a:spAutoFit/>
              </a:bodyPr>
              <a:lstStyle/>
              <a:p>
                <a:pPr algn="ctr">
                  <a:lnSpc>
                    <a:spcPct val="120000"/>
                  </a:lnSpc>
                </a:pPr>
                <a:r>
                  <a:rPr lang="en-US" altLang="zh-CN" sz="1400" dirty="0">
                    <a:solidFill>
                      <a:schemeClr val="bg1">
                        <a:lumMod val="50000"/>
                      </a:schemeClr>
                    </a:solidFill>
                    <a:latin typeface="微软雅黑 Light" panose="020B0502040204020203" pitchFamily="34" charset="-122"/>
                    <a:ea typeface="微软雅黑 Light" panose="020B0502040204020203" pitchFamily="34" charset="-122"/>
                    <a:cs typeface="+mn-ea"/>
                    <a:sym typeface="+mn-lt"/>
                  </a:rPr>
                  <a:t>IPv6 </a:t>
                </a:r>
                <a:r>
                  <a:rPr lang="zh-CN" altLang="en-US" sz="1400" dirty="0">
                    <a:solidFill>
                      <a:schemeClr val="bg1">
                        <a:lumMod val="50000"/>
                      </a:schemeClr>
                    </a:solidFill>
                    <a:latin typeface="微软雅黑 Light" panose="020B0502040204020203" pitchFamily="34" charset="-122"/>
                    <a:ea typeface="微软雅黑 Light" panose="020B0502040204020203" pitchFamily="34" charset="-122"/>
                    <a:cs typeface="+mn-ea"/>
                    <a:sym typeface="+mn-lt"/>
                  </a:rPr>
                  <a:t>隧道</a:t>
                </a:r>
                <a:endParaRPr lang="en-US" altLang="zh-CN" sz="1400" dirty="0">
                  <a:solidFill>
                    <a:schemeClr val="bg1">
                      <a:lumMod val="50000"/>
                    </a:schemeClr>
                  </a:solidFill>
                  <a:latin typeface="微软雅黑 Light" panose="020B0502040204020203" pitchFamily="34" charset="-122"/>
                  <a:ea typeface="微软雅黑 Light" panose="020B0502040204020203" pitchFamily="34" charset="-122"/>
                  <a:cs typeface="+mn-ea"/>
                  <a:sym typeface="+mn-lt"/>
                </a:endParaRPr>
              </a:p>
            </p:txBody>
          </p:sp>
        </p:grpSp>
        <p:pic>
          <p:nvPicPr>
            <p:cNvPr id="36" name="图片 35"/>
            <p:cNvPicPr>
              <a:picLocks noChangeAspect="1"/>
            </p:cNvPicPr>
            <p:nvPr/>
          </p:nvPicPr>
          <p:blipFill>
            <a:blip r:embed="rId3"/>
            <a:stretch>
              <a:fillRect/>
            </a:stretch>
          </p:blipFill>
          <p:spPr>
            <a:xfrm>
              <a:off x="6674641" y="5864094"/>
              <a:ext cx="394188" cy="394188"/>
            </a:xfrm>
            <a:prstGeom prst="rect">
              <a:avLst/>
            </a:prstGeom>
          </p:spPr>
        </p:pic>
        <p:pic>
          <p:nvPicPr>
            <p:cNvPr id="37" name="图片 36"/>
            <p:cNvPicPr>
              <a:picLocks noChangeAspect="1"/>
            </p:cNvPicPr>
            <p:nvPr/>
          </p:nvPicPr>
          <p:blipFill>
            <a:blip r:embed="rId3"/>
            <a:stretch>
              <a:fillRect/>
            </a:stretch>
          </p:blipFill>
          <p:spPr>
            <a:xfrm>
              <a:off x="5004886" y="5869738"/>
              <a:ext cx="394188" cy="394188"/>
            </a:xfrm>
            <a:prstGeom prst="rect">
              <a:avLst/>
            </a:prstGeom>
          </p:spPr>
        </p:pic>
      </p:grpSp>
      <p:grpSp>
        <p:nvGrpSpPr>
          <p:cNvPr id="45" name="组合 44"/>
          <p:cNvGrpSpPr/>
          <p:nvPr/>
        </p:nvGrpSpPr>
        <p:grpSpPr>
          <a:xfrm>
            <a:off x="4346263" y="2916321"/>
            <a:ext cx="3432711" cy="907598"/>
            <a:chOff x="4335457" y="3151252"/>
            <a:chExt cx="3432711" cy="907598"/>
          </a:xfrm>
        </p:grpSpPr>
        <p:grpSp>
          <p:nvGrpSpPr>
            <p:cNvPr id="46" name="组合 45"/>
            <p:cNvGrpSpPr/>
            <p:nvPr/>
          </p:nvGrpSpPr>
          <p:grpSpPr>
            <a:xfrm>
              <a:off x="4335457" y="3151252"/>
              <a:ext cx="3432711" cy="907598"/>
              <a:chOff x="4335457" y="3151252"/>
              <a:chExt cx="3432711" cy="907598"/>
            </a:xfrm>
          </p:grpSpPr>
          <p:sp>
            <p:nvSpPr>
              <p:cNvPr id="49" name="Freeform 159"/>
              <p:cNvSpPr/>
              <p:nvPr/>
            </p:nvSpPr>
            <p:spPr>
              <a:xfrm flipH="1">
                <a:off x="4335457" y="3585887"/>
                <a:ext cx="568872" cy="324792"/>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accent1">
                  <a:lumMod val="90000"/>
                </a:schemeClr>
              </a:solidFill>
              <a:ln w="12700">
                <a:solidFill>
                  <a:srgbClr val="7F7F7F"/>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107958" rIns="0" rtlCol="0" anchor="ctr">
                <a:noAutofit/>
              </a:bodyPr>
              <a:lstStyle/>
              <a:p>
                <a:pPr algn="ctr">
                  <a:lnSpc>
                    <a:spcPct val="120000"/>
                  </a:lnSpc>
                </a:pPr>
                <a:r>
                  <a:rPr lang="en-US" sz="1400" dirty="0">
                    <a:solidFill>
                      <a:schemeClr val="tx1"/>
                    </a:solidFill>
                    <a:latin typeface="微软雅黑 Light" panose="020B0502040204020203" pitchFamily="34" charset="-122"/>
                    <a:ea typeface="微软雅黑 Light" panose="020B0502040204020203" pitchFamily="34" charset="-122"/>
                    <a:cs typeface="+mn-ea"/>
                    <a:sym typeface="+mn-lt"/>
                  </a:rPr>
                  <a:t>IPv6</a:t>
                </a:r>
                <a:endParaRPr lang="en-US" sz="1400" dirty="0">
                  <a:solidFill>
                    <a:schemeClr val="tx1"/>
                  </a:solidFill>
                  <a:latin typeface="微软雅黑 Light" panose="020B0502040204020203" pitchFamily="34" charset="-122"/>
                  <a:ea typeface="微软雅黑 Light" panose="020B0502040204020203" pitchFamily="34" charset="-122"/>
                  <a:cs typeface="+mn-ea"/>
                  <a:sym typeface="+mn-lt"/>
                </a:endParaRPr>
              </a:p>
            </p:txBody>
          </p:sp>
          <p:sp>
            <p:nvSpPr>
              <p:cNvPr id="50" name="Freeform 159"/>
              <p:cNvSpPr/>
              <p:nvPr/>
            </p:nvSpPr>
            <p:spPr>
              <a:xfrm flipH="1">
                <a:off x="7199296" y="3583554"/>
                <a:ext cx="568872" cy="324792"/>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accent1">
                  <a:lumMod val="90000"/>
                </a:schemeClr>
              </a:solidFill>
              <a:ln w="12700">
                <a:solidFill>
                  <a:srgbClr val="7F7F7F"/>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107958" rIns="0" rtlCol="0" anchor="ctr">
                <a:noAutofit/>
              </a:bodyPr>
              <a:lstStyle/>
              <a:p>
                <a:pPr algn="ctr">
                  <a:lnSpc>
                    <a:spcPct val="120000"/>
                  </a:lnSpc>
                </a:pPr>
                <a:r>
                  <a:rPr lang="en-US" sz="1400" dirty="0">
                    <a:solidFill>
                      <a:schemeClr val="tx1"/>
                    </a:solidFill>
                    <a:latin typeface="微软雅黑 Light" panose="020B0502040204020203" pitchFamily="34" charset="-122"/>
                    <a:ea typeface="微软雅黑 Light" panose="020B0502040204020203" pitchFamily="34" charset="-122"/>
                    <a:cs typeface="+mn-ea"/>
                    <a:sym typeface="+mn-lt"/>
                  </a:rPr>
                  <a:t>IPv6</a:t>
                </a:r>
                <a:endParaRPr lang="en-US" sz="1400" dirty="0">
                  <a:solidFill>
                    <a:schemeClr val="tx1"/>
                  </a:solidFill>
                  <a:latin typeface="微软雅黑 Light" panose="020B0502040204020203" pitchFamily="34" charset="-122"/>
                  <a:ea typeface="微软雅黑 Light" panose="020B0502040204020203" pitchFamily="34" charset="-122"/>
                  <a:cs typeface="+mn-ea"/>
                  <a:sym typeface="+mn-lt"/>
                </a:endParaRPr>
              </a:p>
            </p:txBody>
          </p:sp>
          <p:sp>
            <p:nvSpPr>
              <p:cNvPr id="51" name="Freeform 159"/>
              <p:cNvSpPr/>
              <p:nvPr/>
            </p:nvSpPr>
            <p:spPr>
              <a:xfrm flipH="1">
                <a:off x="5595983" y="3443065"/>
                <a:ext cx="911659" cy="520503"/>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noFill/>
              <a:ln w="12700">
                <a:solidFill>
                  <a:srgbClr val="7F7F7F"/>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107958" rIns="0" rtlCol="0" anchor="ctr">
                <a:noAutofit/>
              </a:bodyPr>
              <a:lstStyle/>
              <a:p>
                <a:pPr algn="ctr">
                  <a:lnSpc>
                    <a:spcPct val="120000"/>
                  </a:lnSpc>
                </a:pPr>
                <a:endParaRPr lang="en-US" sz="1400" dirty="0">
                  <a:solidFill>
                    <a:schemeClr val="bg1">
                      <a:lumMod val="50000"/>
                    </a:schemeClr>
                  </a:solidFill>
                  <a:latin typeface="微软雅黑 Light" panose="020B0502040204020203" pitchFamily="34" charset="-122"/>
                  <a:ea typeface="微软雅黑 Light" panose="020B0502040204020203" pitchFamily="34" charset="-122"/>
                  <a:cs typeface="+mn-ea"/>
                  <a:sym typeface="+mn-lt"/>
                </a:endParaRPr>
              </a:p>
            </p:txBody>
          </p:sp>
          <p:sp>
            <p:nvSpPr>
              <p:cNvPr id="52" name="文本框 51"/>
              <p:cNvSpPr txBox="1"/>
              <p:nvPr/>
            </p:nvSpPr>
            <p:spPr>
              <a:xfrm>
                <a:off x="5626795" y="3151252"/>
                <a:ext cx="745532" cy="330411"/>
              </a:xfrm>
              <a:prstGeom prst="rect">
                <a:avLst/>
              </a:prstGeom>
              <a:noFill/>
            </p:spPr>
            <p:txBody>
              <a:bodyPr wrap="square">
                <a:spAutoFit/>
              </a:bodyPr>
              <a:lstStyle/>
              <a:p>
                <a:pPr algn="ctr">
                  <a:lnSpc>
                    <a:spcPct val="120000"/>
                  </a:lnSpc>
                </a:pPr>
                <a:r>
                  <a:rPr lang="en-US" altLang="zh-CN" sz="1400" dirty="0">
                    <a:solidFill>
                      <a:schemeClr val="tx2"/>
                    </a:solidFill>
                    <a:latin typeface="微软雅黑 Light" panose="020B0502040204020203" pitchFamily="34" charset="-122"/>
                    <a:ea typeface="微软雅黑 Light" panose="020B0502040204020203" pitchFamily="34" charset="-122"/>
                    <a:cs typeface="+mn-ea"/>
                    <a:sym typeface="+mn-lt"/>
                  </a:rPr>
                  <a:t>IPv4</a:t>
                </a:r>
                <a:endParaRPr lang="en-US" altLang="zh-CN" sz="1400" dirty="0">
                  <a:solidFill>
                    <a:schemeClr val="tx2"/>
                  </a:solidFill>
                  <a:latin typeface="微软雅黑 Light" panose="020B0502040204020203" pitchFamily="34" charset="-122"/>
                  <a:ea typeface="微软雅黑 Light" panose="020B0502040204020203" pitchFamily="34" charset="-122"/>
                  <a:cs typeface="+mn-ea"/>
                  <a:sym typeface="+mn-lt"/>
                </a:endParaRPr>
              </a:p>
            </p:txBody>
          </p:sp>
          <p:cxnSp>
            <p:nvCxnSpPr>
              <p:cNvPr id="53" name="直接箭头连接符 52"/>
              <p:cNvCxnSpPr/>
              <p:nvPr/>
            </p:nvCxnSpPr>
            <p:spPr>
              <a:xfrm>
                <a:off x="5387834" y="3744813"/>
                <a:ext cx="1302623" cy="1"/>
              </a:xfrm>
              <a:prstGeom prst="straightConnector1">
                <a:avLst/>
              </a:prstGeom>
              <a:ln>
                <a:headEnd type="triangle" w="med" len="med"/>
                <a:tailEnd type="triangle" w="med" len="med"/>
              </a:ln>
            </p:spPr>
            <p:style>
              <a:lnRef idx="3">
                <a:schemeClr val="dk1"/>
              </a:lnRef>
              <a:fillRef idx="0">
                <a:schemeClr val="dk1"/>
              </a:fillRef>
              <a:effectRef idx="2">
                <a:schemeClr val="dk1"/>
              </a:effectRef>
              <a:fontRef idx="minor">
                <a:schemeClr val="tx1"/>
              </a:fontRef>
            </p:style>
          </p:cxnSp>
          <p:sp>
            <p:nvSpPr>
              <p:cNvPr id="54" name="圆柱体 53"/>
              <p:cNvSpPr/>
              <p:nvPr/>
            </p:nvSpPr>
            <p:spPr>
              <a:xfrm rot="16200000">
                <a:off x="5975644" y="3280105"/>
                <a:ext cx="122427" cy="913011"/>
              </a:xfrm>
              <a:prstGeom prst="can">
                <a:avLst/>
              </a:prstGeom>
              <a:solidFill>
                <a:schemeClr val="tx1">
                  <a:lumMod val="65000"/>
                  <a:lumOff val="35000"/>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latin typeface="微软雅黑 Light" panose="020B0502040204020203" pitchFamily="34" charset="-122"/>
                  <a:ea typeface="微软雅黑 Light" panose="020B0502040204020203" pitchFamily="34" charset="-122"/>
                  <a:cs typeface="+mn-ea"/>
                  <a:sym typeface="+mn-lt"/>
                </a:endParaRPr>
              </a:p>
            </p:txBody>
          </p:sp>
          <p:sp>
            <p:nvSpPr>
              <p:cNvPr id="55" name="文本框 54"/>
              <p:cNvSpPr txBox="1"/>
              <p:nvPr/>
            </p:nvSpPr>
            <p:spPr>
              <a:xfrm>
                <a:off x="5524023" y="3730299"/>
                <a:ext cx="1079970" cy="328551"/>
              </a:xfrm>
              <a:prstGeom prst="rect">
                <a:avLst/>
              </a:prstGeom>
              <a:noFill/>
            </p:spPr>
            <p:txBody>
              <a:bodyPr wrap="square">
                <a:spAutoFit/>
              </a:bodyPr>
              <a:lstStyle/>
              <a:p>
                <a:pPr algn="ctr">
                  <a:lnSpc>
                    <a:spcPct val="120000"/>
                  </a:lnSpc>
                </a:pPr>
                <a:r>
                  <a:rPr lang="en-US" altLang="zh-CN" sz="1400" dirty="0">
                    <a:solidFill>
                      <a:schemeClr val="bg1">
                        <a:lumMod val="50000"/>
                      </a:schemeClr>
                    </a:solidFill>
                    <a:latin typeface="微软雅黑 Light" panose="020B0502040204020203" pitchFamily="34" charset="-122"/>
                    <a:ea typeface="微软雅黑 Light" panose="020B0502040204020203" pitchFamily="34" charset="-122"/>
                    <a:cs typeface="+mn-ea"/>
                    <a:sym typeface="+mn-lt"/>
                  </a:rPr>
                  <a:t>IPv4 </a:t>
                </a:r>
                <a:r>
                  <a:rPr lang="zh-CN" altLang="en-US" sz="1400" dirty="0">
                    <a:solidFill>
                      <a:schemeClr val="bg1">
                        <a:lumMod val="50000"/>
                      </a:schemeClr>
                    </a:solidFill>
                    <a:latin typeface="微软雅黑 Light" panose="020B0502040204020203" pitchFamily="34" charset="-122"/>
                    <a:ea typeface="微软雅黑 Light" panose="020B0502040204020203" pitchFamily="34" charset="-122"/>
                    <a:cs typeface="+mn-ea"/>
                    <a:sym typeface="+mn-lt"/>
                  </a:rPr>
                  <a:t>隧道</a:t>
                </a:r>
                <a:endParaRPr lang="en-US" altLang="zh-CN" sz="1400" dirty="0">
                  <a:solidFill>
                    <a:schemeClr val="bg1">
                      <a:lumMod val="50000"/>
                    </a:schemeClr>
                  </a:solidFill>
                  <a:latin typeface="微软雅黑 Light" panose="020B0502040204020203" pitchFamily="34" charset="-122"/>
                  <a:ea typeface="微软雅黑 Light" panose="020B0502040204020203" pitchFamily="34" charset="-122"/>
                  <a:cs typeface="+mn-ea"/>
                  <a:sym typeface="+mn-lt"/>
                </a:endParaRPr>
              </a:p>
            </p:txBody>
          </p:sp>
        </p:grpSp>
        <p:pic>
          <p:nvPicPr>
            <p:cNvPr id="47" name="图片 46"/>
            <p:cNvPicPr>
              <a:picLocks noChangeAspect="1"/>
            </p:cNvPicPr>
            <p:nvPr/>
          </p:nvPicPr>
          <p:blipFill>
            <a:blip r:embed="rId3"/>
            <a:stretch>
              <a:fillRect/>
            </a:stretch>
          </p:blipFill>
          <p:spPr>
            <a:xfrm>
              <a:off x="6684437" y="3533205"/>
              <a:ext cx="394188" cy="394188"/>
            </a:xfrm>
            <a:prstGeom prst="rect">
              <a:avLst/>
            </a:prstGeom>
          </p:spPr>
        </p:pic>
        <p:pic>
          <p:nvPicPr>
            <p:cNvPr id="48" name="图片 47"/>
            <p:cNvPicPr>
              <a:picLocks noChangeAspect="1"/>
            </p:cNvPicPr>
            <p:nvPr/>
          </p:nvPicPr>
          <p:blipFill>
            <a:blip r:embed="rId3"/>
            <a:stretch>
              <a:fillRect/>
            </a:stretch>
          </p:blipFill>
          <p:spPr>
            <a:xfrm>
              <a:off x="4988918" y="3533205"/>
              <a:ext cx="394188" cy="394188"/>
            </a:xfrm>
            <a:prstGeom prst="rect">
              <a:avLst/>
            </a:prstGeom>
          </p:spPr>
        </p:pic>
      </p:grpSp>
      <p:pic>
        <p:nvPicPr>
          <p:cNvPr id="56" name="图片 55"/>
          <p:cNvPicPr>
            <a:picLocks noChangeAspect="1"/>
          </p:cNvPicPr>
          <p:nvPr/>
        </p:nvPicPr>
        <p:blipFill>
          <a:blip r:embed="rId4"/>
          <a:stretch>
            <a:fillRect/>
          </a:stretch>
        </p:blipFill>
        <p:spPr>
          <a:xfrm>
            <a:off x="9751912" y="4085837"/>
            <a:ext cx="452586" cy="394188"/>
          </a:xfrm>
          <a:prstGeom prst="rect">
            <a:avLst/>
          </a:prstGeom>
        </p:spPr>
      </p:pic>
    </p:spTree>
  </p:cSld>
  <p:clrMapOvr>
    <a:masterClrMapping/>
  </p:clrMapOvr>
</p:sld>
</file>

<file path=ppt/slides/slide2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IPv4/IPv6</a:t>
            </a:r>
            <a:r>
              <a:rPr lang="zh-CN" altLang="en-US" dirty="0"/>
              <a:t>双栈</a:t>
            </a:r>
            <a:endParaRPr lang="zh-CN" altLang="en-US" dirty="0"/>
          </a:p>
        </p:txBody>
      </p:sp>
      <p:sp>
        <p:nvSpPr>
          <p:cNvPr id="3" name="内容占位符 2"/>
          <p:cNvSpPr>
            <a:spLocks noGrp="1"/>
          </p:cNvSpPr>
          <p:nvPr>
            <p:ph idx="1"/>
          </p:nvPr>
        </p:nvSpPr>
        <p:spPr>
          <a:xfrm>
            <a:off x="334434" y="1052515"/>
            <a:ext cx="11523133" cy="1944438"/>
          </a:xfrm>
        </p:spPr>
        <p:txBody>
          <a:bodyPr>
            <a:normAutofit lnSpcReduction="10000"/>
          </a:bodyPr>
          <a:lstStyle/>
          <a:p>
            <a:r>
              <a:rPr lang="en-US" altLang="zh-CN" dirty="0"/>
              <a:t>IPv4/IPv6</a:t>
            </a:r>
            <a:r>
              <a:rPr lang="zh-CN" altLang="en-US" dirty="0"/>
              <a:t>双栈是最基本的过渡机制</a:t>
            </a:r>
            <a:endParaRPr lang="zh-CN" altLang="en-US" dirty="0"/>
          </a:p>
          <a:p>
            <a:r>
              <a:rPr lang="zh-CN" altLang="en-US" dirty="0"/>
              <a:t>网络中的设备同时支持</a:t>
            </a:r>
            <a:r>
              <a:rPr lang="en-US" altLang="zh-CN" dirty="0"/>
              <a:t>IPv4</a:t>
            </a:r>
            <a:r>
              <a:rPr lang="zh-CN" altLang="en-US" dirty="0"/>
              <a:t>和</a:t>
            </a:r>
            <a:r>
              <a:rPr lang="en-US" altLang="zh-CN" dirty="0"/>
              <a:t>IPv6</a:t>
            </a:r>
            <a:r>
              <a:rPr lang="zh-CN" altLang="en-US" dirty="0"/>
              <a:t>协议栈</a:t>
            </a:r>
            <a:endParaRPr lang="en-US" altLang="zh-CN" dirty="0"/>
          </a:p>
          <a:p>
            <a:r>
              <a:rPr lang="zh-CN" altLang="en-US" dirty="0"/>
              <a:t>源节点根据目的节点的不同选择不同的协议栈，而网络设备根据报文的协议类型选择不同的协议栈进行数据处理</a:t>
            </a:r>
            <a:endParaRPr lang="zh-CN" altLang="en-US" dirty="0"/>
          </a:p>
        </p:txBody>
      </p:sp>
      <p:sp>
        <p:nvSpPr>
          <p:cNvPr id="4" name="灯片编号占位符 3"/>
          <p:cNvSpPr>
            <a:spLocks noGrp="1"/>
          </p:cNvSpPr>
          <p:nvPr>
            <p:ph type="sldNum" sz="quarter" idx="12"/>
          </p:nvPr>
        </p:nvSpPr>
        <p:spPr/>
        <p:txBody>
          <a:bodyPr/>
          <a:lstStyle/>
          <a:p>
            <a:pPr>
              <a:defRPr/>
            </a:pPr>
            <a:fld id="{816960B2-2B11-492C-B588-5290E1274F96}" type="slidenum">
              <a:rPr lang="en-US" altLang="zh-CN" smtClean="0"/>
            </a:fld>
            <a:endParaRPr lang="en-US" altLang="zh-CN" dirty="0"/>
          </a:p>
        </p:txBody>
      </p:sp>
      <p:sp>
        <p:nvSpPr>
          <p:cNvPr id="5" name="Freeform 159"/>
          <p:cNvSpPr/>
          <p:nvPr/>
        </p:nvSpPr>
        <p:spPr>
          <a:xfrm flipH="1">
            <a:off x="6450842" y="3831396"/>
            <a:ext cx="568872" cy="324792"/>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accent1">
              <a:lumMod val="90000"/>
            </a:schemeClr>
          </a:solidFill>
          <a:ln w="12700">
            <a:solidFill>
              <a:srgbClr val="7F7F7F"/>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107958" rIns="0" rtlCol="0" anchor="ctr">
            <a:noAutofit/>
          </a:bodyPr>
          <a:lstStyle/>
          <a:p>
            <a:pPr algn="ctr">
              <a:lnSpc>
                <a:spcPct val="120000"/>
              </a:lnSpc>
            </a:pPr>
            <a:r>
              <a:rPr lang="en-US" sz="1400" dirty="0">
                <a:solidFill>
                  <a:schemeClr val="tx2"/>
                </a:solidFill>
                <a:latin typeface="微软雅黑 Light" panose="020B0502040204020203" pitchFamily="34" charset="-122"/>
                <a:ea typeface="微软雅黑 Light" panose="020B0502040204020203" pitchFamily="34" charset="-122"/>
                <a:cs typeface="+mn-ea"/>
                <a:sym typeface="+mn-lt"/>
              </a:rPr>
              <a:t>IPv4</a:t>
            </a:r>
            <a:endParaRPr lang="en-US" sz="1400" dirty="0">
              <a:solidFill>
                <a:schemeClr val="tx2"/>
              </a:solidFill>
              <a:latin typeface="微软雅黑 Light" panose="020B0502040204020203" pitchFamily="34" charset="-122"/>
              <a:ea typeface="微软雅黑 Light" panose="020B0502040204020203" pitchFamily="34" charset="-122"/>
              <a:cs typeface="+mn-ea"/>
              <a:sym typeface="+mn-lt"/>
            </a:endParaRPr>
          </a:p>
        </p:txBody>
      </p:sp>
      <p:sp>
        <p:nvSpPr>
          <p:cNvPr id="6" name="Freeform 159"/>
          <p:cNvSpPr/>
          <p:nvPr/>
        </p:nvSpPr>
        <p:spPr>
          <a:xfrm flipH="1">
            <a:off x="6450842" y="4862691"/>
            <a:ext cx="568872" cy="324792"/>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accent1">
              <a:lumMod val="90000"/>
            </a:schemeClr>
          </a:solidFill>
          <a:ln w="12700">
            <a:solidFill>
              <a:srgbClr val="7F7F7F"/>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107958" rIns="0" rtlCol="0" anchor="ctr">
            <a:noAutofit/>
          </a:bodyPr>
          <a:lstStyle/>
          <a:p>
            <a:pPr algn="ctr">
              <a:lnSpc>
                <a:spcPct val="120000"/>
              </a:lnSpc>
            </a:pPr>
            <a:r>
              <a:rPr lang="en-US" sz="1400" dirty="0">
                <a:solidFill>
                  <a:schemeClr val="tx2"/>
                </a:solidFill>
                <a:latin typeface="微软雅黑 Light" panose="020B0502040204020203" pitchFamily="34" charset="-122"/>
                <a:ea typeface="微软雅黑 Light" panose="020B0502040204020203" pitchFamily="34" charset="-122"/>
                <a:cs typeface="+mn-ea"/>
                <a:sym typeface="+mn-lt"/>
              </a:rPr>
              <a:t>IPv6</a:t>
            </a:r>
            <a:endParaRPr lang="en-US" sz="1400" dirty="0">
              <a:solidFill>
                <a:schemeClr val="tx2"/>
              </a:solidFill>
              <a:latin typeface="微软雅黑 Light" panose="020B0502040204020203" pitchFamily="34" charset="-122"/>
              <a:ea typeface="微软雅黑 Light" panose="020B0502040204020203" pitchFamily="34" charset="-122"/>
              <a:cs typeface="+mn-ea"/>
              <a:sym typeface="+mn-lt"/>
            </a:endParaRPr>
          </a:p>
        </p:txBody>
      </p:sp>
      <p:cxnSp>
        <p:nvCxnSpPr>
          <p:cNvPr id="7" name="直接连接符 6"/>
          <p:cNvCxnSpPr/>
          <p:nvPr/>
        </p:nvCxnSpPr>
        <p:spPr>
          <a:xfrm flipH="1" flipV="1">
            <a:off x="2576879" y="4535216"/>
            <a:ext cx="3129305" cy="1"/>
          </a:xfrm>
          <a:prstGeom prst="line">
            <a:avLst/>
          </a:prstGeom>
        </p:spPr>
        <p:style>
          <a:lnRef idx="3">
            <a:schemeClr val="dk1"/>
          </a:lnRef>
          <a:fillRef idx="0">
            <a:schemeClr val="dk1"/>
          </a:fillRef>
          <a:effectRef idx="2">
            <a:schemeClr val="dk1"/>
          </a:effectRef>
          <a:fontRef idx="minor">
            <a:schemeClr val="tx1"/>
          </a:fontRef>
        </p:style>
      </p:cxnSp>
      <p:cxnSp>
        <p:nvCxnSpPr>
          <p:cNvPr id="8" name="直接连接符 7"/>
          <p:cNvCxnSpPr>
            <a:stCxn id="5" idx="21"/>
          </p:cNvCxnSpPr>
          <p:nvPr/>
        </p:nvCxnSpPr>
        <p:spPr>
          <a:xfrm flipH="1">
            <a:off x="6047614" y="4059106"/>
            <a:ext cx="403228" cy="336301"/>
          </a:xfrm>
          <a:prstGeom prst="line">
            <a:avLst/>
          </a:prstGeom>
        </p:spPr>
        <p:style>
          <a:lnRef idx="3">
            <a:schemeClr val="dk1"/>
          </a:lnRef>
          <a:fillRef idx="0">
            <a:schemeClr val="dk1"/>
          </a:fillRef>
          <a:effectRef idx="2">
            <a:schemeClr val="dk1"/>
          </a:effectRef>
          <a:fontRef idx="minor">
            <a:schemeClr val="tx1"/>
          </a:fontRef>
        </p:style>
      </p:cxnSp>
      <p:cxnSp>
        <p:nvCxnSpPr>
          <p:cNvPr id="9" name="直接连接符 8"/>
          <p:cNvCxnSpPr>
            <a:stCxn id="6" idx="21"/>
          </p:cNvCxnSpPr>
          <p:nvPr/>
        </p:nvCxnSpPr>
        <p:spPr>
          <a:xfrm flipH="1" flipV="1">
            <a:off x="6047614" y="4666980"/>
            <a:ext cx="403228" cy="423421"/>
          </a:xfrm>
          <a:prstGeom prst="line">
            <a:avLst/>
          </a:prstGeom>
        </p:spPr>
        <p:style>
          <a:lnRef idx="3">
            <a:schemeClr val="dk1"/>
          </a:lnRef>
          <a:fillRef idx="0">
            <a:schemeClr val="dk1"/>
          </a:fillRef>
          <a:effectRef idx="2">
            <a:schemeClr val="dk1"/>
          </a:effectRef>
          <a:fontRef idx="minor">
            <a:schemeClr val="tx1"/>
          </a:fontRef>
        </p:style>
      </p:cxnSp>
      <p:cxnSp>
        <p:nvCxnSpPr>
          <p:cNvPr id="10" name="直接连接符 9"/>
          <p:cNvCxnSpPr/>
          <p:nvPr/>
        </p:nvCxnSpPr>
        <p:spPr>
          <a:xfrm flipH="1" flipV="1">
            <a:off x="1757400" y="4024418"/>
            <a:ext cx="476921" cy="370989"/>
          </a:xfrm>
          <a:prstGeom prst="line">
            <a:avLst/>
          </a:prstGeom>
        </p:spPr>
        <p:style>
          <a:lnRef idx="3">
            <a:schemeClr val="dk1"/>
          </a:lnRef>
          <a:fillRef idx="0">
            <a:schemeClr val="dk1"/>
          </a:fillRef>
          <a:effectRef idx="2">
            <a:schemeClr val="dk1"/>
          </a:effectRef>
          <a:fontRef idx="minor">
            <a:schemeClr val="tx1"/>
          </a:fontRef>
        </p:style>
      </p:cxnSp>
      <p:cxnSp>
        <p:nvCxnSpPr>
          <p:cNvPr id="11" name="直接连接符 10"/>
          <p:cNvCxnSpPr/>
          <p:nvPr/>
        </p:nvCxnSpPr>
        <p:spPr>
          <a:xfrm flipH="1">
            <a:off x="1757400" y="4666980"/>
            <a:ext cx="476921" cy="441347"/>
          </a:xfrm>
          <a:prstGeom prst="line">
            <a:avLst/>
          </a:prstGeom>
        </p:spPr>
        <p:style>
          <a:lnRef idx="3">
            <a:schemeClr val="dk1"/>
          </a:lnRef>
          <a:fillRef idx="0">
            <a:schemeClr val="dk1"/>
          </a:fillRef>
          <a:effectRef idx="2">
            <a:schemeClr val="dk1"/>
          </a:effectRef>
          <a:fontRef idx="minor">
            <a:schemeClr val="tx1"/>
          </a:fontRef>
        </p:style>
      </p:cxnSp>
      <p:sp>
        <p:nvSpPr>
          <p:cNvPr id="12" name="文本框 11"/>
          <p:cNvSpPr txBox="1"/>
          <p:nvPr/>
        </p:nvSpPr>
        <p:spPr>
          <a:xfrm>
            <a:off x="2183448" y="4066759"/>
            <a:ext cx="360996" cy="330411"/>
          </a:xfrm>
          <a:prstGeom prst="rect">
            <a:avLst/>
          </a:prstGeom>
          <a:noFill/>
        </p:spPr>
        <p:txBody>
          <a:bodyPr wrap="none" rtlCol="0">
            <a:spAutoFit/>
          </a:bodyPr>
          <a:lstStyle/>
          <a:p>
            <a:pPr>
              <a:lnSpc>
                <a:spcPct val="120000"/>
              </a:lnSpc>
            </a:pPr>
            <a:r>
              <a:rPr lang="en-US" altLang="zh-CN" sz="1400" dirty="0">
                <a:latin typeface="微软雅黑 Light" panose="020B0502040204020203" pitchFamily="34" charset="-122"/>
                <a:ea typeface="微软雅黑 Light" panose="020B0502040204020203" pitchFamily="34" charset="-122"/>
                <a:cs typeface="+mn-ea"/>
                <a:sym typeface="+mn-lt"/>
              </a:rPr>
              <a:t>R1</a:t>
            </a:r>
            <a:endParaRPr lang="zh-CN" altLang="en-US" sz="1400" dirty="0">
              <a:latin typeface="微软雅黑 Light" panose="020B0502040204020203" pitchFamily="34" charset="-122"/>
              <a:ea typeface="微软雅黑 Light" panose="020B0502040204020203" pitchFamily="34" charset="-122"/>
              <a:cs typeface="+mn-ea"/>
              <a:sym typeface="+mn-lt"/>
            </a:endParaRPr>
          </a:p>
        </p:txBody>
      </p:sp>
      <p:sp>
        <p:nvSpPr>
          <p:cNvPr id="13" name="文本框 12"/>
          <p:cNvSpPr txBox="1"/>
          <p:nvPr/>
        </p:nvSpPr>
        <p:spPr>
          <a:xfrm>
            <a:off x="1003805" y="3311926"/>
            <a:ext cx="962123" cy="588944"/>
          </a:xfrm>
          <a:prstGeom prst="rect">
            <a:avLst/>
          </a:prstGeom>
          <a:noFill/>
        </p:spPr>
        <p:txBody>
          <a:bodyPr wrap="none" rtlCol="0">
            <a:spAutoFit/>
          </a:bodyPr>
          <a:lstStyle/>
          <a:p>
            <a:pPr>
              <a:lnSpc>
                <a:spcPct val="120000"/>
              </a:lnSpc>
            </a:pPr>
            <a:r>
              <a:rPr lang="en-US" altLang="zh-CN" sz="1400" dirty="0">
                <a:latin typeface="微软雅黑 Light" panose="020B0502040204020203" pitchFamily="34" charset="-122"/>
                <a:ea typeface="微软雅黑 Light" panose="020B0502040204020203" pitchFamily="34" charset="-122"/>
                <a:cs typeface="+mn-ea"/>
                <a:sym typeface="+mn-lt"/>
              </a:rPr>
              <a:t>IPv4</a:t>
            </a:r>
            <a:r>
              <a:rPr lang="zh-CN" altLang="en-US" sz="1400" dirty="0">
                <a:latin typeface="微软雅黑 Light" panose="020B0502040204020203" pitchFamily="34" charset="-122"/>
                <a:ea typeface="微软雅黑 Light" panose="020B0502040204020203" pitchFamily="34" charset="-122"/>
                <a:cs typeface="+mn-ea"/>
                <a:sym typeface="+mn-lt"/>
              </a:rPr>
              <a:t> </a:t>
            </a:r>
            <a:r>
              <a:rPr lang="en-US" altLang="zh-CN" sz="1400" dirty="0">
                <a:latin typeface="微软雅黑 Light" panose="020B0502040204020203" pitchFamily="34" charset="-122"/>
                <a:ea typeface="微软雅黑 Light" panose="020B0502040204020203" pitchFamily="34" charset="-122"/>
                <a:cs typeface="+mn-ea"/>
                <a:sym typeface="+mn-lt"/>
              </a:rPr>
              <a:t>Host</a:t>
            </a:r>
            <a:endParaRPr lang="en-US" altLang="zh-CN" sz="1400" dirty="0">
              <a:latin typeface="微软雅黑 Light" panose="020B0502040204020203" pitchFamily="34" charset="-122"/>
              <a:ea typeface="微软雅黑 Light" panose="020B0502040204020203" pitchFamily="34" charset="-122"/>
              <a:cs typeface="+mn-ea"/>
              <a:sym typeface="+mn-lt"/>
            </a:endParaRPr>
          </a:p>
          <a:p>
            <a:pPr>
              <a:lnSpc>
                <a:spcPct val="120000"/>
              </a:lnSpc>
            </a:pPr>
            <a:r>
              <a:rPr lang="en-US" altLang="zh-CN" sz="1400" dirty="0">
                <a:latin typeface="微软雅黑 Light" panose="020B0502040204020203" pitchFamily="34" charset="-122"/>
                <a:ea typeface="微软雅黑 Light" panose="020B0502040204020203" pitchFamily="34" charset="-122"/>
                <a:cs typeface="+mn-ea"/>
                <a:sym typeface="+mn-lt"/>
              </a:rPr>
              <a:t>10.1.1.1/24</a:t>
            </a:r>
            <a:endParaRPr lang="zh-CN" altLang="en-US" sz="1400" dirty="0">
              <a:latin typeface="微软雅黑 Light" panose="020B0502040204020203" pitchFamily="34" charset="-122"/>
              <a:ea typeface="微软雅黑 Light" panose="020B0502040204020203" pitchFamily="34" charset="-122"/>
              <a:cs typeface="+mn-ea"/>
              <a:sym typeface="+mn-lt"/>
            </a:endParaRPr>
          </a:p>
        </p:txBody>
      </p:sp>
      <p:sp>
        <p:nvSpPr>
          <p:cNvPr id="14" name="文本框 13"/>
          <p:cNvSpPr txBox="1"/>
          <p:nvPr/>
        </p:nvSpPr>
        <p:spPr>
          <a:xfrm>
            <a:off x="1003804" y="5263418"/>
            <a:ext cx="1021433" cy="588944"/>
          </a:xfrm>
          <a:prstGeom prst="rect">
            <a:avLst/>
          </a:prstGeom>
          <a:noFill/>
        </p:spPr>
        <p:txBody>
          <a:bodyPr wrap="none" rtlCol="0">
            <a:spAutoFit/>
          </a:bodyPr>
          <a:lstStyle>
            <a:defPPr>
              <a:defRPr lang="en-US"/>
            </a:defPPr>
            <a:lvl1pPr>
              <a:defRPr sz="1400">
                <a:solidFill>
                  <a:srgbClr val="0070C0"/>
                </a:solidFill>
              </a:defRPr>
            </a:lvl1pPr>
          </a:lstStyle>
          <a:p>
            <a:pPr>
              <a:lnSpc>
                <a:spcPct val="120000"/>
              </a:lnSpc>
            </a:pPr>
            <a:r>
              <a:rPr lang="en-US" altLang="zh-CN" dirty="0">
                <a:latin typeface="微软雅黑 Light" panose="020B0502040204020203" pitchFamily="34" charset="-122"/>
                <a:ea typeface="微软雅黑 Light" panose="020B0502040204020203" pitchFamily="34" charset="-122"/>
                <a:cs typeface="+mn-ea"/>
                <a:sym typeface="+mn-lt"/>
              </a:rPr>
              <a:t>IPv6</a:t>
            </a:r>
            <a:r>
              <a:rPr lang="zh-CN" altLang="en-US" dirty="0">
                <a:latin typeface="微软雅黑 Light" panose="020B0502040204020203" pitchFamily="34" charset="-122"/>
                <a:ea typeface="微软雅黑 Light" panose="020B0502040204020203" pitchFamily="34" charset="-122"/>
                <a:cs typeface="+mn-ea"/>
                <a:sym typeface="+mn-lt"/>
              </a:rPr>
              <a:t> </a:t>
            </a:r>
            <a:r>
              <a:rPr lang="en-US" altLang="zh-CN" dirty="0">
                <a:latin typeface="微软雅黑 Light" panose="020B0502040204020203" pitchFamily="34" charset="-122"/>
                <a:ea typeface="微软雅黑 Light" panose="020B0502040204020203" pitchFamily="34" charset="-122"/>
                <a:cs typeface="+mn-ea"/>
                <a:sym typeface="+mn-lt"/>
              </a:rPr>
              <a:t>Host</a:t>
            </a:r>
            <a:endParaRPr lang="en-US" altLang="zh-CN" dirty="0">
              <a:latin typeface="微软雅黑 Light" panose="020B0502040204020203" pitchFamily="34" charset="-122"/>
              <a:ea typeface="微软雅黑 Light" panose="020B0502040204020203" pitchFamily="34" charset="-122"/>
              <a:cs typeface="+mn-ea"/>
              <a:sym typeface="+mn-lt"/>
            </a:endParaRPr>
          </a:p>
          <a:p>
            <a:pPr>
              <a:lnSpc>
                <a:spcPct val="120000"/>
              </a:lnSpc>
            </a:pPr>
            <a:r>
              <a:rPr lang="en-US" altLang="zh-CN" dirty="0">
                <a:latin typeface="微软雅黑 Light" panose="020B0502040204020203" pitchFamily="34" charset="-122"/>
                <a:ea typeface="微软雅黑 Light" panose="020B0502040204020203" pitchFamily="34" charset="-122"/>
                <a:cs typeface="+mn-ea"/>
                <a:sym typeface="+mn-lt"/>
              </a:rPr>
              <a:t>FC00::1/64</a:t>
            </a:r>
            <a:endParaRPr lang="zh-CN" altLang="en-US" dirty="0">
              <a:latin typeface="微软雅黑 Light" panose="020B0502040204020203" pitchFamily="34" charset="-122"/>
              <a:ea typeface="微软雅黑 Light" panose="020B0502040204020203" pitchFamily="34" charset="-122"/>
              <a:cs typeface="+mn-ea"/>
              <a:sym typeface="+mn-lt"/>
            </a:endParaRPr>
          </a:p>
        </p:txBody>
      </p:sp>
      <p:sp>
        <p:nvSpPr>
          <p:cNvPr id="15" name="文本框 14"/>
          <p:cNvSpPr txBox="1"/>
          <p:nvPr/>
        </p:nvSpPr>
        <p:spPr>
          <a:xfrm>
            <a:off x="5692038" y="4066759"/>
            <a:ext cx="391454" cy="330411"/>
          </a:xfrm>
          <a:prstGeom prst="rect">
            <a:avLst/>
          </a:prstGeom>
          <a:noFill/>
        </p:spPr>
        <p:txBody>
          <a:bodyPr wrap="none" rtlCol="0">
            <a:spAutoFit/>
          </a:bodyPr>
          <a:lstStyle/>
          <a:p>
            <a:pPr>
              <a:lnSpc>
                <a:spcPct val="120000"/>
              </a:lnSpc>
            </a:pPr>
            <a:r>
              <a:rPr lang="en-US" altLang="zh-CN" sz="1400" dirty="0">
                <a:latin typeface="微软雅黑 Light" panose="020B0502040204020203" pitchFamily="34" charset="-122"/>
                <a:ea typeface="微软雅黑 Light" panose="020B0502040204020203" pitchFamily="34" charset="-122"/>
                <a:cs typeface="+mn-ea"/>
                <a:sym typeface="+mn-lt"/>
              </a:rPr>
              <a:t>R2</a:t>
            </a:r>
            <a:endParaRPr lang="zh-CN" altLang="en-US" sz="1400" dirty="0">
              <a:latin typeface="微软雅黑 Light" panose="020B0502040204020203" pitchFamily="34" charset="-122"/>
              <a:ea typeface="微软雅黑 Light" panose="020B0502040204020203" pitchFamily="34" charset="-122"/>
              <a:cs typeface="+mn-ea"/>
              <a:sym typeface="+mn-lt"/>
            </a:endParaRPr>
          </a:p>
        </p:txBody>
      </p:sp>
      <p:pic>
        <p:nvPicPr>
          <p:cNvPr id="16" name="图片 15"/>
          <p:cNvPicPr>
            <a:picLocks noChangeAspect="1"/>
          </p:cNvPicPr>
          <p:nvPr/>
        </p:nvPicPr>
        <p:blipFill>
          <a:blip r:embed="rId1"/>
          <a:stretch>
            <a:fillRect/>
          </a:stretch>
        </p:blipFill>
        <p:spPr>
          <a:xfrm>
            <a:off x="7428608" y="3429000"/>
            <a:ext cx="4153332" cy="2162562"/>
          </a:xfrm>
          <a:prstGeom prst="rect">
            <a:avLst/>
          </a:prstGeom>
        </p:spPr>
      </p:pic>
      <p:sp>
        <p:nvSpPr>
          <p:cNvPr id="17" name="文本框 16"/>
          <p:cNvSpPr txBox="1"/>
          <p:nvPr/>
        </p:nvSpPr>
        <p:spPr>
          <a:xfrm>
            <a:off x="2518635" y="4549377"/>
            <a:ext cx="1233030" cy="330411"/>
          </a:xfrm>
          <a:prstGeom prst="rect">
            <a:avLst/>
          </a:prstGeom>
          <a:noFill/>
        </p:spPr>
        <p:txBody>
          <a:bodyPr wrap="none" rtlCol="0">
            <a:spAutoFit/>
          </a:bodyPr>
          <a:lstStyle/>
          <a:p>
            <a:pPr>
              <a:lnSpc>
                <a:spcPct val="120000"/>
              </a:lnSpc>
            </a:pPr>
            <a:r>
              <a:rPr lang="en-US" altLang="zh-CN" sz="1400" dirty="0">
                <a:solidFill>
                  <a:srgbClr val="0070C0"/>
                </a:solidFill>
                <a:latin typeface="微软雅黑 Light" panose="020B0502040204020203" pitchFamily="34" charset="-122"/>
                <a:ea typeface="微软雅黑 Light" panose="020B0502040204020203" pitchFamily="34" charset="-122"/>
                <a:cs typeface="+mn-ea"/>
                <a:sym typeface="+mn-lt"/>
              </a:rPr>
              <a:t>FC00::12:1/64</a:t>
            </a:r>
            <a:endParaRPr lang="zh-CN" altLang="en-US" sz="1400" dirty="0">
              <a:solidFill>
                <a:srgbClr val="0070C0"/>
              </a:solidFill>
              <a:latin typeface="微软雅黑 Light" panose="020B0502040204020203" pitchFamily="34" charset="-122"/>
              <a:ea typeface="微软雅黑 Light" panose="020B0502040204020203" pitchFamily="34" charset="-122"/>
              <a:cs typeface="+mn-ea"/>
              <a:sym typeface="+mn-lt"/>
            </a:endParaRPr>
          </a:p>
        </p:txBody>
      </p:sp>
      <p:sp>
        <p:nvSpPr>
          <p:cNvPr id="18" name="文本框 17"/>
          <p:cNvSpPr txBox="1"/>
          <p:nvPr/>
        </p:nvSpPr>
        <p:spPr>
          <a:xfrm>
            <a:off x="2518635" y="4264610"/>
            <a:ext cx="1061509" cy="330411"/>
          </a:xfrm>
          <a:prstGeom prst="rect">
            <a:avLst/>
          </a:prstGeom>
          <a:noFill/>
        </p:spPr>
        <p:txBody>
          <a:bodyPr wrap="none" rtlCol="0">
            <a:spAutoFit/>
          </a:bodyPr>
          <a:lstStyle/>
          <a:p>
            <a:pPr>
              <a:lnSpc>
                <a:spcPct val="120000"/>
              </a:lnSpc>
            </a:pPr>
            <a:r>
              <a:rPr lang="en-US" altLang="zh-CN" sz="1400" dirty="0">
                <a:latin typeface="微软雅黑 Light" panose="020B0502040204020203" pitchFamily="34" charset="-122"/>
                <a:ea typeface="微软雅黑 Light" panose="020B0502040204020203" pitchFamily="34" charset="-122"/>
                <a:cs typeface="+mn-ea"/>
                <a:sym typeface="+mn-lt"/>
              </a:rPr>
              <a:t>10.1.12.1/24</a:t>
            </a:r>
            <a:endParaRPr lang="zh-CN" altLang="en-US" sz="1400" dirty="0">
              <a:latin typeface="微软雅黑 Light" panose="020B0502040204020203" pitchFamily="34" charset="-122"/>
              <a:ea typeface="微软雅黑 Light" panose="020B0502040204020203" pitchFamily="34" charset="-122"/>
              <a:cs typeface="+mn-ea"/>
              <a:sym typeface="+mn-lt"/>
            </a:endParaRPr>
          </a:p>
        </p:txBody>
      </p:sp>
      <p:sp>
        <p:nvSpPr>
          <p:cNvPr id="19" name="文本框 18"/>
          <p:cNvSpPr txBox="1"/>
          <p:nvPr/>
        </p:nvSpPr>
        <p:spPr>
          <a:xfrm>
            <a:off x="4404974" y="4549377"/>
            <a:ext cx="1263487" cy="330411"/>
          </a:xfrm>
          <a:prstGeom prst="rect">
            <a:avLst/>
          </a:prstGeom>
          <a:noFill/>
        </p:spPr>
        <p:txBody>
          <a:bodyPr wrap="none" rtlCol="0">
            <a:spAutoFit/>
          </a:bodyPr>
          <a:lstStyle/>
          <a:p>
            <a:pPr>
              <a:lnSpc>
                <a:spcPct val="120000"/>
              </a:lnSpc>
            </a:pPr>
            <a:r>
              <a:rPr lang="en-US" altLang="zh-CN" sz="1400" dirty="0">
                <a:solidFill>
                  <a:srgbClr val="0070C0"/>
                </a:solidFill>
                <a:latin typeface="微软雅黑 Light" panose="020B0502040204020203" pitchFamily="34" charset="-122"/>
                <a:ea typeface="微软雅黑 Light" panose="020B0502040204020203" pitchFamily="34" charset="-122"/>
                <a:cs typeface="+mn-ea"/>
                <a:sym typeface="+mn-lt"/>
              </a:rPr>
              <a:t>FC00::12:2/64</a:t>
            </a:r>
            <a:endParaRPr lang="zh-CN" altLang="en-US" sz="1400" dirty="0">
              <a:solidFill>
                <a:srgbClr val="0070C0"/>
              </a:solidFill>
              <a:latin typeface="微软雅黑 Light" panose="020B0502040204020203" pitchFamily="34" charset="-122"/>
              <a:ea typeface="微软雅黑 Light" panose="020B0502040204020203" pitchFamily="34" charset="-122"/>
              <a:cs typeface="+mn-ea"/>
              <a:sym typeface="+mn-lt"/>
            </a:endParaRPr>
          </a:p>
        </p:txBody>
      </p:sp>
      <p:sp>
        <p:nvSpPr>
          <p:cNvPr id="20" name="文本框 19"/>
          <p:cNvSpPr txBox="1"/>
          <p:nvPr/>
        </p:nvSpPr>
        <p:spPr>
          <a:xfrm>
            <a:off x="4409109" y="4264610"/>
            <a:ext cx="1091966" cy="330411"/>
          </a:xfrm>
          <a:prstGeom prst="rect">
            <a:avLst/>
          </a:prstGeom>
          <a:noFill/>
        </p:spPr>
        <p:txBody>
          <a:bodyPr wrap="none" rtlCol="0">
            <a:spAutoFit/>
          </a:bodyPr>
          <a:lstStyle/>
          <a:p>
            <a:pPr>
              <a:lnSpc>
                <a:spcPct val="120000"/>
              </a:lnSpc>
            </a:pPr>
            <a:r>
              <a:rPr lang="en-US" altLang="zh-CN" sz="1400" dirty="0">
                <a:latin typeface="微软雅黑 Light" panose="020B0502040204020203" pitchFamily="34" charset="-122"/>
                <a:ea typeface="微软雅黑 Light" panose="020B0502040204020203" pitchFamily="34" charset="-122"/>
                <a:cs typeface="+mn-ea"/>
                <a:sym typeface="+mn-lt"/>
              </a:rPr>
              <a:t>10.1.12.2/24</a:t>
            </a:r>
            <a:endParaRPr lang="zh-CN" altLang="en-US" sz="1400" dirty="0">
              <a:latin typeface="微软雅黑 Light" panose="020B0502040204020203" pitchFamily="34" charset="-122"/>
              <a:ea typeface="微软雅黑 Light" panose="020B0502040204020203" pitchFamily="34" charset="-122"/>
              <a:cs typeface="+mn-ea"/>
              <a:sym typeface="+mn-lt"/>
            </a:endParaRPr>
          </a:p>
        </p:txBody>
      </p:sp>
      <p:sp>
        <p:nvSpPr>
          <p:cNvPr id="21" name="文本框 20"/>
          <p:cNvSpPr txBox="1"/>
          <p:nvPr/>
        </p:nvSpPr>
        <p:spPr>
          <a:xfrm>
            <a:off x="2072864" y="5024150"/>
            <a:ext cx="1311578" cy="330411"/>
          </a:xfrm>
          <a:prstGeom prst="rect">
            <a:avLst/>
          </a:prstGeom>
          <a:noFill/>
        </p:spPr>
        <p:txBody>
          <a:bodyPr wrap="none" rtlCol="0">
            <a:spAutoFit/>
          </a:bodyPr>
          <a:lstStyle/>
          <a:p>
            <a:pPr>
              <a:lnSpc>
                <a:spcPct val="120000"/>
              </a:lnSpc>
            </a:pPr>
            <a:r>
              <a:rPr lang="en-US" altLang="zh-CN" sz="1400" dirty="0">
                <a:solidFill>
                  <a:srgbClr val="0070C0"/>
                </a:solidFill>
                <a:latin typeface="微软雅黑 Light" panose="020B0502040204020203" pitchFamily="34" charset="-122"/>
                <a:ea typeface="微软雅黑 Light" panose="020B0502040204020203" pitchFamily="34" charset="-122"/>
                <a:cs typeface="+mn-ea"/>
                <a:sym typeface="+mn-lt"/>
              </a:rPr>
              <a:t>FC00::FFFF/64</a:t>
            </a:r>
            <a:endParaRPr lang="zh-CN" altLang="en-US" sz="1400" dirty="0">
              <a:solidFill>
                <a:srgbClr val="0070C0"/>
              </a:solidFill>
              <a:latin typeface="微软雅黑 Light" panose="020B0502040204020203" pitchFamily="34" charset="-122"/>
              <a:ea typeface="微软雅黑 Light" panose="020B0502040204020203" pitchFamily="34" charset="-122"/>
              <a:cs typeface="+mn-ea"/>
              <a:sym typeface="+mn-lt"/>
            </a:endParaRPr>
          </a:p>
        </p:txBody>
      </p:sp>
      <p:sp>
        <p:nvSpPr>
          <p:cNvPr id="22" name="文本框 21"/>
          <p:cNvSpPr txBox="1"/>
          <p:nvPr/>
        </p:nvSpPr>
        <p:spPr>
          <a:xfrm>
            <a:off x="4998373" y="5024150"/>
            <a:ext cx="1293944" cy="330411"/>
          </a:xfrm>
          <a:prstGeom prst="rect">
            <a:avLst/>
          </a:prstGeom>
          <a:noFill/>
        </p:spPr>
        <p:txBody>
          <a:bodyPr wrap="none" rtlCol="0">
            <a:spAutoFit/>
          </a:bodyPr>
          <a:lstStyle/>
          <a:p>
            <a:pPr>
              <a:lnSpc>
                <a:spcPct val="120000"/>
              </a:lnSpc>
            </a:pPr>
            <a:r>
              <a:rPr lang="en-US" altLang="zh-CN" sz="1400" dirty="0">
                <a:solidFill>
                  <a:srgbClr val="0070C0"/>
                </a:solidFill>
                <a:latin typeface="微软雅黑 Light" panose="020B0502040204020203" pitchFamily="34" charset="-122"/>
                <a:ea typeface="微软雅黑 Light" panose="020B0502040204020203" pitchFamily="34" charset="-122"/>
                <a:cs typeface="+mn-ea"/>
                <a:sym typeface="+mn-lt"/>
              </a:rPr>
              <a:t>FC00::23:2/64</a:t>
            </a:r>
            <a:endParaRPr lang="zh-CN" altLang="en-US" sz="1400" dirty="0">
              <a:solidFill>
                <a:srgbClr val="0070C0"/>
              </a:solidFill>
              <a:latin typeface="微软雅黑 Light" panose="020B0502040204020203" pitchFamily="34" charset="-122"/>
              <a:ea typeface="微软雅黑 Light" panose="020B0502040204020203" pitchFamily="34" charset="-122"/>
              <a:cs typeface="+mn-ea"/>
              <a:sym typeface="+mn-lt"/>
            </a:endParaRPr>
          </a:p>
        </p:txBody>
      </p:sp>
      <p:sp>
        <p:nvSpPr>
          <p:cNvPr id="23" name="文本框 22"/>
          <p:cNvSpPr txBox="1"/>
          <p:nvPr/>
        </p:nvSpPr>
        <p:spPr>
          <a:xfrm>
            <a:off x="2071984" y="3691501"/>
            <a:ext cx="1194558" cy="330411"/>
          </a:xfrm>
          <a:prstGeom prst="rect">
            <a:avLst/>
          </a:prstGeom>
          <a:noFill/>
        </p:spPr>
        <p:txBody>
          <a:bodyPr wrap="none" rtlCol="0">
            <a:spAutoFit/>
          </a:bodyPr>
          <a:lstStyle/>
          <a:p>
            <a:pPr>
              <a:lnSpc>
                <a:spcPct val="120000"/>
              </a:lnSpc>
            </a:pPr>
            <a:r>
              <a:rPr lang="en-US" altLang="zh-CN" sz="1400" dirty="0">
                <a:latin typeface="微软雅黑 Light" panose="020B0502040204020203" pitchFamily="34" charset="-122"/>
                <a:ea typeface="微软雅黑 Light" panose="020B0502040204020203" pitchFamily="34" charset="-122"/>
                <a:cs typeface="+mn-ea"/>
                <a:sym typeface="+mn-lt"/>
              </a:rPr>
              <a:t>10.1.1.254/24</a:t>
            </a:r>
            <a:endParaRPr lang="zh-CN" altLang="en-US" sz="1400" dirty="0">
              <a:latin typeface="微软雅黑 Light" panose="020B0502040204020203" pitchFamily="34" charset="-122"/>
              <a:ea typeface="微软雅黑 Light" panose="020B0502040204020203" pitchFamily="34" charset="-122"/>
              <a:cs typeface="+mn-ea"/>
              <a:sym typeface="+mn-lt"/>
            </a:endParaRPr>
          </a:p>
        </p:txBody>
      </p:sp>
      <p:sp>
        <p:nvSpPr>
          <p:cNvPr id="24" name="文本框 23"/>
          <p:cNvSpPr txBox="1"/>
          <p:nvPr/>
        </p:nvSpPr>
        <p:spPr>
          <a:xfrm>
            <a:off x="4995625" y="3691501"/>
            <a:ext cx="1122423" cy="330411"/>
          </a:xfrm>
          <a:prstGeom prst="rect">
            <a:avLst/>
          </a:prstGeom>
          <a:noFill/>
        </p:spPr>
        <p:txBody>
          <a:bodyPr wrap="none" rtlCol="0">
            <a:spAutoFit/>
          </a:bodyPr>
          <a:lstStyle/>
          <a:p>
            <a:pPr>
              <a:lnSpc>
                <a:spcPct val="120000"/>
              </a:lnSpc>
            </a:pPr>
            <a:r>
              <a:rPr lang="en-US" altLang="zh-CN" sz="1400" dirty="0">
                <a:latin typeface="微软雅黑 Light" panose="020B0502040204020203" pitchFamily="34" charset="-122"/>
                <a:ea typeface="微软雅黑 Light" panose="020B0502040204020203" pitchFamily="34" charset="-122"/>
                <a:cs typeface="+mn-ea"/>
                <a:sym typeface="+mn-lt"/>
              </a:rPr>
              <a:t>10.1.23.2/24</a:t>
            </a:r>
            <a:endParaRPr lang="zh-CN" altLang="en-US" sz="1400" dirty="0">
              <a:latin typeface="微软雅黑 Light" panose="020B0502040204020203" pitchFamily="34" charset="-122"/>
              <a:ea typeface="微软雅黑 Light" panose="020B0502040204020203" pitchFamily="34" charset="-122"/>
              <a:cs typeface="+mn-ea"/>
              <a:sym typeface="+mn-lt"/>
            </a:endParaRPr>
          </a:p>
        </p:txBody>
      </p:sp>
      <p:cxnSp>
        <p:nvCxnSpPr>
          <p:cNvPr id="25" name="直接箭头连接符 24"/>
          <p:cNvCxnSpPr/>
          <p:nvPr/>
        </p:nvCxnSpPr>
        <p:spPr>
          <a:xfrm flipV="1">
            <a:off x="2182691" y="4779843"/>
            <a:ext cx="0" cy="262368"/>
          </a:xfrm>
          <a:prstGeom prst="straightConnector1">
            <a:avLst/>
          </a:prstGeom>
          <a:ln>
            <a:solidFill>
              <a:srgbClr val="0070C0"/>
            </a:solidFill>
            <a:tailEnd type="triangle"/>
          </a:ln>
        </p:spPr>
        <p:style>
          <a:lnRef idx="3">
            <a:schemeClr val="dk1"/>
          </a:lnRef>
          <a:fillRef idx="0">
            <a:schemeClr val="dk1"/>
          </a:fillRef>
          <a:effectRef idx="2">
            <a:schemeClr val="dk1"/>
          </a:effectRef>
          <a:fontRef idx="minor">
            <a:schemeClr val="tx1"/>
          </a:fontRef>
        </p:style>
      </p:cxnSp>
      <p:cxnSp>
        <p:nvCxnSpPr>
          <p:cNvPr id="26" name="直接箭头连接符 25"/>
          <p:cNvCxnSpPr/>
          <p:nvPr/>
        </p:nvCxnSpPr>
        <p:spPr>
          <a:xfrm flipV="1">
            <a:off x="6087931" y="4779843"/>
            <a:ext cx="0" cy="262368"/>
          </a:xfrm>
          <a:prstGeom prst="straightConnector1">
            <a:avLst/>
          </a:prstGeom>
          <a:ln>
            <a:solidFill>
              <a:srgbClr val="0070C0"/>
            </a:solidFill>
            <a:tailEnd type="triangle"/>
          </a:ln>
        </p:spPr>
        <p:style>
          <a:lnRef idx="3">
            <a:schemeClr val="dk1"/>
          </a:lnRef>
          <a:fillRef idx="0">
            <a:schemeClr val="dk1"/>
          </a:fillRef>
          <a:effectRef idx="2">
            <a:schemeClr val="dk1"/>
          </a:effectRef>
          <a:fontRef idx="minor">
            <a:schemeClr val="tx1"/>
          </a:fontRef>
        </p:style>
      </p:cxnSp>
      <p:cxnSp>
        <p:nvCxnSpPr>
          <p:cNvPr id="27" name="直接箭头连接符 26"/>
          <p:cNvCxnSpPr/>
          <p:nvPr/>
        </p:nvCxnSpPr>
        <p:spPr>
          <a:xfrm>
            <a:off x="2182691" y="4002242"/>
            <a:ext cx="0" cy="262368"/>
          </a:xfrm>
          <a:prstGeom prst="straightConnector1">
            <a:avLst/>
          </a:prstGeom>
          <a:ln>
            <a:solidFill>
              <a:srgbClr val="000000"/>
            </a:solidFill>
            <a:tailEnd type="triangle"/>
          </a:ln>
        </p:spPr>
        <p:style>
          <a:lnRef idx="3">
            <a:schemeClr val="dk1"/>
          </a:lnRef>
          <a:fillRef idx="0">
            <a:schemeClr val="dk1"/>
          </a:fillRef>
          <a:effectRef idx="2">
            <a:schemeClr val="dk1"/>
          </a:effectRef>
          <a:fontRef idx="minor">
            <a:schemeClr val="tx1"/>
          </a:fontRef>
        </p:style>
      </p:cxnSp>
      <p:cxnSp>
        <p:nvCxnSpPr>
          <p:cNvPr id="28" name="直接箭头连接符 27"/>
          <p:cNvCxnSpPr/>
          <p:nvPr/>
        </p:nvCxnSpPr>
        <p:spPr>
          <a:xfrm>
            <a:off x="6087931" y="4002242"/>
            <a:ext cx="0" cy="262368"/>
          </a:xfrm>
          <a:prstGeom prst="straightConnector1">
            <a:avLst/>
          </a:prstGeom>
          <a:ln>
            <a:solidFill>
              <a:srgbClr val="000000"/>
            </a:solidFill>
            <a:tailEnd type="triangle"/>
          </a:ln>
        </p:spPr>
        <p:style>
          <a:lnRef idx="3">
            <a:schemeClr val="dk1"/>
          </a:lnRef>
          <a:fillRef idx="0">
            <a:schemeClr val="dk1"/>
          </a:fillRef>
          <a:effectRef idx="2">
            <a:schemeClr val="dk1"/>
          </a:effectRef>
          <a:fontRef idx="minor">
            <a:schemeClr val="tx1"/>
          </a:fontRef>
        </p:style>
      </p:cxnSp>
      <p:pic>
        <p:nvPicPr>
          <p:cNvPr id="29" name="图片 28"/>
          <p:cNvPicPr>
            <a:picLocks noChangeAspect="1"/>
          </p:cNvPicPr>
          <p:nvPr/>
        </p:nvPicPr>
        <p:blipFill>
          <a:blip r:embed="rId2"/>
          <a:stretch>
            <a:fillRect/>
          </a:stretch>
        </p:blipFill>
        <p:spPr>
          <a:xfrm>
            <a:off x="1432890" y="3925038"/>
            <a:ext cx="419100" cy="320040"/>
          </a:xfrm>
          <a:prstGeom prst="rect">
            <a:avLst/>
          </a:prstGeom>
        </p:spPr>
      </p:pic>
      <p:pic>
        <p:nvPicPr>
          <p:cNvPr id="30" name="图片 29"/>
          <p:cNvPicPr>
            <a:picLocks noChangeAspect="1"/>
          </p:cNvPicPr>
          <p:nvPr/>
        </p:nvPicPr>
        <p:blipFill>
          <a:blip r:embed="rId2"/>
          <a:stretch>
            <a:fillRect/>
          </a:stretch>
        </p:blipFill>
        <p:spPr>
          <a:xfrm>
            <a:off x="1404269" y="4901620"/>
            <a:ext cx="419100" cy="320040"/>
          </a:xfrm>
          <a:prstGeom prst="rect">
            <a:avLst/>
          </a:prstGeom>
        </p:spPr>
      </p:pic>
      <p:pic>
        <p:nvPicPr>
          <p:cNvPr id="31" name="图片 30"/>
          <p:cNvPicPr>
            <a:picLocks noChangeAspect="1"/>
          </p:cNvPicPr>
          <p:nvPr/>
        </p:nvPicPr>
        <p:blipFill>
          <a:blip r:embed="rId3"/>
          <a:stretch>
            <a:fillRect/>
          </a:stretch>
        </p:blipFill>
        <p:spPr>
          <a:xfrm>
            <a:off x="2202994" y="4347073"/>
            <a:ext cx="394188" cy="394188"/>
          </a:xfrm>
          <a:prstGeom prst="rect">
            <a:avLst/>
          </a:prstGeom>
        </p:spPr>
      </p:pic>
      <p:pic>
        <p:nvPicPr>
          <p:cNvPr id="32" name="图片 31"/>
          <p:cNvPicPr>
            <a:picLocks noChangeAspect="1"/>
          </p:cNvPicPr>
          <p:nvPr/>
        </p:nvPicPr>
        <p:blipFill>
          <a:blip r:embed="rId3"/>
          <a:stretch>
            <a:fillRect/>
          </a:stretch>
        </p:blipFill>
        <p:spPr>
          <a:xfrm>
            <a:off x="5701812" y="4328726"/>
            <a:ext cx="394188" cy="394188"/>
          </a:xfrm>
          <a:prstGeom prst="rect">
            <a:avLst/>
          </a:prstGeom>
        </p:spPr>
      </p:pic>
    </p:spTree>
  </p:cSld>
  <p:clrMapOvr>
    <a:masterClrMapping/>
  </p:clrMapOvr>
</p:sld>
</file>

<file path=ppt/slides/slide2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隧道技术：</a:t>
            </a:r>
            <a:r>
              <a:rPr lang="en-US" altLang="zh-CN" dirty="0"/>
              <a:t>IPv6 over IPv4</a:t>
            </a:r>
            <a:r>
              <a:rPr lang="zh-CN" altLang="en-US" dirty="0"/>
              <a:t>隧道</a:t>
            </a:r>
            <a:endParaRPr lang="zh-CN" altLang="en-US" dirty="0"/>
          </a:p>
        </p:txBody>
      </p:sp>
      <p:sp>
        <p:nvSpPr>
          <p:cNvPr id="3" name="内容占位符 2"/>
          <p:cNvSpPr>
            <a:spLocks noGrp="1"/>
          </p:cNvSpPr>
          <p:nvPr>
            <p:ph idx="1"/>
          </p:nvPr>
        </p:nvSpPr>
        <p:spPr>
          <a:xfrm>
            <a:off x="334434" y="1052515"/>
            <a:ext cx="11523133" cy="2088454"/>
          </a:xfrm>
        </p:spPr>
        <p:txBody>
          <a:bodyPr/>
          <a:lstStyle/>
          <a:p>
            <a:r>
              <a:rPr lang="en-US" altLang="zh-CN" dirty="0"/>
              <a:t>IPv6 over IPv4</a:t>
            </a:r>
            <a:r>
              <a:rPr lang="zh-CN" altLang="en-US" dirty="0"/>
              <a:t>隧道的源</a:t>
            </a:r>
            <a:r>
              <a:rPr lang="en-US" altLang="zh-CN" dirty="0"/>
              <a:t>IP</a:t>
            </a:r>
            <a:r>
              <a:rPr lang="zh-CN" altLang="en-US" dirty="0"/>
              <a:t>地址必须为手工配置，而目的</a:t>
            </a:r>
            <a:r>
              <a:rPr lang="en-US" altLang="zh-CN" dirty="0"/>
              <a:t>IPv4</a:t>
            </a:r>
            <a:r>
              <a:rPr lang="zh-CN" altLang="en-US" dirty="0"/>
              <a:t>地址有手工配置和自动获取两种方式</a:t>
            </a:r>
            <a:endParaRPr lang="zh-CN" altLang="en-US" dirty="0"/>
          </a:p>
          <a:p>
            <a:r>
              <a:rPr lang="zh-CN" altLang="en-US" dirty="0"/>
              <a:t>根据隧道目的</a:t>
            </a:r>
            <a:r>
              <a:rPr lang="en-US" altLang="zh-CN" dirty="0"/>
              <a:t>IPv4</a:t>
            </a:r>
            <a:r>
              <a:rPr lang="zh-CN" altLang="en-US" dirty="0"/>
              <a:t>地址的获取方式不同，可以将</a:t>
            </a:r>
            <a:r>
              <a:rPr lang="en-US" altLang="zh-CN" dirty="0"/>
              <a:t>IPv6 over IPv4</a:t>
            </a:r>
            <a:r>
              <a:rPr lang="zh-CN" altLang="en-US" dirty="0"/>
              <a:t>隧道分为手工隧道和自动隧道</a:t>
            </a:r>
            <a:endParaRPr lang="zh-CN" altLang="en-US" dirty="0"/>
          </a:p>
        </p:txBody>
      </p:sp>
      <p:sp>
        <p:nvSpPr>
          <p:cNvPr id="4" name="灯片编号占位符 3"/>
          <p:cNvSpPr>
            <a:spLocks noGrp="1"/>
          </p:cNvSpPr>
          <p:nvPr>
            <p:ph type="sldNum" sz="quarter" idx="12"/>
          </p:nvPr>
        </p:nvSpPr>
        <p:spPr/>
        <p:txBody>
          <a:bodyPr/>
          <a:lstStyle/>
          <a:p>
            <a:pPr>
              <a:defRPr/>
            </a:pPr>
            <a:fld id="{816960B2-2B11-492C-B588-5290E1274F96}" type="slidenum">
              <a:rPr lang="en-US" altLang="zh-CN" smtClean="0"/>
            </a:fld>
            <a:endParaRPr lang="en-US" altLang="zh-CN" dirty="0"/>
          </a:p>
        </p:txBody>
      </p:sp>
      <p:sp>
        <p:nvSpPr>
          <p:cNvPr id="5" name="Freeform 159"/>
          <p:cNvSpPr/>
          <p:nvPr/>
        </p:nvSpPr>
        <p:spPr>
          <a:xfrm flipH="1">
            <a:off x="4733323" y="3132114"/>
            <a:ext cx="2812820" cy="1397974"/>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accent5"/>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square" lIns="0" tIns="107958" rIns="0" rtlCol="0" anchor="ctr">
            <a:noAutofit/>
          </a:bodyPr>
          <a:lstStyle/>
          <a:p>
            <a:pPr algn="ctr">
              <a:lnSpc>
                <a:spcPct val="120000"/>
              </a:lnSpc>
            </a:pPr>
            <a:endParaRPr lang="en-US" sz="1400" dirty="0">
              <a:solidFill>
                <a:schemeClr val="bg1">
                  <a:lumMod val="50000"/>
                </a:schemeClr>
              </a:solidFill>
              <a:latin typeface="微软雅黑 Light" panose="020B0502040204020203" pitchFamily="34" charset="-122"/>
              <a:ea typeface="微软雅黑 Light" panose="020B0502040204020203" pitchFamily="34" charset="-122"/>
              <a:cs typeface="+mn-ea"/>
              <a:sym typeface="+mn-lt"/>
            </a:endParaRPr>
          </a:p>
        </p:txBody>
      </p:sp>
      <p:sp>
        <p:nvSpPr>
          <p:cNvPr id="6" name="文本框 5"/>
          <p:cNvSpPr txBox="1"/>
          <p:nvPr/>
        </p:nvSpPr>
        <p:spPr>
          <a:xfrm>
            <a:off x="5371263" y="3437426"/>
            <a:ext cx="1224137" cy="432362"/>
          </a:xfrm>
          <a:prstGeom prst="rect">
            <a:avLst/>
          </a:prstGeom>
          <a:noFill/>
        </p:spPr>
        <p:txBody>
          <a:bodyPr wrap="square">
            <a:spAutoFit/>
          </a:bodyPr>
          <a:lstStyle/>
          <a:p>
            <a:pPr algn="ctr">
              <a:lnSpc>
                <a:spcPct val="120000"/>
              </a:lnSpc>
            </a:pPr>
            <a:r>
              <a:rPr lang="en-US" altLang="zh-CN" dirty="0">
                <a:latin typeface="微软雅黑 Light" panose="020B0502040204020203" pitchFamily="34" charset="-122"/>
                <a:ea typeface="微软雅黑 Light" panose="020B0502040204020203" pitchFamily="34" charset="-122"/>
                <a:cs typeface="+mn-ea"/>
                <a:sym typeface="+mn-lt"/>
              </a:rPr>
              <a:t>IPv4</a:t>
            </a:r>
            <a:r>
              <a:rPr lang="zh-CN" altLang="en-US" dirty="0">
                <a:latin typeface="微软雅黑 Light" panose="020B0502040204020203" pitchFamily="34" charset="-122"/>
                <a:ea typeface="微软雅黑 Light" panose="020B0502040204020203" pitchFamily="34" charset="-122"/>
                <a:cs typeface="+mn-ea"/>
                <a:sym typeface="+mn-lt"/>
              </a:rPr>
              <a:t>网络</a:t>
            </a:r>
            <a:endParaRPr lang="en-US" altLang="zh-CN" dirty="0">
              <a:latin typeface="微软雅黑 Light" panose="020B0502040204020203" pitchFamily="34" charset="-122"/>
              <a:ea typeface="微软雅黑 Light" panose="020B0502040204020203" pitchFamily="34" charset="-122"/>
              <a:cs typeface="+mn-ea"/>
              <a:sym typeface="+mn-lt"/>
            </a:endParaRPr>
          </a:p>
        </p:txBody>
      </p:sp>
      <p:cxnSp>
        <p:nvCxnSpPr>
          <p:cNvPr id="7" name="直接箭头连接符 6"/>
          <p:cNvCxnSpPr/>
          <p:nvPr/>
        </p:nvCxnSpPr>
        <p:spPr>
          <a:xfrm>
            <a:off x="3373141" y="4085588"/>
            <a:ext cx="5602390" cy="2"/>
          </a:xfrm>
          <a:prstGeom prst="straightConnector1">
            <a:avLst/>
          </a:prstGeom>
          <a:ln>
            <a:headEnd type="triangle" w="med" len="med"/>
            <a:tailEnd type="triangle" w="med" len="med"/>
          </a:ln>
        </p:spPr>
        <p:style>
          <a:lnRef idx="3">
            <a:schemeClr val="dk1"/>
          </a:lnRef>
          <a:fillRef idx="0">
            <a:schemeClr val="dk1"/>
          </a:fillRef>
          <a:effectRef idx="2">
            <a:schemeClr val="dk1"/>
          </a:effectRef>
          <a:fontRef idx="minor">
            <a:schemeClr val="tx1"/>
          </a:fontRef>
        </p:style>
      </p:cxnSp>
      <p:sp>
        <p:nvSpPr>
          <p:cNvPr id="8" name="圆柱体 7"/>
          <p:cNvSpPr/>
          <p:nvPr/>
        </p:nvSpPr>
        <p:spPr>
          <a:xfrm rot="16200000">
            <a:off x="6008850" y="1543219"/>
            <a:ext cx="308473" cy="5094514"/>
          </a:xfrm>
          <a:prstGeom prst="can">
            <a:avLst/>
          </a:prstGeom>
          <a:solidFill>
            <a:schemeClr val="accent5">
              <a:lumMod val="75000"/>
            </a:schemeClr>
          </a:solidFill>
          <a:ln>
            <a:noFill/>
          </a:ln>
        </p:spPr>
        <p:style>
          <a:lnRef idx="0">
            <a:scrgbClr r="0" g="0" b="0"/>
          </a:lnRef>
          <a:fillRef idx="0">
            <a:scrgbClr r="0" g="0" b="0"/>
          </a:fillRef>
          <a:effectRef idx="0">
            <a:scrgbClr r="0" g="0" b="0"/>
          </a:effectRef>
          <a:fontRef idx="minor">
            <a:schemeClr val="lt1"/>
          </a:fontRef>
        </p:style>
        <p:txBody>
          <a:bodyPr vert="eaVert" rtlCol="0" anchor="ctr"/>
          <a:lstStyle/>
          <a:p>
            <a:pPr algn="ctr">
              <a:lnSpc>
                <a:spcPct val="120000"/>
              </a:lnSpc>
            </a:pPr>
            <a:r>
              <a:rPr lang="en-US" altLang="zh-CN" dirty="0">
                <a:solidFill>
                  <a:schemeClr val="tx1"/>
                </a:solidFill>
                <a:latin typeface="微软雅黑 Light" panose="020B0502040204020203" pitchFamily="34" charset="-122"/>
                <a:ea typeface="微软雅黑 Light" panose="020B0502040204020203" pitchFamily="34" charset="-122"/>
                <a:cs typeface="+mn-ea"/>
                <a:sym typeface="+mn-lt"/>
              </a:rPr>
              <a:t>IPv6 over IPv4 </a:t>
            </a:r>
            <a:r>
              <a:rPr lang="zh-CN" altLang="en-US" dirty="0">
                <a:solidFill>
                  <a:schemeClr val="tx1"/>
                </a:solidFill>
                <a:latin typeface="微软雅黑 Light" panose="020B0502040204020203" pitchFamily="34" charset="-122"/>
                <a:ea typeface="微软雅黑 Light" panose="020B0502040204020203" pitchFamily="34" charset="-122"/>
                <a:cs typeface="+mn-ea"/>
                <a:sym typeface="+mn-lt"/>
              </a:rPr>
              <a:t>隧道</a:t>
            </a:r>
            <a:endParaRPr lang="zh-CN" altLang="en-US" dirty="0">
              <a:solidFill>
                <a:schemeClr val="tx1"/>
              </a:solidFill>
              <a:latin typeface="微软雅黑 Light" panose="020B0502040204020203" pitchFamily="34" charset="-122"/>
              <a:ea typeface="微软雅黑 Light" panose="020B0502040204020203" pitchFamily="34" charset="-122"/>
              <a:cs typeface="+mn-ea"/>
              <a:sym typeface="+mn-lt"/>
            </a:endParaRPr>
          </a:p>
        </p:txBody>
      </p:sp>
      <p:sp>
        <p:nvSpPr>
          <p:cNvPr id="9" name="文本框 8"/>
          <p:cNvSpPr txBox="1"/>
          <p:nvPr/>
        </p:nvSpPr>
        <p:spPr>
          <a:xfrm>
            <a:off x="2921676" y="4288441"/>
            <a:ext cx="360996" cy="330411"/>
          </a:xfrm>
          <a:prstGeom prst="rect">
            <a:avLst/>
          </a:prstGeom>
          <a:noFill/>
        </p:spPr>
        <p:txBody>
          <a:bodyPr wrap="none" rtlCol="0">
            <a:spAutoFit/>
          </a:bodyPr>
          <a:lstStyle/>
          <a:p>
            <a:pPr>
              <a:lnSpc>
                <a:spcPct val="120000"/>
              </a:lnSpc>
            </a:pPr>
            <a:r>
              <a:rPr lang="en-US" altLang="zh-CN" sz="1400" dirty="0">
                <a:latin typeface="微软雅黑 Light" panose="020B0502040204020203" pitchFamily="34" charset="-122"/>
                <a:ea typeface="微软雅黑 Light" panose="020B0502040204020203" pitchFamily="34" charset="-122"/>
                <a:cs typeface="+mn-ea"/>
                <a:sym typeface="+mn-lt"/>
              </a:rPr>
              <a:t>R1</a:t>
            </a:r>
            <a:endParaRPr lang="zh-CN" altLang="en-US" sz="1400" dirty="0">
              <a:latin typeface="微软雅黑 Light" panose="020B0502040204020203" pitchFamily="34" charset="-122"/>
              <a:ea typeface="微软雅黑 Light" panose="020B0502040204020203" pitchFamily="34" charset="-122"/>
              <a:cs typeface="+mn-ea"/>
              <a:sym typeface="+mn-lt"/>
            </a:endParaRPr>
          </a:p>
        </p:txBody>
      </p:sp>
      <p:sp>
        <p:nvSpPr>
          <p:cNvPr id="10" name="文本框 9"/>
          <p:cNvSpPr txBox="1"/>
          <p:nvPr/>
        </p:nvSpPr>
        <p:spPr>
          <a:xfrm>
            <a:off x="9019509" y="4284462"/>
            <a:ext cx="391454" cy="330411"/>
          </a:xfrm>
          <a:prstGeom prst="rect">
            <a:avLst/>
          </a:prstGeom>
          <a:noFill/>
        </p:spPr>
        <p:txBody>
          <a:bodyPr wrap="none" rtlCol="0">
            <a:spAutoFit/>
          </a:bodyPr>
          <a:lstStyle/>
          <a:p>
            <a:pPr>
              <a:lnSpc>
                <a:spcPct val="120000"/>
              </a:lnSpc>
            </a:pPr>
            <a:r>
              <a:rPr lang="en-US" altLang="zh-CN" sz="1400" dirty="0">
                <a:latin typeface="微软雅黑 Light" panose="020B0502040204020203" pitchFamily="34" charset="-122"/>
                <a:ea typeface="微软雅黑 Light" panose="020B0502040204020203" pitchFamily="34" charset="-122"/>
                <a:cs typeface="+mn-ea"/>
                <a:sym typeface="+mn-lt"/>
              </a:rPr>
              <a:t>R2</a:t>
            </a:r>
            <a:endParaRPr lang="zh-CN" altLang="en-US" sz="1400" dirty="0">
              <a:latin typeface="微软雅黑 Light" panose="020B0502040204020203" pitchFamily="34" charset="-122"/>
              <a:ea typeface="微软雅黑 Light" panose="020B0502040204020203" pitchFamily="34" charset="-122"/>
              <a:cs typeface="+mn-ea"/>
              <a:sym typeface="+mn-lt"/>
            </a:endParaRPr>
          </a:p>
        </p:txBody>
      </p:sp>
      <p:sp>
        <p:nvSpPr>
          <p:cNvPr id="11" name="文本框 10"/>
          <p:cNvSpPr txBox="1"/>
          <p:nvPr/>
        </p:nvSpPr>
        <p:spPr>
          <a:xfrm>
            <a:off x="3373141" y="4283759"/>
            <a:ext cx="777842" cy="330411"/>
          </a:xfrm>
          <a:prstGeom prst="rect">
            <a:avLst/>
          </a:prstGeom>
          <a:noFill/>
        </p:spPr>
        <p:txBody>
          <a:bodyPr wrap="none" rtlCol="0">
            <a:spAutoFit/>
          </a:bodyPr>
          <a:lstStyle/>
          <a:p>
            <a:pPr>
              <a:lnSpc>
                <a:spcPct val="120000"/>
              </a:lnSpc>
            </a:pPr>
            <a:r>
              <a:rPr lang="en-US" altLang="zh-CN" sz="1400" dirty="0">
                <a:solidFill>
                  <a:srgbClr val="003659"/>
                </a:solidFill>
                <a:latin typeface="微软雅黑 Light" panose="020B0502040204020203" pitchFamily="34" charset="-122"/>
                <a:ea typeface="微软雅黑 Light" panose="020B0502040204020203" pitchFamily="34" charset="-122"/>
                <a:cs typeface="+mn-ea"/>
                <a:sym typeface="+mn-lt"/>
              </a:rPr>
              <a:t>Tunnel1</a:t>
            </a:r>
            <a:endParaRPr lang="zh-CN" altLang="en-US" sz="1400" dirty="0">
              <a:solidFill>
                <a:srgbClr val="003659"/>
              </a:solidFill>
              <a:latin typeface="微软雅黑 Light" panose="020B0502040204020203" pitchFamily="34" charset="-122"/>
              <a:ea typeface="微软雅黑 Light" panose="020B0502040204020203" pitchFamily="34" charset="-122"/>
              <a:cs typeface="+mn-ea"/>
              <a:sym typeface="+mn-lt"/>
            </a:endParaRPr>
          </a:p>
        </p:txBody>
      </p:sp>
      <p:sp>
        <p:nvSpPr>
          <p:cNvPr id="12" name="文本框 11"/>
          <p:cNvSpPr txBox="1"/>
          <p:nvPr/>
        </p:nvSpPr>
        <p:spPr>
          <a:xfrm>
            <a:off x="8059511" y="4283759"/>
            <a:ext cx="777842" cy="330411"/>
          </a:xfrm>
          <a:prstGeom prst="rect">
            <a:avLst/>
          </a:prstGeom>
          <a:noFill/>
        </p:spPr>
        <p:txBody>
          <a:bodyPr wrap="none" rtlCol="0">
            <a:spAutoFit/>
          </a:bodyPr>
          <a:lstStyle/>
          <a:p>
            <a:pPr>
              <a:lnSpc>
                <a:spcPct val="120000"/>
              </a:lnSpc>
            </a:pPr>
            <a:r>
              <a:rPr lang="en-US" altLang="zh-CN" sz="1400" dirty="0">
                <a:solidFill>
                  <a:srgbClr val="003659"/>
                </a:solidFill>
                <a:latin typeface="微软雅黑 Light" panose="020B0502040204020203" pitchFamily="34" charset="-122"/>
                <a:ea typeface="微软雅黑 Light" panose="020B0502040204020203" pitchFamily="34" charset="-122"/>
                <a:cs typeface="+mn-ea"/>
                <a:sym typeface="+mn-lt"/>
              </a:rPr>
              <a:t>Tunnel1</a:t>
            </a:r>
            <a:endParaRPr lang="zh-CN" altLang="en-US" sz="1400" dirty="0">
              <a:solidFill>
                <a:srgbClr val="003659"/>
              </a:solidFill>
              <a:latin typeface="微软雅黑 Light" panose="020B0502040204020203" pitchFamily="34" charset="-122"/>
              <a:ea typeface="微软雅黑 Light" panose="020B0502040204020203" pitchFamily="34" charset="-122"/>
              <a:cs typeface="+mn-ea"/>
              <a:sym typeface="+mn-lt"/>
            </a:endParaRPr>
          </a:p>
        </p:txBody>
      </p:sp>
      <p:sp>
        <p:nvSpPr>
          <p:cNvPr id="13" name="文本框 12"/>
          <p:cNvSpPr txBox="1"/>
          <p:nvPr/>
        </p:nvSpPr>
        <p:spPr>
          <a:xfrm>
            <a:off x="2525187" y="3373973"/>
            <a:ext cx="1441420" cy="585610"/>
          </a:xfrm>
          <a:prstGeom prst="rect">
            <a:avLst/>
          </a:prstGeom>
          <a:noFill/>
        </p:spPr>
        <p:txBody>
          <a:bodyPr wrap="none" rtlCol="0">
            <a:spAutoFit/>
          </a:bodyPr>
          <a:lstStyle/>
          <a:p>
            <a:pPr>
              <a:lnSpc>
                <a:spcPct val="120000"/>
              </a:lnSpc>
            </a:pPr>
            <a:r>
              <a:rPr lang="zh-CN" altLang="en-US" sz="1400" dirty="0">
                <a:latin typeface="微软雅黑 Light" panose="020B0502040204020203" pitchFamily="34" charset="-122"/>
                <a:ea typeface="微软雅黑 Light" panose="020B0502040204020203" pitchFamily="34" charset="-122"/>
                <a:cs typeface="+mn-ea"/>
                <a:sym typeface="+mn-lt"/>
              </a:rPr>
              <a:t>隧道源</a:t>
            </a:r>
            <a:r>
              <a:rPr lang="en-US" altLang="zh-CN" sz="1400" dirty="0">
                <a:latin typeface="微软雅黑 Light" panose="020B0502040204020203" pitchFamily="34" charset="-122"/>
                <a:ea typeface="微软雅黑 Light" panose="020B0502040204020203" pitchFamily="34" charset="-122"/>
                <a:cs typeface="+mn-ea"/>
                <a:sym typeface="+mn-lt"/>
              </a:rPr>
              <a:t>IPv4</a:t>
            </a:r>
            <a:r>
              <a:rPr lang="zh-CN" altLang="en-US" sz="1400" dirty="0">
                <a:latin typeface="微软雅黑 Light" panose="020B0502040204020203" pitchFamily="34" charset="-122"/>
                <a:ea typeface="微软雅黑 Light" panose="020B0502040204020203" pitchFamily="34" charset="-122"/>
                <a:cs typeface="+mn-ea"/>
                <a:sym typeface="+mn-lt"/>
              </a:rPr>
              <a:t>地址</a:t>
            </a:r>
            <a:endParaRPr lang="en-US" altLang="zh-CN" sz="1400" dirty="0">
              <a:latin typeface="微软雅黑 Light" panose="020B0502040204020203" pitchFamily="34" charset="-122"/>
              <a:ea typeface="微软雅黑 Light" panose="020B0502040204020203" pitchFamily="34" charset="-122"/>
              <a:cs typeface="+mn-ea"/>
              <a:sym typeface="+mn-lt"/>
            </a:endParaRPr>
          </a:p>
          <a:p>
            <a:pPr>
              <a:lnSpc>
                <a:spcPct val="120000"/>
              </a:lnSpc>
            </a:pPr>
            <a:r>
              <a:rPr lang="en-US" altLang="zh-CN" sz="1400" dirty="0">
                <a:latin typeface="微软雅黑 Light" panose="020B0502040204020203" pitchFamily="34" charset="-122"/>
                <a:ea typeface="微软雅黑 Light" panose="020B0502040204020203" pitchFamily="34" charset="-122"/>
                <a:cs typeface="+mn-ea"/>
                <a:sym typeface="+mn-lt"/>
              </a:rPr>
              <a:t>Loopback0</a:t>
            </a:r>
            <a:endParaRPr lang="zh-CN" altLang="en-US" sz="1400" dirty="0">
              <a:latin typeface="微软雅黑 Light" panose="020B0502040204020203" pitchFamily="34" charset="-122"/>
              <a:ea typeface="微软雅黑 Light" panose="020B0502040204020203" pitchFamily="34" charset="-122"/>
              <a:cs typeface="+mn-ea"/>
              <a:sym typeface="+mn-lt"/>
            </a:endParaRPr>
          </a:p>
        </p:txBody>
      </p:sp>
      <p:sp>
        <p:nvSpPr>
          <p:cNvPr id="14" name="文本框 13"/>
          <p:cNvSpPr txBox="1"/>
          <p:nvPr/>
        </p:nvSpPr>
        <p:spPr>
          <a:xfrm>
            <a:off x="8568086" y="3373973"/>
            <a:ext cx="1441420" cy="585610"/>
          </a:xfrm>
          <a:prstGeom prst="rect">
            <a:avLst/>
          </a:prstGeom>
          <a:noFill/>
        </p:spPr>
        <p:txBody>
          <a:bodyPr wrap="none" rtlCol="0">
            <a:spAutoFit/>
          </a:bodyPr>
          <a:lstStyle/>
          <a:p>
            <a:pPr>
              <a:lnSpc>
                <a:spcPct val="120000"/>
              </a:lnSpc>
            </a:pPr>
            <a:r>
              <a:rPr lang="zh-CN" altLang="en-US" sz="1400" dirty="0">
                <a:latin typeface="微软雅黑 Light" panose="020B0502040204020203" pitchFamily="34" charset="-122"/>
                <a:ea typeface="微软雅黑 Light" panose="020B0502040204020203" pitchFamily="34" charset="-122"/>
                <a:cs typeface="+mn-ea"/>
                <a:sym typeface="+mn-lt"/>
              </a:rPr>
              <a:t>隧道源</a:t>
            </a:r>
            <a:r>
              <a:rPr lang="en-US" altLang="zh-CN" sz="1400" dirty="0">
                <a:latin typeface="微软雅黑 Light" panose="020B0502040204020203" pitchFamily="34" charset="-122"/>
                <a:ea typeface="微软雅黑 Light" panose="020B0502040204020203" pitchFamily="34" charset="-122"/>
                <a:cs typeface="+mn-ea"/>
                <a:sym typeface="+mn-lt"/>
              </a:rPr>
              <a:t>IPv4</a:t>
            </a:r>
            <a:r>
              <a:rPr lang="zh-CN" altLang="en-US" sz="1400" dirty="0">
                <a:latin typeface="微软雅黑 Light" panose="020B0502040204020203" pitchFamily="34" charset="-122"/>
                <a:ea typeface="微软雅黑 Light" panose="020B0502040204020203" pitchFamily="34" charset="-122"/>
                <a:cs typeface="+mn-ea"/>
                <a:sym typeface="+mn-lt"/>
              </a:rPr>
              <a:t>地址</a:t>
            </a:r>
            <a:endParaRPr lang="en-US" altLang="zh-CN" sz="1400" dirty="0">
              <a:latin typeface="微软雅黑 Light" panose="020B0502040204020203" pitchFamily="34" charset="-122"/>
              <a:ea typeface="微软雅黑 Light" panose="020B0502040204020203" pitchFamily="34" charset="-122"/>
              <a:cs typeface="+mn-ea"/>
              <a:sym typeface="+mn-lt"/>
            </a:endParaRPr>
          </a:p>
          <a:p>
            <a:pPr>
              <a:lnSpc>
                <a:spcPct val="120000"/>
              </a:lnSpc>
            </a:pPr>
            <a:r>
              <a:rPr lang="en-US" altLang="zh-CN" sz="1400" dirty="0">
                <a:latin typeface="微软雅黑 Light" panose="020B0502040204020203" pitchFamily="34" charset="-122"/>
                <a:ea typeface="微软雅黑 Light" panose="020B0502040204020203" pitchFamily="34" charset="-122"/>
                <a:cs typeface="+mn-ea"/>
                <a:sym typeface="+mn-lt"/>
              </a:rPr>
              <a:t>Loopback0</a:t>
            </a:r>
            <a:endParaRPr lang="zh-CN" altLang="en-US" sz="1400" dirty="0">
              <a:latin typeface="微软雅黑 Light" panose="020B0502040204020203" pitchFamily="34" charset="-122"/>
              <a:ea typeface="微软雅黑 Light" panose="020B0502040204020203" pitchFamily="34" charset="-122"/>
              <a:cs typeface="+mn-ea"/>
              <a:sym typeface="+mn-lt"/>
            </a:endParaRPr>
          </a:p>
        </p:txBody>
      </p:sp>
      <p:sp>
        <p:nvSpPr>
          <p:cNvPr id="15" name="矩形 14"/>
          <p:cNvSpPr/>
          <p:nvPr/>
        </p:nvSpPr>
        <p:spPr>
          <a:xfrm>
            <a:off x="4633230" y="4743526"/>
            <a:ext cx="3082212" cy="523219"/>
          </a:xfrm>
          <a:prstGeom prst="rect">
            <a:avLst/>
          </a:prstGeom>
          <a:solidFill>
            <a:schemeClr val="accent1">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20000"/>
              </a:lnSpc>
            </a:pPr>
            <a:r>
              <a:rPr lang="zh-CN" altLang="en-US" sz="1400" dirty="0">
                <a:solidFill>
                  <a:schemeClr val="tx1"/>
                </a:solidFill>
                <a:latin typeface="微软雅黑 Light" panose="020B0502040204020203" pitchFamily="34" charset="-122"/>
                <a:ea typeface="微软雅黑 Light" panose="020B0502040204020203" pitchFamily="34" charset="-122"/>
                <a:cs typeface="+mn-ea"/>
                <a:sym typeface="+mn-lt"/>
              </a:rPr>
              <a:t>源</a:t>
            </a:r>
            <a:r>
              <a:rPr lang="en-US" altLang="zh-CN" sz="1400" dirty="0">
                <a:solidFill>
                  <a:schemeClr val="tx1"/>
                </a:solidFill>
                <a:latin typeface="微软雅黑 Light" panose="020B0502040204020203" pitchFamily="34" charset="-122"/>
                <a:ea typeface="微软雅黑 Light" panose="020B0502040204020203" pitchFamily="34" charset="-122"/>
                <a:cs typeface="+mn-ea"/>
                <a:sym typeface="+mn-lt"/>
              </a:rPr>
              <a:t>IPv4</a:t>
            </a:r>
            <a:r>
              <a:rPr lang="zh-CN" altLang="en-US" sz="1400" dirty="0">
                <a:solidFill>
                  <a:schemeClr val="tx1"/>
                </a:solidFill>
                <a:latin typeface="微软雅黑 Light" panose="020B0502040204020203" pitchFamily="34" charset="-122"/>
                <a:ea typeface="微软雅黑 Light" panose="020B0502040204020203" pitchFamily="34" charset="-122"/>
                <a:cs typeface="+mn-ea"/>
                <a:sym typeface="+mn-lt"/>
              </a:rPr>
              <a:t>地址：隧道源</a:t>
            </a:r>
            <a:r>
              <a:rPr lang="en-US" altLang="zh-CN" sz="1400" dirty="0">
                <a:solidFill>
                  <a:schemeClr val="tx1"/>
                </a:solidFill>
                <a:latin typeface="微软雅黑 Light" panose="020B0502040204020203" pitchFamily="34" charset="-122"/>
                <a:ea typeface="微软雅黑 Light" panose="020B0502040204020203" pitchFamily="34" charset="-122"/>
                <a:cs typeface="+mn-ea"/>
                <a:sym typeface="+mn-lt"/>
              </a:rPr>
              <a:t>IPv4</a:t>
            </a:r>
            <a:r>
              <a:rPr lang="zh-CN" altLang="en-US" sz="1400" dirty="0">
                <a:solidFill>
                  <a:schemeClr val="tx1"/>
                </a:solidFill>
                <a:latin typeface="微软雅黑 Light" panose="020B0502040204020203" pitchFamily="34" charset="-122"/>
                <a:ea typeface="微软雅黑 Light" panose="020B0502040204020203" pitchFamily="34" charset="-122"/>
                <a:cs typeface="+mn-ea"/>
                <a:sym typeface="+mn-lt"/>
              </a:rPr>
              <a:t>地址</a:t>
            </a:r>
            <a:endParaRPr lang="en-US" altLang="zh-CN" sz="1400" dirty="0">
              <a:solidFill>
                <a:schemeClr val="tx1"/>
              </a:solidFill>
              <a:latin typeface="微软雅黑 Light" panose="020B0502040204020203" pitchFamily="34" charset="-122"/>
              <a:ea typeface="微软雅黑 Light" panose="020B0502040204020203" pitchFamily="34" charset="-122"/>
              <a:cs typeface="+mn-ea"/>
              <a:sym typeface="+mn-lt"/>
            </a:endParaRPr>
          </a:p>
          <a:p>
            <a:pPr algn="ctr">
              <a:lnSpc>
                <a:spcPct val="120000"/>
              </a:lnSpc>
            </a:pPr>
            <a:r>
              <a:rPr lang="zh-CN" altLang="en-US" sz="1400" dirty="0">
                <a:solidFill>
                  <a:schemeClr val="tx1"/>
                </a:solidFill>
                <a:latin typeface="微软雅黑 Light" panose="020B0502040204020203" pitchFamily="34" charset="-122"/>
                <a:ea typeface="微软雅黑 Light" panose="020B0502040204020203" pitchFamily="34" charset="-122"/>
                <a:cs typeface="+mn-ea"/>
                <a:sym typeface="+mn-lt"/>
              </a:rPr>
              <a:t>目的</a:t>
            </a:r>
            <a:r>
              <a:rPr lang="en-US" altLang="zh-CN" sz="1400" dirty="0">
                <a:solidFill>
                  <a:schemeClr val="tx1"/>
                </a:solidFill>
                <a:latin typeface="微软雅黑 Light" panose="020B0502040204020203" pitchFamily="34" charset="-122"/>
                <a:ea typeface="微软雅黑 Light" panose="020B0502040204020203" pitchFamily="34" charset="-122"/>
                <a:cs typeface="+mn-ea"/>
                <a:sym typeface="+mn-lt"/>
              </a:rPr>
              <a:t>IPv4</a:t>
            </a:r>
            <a:r>
              <a:rPr lang="zh-CN" altLang="en-US" sz="1400" dirty="0">
                <a:solidFill>
                  <a:schemeClr val="tx1"/>
                </a:solidFill>
                <a:latin typeface="微软雅黑 Light" panose="020B0502040204020203" pitchFamily="34" charset="-122"/>
                <a:ea typeface="微软雅黑 Light" panose="020B0502040204020203" pitchFamily="34" charset="-122"/>
                <a:cs typeface="+mn-ea"/>
                <a:sym typeface="+mn-lt"/>
              </a:rPr>
              <a:t>地址：隧道目的</a:t>
            </a:r>
            <a:r>
              <a:rPr lang="en-US" altLang="zh-CN" sz="1400" dirty="0">
                <a:solidFill>
                  <a:schemeClr val="tx1"/>
                </a:solidFill>
                <a:latin typeface="微软雅黑 Light" panose="020B0502040204020203" pitchFamily="34" charset="-122"/>
                <a:ea typeface="微软雅黑 Light" panose="020B0502040204020203" pitchFamily="34" charset="-122"/>
                <a:cs typeface="+mn-ea"/>
                <a:sym typeface="+mn-lt"/>
              </a:rPr>
              <a:t>IPv4</a:t>
            </a:r>
            <a:r>
              <a:rPr lang="zh-CN" altLang="en-US" sz="1400" dirty="0">
                <a:solidFill>
                  <a:schemeClr val="tx1"/>
                </a:solidFill>
                <a:latin typeface="微软雅黑 Light" panose="020B0502040204020203" pitchFamily="34" charset="-122"/>
                <a:ea typeface="微软雅黑 Light" panose="020B0502040204020203" pitchFamily="34" charset="-122"/>
                <a:cs typeface="+mn-ea"/>
                <a:sym typeface="+mn-lt"/>
              </a:rPr>
              <a:t>地址</a:t>
            </a:r>
            <a:endParaRPr lang="zh-CN" altLang="en-US" sz="1400" dirty="0">
              <a:solidFill>
                <a:schemeClr val="tx1"/>
              </a:solidFill>
              <a:latin typeface="微软雅黑 Light" panose="020B0502040204020203" pitchFamily="34" charset="-122"/>
              <a:ea typeface="微软雅黑 Light" panose="020B0502040204020203" pitchFamily="34" charset="-122"/>
              <a:cs typeface="+mn-ea"/>
              <a:sym typeface="+mn-lt"/>
            </a:endParaRPr>
          </a:p>
        </p:txBody>
      </p:sp>
      <p:sp>
        <p:nvSpPr>
          <p:cNvPr id="16" name="矩形 15"/>
          <p:cNvSpPr/>
          <p:nvPr/>
        </p:nvSpPr>
        <p:spPr>
          <a:xfrm>
            <a:off x="4633230" y="5282265"/>
            <a:ext cx="3082211" cy="523220"/>
          </a:xfrm>
          <a:prstGeom prst="rect">
            <a:avLst/>
          </a:prstGeom>
          <a:solidFill>
            <a:schemeClr val="accent1">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20000"/>
              </a:lnSpc>
            </a:pPr>
            <a:r>
              <a:rPr lang="zh-CN" altLang="en-US" sz="1400" dirty="0">
                <a:solidFill>
                  <a:schemeClr val="tx1"/>
                </a:solidFill>
                <a:latin typeface="微软雅黑 Light" panose="020B0502040204020203" pitchFamily="34" charset="-122"/>
                <a:ea typeface="微软雅黑 Light" panose="020B0502040204020203" pitchFamily="34" charset="-122"/>
                <a:cs typeface="+mn-ea"/>
                <a:sym typeface="+mn-lt"/>
              </a:rPr>
              <a:t>源地址：</a:t>
            </a:r>
            <a:r>
              <a:rPr lang="en-US" altLang="zh-CN" sz="1400" dirty="0">
                <a:solidFill>
                  <a:schemeClr val="tx1"/>
                </a:solidFill>
                <a:latin typeface="微软雅黑 Light" panose="020B0502040204020203" pitchFamily="34" charset="-122"/>
                <a:ea typeface="微软雅黑 Light" panose="020B0502040204020203" pitchFamily="34" charset="-122"/>
                <a:cs typeface="+mn-ea"/>
                <a:sym typeface="+mn-lt"/>
              </a:rPr>
              <a:t> PC1</a:t>
            </a:r>
            <a:r>
              <a:rPr lang="zh-CN" altLang="en-US" sz="1400" dirty="0">
                <a:solidFill>
                  <a:schemeClr val="tx1"/>
                </a:solidFill>
                <a:latin typeface="微软雅黑 Light" panose="020B0502040204020203" pitchFamily="34" charset="-122"/>
                <a:ea typeface="微软雅黑 Light" panose="020B0502040204020203" pitchFamily="34" charset="-122"/>
                <a:cs typeface="+mn-ea"/>
                <a:sym typeface="+mn-lt"/>
              </a:rPr>
              <a:t>的</a:t>
            </a:r>
            <a:r>
              <a:rPr lang="en-US" altLang="zh-CN" sz="1400" dirty="0">
                <a:solidFill>
                  <a:schemeClr val="tx1"/>
                </a:solidFill>
                <a:latin typeface="微软雅黑 Light" panose="020B0502040204020203" pitchFamily="34" charset="-122"/>
                <a:ea typeface="微软雅黑 Light" panose="020B0502040204020203" pitchFamily="34" charset="-122"/>
                <a:cs typeface="+mn-ea"/>
                <a:sym typeface="+mn-lt"/>
              </a:rPr>
              <a:t>IPv6</a:t>
            </a:r>
            <a:r>
              <a:rPr lang="zh-CN" altLang="en-US" sz="1400" dirty="0">
                <a:solidFill>
                  <a:schemeClr val="tx1"/>
                </a:solidFill>
                <a:latin typeface="微软雅黑 Light" panose="020B0502040204020203" pitchFamily="34" charset="-122"/>
                <a:ea typeface="微软雅黑 Light" panose="020B0502040204020203" pitchFamily="34" charset="-122"/>
                <a:cs typeface="+mn-ea"/>
                <a:sym typeface="+mn-lt"/>
              </a:rPr>
              <a:t>地址</a:t>
            </a:r>
            <a:endParaRPr lang="en-US" altLang="zh-CN" sz="1400" dirty="0">
              <a:solidFill>
                <a:schemeClr val="tx1"/>
              </a:solidFill>
              <a:latin typeface="微软雅黑 Light" panose="020B0502040204020203" pitchFamily="34" charset="-122"/>
              <a:ea typeface="微软雅黑 Light" panose="020B0502040204020203" pitchFamily="34" charset="-122"/>
              <a:cs typeface="+mn-ea"/>
              <a:sym typeface="+mn-lt"/>
            </a:endParaRPr>
          </a:p>
          <a:p>
            <a:pPr algn="ctr">
              <a:lnSpc>
                <a:spcPct val="120000"/>
              </a:lnSpc>
            </a:pPr>
            <a:r>
              <a:rPr lang="zh-CN" altLang="en-US" sz="1400" dirty="0">
                <a:solidFill>
                  <a:schemeClr val="tx1"/>
                </a:solidFill>
                <a:latin typeface="微软雅黑 Light" panose="020B0502040204020203" pitchFamily="34" charset="-122"/>
                <a:ea typeface="微软雅黑 Light" panose="020B0502040204020203" pitchFamily="34" charset="-122"/>
                <a:cs typeface="+mn-ea"/>
                <a:sym typeface="+mn-lt"/>
              </a:rPr>
              <a:t>目的地址：</a:t>
            </a:r>
            <a:r>
              <a:rPr lang="en-US" altLang="zh-CN" sz="1400" dirty="0">
                <a:solidFill>
                  <a:schemeClr val="tx1"/>
                </a:solidFill>
                <a:latin typeface="微软雅黑 Light" panose="020B0502040204020203" pitchFamily="34" charset="-122"/>
                <a:ea typeface="微软雅黑 Light" panose="020B0502040204020203" pitchFamily="34" charset="-122"/>
                <a:cs typeface="+mn-ea"/>
                <a:sym typeface="+mn-lt"/>
              </a:rPr>
              <a:t>PC2</a:t>
            </a:r>
            <a:r>
              <a:rPr lang="zh-CN" altLang="en-US" sz="1400" dirty="0">
                <a:solidFill>
                  <a:schemeClr val="tx1"/>
                </a:solidFill>
                <a:latin typeface="微软雅黑 Light" panose="020B0502040204020203" pitchFamily="34" charset="-122"/>
                <a:ea typeface="微软雅黑 Light" panose="020B0502040204020203" pitchFamily="34" charset="-122"/>
                <a:cs typeface="+mn-ea"/>
                <a:sym typeface="+mn-lt"/>
              </a:rPr>
              <a:t>的</a:t>
            </a:r>
            <a:r>
              <a:rPr lang="en-US" altLang="zh-CN" sz="1400" dirty="0">
                <a:solidFill>
                  <a:schemeClr val="tx1"/>
                </a:solidFill>
                <a:latin typeface="微软雅黑 Light" panose="020B0502040204020203" pitchFamily="34" charset="-122"/>
                <a:ea typeface="微软雅黑 Light" panose="020B0502040204020203" pitchFamily="34" charset="-122"/>
                <a:cs typeface="+mn-ea"/>
                <a:sym typeface="+mn-lt"/>
              </a:rPr>
              <a:t>IPv6</a:t>
            </a:r>
            <a:r>
              <a:rPr lang="zh-CN" altLang="en-US" sz="1400" dirty="0">
                <a:solidFill>
                  <a:schemeClr val="tx1"/>
                </a:solidFill>
                <a:latin typeface="微软雅黑 Light" panose="020B0502040204020203" pitchFamily="34" charset="-122"/>
                <a:ea typeface="微软雅黑 Light" panose="020B0502040204020203" pitchFamily="34" charset="-122"/>
                <a:cs typeface="+mn-ea"/>
                <a:sym typeface="+mn-lt"/>
              </a:rPr>
              <a:t>地址</a:t>
            </a:r>
            <a:endParaRPr lang="zh-CN" altLang="en-US" sz="1400" dirty="0">
              <a:solidFill>
                <a:schemeClr val="tx1"/>
              </a:solidFill>
              <a:latin typeface="微软雅黑 Light" panose="020B0502040204020203" pitchFamily="34" charset="-122"/>
              <a:ea typeface="微软雅黑 Light" panose="020B0502040204020203" pitchFamily="34" charset="-122"/>
              <a:cs typeface="+mn-ea"/>
              <a:sym typeface="+mn-lt"/>
            </a:endParaRPr>
          </a:p>
        </p:txBody>
      </p:sp>
      <p:sp>
        <p:nvSpPr>
          <p:cNvPr id="17" name="文本框 16"/>
          <p:cNvSpPr txBox="1"/>
          <p:nvPr/>
        </p:nvSpPr>
        <p:spPr>
          <a:xfrm>
            <a:off x="1460118" y="4329926"/>
            <a:ext cx="902811" cy="587084"/>
          </a:xfrm>
          <a:prstGeom prst="rect">
            <a:avLst/>
          </a:prstGeom>
          <a:noFill/>
        </p:spPr>
        <p:txBody>
          <a:bodyPr wrap="none" rtlCol="0">
            <a:spAutoFit/>
          </a:bodyPr>
          <a:lstStyle/>
          <a:p>
            <a:pPr algn="ctr">
              <a:lnSpc>
                <a:spcPct val="120000"/>
              </a:lnSpc>
            </a:pPr>
            <a:r>
              <a:rPr lang="en-US" altLang="zh-CN" sz="1400" b="1" dirty="0">
                <a:latin typeface="微软雅黑 Light" panose="020B0502040204020203" pitchFamily="34" charset="-122"/>
                <a:ea typeface="微软雅黑 Light" panose="020B0502040204020203" pitchFamily="34" charset="-122"/>
                <a:cs typeface="+mn-ea"/>
                <a:sym typeface="+mn-lt"/>
              </a:rPr>
              <a:t>PC1</a:t>
            </a:r>
            <a:endParaRPr lang="en-US" altLang="zh-CN" sz="1400" b="1" dirty="0">
              <a:latin typeface="微软雅黑 Light" panose="020B0502040204020203" pitchFamily="34" charset="-122"/>
              <a:ea typeface="微软雅黑 Light" panose="020B0502040204020203" pitchFamily="34" charset="-122"/>
              <a:cs typeface="+mn-ea"/>
              <a:sym typeface="+mn-lt"/>
            </a:endParaRPr>
          </a:p>
          <a:p>
            <a:pPr algn="ctr">
              <a:lnSpc>
                <a:spcPct val="120000"/>
              </a:lnSpc>
            </a:pPr>
            <a:r>
              <a:rPr lang="en-US" altLang="zh-CN" sz="1400" dirty="0">
                <a:latin typeface="微软雅黑 Light" panose="020B0502040204020203" pitchFamily="34" charset="-122"/>
                <a:ea typeface="微软雅黑 Light" panose="020B0502040204020203" pitchFamily="34" charset="-122"/>
                <a:cs typeface="+mn-ea"/>
                <a:sym typeface="+mn-lt"/>
              </a:rPr>
              <a:t>IPv6</a:t>
            </a:r>
            <a:r>
              <a:rPr lang="zh-CN" altLang="en-US" sz="1400" dirty="0">
                <a:latin typeface="微软雅黑 Light" panose="020B0502040204020203" pitchFamily="34" charset="-122"/>
                <a:ea typeface="微软雅黑 Light" panose="020B0502040204020203" pitchFamily="34" charset="-122"/>
                <a:cs typeface="+mn-ea"/>
                <a:sym typeface="+mn-lt"/>
              </a:rPr>
              <a:t>主机</a:t>
            </a:r>
            <a:endParaRPr lang="zh-CN" altLang="en-US" sz="1400" dirty="0">
              <a:latin typeface="微软雅黑 Light" panose="020B0502040204020203" pitchFamily="34" charset="-122"/>
              <a:ea typeface="微软雅黑 Light" panose="020B0502040204020203" pitchFamily="34" charset="-122"/>
              <a:cs typeface="+mn-ea"/>
              <a:sym typeface="+mn-lt"/>
            </a:endParaRPr>
          </a:p>
        </p:txBody>
      </p:sp>
      <p:sp>
        <p:nvSpPr>
          <p:cNvPr id="18" name="文本框 17"/>
          <p:cNvSpPr txBox="1"/>
          <p:nvPr/>
        </p:nvSpPr>
        <p:spPr>
          <a:xfrm>
            <a:off x="10081604" y="4329926"/>
            <a:ext cx="902811" cy="587084"/>
          </a:xfrm>
          <a:prstGeom prst="rect">
            <a:avLst/>
          </a:prstGeom>
          <a:noFill/>
        </p:spPr>
        <p:txBody>
          <a:bodyPr wrap="none" rtlCol="0">
            <a:spAutoFit/>
          </a:bodyPr>
          <a:lstStyle/>
          <a:p>
            <a:pPr algn="ctr">
              <a:lnSpc>
                <a:spcPct val="120000"/>
              </a:lnSpc>
            </a:pPr>
            <a:r>
              <a:rPr lang="en-US" altLang="zh-CN" sz="1400" b="1" dirty="0">
                <a:latin typeface="微软雅黑 Light" panose="020B0502040204020203" pitchFamily="34" charset="-122"/>
                <a:ea typeface="微软雅黑 Light" panose="020B0502040204020203" pitchFamily="34" charset="-122"/>
                <a:cs typeface="+mn-ea"/>
                <a:sym typeface="+mn-lt"/>
              </a:rPr>
              <a:t>PC2</a:t>
            </a:r>
            <a:endParaRPr lang="en-US" altLang="zh-CN" sz="1400" b="1" dirty="0">
              <a:latin typeface="微软雅黑 Light" panose="020B0502040204020203" pitchFamily="34" charset="-122"/>
              <a:ea typeface="微软雅黑 Light" panose="020B0502040204020203" pitchFamily="34" charset="-122"/>
              <a:cs typeface="+mn-ea"/>
              <a:sym typeface="+mn-lt"/>
            </a:endParaRPr>
          </a:p>
          <a:p>
            <a:pPr algn="ctr">
              <a:lnSpc>
                <a:spcPct val="120000"/>
              </a:lnSpc>
            </a:pPr>
            <a:r>
              <a:rPr lang="en-US" altLang="zh-CN" sz="1400" dirty="0">
                <a:latin typeface="微软雅黑 Light" panose="020B0502040204020203" pitchFamily="34" charset="-122"/>
                <a:ea typeface="微软雅黑 Light" panose="020B0502040204020203" pitchFamily="34" charset="-122"/>
                <a:cs typeface="+mn-ea"/>
                <a:sym typeface="+mn-lt"/>
              </a:rPr>
              <a:t>IPv6</a:t>
            </a:r>
            <a:r>
              <a:rPr lang="zh-CN" altLang="en-US" sz="1400" dirty="0">
                <a:latin typeface="微软雅黑 Light" panose="020B0502040204020203" pitchFamily="34" charset="-122"/>
                <a:ea typeface="微软雅黑 Light" panose="020B0502040204020203" pitchFamily="34" charset="-122"/>
                <a:cs typeface="+mn-ea"/>
                <a:sym typeface="+mn-lt"/>
              </a:rPr>
              <a:t>主机</a:t>
            </a:r>
            <a:endParaRPr lang="zh-CN" altLang="en-US" sz="1400" dirty="0">
              <a:latin typeface="微软雅黑 Light" panose="020B0502040204020203" pitchFamily="34" charset="-122"/>
              <a:ea typeface="微软雅黑 Light" panose="020B0502040204020203" pitchFamily="34" charset="-122"/>
              <a:cs typeface="+mn-ea"/>
              <a:sym typeface="+mn-lt"/>
            </a:endParaRPr>
          </a:p>
        </p:txBody>
      </p:sp>
      <p:sp>
        <p:nvSpPr>
          <p:cNvPr id="19" name="矩形 18"/>
          <p:cNvSpPr/>
          <p:nvPr/>
        </p:nvSpPr>
        <p:spPr>
          <a:xfrm>
            <a:off x="4633230" y="5821004"/>
            <a:ext cx="3082211" cy="292270"/>
          </a:xfrm>
          <a:prstGeom prst="rect">
            <a:avLst/>
          </a:prstGeom>
          <a:solidFill>
            <a:schemeClr val="accent6">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20000"/>
              </a:lnSpc>
            </a:pPr>
            <a:r>
              <a:rPr lang="zh-CN" altLang="en-US" sz="1400" dirty="0">
                <a:solidFill>
                  <a:schemeClr val="tx1"/>
                </a:solidFill>
                <a:latin typeface="微软雅黑 Light" panose="020B0502040204020203" pitchFamily="34" charset="-122"/>
                <a:ea typeface="微软雅黑 Light" panose="020B0502040204020203" pitchFamily="34" charset="-122"/>
                <a:cs typeface="+mn-ea"/>
                <a:sym typeface="+mn-lt"/>
              </a:rPr>
              <a:t>载荷</a:t>
            </a:r>
            <a:endParaRPr lang="zh-CN" altLang="en-US" sz="1400" dirty="0">
              <a:solidFill>
                <a:schemeClr val="tx1"/>
              </a:solidFill>
              <a:latin typeface="微软雅黑 Light" panose="020B0502040204020203" pitchFamily="34" charset="-122"/>
              <a:ea typeface="微软雅黑 Light" panose="020B0502040204020203" pitchFamily="34" charset="-122"/>
              <a:cs typeface="+mn-ea"/>
              <a:sym typeface="+mn-lt"/>
            </a:endParaRPr>
          </a:p>
        </p:txBody>
      </p:sp>
      <p:sp>
        <p:nvSpPr>
          <p:cNvPr id="20" name="矩形 19"/>
          <p:cNvSpPr/>
          <p:nvPr/>
        </p:nvSpPr>
        <p:spPr>
          <a:xfrm>
            <a:off x="516258" y="5282265"/>
            <a:ext cx="2372463" cy="523220"/>
          </a:xfrm>
          <a:prstGeom prst="rect">
            <a:avLst/>
          </a:prstGeom>
          <a:solidFill>
            <a:schemeClr val="accent1">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20000"/>
              </a:lnSpc>
            </a:pPr>
            <a:r>
              <a:rPr lang="zh-CN" altLang="en-US" sz="1400" dirty="0">
                <a:solidFill>
                  <a:schemeClr val="tx1"/>
                </a:solidFill>
                <a:latin typeface="微软雅黑 Light" panose="020B0502040204020203" pitchFamily="34" charset="-122"/>
                <a:ea typeface="微软雅黑 Light" panose="020B0502040204020203" pitchFamily="34" charset="-122"/>
                <a:cs typeface="+mn-ea"/>
                <a:sym typeface="+mn-lt"/>
              </a:rPr>
              <a:t>源地址：</a:t>
            </a:r>
            <a:r>
              <a:rPr lang="en-US" altLang="zh-CN" sz="1400" dirty="0">
                <a:solidFill>
                  <a:schemeClr val="tx1"/>
                </a:solidFill>
                <a:latin typeface="微软雅黑 Light" panose="020B0502040204020203" pitchFamily="34" charset="-122"/>
                <a:ea typeface="微软雅黑 Light" panose="020B0502040204020203" pitchFamily="34" charset="-122"/>
                <a:cs typeface="+mn-ea"/>
                <a:sym typeface="+mn-lt"/>
              </a:rPr>
              <a:t> PC1</a:t>
            </a:r>
            <a:r>
              <a:rPr lang="zh-CN" altLang="en-US" sz="1400" dirty="0">
                <a:solidFill>
                  <a:schemeClr val="tx1"/>
                </a:solidFill>
                <a:latin typeface="微软雅黑 Light" panose="020B0502040204020203" pitchFamily="34" charset="-122"/>
                <a:ea typeface="微软雅黑 Light" panose="020B0502040204020203" pitchFamily="34" charset="-122"/>
                <a:cs typeface="+mn-ea"/>
                <a:sym typeface="+mn-lt"/>
              </a:rPr>
              <a:t>的</a:t>
            </a:r>
            <a:r>
              <a:rPr lang="en-US" altLang="zh-CN" sz="1400" dirty="0">
                <a:solidFill>
                  <a:schemeClr val="tx1"/>
                </a:solidFill>
                <a:latin typeface="微软雅黑 Light" panose="020B0502040204020203" pitchFamily="34" charset="-122"/>
                <a:ea typeface="微软雅黑 Light" panose="020B0502040204020203" pitchFamily="34" charset="-122"/>
                <a:cs typeface="+mn-ea"/>
                <a:sym typeface="+mn-lt"/>
              </a:rPr>
              <a:t>IPv6</a:t>
            </a:r>
            <a:r>
              <a:rPr lang="zh-CN" altLang="en-US" sz="1400" dirty="0">
                <a:solidFill>
                  <a:schemeClr val="tx1"/>
                </a:solidFill>
                <a:latin typeface="微软雅黑 Light" panose="020B0502040204020203" pitchFamily="34" charset="-122"/>
                <a:ea typeface="微软雅黑 Light" panose="020B0502040204020203" pitchFamily="34" charset="-122"/>
                <a:cs typeface="+mn-ea"/>
                <a:sym typeface="+mn-lt"/>
              </a:rPr>
              <a:t>地址</a:t>
            </a:r>
            <a:endParaRPr lang="en-US" altLang="zh-CN" sz="1400" dirty="0">
              <a:solidFill>
                <a:schemeClr val="tx1"/>
              </a:solidFill>
              <a:latin typeface="微软雅黑 Light" panose="020B0502040204020203" pitchFamily="34" charset="-122"/>
              <a:ea typeface="微软雅黑 Light" panose="020B0502040204020203" pitchFamily="34" charset="-122"/>
              <a:cs typeface="+mn-ea"/>
              <a:sym typeface="+mn-lt"/>
            </a:endParaRPr>
          </a:p>
          <a:p>
            <a:pPr algn="ctr">
              <a:lnSpc>
                <a:spcPct val="120000"/>
              </a:lnSpc>
            </a:pPr>
            <a:r>
              <a:rPr lang="zh-CN" altLang="en-US" sz="1400" dirty="0">
                <a:solidFill>
                  <a:schemeClr val="tx1"/>
                </a:solidFill>
                <a:latin typeface="微软雅黑 Light" panose="020B0502040204020203" pitchFamily="34" charset="-122"/>
                <a:ea typeface="微软雅黑 Light" panose="020B0502040204020203" pitchFamily="34" charset="-122"/>
                <a:cs typeface="+mn-ea"/>
                <a:sym typeface="+mn-lt"/>
              </a:rPr>
              <a:t>目的地址：</a:t>
            </a:r>
            <a:r>
              <a:rPr lang="en-US" altLang="zh-CN" sz="1400" dirty="0">
                <a:solidFill>
                  <a:schemeClr val="tx1"/>
                </a:solidFill>
                <a:latin typeface="微软雅黑 Light" panose="020B0502040204020203" pitchFamily="34" charset="-122"/>
                <a:ea typeface="微软雅黑 Light" panose="020B0502040204020203" pitchFamily="34" charset="-122"/>
                <a:cs typeface="+mn-ea"/>
                <a:sym typeface="+mn-lt"/>
              </a:rPr>
              <a:t>PC2</a:t>
            </a:r>
            <a:r>
              <a:rPr lang="zh-CN" altLang="en-US" sz="1400" dirty="0">
                <a:solidFill>
                  <a:schemeClr val="tx1"/>
                </a:solidFill>
                <a:latin typeface="微软雅黑 Light" panose="020B0502040204020203" pitchFamily="34" charset="-122"/>
                <a:ea typeface="微软雅黑 Light" panose="020B0502040204020203" pitchFamily="34" charset="-122"/>
                <a:cs typeface="+mn-ea"/>
                <a:sym typeface="+mn-lt"/>
              </a:rPr>
              <a:t>的</a:t>
            </a:r>
            <a:r>
              <a:rPr lang="en-US" altLang="zh-CN" sz="1400" dirty="0">
                <a:solidFill>
                  <a:schemeClr val="tx1"/>
                </a:solidFill>
                <a:latin typeface="微软雅黑 Light" panose="020B0502040204020203" pitchFamily="34" charset="-122"/>
                <a:ea typeface="微软雅黑 Light" panose="020B0502040204020203" pitchFamily="34" charset="-122"/>
                <a:cs typeface="+mn-ea"/>
                <a:sym typeface="+mn-lt"/>
              </a:rPr>
              <a:t>IPv6</a:t>
            </a:r>
            <a:r>
              <a:rPr lang="zh-CN" altLang="en-US" sz="1400" dirty="0">
                <a:solidFill>
                  <a:schemeClr val="tx1"/>
                </a:solidFill>
                <a:latin typeface="微软雅黑 Light" panose="020B0502040204020203" pitchFamily="34" charset="-122"/>
                <a:ea typeface="微软雅黑 Light" panose="020B0502040204020203" pitchFamily="34" charset="-122"/>
                <a:cs typeface="+mn-ea"/>
                <a:sym typeface="+mn-lt"/>
              </a:rPr>
              <a:t>地址</a:t>
            </a:r>
            <a:endParaRPr lang="zh-CN" altLang="en-US" sz="1400" dirty="0">
              <a:solidFill>
                <a:schemeClr val="tx1"/>
              </a:solidFill>
              <a:latin typeface="微软雅黑 Light" panose="020B0502040204020203" pitchFamily="34" charset="-122"/>
              <a:ea typeface="微软雅黑 Light" panose="020B0502040204020203" pitchFamily="34" charset="-122"/>
              <a:cs typeface="+mn-ea"/>
              <a:sym typeface="+mn-lt"/>
            </a:endParaRPr>
          </a:p>
        </p:txBody>
      </p:sp>
      <p:sp>
        <p:nvSpPr>
          <p:cNvPr id="21" name="矩形 20"/>
          <p:cNvSpPr/>
          <p:nvPr/>
        </p:nvSpPr>
        <p:spPr>
          <a:xfrm>
            <a:off x="516258" y="5821004"/>
            <a:ext cx="2372463" cy="292270"/>
          </a:xfrm>
          <a:prstGeom prst="rect">
            <a:avLst/>
          </a:prstGeom>
          <a:solidFill>
            <a:schemeClr val="accent6">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20000"/>
              </a:lnSpc>
            </a:pPr>
            <a:r>
              <a:rPr lang="zh-CN" altLang="en-US" sz="1400" dirty="0">
                <a:solidFill>
                  <a:schemeClr val="tx1"/>
                </a:solidFill>
                <a:latin typeface="微软雅黑 Light" panose="020B0502040204020203" pitchFamily="34" charset="-122"/>
                <a:ea typeface="微软雅黑 Light" panose="020B0502040204020203" pitchFamily="34" charset="-122"/>
                <a:cs typeface="+mn-ea"/>
                <a:sym typeface="+mn-lt"/>
              </a:rPr>
              <a:t>载荷</a:t>
            </a:r>
            <a:endParaRPr lang="zh-CN" altLang="en-US" sz="1400" dirty="0">
              <a:solidFill>
                <a:schemeClr val="tx1"/>
              </a:solidFill>
              <a:latin typeface="微软雅黑 Light" panose="020B0502040204020203" pitchFamily="34" charset="-122"/>
              <a:ea typeface="微软雅黑 Light" panose="020B0502040204020203" pitchFamily="34" charset="-122"/>
              <a:cs typeface="+mn-ea"/>
              <a:sym typeface="+mn-lt"/>
            </a:endParaRPr>
          </a:p>
        </p:txBody>
      </p:sp>
      <p:sp>
        <p:nvSpPr>
          <p:cNvPr id="22" name="矩形 21"/>
          <p:cNvSpPr/>
          <p:nvPr/>
        </p:nvSpPr>
        <p:spPr>
          <a:xfrm>
            <a:off x="9459951" y="5282265"/>
            <a:ext cx="2372463" cy="523220"/>
          </a:xfrm>
          <a:prstGeom prst="rect">
            <a:avLst/>
          </a:prstGeom>
          <a:solidFill>
            <a:schemeClr val="accent1">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20000"/>
              </a:lnSpc>
            </a:pPr>
            <a:r>
              <a:rPr lang="zh-CN" altLang="en-US" sz="1400" dirty="0">
                <a:solidFill>
                  <a:schemeClr val="tx1"/>
                </a:solidFill>
                <a:latin typeface="微软雅黑 Light" panose="020B0502040204020203" pitchFamily="34" charset="-122"/>
                <a:ea typeface="微软雅黑 Light" panose="020B0502040204020203" pitchFamily="34" charset="-122"/>
                <a:cs typeface="+mn-ea"/>
                <a:sym typeface="+mn-lt"/>
              </a:rPr>
              <a:t>源地址：</a:t>
            </a:r>
            <a:r>
              <a:rPr lang="en-US" altLang="zh-CN" sz="1400" dirty="0">
                <a:solidFill>
                  <a:schemeClr val="tx1"/>
                </a:solidFill>
                <a:latin typeface="微软雅黑 Light" panose="020B0502040204020203" pitchFamily="34" charset="-122"/>
                <a:ea typeface="微软雅黑 Light" panose="020B0502040204020203" pitchFamily="34" charset="-122"/>
                <a:cs typeface="+mn-ea"/>
                <a:sym typeface="+mn-lt"/>
              </a:rPr>
              <a:t> PC1</a:t>
            </a:r>
            <a:r>
              <a:rPr lang="zh-CN" altLang="en-US" sz="1400" dirty="0">
                <a:solidFill>
                  <a:schemeClr val="tx1"/>
                </a:solidFill>
                <a:latin typeface="微软雅黑 Light" panose="020B0502040204020203" pitchFamily="34" charset="-122"/>
                <a:ea typeface="微软雅黑 Light" panose="020B0502040204020203" pitchFamily="34" charset="-122"/>
                <a:cs typeface="+mn-ea"/>
                <a:sym typeface="+mn-lt"/>
              </a:rPr>
              <a:t>的</a:t>
            </a:r>
            <a:r>
              <a:rPr lang="en-US" altLang="zh-CN" sz="1400" dirty="0">
                <a:solidFill>
                  <a:schemeClr val="tx1"/>
                </a:solidFill>
                <a:latin typeface="微软雅黑 Light" panose="020B0502040204020203" pitchFamily="34" charset="-122"/>
                <a:ea typeface="微软雅黑 Light" panose="020B0502040204020203" pitchFamily="34" charset="-122"/>
                <a:cs typeface="+mn-ea"/>
                <a:sym typeface="+mn-lt"/>
              </a:rPr>
              <a:t>IPv6</a:t>
            </a:r>
            <a:r>
              <a:rPr lang="zh-CN" altLang="en-US" sz="1400" dirty="0">
                <a:solidFill>
                  <a:schemeClr val="tx1"/>
                </a:solidFill>
                <a:latin typeface="微软雅黑 Light" panose="020B0502040204020203" pitchFamily="34" charset="-122"/>
                <a:ea typeface="微软雅黑 Light" panose="020B0502040204020203" pitchFamily="34" charset="-122"/>
                <a:cs typeface="+mn-ea"/>
                <a:sym typeface="+mn-lt"/>
              </a:rPr>
              <a:t>地址</a:t>
            </a:r>
            <a:endParaRPr lang="en-US" altLang="zh-CN" sz="1400" dirty="0">
              <a:solidFill>
                <a:schemeClr val="tx1"/>
              </a:solidFill>
              <a:latin typeface="微软雅黑 Light" panose="020B0502040204020203" pitchFamily="34" charset="-122"/>
              <a:ea typeface="微软雅黑 Light" panose="020B0502040204020203" pitchFamily="34" charset="-122"/>
              <a:cs typeface="+mn-ea"/>
              <a:sym typeface="+mn-lt"/>
            </a:endParaRPr>
          </a:p>
          <a:p>
            <a:pPr algn="ctr">
              <a:lnSpc>
                <a:spcPct val="120000"/>
              </a:lnSpc>
            </a:pPr>
            <a:r>
              <a:rPr lang="zh-CN" altLang="en-US" sz="1400" dirty="0">
                <a:solidFill>
                  <a:schemeClr val="tx1"/>
                </a:solidFill>
                <a:latin typeface="微软雅黑 Light" panose="020B0502040204020203" pitchFamily="34" charset="-122"/>
                <a:ea typeface="微软雅黑 Light" panose="020B0502040204020203" pitchFamily="34" charset="-122"/>
                <a:cs typeface="+mn-ea"/>
                <a:sym typeface="+mn-lt"/>
              </a:rPr>
              <a:t>目的地址：</a:t>
            </a:r>
            <a:r>
              <a:rPr lang="en-US" altLang="zh-CN" sz="1400" dirty="0">
                <a:solidFill>
                  <a:schemeClr val="tx1"/>
                </a:solidFill>
                <a:latin typeface="微软雅黑 Light" panose="020B0502040204020203" pitchFamily="34" charset="-122"/>
                <a:ea typeface="微软雅黑 Light" panose="020B0502040204020203" pitchFamily="34" charset="-122"/>
                <a:cs typeface="+mn-ea"/>
                <a:sym typeface="+mn-lt"/>
              </a:rPr>
              <a:t>PC2</a:t>
            </a:r>
            <a:r>
              <a:rPr lang="zh-CN" altLang="en-US" sz="1400" dirty="0">
                <a:solidFill>
                  <a:schemeClr val="tx1"/>
                </a:solidFill>
                <a:latin typeface="微软雅黑 Light" panose="020B0502040204020203" pitchFamily="34" charset="-122"/>
                <a:ea typeface="微软雅黑 Light" panose="020B0502040204020203" pitchFamily="34" charset="-122"/>
                <a:cs typeface="+mn-ea"/>
                <a:sym typeface="+mn-lt"/>
              </a:rPr>
              <a:t>的</a:t>
            </a:r>
            <a:r>
              <a:rPr lang="en-US" altLang="zh-CN" sz="1400" dirty="0">
                <a:solidFill>
                  <a:schemeClr val="tx1"/>
                </a:solidFill>
                <a:latin typeface="微软雅黑 Light" panose="020B0502040204020203" pitchFamily="34" charset="-122"/>
                <a:ea typeface="微软雅黑 Light" panose="020B0502040204020203" pitchFamily="34" charset="-122"/>
                <a:cs typeface="+mn-ea"/>
                <a:sym typeface="+mn-lt"/>
              </a:rPr>
              <a:t>IPv6</a:t>
            </a:r>
            <a:r>
              <a:rPr lang="zh-CN" altLang="en-US" sz="1400" dirty="0">
                <a:solidFill>
                  <a:schemeClr val="tx1"/>
                </a:solidFill>
                <a:latin typeface="微软雅黑 Light" panose="020B0502040204020203" pitchFamily="34" charset="-122"/>
                <a:ea typeface="微软雅黑 Light" panose="020B0502040204020203" pitchFamily="34" charset="-122"/>
                <a:cs typeface="+mn-ea"/>
                <a:sym typeface="+mn-lt"/>
              </a:rPr>
              <a:t>地址</a:t>
            </a:r>
            <a:endParaRPr lang="zh-CN" altLang="en-US" sz="1400" dirty="0">
              <a:solidFill>
                <a:schemeClr val="tx1"/>
              </a:solidFill>
              <a:latin typeface="微软雅黑 Light" panose="020B0502040204020203" pitchFamily="34" charset="-122"/>
              <a:ea typeface="微软雅黑 Light" panose="020B0502040204020203" pitchFamily="34" charset="-122"/>
              <a:cs typeface="+mn-ea"/>
              <a:sym typeface="+mn-lt"/>
            </a:endParaRPr>
          </a:p>
        </p:txBody>
      </p:sp>
      <p:sp>
        <p:nvSpPr>
          <p:cNvPr id="23" name="矩形 22"/>
          <p:cNvSpPr/>
          <p:nvPr/>
        </p:nvSpPr>
        <p:spPr>
          <a:xfrm>
            <a:off x="9459951" y="5821004"/>
            <a:ext cx="2372463" cy="292270"/>
          </a:xfrm>
          <a:prstGeom prst="rect">
            <a:avLst/>
          </a:prstGeom>
          <a:solidFill>
            <a:schemeClr val="accent6">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20000"/>
              </a:lnSpc>
            </a:pPr>
            <a:r>
              <a:rPr lang="zh-CN" altLang="en-US" sz="1400" dirty="0">
                <a:solidFill>
                  <a:schemeClr val="tx1"/>
                </a:solidFill>
                <a:latin typeface="微软雅黑 Light" panose="020B0502040204020203" pitchFamily="34" charset="-122"/>
                <a:ea typeface="微软雅黑 Light" panose="020B0502040204020203" pitchFamily="34" charset="-122"/>
                <a:cs typeface="+mn-ea"/>
                <a:sym typeface="+mn-lt"/>
              </a:rPr>
              <a:t>载荷</a:t>
            </a:r>
            <a:endParaRPr lang="zh-CN" altLang="en-US" sz="1400" dirty="0">
              <a:solidFill>
                <a:schemeClr val="tx1"/>
              </a:solidFill>
              <a:latin typeface="微软雅黑 Light" panose="020B0502040204020203" pitchFamily="34" charset="-122"/>
              <a:ea typeface="微软雅黑 Light" panose="020B0502040204020203" pitchFamily="34" charset="-122"/>
              <a:cs typeface="+mn-ea"/>
              <a:sym typeface="+mn-lt"/>
            </a:endParaRPr>
          </a:p>
        </p:txBody>
      </p:sp>
      <p:cxnSp>
        <p:nvCxnSpPr>
          <p:cNvPr id="24" name="直接连接符 23"/>
          <p:cNvCxnSpPr>
            <a:stCxn id="9" idx="2"/>
          </p:cNvCxnSpPr>
          <p:nvPr/>
        </p:nvCxnSpPr>
        <p:spPr>
          <a:xfrm>
            <a:off x="3102174" y="4618852"/>
            <a:ext cx="17264" cy="1494422"/>
          </a:xfrm>
          <a:prstGeom prst="line">
            <a:avLst/>
          </a:prstGeom>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25" name="直接连接符 24"/>
          <p:cNvCxnSpPr/>
          <p:nvPr/>
        </p:nvCxnSpPr>
        <p:spPr>
          <a:xfrm flipH="1">
            <a:off x="9226457" y="4596218"/>
            <a:ext cx="9187" cy="1517056"/>
          </a:xfrm>
          <a:prstGeom prst="line">
            <a:avLst/>
          </a:prstGeom>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26" name="直接箭头连接符 25"/>
          <p:cNvCxnSpPr/>
          <p:nvPr/>
        </p:nvCxnSpPr>
        <p:spPr>
          <a:xfrm>
            <a:off x="2921676" y="5680748"/>
            <a:ext cx="1621612" cy="0"/>
          </a:xfrm>
          <a:prstGeom prst="straightConnector1">
            <a:avLst/>
          </a:prstGeom>
          <a:ln>
            <a:tailEnd type="triangle"/>
          </a:ln>
        </p:spPr>
        <p:style>
          <a:lnRef idx="3">
            <a:schemeClr val="accent4"/>
          </a:lnRef>
          <a:fillRef idx="0">
            <a:schemeClr val="accent4"/>
          </a:fillRef>
          <a:effectRef idx="2">
            <a:schemeClr val="accent4"/>
          </a:effectRef>
          <a:fontRef idx="minor">
            <a:schemeClr val="tx1"/>
          </a:fontRef>
        </p:style>
      </p:cxnSp>
      <p:cxnSp>
        <p:nvCxnSpPr>
          <p:cNvPr id="27" name="直接箭头连接符 26"/>
          <p:cNvCxnSpPr/>
          <p:nvPr/>
        </p:nvCxnSpPr>
        <p:spPr>
          <a:xfrm>
            <a:off x="7811793" y="5680748"/>
            <a:ext cx="1621612" cy="0"/>
          </a:xfrm>
          <a:prstGeom prst="straightConnector1">
            <a:avLst/>
          </a:prstGeom>
          <a:ln>
            <a:tailEnd type="triangle"/>
          </a:ln>
        </p:spPr>
        <p:style>
          <a:lnRef idx="3">
            <a:schemeClr val="accent4"/>
          </a:lnRef>
          <a:fillRef idx="0">
            <a:schemeClr val="accent4"/>
          </a:fillRef>
          <a:effectRef idx="2">
            <a:schemeClr val="accent4"/>
          </a:effectRef>
          <a:fontRef idx="minor">
            <a:schemeClr val="tx1"/>
          </a:fontRef>
        </p:style>
      </p:cxnSp>
      <p:grpSp>
        <p:nvGrpSpPr>
          <p:cNvPr id="28" name="组合 27"/>
          <p:cNvGrpSpPr/>
          <p:nvPr/>
        </p:nvGrpSpPr>
        <p:grpSpPr>
          <a:xfrm>
            <a:off x="9079190" y="5492581"/>
            <a:ext cx="327334" cy="432362"/>
            <a:chOff x="3531378" y="5132007"/>
            <a:chExt cx="327334" cy="432362"/>
          </a:xfrm>
        </p:grpSpPr>
        <p:sp>
          <p:nvSpPr>
            <p:cNvPr id="29" name="椭圆 28"/>
            <p:cNvSpPr/>
            <p:nvPr/>
          </p:nvSpPr>
          <p:spPr>
            <a:xfrm>
              <a:off x="3574371" y="5212080"/>
              <a:ext cx="226920" cy="226920"/>
            </a:xfrm>
            <a:prstGeom prst="ellipse">
              <a:avLst/>
            </a:prstGeom>
            <a:solidFill>
              <a:schemeClr val="accent4"/>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lnSpc>
                  <a:spcPct val="120000"/>
                </a:lnSpc>
              </a:pPr>
              <a:endParaRPr lang="zh-CN" altLang="en-US">
                <a:latin typeface="微软雅黑 Light" panose="020B0502040204020203" pitchFamily="34" charset="-122"/>
                <a:ea typeface="微软雅黑 Light" panose="020B0502040204020203" pitchFamily="34" charset="-122"/>
                <a:cs typeface="+mn-ea"/>
                <a:sym typeface="+mn-lt"/>
              </a:endParaRPr>
            </a:p>
          </p:txBody>
        </p:sp>
        <p:sp>
          <p:nvSpPr>
            <p:cNvPr id="30" name="文本框 29"/>
            <p:cNvSpPr txBox="1"/>
            <p:nvPr/>
          </p:nvSpPr>
          <p:spPr>
            <a:xfrm>
              <a:off x="3531378" y="5132007"/>
              <a:ext cx="327334" cy="432362"/>
            </a:xfrm>
            <a:prstGeom prst="rect">
              <a:avLst/>
            </a:prstGeom>
            <a:noFill/>
          </p:spPr>
          <p:txBody>
            <a:bodyPr wrap="none" rtlCol="0">
              <a:spAutoFit/>
            </a:bodyPr>
            <a:lstStyle/>
            <a:p>
              <a:pPr>
                <a:lnSpc>
                  <a:spcPct val="120000"/>
                </a:lnSpc>
              </a:pPr>
              <a:r>
                <a:rPr lang="en-US" altLang="zh-CN" dirty="0">
                  <a:solidFill>
                    <a:schemeClr val="bg1"/>
                  </a:solidFill>
                  <a:latin typeface="微软雅黑 Light" panose="020B0502040204020203" pitchFamily="34" charset="-122"/>
                  <a:ea typeface="微软雅黑 Light" panose="020B0502040204020203" pitchFamily="34" charset="-122"/>
                  <a:cs typeface="+mn-ea"/>
                  <a:sym typeface="+mn-lt"/>
                </a:rPr>
                <a:t>2</a:t>
              </a:r>
              <a:endParaRPr lang="zh-CN" altLang="en-US" dirty="0">
                <a:solidFill>
                  <a:schemeClr val="bg1"/>
                </a:solidFill>
                <a:latin typeface="微软雅黑 Light" panose="020B0502040204020203" pitchFamily="34" charset="-122"/>
                <a:ea typeface="微软雅黑 Light" panose="020B0502040204020203" pitchFamily="34" charset="-122"/>
                <a:cs typeface="+mn-ea"/>
                <a:sym typeface="+mn-lt"/>
              </a:endParaRPr>
            </a:p>
          </p:txBody>
        </p:sp>
      </p:grpSp>
      <p:grpSp>
        <p:nvGrpSpPr>
          <p:cNvPr id="31" name="组合 30"/>
          <p:cNvGrpSpPr/>
          <p:nvPr/>
        </p:nvGrpSpPr>
        <p:grpSpPr>
          <a:xfrm>
            <a:off x="2956575" y="5493041"/>
            <a:ext cx="284052" cy="432362"/>
            <a:chOff x="3531378" y="5132007"/>
            <a:chExt cx="284052" cy="432362"/>
          </a:xfrm>
        </p:grpSpPr>
        <p:sp>
          <p:nvSpPr>
            <p:cNvPr id="32" name="椭圆 31"/>
            <p:cNvSpPr/>
            <p:nvPr/>
          </p:nvSpPr>
          <p:spPr>
            <a:xfrm>
              <a:off x="3574371" y="5212080"/>
              <a:ext cx="226920" cy="226920"/>
            </a:xfrm>
            <a:prstGeom prst="ellipse">
              <a:avLst/>
            </a:prstGeom>
            <a:solidFill>
              <a:schemeClr val="accent4"/>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lnSpc>
                  <a:spcPct val="120000"/>
                </a:lnSpc>
              </a:pPr>
              <a:endParaRPr lang="zh-CN" altLang="en-US">
                <a:latin typeface="微软雅黑 Light" panose="020B0502040204020203" pitchFamily="34" charset="-122"/>
                <a:ea typeface="微软雅黑 Light" panose="020B0502040204020203" pitchFamily="34" charset="-122"/>
                <a:cs typeface="+mn-ea"/>
                <a:sym typeface="+mn-lt"/>
              </a:endParaRPr>
            </a:p>
          </p:txBody>
        </p:sp>
        <p:sp>
          <p:nvSpPr>
            <p:cNvPr id="33" name="文本框 32"/>
            <p:cNvSpPr txBox="1"/>
            <p:nvPr/>
          </p:nvSpPr>
          <p:spPr>
            <a:xfrm>
              <a:off x="3531378" y="5132007"/>
              <a:ext cx="284052" cy="432362"/>
            </a:xfrm>
            <a:prstGeom prst="rect">
              <a:avLst/>
            </a:prstGeom>
            <a:noFill/>
          </p:spPr>
          <p:txBody>
            <a:bodyPr wrap="none" rtlCol="0">
              <a:spAutoFit/>
            </a:bodyPr>
            <a:lstStyle/>
            <a:p>
              <a:pPr>
                <a:lnSpc>
                  <a:spcPct val="120000"/>
                </a:lnSpc>
              </a:pPr>
              <a:r>
                <a:rPr lang="en-US" altLang="zh-CN" dirty="0">
                  <a:solidFill>
                    <a:schemeClr val="bg1"/>
                  </a:solidFill>
                  <a:latin typeface="微软雅黑 Light" panose="020B0502040204020203" pitchFamily="34" charset="-122"/>
                  <a:ea typeface="微软雅黑 Light" panose="020B0502040204020203" pitchFamily="34" charset="-122"/>
                  <a:cs typeface="+mn-ea"/>
                  <a:sym typeface="+mn-lt"/>
                </a:rPr>
                <a:t>1</a:t>
              </a:r>
              <a:endParaRPr lang="zh-CN" altLang="en-US" dirty="0">
                <a:solidFill>
                  <a:schemeClr val="bg1"/>
                </a:solidFill>
                <a:latin typeface="微软雅黑 Light" panose="020B0502040204020203" pitchFamily="34" charset="-122"/>
                <a:ea typeface="微软雅黑 Light" panose="020B0502040204020203" pitchFamily="34" charset="-122"/>
                <a:cs typeface="+mn-ea"/>
                <a:sym typeface="+mn-lt"/>
              </a:endParaRPr>
            </a:p>
          </p:txBody>
        </p:sp>
      </p:grpSp>
      <p:pic>
        <p:nvPicPr>
          <p:cNvPr id="34" name="图片 33"/>
          <p:cNvPicPr>
            <a:picLocks noChangeAspect="1"/>
          </p:cNvPicPr>
          <p:nvPr/>
        </p:nvPicPr>
        <p:blipFill>
          <a:blip r:embed="rId1"/>
          <a:stretch>
            <a:fillRect/>
          </a:stretch>
        </p:blipFill>
        <p:spPr>
          <a:xfrm>
            <a:off x="1593385" y="3847789"/>
            <a:ext cx="582935" cy="445150"/>
          </a:xfrm>
          <a:prstGeom prst="rect">
            <a:avLst/>
          </a:prstGeom>
        </p:spPr>
      </p:pic>
      <p:pic>
        <p:nvPicPr>
          <p:cNvPr id="35" name="图片 34"/>
          <p:cNvPicPr>
            <a:picLocks noChangeAspect="1"/>
          </p:cNvPicPr>
          <p:nvPr/>
        </p:nvPicPr>
        <p:blipFill>
          <a:blip r:embed="rId1"/>
          <a:stretch>
            <a:fillRect/>
          </a:stretch>
        </p:blipFill>
        <p:spPr>
          <a:xfrm>
            <a:off x="10241541" y="3862339"/>
            <a:ext cx="582935" cy="445150"/>
          </a:xfrm>
          <a:prstGeom prst="rect">
            <a:avLst/>
          </a:prstGeom>
        </p:spPr>
      </p:pic>
      <p:pic>
        <p:nvPicPr>
          <p:cNvPr id="36" name="图片 35"/>
          <p:cNvPicPr>
            <a:picLocks noChangeAspect="1"/>
          </p:cNvPicPr>
          <p:nvPr/>
        </p:nvPicPr>
        <p:blipFill>
          <a:blip r:embed="rId2"/>
          <a:stretch>
            <a:fillRect/>
          </a:stretch>
        </p:blipFill>
        <p:spPr>
          <a:xfrm>
            <a:off x="2974914" y="3912434"/>
            <a:ext cx="394188" cy="394188"/>
          </a:xfrm>
          <a:prstGeom prst="rect">
            <a:avLst/>
          </a:prstGeom>
        </p:spPr>
      </p:pic>
      <p:pic>
        <p:nvPicPr>
          <p:cNvPr id="37" name="图片 36"/>
          <p:cNvPicPr>
            <a:picLocks noChangeAspect="1"/>
          </p:cNvPicPr>
          <p:nvPr/>
        </p:nvPicPr>
        <p:blipFill>
          <a:blip r:embed="rId2"/>
          <a:stretch>
            <a:fillRect/>
          </a:stretch>
        </p:blipFill>
        <p:spPr>
          <a:xfrm>
            <a:off x="8975531" y="3907425"/>
            <a:ext cx="394188" cy="394188"/>
          </a:xfrm>
          <a:prstGeom prst="rect">
            <a:avLst/>
          </a:prstGeom>
        </p:spPr>
      </p:pic>
    </p:spTree>
  </p:cSld>
  <p:clrMapOvr>
    <a:masterClrMapping/>
  </p:clrMapOvr>
</p:sld>
</file>

<file path=ppt/slides/slide2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隧道技术：</a:t>
            </a:r>
            <a:r>
              <a:rPr lang="en-US" altLang="zh-CN" dirty="0"/>
              <a:t>IPv4 over IPv6</a:t>
            </a:r>
            <a:r>
              <a:rPr lang="zh-CN" altLang="en-US" dirty="0"/>
              <a:t>隧道</a:t>
            </a:r>
            <a:endParaRPr lang="zh-CN" altLang="en-US" dirty="0"/>
          </a:p>
        </p:txBody>
      </p:sp>
      <p:sp>
        <p:nvSpPr>
          <p:cNvPr id="3" name="内容占位符 2"/>
          <p:cNvSpPr>
            <a:spLocks noGrp="1"/>
          </p:cNvSpPr>
          <p:nvPr>
            <p:ph idx="1"/>
          </p:nvPr>
        </p:nvSpPr>
        <p:spPr>
          <a:xfrm>
            <a:off x="334434" y="1052515"/>
            <a:ext cx="11523133" cy="2016446"/>
          </a:xfrm>
        </p:spPr>
        <p:txBody>
          <a:bodyPr/>
          <a:lstStyle/>
          <a:p>
            <a:r>
              <a:rPr lang="zh-CN" altLang="en-US" dirty="0"/>
              <a:t>在</a:t>
            </a:r>
            <a:r>
              <a:rPr lang="en-US" altLang="zh-CN" dirty="0"/>
              <a:t>IPv4</a:t>
            </a:r>
            <a:r>
              <a:rPr lang="zh-CN" altLang="en-US" dirty="0"/>
              <a:t>网络向</a:t>
            </a:r>
            <a:r>
              <a:rPr lang="en-US" altLang="zh-CN" dirty="0"/>
              <a:t>IPv6</a:t>
            </a:r>
            <a:r>
              <a:rPr lang="zh-CN" altLang="en-US" dirty="0"/>
              <a:t>网络过渡后期，</a:t>
            </a:r>
            <a:r>
              <a:rPr lang="en-US" altLang="zh-CN" dirty="0"/>
              <a:t>IPv6</a:t>
            </a:r>
            <a:r>
              <a:rPr lang="zh-CN" altLang="en-US" dirty="0"/>
              <a:t>网络已被大量部署，而</a:t>
            </a:r>
            <a:r>
              <a:rPr lang="en-US" altLang="zh-CN" dirty="0"/>
              <a:t>IPv4</a:t>
            </a:r>
            <a:r>
              <a:rPr lang="zh-CN" altLang="en-US" dirty="0"/>
              <a:t>网络只是被</a:t>
            </a:r>
            <a:r>
              <a:rPr lang="en-US" altLang="zh-CN" dirty="0"/>
              <a:t>IPv6</a:t>
            </a:r>
            <a:r>
              <a:rPr lang="zh-CN" altLang="en-US" dirty="0"/>
              <a:t>网络隔离开的局部网络</a:t>
            </a:r>
            <a:endParaRPr lang="zh-CN" altLang="en-US" dirty="0"/>
          </a:p>
          <a:p>
            <a:r>
              <a:rPr lang="zh-CN" altLang="en-US" dirty="0"/>
              <a:t>利用隧道技术可以在</a:t>
            </a:r>
            <a:r>
              <a:rPr lang="en-US" altLang="zh-CN" dirty="0"/>
              <a:t>IPv6</a:t>
            </a:r>
            <a:r>
              <a:rPr lang="zh-CN" altLang="en-US" dirty="0"/>
              <a:t>网络上创建隧道，使</a:t>
            </a:r>
            <a:r>
              <a:rPr lang="en-US" altLang="zh-CN" dirty="0"/>
              <a:t>IPv4</a:t>
            </a:r>
            <a:r>
              <a:rPr lang="zh-CN" altLang="en-US" dirty="0"/>
              <a:t>网络能通过</a:t>
            </a:r>
            <a:r>
              <a:rPr lang="en-US" altLang="zh-CN" dirty="0"/>
              <a:t>IPv6</a:t>
            </a:r>
            <a:r>
              <a:rPr lang="zh-CN" altLang="en-US" dirty="0"/>
              <a:t>网络互通，这种隧道称为</a:t>
            </a:r>
            <a:r>
              <a:rPr lang="en-US" altLang="zh-CN" dirty="0"/>
              <a:t>IPv4 over IPv6</a:t>
            </a:r>
            <a:r>
              <a:rPr lang="zh-CN" altLang="en-US" dirty="0"/>
              <a:t>隧道</a:t>
            </a:r>
            <a:endParaRPr lang="zh-CN" altLang="en-US" dirty="0"/>
          </a:p>
        </p:txBody>
      </p:sp>
      <p:sp>
        <p:nvSpPr>
          <p:cNvPr id="4" name="灯片编号占位符 3"/>
          <p:cNvSpPr>
            <a:spLocks noGrp="1"/>
          </p:cNvSpPr>
          <p:nvPr>
            <p:ph type="sldNum" sz="quarter" idx="12"/>
          </p:nvPr>
        </p:nvSpPr>
        <p:spPr/>
        <p:txBody>
          <a:bodyPr/>
          <a:lstStyle/>
          <a:p>
            <a:pPr>
              <a:defRPr/>
            </a:pPr>
            <a:fld id="{816960B2-2B11-492C-B588-5290E1274F96}" type="slidenum">
              <a:rPr lang="en-US" altLang="zh-CN" smtClean="0"/>
            </a:fld>
            <a:endParaRPr lang="en-US" altLang="zh-CN" dirty="0"/>
          </a:p>
        </p:txBody>
      </p:sp>
      <p:sp>
        <p:nvSpPr>
          <p:cNvPr id="5" name="Freeform 159"/>
          <p:cNvSpPr/>
          <p:nvPr/>
        </p:nvSpPr>
        <p:spPr>
          <a:xfrm flipH="1">
            <a:off x="4740017" y="3418956"/>
            <a:ext cx="2812820" cy="1397974"/>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accent5"/>
          </a:solidFill>
          <a:ln w="12700">
            <a:solidFill>
              <a:schemeClr val="bg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107958" rIns="0" rtlCol="0" anchor="ctr">
            <a:noAutofit/>
          </a:bodyPr>
          <a:lstStyle/>
          <a:p>
            <a:pPr algn="ctr">
              <a:lnSpc>
                <a:spcPct val="120000"/>
              </a:lnSpc>
            </a:pPr>
            <a:endParaRPr lang="en-US" sz="1400" dirty="0">
              <a:solidFill>
                <a:schemeClr val="bg1">
                  <a:lumMod val="50000"/>
                </a:schemeClr>
              </a:solidFill>
              <a:latin typeface="微软雅黑 Light" panose="020B0502040204020203" pitchFamily="34" charset="-122"/>
              <a:ea typeface="微软雅黑 Light" panose="020B0502040204020203" pitchFamily="34" charset="-122"/>
              <a:cs typeface="+mn-ea"/>
              <a:sym typeface="+mn-lt"/>
            </a:endParaRPr>
          </a:p>
        </p:txBody>
      </p:sp>
      <p:sp>
        <p:nvSpPr>
          <p:cNvPr id="6" name="文本框 5"/>
          <p:cNvSpPr txBox="1"/>
          <p:nvPr/>
        </p:nvSpPr>
        <p:spPr>
          <a:xfrm>
            <a:off x="5400724" y="3583857"/>
            <a:ext cx="1390551" cy="432362"/>
          </a:xfrm>
          <a:prstGeom prst="rect">
            <a:avLst/>
          </a:prstGeom>
          <a:noFill/>
        </p:spPr>
        <p:txBody>
          <a:bodyPr wrap="square">
            <a:spAutoFit/>
          </a:bodyPr>
          <a:lstStyle/>
          <a:p>
            <a:pPr algn="ctr">
              <a:lnSpc>
                <a:spcPct val="120000"/>
              </a:lnSpc>
            </a:pPr>
            <a:r>
              <a:rPr lang="en-US" altLang="zh-CN" dirty="0">
                <a:latin typeface="微软雅黑 Light" panose="020B0502040204020203" pitchFamily="34" charset="-122"/>
                <a:ea typeface="微软雅黑 Light" panose="020B0502040204020203" pitchFamily="34" charset="-122"/>
                <a:cs typeface="+mn-ea"/>
                <a:sym typeface="+mn-lt"/>
              </a:rPr>
              <a:t>IPv6</a:t>
            </a:r>
            <a:r>
              <a:rPr lang="zh-CN" altLang="en-US" dirty="0">
                <a:latin typeface="微软雅黑 Light" panose="020B0502040204020203" pitchFamily="34" charset="-122"/>
                <a:ea typeface="微软雅黑 Light" panose="020B0502040204020203" pitchFamily="34" charset="-122"/>
                <a:cs typeface="+mn-ea"/>
                <a:sym typeface="+mn-lt"/>
              </a:rPr>
              <a:t>网络</a:t>
            </a:r>
            <a:endParaRPr lang="en-US" altLang="zh-CN" dirty="0">
              <a:latin typeface="微软雅黑 Light" panose="020B0502040204020203" pitchFamily="34" charset="-122"/>
              <a:ea typeface="微软雅黑 Light" panose="020B0502040204020203" pitchFamily="34" charset="-122"/>
              <a:cs typeface="+mn-ea"/>
              <a:sym typeface="+mn-lt"/>
            </a:endParaRPr>
          </a:p>
        </p:txBody>
      </p:sp>
      <p:cxnSp>
        <p:nvCxnSpPr>
          <p:cNvPr id="7" name="直接箭头连接符 6"/>
          <p:cNvCxnSpPr/>
          <p:nvPr/>
        </p:nvCxnSpPr>
        <p:spPr>
          <a:xfrm>
            <a:off x="3379835" y="4372430"/>
            <a:ext cx="5602390" cy="2"/>
          </a:xfrm>
          <a:prstGeom prst="straightConnector1">
            <a:avLst/>
          </a:prstGeom>
          <a:ln>
            <a:headEnd type="triangle" w="med" len="med"/>
            <a:tailEnd type="triangle" w="med" len="med"/>
          </a:ln>
        </p:spPr>
        <p:style>
          <a:lnRef idx="3">
            <a:schemeClr val="dk1"/>
          </a:lnRef>
          <a:fillRef idx="0">
            <a:schemeClr val="dk1"/>
          </a:fillRef>
          <a:effectRef idx="2">
            <a:schemeClr val="dk1"/>
          </a:effectRef>
          <a:fontRef idx="minor">
            <a:schemeClr val="tx1"/>
          </a:fontRef>
        </p:style>
      </p:cxnSp>
      <p:sp>
        <p:nvSpPr>
          <p:cNvPr id="8" name="圆柱体 7"/>
          <p:cNvSpPr/>
          <p:nvPr/>
        </p:nvSpPr>
        <p:spPr>
          <a:xfrm rot="16200000">
            <a:off x="6015544" y="1830061"/>
            <a:ext cx="308473" cy="5094514"/>
          </a:xfrm>
          <a:prstGeom prst="can">
            <a:avLst/>
          </a:prstGeom>
          <a:solidFill>
            <a:schemeClr val="accent1">
              <a:lumMod val="90000"/>
            </a:schemeClr>
          </a:solidFill>
          <a:ln>
            <a:noFill/>
          </a:ln>
        </p:spPr>
        <p:style>
          <a:lnRef idx="0">
            <a:scrgbClr r="0" g="0" b="0"/>
          </a:lnRef>
          <a:fillRef idx="0">
            <a:scrgbClr r="0" g="0" b="0"/>
          </a:fillRef>
          <a:effectRef idx="0">
            <a:scrgbClr r="0" g="0" b="0"/>
          </a:effectRef>
          <a:fontRef idx="minor">
            <a:schemeClr val="lt1"/>
          </a:fontRef>
        </p:style>
        <p:txBody>
          <a:bodyPr vert="eaVert" rtlCol="0" anchor="ctr"/>
          <a:lstStyle/>
          <a:p>
            <a:pPr algn="ctr">
              <a:lnSpc>
                <a:spcPct val="120000"/>
              </a:lnSpc>
            </a:pPr>
            <a:r>
              <a:rPr lang="en-US" altLang="zh-CN" dirty="0">
                <a:solidFill>
                  <a:schemeClr val="tx1"/>
                </a:solidFill>
                <a:latin typeface="微软雅黑 Light" panose="020B0502040204020203" pitchFamily="34" charset="-122"/>
                <a:ea typeface="微软雅黑 Light" panose="020B0502040204020203" pitchFamily="34" charset="-122"/>
                <a:cs typeface="+mn-ea"/>
                <a:sym typeface="+mn-lt"/>
              </a:rPr>
              <a:t>IPv4 over IPv6 </a:t>
            </a:r>
            <a:r>
              <a:rPr lang="zh-CN" altLang="en-US" dirty="0">
                <a:solidFill>
                  <a:schemeClr val="tx1"/>
                </a:solidFill>
                <a:latin typeface="微软雅黑 Light" panose="020B0502040204020203" pitchFamily="34" charset="-122"/>
                <a:ea typeface="微软雅黑 Light" panose="020B0502040204020203" pitchFamily="34" charset="-122"/>
                <a:cs typeface="+mn-ea"/>
                <a:sym typeface="+mn-lt"/>
              </a:rPr>
              <a:t>隧道</a:t>
            </a:r>
            <a:endParaRPr lang="zh-CN" altLang="en-US" dirty="0">
              <a:solidFill>
                <a:schemeClr val="tx1"/>
              </a:solidFill>
              <a:latin typeface="微软雅黑 Light" panose="020B0502040204020203" pitchFamily="34" charset="-122"/>
              <a:ea typeface="微软雅黑 Light" panose="020B0502040204020203" pitchFamily="34" charset="-122"/>
              <a:cs typeface="+mn-ea"/>
              <a:sym typeface="+mn-lt"/>
            </a:endParaRPr>
          </a:p>
        </p:txBody>
      </p:sp>
      <p:sp>
        <p:nvSpPr>
          <p:cNvPr id="9" name="文本框 8"/>
          <p:cNvSpPr txBox="1"/>
          <p:nvPr/>
        </p:nvSpPr>
        <p:spPr>
          <a:xfrm>
            <a:off x="2928370" y="4575283"/>
            <a:ext cx="360996" cy="330411"/>
          </a:xfrm>
          <a:prstGeom prst="rect">
            <a:avLst/>
          </a:prstGeom>
          <a:noFill/>
        </p:spPr>
        <p:txBody>
          <a:bodyPr wrap="none" rtlCol="0">
            <a:spAutoFit/>
          </a:bodyPr>
          <a:lstStyle/>
          <a:p>
            <a:pPr>
              <a:lnSpc>
                <a:spcPct val="120000"/>
              </a:lnSpc>
            </a:pPr>
            <a:r>
              <a:rPr lang="en-US" altLang="zh-CN" sz="1400" dirty="0">
                <a:latin typeface="微软雅黑 Light" panose="020B0502040204020203" pitchFamily="34" charset="-122"/>
                <a:ea typeface="微软雅黑 Light" panose="020B0502040204020203" pitchFamily="34" charset="-122"/>
                <a:cs typeface="+mn-ea"/>
                <a:sym typeface="+mn-lt"/>
              </a:rPr>
              <a:t>R1</a:t>
            </a:r>
            <a:endParaRPr lang="zh-CN" altLang="en-US" sz="1400" dirty="0">
              <a:latin typeface="微软雅黑 Light" panose="020B0502040204020203" pitchFamily="34" charset="-122"/>
              <a:ea typeface="微软雅黑 Light" panose="020B0502040204020203" pitchFamily="34" charset="-122"/>
              <a:cs typeface="+mn-ea"/>
              <a:sym typeface="+mn-lt"/>
            </a:endParaRPr>
          </a:p>
        </p:txBody>
      </p:sp>
      <p:sp>
        <p:nvSpPr>
          <p:cNvPr id="10" name="文本框 9"/>
          <p:cNvSpPr txBox="1"/>
          <p:nvPr/>
        </p:nvSpPr>
        <p:spPr>
          <a:xfrm>
            <a:off x="9026203" y="4571304"/>
            <a:ext cx="391454" cy="330411"/>
          </a:xfrm>
          <a:prstGeom prst="rect">
            <a:avLst/>
          </a:prstGeom>
          <a:noFill/>
        </p:spPr>
        <p:txBody>
          <a:bodyPr wrap="none" rtlCol="0">
            <a:spAutoFit/>
          </a:bodyPr>
          <a:lstStyle/>
          <a:p>
            <a:pPr>
              <a:lnSpc>
                <a:spcPct val="120000"/>
              </a:lnSpc>
            </a:pPr>
            <a:r>
              <a:rPr lang="en-US" altLang="zh-CN" sz="1400" dirty="0">
                <a:latin typeface="微软雅黑 Light" panose="020B0502040204020203" pitchFamily="34" charset="-122"/>
                <a:ea typeface="微软雅黑 Light" panose="020B0502040204020203" pitchFamily="34" charset="-122"/>
                <a:cs typeface="+mn-ea"/>
                <a:sym typeface="+mn-lt"/>
              </a:rPr>
              <a:t>R2</a:t>
            </a:r>
            <a:endParaRPr lang="zh-CN" altLang="en-US" sz="1400" dirty="0">
              <a:latin typeface="微软雅黑 Light" panose="020B0502040204020203" pitchFamily="34" charset="-122"/>
              <a:ea typeface="微软雅黑 Light" panose="020B0502040204020203" pitchFamily="34" charset="-122"/>
              <a:cs typeface="+mn-ea"/>
              <a:sym typeface="+mn-lt"/>
            </a:endParaRPr>
          </a:p>
        </p:txBody>
      </p:sp>
      <p:sp>
        <p:nvSpPr>
          <p:cNvPr id="11" name="文本框 10"/>
          <p:cNvSpPr txBox="1"/>
          <p:nvPr/>
        </p:nvSpPr>
        <p:spPr>
          <a:xfrm>
            <a:off x="3379835" y="4570601"/>
            <a:ext cx="777842" cy="330411"/>
          </a:xfrm>
          <a:prstGeom prst="rect">
            <a:avLst/>
          </a:prstGeom>
          <a:noFill/>
        </p:spPr>
        <p:txBody>
          <a:bodyPr wrap="none" rtlCol="0">
            <a:spAutoFit/>
          </a:bodyPr>
          <a:lstStyle/>
          <a:p>
            <a:pPr>
              <a:lnSpc>
                <a:spcPct val="120000"/>
              </a:lnSpc>
            </a:pPr>
            <a:r>
              <a:rPr lang="en-US" altLang="zh-CN" sz="1400" dirty="0">
                <a:solidFill>
                  <a:srgbClr val="003659"/>
                </a:solidFill>
                <a:latin typeface="微软雅黑 Light" panose="020B0502040204020203" pitchFamily="34" charset="-122"/>
                <a:ea typeface="微软雅黑 Light" panose="020B0502040204020203" pitchFamily="34" charset="-122"/>
                <a:cs typeface="+mn-ea"/>
                <a:sym typeface="+mn-lt"/>
              </a:rPr>
              <a:t>Tunnel1</a:t>
            </a:r>
            <a:endParaRPr lang="zh-CN" altLang="en-US" sz="1400" dirty="0">
              <a:solidFill>
                <a:srgbClr val="003659"/>
              </a:solidFill>
              <a:latin typeface="微软雅黑 Light" panose="020B0502040204020203" pitchFamily="34" charset="-122"/>
              <a:ea typeface="微软雅黑 Light" panose="020B0502040204020203" pitchFamily="34" charset="-122"/>
              <a:cs typeface="+mn-ea"/>
              <a:sym typeface="+mn-lt"/>
            </a:endParaRPr>
          </a:p>
        </p:txBody>
      </p:sp>
      <p:sp>
        <p:nvSpPr>
          <p:cNvPr id="12" name="文本框 11"/>
          <p:cNvSpPr txBox="1"/>
          <p:nvPr/>
        </p:nvSpPr>
        <p:spPr>
          <a:xfrm>
            <a:off x="8066205" y="4570601"/>
            <a:ext cx="777842" cy="330411"/>
          </a:xfrm>
          <a:prstGeom prst="rect">
            <a:avLst/>
          </a:prstGeom>
          <a:noFill/>
        </p:spPr>
        <p:txBody>
          <a:bodyPr wrap="none" rtlCol="0">
            <a:spAutoFit/>
          </a:bodyPr>
          <a:lstStyle/>
          <a:p>
            <a:pPr>
              <a:lnSpc>
                <a:spcPct val="120000"/>
              </a:lnSpc>
            </a:pPr>
            <a:r>
              <a:rPr lang="en-US" altLang="zh-CN" sz="1400" dirty="0">
                <a:solidFill>
                  <a:srgbClr val="003659"/>
                </a:solidFill>
                <a:latin typeface="微软雅黑 Light" panose="020B0502040204020203" pitchFamily="34" charset="-122"/>
                <a:ea typeface="微软雅黑 Light" panose="020B0502040204020203" pitchFamily="34" charset="-122"/>
                <a:cs typeface="+mn-ea"/>
                <a:sym typeface="+mn-lt"/>
              </a:rPr>
              <a:t>Tunnel1</a:t>
            </a:r>
            <a:endParaRPr lang="zh-CN" altLang="en-US" sz="1400" dirty="0">
              <a:solidFill>
                <a:srgbClr val="003659"/>
              </a:solidFill>
              <a:latin typeface="微软雅黑 Light" panose="020B0502040204020203" pitchFamily="34" charset="-122"/>
              <a:ea typeface="微软雅黑 Light" panose="020B0502040204020203" pitchFamily="34" charset="-122"/>
              <a:cs typeface="+mn-ea"/>
              <a:sym typeface="+mn-lt"/>
            </a:endParaRPr>
          </a:p>
        </p:txBody>
      </p:sp>
      <p:sp>
        <p:nvSpPr>
          <p:cNvPr id="13" name="文本框 12"/>
          <p:cNvSpPr txBox="1"/>
          <p:nvPr/>
        </p:nvSpPr>
        <p:spPr>
          <a:xfrm>
            <a:off x="2531881" y="3660815"/>
            <a:ext cx="1441420" cy="585610"/>
          </a:xfrm>
          <a:prstGeom prst="rect">
            <a:avLst/>
          </a:prstGeom>
          <a:noFill/>
        </p:spPr>
        <p:txBody>
          <a:bodyPr wrap="none" rtlCol="0">
            <a:spAutoFit/>
          </a:bodyPr>
          <a:lstStyle/>
          <a:p>
            <a:pPr>
              <a:lnSpc>
                <a:spcPct val="120000"/>
              </a:lnSpc>
            </a:pPr>
            <a:r>
              <a:rPr lang="zh-CN" altLang="en-US" sz="1400" dirty="0">
                <a:latin typeface="微软雅黑 Light" panose="020B0502040204020203" pitchFamily="34" charset="-122"/>
                <a:ea typeface="微软雅黑 Light" panose="020B0502040204020203" pitchFamily="34" charset="-122"/>
                <a:cs typeface="+mn-ea"/>
                <a:sym typeface="+mn-lt"/>
              </a:rPr>
              <a:t>隧道源</a:t>
            </a:r>
            <a:r>
              <a:rPr lang="en-US" altLang="zh-CN" sz="1400" dirty="0">
                <a:latin typeface="微软雅黑 Light" panose="020B0502040204020203" pitchFamily="34" charset="-122"/>
                <a:ea typeface="微软雅黑 Light" panose="020B0502040204020203" pitchFamily="34" charset="-122"/>
                <a:cs typeface="+mn-ea"/>
                <a:sym typeface="+mn-lt"/>
              </a:rPr>
              <a:t>IPv6</a:t>
            </a:r>
            <a:r>
              <a:rPr lang="zh-CN" altLang="en-US" sz="1400" dirty="0">
                <a:latin typeface="微软雅黑 Light" panose="020B0502040204020203" pitchFamily="34" charset="-122"/>
                <a:ea typeface="微软雅黑 Light" panose="020B0502040204020203" pitchFamily="34" charset="-122"/>
                <a:cs typeface="+mn-ea"/>
                <a:sym typeface="+mn-lt"/>
              </a:rPr>
              <a:t>地址</a:t>
            </a:r>
            <a:endParaRPr lang="en-US" altLang="zh-CN" sz="1400" dirty="0">
              <a:latin typeface="微软雅黑 Light" panose="020B0502040204020203" pitchFamily="34" charset="-122"/>
              <a:ea typeface="微软雅黑 Light" panose="020B0502040204020203" pitchFamily="34" charset="-122"/>
              <a:cs typeface="+mn-ea"/>
              <a:sym typeface="+mn-lt"/>
            </a:endParaRPr>
          </a:p>
          <a:p>
            <a:pPr>
              <a:lnSpc>
                <a:spcPct val="120000"/>
              </a:lnSpc>
            </a:pPr>
            <a:r>
              <a:rPr lang="en-US" altLang="zh-CN" sz="1400" dirty="0">
                <a:latin typeface="微软雅黑 Light" panose="020B0502040204020203" pitchFamily="34" charset="-122"/>
                <a:ea typeface="微软雅黑 Light" panose="020B0502040204020203" pitchFamily="34" charset="-122"/>
                <a:cs typeface="+mn-ea"/>
                <a:sym typeface="+mn-lt"/>
              </a:rPr>
              <a:t>Loopback0</a:t>
            </a:r>
            <a:endParaRPr lang="zh-CN" altLang="en-US" sz="1400" dirty="0">
              <a:latin typeface="微软雅黑 Light" panose="020B0502040204020203" pitchFamily="34" charset="-122"/>
              <a:ea typeface="微软雅黑 Light" panose="020B0502040204020203" pitchFamily="34" charset="-122"/>
              <a:cs typeface="+mn-ea"/>
              <a:sym typeface="+mn-lt"/>
            </a:endParaRPr>
          </a:p>
        </p:txBody>
      </p:sp>
      <p:sp>
        <p:nvSpPr>
          <p:cNvPr id="14" name="文本框 13"/>
          <p:cNvSpPr txBox="1"/>
          <p:nvPr/>
        </p:nvSpPr>
        <p:spPr>
          <a:xfrm>
            <a:off x="8574780" y="3660815"/>
            <a:ext cx="1441420" cy="585610"/>
          </a:xfrm>
          <a:prstGeom prst="rect">
            <a:avLst/>
          </a:prstGeom>
          <a:noFill/>
        </p:spPr>
        <p:txBody>
          <a:bodyPr wrap="none" rtlCol="0">
            <a:spAutoFit/>
          </a:bodyPr>
          <a:lstStyle/>
          <a:p>
            <a:pPr>
              <a:lnSpc>
                <a:spcPct val="120000"/>
              </a:lnSpc>
            </a:pPr>
            <a:r>
              <a:rPr lang="zh-CN" altLang="en-US" sz="1400" dirty="0">
                <a:latin typeface="微软雅黑 Light" panose="020B0502040204020203" pitchFamily="34" charset="-122"/>
                <a:ea typeface="微软雅黑 Light" panose="020B0502040204020203" pitchFamily="34" charset="-122"/>
                <a:cs typeface="+mn-ea"/>
                <a:sym typeface="+mn-lt"/>
              </a:rPr>
              <a:t>隧道源</a:t>
            </a:r>
            <a:r>
              <a:rPr lang="en-US" altLang="zh-CN" sz="1400" dirty="0">
                <a:latin typeface="微软雅黑 Light" panose="020B0502040204020203" pitchFamily="34" charset="-122"/>
                <a:ea typeface="微软雅黑 Light" panose="020B0502040204020203" pitchFamily="34" charset="-122"/>
                <a:cs typeface="+mn-ea"/>
                <a:sym typeface="+mn-lt"/>
              </a:rPr>
              <a:t>IPv6</a:t>
            </a:r>
            <a:r>
              <a:rPr lang="zh-CN" altLang="en-US" sz="1400" dirty="0">
                <a:latin typeface="微软雅黑 Light" panose="020B0502040204020203" pitchFamily="34" charset="-122"/>
                <a:ea typeface="微软雅黑 Light" panose="020B0502040204020203" pitchFamily="34" charset="-122"/>
                <a:cs typeface="+mn-ea"/>
                <a:sym typeface="+mn-lt"/>
              </a:rPr>
              <a:t>地址</a:t>
            </a:r>
            <a:endParaRPr lang="en-US" altLang="zh-CN" sz="1400" dirty="0">
              <a:latin typeface="微软雅黑 Light" panose="020B0502040204020203" pitchFamily="34" charset="-122"/>
              <a:ea typeface="微软雅黑 Light" panose="020B0502040204020203" pitchFamily="34" charset="-122"/>
              <a:cs typeface="+mn-ea"/>
              <a:sym typeface="+mn-lt"/>
            </a:endParaRPr>
          </a:p>
          <a:p>
            <a:pPr>
              <a:lnSpc>
                <a:spcPct val="120000"/>
              </a:lnSpc>
            </a:pPr>
            <a:r>
              <a:rPr lang="en-US" altLang="zh-CN" sz="1400" dirty="0">
                <a:latin typeface="微软雅黑 Light" panose="020B0502040204020203" pitchFamily="34" charset="-122"/>
                <a:ea typeface="微软雅黑 Light" panose="020B0502040204020203" pitchFamily="34" charset="-122"/>
                <a:cs typeface="+mn-ea"/>
                <a:sym typeface="+mn-lt"/>
              </a:rPr>
              <a:t>Loopback0</a:t>
            </a:r>
            <a:endParaRPr lang="zh-CN" altLang="en-US" sz="1400" dirty="0">
              <a:latin typeface="微软雅黑 Light" panose="020B0502040204020203" pitchFamily="34" charset="-122"/>
              <a:ea typeface="微软雅黑 Light" panose="020B0502040204020203" pitchFamily="34" charset="-122"/>
              <a:cs typeface="+mn-ea"/>
              <a:sym typeface="+mn-lt"/>
            </a:endParaRPr>
          </a:p>
        </p:txBody>
      </p:sp>
      <p:sp>
        <p:nvSpPr>
          <p:cNvPr id="15" name="矩形 14"/>
          <p:cNvSpPr/>
          <p:nvPr/>
        </p:nvSpPr>
        <p:spPr>
          <a:xfrm>
            <a:off x="4639924" y="5030368"/>
            <a:ext cx="3082212" cy="523219"/>
          </a:xfrm>
          <a:prstGeom prst="rect">
            <a:avLst/>
          </a:prstGeom>
          <a:solidFill>
            <a:schemeClr val="accent1">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20000"/>
              </a:lnSpc>
            </a:pPr>
            <a:r>
              <a:rPr lang="zh-CN" altLang="en-US" sz="1400" dirty="0">
                <a:solidFill>
                  <a:schemeClr val="tx1"/>
                </a:solidFill>
                <a:latin typeface="微软雅黑 Light" panose="020B0502040204020203" pitchFamily="34" charset="-122"/>
                <a:ea typeface="微软雅黑 Light" panose="020B0502040204020203" pitchFamily="34" charset="-122"/>
                <a:cs typeface="+mn-ea"/>
                <a:sym typeface="+mn-lt"/>
              </a:rPr>
              <a:t>源</a:t>
            </a:r>
            <a:r>
              <a:rPr lang="en-US" altLang="zh-CN" sz="1400" dirty="0">
                <a:solidFill>
                  <a:schemeClr val="tx1"/>
                </a:solidFill>
                <a:latin typeface="微软雅黑 Light" panose="020B0502040204020203" pitchFamily="34" charset="-122"/>
                <a:ea typeface="微软雅黑 Light" panose="020B0502040204020203" pitchFamily="34" charset="-122"/>
                <a:cs typeface="+mn-ea"/>
                <a:sym typeface="+mn-lt"/>
              </a:rPr>
              <a:t>IPv6</a:t>
            </a:r>
            <a:r>
              <a:rPr lang="zh-CN" altLang="en-US" sz="1400" dirty="0">
                <a:solidFill>
                  <a:schemeClr val="tx1"/>
                </a:solidFill>
                <a:latin typeface="微软雅黑 Light" panose="020B0502040204020203" pitchFamily="34" charset="-122"/>
                <a:ea typeface="微软雅黑 Light" panose="020B0502040204020203" pitchFamily="34" charset="-122"/>
                <a:cs typeface="+mn-ea"/>
                <a:sym typeface="+mn-lt"/>
              </a:rPr>
              <a:t>地址：隧道源</a:t>
            </a:r>
            <a:r>
              <a:rPr lang="en-US" altLang="zh-CN" sz="1400" dirty="0">
                <a:solidFill>
                  <a:schemeClr val="tx1"/>
                </a:solidFill>
                <a:latin typeface="微软雅黑 Light" panose="020B0502040204020203" pitchFamily="34" charset="-122"/>
                <a:ea typeface="微软雅黑 Light" panose="020B0502040204020203" pitchFamily="34" charset="-122"/>
                <a:cs typeface="+mn-ea"/>
                <a:sym typeface="+mn-lt"/>
              </a:rPr>
              <a:t>IPv6</a:t>
            </a:r>
            <a:r>
              <a:rPr lang="zh-CN" altLang="en-US" sz="1400" dirty="0">
                <a:solidFill>
                  <a:schemeClr val="tx1"/>
                </a:solidFill>
                <a:latin typeface="微软雅黑 Light" panose="020B0502040204020203" pitchFamily="34" charset="-122"/>
                <a:ea typeface="微软雅黑 Light" panose="020B0502040204020203" pitchFamily="34" charset="-122"/>
                <a:cs typeface="+mn-ea"/>
                <a:sym typeface="+mn-lt"/>
              </a:rPr>
              <a:t>地址</a:t>
            </a:r>
            <a:endParaRPr lang="en-US" altLang="zh-CN" sz="1400" dirty="0">
              <a:solidFill>
                <a:schemeClr val="tx1"/>
              </a:solidFill>
              <a:latin typeface="微软雅黑 Light" panose="020B0502040204020203" pitchFamily="34" charset="-122"/>
              <a:ea typeface="微软雅黑 Light" panose="020B0502040204020203" pitchFamily="34" charset="-122"/>
              <a:cs typeface="+mn-ea"/>
              <a:sym typeface="+mn-lt"/>
            </a:endParaRPr>
          </a:p>
          <a:p>
            <a:pPr algn="ctr">
              <a:lnSpc>
                <a:spcPct val="120000"/>
              </a:lnSpc>
            </a:pPr>
            <a:r>
              <a:rPr lang="zh-CN" altLang="en-US" sz="1400" dirty="0">
                <a:solidFill>
                  <a:schemeClr val="tx1"/>
                </a:solidFill>
                <a:latin typeface="微软雅黑 Light" panose="020B0502040204020203" pitchFamily="34" charset="-122"/>
                <a:ea typeface="微软雅黑 Light" panose="020B0502040204020203" pitchFamily="34" charset="-122"/>
                <a:cs typeface="+mn-ea"/>
                <a:sym typeface="+mn-lt"/>
              </a:rPr>
              <a:t>目的</a:t>
            </a:r>
            <a:r>
              <a:rPr lang="en-US" altLang="zh-CN" sz="1400" dirty="0">
                <a:solidFill>
                  <a:schemeClr val="tx1"/>
                </a:solidFill>
                <a:latin typeface="微软雅黑 Light" panose="020B0502040204020203" pitchFamily="34" charset="-122"/>
                <a:ea typeface="微软雅黑 Light" panose="020B0502040204020203" pitchFamily="34" charset="-122"/>
                <a:cs typeface="+mn-ea"/>
                <a:sym typeface="+mn-lt"/>
              </a:rPr>
              <a:t>IPv6</a:t>
            </a:r>
            <a:r>
              <a:rPr lang="zh-CN" altLang="en-US" sz="1400" dirty="0">
                <a:solidFill>
                  <a:schemeClr val="tx1"/>
                </a:solidFill>
                <a:latin typeface="微软雅黑 Light" panose="020B0502040204020203" pitchFamily="34" charset="-122"/>
                <a:ea typeface="微软雅黑 Light" panose="020B0502040204020203" pitchFamily="34" charset="-122"/>
                <a:cs typeface="+mn-ea"/>
                <a:sym typeface="+mn-lt"/>
              </a:rPr>
              <a:t>地址：隧道目的</a:t>
            </a:r>
            <a:r>
              <a:rPr lang="en-US" altLang="zh-CN" sz="1400" dirty="0">
                <a:solidFill>
                  <a:schemeClr val="tx1"/>
                </a:solidFill>
                <a:latin typeface="微软雅黑 Light" panose="020B0502040204020203" pitchFamily="34" charset="-122"/>
                <a:ea typeface="微软雅黑 Light" panose="020B0502040204020203" pitchFamily="34" charset="-122"/>
                <a:cs typeface="+mn-ea"/>
                <a:sym typeface="+mn-lt"/>
              </a:rPr>
              <a:t>IPv6</a:t>
            </a:r>
            <a:r>
              <a:rPr lang="zh-CN" altLang="en-US" sz="1400" dirty="0">
                <a:solidFill>
                  <a:schemeClr val="tx1"/>
                </a:solidFill>
                <a:latin typeface="微软雅黑 Light" panose="020B0502040204020203" pitchFamily="34" charset="-122"/>
                <a:ea typeface="微软雅黑 Light" panose="020B0502040204020203" pitchFamily="34" charset="-122"/>
                <a:cs typeface="+mn-ea"/>
                <a:sym typeface="+mn-lt"/>
              </a:rPr>
              <a:t>地址</a:t>
            </a:r>
            <a:endParaRPr lang="zh-CN" altLang="en-US" sz="1400" dirty="0">
              <a:solidFill>
                <a:schemeClr val="tx1"/>
              </a:solidFill>
              <a:latin typeface="微软雅黑 Light" panose="020B0502040204020203" pitchFamily="34" charset="-122"/>
              <a:ea typeface="微软雅黑 Light" panose="020B0502040204020203" pitchFamily="34" charset="-122"/>
              <a:cs typeface="+mn-ea"/>
              <a:sym typeface="+mn-lt"/>
            </a:endParaRPr>
          </a:p>
        </p:txBody>
      </p:sp>
      <p:sp>
        <p:nvSpPr>
          <p:cNvPr id="16" name="矩形 15"/>
          <p:cNvSpPr/>
          <p:nvPr/>
        </p:nvSpPr>
        <p:spPr>
          <a:xfrm>
            <a:off x="4639924" y="5569107"/>
            <a:ext cx="3082211" cy="523220"/>
          </a:xfrm>
          <a:prstGeom prst="rect">
            <a:avLst/>
          </a:prstGeom>
          <a:solidFill>
            <a:schemeClr val="accent1">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20000"/>
              </a:lnSpc>
            </a:pPr>
            <a:r>
              <a:rPr lang="zh-CN" altLang="en-US" sz="1400" dirty="0">
                <a:solidFill>
                  <a:schemeClr val="tx1"/>
                </a:solidFill>
                <a:latin typeface="微软雅黑 Light" panose="020B0502040204020203" pitchFamily="34" charset="-122"/>
                <a:ea typeface="微软雅黑 Light" panose="020B0502040204020203" pitchFamily="34" charset="-122"/>
                <a:cs typeface="+mn-ea"/>
                <a:sym typeface="+mn-lt"/>
              </a:rPr>
              <a:t>源地址：</a:t>
            </a:r>
            <a:r>
              <a:rPr lang="en-US" altLang="zh-CN" sz="1400" dirty="0">
                <a:solidFill>
                  <a:schemeClr val="tx1"/>
                </a:solidFill>
                <a:latin typeface="微软雅黑 Light" panose="020B0502040204020203" pitchFamily="34" charset="-122"/>
                <a:ea typeface="微软雅黑 Light" panose="020B0502040204020203" pitchFamily="34" charset="-122"/>
                <a:cs typeface="+mn-ea"/>
                <a:sym typeface="+mn-lt"/>
              </a:rPr>
              <a:t> PC1</a:t>
            </a:r>
            <a:r>
              <a:rPr lang="zh-CN" altLang="en-US" sz="1400" dirty="0">
                <a:solidFill>
                  <a:schemeClr val="tx1"/>
                </a:solidFill>
                <a:latin typeface="微软雅黑 Light" panose="020B0502040204020203" pitchFamily="34" charset="-122"/>
                <a:ea typeface="微软雅黑 Light" panose="020B0502040204020203" pitchFamily="34" charset="-122"/>
                <a:cs typeface="+mn-ea"/>
                <a:sym typeface="+mn-lt"/>
              </a:rPr>
              <a:t>的</a:t>
            </a:r>
            <a:r>
              <a:rPr lang="en-US" altLang="zh-CN" sz="1400" dirty="0">
                <a:solidFill>
                  <a:schemeClr val="tx1"/>
                </a:solidFill>
                <a:latin typeface="微软雅黑 Light" panose="020B0502040204020203" pitchFamily="34" charset="-122"/>
                <a:ea typeface="微软雅黑 Light" panose="020B0502040204020203" pitchFamily="34" charset="-122"/>
                <a:cs typeface="+mn-ea"/>
                <a:sym typeface="+mn-lt"/>
              </a:rPr>
              <a:t>IPv4</a:t>
            </a:r>
            <a:r>
              <a:rPr lang="zh-CN" altLang="en-US" sz="1400" dirty="0">
                <a:solidFill>
                  <a:schemeClr val="tx1"/>
                </a:solidFill>
                <a:latin typeface="微软雅黑 Light" panose="020B0502040204020203" pitchFamily="34" charset="-122"/>
                <a:ea typeface="微软雅黑 Light" panose="020B0502040204020203" pitchFamily="34" charset="-122"/>
                <a:cs typeface="+mn-ea"/>
                <a:sym typeface="+mn-lt"/>
              </a:rPr>
              <a:t>地址</a:t>
            </a:r>
            <a:endParaRPr lang="en-US" altLang="zh-CN" sz="1400" dirty="0">
              <a:solidFill>
                <a:schemeClr val="tx1"/>
              </a:solidFill>
              <a:latin typeface="微软雅黑 Light" panose="020B0502040204020203" pitchFamily="34" charset="-122"/>
              <a:ea typeface="微软雅黑 Light" panose="020B0502040204020203" pitchFamily="34" charset="-122"/>
              <a:cs typeface="+mn-ea"/>
              <a:sym typeface="+mn-lt"/>
            </a:endParaRPr>
          </a:p>
          <a:p>
            <a:pPr algn="ctr">
              <a:lnSpc>
                <a:spcPct val="120000"/>
              </a:lnSpc>
            </a:pPr>
            <a:r>
              <a:rPr lang="zh-CN" altLang="en-US" sz="1400" dirty="0">
                <a:solidFill>
                  <a:schemeClr val="tx1"/>
                </a:solidFill>
                <a:latin typeface="微软雅黑 Light" panose="020B0502040204020203" pitchFamily="34" charset="-122"/>
                <a:ea typeface="微软雅黑 Light" panose="020B0502040204020203" pitchFamily="34" charset="-122"/>
                <a:cs typeface="+mn-ea"/>
                <a:sym typeface="+mn-lt"/>
              </a:rPr>
              <a:t>目的地址：</a:t>
            </a:r>
            <a:r>
              <a:rPr lang="en-US" altLang="zh-CN" sz="1400" dirty="0">
                <a:solidFill>
                  <a:schemeClr val="tx1"/>
                </a:solidFill>
                <a:latin typeface="微软雅黑 Light" panose="020B0502040204020203" pitchFamily="34" charset="-122"/>
                <a:ea typeface="微软雅黑 Light" panose="020B0502040204020203" pitchFamily="34" charset="-122"/>
                <a:cs typeface="+mn-ea"/>
                <a:sym typeface="+mn-lt"/>
              </a:rPr>
              <a:t>PC2</a:t>
            </a:r>
            <a:r>
              <a:rPr lang="zh-CN" altLang="en-US" sz="1400" dirty="0">
                <a:solidFill>
                  <a:schemeClr val="tx1"/>
                </a:solidFill>
                <a:latin typeface="微软雅黑 Light" panose="020B0502040204020203" pitchFamily="34" charset="-122"/>
                <a:ea typeface="微软雅黑 Light" panose="020B0502040204020203" pitchFamily="34" charset="-122"/>
                <a:cs typeface="+mn-ea"/>
                <a:sym typeface="+mn-lt"/>
              </a:rPr>
              <a:t>的</a:t>
            </a:r>
            <a:r>
              <a:rPr lang="en-US" altLang="zh-CN" sz="1400" dirty="0">
                <a:solidFill>
                  <a:schemeClr val="tx1"/>
                </a:solidFill>
                <a:latin typeface="微软雅黑 Light" panose="020B0502040204020203" pitchFamily="34" charset="-122"/>
                <a:ea typeface="微软雅黑 Light" panose="020B0502040204020203" pitchFamily="34" charset="-122"/>
                <a:cs typeface="+mn-ea"/>
                <a:sym typeface="+mn-lt"/>
              </a:rPr>
              <a:t>IPv4</a:t>
            </a:r>
            <a:r>
              <a:rPr lang="zh-CN" altLang="en-US" sz="1400" dirty="0">
                <a:solidFill>
                  <a:schemeClr val="tx1"/>
                </a:solidFill>
                <a:latin typeface="微软雅黑 Light" panose="020B0502040204020203" pitchFamily="34" charset="-122"/>
                <a:ea typeface="微软雅黑 Light" panose="020B0502040204020203" pitchFamily="34" charset="-122"/>
                <a:cs typeface="+mn-ea"/>
                <a:sym typeface="+mn-lt"/>
              </a:rPr>
              <a:t>地址</a:t>
            </a:r>
            <a:endParaRPr lang="zh-CN" altLang="en-US" sz="1400" dirty="0">
              <a:solidFill>
                <a:schemeClr val="tx1"/>
              </a:solidFill>
              <a:latin typeface="微软雅黑 Light" panose="020B0502040204020203" pitchFamily="34" charset="-122"/>
              <a:ea typeface="微软雅黑 Light" panose="020B0502040204020203" pitchFamily="34" charset="-122"/>
              <a:cs typeface="+mn-ea"/>
              <a:sym typeface="+mn-lt"/>
            </a:endParaRPr>
          </a:p>
        </p:txBody>
      </p:sp>
      <p:sp>
        <p:nvSpPr>
          <p:cNvPr id="17" name="文本框 16"/>
          <p:cNvSpPr txBox="1"/>
          <p:nvPr/>
        </p:nvSpPr>
        <p:spPr>
          <a:xfrm>
            <a:off x="1466812" y="4616768"/>
            <a:ext cx="902811" cy="587084"/>
          </a:xfrm>
          <a:prstGeom prst="rect">
            <a:avLst/>
          </a:prstGeom>
          <a:noFill/>
        </p:spPr>
        <p:txBody>
          <a:bodyPr wrap="none" rtlCol="0">
            <a:spAutoFit/>
          </a:bodyPr>
          <a:lstStyle/>
          <a:p>
            <a:pPr algn="ctr">
              <a:lnSpc>
                <a:spcPct val="120000"/>
              </a:lnSpc>
            </a:pPr>
            <a:r>
              <a:rPr lang="en-US" altLang="zh-CN" sz="1400" b="1" dirty="0">
                <a:latin typeface="微软雅黑 Light" panose="020B0502040204020203" pitchFamily="34" charset="-122"/>
                <a:ea typeface="微软雅黑 Light" panose="020B0502040204020203" pitchFamily="34" charset="-122"/>
                <a:cs typeface="+mn-ea"/>
                <a:sym typeface="+mn-lt"/>
              </a:rPr>
              <a:t>PC1</a:t>
            </a:r>
            <a:endParaRPr lang="en-US" altLang="zh-CN" sz="1400" b="1" dirty="0">
              <a:latin typeface="微软雅黑 Light" panose="020B0502040204020203" pitchFamily="34" charset="-122"/>
              <a:ea typeface="微软雅黑 Light" panose="020B0502040204020203" pitchFamily="34" charset="-122"/>
              <a:cs typeface="+mn-ea"/>
              <a:sym typeface="+mn-lt"/>
            </a:endParaRPr>
          </a:p>
          <a:p>
            <a:pPr algn="ctr">
              <a:lnSpc>
                <a:spcPct val="120000"/>
              </a:lnSpc>
            </a:pPr>
            <a:r>
              <a:rPr lang="en-US" altLang="zh-CN" sz="1400" dirty="0">
                <a:latin typeface="微软雅黑 Light" panose="020B0502040204020203" pitchFamily="34" charset="-122"/>
                <a:ea typeface="微软雅黑 Light" panose="020B0502040204020203" pitchFamily="34" charset="-122"/>
                <a:cs typeface="+mn-ea"/>
                <a:sym typeface="+mn-lt"/>
              </a:rPr>
              <a:t>IPv4</a:t>
            </a:r>
            <a:r>
              <a:rPr lang="zh-CN" altLang="en-US" sz="1400" dirty="0">
                <a:latin typeface="微软雅黑 Light" panose="020B0502040204020203" pitchFamily="34" charset="-122"/>
                <a:ea typeface="微软雅黑 Light" panose="020B0502040204020203" pitchFamily="34" charset="-122"/>
                <a:cs typeface="+mn-ea"/>
                <a:sym typeface="+mn-lt"/>
              </a:rPr>
              <a:t>主机</a:t>
            </a:r>
            <a:endParaRPr lang="zh-CN" altLang="en-US" sz="1400" dirty="0">
              <a:latin typeface="微软雅黑 Light" panose="020B0502040204020203" pitchFamily="34" charset="-122"/>
              <a:ea typeface="微软雅黑 Light" panose="020B0502040204020203" pitchFamily="34" charset="-122"/>
              <a:cs typeface="+mn-ea"/>
              <a:sym typeface="+mn-lt"/>
            </a:endParaRPr>
          </a:p>
        </p:txBody>
      </p:sp>
      <p:sp>
        <p:nvSpPr>
          <p:cNvPr id="18" name="文本框 17"/>
          <p:cNvSpPr txBox="1"/>
          <p:nvPr/>
        </p:nvSpPr>
        <p:spPr>
          <a:xfrm>
            <a:off x="10088298" y="4616768"/>
            <a:ext cx="902811" cy="587084"/>
          </a:xfrm>
          <a:prstGeom prst="rect">
            <a:avLst/>
          </a:prstGeom>
          <a:noFill/>
        </p:spPr>
        <p:txBody>
          <a:bodyPr wrap="none" rtlCol="0">
            <a:spAutoFit/>
          </a:bodyPr>
          <a:lstStyle/>
          <a:p>
            <a:pPr algn="ctr">
              <a:lnSpc>
                <a:spcPct val="120000"/>
              </a:lnSpc>
            </a:pPr>
            <a:r>
              <a:rPr lang="en-US" altLang="zh-CN" sz="1400" b="1" dirty="0">
                <a:latin typeface="微软雅黑 Light" panose="020B0502040204020203" pitchFamily="34" charset="-122"/>
                <a:ea typeface="微软雅黑 Light" panose="020B0502040204020203" pitchFamily="34" charset="-122"/>
                <a:cs typeface="+mn-ea"/>
                <a:sym typeface="+mn-lt"/>
              </a:rPr>
              <a:t>PC2</a:t>
            </a:r>
            <a:endParaRPr lang="en-US" altLang="zh-CN" sz="1400" b="1" dirty="0">
              <a:latin typeface="微软雅黑 Light" panose="020B0502040204020203" pitchFamily="34" charset="-122"/>
              <a:ea typeface="微软雅黑 Light" panose="020B0502040204020203" pitchFamily="34" charset="-122"/>
              <a:cs typeface="+mn-ea"/>
              <a:sym typeface="+mn-lt"/>
            </a:endParaRPr>
          </a:p>
          <a:p>
            <a:pPr algn="ctr">
              <a:lnSpc>
                <a:spcPct val="120000"/>
              </a:lnSpc>
            </a:pPr>
            <a:r>
              <a:rPr lang="en-US" altLang="zh-CN" sz="1400" dirty="0">
                <a:latin typeface="微软雅黑 Light" panose="020B0502040204020203" pitchFamily="34" charset="-122"/>
                <a:ea typeface="微软雅黑 Light" panose="020B0502040204020203" pitchFamily="34" charset="-122"/>
                <a:cs typeface="+mn-ea"/>
                <a:sym typeface="+mn-lt"/>
              </a:rPr>
              <a:t>IPv4</a:t>
            </a:r>
            <a:r>
              <a:rPr lang="zh-CN" altLang="en-US" sz="1400" dirty="0">
                <a:latin typeface="微软雅黑 Light" panose="020B0502040204020203" pitchFamily="34" charset="-122"/>
                <a:ea typeface="微软雅黑 Light" panose="020B0502040204020203" pitchFamily="34" charset="-122"/>
                <a:cs typeface="+mn-ea"/>
                <a:sym typeface="+mn-lt"/>
              </a:rPr>
              <a:t>主机</a:t>
            </a:r>
            <a:endParaRPr lang="zh-CN" altLang="en-US" sz="1400" dirty="0">
              <a:latin typeface="微软雅黑 Light" panose="020B0502040204020203" pitchFamily="34" charset="-122"/>
              <a:ea typeface="微软雅黑 Light" panose="020B0502040204020203" pitchFamily="34" charset="-122"/>
              <a:cs typeface="+mn-ea"/>
              <a:sym typeface="+mn-lt"/>
            </a:endParaRPr>
          </a:p>
        </p:txBody>
      </p:sp>
      <p:sp>
        <p:nvSpPr>
          <p:cNvPr id="19" name="矩形 18"/>
          <p:cNvSpPr/>
          <p:nvPr/>
        </p:nvSpPr>
        <p:spPr>
          <a:xfrm>
            <a:off x="4639924" y="6107846"/>
            <a:ext cx="3082211" cy="292270"/>
          </a:xfrm>
          <a:prstGeom prst="rect">
            <a:avLst/>
          </a:prstGeom>
          <a:solidFill>
            <a:schemeClr val="accent6">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20000"/>
              </a:lnSpc>
            </a:pPr>
            <a:r>
              <a:rPr lang="zh-CN" altLang="en-US" sz="1400" dirty="0">
                <a:solidFill>
                  <a:schemeClr val="tx1"/>
                </a:solidFill>
                <a:latin typeface="微软雅黑 Light" panose="020B0502040204020203" pitchFamily="34" charset="-122"/>
                <a:ea typeface="微软雅黑 Light" panose="020B0502040204020203" pitchFamily="34" charset="-122"/>
                <a:cs typeface="+mn-ea"/>
                <a:sym typeface="+mn-lt"/>
              </a:rPr>
              <a:t>载荷</a:t>
            </a:r>
            <a:endParaRPr lang="zh-CN" altLang="en-US" sz="1400" dirty="0">
              <a:solidFill>
                <a:schemeClr val="tx1"/>
              </a:solidFill>
              <a:latin typeface="微软雅黑 Light" panose="020B0502040204020203" pitchFamily="34" charset="-122"/>
              <a:ea typeface="微软雅黑 Light" panose="020B0502040204020203" pitchFamily="34" charset="-122"/>
              <a:cs typeface="+mn-ea"/>
              <a:sym typeface="+mn-lt"/>
            </a:endParaRPr>
          </a:p>
        </p:txBody>
      </p:sp>
      <p:sp>
        <p:nvSpPr>
          <p:cNvPr id="20" name="矩形 19"/>
          <p:cNvSpPr/>
          <p:nvPr/>
        </p:nvSpPr>
        <p:spPr>
          <a:xfrm>
            <a:off x="522952" y="5569107"/>
            <a:ext cx="2372463" cy="523220"/>
          </a:xfrm>
          <a:prstGeom prst="rect">
            <a:avLst/>
          </a:prstGeom>
          <a:solidFill>
            <a:schemeClr val="accent1">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20000"/>
              </a:lnSpc>
            </a:pPr>
            <a:r>
              <a:rPr lang="zh-CN" altLang="en-US" sz="1400" dirty="0">
                <a:solidFill>
                  <a:schemeClr val="tx1"/>
                </a:solidFill>
                <a:latin typeface="微软雅黑 Light" panose="020B0502040204020203" pitchFamily="34" charset="-122"/>
                <a:ea typeface="微软雅黑 Light" panose="020B0502040204020203" pitchFamily="34" charset="-122"/>
                <a:cs typeface="+mn-ea"/>
                <a:sym typeface="+mn-lt"/>
              </a:rPr>
              <a:t>源地址：</a:t>
            </a:r>
            <a:r>
              <a:rPr lang="en-US" altLang="zh-CN" sz="1400" dirty="0">
                <a:solidFill>
                  <a:schemeClr val="tx1"/>
                </a:solidFill>
                <a:latin typeface="微软雅黑 Light" panose="020B0502040204020203" pitchFamily="34" charset="-122"/>
                <a:ea typeface="微软雅黑 Light" panose="020B0502040204020203" pitchFamily="34" charset="-122"/>
                <a:cs typeface="+mn-ea"/>
                <a:sym typeface="+mn-lt"/>
              </a:rPr>
              <a:t> PC1</a:t>
            </a:r>
            <a:r>
              <a:rPr lang="zh-CN" altLang="en-US" sz="1400" dirty="0">
                <a:solidFill>
                  <a:schemeClr val="tx1"/>
                </a:solidFill>
                <a:latin typeface="微软雅黑 Light" panose="020B0502040204020203" pitchFamily="34" charset="-122"/>
                <a:ea typeface="微软雅黑 Light" panose="020B0502040204020203" pitchFamily="34" charset="-122"/>
                <a:cs typeface="+mn-ea"/>
                <a:sym typeface="+mn-lt"/>
              </a:rPr>
              <a:t>的</a:t>
            </a:r>
            <a:r>
              <a:rPr lang="en-US" altLang="zh-CN" sz="1400" dirty="0">
                <a:solidFill>
                  <a:schemeClr val="tx1"/>
                </a:solidFill>
                <a:latin typeface="微软雅黑 Light" panose="020B0502040204020203" pitchFamily="34" charset="-122"/>
                <a:ea typeface="微软雅黑 Light" panose="020B0502040204020203" pitchFamily="34" charset="-122"/>
                <a:cs typeface="+mn-ea"/>
                <a:sym typeface="+mn-lt"/>
              </a:rPr>
              <a:t>IPv4</a:t>
            </a:r>
            <a:r>
              <a:rPr lang="zh-CN" altLang="en-US" sz="1400" dirty="0">
                <a:solidFill>
                  <a:schemeClr val="tx1"/>
                </a:solidFill>
                <a:latin typeface="微软雅黑 Light" panose="020B0502040204020203" pitchFamily="34" charset="-122"/>
                <a:ea typeface="微软雅黑 Light" panose="020B0502040204020203" pitchFamily="34" charset="-122"/>
                <a:cs typeface="+mn-ea"/>
                <a:sym typeface="+mn-lt"/>
              </a:rPr>
              <a:t>地址</a:t>
            </a:r>
            <a:endParaRPr lang="en-US" altLang="zh-CN" sz="1400" dirty="0">
              <a:solidFill>
                <a:schemeClr val="tx1"/>
              </a:solidFill>
              <a:latin typeface="微软雅黑 Light" panose="020B0502040204020203" pitchFamily="34" charset="-122"/>
              <a:ea typeface="微软雅黑 Light" panose="020B0502040204020203" pitchFamily="34" charset="-122"/>
              <a:cs typeface="+mn-ea"/>
              <a:sym typeface="+mn-lt"/>
            </a:endParaRPr>
          </a:p>
          <a:p>
            <a:pPr algn="ctr">
              <a:lnSpc>
                <a:spcPct val="120000"/>
              </a:lnSpc>
            </a:pPr>
            <a:r>
              <a:rPr lang="zh-CN" altLang="en-US" sz="1400" dirty="0">
                <a:solidFill>
                  <a:schemeClr val="tx1"/>
                </a:solidFill>
                <a:latin typeface="微软雅黑 Light" panose="020B0502040204020203" pitchFamily="34" charset="-122"/>
                <a:ea typeface="微软雅黑 Light" panose="020B0502040204020203" pitchFamily="34" charset="-122"/>
                <a:cs typeface="+mn-ea"/>
                <a:sym typeface="+mn-lt"/>
              </a:rPr>
              <a:t>目的地址：</a:t>
            </a:r>
            <a:r>
              <a:rPr lang="en-US" altLang="zh-CN" sz="1400" dirty="0">
                <a:solidFill>
                  <a:schemeClr val="tx1"/>
                </a:solidFill>
                <a:latin typeface="微软雅黑 Light" panose="020B0502040204020203" pitchFamily="34" charset="-122"/>
                <a:ea typeface="微软雅黑 Light" panose="020B0502040204020203" pitchFamily="34" charset="-122"/>
                <a:cs typeface="+mn-ea"/>
                <a:sym typeface="+mn-lt"/>
              </a:rPr>
              <a:t>PC2</a:t>
            </a:r>
            <a:r>
              <a:rPr lang="zh-CN" altLang="en-US" sz="1400" dirty="0">
                <a:solidFill>
                  <a:schemeClr val="tx1"/>
                </a:solidFill>
                <a:latin typeface="微软雅黑 Light" panose="020B0502040204020203" pitchFamily="34" charset="-122"/>
                <a:ea typeface="微软雅黑 Light" panose="020B0502040204020203" pitchFamily="34" charset="-122"/>
                <a:cs typeface="+mn-ea"/>
                <a:sym typeface="+mn-lt"/>
              </a:rPr>
              <a:t>的</a:t>
            </a:r>
            <a:r>
              <a:rPr lang="en-US" altLang="zh-CN" sz="1400" dirty="0">
                <a:solidFill>
                  <a:schemeClr val="tx1"/>
                </a:solidFill>
                <a:latin typeface="微软雅黑 Light" panose="020B0502040204020203" pitchFamily="34" charset="-122"/>
                <a:ea typeface="微软雅黑 Light" panose="020B0502040204020203" pitchFamily="34" charset="-122"/>
                <a:cs typeface="+mn-ea"/>
                <a:sym typeface="+mn-lt"/>
              </a:rPr>
              <a:t>IPv4</a:t>
            </a:r>
            <a:r>
              <a:rPr lang="zh-CN" altLang="en-US" sz="1400" dirty="0">
                <a:solidFill>
                  <a:schemeClr val="tx1"/>
                </a:solidFill>
                <a:latin typeface="微软雅黑 Light" panose="020B0502040204020203" pitchFamily="34" charset="-122"/>
                <a:ea typeface="微软雅黑 Light" panose="020B0502040204020203" pitchFamily="34" charset="-122"/>
                <a:cs typeface="+mn-ea"/>
                <a:sym typeface="+mn-lt"/>
              </a:rPr>
              <a:t>地址</a:t>
            </a:r>
            <a:endParaRPr lang="zh-CN" altLang="en-US" sz="1400" dirty="0">
              <a:solidFill>
                <a:schemeClr val="tx1"/>
              </a:solidFill>
              <a:latin typeface="微软雅黑 Light" panose="020B0502040204020203" pitchFamily="34" charset="-122"/>
              <a:ea typeface="微软雅黑 Light" panose="020B0502040204020203" pitchFamily="34" charset="-122"/>
              <a:cs typeface="+mn-ea"/>
              <a:sym typeface="+mn-lt"/>
            </a:endParaRPr>
          </a:p>
        </p:txBody>
      </p:sp>
      <p:sp>
        <p:nvSpPr>
          <p:cNvPr id="21" name="矩形 20"/>
          <p:cNvSpPr/>
          <p:nvPr/>
        </p:nvSpPr>
        <p:spPr>
          <a:xfrm>
            <a:off x="522952" y="6107846"/>
            <a:ext cx="2372463" cy="292270"/>
          </a:xfrm>
          <a:prstGeom prst="rect">
            <a:avLst/>
          </a:prstGeom>
          <a:solidFill>
            <a:schemeClr val="accent6">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20000"/>
              </a:lnSpc>
            </a:pPr>
            <a:r>
              <a:rPr lang="zh-CN" altLang="en-US" sz="1400" dirty="0">
                <a:solidFill>
                  <a:schemeClr val="tx1"/>
                </a:solidFill>
                <a:latin typeface="微软雅黑 Light" panose="020B0502040204020203" pitchFamily="34" charset="-122"/>
                <a:ea typeface="微软雅黑 Light" panose="020B0502040204020203" pitchFamily="34" charset="-122"/>
                <a:cs typeface="+mn-ea"/>
                <a:sym typeface="+mn-lt"/>
              </a:rPr>
              <a:t>载荷</a:t>
            </a:r>
            <a:endParaRPr lang="zh-CN" altLang="en-US" sz="1400" dirty="0">
              <a:solidFill>
                <a:schemeClr val="tx1"/>
              </a:solidFill>
              <a:latin typeface="微软雅黑 Light" panose="020B0502040204020203" pitchFamily="34" charset="-122"/>
              <a:ea typeface="微软雅黑 Light" panose="020B0502040204020203" pitchFamily="34" charset="-122"/>
              <a:cs typeface="+mn-ea"/>
              <a:sym typeface="+mn-lt"/>
            </a:endParaRPr>
          </a:p>
        </p:txBody>
      </p:sp>
      <p:sp>
        <p:nvSpPr>
          <p:cNvPr id="22" name="矩形 21"/>
          <p:cNvSpPr/>
          <p:nvPr/>
        </p:nvSpPr>
        <p:spPr>
          <a:xfrm>
            <a:off x="9466645" y="5569107"/>
            <a:ext cx="2372463" cy="523220"/>
          </a:xfrm>
          <a:prstGeom prst="rect">
            <a:avLst/>
          </a:prstGeom>
          <a:solidFill>
            <a:schemeClr val="accent1">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20000"/>
              </a:lnSpc>
            </a:pPr>
            <a:r>
              <a:rPr lang="zh-CN" altLang="en-US" sz="1400" dirty="0">
                <a:solidFill>
                  <a:schemeClr val="tx1"/>
                </a:solidFill>
                <a:latin typeface="微软雅黑 Light" panose="020B0502040204020203" pitchFamily="34" charset="-122"/>
                <a:ea typeface="微软雅黑 Light" panose="020B0502040204020203" pitchFamily="34" charset="-122"/>
                <a:cs typeface="+mn-ea"/>
                <a:sym typeface="+mn-lt"/>
              </a:rPr>
              <a:t>源地址：</a:t>
            </a:r>
            <a:r>
              <a:rPr lang="en-US" altLang="zh-CN" sz="1400" dirty="0">
                <a:solidFill>
                  <a:schemeClr val="tx1"/>
                </a:solidFill>
                <a:latin typeface="微软雅黑 Light" panose="020B0502040204020203" pitchFamily="34" charset="-122"/>
                <a:ea typeface="微软雅黑 Light" panose="020B0502040204020203" pitchFamily="34" charset="-122"/>
                <a:cs typeface="+mn-ea"/>
                <a:sym typeface="+mn-lt"/>
              </a:rPr>
              <a:t> PC1</a:t>
            </a:r>
            <a:r>
              <a:rPr lang="zh-CN" altLang="en-US" sz="1400" dirty="0">
                <a:solidFill>
                  <a:schemeClr val="tx1"/>
                </a:solidFill>
                <a:latin typeface="微软雅黑 Light" panose="020B0502040204020203" pitchFamily="34" charset="-122"/>
                <a:ea typeface="微软雅黑 Light" panose="020B0502040204020203" pitchFamily="34" charset="-122"/>
                <a:cs typeface="+mn-ea"/>
                <a:sym typeface="+mn-lt"/>
              </a:rPr>
              <a:t>的</a:t>
            </a:r>
            <a:r>
              <a:rPr lang="en-US" altLang="zh-CN" sz="1400" dirty="0">
                <a:solidFill>
                  <a:schemeClr val="tx1"/>
                </a:solidFill>
                <a:latin typeface="微软雅黑 Light" panose="020B0502040204020203" pitchFamily="34" charset="-122"/>
                <a:ea typeface="微软雅黑 Light" panose="020B0502040204020203" pitchFamily="34" charset="-122"/>
                <a:cs typeface="+mn-ea"/>
                <a:sym typeface="+mn-lt"/>
              </a:rPr>
              <a:t>IPv4</a:t>
            </a:r>
            <a:r>
              <a:rPr lang="zh-CN" altLang="en-US" sz="1400" dirty="0">
                <a:solidFill>
                  <a:schemeClr val="tx1"/>
                </a:solidFill>
                <a:latin typeface="微软雅黑 Light" panose="020B0502040204020203" pitchFamily="34" charset="-122"/>
                <a:ea typeface="微软雅黑 Light" panose="020B0502040204020203" pitchFamily="34" charset="-122"/>
                <a:cs typeface="+mn-ea"/>
                <a:sym typeface="+mn-lt"/>
              </a:rPr>
              <a:t>地址</a:t>
            </a:r>
            <a:endParaRPr lang="en-US" altLang="zh-CN" sz="1400" dirty="0">
              <a:solidFill>
                <a:schemeClr val="tx1"/>
              </a:solidFill>
              <a:latin typeface="微软雅黑 Light" panose="020B0502040204020203" pitchFamily="34" charset="-122"/>
              <a:ea typeface="微软雅黑 Light" panose="020B0502040204020203" pitchFamily="34" charset="-122"/>
              <a:cs typeface="+mn-ea"/>
              <a:sym typeface="+mn-lt"/>
            </a:endParaRPr>
          </a:p>
          <a:p>
            <a:pPr algn="ctr">
              <a:lnSpc>
                <a:spcPct val="120000"/>
              </a:lnSpc>
            </a:pPr>
            <a:r>
              <a:rPr lang="zh-CN" altLang="en-US" sz="1400" dirty="0">
                <a:solidFill>
                  <a:schemeClr val="tx1"/>
                </a:solidFill>
                <a:latin typeface="微软雅黑 Light" panose="020B0502040204020203" pitchFamily="34" charset="-122"/>
                <a:ea typeface="微软雅黑 Light" panose="020B0502040204020203" pitchFamily="34" charset="-122"/>
                <a:cs typeface="+mn-ea"/>
                <a:sym typeface="+mn-lt"/>
              </a:rPr>
              <a:t>目的地址：</a:t>
            </a:r>
            <a:r>
              <a:rPr lang="en-US" altLang="zh-CN" sz="1400" dirty="0">
                <a:solidFill>
                  <a:schemeClr val="tx1"/>
                </a:solidFill>
                <a:latin typeface="微软雅黑 Light" panose="020B0502040204020203" pitchFamily="34" charset="-122"/>
                <a:ea typeface="微软雅黑 Light" panose="020B0502040204020203" pitchFamily="34" charset="-122"/>
                <a:cs typeface="+mn-ea"/>
                <a:sym typeface="+mn-lt"/>
              </a:rPr>
              <a:t>PC2</a:t>
            </a:r>
            <a:r>
              <a:rPr lang="zh-CN" altLang="en-US" sz="1400" dirty="0">
                <a:solidFill>
                  <a:schemeClr val="tx1"/>
                </a:solidFill>
                <a:latin typeface="微软雅黑 Light" panose="020B0502040204020203" pitchFamily="34" charset="-122"/>
                <a:ea typeface="微软雅黑 Light" panose="020B0502040204020203" pitchFamily="34" charset="-122"/>
                <a:cs typeface="+mn-ea"/>
                <a:sym typeface="+mn-lt"/>
              </a:rPr>
              <a:t>的</a:t>
            </a:r>
            <a:r>
              <a:rPr lang="en-US" altLang="zh-CN" sz="1400" dirty="0">
                <a:solidFill>
                  <a:schemeClr val="tx1"/>
                </a:solidFill>
                <a:latin typeface="微软雅黑 Light" panose="020B0502040204020203" pitchFamily="34" charset="-122"/>
                <a:ea typeface="微软雅黑 Light" panose="020B0502040204020203" pitchFamily="34" charset="-122"/>
                <a:cs typeface="+mn-ea"/>
                <a:sym typeface="+mn-lt"/>
              </a:rPr>
              <a:t>IPv4</a:t>
            </a:r>
            <a:r>
              <a:rPr lang="zh-CN" altLang="en-US" sz="1400" dirty="0">
                <a:solidFill>
                  <a:schemeClr val="tx1"/>
                </a:solidFill>
                <a:latin typeface="微软雅黑 Light" panose="020B0502040204020203" pitchFamily="34" charset="-122"/>
                <a:ea typeface="微软雅黑 Light" panose="020B0502040204020203" pitchFamily="34" charset="-122"/>
                <a:cs typeface="+mn-ea"/>
                <a:sym typeface="+mn-lt"/>
              </a:rPr>
              <a:t>地址</a:t>
            </a:r>
            <a:endParaRPr lang="zh-CN" altLang="en-US" sz="1400" dirty="0">
              <a:solidFill>
                <a:schemeClr val="tx1"/>
              </a:solidFill>
              <a:latin typeface="微软雅黑 Light" panose="020B0502040204020203" pitchFamily="34" charset="-122"/>
              <a:ea typeface="微软雅黑 Light" panose="020B0502040204020203" pitchFamily="34" charset="-122"/>
              <a:cs typeface="+mn-ea"/>
              <a:sym typeface="+mn-lt"/>
            </a:endParaRPr>
          </a:p>
        </p:txBody>
      </p:sp>
      <p:sp>
        <p:nvSpPr>
          <p:cNvPr id="23" name="矩形 22"/>
          <p:cNvSpPr/>
          <p:nvPr/>
        </p:nvSpPr>
        <p:spPr>
          <a:xfrm>
            <a:off x="9466645" y="6107846"/>
            <a:ext cx="2372463" cy="292270"/>
          </a:xfrm>
          <a:prstGeom prst="rect">
            <a:avLst/>
          </a:prstGeom>
          <a:solidFill>
            <a:schemeClr val="accent6">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20000"/>
              </a:lnSpc>
            </a:pPr>
            <a:r>
              <a:rPr lang="zh-CN" altLang="en-US" sz="1400" dirty="0">
                <a:solidFill>
                  <a:schemeClr val="tx1"/>
                </a:solidFill>
                <a:latin typeface="微软雅黑 Light" panose="020B0502040204020203" pitchFamily="34" charset="-122"/>
                <a:ea typeface="微软雅黑 Light" panose="020B0502040204020203" pitchFamily="34" charset="-122"/>
                <a:cs typeface="+mn-ea"/>
                <a:sym typeface="+mn-lt"/>
              </a:rPr>
              <a:t>载荷</a:t>
            </a:r>
            <a:endParaRPr lang="zh-CN" altLang="en-US" sz="1400" dirty="0">
              <a:solidFill>
                <a:schemeClr val="tx1"/>
              </a:solidFill>
              <a:latin typeface="微软雅黑 Light" panose="020B0502040204020203" pitchFamily="34" charset="-122"/>
              <a:ea typeface="微软雅黑 Light" panose="020B0502040204020203" pitchFamily="34" charset="-122"/>
              <a:cs typeface="+mn-ea"/>
              <a:sym typeface="+mn-lt"/>
            </a:endParaRPr>
          </a:p>
        </p:txBody>
      </p:sp>
      <p:cxnSp>
        <p:nvCxnSpPr>
          <p:cNvPr id="24" name="直接连接符 23"/>
          <p:cNvCxnSpPr>
            <a:stCxn id="9" idx="2"/>
          </p:cNvCxnSpPr>
          <p:nvPr/>
        </p:nvCxnSpPr>
        <p:spPr>
          <a:xfrm>
            <a:off x="3108868" y="4905694"/>
            <a:ext cx="17264" cy="1494422"/>
          </a:xfrm>
          <a:prstGeom prst="line">
            <a:avLst/>
          </a:prstGeom>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25" name="直接连接符 24"/>
          <p:cNvCxnSpPr/>
          <p:nvPr/>
        </p:nvCxnSpPr>
        <p:spPr>
          <a:xfrm flipH="1">
            <a:off x="9233151" y="4883060"/>
            <a:ext cx="9187" cy="1517056"/>
          </a:xfrm>
          <a:prstGeom prst="line">
            <a:avLst/>
          </a:prstGeom>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26" name="直接箭头连接符 25"/>
          <p:cNvCxnSpPr/>
          <p:nvPr/>
        </p:nvCxnSpPr>
        <p:spPr>
          <a:xfrm>
            <a:off x="2928370" y="5967590"/>
            <a:ext cx="1621612" cy="0"/>
          </a:xfrm>
          <a:prstGeom prst="straightConnector1">
            <a:avLst/>
          </a:prstGeom>
          <a:ln>
            <a:tailEnd type="triangle"/>
          </a:ln>
        </p:spPr>
        <p:style>
          <a:lnRef idx="3">
            <a:schemeClr val="accent4"/>
          </a:lnRef>
          <a:fillRef idx="0">
            <a:schemeClr val="accent4"/>
          </a:fillRef>
          <a:effectRef idx="2">
            <a:schemeClr val="accent4"/>
          </a:effectRef>
          <a:fontRef idx="minor">
            <a:schemeClr val="tx1"/>
          </a:fontRef>
        </p:style>
      </p:cxnSp>
      <p:cxnSp>
        <p:nvCxnSpPr>
          <p:cNvPr id="27" name="直接箭头连接符 26"/>
          <p:cNvCxnSpPr/>
          <p:nvPr/>
        </p:nvCxnSpPr>
        <p:spPr>
          <a:xfrm>
            <a:off x="7818487" y="5967590"/>
            <a:ext cx="1621612" cy="0"/>
          </a:xfrm>
          <a:prstGeom prst="straightConnector1">
            <a:avLst/>
          </a:prstGeom>
          <a:ln>
            <a:tailEnd type="triangle"/>
          </a:ln>
        </p:spPr>
        <p:style>
          <a:lnRef idx="3">
            <a:schemeClr val="accent4"/>
          </a:lnRef>
          <a:fillRef idx="0">
            <a:schemeClr val="accent4"/>
          </a:fillRef>
          <a:effectRef idx="2">
            <a:schemeClr val="accent4"/>
          </a:effectRef>
          <a:fontRef idx="minor">
            <a:schemeClr val="tx1"/>
          </a:fontRef>
        </p:style>
      </p:cxnSp>
      <p:grpSp>
        <p:nvGrpSpPr>
          <p:cNvPr id="28" name="组合 27"/>
          <p:cNvGrpSpPr/>
          <p:nvPr/>
        </p:nvGrpSpPr>
        <p:grpSpPr>
          <a:xfrm>
            <a:off x="9085884" y="5779423"/>
            <a:ext cx="327334" cy="432362"/>
            <a:chOff x="3531378" y="5132007"/>
            <a:chExt cx="327334" cy="432362"/>
          </a:xfrm>
        </p:grpSpPr>
        <p:sp>
          <p:nvSpPr>
            <p:cNvPr id="29" name="椭圆 28"/>
            <p:cNvSpPr/>
            <p:nvPr/>
          </p:nvSpPr>
          <p:spPr>
            <a:xfrm>
              <a:off x="3574371" y="5212080"/>
              <a:ext cx="226920" cy="226920"/>
            </a:xfrm>
            <a:prstGeom prst="ellipse">
              <a:avLst/>
            </a:prstGeom>
            <a:solidFill>
              <a:schemeClr val="accent4"/>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lnSpc>
                  <a:spcPct val="120000"/>
                </a:lnSpc>
              </a:pPr>
              <a:endParaRPr lang="zh-CN" altLang="en-US">
                <a:latin typeface="微软雅黑 Light" panose="020B0502040204020203" pitchFamily="34" charset="-122"/>
                <a:ea typeface="微软雅黑 Light" panose="020B0502040204020203" pitchFamily="34" charset="-122"/>
                <a:cs typeface="+mn-ea"/>
                <a:sym typeface="+mn-lt"/>
              </a:endParaRPr>
            </a:p>
          </p:txBody>
        </p:sp>
        <p:sp>
          <p:nvSpPr>
            <p:cNvPr id="30" name="文本框 29"/>
            <p:cNvSpPr txBox="1"/>
            <p:nvPr/>
          </p:nvSpPr>
          <p:spPr>
            <a:xfrm>
              <a:off x="3531378" y="5132007"/>
              <a:ext cx="327334" cy="432362"/>
            </a:xfrm>
            <a:prstGeom prst="rect">
              <a:avLst/>
            </a:prstGeom>
            <a:noFill/>
          </p:spPr>
          <p:txBody>
            <a:bodyPr wrap="none" rtlCol="0">
              <a:spAutoFit/>
            </a:bodyPr>
            <a:lstStyle/>
            <a:p>
              <a:pPr>
                <a:lnSpc>
                  <a:spcPct val="120000"/>
                </a:lnSpc>
              </a:pPr>
              <a:r>
                <a:rPr lang="en-US" altLang="zh-CN" dirty="0">
                  <a:solidFill>
                    <a:schemeClr val="bg1"/>
                  </a:solidFill>
                  <a:latin typeface="微软雅黑 Light" panose="020B0502040204020203" pitchFamily="34" charset="-122"/>
                  <a:ea typeface="微软雅黑 Light" panose="020B0502040204020203" pitchFamily="34" charset="-122"/>
                  <a:cs typeface="+mn-ea"/>
                  <a:sym typeface="+mn-lt"/>
                </a:rPr>
                <a:t>2</a:t>
              </a:r>
              <a:endParaRPr lang="zh-CN" altLang="en-US" dirty="0">
                <a:solidFill>
                  <a:schemeClr val="bg1"/>
                </a:solidFill>
                <a:latin typeface="微软雅黑 Light" panose="020B0502040204020203" pitchFamily="34" charset="-122"/>
                <a:ea typeface="微软雅黑 Light" panose="020B0502040204020203" pitchFamily="34" charset="-122"/>
                <a:cs typeface="+mn-ea"/>
                <a:sym typeface="+mn-lt"/>
              </a:endParaRPr>
            </a:p>
          </p:txBody>
        </p:sp>
      </p:grpSp>
      <p:grpSp>
        <p:nvGrpSpPr>
          <p:cNvPr id="31" name="组合 30"/>
          <p:cNvGrpSpPr/>
          <p:nvPr/>
        </p:nvGrpSpPr>
        <p:grpSpPr>
          <a:xfrm>
            <a:off x="2963269" y="5779883"/>
            <a:ext cx="284052" cy="432362"/>
            <a:chOff x="3531378" y="5132007"/>
            <a:chExt cx="284052" cy="432362"/>
          </a:xfrm>
        </p:grpSpPr>
        <p:sp>
          <p:nvSpPr>
            <p:cNvPr id="32" name="椭圆 31"/>
            <p:cNvSpPr/>
            <p:nvPr/>
          </p:nvSpPr>
          <p:spPr>
            <a:xfrm>
              <a:off x="3574371" y="5212080"/>
              <a:ext cx="226920" cy="226920"/>
            </a:xfrm>
            <a:prstGeom prst="ellipse">
              <a:avLst/>
            </a:prstGeom>
            <a:solidFill>
              <a:schemeClr val="accent4"/>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lnSpc>
                  <a:spcPct val="120000"/>
                </a:lnSpc>
              </a:pPr>
              <a:endParaRPr lang="zh-CN" altLang="en-US">
                <a:latin typeface="微软雅黑 Light" panose="020B0502040204020203" pitchFamily="34" charset="-122"/>
                <a:ea typeface="微软雅黑 Light" panose="020B0502040204020203" pitchFamily="34" charset="-122"/>
                <a:cs typeface="+mn-ea"/>
                <a:sym typeface="+mn-lt"/>
              </a:endParaRPr>
            </a:p>
          </p:txBody>
        </p:sp>
        <p:sp>
          <p:nvSpPr>
            <p:cNvPr id="33" name="文本框 32"/>
            <p:cNvSpPr txBox="1"/>
            <p:nvPr/>
          </p:nvSpPr>
          <p:spPr>
            <a:xfrm>
              <a:off x="3531378" y="5132007"/>
              <a:ext cx="284052" cy="432362"/>
            </a:xfrm>
            <a:prstGeom prst="rect">
              <a:avLst/>
            </a:prstGeom>
            <a:noFill/>
          </p:spPr>
          <p:txBody>
            <a:bodyPr wrap="none" rtlCol="0">
              <a:spAutoFit/>
            </a:bodyPr>
            <a:lstStyle/>
            <a:p>
              <a:pPr>
                <a:lnSpc>
                  <a:spcPct val="120000"/>
                </a:lnSpc>
              </a:pPr>
              <a:r>
                <a:rPr lang="en-US" altLang="zh-CN" dirty="0">
                  <a:solidFill>
                    <a:schemeClr val="bg1"/>
                  </a:solidFill>
                  <a:latin typeface="微软雅黑 Light" panose="020B0502040204020203" pitchFamily="34" charset="-122"/>
                  <a:ea typeface="微软雅黑 Light" panose="020B0502040204020203" pitchFamily="34" charset="-122"/>
                  <a:cs typeface="+mn-ea"/>
                  <a:sym typeface="+mn-lt"/>
                </a:rPr>
                <a:t>1</a:t>
              </a:r>
              <a:endParaRPr lang="zh-CN" altLang="en-US" dirty="0">
                <a:solidFill>
                  <a:schemeClr val="bg1"/>
                </a:solidFill>
                <a:latin typeface="微软雅黑 Light" panose="020B0502040204020203" pitchFamily="34" charset="-122"/>
                <a:ea typeface="微软雅黑 Light" panose="020B0502040204020203" pitchFamily="34" charset="-122"/>
                <a:cs typeface="+mn-ea"/>
                <a:sym typeface="+mn-lt"/>
              </a:endParaRPr>
            </a:p>
          </p:txBody>
        </p:sp>
      </p:grpSp>
      <p:pic>
        <p:nvPicPr>
          <p:cNvPr id="34" name="图片 33"/>
          <p:cNvPicPr>
            <a:picLocks noChangeAspect="1"/>
          </p:cNvPicPr>
          <p:nvPr/>
        </p:nvPicPr>
        <p:blipFill>
          <a:blip r:embed="rId1"/>
          <a:stretch>
            <a:fillRect/>
          </a:stretch>
        </p:blipFill>
        <p:spPr>
          <a:xfrm>
            <a:off x="1648335" y="4149009"/>
            <a:ext cx="582935" cy="445150"/>
          </a:xfrm>
          <a:prstGeom prst="rect">
            <a:avLst/>
          </a:prstGeom>
        </p:spPr>
      </p:pic>
      <p:pic>
        <p:nvPicPr>
          <p:cNvPr id="35" name="图片 34"/>
          <p:cNvPicPr>
            <a:picLocks noChangeAspect="1"/>
          </p:cNvPicPr>
          <p:nvPr/>
        </p:nvPicPr>
        <p:blipFill>
          <a:blip r:embed="rId1"/>
          <a:stretch>
            <a:fillRect/>
          </a:stretch>
        </p:blipFill>
        <p:spPr>
          <a:xfrm>
            <a:off x="10248235" y="4134631"/>
            <a:ext cx="582935" cy="445150"/>
          </a:xfrm>
          <a:prstGeom prst="rect">
            <a:avLst/>
          </a:prstGeom>
        </p:spPr>
      </p:pic>
      <p:pic>
        <p:nvPicPr>
          <p:cNvPr id="36" name="图片 35"/>
          <p:cNvPicPr>
            <a:picLocks noChangeAspect="1"/>
          </p:cNvPicPr>
          <p:nvPr/>
        </p:nvPicPr>
        <p:blipFill>
          <a:blip r:embed="rId2"/>
          <a:stretch>
            <a:fillRect/>
          </a:stretch>
        </p:blipFill>
        <p:spPr>
          <a:xfrm>
            <a:off x="2981608" y="4199276"/>
            <a:ext cx="394188" cy="394188"/>
          </a:xfrm>
          <a:prstGeom prst="rect">
            <a:avLst/>
          </a:prstGeom>
        </p:spPr>
      </p:pic>
      <p:pic>
        <p:nvPicPr>
          <p:cNvPr id="37" name="图片 36"/>
          <p:cNvPicPr>
            <a:picLocks noChangeAspect="1"/>
          </p:cNvPicPr>
          <p:nvPr/>
        </p:nvPicPr>
        <p:blipFill>
          <a:blip r:embed="rId2"/>
          <a:stretch>
            <a:fillRect/>
          </a:stretch>
        </p:blipFill>
        <p:spPr>
          <a:xfrm>
            <a:off x="8982225" y="4211771"/>
            <a:ext cx="394188" cy="394188"/>
          </a:xfrm>
          <a:prstGeom prst="rect">
            <a:avLst/>
          </a:prstGeom>
        </p:spPr>
      </p:pic>
    </p:spTree>
  </p:cSld>
  <p:clrMapOvr>
    <a:masterClrMapping/>
  </p:clrMapOvr>
</p:sld>
</file>

<file path=ppt/slides/slide2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转换技术：</a:t>
            </a:r>
            <a:r>
              <a:rPr lang="en-US" altLang="zh-CN" dirty="0"/>
              <a:t>NAT64</a:t>
            </a:r>
            <a:endParaRPr lang="zh-CN" altLang="en-US" dirty="0"/>
          </a:p>
        </p:txBody>
      </p:sp>
      <p:sp>
        <p:nvSpPr>
          <p:cNvPr id="3" name="内容占位符 2"/>
          <p:cNvSpPr>
            <a:spLocks noGrp="1"/>
          </p:cNvSpPr>
          <p:nvPr>
            <p:ph idx="1"/>
          </p:nvPr>
        </p:nvSpPr>
        <p:spPr>
          <a:xfrm>
            <a:off x="334434" y="1052515"/>
            <a:ext cx="11523133" cy="2376486"/>
          </a:xfrm>
        </p:spPr>
        <p:txBody>
          <a:bodyPr/>
          <a:lstStyle/>
          <a:p>
            <a:r>
              <a:rPr lang="en-US" altLang="zh-CN" dirty="0"/>
              <a:t>NAT64</a:t>
            </a:r>
            <a:r>
              <a:rPr lang="zh-CN" altLang="en-US" dirty="0"/>
              <a:t>是一种在</a:t>
            </a:r>
            <a:r>
              <a:rPr lang="en-US" altLang="zh-CN" dirty="0"/>
              <a:t>IPv6</a:t>
            </a:r>
            <a:r>
              <a:rPr lang="zh-CN" altLang="en-US" dirty="0"/>
              <a:t>与</a:t>
            </a:r>
            <a:r>
              <a:rPr lang="en-US" altLang="zh-CN" dirty="0"/>
              <a:t>IPv4</a:t>
            </a:r>
            <a:r>
              <a:rPr lang="zh-CN" altLang="en-US" dirty="0"/>
              <a:t>之间实现协议转换的</a:t>
            </a:r>
            <a:r>
              <a:rPr lang="en-US" altLang="zh-CN" dirty="0"/>
              <a:t>NAT</a:t>
            </a:r>
            <a:r>
              <a:rPr lang="zh-CN" altLang="en-US" dirty="0"/>
              <a:t>技术</a:t>
            </a:r>
            <a:endParaRPr lang="zh-CN" altLang="en-US" dirty="0"/>
          </a:p>
          <a:p>
            <a:r>
              <a:rPr lang="zh-CN" altLang="en-US" dirty="0"/>
              <a:t>当</a:t>
            </a:r>
            <a:r>
              <a:rPr lang="en-US" altLang="zh-CN" dirty="0"/>
              <a:t>IPv4</a:t>
            </a:r>
            <a:r>
              <a:rPr lang="zh-CN" altLang="en-US" dirty="0"/>
              <a:t>网络的节点需要直接与</a:t>
            </a:r>
            <a:r>
              <a:rPr lang="en-US" altLang="zh-CN" dirty="0"/>
              <a:t>IPv6</a:t>
            </a:r>
            <a:r>
              <a:rPr lang="zh-CN" altLang="en-US" dirty="0"/>
              <a:t>网络的节点进行通信时，默认情况下是行不通的，因为两个协议栈无法兼容。但是借助一台</a:t>
            </a:r>
            <a:r>
              <a:rPr lang="en-US" altLang="zh-CN" dirty="0"/>
              <a:t>NAT64</a:t>
            </a:r>
            <a:r>
              <a:rPr lang="zh-CN" altLang="en-US" dirty="0"/>
              <a:t>设备，由该设备来实现</a:t>
            </a:r>
            <a:r>
              <a:rPr lang="en-US" altLang="zh-CN" dirty="0"/>
              <a:t>IPv6</a:t>
            </a:r>
            <a:r>
              <a:rPr lang="zh-CN" altLang="en-US" dirty="0"/>
              <a:t>与</a:t>
            </a:r>
            <a:r>
              <a:rPr lang="en-US" altLang="zh-CN" dirty="0"/>
              <a:t>IPv4</a:t>
            </a:r>
            <a:r>
              <a:rPr lang="zh-CN" altLang="en-US" dirty="0"/>
              <a:t>的转换，那么上述通信就可以实现</a:t>
            </a:r>
            <a:endParaRPr lang="zh-CN" altLang="en-US" dirty="0"/>
          </a:p>
        </p:txBody>
      </p:sp>
      <p:sp>
        <p:nvSpPr>
          <p:cNvPr id="4" name="灯片编号占位符 3"/>
          <p:cNvSpPr>
            <a:spLocks noGrp="1"/>
          </p:cNvSpPr>
          <p:nvPr>
            <p:ph type="sldNum" sz="quarter" idx="12"/>
          </p:nvPr>
        </p:nvSpPr>
        <p:spPr/>
        <p:txBody>
          <a:bodyPr/>
          <a:lstStyle/>
          <a:p>
            <a:pPr>
              <a:defRPr/>
            </a:pPr>
            <a:fld id="{816960B2-2B11-492C-B588-5290E1274F96}" type="slidenum">
              <a:rPr lang="en-US" altLang="zh-CN" smtClean="0"/>
            </a:fld>
            <a:endParaRPr lang="en-US" altLang="zh-CN" dirty="0"/>
          </a:p>
        </p:txBody>
      </p:sp>
      <p:sp>
        <p:nvSpPr>
          <p:cNvPr id="5" name="矩形: 圆角 4"/>
          <p:cNvSpPr/>
          <p:nvPr/>
        </p:nvSpPr>
        <p:spPr>
          <a:xfrm>
            <a:off x="1298810" y="3181004"/>
            <a:ext cx="4221126" cy="383177"/>
          </a:xfrm>
          <a:prstGeom prst="roundRect">
            <a:avLst/>
          </a:prstGeom>
          <a:solidFill>
            <a:schemeClr val="accent1"/>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ct val="120000"/>
              </a:lnSpc>
            </a:pPr>
            <a:r>
              <a:rPr lang="en-US" altLang="zh-CN" sz="1800" dirty="0">
                <a:solidFill>
                  <a:schemeClr val="tx1"/>
                </a:solidFill>
                <a:latin typeface="微软雅黑 Light" panose="020B0502040204020203" pitchFamily="34" charset="-122"/>
                <a:ea typeface="微软雅黑 Light" panose="020B0502040204020203" pitchFamily="34" charset="-122"/>
                <a:cs typeface="+mn-ea"/>
                <a:sym typeface="+mn-lt"/>
              </a:rPr>
              <a:t>IPv6</a:t>
            </a:r>
            <a:r>
              <a:rPr lang="zh-CN" altLang="en-US" sz="1800" dirty="0">
                <a:solidFill>
                  <a:schemeClr val="tx1"/>
                </a:solidFill>
                <a:latin typeface="微软雅黑 Light" panose="020B0502040204020203" pitchFamily="34" charset="-122"/>
                <a:ea typeface="微软雅黑 Light" panose="020B0502040204020203" pitchFamily="34" charset="-122"/>
                <a:cs typeface="+mn-ea"/>
                <a:sym typeface="+mn-lt"/>
              </a:rPr>
              <a:t>网络用户访问</a:t>
            </a:r>
            <a:r>
              <a:rPr lang="en-US" altLang="zh-CN" sz="1800" dirty="0">
                <a:solidFill>
                  <a:schemeClr val="tx1"/>
                </a:solidFill>
                <a:latin typeface="微软雅黑 Light" panose="020B0502040204020203" pitchFamily="34" charset="-122"/>
                <a:ea typeface="微软雅黑 Light" panose="020B0502040204020203" pitchFamily="34" charset="-122"/>
                <a:cs typeface="+mn-ea"/>
                <a:sym typeface="+mn-lt"/>
              </a:rPr>
              <a:t>IPv4</a:t>
            </a:r>
            <a:r>
              <a:rPr lang="zh-CN" altLang="en-US" sz="1800" dirty="0">
                <a:solidFill>
                  <a:schemeClr val="tx1"/>
                </a:solidFill>
                <a:latin typeface="微软雅黑 Light" panose="020B0502040204020203" pitchFamily="34" charset="-122"/>
                <a:ea typeface="微软雅黑 Light" panose="020B0502040204020203" pitchFamily="34" charset="-122"/>
                <a:cs typeface="+mn-ea"/>
                <a:sym typeface="+mn-lt"/>
              </a:rPr>
              <a:t>网络服务器</a:t>
            </a:r>
            <a:endParaRPr lang="zh-CN" altLang="en-US" sz="1800" dirty="0">
              <a:solidFill>
                <a:schemeClr val="tx1"/>
              </a:solidFill>
              <a:latin typeface="微软雅黑 Light" panose="020B0502040204020203" pitchFamily="34" charset="-122"/>
              <a:ea typeface="微软雅黑 Light" panose="020B0502040204020203" pitchFamily="34" charset="-122"/>
              <a:cs typeface="+mn-ea"/>
              <a:sym typeface="+mn-lt"/>
            </a:endParaRPr>
          </a:p>
        </p:txBody>
      </p:sp>
      <p:sp>
        <p:nvSpPr>
          <p:cNvPr id="6" name="矩形: 圆角 5"/>
          <p:cNvSpPr/>
          <p:nvPr/>
        </p:nvSpPr>
        <p:spPr>
          <a:xfrm>
            <a:off x="6964064" y="3181004"/>
            <a:ext cx="3884464" cy="383177"/>
          </a:xfrm>
          <a:prstGeom prst="roundRect">
            <a:avLst/>
          </a:prstGeom>
          <a:solidFill>
            <a:schemeClr val="accent1"/>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ct val="120000"/>
              </a:lnSpc>
            </a:pPr>
            <a:r>
              <a:rPr lang="en-US" altLang="zh-CN" sz="1800" dirty="0">
                <a:solidFill>
                  <a:schemeClr val="tx1"/>
                </a:solidFill>
                <a:latin typeface="微软雅黑 Light" panose="020B0502040204020203" pitchFamily="34" charset="-122"/>
                <a:ea typeface="微软雅黑 Light" panose="020B0502040204020203" pitchFamily="34" charset="-122"/>
                <a:cs typeface="+mn-ea"/>
                <a:sym typeface="+mn-lt"/>
              </a:rPr>
              <a:t>IPv4</a:t>
            </a:r>
            <a:r>
              <a:rPr lang="zh-CN" altLang="en-US" sz="1800" dirty="0">
                <a:solidFill>
                  <a:schemeClr val="tx1"/>
                </a:solidFill>
                <a:latin typeface="微软雅黑 Light" panose="020B0502040204020203" pitchFamily="34" charset="-122"/>
                <a:ea typeface="微软雅黑 Light" panose="020B0502040204020203" pitchFamily="34" charset="-122"/>
                <a:cs typeface="+mn-ea"/>
                <a:sym typeface="+mn-lt"/>
              </a:rPr>
              <a:t>网络用户访问</a:t>
            </a:r>
            <a:r>
              <a:rPr lang="en-US" altLang="zh-CN" sz="1800" dirty="0">
                <a:solidFill>
                  <a:schemeClr val="tx1"/>
                </a:solidFill>
                <a:latin typeface="微软雅黑 Light" panose="020B0502040204020203" pitchFamily="34" charset="-122"/>
                <a:ea typeface="微软雅黑 Light" panose="020B0502040204020203" pitchFamily="34" charset="-122"/>
                <a:cs typeface="+mn-ea"/>
                <a:sym typeface="+mn-lt"/>
              </a:rPr>
              <a:t>IPv6</a:t>
            </a:r>
            <a:r>
              <a:rPr lang="zh-CN" altLang="en-US" sz="1800" dirty="0">
                <a:solidFill>
                  <a:schemeClr val="tx1"/>
                </a:solidFill>
                <a:latin typeface="微软雅黑 Light" panose="020B0502040204020203" pitchFamily="34" charset="-122"/>
                <a:ea typeface="微软雅黑 Light" panose="020B0502040204020203" pitchFamily="34" charset="-122"/>
                <a:cs typeface="+mn-ea"/>
                <a:sym typeface="+mn-lt"/>
              </a:rPr>
              <a:t>网络服务器</a:t>
            </a:r>
            <a:endParaRPr lang="zh-CN" altLang="en-US" sz="1800" dirty="0">
              <a:solidFill>
                <a:schemeClr val="tx1"/>
              </a:solidFill>
              <a:latin typeface="微软雅黑 Light" panose="020B0502040204020203" pitchFamily="34" charset="-122"/>
              <a:ea typeface="微软雅黑 Light" panose="020B0502040204020203" pitchFamily="34" charset="-122"/>
              <a:cs typeface="+mn-ea"/>
              <a:sym typeface="+mn-lt"/>
            </a:endParaRPr>
          </a:p>
        </p:txBody>
      </p:sp>
      <p:sp>
        <p:nvSpPr>
          <p:cNvPr id="7" name="Freeform 159"/>
          <p:cNvSpPr/>
          <p:nvPr/>
        </p:nvSpPr>
        <p:spPr>
          <a:xfrm flipH="1">
            <a:off x="1553070" y="4834677"/>
            <a:ext cx="1360776" cy="776922"/>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accent4">
              <a:alpha val="50000"/>
            </a:schemeClr>
          </a:solidFill>
          <a:ln>
            <a:noFill/>
          </a:ln>
        </p:spPr>
        <p:style>
          <a:lnRef idx="0">
            <a:scrgbClr r="0" g="0" b="0"/>
          </a:lnRef>
          <a:fillRef idx="0">
            <a:scrgbClr r="0" g="0" b="0"/>
          </a:fillRef>
          <a:effectRef idx="0">
            <a:scrgbClr r="0" g="0" b="0"/>
          </a:effectRef>
          <a:fontRef idx="minor">
            <a:schemeClr val="lt1"/>
          </a:fontRef>
        </p:style>
        <p:txBody>
          <a:bodyPr wrap="square" lIns="0" tIns="107958" rIns="0" rtlCol="0" anchor="ctr">
            <a:noAutofit/>
          </a:bodyPr>
          <a:lstStyle/>
          <a:p>
            <a:pPr algn="ctr">
              <a:lnSpc>
                <a:spcPct val="120000"/>
              </a:lnSpc>
            </a:pPr>
            <a:r>
              <a:rPr lang="en-US" sz="1400" dirty="0">
                <a:solidFill>
                  <a:schemeClr val="bg1"/>
                </a:solidFill>
                <a:latin typeface="微软雅黑 Light" panose="020B0502040204020203" pitchFamily="34" charset="-122"/>
                <a:ea typeface="微软雅黑 Light" panose="020B0502040204020203" pitchFamily="34" charset="-122"/>
                <a:cs typeface="+mn-ea"/>
                <a:sym typeface="+mn-lt"/>
              </a:rPr>
              <a:t>IPv6</a:t>
            </a:r>
            <a:endParaRPr lang="en-US" sz="1400" dirty="0">
              <a:solidFill>
                <a:schemeClr val="bg1"/>
              </a:solidFill>
              <a:latin typeface="微软雅黑 Light" panose="020B0502040204020203" pitchFamily="34" charset="-122"/>
              <a:ea typeface="微软雅黑 Light" panose="020B0502040204020203" pitchFamily="34" charset="-122"/>
              <a:cs typeface="+mn-ea"/>
              <a:sym typeface="+mn-lt"/>
            </a:endParaRPr>
          </a:p>
        </p:txBody>
      </p:sp>
      <p:sp>
        <p:nvSpPr>
          <p:cNvPr id="8" name="Freeform 159"/>
          <p:cNvSpPr/>
          <p:nvPr/>
        </p:nvSpPr>
        <p:spPr>
          <a:xfrm flipH="1">
            <a:off x="4295800" y="3820729"/>
            <a:ext cx="1360776" cy="776922"/>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accent4">
              <a:alpha val="50000"/>
            </a:schemeClr>
          </a:solidFill>
          <a:ln>
            <a:noFill/>
          </a:ln>
        </p:spPr>
        <p:style>
          <a:lnRef idx="0">
            <a:scrgbClr r="0" g="0" b="0"/>
          </a:lnRef>
          <a:fillRef idx="0">
            <a:scrgbClr r="0" g="0" b="0"/>
          </a:fillRef>
          <a:effectRef idx="0">
            <a:scrgbClr r="0" g="0" b="0"/>
          </a:effectRef>
          <a:fontRef idx="minor">
            <a:schemeClr val="lt1"/>
          </a:fontRef>
        </p:style>
        <p:txBody>
          <a:bodyPr wrap="square" lIns="0" tIns="107958" rIns="0" rtlCol="0" anchor="ctr">
            <a:noAutofit/>
          </a:bodyPr>
          <a:lstStyle/>
          <a:p>
            <a:pPr algn="ctr">
              <a:lnSpc>
                <a:spcPct val="120000"/>
              </a:lnSpc>
            </a:pPr>
            <a:r>
              <a:rPr lang="en-US" sz="1400">
                <a:solidFill>
                  <a:schemeClr val="bg1"/>
                </a:solidFill>
                <a:latin typeface="微软雅黑 Light" panose="020B0502040204020203" pitchFamily="34" charset="-122"/>
                <a:ea typeface="微软雅黑 Light" panose="020B0502040204020203" pitchFamily="34" charset="-122"/>
                <a:cs typeface="+mn-ea"/>
                <a:sym typeface="+mn-lt"/>
              </a:rPr>
              <a:t>IPv6</a:t>
            </a:r>
            <a:endParaRPr lang="en-US" sz="1400" dirty="0">
              <a:solidFill>
                <a:schemeClr val="bg1"/>
              </a:solidFill>
              <a:latin typeface="微软雅黑 Light" panose="020B0502040204020203" pitchFamily="34" charset="-122"/>
              <a:ea typeface="微软雅黑 Light" panose="020B0502040204020203" pitchFamily="34" charset="-122"/>
              <a:cs typeface="+mn-ea"/>
              <a:sym typeface="+mn-lt"/>
            </a:endParaRPr>
          </a:p>
        </p:txBody>
      </p:sp>
      <p:sp>
        <p:nvSpPr>
          <p:cNvPr id="9" name="Freeform 159"/>
          <p:cNvSpPr/>
          <p:nvPr/>
        </p:nvSpPr>
        <p:spPr>
          <a:xfrm flipH="1">
            <a:off x="4295800" y="5455033"/>
            <a:ext cx="1360776" cy="776922"/>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accent6">
              <a:alpha val="50000"/>
            </a:schemeClr>
          </a:solidFill>
          <a:ln>
            <a:noFill/>
          </a:ln>
        </p:spPr>
        <p:style>
          <a:lnRef idx="0">
            <a:scrgbClr r="0" g="0" b="0"/>
          </a:lnRef>
          <a:fillRef idx="0">
            <a:scrgbClr r="0" g="0" b="0"/>
          </a:fillRef>
          <a:effectRef idx="0">
            <a:scrgbClr r="0" g="0" b="0"/>
          </a:effectRef>
          <a:fontRef idx="minor">
            <a:schemeClr val="lt1"/>
          </a:fontRef>
        </p:style>
        <p:txBody>
          <a:bodyPr wrap="square" lIns="0" tIns="107958" rIns="0" rtlCol="0" anchor="ctr">
            <a:noAutofit/>
          </a:bodyPr>
          <a:lstStyle/>
          <a:p>
            <a:pPr algn="ctr">
              <a:lnSpc>
                <a:spcPct val="120000"/>
              </a:lnSpc>
            </a:pPr>
            <a:r>
              <a:rPr lang="en-US" sz="1400" dirty="0">
                <a:solidFill>
                  <a:schemeClr val="bg1"/>
                </a:solidFill>
                <a:latin typeface="微软雅黑 Light" panose="020B0502040204020203" pitchFamily="34" charset="-122"/>
                <a:ea typeface="微软雅黑 Light" panose="020B0502040204020203" pitchFamily="34" charset="-122"/>
                <a:cs typeface="+mn-ea"/>
                <a:sym typeface="+mn-lt"/>
              </a:rPr>
              <a:t>IPv</a:t>
            </a:r>
            <a:r>
              <a:rPr lang="en-US" altLang="zh-CN" sz="1400" dirty="0">
                <a:solidFill>
                  <a:schemeClr val="bg1"/>
                </a:solidFill>
                <a:latin typeface="微软雅黑 Light" panose="020B0502040204020203" pitchFamily="34" charset="-122"/>
                <a:ea typeface="微软雅黑 Light" panose="020B0502040204020203" pitchFamily="34" charset="-122"/>
                <a:cs typeface="+mn-ea"/>
                <a:sym typeface="+mn-lt"/>
              </a:rPr>
              <a:t>4</a:t>
            </a:r>
            <a:endParaRPr lang="en-US" sz="1400" dirty="0">
              <a:solidFill>
                <a:schemeClr val="bg1"/>
              </a:solidFill>
              <a:latin typeface="微软雅黑 Light" panose="020B0502040204020203" pitchFamily="34" charset="-122"/>
              <a:ea typeface="微软雅黑 Light" panose="020B0502040204020203" pitchFamily="34" charset="-122"/>
              <a:cs typeface="+mn-ea"/>
              <a:sym typeface="+mn-lt"/>
            </a:endParaRPr>
          </a:p>
        </p:txBody>
      </p:sp>
      <p:pic>
        <p:nvPicPr>
          <p:cNvPr id="10" name="图片 9"/>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2731935" y="5060190"/>
            <a:ext cx="385321" cy="315262"/>
          </a:xfrm>
          <a:prstGeom prst="rect">
            <a:avLst/>
          </a:prstGeom>
        </p:spPr>
      </p:pic>
      <p:sp>
        <p:nvSpPr>
          <p:cNvPr id="11" name="文本框 10"/>
          <p:cNvSpPr txBox="1"/>
          <p:nvPr/>
        </p:nvSpPr>
        <p:spPr>
          <a:xfrm>
            <a:off x="2813975" y="3717032"/>
            <a:ext cx="750526" cy="330411"/>
          </a:xfrm>
          <a:prstGeom prst="rect">
            <a:avLst/>
          </a:prstGeom>
          <a:noFill/>
        </p:spPr>
        <p:txBody>
          <a:bodyPr wrap="none" rtlCol="0">
            <a:spAutoFit/>
          </a:bodyPr>
          <a:lstStyle/>
          <a:p>
            <a:pPr>
              <a:lnSpc>
                <a:spcPct val="120000"/>
              </a:lnSpc>
            </a:pPr>
            <a:r>
              <a:rPr lang="en-US" altLang="zh-CN" sz="1400" dirty="0">
                <a:latin typeface="微软雅黑 Light" panose="020B0502040204020203" pitchFamily="34" charset="-122"/>
                <a:ea typeface="微软雅黑 Light" panose="020B0502040204020203" pitchFamily="34" charset="-122"/>
                <a:cs typeface="+mn-ea"/>
                <a:sym typeface="+mn-lt"/>
              </a:rPr>
              <a:t>DNS64</a:t>
            </a:r>
            <a:endParaRPr lang="zh-CN" altLang="en-US" sz="1400" dirty="0">
              <a:latin typeface="微软雅黑 Light" panose="020B0502040204020203" pitchFamily="34" charset="-122"/>
              <a:ea typeface="微软雅黑 Light" panose="020B0502040204020203" pitchFamily="34" charset="-122"/>
              <a:cs typeface="+mn-ea"/>
              <a:sym typeface="+mn-lt"/>
            </a:endParaRPr>
          </a:p>
        </p:txBody>
      </p:sp>
      <p:sp>
        <p:nvSpPr>
          <p:cNvPr id="12" name="文本框 11"/>
          <p:cNvSpPr txBox="1"/>
          <p:nvPr/>
        </p:nvSpPr>
        <p:spPr>
          <a:xfrm>
            <a:off x="1102842" y="5354364"/>
            <a:ext cx="801823" cy="330411"/>
          </a:xfrm>
          <a:prstGeom prst="rect">
            <a:avLst/>
          </a:prstGeom>
          <a:noFill/>
        </p:spPr>
        <p:txBody>
          <a:bodyPr wrap="none" rtlCol="0">
            <a:spAutoFit/>
          </a:bodyPr>
          <a:lstStyle/>
          <a:p>
            <a:pPr>
              <a:lnSpc>
                <a:spcPct val="120000"/>
              </a:lnSpc>
            </a:pPr>
            <a:r>
              <a:rPr lang="en-US" altLang="zh-CN" sz="1400" dirty="0">
                <a:latin typeface="微软雅黑 Light" panose="020B0502040204020203" pitchFamily="34" charset="-122"/>
                <a:ea typeface="微软雅黑 Light" panose="020B0502040204020203" pitchFamily="34" charset="-122"/>
                <a:cs typeface="+mn-ea"/>
                <a:sym typeface="+mn-lt"/>
              </a:rPr>
              <a:t>IPv6 PC</a:t>
            </a:r>
            <a:endParaRPr lang="zh-CN" altLang="en-US" sz="1400" dirty="0">
              <a:latin typeface="微软雅黑 Light" panose="020B0502040204020203" pitchFamily="34" charset="-122"/>
              <a:ea typeface="微软雅黑 Light" panose="020B0502040204020203" pitchFamily="34" charset="-122"/>
              <a:cs typeface="+mn-ea"/>
              <a:sym typeface="+mn-lt"/>
            </a:endParaRPr>
          </a:p>
        </p:txBody>
      </p:sp>
      <p:sp>
        <p:nvSpPr>
          <p:cNvPr id="13" name="文本框 12"/>
          <p:cNvSpPr txBox="1"/>
          <p:nvPr/>
        </p:nvSpPr>
        <p:spPr>
          <a:xfrm>
            <a:off x="4035870" y="4536811"/>
            <a:ext cx="1095813" cy="330411"/>
          </a:xfrm>
          <a:prstGeom prst="rect">
            <a:avLst/>
          </a:prstGeom>
          <a:noFill/>
        </p:spPr>
        <p:txBody>
          <a:bodyPr wrap="none" rtlCol="0">
            <a:spAutoFit/>
          </a:bodyPr>
          <a:lstStyle/>
          <a:p>
            <a:pPr>
              <a:lnSpc>
                <a:spcPct val="120000"/>
              </a:lnSpc>
            </a:pPr>
            <a:r>
              <a:rPr lang="en-US" altLang="zh-CN" sz="1400" dirty="0">
                <a:latin typeface="微软雅黑 Light" panose="020B0502040204020203" pitchFamily="34" charset="-122"/>
                <a:ea typeface="微软雅黑 Light" panose="020B0502040204020203" pitchFamily="34" charset="-122"/>
                <a:cs typeface="+mn-ea"/>
                <a:sym typeface="+mn-lt"/>
              </a:rPr>
              <a:t>IPv6 Server</a:t>
            </a:r>
            <a:endParaRPr lang="zh-CN" altLang="en-US" sz="1400" dirty="0">
              <a:latin typeface="微软雅黑 Light" panose="020B0502040204020203" pitchFamily="34" charset="-122"/>
              <a:ea typeface="微软雅黑 Light" panose="020B0502040204020203" pitchFamily="34" charset="-122"/>
              <a:cs typeface="+mn-ea"/>
              <a:sym typeface="+mn-lt"/>
            </a:endParaRPr>
          </a:p>
        </p:txBody>
      </p:sp>
      <p:sp>
        <p:nvSpPr>
          <p:cNvPr id="14" name="文本框 13"/>
          <p:cNvSpPr txBox="1"/>
          <p:nvPr/>
        </p:nvSpPr>
        <p:spPr>
          <a:xfrm>
            <a:off x="4035870" y="6198765"/>
            <a:ext cx="1099019" cy="330411"/>
          </a:xfrm>
          <a:prstGeom prst="rect">
            <a:avLst/>
          </a:prstGeom>
          <a:noFill/>
        </p:spPr>
        <p:txBody>
          <a:bodyPr wrap="none" rtlCol="0">
            <a:spAutoFit/>
          </a:bodyPr>
          <a:lstStyle/>
          <a:p>
            <a:pPr>
              <a:lnSpc>
                <a:spcPct val="120000"/>
              </a:lnSpc>
            </a:pPr>
            <a:r>
              <a:rPr lang="en-US" altLang="zh-CN" sz="1400" dirty="0">
                <a:latin typeface="微软雅黑 Light" panose="020B0502040204020203" pitchFamily="34" charset="-122"/>
                <a:ea typeface="微软雅黑 Light" panose="020B0502040204020203" pitchFamily="34" charset="-122"/>
                <a:cs typeface="+mn-ea"/>
                <a:sym typeface="+mn-lt"/>
              </a:rPr>
              <a:t>IPv4 Server</a:t>
            </a:r>
            <a:endParaRPr lang="zh-CN" altLang="en-US" sz="1400" dirty="0">
              <a:latin typeface="微软雅黑 Light" panose="020B0502040204020203" pitchFamily="34" charset="-122"/>
              <a:ea typeface="微软雅黑 Light" panose="020B0502040204020203" pitchFamily="34" charset="-122"/>
              <a:cs typeface="+mn-ea"/>
              <a:sym typeface="+mn-lt"/>
            </a:endParaRPr>
          </a:p>
        </p:txBody>
      </p:sp>
      <p:sp>
        <p:nvSpPr>
          <p:cNvPr id="15" name="任意多边形: 形状 14"/>
          <p:cNvSpPr/>
          <p:nvPr/>
        </p:nvSpPr>
        <p:spPr>
          <a:xfrm>
            <a:off x="1892503" y="5386374"/>
            <a:ext cx="2487706" cy="578224"/>
          </a:xfrm>
          <a:custGeom>
            <a:avLst/>
            <a:gdLst>
              <a:gd name="connsiteX0" fmla="*/ 0 w 2487706"/>
              <a:gd name="connsiteY0" fmla="*/ 0 h 578224"/>
              <a:gd name="connsiteX1" fmla="*/ 1075764 w 2487706"/>
              <a:gd name="connsiteY1" fmla="*/ 62753 h 578224"/>
              <a:gd name="connsiteX2" fmla="*/ 2487706 w 2487706"/>
              <a:gd name="connsiteY2" fmla="*/ 578224 h 578224"/>
            </a:gdLst>
            <a:ahLst/>
            <a:cxnLst>
              <a:cxn ang="0">
                <a:pos x="connsiteX0" y="connsiteY0"/>
              </a:cxn>
              <a:cxn ang="0">
                <a:pos x="connsiteX1" y="connsiteY1"/>
              </a:cxn>
              <a:cxn ang="0">
                <a:pos x="connsiteX2" y="connsiteY2"/>
              </a:cxn>
            </a:cxnLst>
            <a:rect l="l" t="t" r="r" b="b"/>
            <a:pathLst>
              <a:path w="2487706" h="578224">
                <a:moveTo>
                  <a:pt x="0" y="0"/>
                </a:moveTo>
                <a:lnTo>
                  <a:pt x="1075764" y="62753"/>
                </a:lnTo>
                <a:cubicBezTo>
                  <a:pt x="1490382" y="159124"/>
                  <a:pt x="1989044" y="368674"/>
                  <a:pt x="2487706" y="578224"/>
                </a:cubicBezTo>
              </a:path>
            </a:pathLst>
          </a:custGeom>
          <a:noFill/>
          <a:ln>
            <a:headEnd type="none" w="med" len="med"/>
            <a:tailEnd type="triangl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latin typeface="微软雅黑 Light" panose="020B0502040204020203" pitchFamily="34" charset="-122"/>
              <a:ea typeface="微软雅黑 Light" panose="020B0502040204020203" pitchFamily="34" charset="-122"/>
              <a:cs typeface="+mn-ea"/>
              <a:sym typeface="+mn-lt"/>
            </a:endParaRPr>
          </a:p>
        </p:txBody>
      </p:sp>
      <p:sp>
        <p:nvSpPr>
          <p:cNvPr id="16" name="矩形: 圆角 15"/>
          <p:cNvSpPr/>
          <p:nvPr/>
        </p:nvSpPr>
        <p:spPr>
          <a:xfrm>
            <a:off x="2543850" y="5391401"/>
            <a:ext cx="761490" cy="233705"/>
          </a:xfrm>
          <a:prstGeom prst="roundRect">
            <a:avLst>
              <a:gd name="adj" fmla="val 50000"/>
            </a:avLst>
          </a:prstGeom>
          <a:gradFill flip="none" rotWithShape="1">
            <a:gsLst>
              <a:gs pos="0">
                <a:srgbClr val="0070C0"/>
              </a:gs>
              <a:gs pos="50000">
                <a:srgbClr val="7FD3FF"/>
              </a:gs>
              <a:gs pos="100000">
                <a:srgbClr val="CBCBCB"/>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lnSpc>
                <a:spcPct val="120000"/>
              </a:lnSpc>
            </a:pPr>
            <a:r>
              <a:rPr lang="en-US" altLang="zh-CN" sz="1400" dirty="0">
                <a:latin typeface="微软雅黑 Light" panose="020B0502040204020203" pitchFamily="34" charset="-122"/>
                <a:ea typeface="微软雅黑 Light" panose="020B0502040204020203" pitchFamily="34" charset="-122"/>
                <a:cs typeface="+mn-ea"/>
                <a:sym typeface="+mn-lt"/>
              </a:rPr>
              <a:t>NAT64</a:t>
            </a:r>
            <a:endParaRPr lang="zh-CN" altLang="en-US" sz="1400" dirty="0">
              <a:latin typeface="微软雅黑 Light" panose="020B0502040204020203" pitchFamily="34" charset="-122"/>
              <a:ea typeface="微软雅黑 Light" panose="020B0502040204020203" pitchFamily="34" charset="-122"/>
              <a:cs typeface="+mn-ea"/>
              <a:sym typeface="+mn-lt"/>
            </a:endParaRPr>
          </a:p>
        </p:txBody>
      </p:sp>
      <p:sp>
        <p:nvSpPr>
          <p:cNvPr id="17" name="任意多边形: 形状 16"/>
          <p:cNvSpPr/>
          <p:nvPr/>
        </p:nvSpPr>
        <p:spPr>
          <a:xfrm>
            <a:off x="1780444" y="4422669"/>
            <a:ext cx="2581835" cy="748552"/>
          </a:xfrm>
          <a:custGeom>
            <a:avLst/>
            <a:gdLst>
              <a:gd name="connsiteX0" fmla="*/ 0 w 2581835"/>
              <a:gd name="connsiteY0" fmla="*/ 748552 h 748552"/>
              <a:gd name="connsiteX1" fmla="*/ 1125070 w 2581835"/>
              <a:gd name="connsiteY1" fmla="*/ 569258 h 748552"/>
              <a:gd name="connsiteX2" fmla="*/ 2581835 w 2581835"/>
              <a:gd name="connsiteY2" fmla="*/ 0 h 748552"/>
            </a:gdLst>
            <a:ahLst/>
            <a:cxnLst>
              <a:cxn ang="0">
                <a:pos x="connsiteX0" y="connsiteY0"/>
              </a:cxn>
              <a:cxn ang="0">
                <a:pos x="connsiteX1" y="connsiteY1"/>
              </a:cxn>
              <a:cxn ang="0">
                <a:pos x="connsiteX2" y="connsiteY2"/>
              </a:cxn>
            </a:cxnLst>
            <a:rect l="l" t="t" r="r" b="b"/>
            <a:pathLst>
              <a:path w="2581835" h="748552">
                <a:moveTo>
                  <a:pt x="0" y="748552"/>
                </a:moveTo>
                <a:cubicBezTo>
                  <a:pt x="347382" y="721284"/>
                  <a:pt x="694764" y="694017"/>
                  <a:pt x="1125070" y="569258"/>
                </a:cubicBezTo>
                <a:cubicBezTo>
                  <a:pt x="1555376" y="444499"/>
                  <a:pt x="2068605" y="222249"/>
                  <a:pt x="2581835" y="0"/>
                </a:cubicBezTo>
              </a:path>
            </a:pathLst>
          </a:custGeom>
          <a:noFill/>
          <a:ln>
            <a:headEnd type="none" w="med" len="med"/>
            <a:tailEnd type="triangl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latin typeface="微软雅黑 Light" panose="020B0502040204020203" pitchFamily="34" charset="-122"/>
              <a:ea typeface="微软雅黑 Light" panose="020B0502040204020203" pitchFamily="34" charset="-122"/>
              <a:cs typeface="+mn-ea"/>
              <a:sym typeface="+mn-lt"/>
            </a:endParaRPr>
          </a:p>
        </p:txBody>
      </p:sp>
      <p:sp>
        <p:nvSpPr>
          <p:cNvPr id="18" name="Freeform 159"/>
          <p:cNvSpPr/>
          <p:nvPr/>
        </p:nvSpPr>
        <p:spPr>
          <a:xfrm flipH="1">
            <a:off x="7078682" y="4834677"/>
            <a:ext cx="1360776" cy="776922"/>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accent4">
              <a:alpha val="50000"/>
            </a:schemeClr>
          </a:solidFill>
          <a:ln>
            <a:noFill/>
          </a:ln>
        </p:spPr>
        <p:style>
          <a:lnRef idx="0">
            <a:scrgbClr r="0" g="0" b="0"/>
          </a:lnRef>
          <a:fillRef idx="0">
            <a:scrgbClr r="0" g="0" b="0"/>
          </a:fillRef>
          <a:effectRef idx="0">
            <a:scrgbClr r="0" g="0" b="0"/>
          </a:effectRef>
          <a:fontRef idx="minor">
            <a:schemeClr val="lt1"/>
          </a:fontRef>
        </p:style>
        <p:txBody>
          <a:bodyPr wrap="square" lIns="0" tIns="107958" rIns="0" rtlCol="0" anchor="ctr">
            <a:noAutofit/>
          </a:bodyPr>
          <a:lstStyle/>
          <a:p>
            <a:pPr algn="ctr">
              <a:lnSpc>
                <a:spcPct val="120000"/>
              </a:lnSpc>
            </a:pPr>
            <a:r>
              <a:rPr lang="en-US" sz="1400" dirty="0">
                <a:solidFill>
                  <a:schemeClr val="bg1"/>
                </a:solidFill>
                <a:latin typeface="微软雅黑 Light" panose="020B0502040204020203" pitchFamily="34" charset="-122"/>
                <a:ea typeface="微软雅黑 Light" panose="020B0502040204020203" pitchFamily="34" charset="-122"/>
                <a:cs typeface="+mn-ea"/>
                <a:sym typeface="+mn-lt"/>
              </a:rPr>
              <a:t>IPv4</a:t>
            </a:r>
            <a:endParaRPr lang="en-US" sz="1400" dirty="0">
              <a:solidFill>
                <a:schemeClr val="bg1"/>
              </a:solidFill>
              <a:latin typeface="微软雅黑 Light" panose="020B0502040204020203" pitchFamily="34" charset="-122"/>
              <a:ea typeface="微软雅黑 Light" panose="020B0502040204020203" pitchFamily="34" charset="-122"/>
              <a:cs typeface="+mn-ea"/>
              <a:sym typeface="+mn-lt"/>
            </a:endParaRPr>
          </a:p>
        </p:txBody>
      </p:sp>
      <p:sp>
        <p:nvSpPr>
          <p:cNvPr id="19" name="Freeform 159"/>
          <p:cNvSpPr/>
          <p:nvPr/>
        </p:nvSpPr>
        <p:spPr>
          <a:xfrm flipH="1">
            <a:off x="9810663" y="3820729"/>
            <a:ext cx="1360776" cy="776922"/>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accent4">
              <a:alpha val="50000"/>
            </a:schemeClr>
          </a:solidFill>
          <a:ln>
            <a:noFill/>
          </a:ln>
        </p:spPr>
        <p:style>
          <a:lnRef idx="0">
            <a:scrgbClr r="0" g="0" b="0"/>
          </a:lnRef>
          <a:fillRef idx="0">
            <a:scrgbClr r="0" g="0" b="0"/>
          </a:fillRef>
          <a:effectRef idx="0">
            <a:scrgbClr r="0" g="0" b="0"/>
          </a:effectRef>
          <a:fontRef idx="minor">
            <a:schemeClr val="lt1"/>
          </a:fontRef>
        </p:style>
        <p:txBody>
          <a:bodyPr wrap="square" lIns="0" tIns="107958" rIns="0" rtlCol="0" anchor="ctr">
            <a:noAutofit/>
          </a:bodyPr>
          <a:lstStyle/>
          <a:p>
            <a:pPr algn="ctr">
              <a:lnSpc>
                <a:spcPct val="120000"/>
              </a:lnSpc>
            </a:pPr>
            <a:r>
              <a:rPr lang="en-US" sz="1400" dirty="0">
                <a:solidFill>
                  <a:schemeClr val="bg1"/>
                </a:solidFill>
                <a:latin typeface="微软雅黑 Light" panose="020B0502040204020203" pitchFamily="34" charset="-122"/>
                <a:ea typeface="微软雅黑 Light" panose="020B0502040204020203" pitchFamily="34" charset="-122"/>
                <a:cs typeface="+mn-ea"/>
                <a:sym typeface="+mn-lt"/>
              </a:rPr>
              <a:t>IPv4</a:t>
            </a:r>
            <a:endParaRPr lang="en-US" sz="1400" dirty="0">
              <a:solidFill>
                <a:schemeClr val="bg1"/>
              </a:solidFill>
              <a:latin typeface="微软雅黑 Light" panose="020B0502040204020203" pitchFamily="34" charset="-122"/>
              <a:ea typeface="微软雅黑 Light" panose="020B0502040204020203" pitchFamily="34" charset="-122"/>
              <a:cs typeface="+mn-ea"/>
              <a:sym typeface="+mn-lt"/>
            </a:endParaRPr>
          </a:p>
        </p:txBody>
      </p:sp>
      <p:sp>
        <p:nvSpPr>
          <p:cNvPr id="20" name="Freeform 159"/>
          <p:cNvSpPr/>
          <p:nvPr/>
        </p:nvSpPr>
        <p:spPr>
          <a:xfrm flipH="1">
            <a:off x="9810663" y="5455033"/>
            <a:ext cx="1360776" cy="776922"/>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accent6">
              <a:alpha val="50000"/>
            </a:schemeClr>
          </a:solidFill>
          <a:ln>
            <a:noFill/>
          </a:ln>
        </p:spPr>
        <p:style>
          <a:lnRef idx="0">
            <a:scrgbClr r="0" g="0" b="0"/>
          </a:lnRef>
          <a:fillRef idx="0">
            <a:scrgbClr r="0" g="0" b="0"/>
          </a:fillRef>
          <a:effectRef idx="0">
            <a:scrgbClr r="0" g="0" b="0"/>
          </a:effectRef>
          <a:fontRef idx="minor">
            <a:schemeClr val="lt1"/>
          </a:fontRef>
        </p:style>
        <p:txBody>
          <a:bodyPr wrap="square" lIns="0" tIns="107958" rIns="0" rtlCol="0" anchor="ctr">
            <a:noAutofit/>
          </a:bodyPr>
          <a:lstStyle/>
          <a:p>
            <a:pPr algn="ctr">
              <a:lnSpc>
                <a:spcPct val="120000"/>
              </a:lnSpc>
            </a:pPr>
            <a:r>
              <a:rPr lang="en-US" sz="1400" dirty="0">
                <a:solidFill>
                  <a:schemeClr val="bg1"/>
                </a:solidFill>
                <a:latin typeface="微软雅黑 Light" panose="020B0502040204020203" pitchFamily="34" charset="-122"/>
                <a:ea typeface="微软雅黑 Light" panose="020B0502040204020203" pitchFamily="34" charset="-122"/>
                <a:cs typeface="+mn-ea"/>
                <a:sym typeface="+mn-lt"/>
              </a:rPr>
              <a:t>IPv6</a:t>
            </a:r>
            <a:endParaRPr lang="en-US" sz="1400" dirty="0">
              <a:solidFill>
                <a:schemeClr val="bg1"/>
              </a:solidFill>
              <a:latin typeface="微软雅黑 Light" panose="020B0502040204020203" pitchFamily="34" charset="-122"/>
              <a:ea typeface="微软雅黑 Light" panose="020B0502040204020203" pitchFamily="34" charset="-122"/>
              <a:cs typeface="+mn-ea"/>
              <a:sym typeface="+mn-lt"/>
            </a:endParaRPr>
          </a:p>
        </p:txBody>
      </p:sp>
      <p:pic>
        <p:nvPicPr>
          <p:cNvPr id="21" name="图片 9"/>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8246798" y="5060190"/>
            <a:ext cx="385321" cy="315262"/>
          </a:xfrm>
          <a:prstGeom prst="rect">
            <a:avLst/>
          </a:prstGeom>
        </p:spPr>
      </p:pic>
      <p:sp>
        <p:nvSpPr>
          <p:cNvPr id="22" name="文本框 21"/>
          <p:cNvSpPr txBox="1"/>
          <p:nvPr/>
        </p:nvSpPr>
        <p:spPr>
          <a:xfrm>
            <a:off x="8328838" y="3717032"/>
            <a:ext cx="750526" cy="330411"/>
          </a:xfrm>
          <a:prstGeom prst="rect">
            <a:avLst/>
          </a:prstGeom>
          <a:noFill/>
        </p:spPr>
        <p:txBody>
          <a:bodyPr wrap="none" rtlCol="0">
            <a:spAutoFit/>
          </a:bodyPr>
          <a:lstStyle/>
          <a:p>
            <a:pPr>
              <a:lnSpc>
                <a:spcPct val="120000"/>
              </a:lnSpc>
            </a:pPr>
            <a:r>
              <a:rPr lang="en-US" altLang="zh-CN" sz="1400" dirty="0">
                <a:latin typeface="微软雅黑 Light" panose="020B0502040204020203" pitchFamily="34" charset="-122"/>
                <a:ea typeface="微软雅黑 Light" panose="020B0502040204020203" pitchFamily="34" charset="-122"/>
                <a:cs typeface="+mn-ea"/>
                <a:sym typeface="+mn-lt"/>
              </a:rPr>
              <a:t>DNS64</a:t>
            </a:r>
            <a:endParaRPr lang="zh-CN" altLang="en-US" sz="1400" dirty="0">
              <a:latin typeface="微软雅黑 Light" panose="020B0502040204020203" pitchFamily="34" charset="-122"/>
              <a:ea typeface="微软雅黑 Light" panose="020B0502040204020203" pitchFamily="34" charset="-122"/>
              <a:cs typeface="+mn-ea"/>
              <a:sym typeface="+mn-lt"/>
            </a:endParaRPr>
          </a:p>
        </p:txBody>
      </p:sp>
      <p:sp>
        <p:nvSpPr>
          <p:cNvPr id="23" name="文本框 22"/>
          <p:cNvSpPr txBox="1"/>
          <p:nvPr/>
        </p:nvSpPr>
        <p:spPr>
          <a:xfrm>
            <a:off x="6617705" y="5354364"/>
            <a:ext cx="805029" cy="330411"/>
          </a:xfrm>
          <a:prstGeom prst="rect">
            <a:avLst/>
          </a:prstGeom>
          <a:noFill/>
        </p:spPr>
        <p:txBody>
          <a:bodyPr wrap="none" rtlCol="0">
            <a:spAutoFit/>
          </a:bodyPr>
          <a:lstStyle/>
          <a:p>
            <a:pPr>
              <a:lnSpc>
                <a:spcPct val="120000"/>
              </a:lnSpc>
            </a:pPr>
            <a:r>
              <a:rPr lang="en-US" altLang="zh-CN" sz="1400" dirty="0">
                <a:latin typeface="微软雅黑 Light" panose="020B0502040204020203" pitchFamily="34" charset="-122"/>
                <a:ea typeface="微软雅黑 Light" panose="020B0502040204020203" pitchFamily="34" charset="-122"/>
                <a:cs typeface="+mn-ea"/>
                <a:sym typeface="+mn-lt"/>
              </a:rPr>
              <a:t>IPv4 PC</a:t>
            </a:r>
            <a:endParaRPr lang="zh-CN" altLang="en-US" sz="1400" dirty="0">
              <a:latin typeface="微软雅黑 Light" panose="020B0502040204020203" pitchFamily="34" charset="-122"/>
              <a:ea typeface="微软雅黑 Light" panose="020B0502040204020203" pitchFamily="34" charset="-122"/>
              <a:cs typeface="+mn-ea"/>
              <a:sym typeface="+mn-lt"/>
            </a:endParaRPr>
          </a:p>
        </p:txBody>
      </p:sp>
      <p:sp>
        <p:nvSpPr>
          <p:cNvPr id="24" name="文本框 23"/>
          <p:cNvSpPr txBox="1"/>
          <p:nvPr/>
        </p:nvSpPr>
        <p:spPr>
          <a:xfrm>
            <a:off x="9550733" y="4536811"/>
            <a:ext cx="1099019" cy="330411"/>
          </a:xfrm>
          <a:prstGeom prst="rect">
            <a:avLst/>
          </a:prstGeom>
          <a:noFill/>
        </p:spPr>
        <p:txBody>
          <a:bodyPr wrap="none" rtlCol="0">
            <a:spAutoFit/>
          </a:bodyPr>
          <a:lstStyle/>
          <a:p>
            <a:pPr>
              <a:lnSpc>
                <a:spcPct val="120000"/>
              </a:lnSpc>
            </a:pPr>
            <a:r>
              <a:rPr lang="en-US" altLang="zh-CN" sz="1400" dirty="0">
                <a:latin typeface="微软雅黑 Light" panose="020B0502040204020203" pitchFamily="34" charset="-122"/>
                <a:ea typeface="微软雅黑 Light" panose="020B0502040204020203" pitchFamily="34" charset="-122"/>
                <a:cs typeface="+mn-ea"/>
                <a:sym typeface="+mn-lt"/>
              </a:rPr>
              <a:t>IPv4 Server</a:t>
            </a:r>
            <a:endParaRPr lang="zh-CN" altLang="en-US" sz="1400" dirty="0">
              <a:latin typeface="微软雅黑 Light" panose="020B0502040204020203" pitchFamily="34" charset="-122"/>
              <a:ea typeface="微软雅黑 Light" panose="020B0502040204020203" pitchFamily="34" charset="-122"/>
              <a:cs typeface="+mn-ea"/>
              <a:sym typeface="+mn-lt"/>
            </a:endParaRPr>
          </a:p>
        </p:txBody>
      </p:sp>
      <p:sp>
        <p:nvSpPr>
          <p:cNvPr id="25" name="文本框 24"/>
          <p:cNvSpPr txBox="1"/>
          <p:nvPr/>
        </p:nvSpPr>
        <p:spPr>
          <a:xfrm>
            <a:off x="9550733" y="6198765"/>
            <a:ext cx="1095813" cy="330411"/>
          </a:xfrm>
          <a:prstGeom prst="rect">
            <a:avLst/>
          </a:prstGeom>
          <a:noFill/>
        </p:spPr>
        <p:txBody>
          <a:bodyPr wrap="none" rtlCol="0">
            <a:spAutoFit/>
          </a:bodyPr>
          <a:lstStyle/>
          <a:p>
            <a:pPr>
              <a:lnSpc>
                <a:spcPct val="120000"/>
              </a:lnSpc>
            </a:pPr>
            <a:r>
              <a:rPr lang="en-US" altLang="zh-CN" sz="1400" dirty="0">
                <a:latin typeface="微软雅黑 Light" panose="020B0502040204020203" pitchFamily="34" charset="-122"/>
                <a:ea typeface="微软雅黑 Light" panose="020B0502040204020203" pitchFamily="34" charset="-122"/>
                <a:cs typeface="+mn-ea"/>
                <a:sym typeface="+mn-lt"/>
              </a:rPr>
              <a:t>IPv6 Server</a:t>
            </a:r>
            <a:endParaRPr lang="zh-CN" altLang="en-US" sz="1400" dirty="0">
              <a:latin typeface="微软雅黑 Light" panose="020B0502040204020203" pitchFamily="34" charset="-122"/>
              <a:ea typeface="微软雅黑 Light" panose="020B0502040204020203" pitchFamily="34" charset="-122"/>
              <a:cs typeface="+mn-ea"/>
              <a:sym typeface="+mn-lt"/>
            </a:endParaRPr>
          </a:p>
        </p:txBody>
      </p:sp>
      <p:sp>
        <p:nvSpPr>
          <p:cNvPr id="26" name="任意多边形: 形状 25"/>
          <p:cNvSpPr/>
          <p:nvPr/>
        </p:nvSpPr>
        <p:spPr>
          <a:xfrm>
            <a:off x="7407366" y="5386374"/>
            <a:ext cx="2487706" cy="578224"/>
          </a:xfrm>
          <a:custGeom>
            <a:avLst/>
            <a:gdLst>
              <a:gd name="connsiteX0" fmla="*/ 0 w 2487706"/>
              <a:gd name="connsiteY0" fmla="*/ 0 h 578224"/>
              <a:gd name="connsiteX1" fmla="*/ 1075764 w 2487706"/>
              <a:gd name="connsiteY1" fmla="*/ 62753 h 578224"/>
              <a:gd name="connsiteX2" fmla="*/ 2487706 w 2487706"/>
              <a:gd name="connsiteY2" fmla="*/ 578224 h 578224"/>
            </a:gdLst>
            <a:ahLst/>
            <a:cxnLst>
              <a:cxn ang="0">
                <a:pos x="connsiteX0" y="connsiteY0"/>
              </a:cxn>
              <a:cxn ang="0">
                <a:pos x="connsiteX1" y="connsiteY1"/>
              </a:cxn>
              <a:cxn ang="0">
                <a:pos x="connsiteX2" y="connsiteY2"/>
              </a:cxn>
            </a:cxnLst>
            <a:rect l="l" t="t" r="r" b="b"/>
            <a:pathLst>
              <a:path w="2487706" h="578224">
                <a:moveTo>
                  <a:pt x="0" y="0"/>
                </a:moveTo>
                <a:lnTo>
                  <a:pt x="1075764" y="62753"/>
                </a:lnTo>
                <a:cubicBezTo>
                  <a:pt x="1490382" y="159124"/>
                  <a:pt x="1989044" y="368674"/>
                  <a:pt x="2487706" y="578224"/>
                </a:cubicBezTo>
              </a:path>
            </a:pathLst>
          </a:custGeom>
          <a:noFill/>
          <a:ln>
            <a:headEnd type="none" w="med" len="med"/>
            <a:tailEnd type="triangl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latin typeface="微软雅黑 Light" panose="020B0502040204020203" pitchFamily="34" charset="-122"/>
              <a:ea typeface="微软雅黑 Light" panose="020B0502040204020203" pitchFamily="34" charset="-122"/>
              <a:cs typeface="+mn-ea"/>
              <a:sym typeface="+mn-lt"/>
            </a:endParaRPr>
          </a:p>
        </p:txBody>
      </p:sp>
      <p:sp>
        <p:nvSpPr>
          <p:cNvPr id="27" name="矩形: 圆角 26"/>
          <p:cNvSpPr/>
          <p:nvPr/>
        </p:nvSpPr>
        <p:spPr>
          <a:xfrm>
            <a:off x="8058713" y="5391401"/>
            <a:ext cx="761490" cy="233705"/>
          </a:xfrm>
          <a:prstGeom prst="roundRect">
            <a:avLst>
              <a:gd name="adj" fmla="val 50000"/>
            </a:avLst>
          </a:prstGeom>
          <a:gradFill flip="none" rotWithShape="1">
            <a:gsLst>
              <a:gs pos="0">
                <a:srgbClr val="0070C0"/>
              </a:gs>
              <a:gs pos="50000">
                <a:srgbClr val="7FD3FF"/>
              </a:gs>
              <a:gs pos="100000">
                <a:srgbClr val="CBCBCB"/>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lnSpc>
                <a:spcPct val="120000"/>
              </a:lnSpc>
            </a:pPr>
            <a:r>
              <a:rPr lang="en-US" altLang="zh-CN" sz="1400" dirty="0">
                <a:latin typeface="微软雅黑 Light" panose="020B0502040204020203" pitchFamily="34" charset="-122"/>
                <a:ea typeface="微软雅黑 Light" panose="020B0502040204020203" pitchFamily="34" charset="-122"/>
                <a:cs typeface="+mn-ea"/>
                <a:sym typeface="+mn-lt"/>
              </a:rPr>
              <a:t>NAT64</a:t>
            </a:r>
            <a:endParaRPr lang="zh-CN" altLang="en-US" sz="1400" dirty="0">
              <a:latin typeface="微软雅黑 Light" panose="020B0502040204020203" pitchFamily="34" charset="-122"/>
              <a:ea typeface="微软雅黑 Light" panose="020B0502040204020203" pitchFamily="34" charset="-122"/>
              <a:cs typeface="+mn-ea"/>
              <a:sym typeface="+mn-lt"/>
            </a:endParaRPr>
          </a:p>
        </p:txBody>
      </p:sp>
      <p:sp>
        <p:nvSpPr>
          <p:cNvPr id="28" name="任意多边形: 形状 27"/>
          <p:cNvSpPr/>
          <p:nvPr/>
        </p:nvSpPr>
        <p:spPr>
          <a:xfrm>
            <a:off x="7295307" y="4422669"/>
            <a:ext cx="2581835" cy="748552"/>
          </a:xfrm>
          <a:custGeom>
            <a:avLst/>
            <a:gdLst>
              <a:gd name="connsiteX0" fmla="*/ 0 w 2581835"/>
              <a:gd name="connsiteY0" fmla="*/ 748552 h 748552"/>
              <a:gd name="connsiteX1" fmla="*/ 1125070 w 2581835"/>
              <a:gd name="connsiteY1" fmla="*/ 569258 h 748552"/>
              <a:gd name="connsiteX2" fmla="*/ 2581835 w 2581835"/>
              <a:gd name="connsiteY2" fmla="*/ 0 h 748552"/>
            </a:gdLst>
            <a:ahLst/>
            <a:cxnLst>
              <a:cxn ang="0">
                <a:pos x="connsiteX0" y="connsiteY0"/>
              </a:cxn>
              <a:cxn ang="0">
                <a:pos x="connsiteX1" y="connsiteY1"/>
              </a:cxn>
              <a:cxn ang="0">
                <a:pos x="connsiteX2" y="connsiteY2"/>
              </a:cxn>
            </a:cxnLst>
            <a:rect l="l" t="t" r="r" b="b"/>
            <a:pathLst>
              <a:path w="2581835" h="748552">
                <a:moveTo>
                  <a:pt x="0" y="748552"/>
                </a:moveTo>
                <a:cubicBezTo>
                  <a:pt x="347382" y="721284"/>
                  <a:pt x="694764" y="694017"/>
                  <a:pt x="1125070" y="569258"/>
                </a:cubicBezTo>
                <a:cubicBezTo>
                  <a:pt x="1555376" y="444499"/>
                  <a:pt x="2068605" y="222249"/>
                  <a:pt x="2581835" y="0"/>
                </a:cubicBezTo>
              </a:path>
            </a:pathLst>
          </a:custGeom>
          <a:noFill/>
          <a:ln>
            <a:headEnd type="none" w="med" len="med"/>
            <a:tailEnd type="triangl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latin typeface="微软雅黑 Light" panose="020B0502040204020203" pitchFamily="34" charset="-122"/>
              <a:ea typeface="微软雅黑 Light" panose="020B0502040204020203" pitchFamily="34" charset="-122"/>
              <a:cs typeface="+mn-ea"/>
              <a:sym typeface="+mn-lt"/>
            </a:endParaRPr>
          </a:p>
        </p:txBody>
      </p:sp>
      <p:pic>
        <p:nvPicPr>
          <p:cNvPr id="29" name="图片 28"/>
          <p:cNvPicPr>
            <a:picLocks noChangeAspect="1"/>
          </p:cNvPicPr>
          <p:nvPr/>
        </p:nvPicPr>
        <p:blipFill>
          <a:blip r:embed="rId2"/>
          <a:stretch>
            <a:fillRect/>
          </a:stretch>
        </p:blipFill>
        <p:spPr>
          <a:xfrm>
            <a:off x="1294252" y="5047484"/>
            <a:ext cx="455187" cy="347597"/>
          </a:xfrm>
          <a:prstGeom prst="rect">
            <a:avLst/>
          </a:prstGeom>
        </p:spPr>
      </p:pic>
      <p:pic>
        <p:nvPicPr>
          <p:cNvPr id="30" name="图片 29"/>
          <p:cNvPicPr>
            <a:picLocks noChangeAspect="1"/>
          </p:cNvPicPr>
          <p:nvPr/>
        </p:nvPicPr>
        <p:blipFill>
          <a:blip r:embed="rId2"/>
          <a:stretch>
            <a:fillRect/>
          </a:stretch>
        </p:blipFill>
        <p:spPr>
          <a:xfrm>
            <a:off x="6851089" y="5047484"/>
            <a:ext cx="455187" cy="347597"/>
          </a:xfrm>
          <a:prstGeom prst="rect">
            <a:avLst/>
          </a:prstGeom>
        </p:spPr>
      </p:pic>
      <p:pic>
        <p:nvPicPr>
          <p:cNvPr id="31" name="图片 30"/>
          <p:cNvPicPr>
            <a:picLocks noChangeAspect="1"/>
          </p:cNvPicPr>
          <p:nvPr/>
        </p:nvPicPr>
        <p:blipFill>
          <a:blip r:embed="rId3"/>
          <a:stretch>
            <a:fillRect/>
          </a:stretch>
        </p:blipFill>
        <p:spPr>
          <a:xfrm>
            <a:off x="2999874" y="4000812"/>
            <a:ext cx="452586" cy="394188"/>
          </a:xfrm>
          <a:prstGeom prst="rect">
            <a:avLst/>
          </a:prstGeom>
        </p:spPr>
      </p:pic>
      <p:pic>
        <p:nvPicPr>
          <p:cNvPr id="32" name="图片 31"/>
          <p:cNvPicPr>
            <a:picLocks noChangeAspect="1"/>
          </p:cNvPicPr>
          <p:nvPr/>
        </p:nvPicPr>
        <p:blipFill>
          <a:blip r:embed="rId3"/>
          <a:stretch>
            <a:fillRect/>
          </a:stretch>
        </p:blipFill>
        <p:spPr>
          <a:xfrm>
            <a:off x="4364790" y="4239525"/>
            <a:ext cx="366697" cy="319381"/>
          </a:xfrm>
          <a:prstGeom prst="rect">
            <a:avLst/>
          </a:prstGeom>
        </p:spPr>
      </p:pic>
      <p:pic>
        <p:nvPicPr>
          <p:cNvPr id="33" name="图片 32"/>
          <p:cNvPicPr>
            <a:picLocks noChangeAspect="1"/>
          </p:cNvPicPr>
          <p:nvPr/>
        </p:nvPicPr>
        <p:blipFill>
          <a:blip r:embed="rId3"/>
          <a:stretch>
            <a:fillRect/>
          </a:stretch>
        </p:blipFill>
        <p:spPr>
          <a:xfrm>
            <a:off x="9877142" y="5749067"/>
            <a:ext cx="375533" cy="327077"/>
          </a:xfrm>
          <a:prstGeom prst="rect">
            <a:avLst/>
          </a:prstGeom>
        </p:spPr>
      </p:pic>
      <p:pic>
        <p:nvPicPr>
          <p:cNvPr id="34" name="图片 33"/>
          <p:cNvPicPr>
            <a:picLocks noChangeAspect="1"/>
          </p:cNvPicPr>
          <p:nvPr/>
        </p:nvPicPr>
        <p:blipFill>
          <a:blip r:embed="rId3"/>
          <a:stretch>
            <a:fillRect/>
          </a:stretch>
        </p:blipFill>
        <p:spPr>
          <a:xfrm>
            <a:off x="9861484" y="4239524"/>
            <a:ext cx="353486" cy="307875"/>
          </a:xfrm>
          <a:prstGeom prst="rect">
            <a:avLst/>
          </a:prstGeom>
        </p:spPr>
      </p:pic>
      <p:pic>
        <p:nvPicPr>
          <p:cNvPr id="35" name="图片 34"/>
          <p:cNvPicPr>
            <a:picLocks noChangeAspect="1"/>
          </p:cNvPicPr>
          <p:nvPr/>
        </p:nvPicPr>
        <p:blipFill>
          <a:blip r:embed="rId3"/>
          <a:stretch>
            <a:fillRect/>
          </a:stretch>
        </p:blipFill>
        <p:spPr>
          <a:xfrm>
            <a:off x="8484220" y="3975205"/>
            <a:ext cx="452586" cy="394188"/>
          </a:xfrm>
          <a:prstGeom prst="rect">
            <a:avLst/>
          </a:prstGeom>
        </p:spPr>
      </p:pic>
      <p:pic>
        <p:nvPicPr>
          <p:cNvPr id="36" name="图片 35"/>
          <p:cNvPicPr>
            <a:picLocks noChangeAspect="1"/>
          </p:cNvPicPr>
          <p:nvPr/>
        </p:nvPicPr>
        <p:blipFill>
          <a:blip r:embed="rId3"/>
          <a:stretch>
            <a:fillRect/>
          </a:stretch>
        </p:blipFill>
        <p:spPr>
          <a:xfrm>
            <a:off x="4369987" y="5832594"/>
            <a:ext cx="375534" cy="327078"/>
          </a:xfrm>
          <a:prstGeom prst="rect">
            <a:avLst/>
          </a:prstGeom>
        </p:spPr>
      </p:pic>
    </p:spTree>
  </p:cSld>
  <p:clrMapOvr>
    <a:masterClrMapping/>
  </p:clrMapOvr>
</p:sld>
</file>

<file path=ppt/slides/slide2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p:txBody>
          <a:bodyPr/>
          <a:lstStyle/>
          <a:p>
            <a:fld id="{F12C1C75-9D60-411E-8441-3013CE35A9D8}" type="slidenum">
              <a:rPr lang="en-US" altLang="zh-CN"/>
            </a:fld>
            <a:endParaRPr lang="en-US" altLang="zh-CN"/>
          </a:p>
        </p:txBody>
      </p:sp>
      <p:sp>
        <p:nvSpPr>
          <p:cNvPr id="441346" name="Rectangle 2"/>
          <p:cNvSpPr>
            <a:spLocks noGrp="1" noChangeArrowheads="1"/>
          </p:cNvSpPr>
          <p:nvPr>
            <p:ph type="title"/>
          </p:nvPr>
        </p:nvSpPr>
        <p:spPr/>
        <p:txBody>
          <a:bodyPr/>
          <a:lstStyle/>
          <a:p>
            <a:r>
              <a:rPr lang="en-US" altLang="zh-CN" dirty="0"/>
              <a:t>5.4 </a:t>
            </a:r>
            <a:r>
              <a:rPr lang="zh-CN" altLang="en-US" dirty="0"/>
              <a:t>互连网路由问题</a:t>
            </a:r>
            <a:endParaRPr lang="zh-CN" altLang="en-US" dirty="0"/>
          </a:p>
        </p:txBody>
      </p:sp>
      <p:sp>
        <p:nvSpPr>
          <p:cNvPr id="441347" name="Rectangle 3"/>
          <p:cNvSpPr>
            <a:spLocks noGrp="1" noChangeArrowheads="1"/>
          </p:cNvSpPr>
          <p:nvPr>
            <p:ph type="body" idx="1"/>
          </p:nvPr>
        </p:nvSpPr>
        <p:spPr>
          <a:xfrm>
            <a:off x="334434" y="1052514"/>
            <a:ext cx="11594214" cy="5437187"/>
          </a:xfrm>
        </p:spPr>
        <p:txBody>
          <a:bodyPr/>
          <a:lstStyle/>
          <a:p>
            <a:r>
              <a:rPr lang="zh-CN" altLang="en-US" dirty="0"/>
              <a:t>网络互连可能需要多协议路由器，多协议路由器可以处理多种通信协议</a:t>
            </a:r>
            <a:endParaRPr lang="zh-CN" altLang="en-US" dirty="0"/>
          </a:p>
          <a:p>
            <a:r>
              <a:rPr lang="zh-CN" altLang="en-US" dirty="0"/>
              <a:t>自治系统</a:t>
            </a:r>
            <a:r>
              <a:rPr lang="en-US" altLang="zh-CN" dirty="0"/>
              <a:t>AS (A</a:t>
            </a:r>
            <a:r>
              <a:rPr lang="en-US" altLang="en-US" dirty="0"/>
              <a:t>utonomous </a:t>
            </a:r>
            <a:r>
              <a:rPr lang="en-US" altLang="zh-CN" dirty="0"/>
              <a:t>S</a:t>
            </a:r>
            <a:r>
              <a:rPr lang="en-US" altLang="en-US" dirty="0"/>
              <a:t>ystem</a:t>
            </a:r>
            <a:r>
              <a:rPr lang="en-US" altLang="zh-CN" dirty="0"/>
              <a:t>)</a:t>
            </a:r>
            <a:r>
              <a:rPr lang="zh-CN" altLang="en-US" dirty="0"/>
              <a:t>：一个自治系统就是处于一个管理机构控制之下的路由器和网络群组</a:t>
            </a:r>
            <a:endParaRPr lang="zh-CN" altLang="en-US" dirty="0"/>
          </a:p>
          <a:p>
            <a:r>
              <a:rPr lang="zh-CN" altLang="en-US" dirty="0"/>
              <a:t>一个自治系统中的所有路由器需要相互连接，运行相同的路由协议</a:t>
            </a:r>
            <a:endParaRPr lang="zh-CN" altLang="en-US" dirty="0"/>
          </a:p>
          <a:p>
            <a:r>
              <a:rPr lang="zh-CN" altLang="en-US" dirty="0"/>
              <a:t>外部网关互连会涉及更多问题</a:t>
            </a:r>
            <a:endParaRPr lang="en-US" altLang="zh-CN" dirty="0"/>
          </a:p>
          <a:p>
            <a:r>
              <a:rPr lang="zh-CN" altLang="en-US" dirty="0"/>
              <a:t>互连网中提供两级路由协议：</a:t>
            </a:r>
            <a:endParaRPr lang="zh-CN" altLang="en-US" dirty="0"/>
          </a:p>
          <a:p>
            <a:pPr lvl="1"/>
            <a:r>
              <a:rPr lang="zh-CN" altLang="en-US" dirty="0"/>
              <a:t>内部网关协议</a:t>
            </a:r>
            <a:r>
              <a:rPr lang="en-US" altLang="zh-CN" dirty="0"/>
              <a:t>IGP (Interior Gateway Protocol)</a:t>
            </a:r>
            <a:endParaRPr lang="en-US" altLang="zh-CN" dirty="0"/>
          </a:p>
          <a:p>
            <a:pPr lvl="1"/>
            <a:r>
              <a:rPr lang="zh-CN" altLang="en-US" dirty="0"/>
              <a:t>外部网关协议</a:t>
            </a:r>
            <a:r>
              <a:rPr lang="en-US" altLang="zh-CN" dirty="0"/>
              <a:t>EGP (Exterior Gateway Protocol)</a:t>
            </a:r>
            <a:endParaRPr lang="en-US" altLang="zh-CN" dirty="0"/>
          </a:p>
          <a:p>
            <a:endParaRPr lang="zh-CN" altLang="en-US" dirty="0"/>
          </a:p>
        </p:txBody>
      </p:sp>
    </p:spTree>
  </p:cSld>
  <p:clrMapOvr>
    <a:masterClrMapping/>
  </p:clrMapOvr>
</p:sld>
</file>

<file path=ppt/slides/slide2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 name="灯片编号占位符 5"/>
          <p:cNvSpPr>
            <a:spLocks noGrp="1"/>
          </p:cNvSpPr>
          <p:nvPr>
            <p:ph type="sldNum" sz="quarter" idx="12"/>
          </p:nvPr>
        </p:nvSpPr>
        <p:spPr/>
        <p:txBody>
          <a:bodyPr/>
          <a:lstStyle/>
          <a:p>
            <a:fld id="{BDCF8147-DF86-4E83-9CC7-4FC825256860}" type="slidenum">
              <a:rPr lang="en-US" altLang="zh-CN"/>
            </a:fld>
            <a:endParaRPr lang="en-US" altLang="zh-CN"/>
          </a:p>
        </p:txBody>
      </p:sp>
      <p:pic>
        <p:nvPicPr>
          <p:cNvPr id="382145" name="Picture 25"/>
          <p:cNvPicPr>
            <a:picLocks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3935413" y="1266825"/>
            <a:ext cx="2736850" cy="1657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82147" name="Picture 25"/>
          <p:cNvPicPr>
            <a:picLocks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6959601" y="2636839"/>
            <a:ext cx="3097213" cy="1944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82144" name="Picture 25"/>
          <p:cNvPicPr>
            <a:picLocks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2281238" y="3716339"/>
            <a:ext cx="3097212" cy="1944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82148" name="Line 196"/>
          <p:cNvSpPr>
            <a:spLocks noChangeShapeType="1"/>
          </p:cNvSpPr>
          <p:nvPr/>
        </p:nvSpPr>
        <p:spPr bwMode="auto">
          <a:xfrm flipV="1">
            <a:off x="5016501" y="2205038"/>
            <a:ext cx="1223963" cy="1943100"/>
          </a:xfrm>
          <a:prstGeom prst="line">
            <a:avLst/>
          </a:prstGeom>
          <a:noFill/>
          <a:ln w="25400" cap="rnd">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dirty="0">
              <a:latin typeface="微软雅黑 Light" panose="020B0502040204020203" pitchFamily="34" charset="-122"/>
              <a:ea typeface="微软雅黑 Light" panose="020B0502040204020203" pitchFamily="34" charset="-122"/>
            </a:endParaRPr>
          </a:p>
        </p:txBody>
      </p:sp>
      <p:sp>
        <p:nvSpPr>
          <p:cNvPr id="382149" name="Line 197"/>
          <p:cNvSpPr>
            <a:spLocks noChangeShapeType="1"/>
          </p:cNvSpPr>
          <p:nvPr/>
        </p:nvSpPr>
        <p:spPr bwMode="auto">
          <a:xfrm flipV="1">
            <a:off x="5087939" y="3573463"/>
            <a:ext cx="2376487" cy="792162"/>
          </a:xfrm>
          <a:prstGeom prst="line">
            <a:avLst/>
          </a:prstGeom>
          <a:noFill/>
          <a:ln w="25400" cap="rnd">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dirty="0">
              <a:latin typeface="微软雅黑 Light" panose="020B0502040204020203" pitchFamily="34" charset="-122"/>
              <a:ea typeface="微软雅黑 Light" panose="020B0502040204020203" pitchFamily="34" charset="-122"/>
            </a:endParaRPr>
          </a:p>
        </p:txBody>
      </p:sp>
      <p:sp>
        <p:nvSpPr>
          <p:cNvPr id="382150" name="Line 198"/>
          <p:cNvSpPr>
            <a:spLocks noChangeShapeType="1"/>
          </p:cNvSpPr>
          <p:nvPr/>
        </p:nvSpPr>
        <p:spPr bwMode="auto">
          <a:xfrm flipH="1" flipV="1">
            <a:off x="6311901" y="2133600"/>
            <a:ext cx="1223963" cy="1295400"/>
          </a:xfrm>
          <a:prstGeom prst="line">
            <a:avLst/>
          </a:prstGeom>
          <a:noFill/>
          <a:ln w="25400" cap="rnd">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dirty="0">
              <a:latin typeface="微软雅黑 Light" panose="020B0502040204020203" pitchFamily="34" charset="-122"/>
              <a:ea typeface="微软雅黑 Light" panose="020B0502040204020203" pitchFamily="34" charset="-122"/>
            </a:endParaRPr>
          </a:p>
        </p:txBody>
      </p:sp>
      <p:sp>
        <p:nvSpPr>
          <p:cNvPr id="382151" name="Line 199"/>
          <p:cNvSpPr>
            <a:spLocks noChangeShapeType="1"/>
          </p:cNvSpPr>
          <p:nvPr/>
        </p:nvSpPr>
        <p:spPr bwMode="auto">
          <a:xfrm flipV="1">
            <a:off x="2855913" y="4149726"/>
            <a:ext cx="792162" cy="574675"/>
          </a:xfrm>
          <a:prstGeom prst="line">
            <a:avLst/>
          </a:prstGeom>
          <a:noFill/>
          <a:ln w="19050" cap="rnd">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dirty="0">
              <a:latin typeface="微软雅黑 Light" panose="020B0502040204020203" pitchFamily="34" charset="-122"/>
              <a:ea typeface="微软雅黑 Light" panose="020B0502040204020203" pitchFamily="34" charset="-122"/>
            </a:endParaRPr>
          </a:p>
        </p:txBody>
      </p:sp>
      <p:sp>
        <p:nvSpPr>
          <p:cNvPr id="382152" name="Line 200"/>
          <p:cNvSpPr>
            <a:spLocks noChangeShapeType="1"/>
          </p:cNvSpPr>
          <p:nvPr/>
        </p:nvSpPr>
        <p:spPr bwMode="auto">
          <a:xfrm flipV="1">
            <a:off x="4583114" y="4581526"/>
            <a:ext cx="217487" cy="576263"/>
          </a:xfrm>
          <a:prstGeom prst="line">
            <a:avLst/>
          </a:prstGeom>
          <a:noFill/>
          <a:ln w="19050" cap="rnd">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dirty="0">
              <a:latin typeface="微软雅黑 Light" panose="020B0502040204020203" pitchFamily="34" charset="-122"/>
              <a:ea typeface="微软雅黑 Light" panose="020B0502040204020203" pitchFamily="34" charset="-122"/>
            </a:endParaRPr>
          </a:p>
        </p:txBody>
      </p:sp>
      <p:sp>
        <p:nvSpPr>
          <p:cNvPr id="382153" name="Line 201"/>
          <p:cNvSpPr>
            <a:spLocks noChangeShapeType="1"/>
          </p:cNvSpPr>
          <p:nvPr/>
        </p:nvSpPr>
        <p:spPr bwMode="auto">
          <a:xfrm>
            <a:off x="3863975" y="4076700"/>
            <a:ext cx="865188" cy="215900"/>
          </a:xfrm>
          <a:prstGeom prst="line">
            <a:avLst/>
          </a:prstGeom>
          <a:noFill/>
          <a:ln w="19050" cap="rnd">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dirty="0">
              <a:latin typeface="微软雅黑 Light" panose="020B0502040204020203" pitchFamily="34" charset="-122"/>
              <a:ea typeface="微软雅黑 Light" panose="020B0502040204020203" pitchFamily="34" charset="-122"/>
            </a:endParaRPr>
          </a:p>
        </p:txBody>
      </p:sp>
      <p:sp>
        <p:nvSpPr>
          <p:cNvPr id="382154" name="Line 202"/>
          <p:cNvSpPr>
            <a:spLocks noChangeShapeType="1"/>
          </p:cNvSpPr>
          <p:nvPr/>
        </p:nvSpPr>
        <p:spPr bwMode="auto">
          <a:xfrm>
            <a:off x="2927350" y="4941889"/>
            <a:ext cx="1512888" cy="287337"/>
          </a:xfrm>
          <a:prstGeom prst="line">
            <a:avLst/>
          </a:prstGeom>
          <a:noFill/>
          <a:ln w="19050" cap="rnd">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dirty="0">
              <a:latin typeface="微软雅黑 Light" panose="020B0502040204020203" pitchFamily="34" charset="-122"/>
              <a:ea typeface="微软雅黑 Light" panose="020B0502040204020203" pitchFamily="34" charset="-122"/>
            </a:endParaRPr>
          </a:p>
        </p:txBody>
      </p:sp>
      <p:sp>
        <p:nvSpPr>
          <p:cNvPr id="382155" name="Line 203"/>
          <p:cNvSpPr>
            <a:spLocks noChangeShapeType="1"/>
          </p:cNvSpPr>
          <p:nvPr/>
        </p:nvSpPr>
        <p:spPr bwMode="auto">
          <a:xfrm flipH="1" flipV="1">
            <a:off x="3792539" y="4149725"/>
            <a:ext cx="719137" cy="1079500"/>
          </a:xfrm>
          <a:prstGeom prst="line">
            <a:avLst/>
          </a:prstGeom>
          <a:noFill/>
          <a:ln w="19050" cap="rnd">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dirty="0">
              <a:latin typeface="微软雅黑 Light" panose="020B0502040204020203" pitchFamily="34" charset="-122"/>
              <a:ea typeface="微软雅黑 Light" panose="020B0502040204020203" pitchFamily="34" charset="-122"/>
            </a:endParaRPr>
          </a:p>
        </p:txBody>
      </p:sp>
      <p:sp>
        <p:nvSpPr>
          <p:cNvPr id="382156" name="Line 204"/>
          <p:cNvSpPr>
            <a:spLocks noChangeShapeType="1"/>
          </p:cNvSpPr>
          <p:nvPr/>
        </p:nvSpPr>
        <p:spPr bwMode="auto">
          <a:xfrm flipV="1">
            <a:off x="5087939" y="2130425"/>
            <a:ext cx="936625" cy="433388"/>
          </a:xfrm>
          <a:prstGeom prst="line">
            <a:avLst/>
          </a:prstGeom>
          <a:noFill/>
          <a:ln w="19050" cap="rnd">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dirty="0">
              <a:latin typeface="微软雅黑 Light" panose="020B0502040204020203" pitchFamily="34" charset="-122"/>
              <a:ea typeface="微软雅黑 Light" panose="020B0502040204020203" pitchFamily="34" charset="-122"/>
            </a:endParaRPr>
          </a:p>
        </p:txBody>
      </p:sp>
      <p:sp>
        <p:nvSpPr>
          <p:cNvPr id="382157" name="Line 205"/>
          <p:cNvSpPr>
            <a:spLocks noChangeShapeType="1"/>
          </p:cNvSpPr>
          <p:nvPr/>
        </p:nvSpPr>
        <p:spPr bwMode="auto">
          <a:xfrm flipH="1" flipV="1">
            <a:off x="4873626" y="1771650"/>
            <a:ext cx="214313" cy="719138"/>
          </a:xfrm>
          <a:prstGeom prst="line">
            <a:avLst/>
          </a:prstGeom>
          <a:noFill/>
          <a:ln w="19050" cap="rnd">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dirty="0">
              <a:latin typeface="微软雅黑 Light" panose="020B0502040204020203" pitchFamily="34" charset="-122"/>
              <a:ea typeface="微软雅黑 Light" panose="020B0502040204020203" pitchFamily="34" charset="-122"/>
            </a:endParaRPr>
          </a:p>
        </p:txBody>
      </p:sp>
      <p:sp>
        <p:nvSpPr>
          <p:cNvPr id="382158" name="Line 206"/>
          <p:cNvSpPr>
            <a:spLocks noChangeShapeType="1"/>
          </p:cNvSpPr>
          <p:nvPr/>
        </p:nvSpPr>
        <p:spPr bwMode="auto">
          <a:xfrm>
            <a:off x="4943476" y="1698626"/>
            <a:ext cx="1223963" cy="288925"/>
          </a:xfrm>
          <a:prstGeom prst="line">
            <a:avLst/>
          </a:prstGeom>
          <a:noFill/>
          <a:ln w="19050" cap="rnd">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dirty="0">
              <a:latin typeface="微软雅黑 Light" panose="020B0502040204020203" pitchFamily="34" charset="-122"/>
              <a:ea typeface="微软雅黑 Light" panose="020B0502040204020203" pitchFamily="34" charset="-122"/>
            </a:endParaRPr>
          </a:p>
        </p:txBody>
      </p:sp>
      <p:sp>
        <p:nvSpPr>
          <p:cNvPr id="382159" name="Line 207"/>
          <p:cNvSpPr>
            <a:spLocks noChangeShapeType="1"/>
          </p:cNvSpPr>
          <p:nvPr/>
        </p:nvSpPr>
        <p:spPr bwMode="auto">
          <a:xfrm flipV="1">
            <a:off x="7680326" y="2924176"/>
            <a:ext cx="938213" cy="504825"/>
          </a:xfrm>
          <a:prstGeom prst="line">
            <a:avLst/>
          </a:prstGeom>
          <a:noFill/>
          <a:ln w="19050" cap="rnd">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dirty="0">
              <a:latin typeface="微软雅黑 Light" panose="020B0502040204020203" pitchFamily="34" charset="-122"/>
              <a:ea typeface="微软雅黑 Light" panose="020B0502040204020203" pitchFamily="34" charset="-122"/>
            </a:endParaRPr>
          </a:p>
        </p:txBody>
      </p:sp>
      <p:sp>
        <p:nvSpPr>
          <p:cNvPr id="382160" name="Line 208"/>
          <p:cNvSpPr>
            <a:spLocks noChangeShapeType="1"/>
          </p:cNvSpPr>
          <p:nvPr/>
        </p:nvSpPr>
        <p:spPr bwMode="auto">
          <a:xfrm>
            <a:off x="8761413" y="2924175"/>
            <a:ext cx="792162" cy="649288"/>
          </a:xfrm>
          <a:prstGeom prst="line">
            <a:avLst/>
          </a:prstGeom>
          <a:noFill/>
          <a:ln w="19050" cap="rnd">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dirty="0">
              <a:latin typeface="微软雅黑 Light" panose="020B0502040204020203" pitchFamily="34" charset="-122"/>
              <a:ea typeface="微软雅黑 Light" panose="020B0502040204020203" pitchFamily="34" charset="-122"/>
            </a:endParaRPr>
          </a:p>
        </p:txBody>
      </p:sp>
      <p:sp>
        <p:nvSpPr>
          <p:cNvPr id="382161" name="Line 209"/>
          <p:cNvSpPr>
            <a:spLocks noChangeShapeType="1"/>
          </p:cNvSpPr>
          <p:nvPr/>
        </p:nvSpPr>
        <p:spPr bwMode="auto">
          <a:xfrm>
            <a:off x="8688388" y="2924175"/>
            <a:ext cx="144462" cy="1296988"/>
          </a:xfrm>
          <a:prstGeom prst="line">
            <a:avLst/>
          </a:prstGeom>
          <a:noFill/>
          <a:ln w="19050" cap="rnd">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dirty="0">
              <a:latin typeface="微软雅黑 Light" panose="020B0502040204020203" pitchFamily="34" charset="-122"/>
              <a:ea typeface="微软雅黑 Light" panose="020B0502040204020203" pitchFamily="34" charset="-122"/>
            </a:endParaRPr>
          </a:p>
        </p:txBody>
      </p:sp>
      <p:sp>
        <p:nvSpPr>
          <p:cNvPr id="382162" name="Line 210"/>
          <p:cNvSpPr>
            <a:spLocks noChangeShapeType="1"/>
          </p:cNvSpPr>
          <p:nvPr/>
        </p:nvSpPr>
        <p:spPr bwMode="auto">
          <a:xfrm>
            <a:off x="2135188" y="3716339"/>
            <a:ext cx="576262" cy="1081087"/>
          </a:xfrm>
          <a:prstGeom prst="line">
            <a:avLst/>
          </a:prstGeom>
          <a:noFill/>
          <a:ln w="12700" cap="rnd">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dirty="0">
              <a:latin typeface="微软雅黑 Light" panose="020B0502040204020203" pitchFamily="34" charset="-122"/>
              <a:ea typeface="微软雅黑 Light" panose="020B0502040204020203" pitchFamily="34" charset="-122"/>
            </a:endParaRPr>
          </a:p>
        </p:txBody>
      </p:sp>
      <p:sp>
        <p:nvSpPr>
          <p:cNvPr id="382163" name="Line 211"/>
          <p:cNvSpPr>
            <a:spLocks noChangeShapeType="1"/>
          </p:cNvSpPr>
          <p:nvPr/>
        </p:nvSpPr>
        <p:spPr bwMode="auto">
          <a:xfrm>
            <a:off x="9767889" y="3789364"/>
            <a:ext cx="504825" cy="1152525"/>
          </a:xfrm>
          <a:prstGeom prst="line">
            <a:avLst/>
          </a:prstGeom>
          <a:noFill/>
          <a:ln w="12700" cap="rnd">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dirty="0">
              <a:latin typeface="微软雅黑 Light" panose="020B0502040204020203" pitchFamily="34" charset="-122"/>
              <a:ea typeface="微软雅黑 Light" panose="020B0502040204020203" pitchFamily="34" charset="-122"/>
            </a:endParaRPr>
          </a:p>
        </p:txBody>
      </p:sp>
      <p:sp>
        <p:nvSpPr>
          <p:cNvPr id="382165" name="Line 213"/>
          <p:cNvSpPr>
            <a:spLocks noChangeShapeType="1"/>
          </p:cNvSpPr>
          <p:nvPr/>
        </p:nvSpPr>
        <p:spPr bwMode="auto">
          <a:xfrm>
            <a:off x="4943475" y="4797426"/>
            <a:ext cx="0" cy="1655763"/>
          </a:xfrm>
          <a:prstGeom prst="line">
            <a:avLst/>
          </a:prstGeom>
          <a:noFill/>
          <a:ln w="25400">
            <a:solidFill>
              <a:schemeClr val="tx1"/>
            </a:solidFill>
            <a:prstDash val="sysDot"/>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dirty="0">
              <a:latin typeface="微软雅黑 Light" panose="020B0502040204020203" pitchFamily="34" charset="-122"/>
              <a:ea typeface="微软雅黑 Light" panose="020B0502040204020203" pitchFamily="34" charset="-122"/>
            </a:endParaRPr>
          </a:p>
        </p:txBody>
      </p:sp>
      <p:sp>
        <p:nvSpPr>
          <p:cNvPr id="382166" name="Line 214"/>
          <p:cNvSpPr>
            <a:spLocks noChangeShapeType="1"/>
          </p:cNvSpPr>
          <p:nvPr/>
        </p:nvSpPr>
        <p:spPr bwMode="auto">
          <a:xfrm>
            <a:off x="7680325" y="3716338"/>
            <a:ext cx="0" cy="2736850"/>
          </a:xfrm>
          <a:prstGeom prst="line">
            <a:avLst/>
          </a:prstGeom>
          <a:noFill/>
          <a:ln w="25400">
            <a:solidFill>
              <a:schemeClr val="tx1"/>
            </a:solidFill>
            <a:prstDash val="sysDot"/>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dirty="0">
              <a:latin typeface="微软雅黑 Light" panose="020B0502040204020203" pitchFamily="34" charset="-122"/>
              <a:ea typeface="微软雅黑 Light" panose="020B0502040204020203" pitchFamily="34" charset="-122"/>
            </a:endParaRPr>
          </a:p>
        </p:txBody>
      </p:sp>
      <p:sp>
        <p:nvSpPr>
          <p:cNvPr id="382167" name="Line 215"/>
          <p:cNvSpPr>
            <a:spLocks noChangeShapeType="1"/>
          </p:cNvSpPr>
          <p:nvPr/>
        </p:nvSpPr>
        <p:spPr bwMode="auto">
          <a:xfrm>
            <a:off x="2711450" y="5084764"/>
            <a:ext cx="0" cy="1368425"/>
          </a:xfrm>
          <a:prstGeom prst="line">
            <a:avLst/>
          </a:prstGeom>
          <a:noFill/>
          <a:ln w="25400">
            <a:solidFill>
              <a:schemeClr val="tx1"/>
            </a:solidFill>
            <a:prstDash val="sysDot"/>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dirty="0">
              <a:latin typeface="微软雅黑 Light" panose="020B0502040204020203" pitchFamily="34" charset="-122"/>
              <a:ea typeface="微软雅黑 Light" panose="020B0502040204020203" pitchFamily="34" charset="-122"/>
            </a:endParaRPr>
          </a:p>
        </p:txBody>
      </p:sp>
      <p:sp>
        <p:nvSpPr>
          <p:cNvPr id="382168" name="Line 216"/>
          <p:cNvSpPr>
            <a:spLocks noChangeShapeType="1"/>
          </p:cNvSpPr>
          <p:nvPr/>
        </p:nvSpPr>
        <p:spPr bwMode="auto">
          <a:xfrm>
            <a:off x="9696450" y="3860800"/>
            <a:ext cx="0" cy="2592388"/>
          </a:xfrm>
          <a:prstGeom prst="line">
            <a:avLst/>
          </a:prstGeom>
          <a:noFill/>
          <a:ln w="25400">
            <a:solidFill>
              <a:schemeClr val="tx1"/>
            </a:solidFill>
            <a:prstDash val="sysDot"/>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dirty="0">
              <a:latin typeface="微软雅黑 Light" panose="020B0502040204020203" pitchFamily="34" charset="-122"/>
              <a:ea typeface="微软雅黑 Light" panose="020B0502040204020203" pitchFamily="34" charset="-122"/>
            </a:endParaRPr>
          </a:p>
        </p:txBody>
      </p:sp>
      <p:sp>
        <p:nvSpPr>
          <p:cNvPr id="382169" name="Line 217"/>
          <p:cNvSpPr>
            <a:spLocks noChangeShapeType="1"/>
          </p:cNvSpPr>
          <p:nvPr/>
        </p:nvSpPr>
        <p:spPr bwMode="auto">
          <a:xfrm>
            <a:off x="2711451" y="6237288"/>
            <a:ext cx="2232025" cy="0"/>
          </a:xfrm>
          <a:prstGeom prst="line">
            <a:avLst/>
          </a:prstGeom>
          <a:noFill/>
          <a:ln w="25400" cap="rnd">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dirty="0">
              <a:latin typeface="微软雅黑 Light" panose="020B0502040204020203" pitchFamily="34" charset="-122"/>
              <a:ea typeface="微软雅黑 Light" panose="020B0502040204020203" pitchFamily="34" charset="-122"/>
            </a:endParaRPr>
          </a:p>
        </p:txBody>
      </p:sp>
      <p:sp>
        <p:nvSpPr>
          <p:cNvPr id="382170" name="Text Box 218"/>
          <p:cNvSpPr txBox="1">
            <a:spLocks noChangeArrowheads="1"/>
          </p:cNvSpPr>
          <p:nvPr/>
        </p:nvSpPr>
        <p:spPr bwMode="auto">
          <a:xfrm>
            <a:off x="3071813" y="5876925"/>
            <a:ext cx="1555750" cy="6413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chemeClr val="accent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lgn="ctr"/>
            <a:r>
              <a:rPr lang="zh-CN" altLang="en-US" sz="1800" dirty="0">
                <a:latin typeface="微软雅黑 Light" panose="020B0502040204020203" pitchFamily="34" charset="-122"/>
                <a:ea typeface="微软雅黑 Light" panose="020B0502040204020203" pitchFamily="34" charset="-122"/>
              </a:rPr>
              <a:t>内部网关协议</a:t>
            </a:r>
            <a:endParaRPr lang="zh-CN" altLang="en-US" sz="1800" dirty="0">
              <a:latin typeface="微软雅黑 Light" panose="020B0502040204020203" pitchFamily="34" charset="-122"/>
              <a:ea typeface="微软雅黑 Light" panose="020B0502040204020203" pitchFamily="34" charset="-122"/>
            </a:endParaRPr>
          </a:p>
          <a:p>
            <a:pPr algn="ctr"/>
            <a:r>
              <a:rPr lang="zh-CN" altLang="en-US" sz="1800" dirty="0">
                <a:latin typeface="微软雅黑 Light" panose="020B0502040204020203" pitchFamily="34" charset="-122"/>
                <a:ea typeface="微软雅黑 Light" panose="020B0502040204020203" pitchFamily="34" charset="-122"/>
              </a:rPr>
              <a:t>例如：</a:t>
            </a:r>
            <a:r>
              <a:rPr lang="en-US" altLang="zh-CN" sz="1800" dirty="0">
                <a:latin typeface="微软雅黑 Light" panose="020B0502040204020203" pitchFamily="34" charset="-122"/>
                <a:ea typeface="微软雅黑 Light" panose="020B0502040204020203" pitchFamily="34" charset="-122"/>
              </a:rPr>
              <a:t>OSPF</a:t>
            </a:r>
            <a:endParaRPr lang="en-US" altLang="zh-CN" sz="1800" dirty="0">
              <a:latin typeface="微软雅黑 Light" panose="020B0502040204020203" pitchFamily="34" charset="-122"/>
              <a:ea typeface="微软雅黑 Light" panose="020B0502040204020203" pitchFamily="34" charset="-122"/>
            </a:endParaRPr>
          </a:p>
        </p:txBody>
      </p:sp>
      <p:sp>
        <p:nvSpPr>
          <p:cNvPr id="382171" name="Line 219"/>
          <p:cNvSpPr>
            <a:spLocks noChangeShapeType="1"/>
          </p:cNvSpPr>
          <p:nvPr/>
        </p:nvSpPr>
        <p:spPr bwMode="auto">
          <a:xfrm>
            <a:off x="4943476" y="6237289"/>
            <a:ext cx="2716213" cy="1587"/>
          </a:xfrm>
          <a:prstGeom prst="line">
            <a:avLst/>
          </a:prstGeom>
          <a:noFill/>
          <a:ln w="25400" cap="rnd">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dirty="0">
              <a:latin typeface="微软雅黑 Light" panose="020B0502040204020203" pitchFamily="34" charset="-122"/>
              <a:ea typeface="微软雅黑 Light" panose="020B0502040204020203" pitchFamily="34" charset="-122"/>
            </a:endParaRPr>
          </a:p>
        </p:txBody>
      </p:sp>
      <p:sp>
        <p:nvSpPr>
          <p:cNvPr id="382172" name="Text Box 220"/>
          <p:cNvSpPr txBox="1">
            <a:spLocks noChangeArrowheads="1"/>
          </p:cNvSpPr>
          <p:nvPr/>
        </p:nvSpPr>
        <p:spPr bwMode="auto">
          <a:xfrm>
            <a:off x="5448301" y="5876925"/>
            <a:ext cx="1800225" cy="6413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chemeClr val="accent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lgn="ctr"/>
            <a:r>
              <a:rPr lang="zh-CN" altLang="en-US" sz="1800" dirty="0">
                <a:latin typeface="微软雅黑 Light" panose="020B0502040204020203" pitchFamily="34" charset="-122"/>
                <a:ea typeface="微软雅黑 Light" panose="020B0502040204020203" pitchFamily="34" charset="-122"/>
              </a:rPr>
              <a:t>外部网关协议</a:t>
            </a:r>
            <a:endParaRPr lang="zh-CN" altLang="en-US" sz="1800" dirty="0">
              <a:latin typeface="微软雅黑 Light" panose="020B0502040204020203" pitchFamily="34" charset="-122"/>
              <a:ea typeface="微软雅黑 Light" panose="020B0502040204020203" pitchFamily="34" charset="-122"/>
            </a:endParaRPr>
          </a:p>
          <a:p>
            <a:pPr algn="ctr"/>
            <a:r>
              <a:rPr lang="zh-CN" altLang="en-US" sz="1800" dirty="0">
                <a:latin typeface="微软雅黑 Light" panose="020B0502040204020203" pitchFamily="34" charset="-122"/>
                <a:ea typeface="微软雅黑 Light" panose="020B0502040204020203" pitchFamily="34" charset="-122"/>
              </a:rPr>
              <a:t>例如：</a:t>
            </a:r>
            <a:r>
              <a:rPr lang="en-US" altLang="zh-CN" sz="1800" dirty="0">
                <a:latin typeface="微软雅黑 Light" panose="020B0502040204020203" pitchFamily="34" charset="-122"/>
                <a:ea typeface="微软雅黑 Light" panose="020B0502040204020203" pitchFamily="34" charset="-122"/>
              </a:rPr>
              <a:t>BGP4</a:t>
            </a:r>
            <a:endParaRPr lang="en-US" altLang="zh-CN" sz="1800" dirty="0">
              <a:latin typeface="微软雅黑 Light" panose="020B0502040204020203" pitchFamily="34" charset="-122"/>
              <a:ea typeface="微软雅黑 Light" panose="020B0502040204020203" pitchFamily="34" charset="-122"/>
            </a:endParaRPr>
          </a:p>
        </p:txBody>
      </p:sp>
      <p:sp>
        <p:nvSpPr>
          <p:cNvPr id="382173" name="Line 221"/>
          <p:cNvSpPr>
            <a:spLocks noChangeShapeType="1"/>
          </p:cNvSpPr>
          <p:nvPr/>
        </p:nvSpPr>
        <p:spPr bwMode="auto">
          <a:xfrm>
            <a:off x="7678738" y="6237288"/>
            <a:ext cx="2017712" cy="0"/>
          </a:xfrm>
          <a:prstGeom prst="line">
            <a:avLst/>
          </a:prstGeom>
          <a:noFill/>
          <a:ln w="25400" cap="rnd">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dirty="0">
              <a:latin typeface="微软雅黑 Light" panose="020B0502040204020203" pitchFamily="34" charset="-122"/>
              <a:ea typeface="微软雅黑 Light" panose="020B0502040204020203" pitchFamily="34" charset="-122"/>
            </a:endParaRPr>
          </a:p>
        </p:txBody>
      </p:sp>
      <p:sp>
        <p:nvSpPr>
          <p:cNvPr id="382174" name="Text Box 222"/>
          <p:cNvSpPr txBox="1">
            <a:spLocks noChangeArrowheads="1"/>
          </p:cNvSpPr>
          <p:nvPr/>
        </p:nvSpPr>
        <p:spPr bwMode="auto">
          <a:xfrm>
            <a:off x="7967663" y="5876925"/>
            <a:ext cx="1555750" cy="6413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chemeClr val="accent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lgn="ctr"/>
            <a:r>
              <a:rPr lang="zh-CN" altLang="en-US" sz="1800" dirty="0">
                <a:latin typeface="微软雅黑 Light" panose="020B0502040204020203" pitchFamily="34" charset="-122"/>
                <a:ea typeface="微软雅黑 Light" panose="020B0502040204020203" pitchFamily="34" charset="-122"/>
              </a:rPr>
              <a:t>内部网关协议</a:t>
            </a:r>
            <a:endParaRPr lang="zh-CN" altLang="en-US" sz="1800" dirty="0">
              <a:latin typeface="微软雅黑 Light" panose="020B0502040204020203" pitchFamily="34" charset="-122"/>
              <a:ea typeface="微软雅黑 Light" panose="020B0502040204020203" pitchFamily="34" charset="-122"/>
            </a:endParaRPr>
          </a:p>
          <a:p>
            <a:pPr algn="ctr"/>
            <a:r>
              <a:rPr lang="zh-CN" altLang="en-US" sz="1800" dirty="0">
                <a:latin typeface="微软雅黑 Light" panose="020B0502040204020203" pitchFamily="34" charset="-122"/>
                <a:ea typeface="微软雅黑 Light" panose="020B0502040204020203" pitchFamily="34" charset="-122"/>
              </a:rPr>
              <a:t>例如：</a:t>
            </a:r>
            <a:r>
              <a:rPr lang="en-US" altLang="zh-CN" sz="1800" dirty="0">
                <a:latin typeface="微软雅黑 Light" panose="020B0502040204020203" pitchFamily="34" charset="-122"/>
                <a:ea typeface="微软雅黑 Light" panose="020B0502040204020203" pitchFamily="34" charset="-122"/>
              </a:rPr>
              <a:t>RIP</a:t>
            </a:r>
            <a:endParaRPr lang="en-US" altLang="zh-CN" sz="1800" dirty="0">
              <a:latin typeface="微软雅黑 Light" panose="020B0502040204020203" pitchFamily="34" charset="-122"/>
              <a:ea typeface="微软雅黑 Light" panose="020B0502040204020203" pitchFamily="34" charset="-122"/>
            </a:endParaRPr>
          </a:p>
        </p:txBody>
      </p:sp>
      <p:sp>
        <p:nvSpPr>
          <p:cNvPr id="382175" name="Text Box 223"/>
          <p:cNvSpPr txBox="1">
            <a:spLocks noChangeArrowheads="1"/>
          </p:cNvSpPr>
          <p:nvPr/>
        </p:nvSpPr>
        <p:spPr bwMode="auto">
          <a:xfrm>
            <a:off x="1774826" y="2997201"/>
            <a:ext cx="576263" cy="3667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chemeClr val="accent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lgn="ctr"/>
            <a:r>
              <a:rPr lang="en-US" altLang="zh-CN" sz="1800" dirty="0">
                <a:latin typeface="微软雅黑 Light" panose="020B0502040204020203" pitchFamily="34" charset="-122"/>
                <a:ea typeface="微软雅黑 Light" panose="020B0502040204020203" pitchFamily="34" charset="-122"/>
              </a:rPr>
              <a:t>H1</a:t>
            </a:r>
            <a:endParaRPr lang="en-US" altLang="zh-CN" sz="1800" dirty="0">
              <a:latin typeface="微软雅黑 Light" panose="020B0502040204020203" pitchFamily="34" charset="-122"/>
              <a:ea typeface="微软雅黑 Light" panose="020B0502040204020203" pitchFamily="34" charset="-122"/>
            </a:endParaRPr>
          </a:p>
        </p:txBody>
      </p:sp>
      <p:sp>
        <p:nvSpPr>
          <p:cNvPr id="382176" name="Text Box 224"/>
          <p:cNvSpPr txBox="1">
            <a:spLocks noChangeArrowheads="1"/>
          </p:cNvSpPr>
          <p:nvPr/>
        </p:nvSpPr>
        <p:spPr bwMode="auto">
          <a:xfrm>
            <a:off x="10067700" y="5387976"/>
            <a:ext cx="504825" cy="3667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chemeClr val="accent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lgn="ctr"/>
            <a:r>
              <a:rPr lang="en-US" altLang="zh-CN" sz="1800" dirty="0">
                <a:latin typeface="微软雅黑 Light" panose="020B0502040204020203" pitchFamily="34" charset="-122"/>
                <a:ea typeface="微软雅黑 Light" panose="020B0502040204020203" pitchFamily="34" charset="-122"/>
              </a:rPr>
              <a:t>H2</a:t>
            </a:r>
            <a:endParaRPr lang="en-US" altLang="zh-CN" sz="1800" dirty="0">
              <a:latin typeface="微软雅黑 Light" panose="020B0502040204020203" pitchFamily="34" charset="-122"/>
              <a:ea typeface="微软雅黑 Light" panose="020B0502040204020203" pitchFamily="34" charset="-122"/>
            </a:endParaRPr>
          </a:p>
        </p:txBody>
      </p:sp>
      <p:sp>
        <p:nvSpPr>
          <p:cNvPr id="382177" name="Text Box 225"/>
          <p:cNvSpPr txBox="1">
            <a:spLocks noChangeArrowheads="1"/>
          </p:cNvSpPr>
          <p:nvPr/>
        </p:nvSpPr>
        <p:spPr bwMode="auto">
          <a:xfrm>
            <a:off x="3432176" y="4508501"/>
            <a:ext cx="792163" cy="3968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chemeClr val="accent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lgn="ctr"/>
            <a:r>
              <a:rPr lang="en-US" altLang="zh-CN" b="1" dirty="0">
                <a:solidFill>
                  <a:srgbClr val="FF3300"/>
                </a:solidFill>
                <a:latin typeface="微软雅黑 Light" panose="020B0502040204020203" pitchFamily="34" charset="-122"/>
                <a:ea typeface="微软雅黑 Light" panose="020B0502040204020203" pitchFamily="34" charset="-122"/>
              </a:rPr>
              <a:t>IGP</a:t>
            </a:r>
            <a:endParaRPr lang="en-US" altLang="zh-CN" b="1" dirty="0">
              <a:solidFill>
                <a:srgbClr val="FF3300"/>
              </a:solidFill>
              <a:latin typeface="微软雅黑 Light" panose="020B0502040204020203" pitchFamily="34" charset="-122"/>
              <a:ea typeface="微软雅黑 Light" panose="020B0502040204020203" pitchFamily="34" charset="-122"/>
            </a:endParaRPr>
          </a:p>
        </p:txBody>
      </p:sp>
      <p:sp>
        <p:nvSpPr>
          <p:cNvPr id="382178" name="Text Box 226"/>
          <p:cNvSpPr txBox="1">
            <a:spLocks noChangeArrowheads="1"/>
          </p:cNvSpPr>
          <p:nvPr/>
        </p:nvSpPr>
        <p:spPr bwMode="auto">
          <a:xfrm>
            <a:off x="5016501" y="1914526"/>
            <a:ext cx="792163" cy="3968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chemeClr val="accent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lgn="ctr"/>
            <a:r>
              <a:rPr lang="en-US" altLang="zh-CN" b="1" dirty="0">
                <a:solidFill>
                  <a:srgbClr val="FF3300"/>
                </a:solidFill>
                <a:latin typeface="微软雅黑 Light" panose="020B0502040204020203" pitchFamily="34" charset="-122"/>
                <a:ea typeface="微软雅黑 Light" panose="020B0502040204020203" pitchFamily="34" charset="-122"/>
              </a:rPr>
              <a:t>IGP</a:t>
            </a:r>
            <a:endParaRPr lang="en-US" altLang="zh-CN" b="1" dirty="0">
              <a:solidFill>
                <a:srgbClr val="FF3300"/>
              </a:solidFill>
              <a:latin typeface="微软雅黑 Light" panose="020B0502040204020203" pitchFamily="34" charset="-122"/>
              <a:ea typeface="微软雅黑 Light" panose="020B0502040204020203" pitchFamily="34" charset="-122"/>
            </a:endParaRPr>
          </a:p>
        </p:txBody>
      </p:sp>
      <p:sp>
        <p:nvSpPr>
          <p:cNvPr id="382179" name="Text Box 227"/>
          <p:cNvSpPr txBox="1">
            <a:spLocks noChangeArrowheads="1"/>
          </p:cNvSpPr>
          <p:nvPr/>
        </p:nvSpPr>
        <p:spPr bwMode="auto">
          <a:xfrm>
            <a:off x="8112126" y="3500439"/>
            <a:ext cx="792163" cy="3968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chemeClr val="accent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lgn="ctr"/>
            <a:r>
              <a:rPr lang="en-US" altLang="zh-CN" b="1" dirty="0">
                <a:solidFill>
                  <a:srgbClr val="FF3300"/>
                </a:solidFill>
                <a:latin typeface="微软雅黑 Light" panose="020B0502040204020203" pitchFamily="34" charset="-122"/>
                <a:ea typeface="微软雅黑 Light" panose="020B0502040204020203" pitchFamily="34" charset="-122"/>
              </a:rPr>
              <a:t>IGP</a:t>
            </a:r>
            <a:endParaRPr lang="en-US" altLang="zh-CN" b="1" dirty="0">
              <a:solidFill>
                <a:srgbClr val="FF3300"/>
              </a:solidFill>
              <a:latin typeface="微软雅黑 Light" panose="020B0502040204020203" pitchFamily="34" charset="-122"/>
              <a:ea typeface="微软雅黑 Light" panose="020B0502040204020203" pitchFamily="34" charset="-122"/>
            </a:endParaRPr>
          </a:p>
        </p:txBody>
      </p:sp>
      <p:sp>
        <p:nvSpPr>
          <p:cNvPr id="382180" name="Text Box 228"/>
          <p:cNvSpPr txBox="1">
            <a:spLocks noChangeArrowheads="1"/>
          </p:cNvSpPr>
          <p:nvPr/>
        </p:nvSpPr>
        <p:spPr bwMode="auto">
          <a:xfrm>
            <a:off x="5880101" y="3141664"/>
            <a:ext cx="792163" cy="3968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chemeClr val="accent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lgn="ctr"/>
            <a:r>
              <a:rPr lang="en-US" altLang="zh-CN" b="1" dirty="0">
                <a:solidFill>
                  <a:srgbClr val="FF3300"/>
                </a:solidFill>
                <a:latin typeface="微软雅黑 Light" panose="020B0502040204020203" pitchFamily="34" charset="-122"/>
                <a:ea typeface="微软雅黑 Light" panose="020B0502040204020203" pitchFamily="34" charset="-122"/>
              </a:rPr>
              <a:t>EGP</a:t>
            </a:r>
            <a:endParaRPr lang="en-US" altLang="zh-CN" b="1" dirty="0">
              <a:solidFill>
                <a:srgbClr val="FF3300"/>
              </a:solidFill>
              <a:latin typeface="微软雅黑 Light" panose="020B0502040204020203" pitchFamily="34" charset="-122"/>
              <a:ea typeface="微软雅黑 Light" panose="020B0502040204020203" pitchFamily="34" charset="-122"/>
            </a:endParaRPr>
          </a:p>
        </p:txBody>
      </p:sp>
      <p:sp>
        <p:nvSpPr>
          <p:cNvPr id="382181" name="Text Box 229"/>
          <p:cNvSpPr txBox="1">
            <a:spLocks noChangeArrowheads="1"/>
          </p:cNvSpPr>
          <p:nvPr/>
        </p:nvSpPr>
        <p:spPr bwMode="auto">
          <a:xfrm>
            <a:off x="4181203" y="3870325"/>
            <a:ext cx="576262" cy="3667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chemeClr val="accent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lgn="ctr"/>
            <a:r>
              <a:rPr lang="en-US" altLang="zh-CN" sz="1800" dirty="0">
                <a:solidFill>
                  <a:schemeClr val="accent2"/>
                </a:solidFill>
                <a:latin typeface="微软雅黑 Light" panose="020B0502040204020203" pitchFamily="34" charset="-122"/>
                <a:ea typeface="微软雅黑 Light" panose="020B0502040204020203" pitchFamily="34" charset="-122"/>
              </a:rPr>
              <a:t>R1</a:t>
            </a:r>
            <a:endParaRPr lang="en-US" altLang="zh-CN" sz="1800" dirty="0">
              <a:solidFill>
                <a:schemeClr val="accent2"/>
              </a:solidFill>
              <a:latin typeface="微软雅黑 Light" panose="020B0502040204020203" pitchFamily="34" charset="-122"/>
              <a:ea typeface="微软雅黑 Light" panose="020B0502040204020203" pitchFamily="34" charset="-122"/>
            </a:endParaRPr>
          </a:p>
        </p:txBody>
      </p:sp>
      <p:sp>
        <p:nvSpPr>
          <p:cNvPr id="382182" name="Text Box 230"/>
          <p:cNvSpPr txBox="1">
            <a:spLocks noChangeArrowheads="1"/>
          </p:cNvSpPr>
          <p:nvPr/>
        </p:nvSpPr>
        <p:spPr bwMode="auto">
          <a:xfrm>
            <a:off x="6910265" y="3317875"/>
            <a:ext cx="576263" cy="3667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chemeClr val="accent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lgn="ctr"/>
            <a:r>
              <a:rPr lang="en-US" altLang="zh-CN" sz="1800" dirty="0">
                <a:solidFill>
                  <a:schemeClr val="accent2"/>
                </a:solidFill>
                <a:latin typeface="微软雅黑 Light" panose="020B0502040204020203" pitchFamily="34" charset="-122"/>
                <a:ea typeface="微软雅黑 Light" panose="020B0502040204020203" pitchFamily="34" charset="-122"/>
              </a:rPr>
              <a:t>R2</a:t>
            </a:r>
            <a:endParaRPr lang="en-US" altLang="zh-CN" sz="1800" dirty="0">
              <a:solidFill>
                <a:schemeClr val="accent2"/>
              </a:solidFill>
              <a:latin typeface="微软雅黑 Light" panose="020B0502040204020203" pitchFamily="34" charset="-122"/>
              <a:ea typeface="微软雅黑 Light" panose="020B0502040204020203" pitchFamily="34" charset="-122"/>
            </a:endParaRPr>
          </a:p>
        </p:txBody>
      </p:sp>
      <p:sp>
        <p:nvSpPr>
          <p:cNvPr id="382183" name="Text Box 231"/>
          <p:cNvSpPr txBox="1">
            <a:spLocks noChangeArrowheads="1"/>
          </p:cNvSpPr>
          <p:nvPr/>
        </p:nvSpPr>
        <p:spPr bwMode="auto">
          <a:xfrm>
            <a:off x="6024563" y="2419351"/>
            <a:ext cx="576262" cy="3667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chemeClr val="accent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lgn="ctr"/>
            <a:r>
              <a:rPr lang="en-US" altLang="zh-CN" sz="1800" dirty="0">
                <a:solidFill>
                  <a:schemeClr val="accent2"/>
                </a:solidFill>
                <a:latin typeface="微软雅黑 Light" panose="020B0502040204020203" pitchFamily="34" charset="-122"/>
                <a:ea typeface="微软雅黑 Light" panose="020B0502040204020203" pitchFamily="34" charset="-122"/>
              </a:rPr>
              <a:t>R3</a:t>
            </a:r>
            <a:endParaRPr lang="en-US" altLang="zh-CN" sz="1800" dirty="0">
              <a:solidFill>
                <a:schemeClr val="accent2"/>
              </a:solidFill>
              <a:latin typeface="微软雅黑 Light" panose="020B0502040204020203" pitchFamily="34" charset="-122"/>
              <a:ea typeface="微软雅黑 Light" panose="020B0502040204020203" pitchFamily="34" charset="-122"/>
            </a:endParaRPr>
          </a:p>
        </p:txBody>
      </p:sp>
      <p:sp>
        <p:nvSpPr>
          <p:cNvPr id="382184" name="Text Box 232"/>
          <p:cNvSpPr txBox="1">
            <a:spLocks noChangeArrowheads="1"/>
          </p:cNvSpPr>
          <p:nvPr/>
        </p:nvSpPr>
        <p:spPr bwMode="auto">
          <a:xfrm>
            <a:off x="3143251" y="3429001"/>
            <a:ext cx="1439863" cy="3667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chemeClr val="accent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lgn="ctr"/>
            <a:r>
              <a:rPr lang="zh-CN" altLang="en-US" sz="1800" dirty="0">
                <a:latin typeface="微软雅黑 Light" panose="020B0502040204020203" pitchFamily="34" charset="-122"/>
                <a:ea typeface="微软雅黑 Light" panose="020B0502040204020203" pitchFamily="34" charset="-122"/>
              </a:rPr>
              <a:t>自治系统</a:t>
            </a:r>
            <a:r>
              <a:rPr lang="en-US" altLang="zh-CN" sz="1800" dirty="0">
                <a:latin typeface="微软雅黑 Light" panose="020B0502040204020203" pitchFamily="34" charset="-122"/>
                <a:ea typeface="微软雅黑 Light" panose="020B0502040204020203" pitchFamily="34" charset="-122"/>
              </a:rPr>
              <a:t>A</a:t>
            </a:r>
            <a:endParaRPr lang="en-US" altLang="zh-CN" sz="1800" dirty="0">
              <a:latin typeface="微软雅黑 Light" panose="020B0502040204020203" pitchFamily="34" charset="-122"/>
              <a:ea typeface="微软雅黑 Light" panose="020B0502040204020203" pitchFamily="34" charset="-122"/>
            </a:endParaRPr>
          </a:p>
        </p:txBody>
      </p:sp>
      <p:sp>
        <p:nvSpPr>
          <p:cNvPr id="382185" name="Text Box 233"/>
          <p:cNvSpPr txBox="1">
            <a:spLocks noChangeArrowheads="1"/>
          </p:cNvSpPr>
          <p:nvPr/>
        </p:nvSpPr>
        <p:spPr bwMode="auto">
          <a:xfrm>
            <a:off x="4727576" y="981076"/>
            <a:ext cx="1439863" cy="3667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chemeClr val="accent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lgn="ctr"/>
            <a:r>
              <a:rPr lang="zh-CN" altLang="en-US" sz="1800" dirty="0">
                <a:latin typeface="微软雅黑 Light" panose="020B0502040204020203" pitchFamily="34" charset="-122"/>
                <a:ea typeface="微软雅黑 Light" panose="020B0502040204020203" pitchFamily="34" charset="-122"/>
              </a:rPr>
              <a:t>自治系统</a:t>
            </a:r>
            <a:r>
              <a:rPr lang="en-US" altLang="zh-CN" sz="1800" dirty="0">
                <a:latin typeface="微软雅黑 Light" panose="020B0502040204020203" pitchFamily="34" charset="-122"/>
                <a:ea typeface="微软雅黑 Light" panose="020B0502040204020203" pitchFamily="34" charset="-122"/>
              </a:rPr>
              <a:t>C</a:t>
            </a:r>
            <a:endParaRPr lang="en-US" altLang="zh-CN" sz="1800" dirty="0">
              <a:latin typeface="微软雅黑 Light" panose="020B0502040204020203" pitchFamily="34" charset="-122"/>
              <a:ea typeface="微软雅黑 Light" panose="020B0502040204020203" pitchFamily="34" charset="-122"/>
            </a:endParaRPr>
          </a:p>
        </p:txBody>
      </p:sp>
      <p:sp>
        <p:nvSpPr>
          <p:cNvPr id="382186" name="Text Box 234"/>
          <p:cNvSpPr txBox="1">
            <a:spLocks noChangeArrowheads="1"/>
          </p:cNvSpPr>
          <p:nvPr/>
        </p:nvSpPr>
        <p:spPr bwMode="auto">
          <a:xfrm>
            <a:off x="7967663" y="2276476"/>
            <a:ext cx="1439862" cy="3667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chemeClr val="accent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lgn="ctr"/>
            <a:r>
              <a:rPr lang="zh-CN" altLang="en-US" sz="1800" dirty="0">
                <a:latin typeface="微软雅黑 Light" panose="020B0502040204020203" pitchFamily="34" charset="-122"/>
                <a:ea typeface="微软雅黑 Light" panose="020B0502040204020203" pitchFamily="34" charset="-122"/>
              </a:rPr>
              <a:t>自治系统</a:t>
            </a:r>
            <a:r>
              <a:rPr lang="en-US" altLang="zh-CN" sz="1800" dirty="0">
                <a:latin typeface="微软雅黑 Light" panose="020B0502040204020203" pitchFamily="34" charset="-122"/>
                <a:ea typeface="微软雅黑 Light" panose="020B0502040204020203" pitchFamily="34" charset="-122"/>
              </a:rPr>
              <a:t>B</a:t>
            </a:r>
            <a:endParaRPr lang="en-US" altLang="zh-CN" sz="1800" dirty="0">
              <a:latin typeface="微软雅黑 Light" panose="020B0502040204020203" pitchFamily="34" charset="-122"/>
              <a:ea typeface="微软雅黑 Light" panose="020B0502040204020203" pitchFamily="34" charset="-122"/>
            </a:endParaRPr>
          </a:p>
        </p:txBody>
      </p:sp>
      <p:sp>
        <p:nvSpPr>
          <p:cNvPr id="382187" name="Rectangle 235"/>
          <p:cNvSpPr>
            <a:spLocks noGrp="1" noChangeArrowheads="1"/>
          </p:cNvSpPr>
          <p:nvPr>
            <p:ph type="title"/>
          </p:nvPr>
        </p:nvSpPr>
        <p:spPr>
          <a:noFill/>
        </p:spPr>
        <p:txBody>
          <a:bodyPr/>
          <a:lstStyle/>
          <a:p>
            <a:r>
              <a:rPr lang="zh-CN" altLang="en-US"/>
              <a:t>自治系统和内部、外部网关协议</a:t>
            </a:r>
            <a:endParaRPr lang="zh-CN" altLang="en-US"/>
          </a:p>
        </p:txBody>
      </p:sp>
      <p:pic>
        <p:nvPicPr>
          <p:cNvPr id="59" name="图片 58"/>
          <p:cNvPicPr>
            <a:picLocks noChangeAspect="1"/>
          </p:cNvPicPr>
          <p:nvPr/>
        </p:nvPicPr>
        <p:blipFill>
          <a:blip r:embed="rId2"/>
          <a:stretch>
            <a:fillRect/>
          </a:stretch>
        </p:blipFill>
        <p:spPr>
          <a:xfrm>
            <a:off x="1798184" y="3406015"/>
            <a:ext cx="455187" cy="347597"/>
          </a:xfrm>
          <a:prstGeom prst="rect">
            <a:avLst/>
          </a:prstGeom>
        </p:spPr>
      </p:pic>
      <p:pic>
        <p:nvPicPr>
          <p:cNvPr id="61" name="图片 60"/>
          <p:cNvPicPr>
            <a:picLocks noChangeAspect="1"/>
          </p:cNvPicPr>
          <p:nvPr/>
        </p:nvPicPr>
        <p:blipFill>
          <a:blip r:embed="rId2"/>
          <a:stretch>
            <a:fillRect/>
          </a:stretch>
        </p:blipFill>
        <p:spPr>
          <a:xfrm>
            <a:off x="10008153" y="4959351"/>
            <a:ext cx="455187" cy="347597"/>
          </a:xfrm>
          <a:prstGeom prst="rect">
            <a:avLst/>
          </a:prstGeom>
        </p:spPr>
      </p:pic>
      <p:pic>
        <p:nvPicPr>
          <p:cNvPr id="62" name="图片 61"/>
          <p:cNvPicPr>
            <a:picLocks noChangeAspect="1"/>
          </p:cNvPicPr>
          <p:nvPr/>
        </p:nvPicPr>
        <p:blipFill>
          <a:blip r:embed="rId3"/>
          <a:stretch>
            <a:fillRect/>
          </a:stretch>
        </p:blipFill>
        <p:spPr>
          <a:xfrm>
            <a:off x="4674944" y="1488363"/>
            <a:ext cx="394188" cy="394188"/>
          </a:xfrm>
          <a:prstGeom prst="rect">
            <a:avLst/>
          </a:prstGeom>
        </p:spPr>
      </p:pic>
      <p:pic>
        <p:nvPicPr>
          <p:cNvPr id="63" name="图片 62"/>
          <p:cNvPicPr>
            <a:picLocks noChangeAspect="1"/>
          </p:cNvPicPr>
          <p:nvPr/>
        </p:nvPicPr>
        <p:blipFill>
          <a:blip r:embed="rId3"/>
          <a:stretch>
            <a:fillRect/>
          </a:stretch>
        </p:blipFill>
        <p:spPr>
          <a:xfrm>
            <a:off x="4838213" y="2401949"/>
            <a:ext cx="394188" cy="394188"/>
          </a:xfrm>
          <a:prstGeom prst="rect">
            <a:avLst/>
          </a:prstGeom>
        </p:spPr>
      </p:pic>
      <p:pic>
        <p:nvPicPr>
          <p:cNvPr id="64" name="图片 63"/>
          <p:cNvPicPr>
            <a:picLocks noChangeAspect="1"/>
          </p:cNvPicPr>
          <p:nvPr/>
        </p:nvPicPr>
        <p:blipFill>
          <a:blip r:embed="rId3"/>
          <a:stretch>
            <a:fillRect/>
          </a:stretch>
        </p:blipFill>
        <p:spPr>
          <a:xfrm>
            <a:off x="8495265" y="2728976"/>
            <a:ext cx="394188" cy="394188"/>
          </a:xfrm>
          <a:prstGeom prst="rect">
            <a:avLst/>
          </a:prstGeom>
        </p:spPr>
      </p:pic>
      <p:pic>
        <p:nvPicPr>
          <p:cNvPr id="65" name="图片 64"/>
          <p:cNvPicPr>
            <a:picLocks noChangeAspect="1"/>
          </p:cNvPicPr>
          <p:nvPr/>
        </p:nvPicPr>
        <p:blipFill>
          <a:blip r:embed="rId3"/>
          <a:stretch>
            <a:fillRect/>
          </a:stretch>
        </p:blipFill>
        <p:spPr>
          <a:xfrm>
            <a:off x="4591471" y="4047882"/>
            <a:ext cx="532057" cy="532057"/>
          </a:xfrm>
          <a:prstGeom prst="rect">
            <a:avLst/>
          </a:prstGeom>
        </p:spPr>
      </p:pic>
      <p:pic>
        <p:nvPicPr>
          <p:cNvPr id="66" name="图片 65"/>
          <p:cNvPicPr>
            <a:picLocks noChangeAspect="1"/>
          </p:cNvPicPr>
          <p:nvPr/>
        </p:nvPicPr>
        <p:blipFill>
          <a:blip r:embed="rId3"/>
          <a:stretch>
            <a:fillRect/>
          </a:stretch>
        </p:blipFill>
        <p:spPr>
          <a:xfrm>
            <a:off x="3586468" y="3905539"/>
            <a:ext cx="394188" cy="394188"/>
          </a:xfrm>
          <a:prstGeom prst="rect">
            <a:avLst/>
          </a:prstGeom>
        </p:spPr>
      </p:pic>
      <p:pic>
        <p:nvPicPr>
          <p:cNvPr id="67" name="图片 66"/>
          <p:cNvPicPr>
            <a:picLocks noChangeAspect="1"/>
          </p:cNvPicPr>
          <p:nvPr/>
        </p:nvPicPr>
        <p:blipFill>
          <a:blip r:embed="rId3"/>
          <a:stretch>
            <a:fillRect/>
          </a:stretch>
        </p:blipFill>
        <p:spPr>
          <a:xfrm>
            <a:off x="2605394" y="4646127"/>
            <a:ext cx="394188" cy="394188"/>
          </a:xfrm>
          <a:prstGeom prst="rect">
            <a:avLst/>
          </a:prstGeom>
        </p:spPr>
      </p:pic>
      <p:pic>
        <p:nvPicPr>
          <p:cNvPr id="68" name="图片 67"/>
          <p:cNvPicPr>
            <a:picLocks noChangeAspect="1"/>
          </p:cNvPicPr>
          <p:nvPr/>
        </p:nvPicPr>
        <p:blipFill>
          <a:blip r:embed="rId3"/>
          <a:stretch>
            <a:fillRect/>
          </a:stretch>
        </p:blipFill>
        <p:spPr>
          <a:xfrm>
            <a:off x="4293786" y="5013084"/>
            <a:ext cx="394188" cy="394188"/>
          </a:xfrm>
          <a:prstGeom prst="rect">
            <a:avLst/>
          </a:prstGeom>
        </p:spPr>
      </p:pic>
      <p:pic>
        <p:nvPicPr>
          <p:cNvPr id="71" name="图片 70"/>
          <p:cNvPicPr>
            <a:picLocks noChangeAspect="1"/>
          </p:cNvPicPr>
          <p:nvPr/>
        </p:nvPicPr>
        <p:blipFill>
          <a:blip r:embed="rId3"/>
          <a:stretch>
            <a:fillRect/>
          </a:stretch>
        </p:blipFill>
        <p:spPr>
          <a:xfrm>
            <a:off x="5903914" y="1827090"/>
            <a:ext cx="532057" cy="532057"/>
          </a:xfrm>
          <a:prstGeom prst="rect">
            <a:avLst/>
          </a:prstGeom>
        </p:spPr>
      </p:pic>
      <p:sp>
        <p:nvSpPr>
          <p:cNvPr id="73" name="Line 198"/>
          <p:cNvSpPr>
            <a:spLocks noChangeShapeType="1"/>
          </p:cNvSpPr>
          <p:nvPr/>
        </p:nvSpPr>
        <p:spPr bwMode="auto">
          <a:xfrm flipH="1" flipV="1">
            <a:off x="7819831" y="3610885"/>
            <a:ext cx="931386" cy="623102"/>
          </a:xfrm>
          <a:prstGeom prst="line">
            <a:avLst/>
          </a:prstGeom>
          <a:noFill/>
          <a:ln w="25400" cap="rnd">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dirty="0">
              <a:latin typeface="微软雅黑 Light" panose="020B0502040204020203" pitchFamily="34" charset="-122"/>
              <a:ea typeface="微软雅黑 Light" panose="020B0502040204020203" pitchFamily="34" charset="-122"/>
            </a:endParaRPr>
          </a:p>
        </p:txBody>
      </p:sp>
      <p:pic>
        <p:nvPicPr>
          <p:cNvPr id="69" name="图片 68"/>
          <p:cNvPicPr>
            <a:picLocks noChangeAspect="1"/>
          </p:cNvPicPr>
          <p:nvPr/>
        </p:nvPicPr>
        <p:blipFill>
          <a:blip r:embed="rId3"/>
          <a:stretch>
            <a:fillRect/>
          </a:stretch>
        </p:blipFill>
        <p:spPr>
          <a:xfrm>
            <a:off x="7355560" y="3198691"/>
            <a:ext cx="532057" cy="532057"/>
          </a:xfrm>
          <a:prstGeom prst="rect">
            <a:avLst/>
          </a:prstGeom>
        </p:spPr>
      </p:pic>
      <p:sp>
        <p:nvSpPr>
          <p:cNvPr id="74" name="Line 198"/>
          <p:cNvSpPr>
            <a:spLocks noChangeShapeType="1"/>
          </p:cNvSpPr>
          <p:nvPr/>
        </p:nvSpPr>
        <p:spPr bwMode="auto">
          <a:xfrm flipH="1">
            <a:off x="8930068" y="3768662"/>
            <a:ext cx="680658" cy="442613"/>
          </a:xfrm>
          <a:prstGeom prst="line">
            <a:avLst/>
          </a:prstGeom>
          <a:noFill/>
          <a:ln w="25400" cap="rnd">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dirty="0">
              <a:latin typeface="微软雅黑 Light" panose="020B0502040204020203" pitchFamily="34" charset="-122"/>
              <a:ea typeface="微软雅黑 Light" panose="020B0502040204020203" pitchFamily="34" charset="-122"/>
            </a:endParaRPr>
          </a:p>
        </p:txBody>
      </p:sp>
      <p:pic>
        <p:nvPicPr>
          <p:cNvPr id="70" name="图片 69"/>
          <p:cNvPicPr>
            <a:picLocks noChangeAspect="1"/>
          </p:cNvPicPr>
          <p:nvPr/>
        </p:nvPicPr>
        <p:blipFill>
          <a:blip r:embed="rId3"/>
          <a:stretch>
            <a:fillRect/>
          </a:stretch>
        </p:blipFill>
        <p:spPr>
          <a:xfrm>
            <a:off x="8626574" y="4120907"/>
            <a:ext cx="394188" cy="394188"/>
          </a:xfrm>
          <a:prstGeom prst="rect">
            <a:avLst/>
          </a:prstGeom>
        </p:spPr>
      </p:pic>
      <p:pic>
        <p:nvPicPr>
          <p:cNvPr id="72" name="图片 71"/>
          <p:cNvPicPr>
            <a:picLocks noChangeAspect="1"/>
          </p:cNvPicPr>
          <p:nvPr/>
        </p:nvPicPr>
        <p:blipFill>
          <a:blip r:embed="rId3"/>
          <a:stretch>
            <a:fillRect/>
          </a:stretch>
        </p:blipFill>
        <p:spPr>
          <a:xfrm>
            <a:off x="9544114" y="3484319"/>
            <a:ext cx="394188" cy="394188"/>
          </a:xfrm>
          <a:prstGeom prst="rect">
            <a:avLst/>
          </a:prstGeom>
        </p:spPr>
      </p:pic>
      <p:sp>
        <p:nvSpPr>
          <p:cNvPr id="382164" name="Freeform 212"/>
          <p:cNvSpPr/>
          <p:nvPr/>
        </p:nvSpPr>
        <p:spPr bwMode="auto">
          <a:xfrm>
            <a:off x="2066926" y="3086100"/>
            <a:ext cx="8048625" cy="2336800"/>
          </a:xfrm>
          <a:custGeom>
            <a:avLst/>
            <a:gdLst>
              <a:gd name="T0" fmla="*/ 0 w 5070"/>
              <a:gd name="T1" fmla="*/ 456 h 1472"/>
              <a:gd name="T2" fmla="*/ 390 w 5070"/>
              <a:gd name="T3" fmla="*/ 1188 h 1472"/>
              <a:gd name="T4" fmla="*/ 1470 w 5070"/>
              <a:gd name="T5" fmla="*/ 1422 h 1472"/>
              <a:gd name="T6" fmla="*/ 1950 w 5070"/>
              <a:gd name="T7" fmla="*/ 900 h 1472"/>
              <a:gd name="T8" fmla="*/ 3690 w 5070"/>
              <a:gd name="T9" fmla="*/ 390 h 1472"/>
              <a:gd name="T10" fmla="*/ 4344 w 5070"/>
              <a:gd name="T11" fmla="*/ 6 h 1472"/>
              <a:gd name="T12" fmla="*/ 4794 w 5070"/>
              <a:gd name="T13" fmla="*/ 480 h 1472"/>
              <a:gd name="T14" fmla="*/ 5070 w 5070"/>
              <a:gd name="T15" fmla="*/ 1164 h 147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070" h="1472">
                <a:moveTo>
                  <a:pt x="0" y="456"/>
                </a:moveTo>
                <a:cubicBezTo>
                  <a:pt x="65" y="578"/>
                  <a:pt x="145" y="1027"/>
                  <a:pt x="390" y="1188"/>
                </a:cubicBezTo>
                <a:cubicBezTo>
                  <a:pt x="652" y="1353"/>
                  <a:pt x="1221" y="1472"/>
                  <a:pt x="1470" y="1422"/>
                </a:cubicBezTo>
                <a:cubicBezTo>
                  <a:pt x="1719" y="1372"/>
                  <a:pt x="1597" y="1076"/>
                  <a:pt x="1950" y="900"/>
                </a:cubicBezTo>
                <a:cubicBezTo>
                  <a:pt x="2303" y="724"/>
                  <a:pt x="3278" y="546"/>
                  <a:pt x="3690" y="390"/>
                </a:cubicBezTo>
                <a:cubicBezTo>
                  <a:pt x="4102" y="234"/>
                  <a:pt x="4144" y="0"/>
                  <a:pt x="4344" y="6"/>
                </a:cubicBezTo>
                <a:cubicBezTo>
                  <a:pt x="4544" y="12"/>
                  <a:pt x="4689" y="279"/>
                  <a:pt x="4794" y="480"/>
                </a:cubicBezTo>
                <a:cubicBezTo>
                  <a:pt x="4899" y="681"/>
                  <a:pt x="5012" y="1022"/>
                  <a:pt x="5070" y="1164"/>
                </a:cubicBezTo>
              </a:path>
            </a:pathLst>
          </a:custGeom>
          <a:noFill/>
          <a:ln w="76200" cap="flat" cmpd="sng">
            <a:solidFill>
              <a:schemeClr val="accent2"/>
            </a:solidFill>
            <a:prstDash val="sysDot"/>
            <a:round/>
            <a:headEnd type="none" w="sm" len="sm"/>
            <a:tailEnd type="triangle" w="lg"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dirty="0">
              <a:latin typeface="微软雅黑 Light" panose="020B0502040204020203" pitchFamily="34" charset="-122"/>
              <a:ea typeface="微软雅黑 Light" panose="020B0502040204020203"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82164"/>
                                        </p:tgtEl>
                                        <p:attrNameLst>
                                          <p:attrName>style.visibility</p:attrName>
                                        </p:attrNameLst>
                                      </p:cBhvr>
                                      <p:to>
                                        <p:strVal val="visible"/>
                                      </p:to>
                                    </p:set>
                                    <p:animEffect transition="in" filter="wipe(left)">
                                      <p:cBhvr>
                                        <p:cTn id="7" dur="2000"/>
                                        <p:tgtEl>
                                          <p:spTgt spid="38216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2164" grpId="0" animBg="1"/>
    </p:bldLst>
  </p:timing>
</p:sld>
</file>

<file path=ppt/slides/slide2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p:txBody>
          <a:bodyPr/>
          <a:lstStyle/>
          <a:p>
            <a:fld id="{EC8475BE-7825-442E-B8E4-4498EA513757}" type="slidenum">
              <a:rPr lang="en-US" altLang="zh-CN"/>
            </a:fld>
            <a:endParaRPr lang="en-US" altLang="zh-CN"/>
          </a:p>
        </p:txBody>
      </p:sp>
      <p:sp>
        <p:nvSpPr>
          <p:cNvPr id="442370" name="Rectangle 2"/>
          <p:cNvSpPr>
            <a:spLocks noGrp="1" noChangeArrowheads="1"/>
          </p:cNvSpPr>
          <p:nvPr>
            <p:ph type="title"/>
          </p:nvPr>
        </p:nvSpPr>
        <p:spPr/>
        <p:txBody>
          <a:bodyPr/>
          <a:lstStyle/>
          <a:p>
            <a:r>
              <a:rPr lang="zh-CN" altLang="en-US" dirty="0"/>
              <a:t>内部网关路由选择协议</a:t>
            </a:r>
            <a:endParaRPr lang="zh-CN" altLang="en-US" dirty="0"/>
          </a:p>
        </p:txBody>
      </p:sp>
      <p:sp>
        <p:nvSpPr>
          <p:cNvPr id="442371" name="Rectangle 3"/>
          <p:cNvSpPr>
            <a:spLocks noGrp="1" noChangeArrowheads="1"/>
          </p:cNvSpPr>
          <p:nvPr>
            <p:ph type="body" idx="1"/>
          </p:nvPr>
        </p:nvSpPr>
        <p:spPr/>
        <p:txBody>
          <a:bodyPr/>
          <a:lstStyle/>
          <a:p>
            <a:r>
              <a:rPr lang="en-US" altLang="zh-CN" dirty="0"/>
              <a:t>OSPF (Open Shortest Path First)</a:t>
            </a:r>
            <a:r>
              <a:rPr lang="zh-CN" altLang="en-US" dirty="0"/>
              <a:t>开放最短路径优先</a:t>
            </a:r>
            <a:endParaRPr lang="zh-CN" altLang="en-US" dirty="0"/>
          </a:p>
          <a:p>
            <a:r>
              <a:rPr lang="en-US" altLang="zh-CN" dirty="0"/>
              <a:t>OSPF</a:t>
            </a:r>
            <a:r>
              <a:rPr lang="zh-CN" altLang="en-US" dirty="0"/>
              <a:t>路由协议是典型的链路状态路由协议，是互连网应用最广的路由协议之一</a:t>
            </a:r>
            <a:endParaRPr lang="zh-CN" altLang="en-US" dirty="0"/>
          </a:p>
          <a:p>
            <a:r>
              <a:rPr lang="en-US" altLang="zh-CN" dirty="0"/>
              <a:t>OSPF</a:t>
            </a:r>
            <a:r>
              <a:rPr lang="zh-CN" altLang="en-US" dirty="0"/>
              <a:t>的</a:t>
            </a:r>
            <a:r>
              <a:rPr lang="en-US" altLang="zh-CN" dirty="0"/>
              <a:t>SPF</a:t>
            </a:r>
            <a:r>
              <a:rPr lang="zh-CN" altLang="en-US" dirty="0"/>
              <a:t>算法 </a:t>
            </a:r>
            <a:endParaRPr lang="zh-CN" altLang="en-US" dirty="0"/>
          </a:p>
          <a:p>
            <a:pPr lvl="1"/>
            <a:r>
              <a:rPr lang="en-US" altLang="zh-CN" dirty="0"/>
              <a:t>SPF</a:t>
            </a:r>
            <a:r>
              <a:rPr lang="zh-CN" altLang="en-US" dirty="0"/>
              <a:t>算法是</a:t>
            </a:r>
            <a:r>
              <a:rPr lang="en-US" altLang="zh-CN" dirty="0"/>
              <a:t>OSPF</a:t>
            </a:r>
            <a:r>
              <a:rPr lang="zh-CN" altLang="en-US" dirty="0"/>
              <a:t>路由协议的基础。</a:t>
            </a:r>
            <a:r>
              <a:rPr lang="en-US" altLang="zh-CN" dirty="0"/>
              <a:t>SPF</a:t>
            </a:r>
            <a:r>
              <a:rPr lang="zh-CN" altLang="en-US" dirty="0"/>
              <a:t>算法有时也被称为</a:t>
            </a:r>
            <a:r>
              <a:rPr lang="en-US" altLang="zh-CN" dirty="0"/>
              <a:t>Dijkstra</a:t>
            </a:r>
            <a:r>
              <a:rPr lang="zh-CN" altLang="en-US" dirty="0"/>
              <a:t>算法</a:t>
            </a:r>
            <a:endParaRPr lang="zh-CN" altLang="en-US" dirty="0"/>
          </a:p>
          <a:p>
            <a:r>
              <a:rPr lang="zh-CN" altLang="en-US" dirty="0"/>
              <a:t>在</a:t>
            </a:r>
            <a:r>
              <a:rPr lang="en-US" altLang="zh-CN" dirty="0"/>
              <a:t>OSPF</a:t>
            </a:r>
            <a:r>
              <a:rPr lang="zh-CN" altLang="en-US" dirty="0"/>
              <a:t>路由协议中，最短路径树的树干长度，称为</a:t>
            </a:r>
            <a:r>
              <a:rPr lang="en-US" altLang="zh-CN" dirty="0"/>
              <a:t>OSPF</a:t>
            </a:r>
            <a:r>
              <a:rPr lang="zh-CN" altLang="en-US" dirty="0"/>
              <a:t>的</a:t>
            </a:r>
            <a:r>
              <a:rPr lang="en-US" altLang="zh-CN" dirty="0"/>
              <a:t>Cost</a:t>
            </a:r>
            <a:r>
              <a:rPr lang="zh-CN" altLang="en-US" dirty="0"/>
              <a:t>，其算法为：</a:t>
            </a:r>
            <a:endParaRPr lang="zh-CN" altLang="en-US" dirty="0"/>
          </a:p>
          <a:p>
            <a:pPr algn="ctr">
              <a:buFont typeface="Wingdings" panose="05000000000000000000" pitchFamily="2" charset="2"/>
              <a:buNone/>
            </a:pPr>
            <a:r>
              <a:rPr lang="en-US" altLang="zh-CN" dirty="0"/>
              <a:t>Cost = 100×10</a:t>
            </a:r>
            <a:r>
              <a:rPr lang="en-US" altLang="zh-CN" baseline="30000" dirty="0"/>
              <a:t>6</a:t>
            </a:r>
            <a:r>
              <a:rPr lang="en-US" altLang="zh-CN" dirty="0"/>
              <a:t>/</a:t>
            </a:r>
            <a:r>
              <a:rPr lang="zh-CN" altLang="en-US" dirty="0"/>
              <a:t>链路带宽</a:t>
            </a:r>
            <a:r>
              <a:rPr lang="en-US" altLang="zh-CN" dirty="0"/>
              <a:t>(bps)</a:t>
            </a:r>
            <a:endParaRPr lang="en-US" altLang="zh-CN" dirty="0"/>
          </a:p>
        </p:txBody>
      </p:sp>
    </p:spTree>
  </p:cSld>
  <p:clrMapOvr>
    <a:masterClrMapping/>
  </p:clrMapOvr>
</p:sld>
</file>

<file path=ppt/slides/slide2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p:txBody>
          <a:bodyPr/>
          <a:lstStyle/>
          <a:p>
            <a:fld id="{76E84511-E957-4F33-B853-02D431AF47FC}" type="slidenum">
              <a:rPr lang="en-US" altLang="zh-CN"/>
            </a:fld>
            <a:endParaRPr lang="en-US" altLang="zh-CN"/>
          </a:p>
        </p:txBody>
      </p:sp>
      <p:sp>
        <p:nvSpPr>
          <p:cNvPr id="552962" name="Rectangle 2"/>
          <p:cNvSpPr>
            <a:spLocks noGrp="1" noChangeArrowheads="1"/>
          </p:cNvSpPr>
          <p:nvPr>
            <p:ph type="title"/>
          </p:nvPr>
        </p:nvSpPr>
        <p:spPr/>
        <p:txBody>
          <a:bodyPr/>
          <a:lstStyle/>
          <a:p>
            <a:r>
              <a:rPr lang="en-US" altLang="zh-CN"/>
              <a:t>OSPF</a:t>
            </a:r>
            <a:r>
              <a:rPr lang="zh-CN" altLang="en-US"/>
              <a:t>的三个要点</a:t>
            </a:r>
            <a:endParaRPr lang="zh-CN" altLang="en-US"/>
          </a:p>
        </p:txBody>
      </p:sp>
      <p:sp>
        <p:nvSpPr>
          <p:cNvPr id="552963" name="Rectangle 3"/>
          <p:cNvSpPr>
            <a:spLocks noGrp="1" noChangeArrowheads="1"/>
          </p:cNvSpPr>
          <p:nvPr>
            <p:ph type="body" idx="1"/>
          </p:nvPr>
        </p:nvSpPr>
        <p:spPr/>
        <p:txBody>
          <a:bodyPr/>
          <a:lstStyle/>
          <a:p>
            <a:pPr>
              <a:lnSpc>
                <a:spcPct val="90000"/>
              </a:lnSpc>
            </a:pPr>
            <a:r>
              <a:rPr lang="zh-CN" altLang="en-US" dirty="0"/>
              <a:t>向本自治系统中所有路由器发送信息，这里使用的方法是洪泛法</a:t>
            </a:r>
            <a:endParaRPr lang="zh-CN" altLang="en-US" dirty="0"/>
          </a:p>
          <a:p>
            <a:pPr>
              <a:lnSpc>
                <a:spcPct val="90000"/>
              </a:lnSpc>
            </a:pPr>
            <a:r>
              <a:rPr lang="zh-CN" altLang="en-US" dirty="0"/>
              <a:t>发送的信息就是与本路由器相邻的所有路由器的链路状态，但这只是路由器所知道的部分信息</a:t>
            </a:r>
            <a:endParaRPr lang="zh-CN" altLang="en-US" dirty="0"/>
          </a:p>
          <a:p>
            <a:pPr lvl="1">
              <a:lnSpc>
                <a:spcPct val="90000"/>
              </a:lnSpc>
            </a:pPr>
            <a:r>
              <a:rPr lang="zh-CN" altLang="en-US" dirty="0"/>
              <a:t>“链路状态”就是说明本路由器都和哪些路由器相邻，以及该链路的“度量”</a:t>
            </a:r>
            <a:r>
              <a:rPr lang="en-US" altLang="zh-CN" dirty="0"/>
              <a:t>(metric)</a:t>
            </a:r>
            <a:r>
              <a:rPr lang="zh-CN" altLang="en-US" dirty="0"/>
              <a:t> </a:t>
            </a:r>
            <a:endParaRPr lang="zh-CN" altLang="en-US" dirty="0"/>
          </a:p>
          <a:p>
            <a:pPr>
              <a:lnSpc>
                <a:spcPct val="90000"/>
              </a:lnSpc>
            </a:pPr>
            <a:r>
              <a:rPr lang="zh-CN" altLang="en-US" dirty="0"/>
              <a:t>只有当链路状态发生变化时，路由器才用洪泛法向所有路由器发送此信息</a:t>
            </a:r>
            <a:endParaRPr lang="zh-CN" altLang="en-US" dirty="0"/>
          </a:p>
          <a:p>
            <a:pPr lvl="1">
              <a:lnSpc>
                <a:spcPct val="90000"/>
              </a:lnSpc>
            </a:pPr>
            <a:r>
              <a:rPr lang="en-US" altLang="zh-CN" dirty="0"/>
              <a:t>OSPF </a:t>
            </a:r>
            <a:r>
              <a:rPr lang="zh-CN" altLang="en-US" dirty="0"/>
              <a:t>还规定每隔一段时间（如 </a:t>
            </a:r>
            <a:r>
              <a:rPr lang="en-US" altLang="zh-CN" dirty="0"/>
              <a:t>30 </a:t>
            </a:r>
            <a:r>
              <a:rPr lang="zh-CN" altLang="en-US" dirty="0"/>
              <a:t>分钟）要刷新一次数据库中的链路状态  </a:t>
            </a:r>
            <a:endParaRPr lang="zh-CN" altLang="en-US" dirty="0"/>
          </a:p>
        </p:txBody>
      </p:sp>
    </p:spTree>
  </p:cSld>
  <p:clrMapOvr>
    <a:masterClrMapping/>
  </p:clrMapOvr>
</p:sld>
</file>

<file path=ppt/slides/slide2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 name="灯片编号占位符 5"/>
          <p:cNvSpPr>
            <a:spLocks noGrp="1"/>
          </p:cNvSpPr>
          <p:nvPr>
            <p:ph type="sldNum" sz="quarter" idx="12"/>
          </p:nvPr>
        </p:nvSpPr>
        <p:spPr/>
        <p:txBody>
          <a:bodyPr/>
          <a:lstStyle/>
          <a:p>
            <a:fld id="{09CFDDF3-3F5B-481C-9E08-F65741F41D21}" type="slidenum">
              <a:rPr lang="en-US" altLang="zh-CN"/>
            </a:fld>
            <a:endParaRPr lang="en-US" altLang="zh-CN"/>
          </a:p>
        </p:txBody>
      </p:sp>
      <p:sp>
        <p:nvSpPr>
          <p:cNvPr id="551938" name="Rectangle 2"/>
          <p:cNvSpPr>
            <a:spLocks noGrp="1" noChangeArrowheads="1"/>
          </p:cNvSpPr>
          <p:nvPr>
            <p:ph type="title"/>
          </p:nvPr>
        </p:nvSpPr>
        <p:spPr/>
        <p:txBody>
          <a:bodyPr/>
          <a:lstStyle/>
          <a:p>
            <a:r>
              <a:rPr lang="en-US" altLang="zh-CN"/>
              <a:t>OSPF</a:t>
            </a:r>
            <a:r>
              <a:rPr lang="zh-CN" altLang="en-US"/>
              <a:t>层次结构的区域划分</a:t>
            </a:r>
            <a:endParaRPr lang="zh-CN" altLang="en-US"/>
          </a:p>
        </p:txBody>
      </p:sp>
      <p:sp>
        <p:nvSpPr>
          <p:cNvPr id="551939" name="AutoShape 3"/>
          <p:cNvSpPr>
            <a:spLocks noChangeArrowheads="1"/>
          </p:cNvSpPr>
          <p:nvPr/>
        </p:nvSpPr>
        <p:spPr bwMode="auto">
          <a:xfrm>
            <a:off x="1665287" y="1851710"/>
            <a:ext cx="8861425" cy="3960812"/>
          </a:xfrm>
          <a:prstGeom prst="roundRect">
            <a:avLst>
              <a:gd name="adj" fmla="val 13352"/>
            </a:avLst>
          </a:prstGeom>
          <a:noFill/>
          <a:ln w="19050">
            <a:solidFill>
              <a:schemeClr val="tx1"/>
            </a:solidFill>
            <a:round/>
          </a:ln>
          <a:effectLst/>
          <a:extLst>
            <a:ext uri="{909E8E84-426E-40DD-AFC4-6F175D3DCCD1}">
              <a14:hiddenFill xmlns:a14="http://schemas.microsoft.com/office/drawing/2010/main">
                <a:solidFill>
                  <a:srgbClr val="CCEC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551940" name="Text Box 4"/>
          <p:cNvSpPr txBox="1">
            <a:spLocks noChangeArrowheads="1"/>
          </p:cNvSpPr>
          <p:nvPr/>
        </p:nvSpPr>
        <p:spPr bwMode="auto">
          <a:xfrm>
            <a:off x="2063750" y="1997075"/>
            <a:ext cx="18938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400" dirty="0">
                <a:solidFill>
                  <a:srgbClr val="333399"/>
                </a:solidFill>
                <a:latin typeface="微软雅黑 Light" panose="020B0502040204020203" pitchFamily="34" charset="-122"/>
                <a:ea typeface="微软雅黑 Light" panose="020B0502040204020203" pitchFamily="34" charset="-122"/>
              </a:rPr>
              <a:t>自治系统 </a:t>
            </a:r>
            <a:r>
              <a:rPr kumimoji="1" lang="en-US" altLang="zh-CN" sz="2400" dirty="0">
                <a:solidFill>
                  <a:srgbClr val="333399"/>
                </a:solidFill>
                <a:latin typeface="微软雅黑 Light" panose="020B0502040204020203" pitchFamily="34" charset="-122"/>
                <a:ea typeface="微软雅黑 Light" panose="020B0502040204020203" pitchFamily="34" charset="-122"/>
              </a:rPr>
              <a:t>AS</a:t>
            </a:r>
            <a:endParaRPr kumimoji="1" lang="en-US" altLang="zh-CN" sz="2400" dirty="0">
              <a:solidFill>
                <a:srgbClr val="333399"/>
              </a:solidFill>
              <a:latin typeface="微软雅黑 Light" panose="020B0502040204020203" pitchFamily="34" charset="-122"/>
              <a:ea typeface="微软雅黑 Light" panose="020B0502040204020203" pitchFamily="34" charset="-122"/>
            </a:endParaRPr>
          </a:p>
        </p:txBody>
      </p:sp>
      <p:sp>
        <p:nvSpPr>
          <p:cNvPr id="551941" name="Oval 5"/>
          <p:cNvSpPr>
            <a:spLocks noChangeArrowheads="1"/>
          </p:cNvSpPr>
          <p:nvPr/>
        </p:nvSpPr>
        <p:spPr bwMode="auto">
          <a:xfrm>
            <a:off x="5010151" y="2703513"/>
            <a:ext cx="2894013" cy="1511300"/>
          </a:xfrm>
          <a:prstGeom prst="ellipse">
            <a:avLst/>
          </a:prstGeom>
          <a:solidFill>
            <a:srgbClr val="FFC000"/>
          </a:solidFill>
          <a:ln w="9525">
            <a:solidFill>
              <a:schemeClr val="tx1"/>
            </a:solidFill>
            <a:round/>
          </a:ln>
          <a:effectLst>
            <a:outerShdw dist="35921" dir="2700000" algn="ctr" rotWithShape="0">
              <a:schemeClr val="bg2"/>
            </a:outerShdw>
          </a:effectLst>
        </p:spPr>
        <p:txBody>
          <a:bodyPr wrap="none"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551942" name="Oval 6"/>
          <p:cNvSpPr>
            <a:spLocks noChangeArrowheads="1"/>
          </p:cNvSpPr>
          <p:nvPr/>
        </p:nvSpPr>
        <p:spPr bwMode="auto">
          <a:xfrm>
            <a:off x="1735138" y="2633663"/>
            <a:ext cx="3167062" cy="2406650"/>
          </a:xfrm>
          <a:prstGeom prst="ellipse">
            <a:avLst/>
          </a:prstGeom>
          <a:solidFill>
            <a:schemeClr val="accent5">
              <a:lumMod val="90000"/>
            </a:schemeClr>
          </a:solidFill>
          <a:ln w="9525">
            <a:solidFill>
              <a:schemeClr val="tx1"/>
            </a:solidFill>
            <a:round/>
          </a:ln>
          <a:effectLst>
            <a:outerShdw dist="35921" dir="2700000" algn="ctr" rotWithShape="0">
              <a:schemeClr val="bg2"/>
            </a:outerShdw>
          </a:effectLst>
        </p:spPr>
        <p:txBody>
          <a:bodyPr wrap="none"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551943" name="Oval 7"/>
          <p:cNvSpPr>
            <a:spLocks noChangeArrowheads="1"/>
          </p:cNvSpPr>
          <p:nvPr/>
        </p:nvSpPr>
        <p:spPr bwMode="auto">
          <a:xfrm>
            <a:off x="7980363" y="2633663"/>
            <a:ext cx="2405062" cy="2406650"/>
          </a:xfrm>
          <a:prstGeom prst="ellipse">
            <a:avLst/>
          </a:prstGeom>
          <a:solidFill>
            <a:schemeClr val="accent5">
              <a:lumMod val="90000"/>
            </a:schemeClr>
          </a:solidFill>
          <a:ln w="9525">
            <a:solidFill>
              <a:schemeClr val="tx1"/>
            </a:solidFill>
            <a:round/>
          </a:ln>
          <a:effectLst>
            <a:outerShdw dist="35921" dir="2700000" algn="ctr" rotWithShape="0">
              <a:schemeClr val="bg2"/>
            </a:outerShdw>
          </a:effectLst>
        </p:spPr>
        <p:txBody>
          <a:bodyPr wrap="none"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551944" name="Text Box 8"/>
          <p:cNvSpPr txBox="1">
            <a:spLocks noChangeArrowheads="1"/>
          </p:cNvSpPr>
          <p:nvPr/>
        </p:nvSpPr>
        <p:spPr bwMode="auto">
          <a:xfrm>
            <a:off x="2406650" y="5013325"/>
            <a:ext cx="174599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400" dirty="0">
                <a:solidFill>
                  <a:srgbClr val="333399"/>
                </a:solidFill>
                <a:latin typeface="微软雅黑 Light" panose="020B0502040204020203" pitchFamily="34" charset="-122"/>
                <a:ea typeface="微软雅黑 Light" panose="020B0502040204020203" pitchFamily="34" charset="-122"/>
              </a:rPr>
              <a:t>区域 </a:t>
            </a:r>
            <a:r>
              <a:rPr kumimoji="1" lang="en-US" altLang="zh-CN" sz="2400" dirty="0">
                <a:solidFill>
                  <a:srgbClr val="333399"/>
                </a:solidFill>
                <a:latin typeface="微软雅黑 Light" panose="020B0502040204020203" pitchFamily="34" charset="-122"/>
                <a:ea typeface="微软雅黑 Light" panose="020B0502040204020203" pitchFamily="34" charset="-122"/>
              </a:rPr>
              <a:t>0.0.0.1</a:t>
            </a:r>
            <a:endParaRPr kumimoji="1" lang="en-US" altLang="zh-CN" sz="2400" dirty="0">
              <a:solidFill>
                <a:srgbClr val="333399"/>
              </a:solidFill>
              <a:latin typeface="微软雅黑 Light" panose="020B0502040204020203" pitchFamily="34" charset="-122"/>
              <a:ea typeface="微软雅黑 Light" panose="020B0502040204020203" pitchFamily="34" charset="-122"/>
            </a:endParaRPr>
          </a:p>
        </p:txBody>
      </p:sp>
      <p:sp>
        <p:nvSpPr>
          <p:cNvPr id="551945" name="Text Box 9"/>
          <p:cNvSpPr txBox="1">
            <a:spLocks noChangeArrowheads="1"/>
          </p:cNvSpPr>
          <p:nvPr/>
        </p:nvSpPr>
        <p:spPr bwMode="auto">
          <a:xfrm>
            <a:off x="8455025" y="5084763"/>
            <a:ext cx="179889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400" dirty="0">
                <a:solidFill>
                  <a:srgbClr val="333399"/>
                </a:solidFill>
                <a:latin typeface="微软雅黑 Light" panose="020B0502040204020203" pitchFamily="34" charset="-122"/>
                <a:ea typeface="微软雅黑 Light" panose="020B0502040204020203" pitchFamily="34" charset="-122"/>
              </a:rPr>
              <a:t>区域 </a:t>
            </a:r>
            <a:r>
              <a:rPr kumimoji="1" lang="en-US" altLang="zh-CN" sz="2400" dirty="0">
                <a:solidFill>
                  <a:srgbClr val="333399"/>
                </a:solidFill>
                <a:latin typeface="微软雅黑 Light" panose="020B0502040204020203" pitchFamily="34" charset="-122"/>
                <a:ea typeface="微软雅黑 Light" panose="020B0502040204020203" pitchFamily="34" charset="-122"/>
              </a:rPr>
              <a:t>0.0.0.3</a:t>
            </a:r>
            <a:endParaRPr kumimoji="1" lang="en-US" altLang="zh-CN" sz="2400" dirty="0">
              <a:solidFill>
                <a:srgbClr val="333399"/>
              </a:solidFill>
              <a:latin typeface="微软雅黑 Light" panose="020B0502040204020203" pitchFamily="34" charset="-122"/>
              <a:ea typeface="微软雅黑 Light" panose="020B0502040204020203" pitchFamily="34" charset="-122"/>
            </a:endParaRPr>
          </a:p>
        </p:txBody>
      </p:sp>
      <p:sp>
        <p:nvSpPr>
          <p:cNvPr id="551947" name="Line 11"/>
          <p:cNvSpPr>
            <a:spLocks noChangeShapeType="1"/>
          </p:cNvSpPr>
          <p:nvPr/>
        </p:nvSpPr>
        <p:spPr bwMode="auto">
          <a:xfrm flipV="1">
            <a:off x="6457950" y="1627188"/>
            <a:ext cx="1582738" cy="1350962"/>
          </a:xfrm>
          <a:prstGeom prst="line">
            <a:avLst/>
          </a:prstGeom>
          <a:noFill/>
          <a:ln w="38100">
            <a:solidFill>
              <a:schemeClr val="tx1"/>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latin typeface="微软雅黑 Light" panose="020B0502040204020203" pitchFamily="34" charset="-122"/>
              <a:ea typeface="微软雅黑 Light" panose="020B0502040204020203" pitchFamily="34" charset="-122"/>
            </a:endParaRPr>
          </a:p>
        </p:txBody>
      </p:sp>
      <p:sp>
        <p:nvSpPr>
          <p:cNvPr id="551948" name="Text Box 12"/>
          <p:cNvSpPr txBox="1">
            <a:spLocks noChangeArrowheads="1"/>
          </p:cNvSpPr>
          <p:nvPr/>
        </p:nvSpPr>
        <p:spPr bwMode="auto">
          <a:xfrm>
            <a:off x="7319963" y="1123951"/>
            <a:ext cx="2339102" cy="461665"/>
          </a:xfrm>
          <a:prstGeom prst="rect">
            <a:avLst/>
          </a:prstGeom>
          <a:noFill/>
          <a:ln w="2857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400" dirty="0">
                <a:solidFill>
                  <a:srgbClr val="333399"/>
                </a:solidFill>
                <a:latin typeface="微软雅黑 Light" panose="020B0502040204020203" pitchFamily="34" charset="-122"/>
                <a:ea typeface="微软雅黑 Light" panose="020B0502040204020203" pitchFamily="34" charset="-122"/>
              </a:rPr>
              <a:t>至其他自治系统</a:t>
            </a:r>
            <a:endParaRPr kumimoji="1" lang="zh-CN" altLang="en-US" sz="2400" dirty="0">
              <a:solidFill>
                <a:srgbClr val="333399"/>
              </a:solidFill>
              <a:latin typeface="微软雅黑 Light" panose="020B0502040204020203" pitchFamily="34" charset="-122"/>
              <a:ea typeface="微软雅黑 Light" panose="020B0502040204020203" pitchFamily="34" charset="-122"/>
            </a:endParaRPr>
          </a:p>
        </p:txBody>
      </p:sp>
      <p:sp>
        <p:nvSpPr>
          <p:cNvPr id="551949" name="Line 13"/>
          <p:cNvSpPr>
            <a:spLocks noChangeShapeType="1"/>
          </p:cNvSpPr>
          <p:nvPr/>
        </p:nvSpPr>
        <p:spPr bwMode="auto">
          <a:xfrm>
            <a:off x="7980363" y="3527425"/>
            <a:ext cx="838200" cy="273050"/>
          </a:xfrm>
          <a:prstGeom prst="line">
            <a:avLst/>
          </a:prstGeom>
          <a:noFill/>
          <a:ln w="19050">
            <a:solidFill>
              <a:srgbClr val="3333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latin typeface="微软雅黑 Light" panose="020B0502040204020203" pitchFamily="34" charset="-122"/>
              <a:ea typeface="微软雅黑 Light" panose="020B0502040204020203" pitchFamily="34" charset="-122"/>
            </a:endParaRPr>
          </a:p>
        </p:txBody>
      </p:sp>
      <p:sp>
        <p:nvSpPr>
          <p:cNvPr id="551950" name="Line 14"/>
          <p:cNvSpPr>
            <a:spLocks noChangeShapeType="1"/>
          </p:cNvSpPr>
          <p:nvPr/>
        </p:nvSpPr>
        <p:spPr bwMode="auto">
          <a:xfrm flipV="1">
            <a:off x="8970963" y="3733801"/>
            <a:ext cx="760412" cy="136525"/>
          </a:xfrm>
          <a:prstGeom prst="line">
            <a:avLst/>
          </a:prstGeom>
          <a:noFill/>
          <a:ln w="19050">
            <a:solidFill>
              <a:srgbClr val="3333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latin typeface="微软雅黑 Light" panose="020B0502040204020203" pitchFamily="34" charset="-122"/>
              <a:ea typeface="微软雅黑 Light" panose="020B0502040204020203" pitchFamily="34" charset="-122"/>
            </a:endParaRPr>
          </a:p>
        </p:txBody>
      </p:sp>
      <p:sp>
        <p:nvSpPr>
          <p:cNvPr id="551951" name="Line 15"/>
          <p:cNvSpPr>
            <a:spLocks noChangeShapeType="1"/>
          </p:cNvSpPr>
          <p:nvPr/>
        </p:nvSpPr>
        <p:spPr bwMode="auto">
          <a:xfrm>
            <a:off x="9351963" y="3046414"/>
            <a:ext cx="379412" cy="687387"/>
          </a:xfrm>
          <a:prstGeom prst="line">
            <a:avLst/>
          </a:prstGeom>
          <a:noFill/>
          <a:ln w="19050">
            <a:solidFill>
              <a:srgbClr val="3333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latin typeface="微软雅黑 Light" panose="020B0502040204020203" pitchFamily="34" charset="-122"/>
              <a:ea typeface="微软雅黑 Light" panose="020B0502040204020203" pitchFamily="34" charset="-122"/>
            </a:endParaRPr>
          </a:p>
        </p:txBody>
      </p:sp>
      <p:sp>
        <p:nvSpPr>
          <p:cNvPr id="551952" name="Line 16"/>
          <p:cNvSpPr>
            <a:spLocks noChangeShapeType="1"/>
          </p:cNvSpPr>
          <p:nvPr/>
        </p:nvSpPr>
        <p:spPr bwMode="auto">
          <a:xfrm flipH="1">
            <a:off x="9274175" y="3800475"/>
            <a:ext cx="457200" cy="757238"/>
          </a:xfrm>
          <a:prstGeom prst="line">
            <a:avLst/>
          </a:prstGeom>
          <a:noFill/>
          <a:ln w="19050">
            <a:solidFill>
              <a:srgbClr val="3333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latin typeface="微软雅黑 Light" panose="020B0502040204020203" pitchFamily="34" charset="-122"/>
              <a:ea typeface="微软雅黑 Light" panose="020B0502040204020203" pitchFamily="34" charset="-122"/>
            </a:endParaRPr>
          </a:p>
        </p:txBody>
      </p:sp>
      <p:sp>
        <p:nvSpPr>
          <p:cNvPr id="551953" name="Line 17"/>
          <p:cNvSpPr>
            <a:spLocks noChangeShapeType="1"/>
          </p:cNvSpPr>
          <p:nvPr/>
        </p:nvSpPr>
        <p:spPr bwMode="auto">
          <a:xfrm flipV="1">
            <a:off x="6837363" y="3527426"/>
            <a:ext cx="989012" cy="138113"/>
          </a:xfrm>
          <a:prstGeom prst="line">
            <a:avLst/>
          </a:prstGeom>
          <a:noFill/>
          <a:ln w="28575">
            <a:solidFill>
              <a:srgbClr val="3333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latin typeface="微软雅黑 Light" panose="020B0502040204020203" pitchFamily="34" charset="-122"/>
              <a:ea typeface="微软雅黑 Light" panose="020B0502040204020203" pitchFamily="34" charset="-122"/>
            </a:endParaRPr>
          </a:p>
        </p:txBody>
      </p:sp>
      <p:sp>
        <p:nvSpPr>
          <p:cNvPr id="551954" name="Line 18"/>
          <p:cNvSpPr>
            <a:spLocks noChangeShapeType="1"/>
          </p:cNvSpPr>
          <p:nvPr/>
        </p:nvSpPr>
        <p:spPr bwMode="auto">
          <a:xfrm>
            <a:off x="6534151" y="2978150"/>
            <a:ext cx="150813" cy="617538"/>
          </a:xfrm>
          <a:prstGeom prst="line">
            <a:avLst/>
          </a:prstGeom>
          <a:noFill/>
          <a:ln w="28575">
            <a:solidFill>
              <a:srgbClr val="3333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latin typeface="微软雅黑 Light" panose="020B0502040204020203" pitchFamily="34" charset="-122"/>
              <a:ea typeface="微软雅黑 Light" panose="020B0502040204020203" pitchFamily="34" charset="-122"/>
            </a:endParaRPr>
          </a:p>
        </p:txBody>
      </p:sp>
      <p:sp>
        <p:nvSpPr>
          <p:cNvPr id="551955" name="Line 19"/>
          <p:cNvSpPr>
            <a:spLocks noChangeShapeType="1"/>
          </p:cNvSpPr>
          <p:nvPr/>
        </p:nvSpPr>
        <p:spPr bwMode="auto">
          <a:xfrm flipH="1">
            <a:off x="6457951" y="3733801"/>
            <a:ext cx="227013" cy="481013"/>
          </a:xfrm>
          <a:prstGeom prst="line">
            <a:avLst/>
          </a:prstGeom>
          <a:noFill/>
          <a:ln w="28575">
            <a:solidFill>
              <a:srgbClr val="3333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latin typeface="微软雅黑 Light" panose="020B0502040204020203" pitchFamily="34" charset="-122"/>
              <a:ea typeface="微软雅黑 Light" panose="020B0502040204020203" pitchFamily="34" charset="-122"/>
            </a:endParaRPr>
          </a:p>
        </p:txBody>
      </p:sp>
      <p:sp>
        <p:nvSpPr>
          <p:cNvPr id="551956" name="Line 20"/>
          <p:cNvSpPr>
            <a:spLocks noChangeShapeType="1"/>
          </p:cNvSpPr>
          <p:nvPr/>
        </p:nvSpPr>
        <p:spPr bwMode="auto">
          <a:xfrm>
            <a:off x="4857750" y="3390900"/>
            <a:ext cx="1600200" cy="274638"/>
          </a:xfrm>
          <a:prstGeom prst="line">
            <a:avLst/>
          </a:prstGeom>
          <a:noFill/>
          <a:ln w="28575">
            <a:solidFill>
              <a:srgbClr val="3333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latin typeface="微软雅黑 Light" panose="020B0502040204020203" pitchFamily="34" charset="-122"/>
              <a:ea typeface="微软雅黑 Light" panose="020B0502040204020203" pitchFamily="34" charset="-122"/>
            </a:endParaRPr>
          </a:p>
        </p:txBody>
      </p:sp>
      <p:sp>
        <p:nvSpPr>
          <p:cNvPr id="551957" name="Line 21"/>
          <p:cNvSpPr>
            <a:spLocks noChangeShapeType="1"/>
          </p:cNvSpPr>
          <p:nvPr/>
        </p:nvSpPr>
        <p:spPr bwMode="auto">
          <a:xfrm flipV="1">
            <a:off x="4933950" y="3046414"/>
            <a:ext cx="1447800" cy="344487"/>
          </a:xfrm>
          <a:prstGeom prst="line">
            <a:avLst/>
          </a:prstGeom>
          <a:noFill/>
          <a:ln w="28575">
            <a:solidFill>
              <a:srgbClr val="3333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latin typeface="微软雅黑 Light" panose="020B0502040204020203" pitchFamily="34" charset="-122"/>
              <a:ea typeface="微软雅黑 Light" panose="020B0502040204020203" pitchFamily="34" charset="-122"/>
            </a:endParaRPr>
          </a:p>
        </p:txBody>
      </p:sp>
      <p:sp>
        <p:nvSpPr>
          <p:cNvPr id="551958" name="Line 22"/>
          <p:cNvSpPr>
            <a:spLocks noChangeShapeType="1"/>
          </p:cNvSpPr>
          <p:nvPr/>
        </p:nvSpPr>
        <p:spPr bwMode="auto">
          <a:xfrm flipH="1">
            <a:off x="2497138" y="3046414"/>
            <a:ext cx="1141412" cy="344487"/>
          </a:xfrm>
          <a:prstGeom prst="line">
            <a:avLst/>
          </a:prstGeom>
          <a:noFill/>
          <a:ln w="19050">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latin typeface="微软雅黑 Light" panose="020B0502040204020203" pitchFamily="34" charset="-122"/>
              <a:ea typeface="微软雅黑 Light" panose="020B0502040204020203" pitchFamily="34" charset="-122"/>
            </a:endParaRPr>
          </a:p>
        </p:txBody>
      </p:sp>
      <p:sp>
        <p:nvSpPr>
          <p:cNvPr id="551959" name="Line 23"/>
          <p:cNvSpPr>
            <a:spLocks noChangeShapeType="1"/>
          </p:cNvSpPr>
          <p:nvPr/>
        </p:nvSpPr>
        <p:spPr bwMode="auto">
          <a:xfrm>
            <a:off x="3638550" y="3113089"/>
            <a:ext cx="458788" cy="757237"/>
          </a:xfrm>
          <a:prstGeom prst="line">
            <a:avLst/>
          </a:prstGeom>
          <a:noFill/>
          <a:ln w="19050">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latin typeface="微软雅黑 Light" panose="020B0502040204020203" pitchFamily="34" charset="-122"/>
              <a:ea typeface="微软雅黑 Light" panose="020B0502040204020203" pitchFamily="34" charset="-122"/>
            </a:endParaRPr>
          </a:p>
        </p:txBody>
      </p:sp>
      <p:sp>
        <p:nvSpPr>
          <p:cNvPr id="551960" name="Line 24"/>
          <p:cNvSpPr>
            <a:spLocks noChangeShapeType="1"/>
          </p:cNvSpPr>
          <p:nvPr/>
        </p:nvSpPr>
        <p:spPr bwMode="auto">
          <a:xfrm flipV="1">
            <a:off x="4171950" y="3457575"/>
            <a:ext cx="685800" cy="412750"/>
          </a:xfrm>
          <a:prstGeom prst="line">
            <a:avLst/>
          </a:prstGeom>
          <a:noFill/>
          <a:ln w="19050">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latin typeface="微软雅黑 Light" panose="020B0502040204020203" pitchFamily="34" charset="-122"/>
              <a:ea typeface="微软雅黑 Light" panose="020B0502040204020203" pitchFamily="34" charset="-122"/>
            </a:endParaRPr>
          </a:p>
        </p:txBody>
      </p:sp>
      <p:sp>
        <p:nvSpPr>
          <p:cNvPr id="551961" name="Line 25"/>
          <p:cNvSpPr>
            <a:spLocks noChangeShapeType="1"/>
          </p:cNvSpPr>
          <p:nvPr/>
        </p:nvSpPr>
        <p:spPr bwMode="auto">
          <a:xfrm flipH="1">
            <a:off x="3028950" y="3940176"/>
            <a:ext cx="992188" cy="138113"/>
          </a:xfrm>
          <a:prstGeom prst="line">
            <a:avLst/>
          </a:prstGeom>
          <a:noFill/>
          <a:ln w="19050">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latin typeface="微软雅黑 Light" panose="020B0502040204020203" pitchFamily="34" charset="-122"/>
              <a:ea typeface="微软雅黑 Light" panose="020B0502040204020203" pitchFamily="34" charset="-122"/>
            </a:endParaRPr>
          </a:p>
        </p:txBody>
      </p:sp>
      <p:sp>
        <p:nvSpPr>
          <p:cNvPr id="551962" name="Line 26"/>
          <p:cNvSpPr>
            <a:spLocks noChangeShapeType="1"/>
          </p:cNvSpPr>
          <p:nvPr/>
        </p:nvSpPr>
        <p:spPr bwMode="auto">
          <a:xfrm>
            <a:off x="3028950" y="4144963"/>
            <a:ext cx="382588" cy="412750"/>
          </a:xfrm>
          <a:prstGeom prst="line">
            <a:avLst/>
          </a:prstGeom>
          <a:noFill/>
          <a:ln w="19050">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latin typeface="微软雅黑 Light" panose="020B0502040204020203" pitchFamily="34" charset="-122"/>
              <a:ea typeface="微软雅黑 Light" panose="020B0502040204020203" pitchFamily="34" charset="-122"/>
            </a:endParaRPr>
          </a:p>
        </p:txBody>
      </p:sp>
      <p:grpSp>
        <p:nvGrpSpPr>
          <p:cNvPr id="551963" name="Group 27"/>
          <p:cNvGrpSpPr/>
          <p:nvPr/>
        </p:nvGrpSpPr>
        <p:grpSpPr bwMode="auto">
          <a:xfrm>
            <a:off x="3790950" y="3665539"/>
            <a:ext cx="685800" cy="479425"/>
            <a:chOff x="2949" y="196"/>
            <a:chExt cx="941" cy="598"/>
          </a:xfrm>
        </p:grpSpPr>
        <p:sp>
          <p:nvSpPr>
            <p:cNvPr id="551964" name="Oval 28"/>
            <p:cNvSpPr>
              <a:spLocks noChangeArrowheads="1"/>
            </p:cNvSpPr>
            <p:nvPr/>
          </p:nvSpPr>
          <p:spPr bwMode="auto">
            <a:xfrm>
              <a:off x="3168" y="196"/>
              <a:ext cx="407" cy="162"/>
            </a:xfrm>
            <a:prstGeom prst="ellipse">
              <a:avLst/>
            </a:prstGeom>
            <a:solidFill>
              <a:srgbClr val="EAEAEA"/>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551965" name="Oval 29"/>
            <p:cNvSpPr>
              <a:spLocks noChangeArrowheads="1"/>
            </p:cNvSpPr>
            <p:nvPr/>
          </p:nvSpPr>
          <p:spPr bwMode="auto">
            <a:xfrm rot="900000">
              <a:off x="3512" y="252"/>
              <a:ext cx="275" cy="131"/>
            </a:xfrm>
            <a:prstGeom prst="ellipse">
              <a:avLst/>
            </a:prstGeom>
            <a:solidFill>
              <a:srgbClr val="EAEAEA"/>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551966" name="Oval 30"/>
            <p:cNvSpPr>
              <a:spLocks noChangeArrowheads="1"/>
            </p:cNvSpPr>
            <p:nvPr/>
          </p:nvSpPr>
          <p:spPr bwMode="auto">
            <a:xfrm rot="1500000">
              <a:off x="3650" y="385"/>
              <a:ext cx="240" cy="153"/>
            </a:xfrm>
            <a:prstGeom prst="ellipse">
              <a:avLst/>
            </a:prstGeom>
            <a:solidFill>
              <a:srgbClr val="EAEAEA"/>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551967" name="Oval 31"/>
            <p:cNvSpPr>
              <a:spLocks noChangeArrowheads="1"/>
            </p:cNvSpPr>
            <p:nvPr/>
          </p:nvSpPr>
          <p:spPr bwMode="auto">
            <a:xfrm rot="20040000">
              <a:off x="3573" y="537"/>
              <a:ext cx="291" cy="189"/>
            </a:xfrm>
            <a:prstGeom prst="ellipse">
              <a:avLst/>
            </a:prstGeom>
            <a:solidFill>
              <a:srgbClr val="EAEAEA"/>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551968" name="Oval 32"/>
            <p:cNvSpPr>
              <a:spLocks noChangeArrowheads="1"/>
            </p:cNvSpPr>
            <p:nvPr/>
          </p:nvSpPr>
          <p:spPr bwMode="auto">
            <a:xfrm>
              <a:off x="3216" y="555"/>
              <a:ext cx="471" cy="239"/>
            </a:xfrm>
            <a:prstGeom prst="ellipse">
              <a:avLst/>
            </a:prstGeom>
            <a:solidFill>
              <a:srgbClr val="EAEAEA"/>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551969" name="Oval 33"/>
            <p:cNvSpPr>
              <a:spLocks noChangeArrowheads="1"/>
            </p:cNvSpPr>
            <p:nvPr/>
          </p:nvSpPr>
          <p:spPr bwMode="auto">
            <a:xfrm rot="1080000">
              <a:off x="3023" y="555"/>
              <a:ext cx="265" cy="156"/>
            </a:xfrm>
            <a:prstGeom prst="ellipse">
              <a:avLst/>
            </a:prstGeom>
            <a:solidFill>
              <a:srgbClr val="EAEAEA"/>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551970" name="Oval 34"/>
            <p:cNvSpPr>
              <a:spLocks noChangeArrowheads="1"/>
            </p:cNvSpPr>
            <p:nvPr/>
          </p:nvSpPr>
          <p:spPr bwMode="auto">
            <a:xfrm>
              <a:off x="2949" y="432"/>
              <a:ext cx="217" cy="156"/>
            </a:xfrm>
            <a:prstGeom prst="ellipse">
              <a:avLst/>
            </a:prstGeom>
            <a:solidFill>
              <a:srgbClr val="EAEAEA"/>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551971" name="Oval 35"/>
            <p:cNvSpPr>
              <a:spLocks noChangeArrowheads="1"/>
            </p:cNvSpPr>
            <p:nvPr/>
          </p:nvSpPr>
          <p:spPr bwMode="auto">
            <a:xfrm rot="19740000">
              <a:off x="2984" y="310"/>
              <a:ext cx="295" cy="156"/>
            </a:xfrm>
            <a:prstGeom prst="ellipse">
              <a:avLst/>
            </a:prstGeom>
            <a:solidFill>
              <a:srgbClr val="EAEAEA"/>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551972" name="Freeform 36"/>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EAEAEA"/>
            </a:solidFill>
            <a:ln>
              <a:noFill/>
            </a:ln>
            <a:effectLst/>
            <a:extLst>
              <a:ext uri="{91240B29-F687-4F45-9708-019B960494DF}">
                <a14:hiddenLine xmlns:a14="http://schemas.microsoft.com/office/drawing/2010/main" w="12700">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latin typeface="微软雅黑 Light" panose="020B0502040204020203" pitchFamily="34" charset="-122"/>
                <a:ea typeface="微软雅黑 Light" panose="020B0502040204020203" pitchFamily="34" charset="-122"/>
              </a:endParaRPr>
            </a:p>
          </p:txBody>
        </p:sp>
        <p:sp>
          <p:nvSpPr>
            <p:cNvPr id="551973" name="Freeform 37"/>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EAEAEA"/>
            </a:solidFill>
            <a:ln>
              <a:noFill/>
            </a:ln>
            <a:effectLst/>
            <a:extLst>
              <a:ext uri="{91240B29-F687-4F45-9708-019B960494DF}">
                <a14:hiddenLine xmlns:a14="http://schemas.microsoft.com/office/drawing/2010/main" w="12700">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latin typeface="微软雅黑 Light" panose="020B0502040204020203" pitchFamily="34" charset="-122"/>
                <a:ea typeface="微软雅黑 Light" panose="020B0502040204020203" pitchFamily="34" charset="-122"/>
              </a:endParaRPr>
            </a:p>
          </p:txBody>
        </p:sp>
        <p:sp>
          <p:nvSpPr>
            <p:cNvPr id="551974" name="Freeform 38"/>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EAEAEA"/>
            </a:solidFill>
            <a:ln>
              <a:noFill/>
            </a:ln>
            <a:effectLst/>
            <a:extLst>
              <a:ext uri="{91240B29-F687-4F45-9708-019B960494DF}">
                <a14:hiddenLine xmlns:a14="http://schemas.microsoft.com/office/drawing/2010/main" w="12700">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latin typeface="微软雅黑 Light" panose="020B0502040204020203" pitchFamily="34" charset="-122"/>
                <a:ea typeface="微软雅黑 Light" panose="020B0502040204020203" pitchFamily="34" charset="-122"/>
              </a:endParaRPr>
            </a:p>
          </p:txBody>
        </p:sp>
      </p:grpSp>
      <p:grpSp>
        <p:nvGrpSpPr>
          <p:cNvPr id="551982" name="Group 46"/>
          <p:cNvGrpSpPr/>
          <p:nvPr/>
        </p:nvGrpSpPr>
        <p:grpSpPr bwMode="auto">
          <a:xfrm>
            <a:off x="3105150" y="4352926"/>
            <a:ext cx="685800" cy="479425"/>
            <a:chOff x="2949" y="196"/>
            <a:chExt cx="941" cy="598"/>
          </a:xfrm>
        </p:grpSpPr>
        <p:sp>
          <p:nvSpPr>
            <p:cNvPr id="551983" name="Oval 47"/>
            <p:cNvSpPr>
              <a:spLocks noChangeArrowheads="1"/>
            </p:cNvSpPr>
            <p:nvPr/>
          </p:nvSpPr>
          <p:spPr bwMode="auto">
            <a:xfrm>
              <a:off x="3168" y="196"/>
              <a:ext cx="407" cy="162"/>
            </a:xfrm>
            <a:prstGeom prst="ellipse">
              <a:avLst/>
            </a:prstGeom>
            <a:solidFill>
              <a:srgbClr val="EAEAEA"/>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551984" name="Oval 48"/>
            <p:cNvSpPr>
              <a:spLocks noChangeArrowheads="1"/>
            </p:cNvSpPr>
            <p:nvPr/>
          </p:nvSpPr>
          <p:spPr bwMode="auto">
            <a:xfrm rot="900000">
              <a:off x="3512" y="252"/>
              <a:ext cx="275" cy="131"/>
            </a:xfrm>
            <a:prstGeom prst="ellipse">
              <a:avLst/>
            </a:prstGeom>
            <a:solidFill>
              <a:srgbClr val="EAEAEA"/>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551985" name="Oval 49"/>
            <p:cNvSpPr>
              <a:spLocks noChangeArrowheads="1"/>
            </p:cNvSpPr>
            <p:nvPr/>
          </p:nvSpPr>
          <p:spPr bwMode="auto">
            <a:xfrm rot="1500000">
              <a:off x="3650" y="385"/>
              <a:ext cx="240" cy="153"/>
            </a:xfrm>
            <a:prstGeom prst="ellipse">
              <a:avLst/>
            </a:prstGeom>
            <a:solidFill>
              <a:srgbClr val="EAEAEA"/>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551986" name="Oval 50"/>
            <p:cNvSpPr>
              <a:spLocks noChangeArrowheads="1"/>
            </p:cNvSpPr>
            <p:nvPr/>
          </p:nvSpPr>
          <p:spPr bwMode="auto">
            <a:xfrm rot="20040000">
              <a:off x="3573" y="537"/>
              <a:ext cx="291" cy="189"/>
            </a:xfrm>
            <a:prstGeom prst="ellipse">
              <a:avLst/>
            </a:prstGeom>
            <a:solidFill>
              <a:srgbClr val="EAEAEA"/>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551987" name="Oval 51"/>
            <p:cNvSpPr>
              <a:spLocks noChangeArrowheads="1"/>
            </p:cNvSpPr>
            <p:nvPr/>
          </p:nvSpPr>
          <p:spPr bwMode="auto">
            <a:xfrm>
              <a:off x="3216" y="555"/>
              <a:ext cx="471" cy="239"/>
            </a:xfrm>
            <a:prstGeom prst="ellipse">
              <a:avLst/>
            </a:prstGeom>
            <a:solidFill>
              <a:srgbClr val="EAEAEA"/>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551988" name="Oval 52"/>
            <p:cNvSpPr>
              <a:spLocks noChangeArrowheads="1"/>
            </p:cNvSpPr>
            <p:nvPr/>
          </p:nvSpPr>
          <p:spPr bwMode="auto">
            <a:xfrm rot="1080000">
              <a:off x="3023" y="555"/>
              <a:ext cx="265" cy="156"/>
            </a:xfrm>
            <a:prstGeom prst="ellipse">
              <a:avLst/>
            </a:prstGeom>
            <a:solidFill>
              <a:srgbClr val="EAEAEA"/>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551989" name="Oval 53"/>
            <p:cNvSpPr>
              <a:spLocks noChangeArrowheads="1"/>
            </p:cNvSpPr>
            <p:nvPr/>
          </p:nvSpPr>
          <p:spPr bwMode="auto">
            <a:xfrm>
              <a:off x="2949" y="432"/>
              <a:ext cx="217" cy="156"/>
            </a:xfrm>
            <a:prstGeom prst="ellipse">
              <a:avLst/>
            </a:prstGeom>
            <a:solidFill>
              <a:srgbClr val="EAEAEA"/>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551990" name="Oval 54"/>
            <p:cNvSpPr>
              <a:spLocks noChangeArrowheads="1"/>
            </p:cNvSpPr>
            <p:nvPr/>
          </p:nvSpPr>
          <p:spPr bwMode="auto">
            <a:xfrm rot="19740000">
              <a:off x="2984" y="310"/>
              <a:ext cx="295" cy="156"/>
            </a:xfrm>
            <a:prstGeom prst="ellipse">
              <a:avLst/>
            </a:prstGeom>
            <a:solidFill>
              <a:srgbClr val="EAEAEA"/>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551991" name="Freeform 55"/>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EAEAEA"/>
            </a:solidFill>
            <a:ln>
              <a:noFill/>
            </a:ln>
            <a:effectLst/>
            <a:extLst>
              <a:ext uri="{91240B29-F687-4F45-9708-019B960494DF}">
                <a14:hiddenLine xmlns:a14="http://schemas.microsoft.com/office/drawing/2010/main" w="12700">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latin typeface="微软雅黑 Light" panose="020B0502040204020203" pitchFamily="34" charset="-122"/>
                <a:ea typeface="微软雅黑 Light" panose="020B0502040204020203" pitchFamily="34" charset="-122"/>
              </a:endParaRPr>
            </a:p>
          </p:txBody>
        </p:sp>
        <p:sp>
          <p:nvSpPr>
            <p:cNvPr id="551992" name="Freeform 56"/>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EAEAEA"/>
            </a:solidFill>
            <a:ln>
              <a:noFill/>
            </a:ln>
            <a:effectLst/>
            <a:extLst>
              <a:ext uri="{91240B29-F687-4F45-9708-019B960494DF}">
                <a14:hiddenLine xmlns:a14="http://schemas.microsoft.com/office/drawing/2010/main" w="12700">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latin typeface="微软雅黑 Light" panose="020B0502040204020203" pitchFamily="34" charset="-122"/>
                <a:ea typeface="微软雅黑 Light" panose="020B0502040204020203" pitchFamily="34" charset="-122"/>
              </a:endParaRPr>
            </a:p>
          </p:txBody>
        </p:sp>
        <p:sp>
          <p:nvSpPr>
            <p:cNvPr id="551993" name="Freeform 57"/>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EAEAEA"/>
            </a:solidFill>
            <a:ln>
              <a:noFill/>
            </a:ln>
            <a:effectLst/>
            <a:extLst>
              <a:ext uri="{91240B29-F687-4F45-9708-019B960494DF}">
                <a14:hiddenLine xmlns:a14="http://schemas.microsoft.com/office/drawing/2010/main" w="12700">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latin typeface="微软雅黑 Light" panose="020B0502040204020203" pitchFamily="34" charset="-122"/>
                <a:ea typeface="微软雅黑 Light" panose="020B0502040204020203" pitchFamily="34" charset="-122"/>
              </a:endParaRPr>
            </a:p>
          </p:txBody>
        </p:sp>
      </p:grpSp>
      <p:grpSp>
        <p:nvGrpSpPr>
          <p:cNvPr id="551994" name="Group 58"/>
          <p:cNvGrpSpPr/>
          <p:nvPr/>
        </p:nvGrpSpPr>
        <p:grpSpPr bwMode="auto">
          <a:xfrm>
            <a:off x="2192338" y="3182938"/>
            <a:ext cx="685800" cy="482600"/>
            <a:chOff x="2949" y="196"/>
            <a:chExt cx="941" cy="598"/>
          </a:xfrm>
        </p:grpSpPr>
        <p:sp>
          <p:nvSpPr>
            <p:cNvPr id="551995" name="Oval 59"/>
            <p:cNvSpPr>
              <a:spLocks noChangeArrowheads="1"/>
            </p:cNvSpPr>
            <p:nvPr/>
          </p:nvSpPr>
          <p:spPr bwMode="auto">
            <a:xfrm>
              <a:off x="3168" y="196"/>
              <a:ext cx="407" cy="162"/>
            </a:xfrm>
            <a:prstGeom prst="ellipse">
              <a:avLst/>
            </a:prstGeom>
            <a:solidFill>
              <a:srgbClr val="EAEAEA"/>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551996" name="Oval 60"/>
            <p:cNvSpPr>
              <a:spLocks noChangeArrowheads="1"/>
            </p:cNvSpPr>
            <p:nvPr/>
          </p:nvSpPr>
          <p:spPr bwMode="auto">
            <a:xfrm rot="900000">
              <a:off x="3512" y="252"/>
              <a:ext cx="275" cy="131"/>
            </a:xfrm>
            <a:prstGeom prst="ellipse">
              <a:avLst/>
            </a:prstGeom>
            <a:solidFill>
              <a:srgbClr val="EAEAEA"/>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551997" name="Oval 61"/>
            <p:cNvSpPr>
              <a:spLocks noChangeArrowheads="1"/>
            </p:cNvSpPr>
            <p:nvPr/>
          </p:nvSpPr>
          <p:spPr bwMode="auto">
            <a:xfrm rot="1500000">
              <a:off x="3650" y="385"/>
              <a:ext cx="240" cy="153"/>
            </a:xfrm>
            <a:prstGeom prst="ellipse">
              <a:avLst/>
            </a:prstGeom>
            <a:solidFill>
              <a:srgbClr val="EAEAEA"/>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551998" name="Oval 62"/>
            <p:cNvSpPr>
              <a:spLocks noChangeArrowheads="1"/>
            </p:cNvSpPr>
            <p:nvPr/>
          </p:nvSpPr>
          <p:spPr bwMode="auto">
            <a:xfrm rot="20040000">
              <a:off x="3573" y="537"/>
              <a:ext cx="291" cy="189"/>
            </a:xfrm>
            <a:prstGeom prst="ellipse">
              <a:avLst/>
            </a:prstGeom>
            <a:solidFill>
              <a:srgbClr val="EAEAEA"/>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551999" name="Oval 63"/>
            <p:cNvSpPr>
              <a:spLocks noChangeArrowheads="1"/>
            </p:cNvSpPr>
            <p:nvPr/>
          </p:nvSpPr>
          <p:spPr bwMode="auto">
            <a:xfrm>
              <a:off x="3216" y="555"/>
              <a:ext cx="471" cy="239"/>
            </a:xfrm>
            <a:prstGeom prst="ellipse">
              <a:avLst/>
            </a:prstGeom>
            <a:solidFill>
              <a:srgbClr val="EAEAEA"/>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552000" name="Oval 64"/>
            <p:cNvSpPr>
              <a:spLocks noChangeArrowheads="1"/>
            </p:cNvSpPr>
            <p:nvPr/>
          </p:nvSpPr>
          <p:spPr bwMode="auto">
            <a:xfrm rot="1080000">
              <a:off x="3023" y="555"/>
              <a:ext cx="265" cy="156"/>
            </a:xfrm>
            <a:prstGeom prst="ellipse">
              <a:avLst/>
            </a:prstGeom>
            <a:solidFill>
              <a:srgbClr val="EAEAEA"/>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552001" name="Oval 65"/>
            <p:cNvSpPr>
              <a:spLocks noChangeArrowheads="1"/>
            </p:cNvSpPr>
            <p:nvPr/>
          </p:nvSpPr>
          <p:spPr bwMode="auto">
            <a:xfrm>
              <a:off x="2949" y="432"/>
              <a:ext cx="217" cy="156"/>
            </a:xfrm>
            <a:prstGeom prst="ellipse">
              <a:avLst/>
            </a:prstGeom>
            <a:solidFill>
              <a:srgbClr val="EAEAEA"/>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552002" name="Oval 66"/>
            <p:cNvSpPr>
              <a:spLocks noChangeArrowheads="1"/>
            </p:cNvSpPr>
            <p:nvPr/>
          </p:nvSpPr>
          <p:spPr bwMode="auto">
            <a:xfrm rot="19740000">
              <a:off x="2984" y="310"/>
              <a:ext cx="295" cy="156"/>
            </a:xfrm>
            <a:prstGeom prst="ellipse">
              <a:avLst/>
            </a:prstGeom>
            <a:solidFill>
              <a:srgbClr val="EAEAEA"/>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552003" name="Freeform 67"/>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EAEAEA"/>
            </a:solidFill>
            <a:ln>
              <a:noFill/>
            </a:ln>
            <a:effectLst/>
            <a:extLst>
              <a:ext uri="{91240B29-F687-4F45-9708-019B960494DF}">
                <a14:hiddenLine xmlns:a14="http://schemas.microsoft.com/office/drawing/2010/main" w="12700">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latin typeface="微软雅黑 Light" panose="020B0502040204020203" pitchFamily="34" charset="-122"/>
                <a:ea typeface="微软雅黑 Light" panose="020B0502040204020203" pitchFamily="34" charset="-122"/>
              </a:endParaRPr>
            </a:p>
          </p:txBody>
        </p:sp>
        <p:sp>
          <p:nvSpPr>
            <p:cNvPr id="552004" name="Freeform 68"/>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EAEAEA"/>
            </a:solidFill>
            <a:ln>
              <a:noFill/>
            </a:ln>
            <a:effectLst/>
            <a:extLst>
              <a:ext uri="{91240B29-F687-4F45-9708-019B960494DF}">
                <a14:hiddenLine xmlns:a14="http://schemas.microsoft.com/office/drawing/2010/main" w="12700">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latin typeface="微软雅黑 Light" panose="020B0502040204020203" pitchFamily="34" charset="-122"/>
                <a:ea typeface="微软雅黑 Light" panose="020B0502040204020203" pitchFamily="34" charset="-122"/>
              </a:endParaRPr>
            </a:p>
          </p:txBody>
        </p:sp>
        <p:sp>
          <p:nvSpPr>
            <p:cNvPr id="552005" name="Freeform 69"/>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EAEAEA"/>
            </a:solidFill>
            <a:ln>
              <a:noFill/>
            </a:ln>
            <a:effectLst/>
            <a:extLst>
              <a:ext uri="{91240B29-F687-4F45-9708-019B960494DF}">
                <a14:hiddenLine xmlns:a14="http://schemas.microsoft.com/office/drawing/2010/main" w="12700">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latin typeface="微软雅黑 Light" panose="020B0502040204020203" pitchFamily="34" charset="-122"/>
                <a:ea typeface="微软雅黑 Light" panose="020B0502040204020203" pitchFamily="34" charset="-122"/>
              </a:endParaRPr>
            </a:p>
          </p:txBody>
        </p:sp>
      </p:grpSp>
      <p:grpSp>
        <p:nvGrpSpPr>
          <p:cNvPr id="552006" name="Group 70"/>
          <p:cNvGrpSpPr/>
          <p:nvPr/>
        </p:nvGrpSpPr>
        <p:grpSpPr bwMode="auto">
          <a:xfrm>
            <a:off x="8970963" y="2771776"/>
            <a:ext cx="684212" cy="481013"/>
            <a:chOff x="2949" y="196"/>
            <a:chExt cx="941" cy="598"/>
          </a:xfrm>
        </p:grpSpPr>
        <p:sp>
          <p:nvSpPr>
            <p:cNvPr id="552007" name="Oval 71"/>
            <p:cNvSpPr>
              <a:spLocks noChangeArrowheads="1"/>
            </p:cNvSpPr>
            <p:nvPr/>
          </p:nvSpPr>
          <p:spPr bwMode="auto">
            <a:xfrm>
              <a:off x="3168" y="196"/>
              <a:ext cx="407" cy="162"/>
            </a:xfrm>
            <a:prstGeom prst="ellipse">
              <a:avLst/>
            </a:prstGeom>
            <a:solidFill>
              <a:srgbClr val="EAEAEA"/>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552008" name="Oval 72"/>
            <p:cNvSpPr>
              <a:spLocks noChangeArrowheads="1"/>
            </p:cNvSpPr>
            <p:nvPr/>
          </p:nvSpPr>
          <p:spPr bwMode="auto">
            <a:xfrm rot="900000">
              <a:off x="3512" y="252"/>
              <a:ext cx="275" cy="131"/>
            </a:xfrm>
            <a:prstGeom prst="ellipse">
              <a:avLst/>
            </a:prstGeom>
            <a:solidFill>
              <a:srgbClr val="EAEAEA"/>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552009" name="Oval 73"/>
            <p:cNvSpPr>
              <a:spLocks noChangeArrowheads="1"/>
            </p:cNvSpPr>
            <p:nvPr/>
          </p:nvSpPr>
          <p:spPr bwMode="auto">
            <a:xfrm rot="1500000">
              <a:off x="3650" y="385"/>
              <a:ext cx="240" cy="153"/>
            </a:xfrm>
            <a:prstGeom prst="ellipse">
              <a:avLst/>
            </a:prstGeom>
            <a:solidFill>
              <a:srgbClr val="EAEAEA"/>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552010" name="Oval 74"/>
            <p:cNvSpPr>
              <a:spLocks noChangeArrowheads="1"/>
            </p:cNvSpPr>
            <p:nvPr/>
          </p:nvSpPr>
          <p:spPr bwMode="auto">
            <a:xfrm rot="20040000">
              <a:off x="3573" y="537"/>
              <a:ext cx="291" cy="189"/>
            </a:xfrm>
            <a:prstGeom prst="ellipse">
              <a:avLst/>
            </a:prstGeom>
            <a:solidFill>
              <a:srgbClr val="EAEAEA"/>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552011" name="Oval 75"/>
            <p:cNvSpPr>
              <a:spLocks noChangeArrowheads="1"/>
            </p:cNvSpPr>
            <p:nvPr/>
          </p:nvSpPr>
          <p:spPr bwMode="auto">
            <a:xfrm>
              <a:off x="3216" y="555"/>
              <a:ext cx="471" cy="239"/>
            </a:xfrm>
            <a:prstGeom prst="ellipse">
              <a:avLst/>
            </a:prstGeom>
            <a:solidFill>
              <a:srgbClr val="EAEAEA"/>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552012" name="Oval 76"/>
            <p:cNvSpPr>
              <a:spLocks noChangeArrowheads="1"/>
            </p:cNvSpPr>
            <p:nvPr/>
          </p:nvSpPr>
          <p:spPr bwMode="auto">
            <a:xfrm rot="1080000">
              <a:off x="3023" y="555"/>
              <a:ext cx="265" cy="156"/>
            </a:xfrm>
            <a:prstGeom prst="ellipse">
              <a:avLst/>
            </a:prstGeom>
            <a:solidFill>
              <a:srgbClr val="EAEAEA"/>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552013" name="Oval 77"/>
            <p:cNvSpPr>
              <a:spLocks noChangeArrowheads="1"/>
            </p:cNvSpPr>
            <p:nvPr/>
          </p:nvSpPr>
          <p:spPr bwMode="auto">
            <a:xfrm>
              <a:off x="2949" y="432"/>
              <a:ext cx="217" cy="156"/>
            </a:xfrm>
            <a:prstGeom prst="ellipse">
              <a:avLst/>
            </a:prstGeom>
            <a:solidFill>
              <a:srgbClr val="EAEAEA"/>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552014" name="Oval 78"/>
            <p:cNvSpPr>
              <a:spLocks noChangeArrowheads="1"/>
            </p:cNvSpPr>
            <p:nvPr/>
          </p:nvSpPr>
          <p:spPr bwMode="auto">
            <a:xfrm rot="19740000">
              <a:off x="2984" y="310"/>
              <a:ext cx="295" cy="156"/>
            </a:xfrm>
            <a:prstGeom prst="ellipse">
              <a:avLst/>
            </a:prstGeom>
            <a:solidFill>
              <a:srgbClr val="EAEAEA"/>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552015" name="Freeform 79"/>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EAEAEA"/>
            </a:solidFill>
            <a:ln>
              <a:noFill/>
            </a:ln>
            <a:effectLst/>
            <a:extLst>
              <a:ext uri="{91240B29-F687-4F45-9708-019B960494DF}">
                <a14:hiddenLine xmlns:a14="http://schemas.microsoft.com/office/drawing/2010/main" w="12700">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latin typeface="微软雅黑 Light" panose="020B0502040204020203" pitchFamily="34" charset="-122"/>
                <a:ea typeface="微软雅黑 Light" panose="020B0502040204020203" pitchFamily="34" charset="-122"/>
              </a:endParaRPr>
            </a:p>
          </p:txBody>
        </p:sp>
        <p:sp>
          <p:nvSpPr>
            <p:cNvPr id="552016" name="Freeform 80"/>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EAEAEA"/>
            </a:solidFill>
            <a:ln>
              <a:noFill/>
            </a:ln>
            <a:effectLst/>
            <a:extLst>
              <a:ext uri="{91240B29-F687-4F45-9708-019B960494DF}">
                <a14:hiddenLine xmlns:a14="http://schemas.microsoft.com/office/drawing/2010/main" w="12700">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latin typeface="微软雅黑 Light" panose="020B0502040204020203" pitchFamily="34" charset="-122"/>
                <a:ea typeface="微软雅黑 Light" panose="020B0502040204020203" pitchFamily="34" charset="-122"/>
              </a:endParaRPr>
            </a:p>
          </p:txBody>
        </p:sp>
        <p:sp>
          <p:nvSpPr>
            <p:cNvPr id="552017" name="Freeform 81"/>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EAEAEA"/>
            </a:solidFill>
            <a:ln>
              <a:noFill/>
            </a:ln>
            <a:effectLst/>
            <a:extLst>
              <a:ext uri="{91240B29-F687-4F45-9708-019B960494DF}">
                <a14:hiddenLine xmlns:a14="http://schemas.microsoft.com/office/drawing/2010/main" w="12700">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latin typeface="微软雅黑 Light" panose="020B0502040204020203" pitchFamily="34" charset="-122"/>
                <a:ea typeface="微软雅黑 Light" panose="020B0502040204020203" pitchFamily="34" charset="-122"/>
              </a:endParaRPr>
            </a:p>
          </p:txBody>
        </p:sp>
      </p:grpSp>
      <p:grpSp>
        <p:nvGrpSpPr>
          <p:cNvPr id="552018" name="Group 82"/>
          <p:cNvGrpSpPr/>
          <p:nvPr/>
        </p:nvGrpSpPr>
        <p:grpSpPr bwMode="auto">
          <a:xfrm>
            <a:off x="8894763" y="4352926"/>
            <a:ext cx="685800" cy="479425"/>
            <a:chOff x="2949" y="196"/>
            <a:chExt cx="941" cy="598"/>
          </a:xfrm>
        </p:grpSpPr>
        <p:sp>
          <p:nvSpPr>
            <p:cNvPr id="552019" name="Oval 83"/>
            <p:cNvSpPr>
              <a:spLocks noChangeArrowheads="1"/>
            </p:cNvSpPr>
            <p:nvPr/>
          </p:nvSpPr>
          <p:spPr bwMode="auto">
            <a:xfrm>
              <a:off x="3168" y="196"/>
              <a:ext cx="407" cy="162"/>
            </a:xfrm>
            <a:prstGeom prst="ellipse">
              <a:avLst/>
            </a:prstGeom>
            <a:solidFill>
              <a:srgbClr val="EAEAEA"/>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552020" name="Oval 84"/>
            <p:cNvSpPr>
              <a:spLocks noChangeArrowheads="1"/>
            </p:cNvSpPr>
            <p:nvPr/>
          </p:nvSpPr>
          <p:spPr bwMode="auto">
            <a:xfrm rot="900000">
              <a:off x="3512" y="252"/>
              <a:ext cx="275" cy="131"/>
            </a:xfrm>
            <a:prstGeom prst="ellipse">
              <a:avLst/>
            </a:prstGeom>
            <a:solidFill>
              <a:srgbClr val="EAEAEA"/>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552021" name="Oval 85"/>
            <p:cNvSpPr>
              <a:spLocks noChangeArrowheads="1"/>
            </p:cNvSpPr>
            <p:nvPr/>
          </p:nvSpPr>
          <p:spPr bwMode="auto">
            <a:xfrm rot="1500000">
              <a:off x="3650" y="385"/>
              <a:ext cx="240" cy="153"/>
            </a:xfrm>
            <a:prstGeom prst="ellipse">
              <a:avLst/>
            </a:prstGeom>
            <a:solidFill>
              <a:srgbClr val="EAEAEA"/>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552022" name="Oval 86"/>
            <p:cNvSpPr>
              <a:spLocks noChangeArrowheads="1"/>
            </p:cNvSpPr>
            <p:nvPr/>
          </p:nvSpPr>
          <p:spPr bwMode="auto">
            <a:xfrm rot="20040000">
              <a:off x="3573" y="537"/>
              <a:ext cx="291" cy="189"/>
            </a:xfrm>
            <a:prstGeom prst="ellipse">
              <a:avLst/>
            </a:prstGeom>
            <a:solidFill>
              <a:srgbClr val="EAEAEA"/>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552023" name="Oval 87"/>
            <p:cNvSpPr>
              <a:spLocks noChangeArrowheads="1"/>
            </p:cNvSpPr>
            <p:nvPr/>
          </p:nvSpPr>
          <p:spPr bwMode="auto">
            <a:xfrm>
              <a:off x="3216" y="555"/>
              <a:ext cx="471" cy="239"/>
            </a:xfrm>
            <a:prstGeom prst="ellipse">
              <a:avLst/>
            </a:prstGeom>
            <a:solidFill>
              <a:srgbClr val="EAEAEA"/>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552024" name="Oval 88"/>
            <p:cNvSpPr>
              <a:spLocks noChangeArrowheads="1"/>
            </p:cNvSpPr>
            <p:nvPr/>
          </p:nvSpPr>
          <p:spPr bwMode="auto">
            <a:xfrm rot="1080000">
              <a:off x="3023" y="555"/>
              <a:ext cx="265" cy="156"/>
            </a:xfrm>
            <a:prstGeom prst="ellipse">
              <a:avLst/>
            </a:prstGeom>
            <a:solidFill>
              <a:srgbClr val="EAEAEA"/>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552025" name="Oval 89"/>
            <p:cNvSpPr>
              <a:spLocks noChangeArrowheads="1"/>
            </p:cNvSpPr>
            <p:nvPr/>
          </p:nvSpPr>
          <p:spPr bwMode="auto">
            <a:xfrm>
              <a:off x="2949" y="432"/>
              <a:ext cx="217" cy="156"/>
            </a:xfrm>
            <a:prstGeom prst="ellipse">
              <a:avLst/>
            </a:prstGeom>
            <a:solidFill>
              <a:srgbClr val="EAEAEA"/>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552026" name="Oval 90"/>
            <p:cNvSpPr>
              <a:spLocks noChangeArrowheads="1"/>
            </p:cNvSpPr>
            <p:nvPr/>
          </p:nvSpPr>
          <p:spPr bwMode="auto">
            <a:xfrm rot="19740000">
              <a:off x="2984" y="310"/>
              <a:ext cx="295" cy="156"/>
            </a:xfrm>
            <a:prstGeom prst="ellipse">
              <a:avLst/>
            </a:prstGeom>
            <a:solidFill>
              <a:srgbClr val="EAEAEA"/>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552027" name="Freeform 91"/>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EAEAEA"/>
            </a:solidFill>
            <a:ln>
              <a:noFill/>
            </a:ln>
            <a:effectLst/>
            <a:extLst>
              <a:ext uri="{91240B29-F687-4F45-9708-019B960494DF}">
                <a14:hiddenLine xmlns:a14="http://schemas.microsoft.com/office/drawing/2010/main" w="12700">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latin typeface="微软雅黑 Light" panose="020B0502040204020203" pitchFamily="34" charset="-122"/>
                <a:ea typeface="微软雅黑 Light" panose="020B0502040204020203" pitchFamily="34" charset="-122"/>
              </a:endParaRPr>
            </a:p>
          </p:txBody>
        </p:sp>
        <p:sp>
          <p:nvSpPr>
            <p:cNvPr id="552028" name="Freeform 92"/>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EAEAEA"/>
            </a:solidFill>
            <a:ln>
              <a:noFill/>
            </a:ln>
            <a:effectLst/>
            <a:extLst>
              <a:ext uri="{91240B29-F687-4F45-9708-019B960494DF}">
                <a14:hiddenLine xmlns:a14="http://schemas.microsoft.com/office/drawing/2010/main" w="12700">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latin typeface="微软雅黑 Light" panose="020B0502040204020203" pitchFamily="34" charset="-122"/>
                <a:ea typeface="微软雅黑 Light" panose="020B0502040204020203" pitchFamily="34" charset="-122"/>
              </a:endParaRPr>
            </a:p>
          </p:txBody>
        </p:sp>
        <p:sp>
          <p:nvSpPr>
            <p:cNvPr id="552029" name="Freeform 93"/>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EAEAEA"/>
            </a:solidFill>
            <a:ln>
              <a:noFill/>
            </a:ln>
            <a:effectLst/>
            <a:extLst>
              <a:ext uri="{91240B29-F687-4F45-9708-019B960494DF}">
                <a14:hiddenLine xmlns:a14="http://schemas.microsoft.com/office/drawing/2010/main" w="12700">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latin typeface="微软雅黑 Light" panose="020B0502040204020203" pitchFamily="34" charset="-122"/>
                <a:ea typeface="微软雅黑 Light" panose="020B0502040204020203" pitchFamily="34" charset="-122"/>
              </a:endParaRPr>
            </a:p>
          </p:txBody>
        </p:sp>
      </p:grpSp>
      <p:grpSp>
        <p:nvGrpSpPr>
          <p:cNvPr id="552030" name="Group 94"/>
          <p:cNvGrpSpPr/>
          <p:nvPr/>
        </p:nvGrpSpPr>
        <p:grpSpPr bwMode="auto">
          <a:xfrm>
            <a:off x="8512175" y="3595688"/>
            <a:ext cx="685800" cy="482600"/>
            <a:chOff x="2949" y="196"/>
            <a:chExt cx="941" cy="598"/>
          </a:xfrm>
        </p:grpSpPr>
        <p:sp>
          <p:nvSpPr>
            <p:cNvPr id="552031" name="Oval 95"/>
            <p:cNvSpPr>
              <a:spLocks noChangeArrowheads="1"/>
            </p:cNvSpPr>
            <p:nvPr/>
          </p:nvSpPr>
          <p:spPr bwMode="auto">
            <a:xfrm>
              <a:off x="3168" y="196"/>
              <a:ext cx="407" cy="162"/>
            </a:xfrm>
            <a:prstGeom prst="ellipse">
              <a:avLst/>
            </a:prstGeom>
            <a:solidFill>
              <a:srgbClr val="EAEAEA"/>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552032" name="Oval 96"/>
            <p:cNvSpPr>
              <a:spLocks noChangeArrowheads="1"/>
            </p:cNvSpPr>
            <p:nvPr/>
          </p:nvSpPr>
          <p:spPr bwMode="auto">
            <a:xfrm rot="900000">
              <a:off x="3512" y="252"/>
              <a:ext cx="275" cy="131"/>
            </a:xfrm>
            <a:prstGeom prst="ellipse">
              <a:avLst/>
            </a:prstGeom>
            <a:solidFill>
              <a:srgbClr val="EAEAEA"/>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552033" name="Oval 97"/>
            <p:cNvSpPr>
              <a:spLocks noChangeArrowheads="1"/>
            </p:cNvSpPr>
            <p:nvPr/>
          </p:nvSpPr>
          <p:spPr bwMode="auto">
            <a:xfrm rot="1500000">
              <a:off x="3650" y="385"/>
              <a:ext cx="240" cy="153"/>
            </a:xfrm>
            <a:prstGeom prst="ellipse">
              <a:avLst/>
            </a:prstGeom>
            <a:solidFill>
              <a:srgbClr val="EAEAEA"/>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552034" name="Oval 98"/>
            <p:cNvSpPr>
              <a:spLocks noChangeArrowheads="1"/>
            </p:cNvSpPr>
            <p:nvPr/>
          </p:nvSpPr>
          <p:spPr bwMode="auto">
            <a:xfrm rot="20040000">
              <a:off x="3573" y="537"/>
              <a:ext cx="291" cy="189"/>
            </a:xfrm>
            <a:prstGeom prst="ellipse">
              <a:avLst/>
            </a:prstGeom>
            <a:solidFill>
              <a:srgbClr val="EAEAEA"/>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552035" name="Oval 99"/>
            <p:cNvSpPr>
              <a:spLocks noChangeArrowheads="1"/>
            </p:cNvSpPr>
            <p:nvPr/>
          </p:nvSpPr>
          <p:spPr bwMode="auto">
            <a:xfrm>
              <a:off x="3216" y="555"/>
              <a:ext cx="471" cy="239"/>
            </a:xfrm>
            <a:prstGeom prst="ellipse">
              <a:avLst/>
            </a:prstGeom>
            <a:solidFill>
              <a:srgbClr val="EAEAEA"/>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552036" name="Oval 100"/>
            <p:cNvSpPr>
              <a:spLocks noChangeArrowheads="1"/>
            </p:cNvSpPr>
            <p:nvPr/>
          </p:nvSpPr>
          <p:spPr bwMode="auto">
            <a:xfrm rot="1080000">
              <a:off x="3023" y="555"/>
              <a:ext cx="265" cy="156"/>
            </a:xfrm>
            <a:prstGeom prst="ellipse">
              <a:avLst/>
            </a:prstGeom>
            <a:solidFill>
              <a:srgbClr val="EAEAEA"/>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552037" name="Oval 101"/>
            <p:cNvSpPr>
              <a:spLocks noChangeArrowheads="1"/>
            </p:cNvSpPr>
            <p:nvPr/>
          </p:nvSpPr>
          <p:spPr bwMode="auto">
            <a:xfrm>
              <a:off x="2949" y="432"/>
              <a:ext cx="217" cy="156"/>
            </a:xfrm>
            <a:prstGeom prst="ellipse">
              <a:avLst/>
            </a:prstGeom>
            <a:solidFill>
              <a:srgbClr val="EAEAEA"/>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552038" name="Oval 102"/>
            <p:cNvSpPr>
              <a:spLocks noChangeArrowheads="1"/>
            </p:cNvSpPr>
            <p:nvPr/>
          </p:nvSpPr>
          <p:spPr bwMode="auto">
            <a:xfrm rot="19740000">
              <a:off x="2984" y="310"/>
              <a:ext cx="295" cy="156"/>
            </a:xfrm>
            <a:prstGeom prst="ellipse">
              <a:avLst/>
            </a:prstGeom>
            <a:solidFill>
              <a:srgbClr val="EAEAEA"/>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552039" name="Freeform 103"/>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EAEAEA"/>
            </a:solidFill>
            <a:ln>
              <a:noFill/>
            </a:ln>
            <a:effectLst/>
            <a:extLst>
              <a:ext uri="{91240B29-F687-4F45-9708-019B960494DF}">
                <a14:hiddenLine xmlns:a14="http://schemas.microsoft.com/office/drawing/2010/main" w="12700">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latin typeface="微软雅黑 Light" panose="020B0502040204020203" pitchFamily="34" charset="-122"/>
                <a:ea typeface="微软雅黑 Light" panose="020B0502040204020203" pitchFamily="34" charset="-122"/>
              </a:endParaRPr>
            </a:p>
          </p:txBody>
        </p:sp>
        <p:sp>
          <p:nvSpPr>
            <p:cNvPr id="552040" name="Freeform 104"/>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EAEAEA"/>
            </a:solidFill>
            <a:ln>
              <a:noFill/>
            </a:ln>
            <a:effectLst/>
            <a:extLst>
              <a:ext uri="{91240B29-F687-4F45-9708-019B960494DF}">
                <a14:hiddenLine xmlns:a14="http://schemas.microsoft.com/office/drawing/2010/main" w="12700">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latin typeface="微软雅黑 Light" panose="020B0502040204020203" pitchFamily="34" charset="-122"/>
                <a:ea typeface="微软雅黑 Light" panose="020B0502040204020203" pitchFamily="34" charset="-122"/>
              </a:endParaRPr>
            </a:p>
          </p:txBody>
        </p:sp>
        <p:sp>
          <p:nvSpPr>
            <p:cNvPr id="552041" name="Freeform 105"/>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EAEAEA"/>
            </a:solidFill>
            <a:ln>
              <a:noFill/>
            </a:ln>
            <a:effectLst/>
            <a:extLst>
              <a:ext uri="{91240B29-F687-4F45-9708-019B960494DF}">
                <a14:hiddenLine xmlns:a14="http://schemas.microsoft.com/office/drawing/2010/main" w="12700">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latin typeface="微软雅黑 Light" panose="020B0502040204020203" pitchFamily="34" charset="-122"/>
                <a:ea typeface="微软雅黑 Light" panose="020B0502040204020203" pitchFamily="34" charset="-122"/>
              </a:endParaRPr>
            </a:p>
          </p:txBody>
        </p:sp>
      </p:grpSp>
      <p:sp>
        <p:nvSpPr>
          <p:cNvPr id="552042" name="Text Box 106"/>
          <p:cNvSpPr txBox="1">
            <a:spLocks noChangeArrowheads="1"/>
          </p:cNvSpPr>
          <p:nvPr/>
        </p:nvSpPr>
        <p:spPr bwMode="auto">
          <a:xfrm>
            <a:off x="9771063" y="3228975"/>
            <a:ext cx="441146"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dirty="0">
                <a:solidFill>
                  <a:srgbClr val="333399"/>
                </a:solidFill>
                <a:latin typeface="微软雅黑 Light" panose="020B0502040204020203" pitchFamily="34" charset="-122"/>
                <a:ea typeface="微软雅黑 Light" panose="020B0502040204020203" pitchFamily="34" charset="-122"/>
              </a:rPr>
              <a:t>R</a:t>
            </a:r>
            <a:r>
              <a:rPr kumimoji="1" lang="en-US" altLang="zh-CN" baseline="-25000" dirty="0">
                <a:solidFill>
                  <a:srgbClr val="333399"/>
                </a:solidFill>
                <a:latin typeface="微软雅黑 Light" panose="020B0502040204020203" pitchFamily="34" charset="-122"/>
                <a:ea typeface="微软雅黑 Light" panose="020B0502040204020203" pitchFamily="34" charset="-122"/>
              </a:rPr>
              <a:t>9</a:t>
            </a:r>
            <a:endParaRPr kumimoji="1" lang="en-US" altLang="zh-CN" baseline="-25000" dirty="0">
              <a:solidFill>
                <a:srgbClr val="333399"/>
              </a:solidFill>
              <a:latin typeface="微软雅黑 Light" panose="020B0502040204020203" pitchFamily="34" charset="-122"/>
              <a:ea typeface="微软雅黑 Light" panose="020B0502040204020203" pitchFamily="34" charset="-122"/>
            </a:endParaRPr>
          </a:p>
        </p:txBody>
      </p:sp>
      <p:sp>
        <p:nvSpPr>
          <p:cNvPr id="552043" name="Text Box 107"/>
          <p:cNvSpPr txBox="1">
            <a:spLocks noChangeArrowheads="1"/>
          </p:cNvSpPr>
          <p:nvPr/>
        </p:nvSpPr>
        <p:spPr bwMode="auto">
          <a:xfrm>
            <a:off x="7367588" y="3046413"/>
            <a:ext cx="441146"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dirty="0">
                <a:solidFill>
                  <a:srgbClr val="333399"/>
                </a:solidFill>
                <a:latin typeface="微软雅黑 Light" panose="020B0502040204020203" pitchFamily="34" charset="-122"/>
                <a:ea typeface="微软雅黑 Light" panose="020B0502040204020203" pitchFamily="34" charset="-122"/>
              </a:rPr>
              <a:t>R</a:t>
            </a:r>
            <a:r>
              <a:rPr kumimoji="1" lang="en-US" altLang="zh-CN" baseline="-25000" dirty="0">
                <a:solidFill>
                  <a:srgbClr val="333399"/>
                </a:solidFill>
                <a:latin typeface="微软雅黑 Light" panose="020B0502040204020203" pitchFamily="34" charset="-122"/>
                <a:ea typeface="微软雅黑 Light" panose="020B0502040204020203" pitchFamily="34" charset="-122"/>
              </a:rPr>
              <a:t>7</a:t>
            </a:r>
            <a:endParaRPr kumimoji="1" lang="en-US" altLang="zh-CN" baseline="-25000" dirty="0">
              <a:solidFill>
                <a:srgbClr val="333399"/>
              </a:solidFill>
              <a:latin typeface="微软雅黑 Light" panose="020B0502040204020203" pitchFamily="34" charset="-122"/>
              <a:ea typeface="微软雅黑 Light" panose="020B0502040204020203" pitchFamily="34" charset="-122"/>
            </a:endParaRPr>
          </a:p>
        </p:txBody>
      </p:sp>
      <p:sp>
        <p:nvSpPr>
          <p:cNvPr id="552044" name="Text Box 108"/>
          <p:cNvSpPr txBox="1">
            <a:spLocks noChangeArrowheads="1"/>
          </p:cNvSpPr>
          <p:nvPr/>
        </p:nvSpPr>
        <p:spPr bwMode="auto">
          <a:xfrm>
            <a:off x="6735763" y="2716213"/>
            <a:ext cx="441146"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dirty="0">
                <a:solidFill>
                  <a:srgbClr val="333399"/>
                </a:solidFill>
                <a:latin typeface="微软雅黑 Light" panose="020B0502040204020203" pitchFamily="34" charset="-122"/>
                <a:ea typeface="微软雅黑 Light" panose="020B0502040204020203" pitchFamily="34" charset="-122"/>
              </a:rPr>
              <a:t>R</a:t>
            </a:r>
            <a:r>
              <a:rPr kumimoji="1" lang="en-US" altLang="zh-CN" baseline="-25000" dirty="0">
                <a:solidFill>
                  <a:srgbClr val="333399"/>
                </a:solidFill>
                <a:latin typeface="微软雅黑 Light" panose="020B0502040204020203" pitchFamily="34" charset="-122"/>
                <a:ea typeface="微软雅黑 Light" panose="020B0502040204020203" pitchFamily="34" charset="-122"/>
              </a:rPr>
              <a:t>6</a:t>
            </a:r>
            <a:endParaRPr kumimoji="1" lang="en-US" altLang="zh-CN" baseline="-25000" dirty="0">
              <a:solidFill>
                <a:srgbClr val="333399"/>
              </a:solidFill>
              <a:latin typeface="微软雅黑 Light" panose="020B0502040204020203" pitchFamily="34" charset="-122"/>
              <a:ea typeface="微软雅黑 Light" panose="020B0502040204020203" pitchFamily="34" charset="-122"/>
            </a:endParaRPr>
          </a:p>
        </p:txBody>
      </p:sp>
      <p:sp>
        <p:nvSpPr>
          <p:cNvPr id="552045" name="Text Box 109"/>
          <p:cNvSpPr txBox="1">
            <a:spLocks noChangeArrowheads="1"/>
          </p:cNvSpPr>
          <p:nvPr/>
        </p:nvSpPr>
        <p:spPr bwMode="auto">
          <a:xfrm>
            <a:off x="6164263" y="3168650"/>
            <a:ext cx="441146"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dirty="0">
                <a:solidFill>
                  <a:srgbClr val="333399"/>
                </a:solidFill>
                <a:latin typeface="微软雅黑 Light" panose="020B0502040204020203" pitchFamily="34" charset="-122"/>
                <a:ea typeface="微软雅黑 Light" panose="020B0502040204020203" pitchFamily="34" charset="-122"/>
              </a:rPr>
              <a:t>R</a:t>
            </a:r>
            <a:r>
              <a:rPr kumimoji="1" lang="en-US" altLang="zh-CN" baseline="-25000" dirty="0">
                <a:solidFill>
                  <a:srgbClr val="333399"/>
                </a:solidFill>
                <a:latin typeface="微软雅黑 Light" panose="020B0502040204020203" pitchFamily="34" charset="-122"/>
                <a:ea typeface="微软雅黑 Light" panose="020B0502040204020203" pitchFamily="34" charset="-122"/>
              </a:rPr>
              <a:t>5</a:t>
            </a:r>
            <a:endParaRPr kumimoji="1" lang="en-US" altLang="zh-CN" baseline="-25000" dirty="0">
              <a:solidFill>
                <a:srgbClr val="333399"/>
              </a:solidFill>
              <a:latin typeface="微软雅黑 Light" panose="020B0502040204020203" pitchFamily="34" charset="-122"/>
              <a:ea typeface="微软雅黑 Light" panose="020B0502040204020203" pitchFamily="34" charset="-122"/>
            </a:endParaRPr>
          </a:p>
        </p:txBody>
      </p:sp>
      <p:sp>
        <p:nvSpPr>
          <p:cNvPr id="552046" name="Text Box 110"/>
          <p:cNvSpPr txBox="1">
            <a:spLocks noChangeArrowheads="1"/>
          </p:cNvSpPr>
          <p:nvPr/>
        </p:nvSpPr>
        <p:spPr bwMode="auto">
          <a:xfrm>
            <a:off x="5900738" y="3725863"/>
            <a:ext cx="441146"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dirty="0">
                <a:solidFill>
                  <a:srgbClr val="333399"/>
                </a:solidFill>
                <a:latin typeface="微软雅黑 Light" panose="020B0502040204020203" pitchFamily="34" charset="-122"/>
                <a:ea typeface="微软雅黑 Light" panose="020B0502040204020203" pitchFamily="34" charset="-122"/>
              </a:rPr>
              <a:t>R</a:t>
            </a:r>
            <a:r>
              <a:rPr kumimoji="1" lang="en-US" altLang="zh-CN" baseline="-25000" dirty="0">
                <a:solidFill>
                  <a:srgbClr val="333399"/>
                </a:solidFill>
                <a:latin typeface="微软雅黑 Light" panose="020B0502040204020203" pitchFamily="34" charset="-122"/>
                <a:ea typeface="微软雅黑 Light" panose="020B0502040204020203" pitchFamily="34" charset="-122"/>
              </a:rPr>
              <a:t>4</a:t>
            </a:r>
            <a:endParaRPr kumimoji="1" lang="en-US" altLang="zh-CN" baseline="-25000" dirty="0">
              <a:solidFill>
                <a:srgbClr val="333399"/>
              </a:solidFill>
              <a:latin typeface="微软雅黑 Light" panose="020B0502040204020203" pitchFamily="34" charset="-122"/>
              <a:ea typeface="微软雅黑 Light" panose="020B0502040204020203" pitchFamily="34" charset="-122"/>
            </a:endParaRPr>
          </a:p>
        </p:txBody>
      </p:sp>
      <p:sp>
        <p:nvSpPr>
          <p:cNvPr id="552047" name="Text Box 111"/>
          <p:cNvSpPr txBox="1">
            <a:spLocks noChangeArrowheads="1"/>
          </p:cNvSpPr>
          <p:nvPr/>
        </p:nvSpPr>
        <p:spPr bwMode="auto">
          <a:xfrm>
            <a:off x="4637088" y="2851150"/>
            <a:ext cx="441146"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dirty="0">
                <a:solidFill>
                  <a:srgbClr val="333399"/>
                </a:solidFill>
                <a:latin typeface="微软雅黑 Light" panose="020B0502040204020203" pitchFamily="34" charset="-122"/>
                <a:ea typeface="微软雅黑 Light" panose="020B0502040204020203" pitchFamily="34" charset="-122"/>
              </a:rPr>
              <a:t>R</a:t>
            </a:r>
            <a:r>
              <a:rPr kumimoji="1" lang="en-US" altLang="zh-CN" baseline="-25000" dirty="0">
                <a:solidFill>
                  <a:srgbClr val="333399"/>
                </a:solidFill>
                <a:latin typeface="微软雅黑 Light" panose="020B0502040204020203" pitchFamily="34" charset="-122"/>
                <a:ea typeface="微软雅黑 Light" panose="020B0502040204020203" pitchFamily="34" charset="-122"/>
              </a:rPr>
              <a:t>3</a:t>
            </a:r>
            <a:endParaRPr kumimoji="1" lang="en-US" altLang="zh-CN" baseline="-25000" dirty="0">
              <a:solidFill>
                <a:srgbClr val="333399"/>
              </a:solidFill>
              <a:latin typeface="微软雅黑 Light" panose="020B0502040204020203" pitchFamily="34" charset="-122"/>
              <a:ea typeface="微软雅黑 Light" panose="020B0502040204020203" pitchFamily="34" charset="-122"/>
            </a:endParaRPr>
          </a:p>
        </p:txBody>
      </p:sp>
      <p:sp>
        <p:nvSpPr>
          <p:cNvPr id="552048" name="Text Box 112"/>
          <p:cNvSpPr txBox="1">
            <a:spLocks noChangeArrowheads="1"/>
          </p:cNvSpPr>
          <p:nvPr/>
        </p:nvSpPr>
        <p:spPr bwMode="auto">
          <a:xfrm>
            <a:off x="2265363" y="3819525"/>
            <a:ext cx="441146"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dirty="0">
                <a:solidFill>
                  <a:srgbClr val="333399"/>
                </a:solidFill>
                <a:latin typeface="微软雅黑 Light" panose="020B0502040204020203" pitchFamily="34" charset="-122"/>
                <a:ea typeface="微软雅黑 Light" panose="020B0502040204020203" pitchFamily="34" charset="-122"/>
              </a:rPr>
              <a:t>R</a:t>
            </a:r>
            <a:r>
              <a:rPr kumimoji="1" lang="en-US" altLang="zh-CN" baseline="-25000" dirty="0">
                <a:solidFill>
                  <a:srgbClr val="333399"/>
                </a:solidFill>
                <a:latin typeface="微软雅黑 Light" panose="020B0502040204020203" pitchFamily="34" charset="-122"/>
                <a:ea typeface="微软雅黑 Light" panose="020B0502040204020203" pitchFamily="34" charset="-122"/>
              </a:rPr>
              <a:t>2</a:t>
            </a:r>
            <a:endParaRPr kumimoji="1" lang="en-US" altLang="zh-CN" baseline="-25000" dirty="0">
              <a:solidFill>
                <a:srgbClr val="333399"/>
              </a:solidFill>
              <a:latin typeface="微软雅黑 Light" panose="020B0502040204020203" pitchFamily="34" charset="-122"/>
              <a:ea typeface="微软雅黑 Light" panose="020B0502040204020203" pitchFamily="34" charset="-122"/>
            </a:endParaRPr>
          </a:p>
        </p:txBody>
      </p:sp>
      <p:sp>
        <p:nvSpPr>
          <p:cNvPr id="552049" name="Text Box 113"/>
          <p:cNvSpPr txBox="1">
            <a:spLocks noChangeArrowheads="1"/>
          </p:cNvSpPr>
          <p:nvPr/>
        </p:nvSpPr>
        <p:spPr bwMode="auto">
          <a:xfrm>
            <a:off x="2994025" y="2620963"/>
            <a:ext cx="40427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dirty="0">
                <a:solidFill>
                  <a:srgbClr val="333399"/>
                </a:solidFill>
                <a:latin typeface="微软雅黑 Light" panose="020B0502040204020203" pitchFamily="34" charset="-122"/>
                <a:ea typeface="微软雅黑 Light" panose="020B0502040204020203" pitchFamily="34" charset="-122"/>
              </a:rPr>
              <a:t>R</a:t>
            </a:r>
            <a:r>
              <a:rPr kumimoji="1" lang="en-US" altLang="zh-CN" baseline="-25000" dirty="0">
                <a:solidFill>
                  <a:srgbClr val="333399"/>
                </a:solidFill>
                <a:latin typeface="微软雅黑 Light" panose="020B0502040204020203" pitchFamily="34" charset="-122"/>
                <a:ea typeface="微软雅黑 Light" panose="020B0502040204020203" pitchFamily="34" charset="-122"/>
              </a:rPr>
              <a:t>1</a:t>
            </a:r>
            <a:endParaRPr kumimoji="1" lang="en-US" altLang="zh-CN" baseline="-25000" dirty="0">
              <a:solidFill>
                <a:srgbClr val="333399"/>
              </a:solidFill>
              <a:latin typeface="微软雅黑 Light" panose="020B0502040204020203" pitchFamily="34" charset="-122"/>
              <a:ea typeface="微软雅黑 Light" panose="020B0502040204020203" pitchFamily="34" charset="-122"/>
            </a:endParaRPr>
          </a:p>
        </p:txBody>
      </p:sp>
      <p:sp>
        <p:nvSpPr>
          <p:cNvPr id="552050" name="Text Box 114"/>
          <p:cNvSpPr txBox="1">
            <a:spLocks noChangeArrowheads="1"/>
          </p:cNvSpPr>
          <p:nvPr/>
        </p:nvSpPr>
        <p:spPr bwMode="auto">
          <a:xfrm>
            <a:off x="8945564" y="4364039"/>
            <a:ext cx="61106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dirty="0">
                <a:solidFill>
                  <a:srgbClr val="333399"/>
                </a:solidFill>
                <a:latin typeface="微软雅黑 Light" panose="020B0502040204020203" pitchFamily="34" charset="-122"/>
                <a:ea typeface="微软雅黑 Light" panose="020B0502040204020203" pitchFamily="34" charset="-122"/>
              </a:rPr>
              <a:t>网</a:t>
            </a:r>
            <a:r>
              <a:rPr kumimoji="1" lang="zh-CN" altLang="en-US" sz="700" dirty="0">
                <a:solidFill>
                  <a:srgbClr val="333399"/>
                </a:solidFill>
                <a:latin typeface="微软雅黑 Light" panose="020B0502040204020203" pitchFamily="34" charset="-122"/>
                <a:ea typeface="微软雅黑 Light" panose="020B0502040204020203" pitchFamily="34" charset="-122"/>
              </a:rPr>
              <a:t> </a:t>
            </a:r>
            <a:r>
              <a:rPr kumimoji="1" lang="en-US" altLang="zh-CN" dirty="0">
                <a:solidFill>
                  <a:srgbClr val="333399"/>
                </a:solidFill>
                <a:latin typeface="微软雅黑 Light" panose="020B0502040204020203" pitchFamily="34" charset="-122"/>
                <a:ea typeface="微软雅黑 Light" panose="020B0502040204020203" pitchFamily="34" charset="-122"/>
              </a:rPr>
              <a:t>8</a:t>
            </a:r>
            <a:endParaRPr kumimoji="1" lang="en-US" altLang="zh-CN" dirty="0">
              <a:solidFill>
                <a:srgbClr val="333399"/>
              </a:solidFill>
              <a:latin typeface="微软雅黑 Light" panose="020B0502040204020203" pitchFamily="34" charset="-122"/>
              <a:ea typeface="微软雅黑 Light" panose="020B0502040204020203" pitchFamily="34" charset="-122"/>
            </a:endParaRPr>
          </a:p>
        </p:txBody>
      </p:sp>
      <p:sp>
        <p:nvSpPr>
          <p:cNvPr id="552051" name="Text Box 115"/>
          <p:cNvSpPr txBox="1">
            <a:spLocks noChangeArrowheads="1"/>
          </p:cNvSpPr>
          <p:nvPr/>
        </p:nvSpPr>
        <p:spPr bwMode="auto">
          <a:xfrm>
            <a:off x="9023350" y="2787651"/>
            <a:ext cx="61106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dirty="0">
                <a:solidFill>
                  <a:srgbClr val="333399"/>
                </a:solidFill>
                <a:latin typeface="微软雅黑 Light" panose="020B0502040204020203" pitchFamily="34" charset="-122"/>
                <a:ea typeface="微软雅黑 Light" panose="020B0502040204020203" pitchFamily="34" charset="-122"/>
              </a:rPr>
              <a:t>网</a:t>
            </a:r>
            <a:r>
              <a:rPr kumimoji="1" lang="zh-CN" altLang="en-US" sz="700" dirty="0">
                <a:solidFill>
                  <a:srgbClr val="333399"/>
                </a:solidFill>
                <a:latin typeface="微软雅黑 Light" panose="020B0502040204020203" pitchFamily="34" charset="-122"/>
                <a:ea typeface="微软雅黑 Light" panose="020B0502040204020203" pitchFamily="34" charset="-122"/>
              </a:rPr>
              <a:t> </a:t>
            </a:r>
            <a:r>
              <a:rPr kumimoji="1" lang="en-US" altLang="zh-CN" dirty="0">
                <a:solidFill>
                  <a:srgbClr val="333399"/>
                </a:solidFill>
                <a:latin typeface="微软雅黑 Light" panose="020B0502040204020203" pitchFamily="34" charset="-122"/>
                <a:ea typeface="微软雅黑 Light" panose="020B0502040204020203" pitchFamily="34" charset="-122"/>
              </a:rPr>
              <a:t>6</a:t>
            </a:r>
            <a:endParaRPr kumimoji="1" lang="en-US" altLang="zh-CN" dirty="0">
              <a:solidFill>
                <a:srgbClr val="333399"/>
              </a:solidFill>
              <a:latin typeface="微软雅黑 Light" panose="020B0502040204020203" pitchFamily="34" charset="-122"/>
              <a:ea typeface="微软雅黑 Light" panose="020B0502040204020203" pitchFamily="34" charset="-122"/>
            </a:endParaRPr>
          </a:p>
        </p:txBody>
      </p:sp>
      <p:sp>
        <p:nvSpPr>
          <p:cNvPr id="552052" name="Text Box 116"/>
          <p:cNvSpPr txBox="1">
            <a:spLocks noChangeArrowheads="1"/>
          </p:cNvSpPr>
          <p:nvPr/>
        </p:nvSpPr>
        <p:spPr bwMode="auto">
          <a:xfrm>
            <a:off x="3141663" y="4400551"/>
            <a:ext cx="614271"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dirty="0">
                <a:solidFill>
                  <a:srgbClr val="333399"/>
                </a:solidFill>
                <a:latin typeface="微软雅黑 Light" panose="020B0502040204020203" pitchFamily="34" charset="-122"/>
                <a:ea typeface="微软雅黑 Light" panose="020B0502040204020203" pitchFamily="34" charset="-122"/>
              </a:rPr>
              <a:t>网</a:t>
            </a:r>
            <a:r>
              <a:rPr kumimoji="1" lang="zh-CN" altLang="en-US" sz="800" dirty="0">
                <a:solidFill>
                  <a:srgbClr val="333399"/>
                </a:solidFill>
                <a:latin typeface="微软雅黑 Light" panose="020B0502040204020203" pitchFamily="34" charset="-122"/>
                <a:ea typeface="微软雅黑 Light" panose="020B0502040204020203" pitchFamily="34" charset="-122"/>
              </a:rPr>
              <a:t> </a:t>
            </a:r>
            <a:r>
              <a:rPr kumimoji="1" lang="en-US" altLang="zh-CN" dirty="0">
                <a:solidFill>
                  <a:srgbClr val="333399"/>
                </a:solidFill>
                <a:latin typeface="微软雅黑 Light" panose="020B0502040204020203" pitchFamily="34" charset="-122"/>
                <a:ea typeface="微软雅黑 Light" panose="020B0502040204020203" pitchFamily="34" charset="-122"/>
              </a:rPr>
              <a:t>3</a:t>
            </a:r>
            <a:endParaRPr kumimoji="1" lang="en-US" altLang="zh-CN" dirty="0">
              <a:solidFill>
                <a:srgbClr val="333399"/>
              </a:solidFill>
              <a:latin typeface="微软雅黑 Light" panose="020B0502040204020203" pitchFamily="34" charset="-122"/>
              <a:ea typeface="微软雅黑 Light" panose="020B0502040204020203" pitchFamily="34" charset="-122"/>
            </a:endParaRPr>
          </a:p>
        </p:txBody>
      </p:sp>
      <p:sp>
        <p:nvSpPr>
          <p:cNvPr id="552053" name="Text Box 117"/>
          <p:cNvSpPr txBox="1">
            <a:spLocks noChangeArrowheads="1"/>
          </p:cNvSpPr>
          <p:nvPr/>
        </p:nvSpPr>
        <p:spPr bwMode="auto">
          <a:xfrm>
            <a:off x="3852863" y="3716339"/>
            <a:ext cx="614271"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dirty="0">
                <a:solidFill>
                  <a:srgbClr val="333399"/>
                </a:solidFill>
                <a:latin typeface="微软雅黑 Light" panose="020B0502040204020203" pitchFamily="34" charset="-122"/>
                <a:ea typeface="微软雅黑 Light" panose="020B0502040204020203" pitchFamily="34" charset="-122"/>
              </a:rPr>
              <a:t>网</a:t>
            </a:r>
            <a:r>
              <a:rPr kumimoji="1" lang="zh-CN" altLang="en-US" sz="800" dirty="0">
                <a:solidFill>
                  <a:srgbClr val="333399"/>
                </a:solidFill>
                <a:latin typeface="微软雅黑 Light" panose="020B0502040204020203" pitchFamily="34" charset="-122"/>
                <a:ea typeface="微软雅黑 Light" panose="020B0502040204020203" pitchFamily="34" charset="-122"/>
              </a:rPr>
              <a:t> </a:t>
            </a:r>
            <a:r>
              <a:rPr kumimoji="1" lang="en-US" altLang="zh-CN" dirty="0">
                <a:solidFill>
                  <a:srgbClr val="333399"/>
                </a:solidFill>
                <a:latin typeface="微软雅黑 Light" panose="020B0502040204020203" pitchFamily="34" charset="-122"/>
                <a:ea typeface="微软雅黑 Light" panose="020B0502040204020203" pitchFamily="34" charset="-122"/>
              </a:rPr>
              <a:t>2</a:t>
            </a:r>
            <a:endParaRPr kumimoji="1" lang="en-US" altLang="zh-CN" dirty="0">
              <a:solidFill>
                <a:srgbClr val="333399"/>
              </a:solidFill>
              <a:latin typeface="微软雅黑 Light" panose="020B0502040204020203" pitchFamily="34" charset="-122"/>
              <a:ea typeface="微软雅黑 Light" panose="020B0502040204020203" pitchFamily="34" charset="-122"/>
            </a:endParaRPr>
          </a:p>
        </p:txBody>
      </p:sp>
      <p:sp>
        <p:nvSpPr>
          <p:cNvPr id="552054" name="Text Box 118"/>
          <p:cNvSpPr txBox="1">
            <a:spLocks noChangeArrowheads="1"/>
          </p:cNvSpPr>
          <p:nvPr/>
        </p:nvSpPr>
        <p:spPr bwMode="auto">
          <a:xfrm>
            <a:off x="2259014" y="3213101"/>
            <a:ext cx="574196"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dirty="0">
                <a:solidFill>
                  <a:srgbClr val="333399"/>
                </a:solidFill>
                <a:latin typeface="微软雅黑 Light" panose="020B0502040204020203" pitchFamily="34" charset="-122"/>
                <a:ea typeface="微软雅黑 Light" panose="020B0502040204020203" pitchFamily="34" charset="-122"/>
              </a:rPr>
              <a:t>网</a:t>
            </a:r>
            <a:r>
              <a:rPr kumimoji="1" lang="zh-CN" altLang="en-US" sz="900" dirty="0">
                <a:solidFill>
                  <a:srgbClr val="333399"/>
                </a:solidFill>
                <a:latin typeface="微软雅黑 Light" panose="020B0502040204020203" pitchFamily="34" charset="-122"/>
                <a:ea typeface="微软雅黑 Light" panose="020B0502040204020203" pitchFamily="34" charset="-122"/>
              </a:rPr>
              <a:t> </a:t>
            </a:r>
            <a:r>
              <a:rPr kumimoji="1" lang="en-US" altLang="zh-CN" dirty="0">
                <a:solidFill>
                  <a:srgbClr val="333399"/>
                </a:solidFill>
                <a:latin typeface="微软雅黑 Light" panose="020B0502040204020203" pitchFamily="34" charset="-122"/>
                <a:ea typeface="微软雅黑 Light" panose="020B0502040204020203" pitchFamily="34" charset="-122"/>
              </a:rPr>
              <a:t>1</a:t>
            </a:r>
            <a:endParaRPr kumimoji="1" lang="en-US" altLang="zh-CN" dirty="0">
              <a:solidFill>
                <a:srgbClr val="333399"/>
              </a:solidFill>
              <a:latin typeface="微软雅黑 Light" panose="020B0502040204020203" pitchFamily="34" charset="-122"/>
              <a:ea typeface="微软雅黑 Light" panose="020B0502040204020203" pitchFamily="34" charset="-122"/>
            </a:endParaRPr>
          </a:p>
        </p:txBody>
      </p:sp>
      <p:sp>
        <p:nvSpPr>
          <p:cNvPr id="552055" name="Text Box 119"/>
          <p:cNvSpPr txBox="1">
            <a:spLocks noChangeArrowheads="1"/>
          </p:cNvSpPr>
          <p:nvPr/>
        </p:nvSpPr>
        <p:spPr bwMode="auto">
          <a:xfrm>
            <a:off x="8512176" y="3624264"/>
            <a:ext cx="60007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dirty="0">
                <a:solidFill>
                  <a:srgbClr val="333399"/>
                </a:solidFill>
                <a:latin typeface="微软雅黑 Light" panose="020B0502040204020203" pitchFamily="34" charset="-122"/>
                <a:ea typeface="微软雅黑 Light" panose="020B0502040204020203" pitchFamily="34" charset="-122"/>
              </a:rPr>
              <a:t>网</a:t>
            </a:r>
            <a:r>
              <a:rPr kumimoji="1" lang="zh-CN" altLang="en-US" sz="600" dirty="0">
                <a:solidFill>
                  <a:srgbClr val="333399"/>
                </a:solidFill>
                <a:latin typeface="微软雅黑 Light" panose="020B0502040204020203" pitchFamily="34" charset="-122"/>
                <a:ea typeface="微软雅黑 Light" panose="020B0502040204020203" pitchFamily="34" charset="-122"/>
              </a:rPr>
              <a:t> </a:t>
            </a:r>
            <a:r>
              <a:rPr kumimoji="1" lang="en-US" altLang="zh-CN" dirty="0">
                <a:solidFill>
                  <a:srgbClr val="333399"/>
                </a:solidFill>
                <a:latin typeface="微软雅黑 Light" panose="020B0502040204020203" pitchFamily="34" charset="-122"/>
                <a:ea typeface="微软雅黑 Light" panose="020B0502040204020203" pitchFamily="34" charset="-122"/>
              </a:rPr>
              <a:t>7</a:t>
            </a:r>
            <a:endParaRPr kumimoji="1" lang="en-US" altLang="zh-CN" dirty="0">
              <a:solidFill>
                <a:srgbClr val="333399"/>
              </a:solidFill>
              <a:latin typeface="微软雅黑 Light" panose="020B0502040204020203" pitchFamily="34" charset="-122"/>
              <a:ea typeface="微软雅黑 Light" panose="020B0502040204020203" pitchFamily="34" charset="-122"/>
            </a:endParaRPr>
          </a:p>
        </p:txBody>
      </p:sp>
      <p:sp>
        <p:nvSpPr>
          <p:cNvPr id="552056" name="Oval 120"/>
          <p:cNvSpPr>
            <a:spLocks noChangeArrowheads="1"/>
          </p:cNvSpPr>
          <p:nvPr/>
        </p:nvSpPr>
        <p:spPr bwMode="auto">
          <a:xfrm>
            <a:off x="4857751" y="4300538"/>
            <a:ext cx="3122613" cy="1039812"/>
          </a:xfrm>
          <a:prstGeom prst="ellipse">
            <a:avLst/>
          </a:prstGeom>
          <a:solidFill>
            <a:schemeClr val="accent5">
              <a:lumMod val="90000"/>
            </a:schemeClr>
          </a:solidFill>
          <a:ln w="9525">
            <a:solidFill>
              <a:schemeClr val="tx1"/>
            </a:solidFill>
            <a:round/>
          </a:ln>
          <a:effectLst>
            <a:outerShdw dist="35921" dir="2700000" algn="ctr" rotWithShape="0">
              <a:schemeClr val="bg2"/>
            </a:outerShdw>
          </a:effectLst>
        </p:spPr>
        <p:txBody>
          <a:bodyPr wrap="none"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552057" name="Text Box 121"/>
          <p:cNvSpPr txBox="1">
            <a:spLocks noChangeArrowheads="1"/>
          </p:cNvSpPr>
          <p:nvPr/>
        </p:nvSpPr>
        <p:spPr bwMode="auto">
          <a:xfrm>
            <a:off x="5646738" y="5300663"/>
            <a:ext cx="179889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400" dirty="0">
                <a:solidFill>
                  <a:srgbClr val="333399"/>
                </a:solidFill>
                <a:latin typeface="微软雅黑 Light" panose="020B0502040204020203" pitchFamily="34" charset="-122"/>
                <a:ea typeface="微软雅黑 Light" panose="020B0502040204020203" pitchFamily="34" charset="-122"/>
              </a:rPr>
              <a:t>区域 </a:t>
            </a:r>
            <a:r>
              <a:rPr kumimoji="1" lang="en-US" altLang="zh-CN" sz="2400" dirty="0">
                <a:solidFill>
                  <a:srgbClr val="333399"/>
                </a:solidFill>
                <a:latin typeface="微软雅黑 Light" panose="020B0502040204020203" pitchFamily="34" charset="-122"/>
                <a:ea typeface="微软雅黑 Light" panose="020B0502040204020203" pitchFamily="34" charset="-122"/>
              </a:rPr>
              <a:t>0.0.0.2</a:t>
            </a:r>
            <a:endParaRPr kumimoji="1" lang="en-US" altLang="zh-CN" sz="2400" dirty="0">
              <a:solidFill>
                <a:srgbClr val="333399"/>
              </a:solidFill>
              <a:latin typeface="微软雅黑 Light" panose="020B0502040204020203" pitchFamily="34" charset="-122"/>
              <a:ea typeface="微软雅黑 Light" panose="020B0502040204020203" pitchFamily="34" charset="-122"/>
            </a:endParaRPr>
          </a:p>
        </p:txBody>
      </p:sp>
      <p:sp>
        <p:nvSpPr>
          <p:cNvPr id="552058" name="Line 122"/>
          <p:cNvSpPr>
            <a:spLocks noChangeShapeType="1"/>
          </p:cNvSpPr>
          <p:nvPr/>
        </p:nvSpPr>
        <p:spPr bwMode="auto">
          <a:xfrm>
            <a:off x="6381751" y="4214813"/>
            <a:ext cx="912813" cy="520700"/>
          </a:xfrm>
          <a:prstGeom prst="line">
            <a:avLst/>
          </a:prstGeom>
          <a:noFill/>
          <a:ln w="19050">
            <a:solidFill>
              <a:srgbClr val="3333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latin typeface="微软雅黑 Light" panose="020B0502040204020203" pitchFamily="34" charset="-122"/>
              <a:ea typeface="微软雅黑 Light" panose="020B0502040204020203" pitchFamily="34" charset="-122"/>
            </a:endParaRPr>
          </a:p>
        </p:txBody>
      </p:sp>
      <p:sp>
        <p:nvSpPr>
          <p:cNvPr id="552059" name="Line 123"/>
          <p:cNvSpPr>
            <a:spLocks noChangeShapeType="1"/>
          </p:cNvSpPr>
          <p:nvPr/>
        </p:nvSpPr>
        <p:spPr bwMode="auto">
          <a:xfrm flipV="1">
            <a:off x="6534151" y="4821238"/>
            <a:ext cx="836613" cy="260350"/>
          </a:xfrm>
          <a:prstGeom prst="line">
            <a:avLst/>
          </a:prstGeom>
          <a:noFill/>
          <a:ln w="19050">
            <a:solidFill>
              <a:srgbClr val="3333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latin typeface="微软雅黑 Light" panose="020B0502040204020203" pitchFamily="34" charset="-122"/>
              <a:ea typeface="微软雅黑 Light" panose="020B0502040204020203" pitchFamily="34" charset="-122"/>
            </a:endParaRPr>
          </a:p>
        </p:txBody>
      </p:sp>
      <p:grpSp>
        <p:nvGrpSpPr>
          <p:cNvPr id="552060" name="Group 124"/>
          <p:cNvGrpSpPr/>
          <p:nvPr/>
        </p:nvGrpSpPr>
        <p:grpSpPr bwMode="auto">
          <a:xfrm>
            <a:off x="7067551" y="4473576"/>
            <a:ext cx="684213" cy="608013"/>
            <a:chOff x="2949" y="196"/>
            <a:chExt cx="941" cy="598"/>
          </a:xfrm>
        </p:grpSpPr>
        <p:sp>
          <p:nvSpPr>
            <p:cNvPr id="552061" name="Oval 125"/>
            <p:cNvSpPr>
              <a:spLocks noChangeArrowheads="1"/>
            </p:cNvSpPr>
            <p:nvPr/>
          </p:nvSpPr>
          <p:spPr bwMode="auto">
            <a:xfrm>
              <a:off x="3168" y="196"/>
              <a:ext cx="407" cy="162"/>
            </a:xfrm>
            <a:prstGeom prst="ellipse">
              <a:avLst/>
            </a:prstGeom>
            <a:solidFill>
              <a:srgbClr val="EAEAEA"/>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552062" name="Oval 126"/>
            <p:cNvSpPr>
              <a:spLocks noChangeArrowheads="1"/>
            </p:cNvSpPr>
            <p:nvPr/>
          </p:nvSpPr>
          <p:spPr bwMode="auto">
            <a:xfrm rot="900000">
              <a:off x="3512" y="252"/>
              <a:ext cx="275" cy="131"/>
            </a:xfrm>
            <a:prstGeom prst="ellipse">
              <a:avLst/>
            </a:prstGeom>
            <a:solidFill>
              <a:srgbClr val="EAEAEA"/>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552063" name="Oval 127"/>
            <p:cNvSpPr>
              <a:spLocks noChangeArrowheads="1"/>
            </p:cNvSpPr>
            <p:nvPr/>
          </p:nvSpPr>
          <p:spPr bwMode="auto">
            <a:xfrm rot="1500000">
              <a:off x="3650" y="385"/>
              <a:ext cx="240" cy="153"/>
            </a:xfrm>
            <a:prstGeom prst="ellipse">
              <a:avLst/>
            </a:prstGeom>
            <a:solidFill>
              <a:srgbClr val="EAEAEA"/>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552064" name="Oval 128"/>
            <p:cNvSpPr>
              <a:spLocks noChangeArrowheads="1"/>
            </p:cNvSpPr>
            <p:nvPr/>
          </p:nvSpPr>
          <p:spPr bwMode="auto">
            <a:xfrm rot="20040000">
              <a:off x="3573" y="537"/>
              <a:ext cx="291" cy="189"/>
            </a:xfrm>
            <a:prstGeom prst="ellipse">
              <a:avLst/>
            </a:prstGeom>
            <a:solidFill>
              <a:srgbClr val="EAEAEA"/>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552065" name="Oval 129"/>
            <p:cNvSpPr>
              <a:spLocks noChangeArrowheads="1"/>
            </p:cNvSpPr>
            <p:nvPr/>
          </p:nvSpPr>
          <p:spPr bwMode="auto">
            <a:xfrm>
              <a:off x="3216" y="555"/>
              <a:ext cx="471" cy="239"/>
            </a:xfrm>
            <a:prstGeom prst="ellipse">
              <a:avLst/>
            </a:prstGeom>
            <a:solidFill>
              <a:srgbClr val="EAEAEA"/>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552066" name="Oval 130"/>
            <p:cNvSpPr>
              <a:spLocks noChangeArrowheads="1"/>
            </p:cNvSpPr>
            <p:nvPr/>
          </p:nvSpPr>
          <p:spPr bwMode="auto">
            <a:xfrm rot="1080000">
              <a:off x="3023" y="555"/>
              <a:ext cx="265" cy="156"/>
            </a:xfrm>
            <a:prstGeom prst="ellipse">
              <a:avLst/>
            </a:prstGeom>
            <a:solidFill>
              <a:srgbClr val="EAEAEA"/>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552067" name="Oval 131"/>
            <p:cNvSpPr>
              <a:spLocks noChangeArrowheads="1"/>
            </p:cNvSpPr>
            <p:nvPr/>
          </p:nvSpPr>
          <p:spPr bwMode="auto">
            <a:xfrm>
              <a:off x="2949" y="432"/>
              <a:ext cx="217" cy="156"/>
            </a:xfrm>
            <a:prstGeom prst="ellipse">
              <a:avLst/>
            </a:prstGeom>
            <a:solidFill>
              <a:srgbClr val="EAEAEA"/>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552068" name="Oval 132"/>
            <p:cNvSpPr>
              <a:spLocks noChangeArrowheads="1"/>
            </p:cNvSpPr>
            <p:nvPr/>
          </p:nvSpPr>
          <p:spPr bwMode="auto">
            <a:xfrm rot="19740000">
              <a:off x="2984" y="310"/>
              <a:ext cx="295" cy="156"/>
            </a:xfrm>
            <a:prstGeom prst="ellipse">
              <a:avLst/>
            </a:prstGeom>
            <a:solidFill>
              <a:srgbClr val="EAEAEA"/>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552069" name="Freeform 133"/>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EAEAEA"/>
            </a:solidFill>
            <a:ln>
              <a:noFill/>
            </a:ln>
            <a:effectLst/>
            <a:extLst>
              <a:ext uri="{91240B29-F687-4F45-9708-019B960494DF}">
                <a14:hiddenLine xmlns:a14="http://schemas.microsoft.com/office/drawing/2010/main" w="12700">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latin typeface="微软雅黑 Light" panose="020B0502040204020203" pitchFamily="34" charset="-122"/>
                <a:ea typeface="微软雅黑 Light" panose="020B0502040204020203" pitchFamily="34" charset="-122"/>
              </a:endParaRPr>
            </a:p>
          </p:txBody>
        </p:sp>
        <p:sp>
          <p:nvSpPr>
            <p:cNvPr id="552070" name="Freeform 134"/>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EAEAEA"/>
            </a:solidFill>
            <a:ln>
              <a:noFill/>
            </a:ln>
            <a:effectLst/>
            <a:extLst>
              <a:ext uri="{91240B29-F687-4F45-9708-019B960494DF}">
                <a14:hiddenLine xmlns:a14="http://schemas.microsoft.com/office/drawing/2010/main" w="12700">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latin typeface="微软雅黑 Light" panose="020B0502040204020203" pitchFamily="34" charset="-122"/>
                <a:ea typeface="微软雅黑 Light" panose="020B0502040204020203" pitchFamily="34" charset="-122"/>
              </a:endParaRPr>
            </a:p>
          </p:txBody>
        </p:sp>
        <p:sp>
          <p:nvSpPr>
            <p:cNvPr id="552071" name="Freeform 135"/>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EAEAEA"/>
            </a:solidFill>
            <a:ln>
              <a:noFill/>
            </a:ln>
            <a:effectLst/>
            <a:extLst>
              <a:ext uri="{91240B29-F687-4F45-9708-019B960494DF}">
                <a14:hiddenLine xmlns:a14="http://schemas.microsoft.com/office/drawing/2010/main" w="12700">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latin typeface="微软雅黑 Light" panose="020B0502040204020203" pitchFamily="34" charset="-122"/>
                <a:ea typeface="微软雅黑 Light" panose="020B0502040204020203" pitchFamily="34" charset="-122"/>
              </a:endParaRPr>
            </a:p>
          </p:txBody>
        </p:sp>
      </p:grpSp>
      <p:sp>
        <p:nvSpPr>
          <p:cNvPr id="552072" name="Text Box 136"/>
          <p:cNvSpPr txBox="1">
            <a:spLocks noChangeArrowheads="1"/>
          </p:cNvSpPr>
          <p:nvPr/>
        </p:nvSpPr>
        <p:spPr bwMode="auto">
          <a:xfrm>
            <a:off x="7094539" y="4519614"/>
            <a:ext cx="66396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dirty="0">
                <a:solidFill>
                  <a:srgbClr val="333399"/>
                </a:solidFill>
                <a:latin typeface="微软雅黑 Light" panose="020B0502040204020203" pitchFamily="34" charset="-122"/>
                <a:ea typeface="微软雅黑 Light" panose="020B0502040204020203" pitchFamily="34" charset="-122"/>
              </a:rPr>
              <a:t>网 </a:t>
            </a:r>
            <a:r>
              <a:rPr kumimoji="1" lang="en-US" altLang="zh-CN" dirty="0">
                <a:solidFill>
                  <a:srgbClr val="333399"/>
                </a:solidFill>
                <a:latin typeface="微软雅黑 Light" panose="020B0502040204020203" pitchFamily="34" charset="-122"/>
                <a:ea typeface="微软雅黑 Light" panose="020B0502040204020203" pitchFamily="34" charset="-122"/>
              </a:rPr>
              <a:t>4</a:t>
            </a:r>
            <a:endParaRPr kumimoji="1" lang="en-US" altLang="zh-CN" dirty="0">
              <a:solidFill>
                <a:srgbClr val="333399"/>
              </a:solidFill>
              <a:latin typeface="微软雅黑 Light" panose="020B0502040204020203" pitchFamily="34" charset="-122"/>
              <a:ea typeface="微软雅黑 Light" panose="020B0502040204020203" pitchFamily="34" charset="-122"/>
            </a:endParaRPr>
          </a:p>
        </p:txBody>
      </p:sp>
      <p:sp>
        <p:nvSpPr>
          <p:cNvPr id="552073" name="Line 137"/>
          <p:cNvSpPr>
            <a:spLocks noChangeShapeType="1"/>
          </p:cNvSpPr>
          <p:nvPr/>
        </p:nvSpPr>
        <p:spPr bwMode="auto">
          <a:xfrm>
            <a:off x="5465764" y="4905376"/>
            <a:ext cx="915987" cy="176213"/>
          </a:xfrm>
          <a:prstGeom prst="line">
            <a:avLst/>
          </a:prstGeom>
          <a:noFill/>
          <a:ln w="19050">
            <a:solidFill>
              <a:srgbClr val="3333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latin typeface="微软雅黑 Light" panose="020B0502040204020203" pitchFamily="34" charset="-122"/>
              <a:ea typeface="微软雅黑 Light" panose="020B0502040204020203" pitchFamily="34" charset="-122"/>
            </a:endParaRPr>
          </a:p>
        </p:txBody>
      </p:sp>
      <p:grpSp>
        <p:nvGrpSpPr>
          <p:cNvPr id="552074" name="Group 138"/>
          <p:cNvGrpSpPr/>
          <p:nvPr/>
        </p:nvGrpSpPr>
        <p:grpSpPr bwMode="auto">
          <a:xfrm>
            <a:off x="5162550" y="4559301"/>
            <a:ext cx="685800" cy="608013"/>
            <a:chOff x="2949" y="196"/>
            <a:chExt cx="941" cy="598"/>
          </a:xfrm>
        </p:grpSpPr>
        <p:sp>
          <p:nvSpPr>
            <p:cNvPr id="552075" name="Oval 139"/>
            <p:cNvSpPr>
              <a:spLocks noChangeArrowheads="1"/>
            </p:cNvSpPr>
            <p:nvPr/>
          </p:nvSpPr>
          <p:spPr bwMode="auto">
            <a:xfrm>
              <a:off x="3168" y="196"/>
              <a:ext cx="407" cy="162"/>
            </a:xfrm>
            <a:prstGeom prst="ellipse">
              <a:avLst/>
            </a:prstGeom>
            <a:solidFill>
              <a:srgbClr val="EAEAEA"/>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552076" name="Oval 140"/>
            <p:cNvSpPr>
              <a:spLocks noChangeArrowheads="1"/>
            </p:cNvSpPr>
            <p:nvPr/>
          </p:nvSpPr>
          <p:spPr bwMode="auto">
            <a:xfrm rot="900000">
              <a:off x="3512" y="252"/>
              <a:ext cx="275" cy="131"/>
            </a:xfrm>
            <a:prstGeom prst="ellipse">
              <a:avLst/>
            </a:prstGeom>
            <a:solidFill>
              <a:srgbClr val="EAEAEA"/>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552077" name="Oval 141"/>
            <p:cNvSpPr>
              <a:spLocks noChangeArrowheads="1"/>
            </p:cNvSpPr>
            <p:nvPr/>
          </p:nvSpPr>
          <p:spPr bwMode="auto">
            <a:xfrm rot="1500000">
              <a:off x="3650" y="385"/>
              <a:ext cx="240" cy="153"/>
            </a:xfrm>
            <a:prstGeom prst="ellipse">
              <a:avLst/>
            </a:prstGeom>
            <a:solidFill>
              <a:srgbClr val="EAEAEA"/>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552078" name="Oval 142"/>
            <p:cNvSpPr>
              <a:spLocks noChangeArrowheads="1"/>
            </p:cNvSpPr>
            <p:nvPr/>
          </p:nvSpPr>
          <p:spPr bwMode="auto">
            <a:xfrm rot="20040000">
              <a:off x="3573" y="537"/>
              <a:ext cx="291" cy="189"/>
            </a:xfrm>
            <a:prstGeom prst="ellipse">
              <a:avLst/>
            </a:prstGeom>
            <a:solidFill>
              <a:srgbClr val="EAEAEA"/>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552079" name="Oval 143"/>
            <p:cNvSpPr>
              <a:spLocks noChangeArrowheads="1"/>
            </p:cNvSpPr>
            <p:nvPr/>
          </p:nvSpPr>
          <p:spPr bwMode="auto">
            <a:xfrm>
              <a:off x="3216" y="555"/>
              <a:ext cx="471" cy="239"/>
            </a:xfrm>
            <a:prstGeom prst="ellipse">
              <a:avLst/>
            </a:prstGeom>
            <a:solidFill>
              <a:srgbClr val="EAEAEA"/>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552080" name="Oval 144"/>
            <p:cNvSpPr>
              <a:spLocks noChangeArrowheads="1"/>
            </p:cNvSpPr>
            <p:nvPr/>
          </p:nvSpPr>
          <p:spPr bwMode="auto">
            <a:xfrm rot="1080000">
              <a:off x="3023" y="555"/>
              <a:ext cx="265" cy="156"/>
            </a:xfrm>
            <a:prstGeom prst="ellipse">
              <a:avLst/>
            </a:prstGeom>
            <a:solidFill>
              <a:srgbClr val="EAEAEA"/>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552081" name="Oval 145"/>
            <p:cNvSpPr>
              <a:spLocks noChangeArrowheads="1"/>
            </p:cNvSpPr>
            <p:nvPr/>
          </p:nvSpPr>
          <p:spPr bwMode="auto">
            <a:xfrm>
              <a:off x="2949" y="432"/>
              <a:ext cx="217" cy="156"/>
            </a:xfrm>
            <a:prstGeom prst="ellipse">
              <a:avLst/>
            </a:prstGeom>
            <a:solidFill>
              <a:srgbClr val="EAEAEA"/>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552082" name="Oval 146"/>
            <p:cNvSpPr>
              <a:spLocks noChangeArrowheads="1"/>
            </p:cNvSpPr>
            <p:nvPr/>
          </p:nvSpPr>
          <p:spPr bwMode="auto">
            <a:xfrm rot="19740000">
              <a:off x="2984" y="310"/>
              <a:ext cx="295" cy="156"/>
            </a:xfrm>
            <a:prstGeom prst="ellipse">
              <a:avLst/>
            </a:prstGeom>
            <a:solidFill>
              <a:srgbClr val="EAEAEA"/>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552083" name="Freeform 147"/>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EAEAEA"/>
            </a:solidFill>
            <a:ln>
              <a:noFill/>
            </a:ln>
            <a:effectLst/>
            <a:extLst>
              <a:ext uri="{91240B29-F687-4F45-9708-019B960494DF}">
                <a14:hiddenLine xmlns:a14="http://schemas.microsoft.com/office/drawing/2010/main" w="12700">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latin typeface="微软雅黑 Light" panose="020B0502040204020203" pitchFamily="34" charset="-122"/>
                <a:ea typeface="微软雅黑 Light" panose="020B0502040204020203" pitchFamily="34" charset="-122"/>
              </a:endParaRPr>
            </a:p>
          </p:txBody>
        </p:sp>
        <p:sp>
          <p:nvSpPr>
            <p:cNvPr id="552084" name="Freeform 148"/>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EAEAEA"/>
            </a:solidFill>
            <a:ln>
              <a:noFill/>
            </a:ln>
            <a:effectLst/>
            <a:extLst>
              <a:ext uri="{91240B29-F687-4F45-9708-019B960494DF}">
                <a14:hiddenLine xmlns:a14="http://schemas.microsoft.com/office/drawing/2010/main" w="12700">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latin typeface="微软雅黑 Light" panose="020B0502040204020203" pitchFamily="34" charset="-122"/>
                <a:ea typeface="微软雅黑 Light" panose="020B0502040204020203" pitchFamily="34" charset="-122"/>
              </a:endParaRPr>
            </a:p>
          </p:txBody>
        </p:sp>
        <p:sp>
          <p:nvSpPr>
            <p:cNvPr id="552085" name="Freeform 149"/>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EAEAEA"/>
            </a:solidFill>
            <a:ln>
              <a:noFill/>
            </a:ln>
            <a:effectLst/>
            <a:extLst>
              <a:ext uri="{91240B29-F687-4F45-9708-019B960494DF}">
                <a14:hiddenLine xmlns:a14="http://schemas.microsoft.com/office/drawing/2010/main" w="12700">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latin typeface="微软雅黑 Light" panose="020B0502040204020203" pitchFamily="34" charset="-122"/>
                <a:ea typeface="微软雅黑 Light" panose="020B0502040204020203" pitchFamily="34" charset="-122"/>
              </a:endParaRPr>
            </a:p>
          </p:txBody>
        </p:sp>
      </p:grpSp>
      <p:sp>
        <p:nvSpPr>
          <p:cNvPr id="552086" name="Text Box 150"/>
          <p:cNvSpPr txBox="1">
            <a:spLocks noChangeArrowheads="1"/>
          </p:cNvSpPr>
          <p:nvPr/>
        </p:nvSpPr>
        <p:spPr bwMode="auto">
          <a:xfrm>
            <a:off x="5153025" y="4672013"/>
            <a:ext cx="61266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dirty="0">
                <a:solidFill>
                  <a:srgbClr val="333399"/>
                </a:solidFill>
                <a:latin typeface="微软雅黑 Light" panose="020B0502040204020203" pitchFamily="34" charset="-122"/>
                <a:ea typeface="微软雅黑 Light" panose="020B0502040204020203" pitchFamily="34" charset="-122"/>
              </a:rPr>
              <a:t>网</a:t>
            </a:r>
            <a:r>
              <a:rPr kumimoji="1" lang="zh-CN" altLang="en-US" sz="800" dirty="0">
                <a:solidFill>
                  <a:srgbClr val="333399"/>
                </a:solidFill>
                <a:latin typeface="微软雅黑 Light" panose="020B0502040204020203" pitchFamily="34" charset="-122"/>
                <a:ea typeface="微软雅黑 Light" panose="020B0502040204020203" pitchFamily="34" charset="-122"/>
              </a:rPr>
              <a:t> </a:t>
            </a:r>
            <a:r>
              <a:rPr kumimoji="1" lang="en-US" altLang="zh-CN" dirty="0">
                <a:solidFill>
                  <a:srgbClr val="333399"/>
                </a:solidFill>
                <a:latin typeface="微软雅黑 Light" panose="020B0502040204020203" pitchFamily="34" charset="-122"/>
                <a:ea typeface="微软雅黑 Light" panose="020B0502040204020203" pitchFamily="34" charset="-122"/>
              </a:rPr>
              <a:t>5</a:t>
            </a:r>
            <a:endParaRPr kumimoji="1" lang="en-US" altLang="zh-CN" dirty="0">
              <a:solidFill>
                <a:srgbClr val="333399"/>
              </a:solidFill>
              <a:latin typeface="微软雅黑 Light" panose="020B0502040204020203" pitchFamily="34" charset="-122"/>
              <a:ea typeface="微软雅黑 Light" panose="020B0502040204020203" pitchFamily="34" charset="-122"/>
            </a:endParaRPr>
          </a:p>
        </p:txBody>
      </p:sp>
      <p:sp>
        <p:nvSpPr>
          <p:cNvPr id="552087" name="Text Box 151"/>
          <p:cNvSpPr txBox="1">
            <a:spLocks noChangeArrowheads="1"/>
          </p:cNvSpPr>
          <p:nvPr/>
        </p:nvSpPr>
        <p:spPr bwMode="auto">
          <a:xfrm>
            <a:off x="5934075" y="4545013"/>
            <a:ext cx="441146"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dirty="0">
                <a:solidFill>
                  <a:srgbClr val="333399"/>
                </a:solidFill>
                <a:latin typeface="微软雅黑 Light" panose="020B0502040204020203" pitchFamily="34" charset="-122"/>
                <a:ea typeface="微软雅黑 Light" panose="020B0502040204020203" pitchFamily="34" charset="-122"/>
              </a:rPr>
              <a:t>R</a:t>
            </a:r>
            <a:r>
              <a:rPr kumimoji="1" lang="en-US" altLang="zh-CN" baseline="-25000" dirty="0">
                <a:solidFill>
                  <a:srgbClr val="333399"/>
                </a:solidFill>
                <a:latin typeface="微软雅黑 Light" panose="020B0502040204020203" pitchFamily="34" charset="-122"/>
                <a:ea typeface="微软雅黑 Light" panose="020B0502040204020203" pitchFamily="34" charset="-122"/>
              </a:rPr>
              <a:t>8</a:t>
            </a:r>
            <a:endParaRPr kumimoji="1" lang="en-US" altLang="zh-CN" baseline="-25000" dirty="0">
              <a:solidFill>
                <a:srgbClr val="333399"/>
              </a:solidFill>
              <a:latin typeface="微软雅黑 Light" panose="020B0502040204020203" pitchFamily="34" charset="-122"/>
              <a:ea typeface="微软雅黑 Light" panose="020B0502040204020203" pitchFamily="34" charset="-122"/>
            </a:endParaRPr>
          </a:p>
        </p:txBody>
      </p:sp>
      <p:sp>
        <p:nvSpPr>
          <p:cNvPr id="552090" name="AutoShape 154"/>
          <p:cNvSpPr>
            <a:spLocks noChangeArrowheads="1"/>
          </p:cNvSpPr>
          <p:nvPr/>
        </p:nvSpPr>
        <p:spPr bwMode="auto">
          <a:xfrm>
            <a:off x="3000376" y="1052514"/>
            <a:ext cx="1368425" cy="720725"/>
          </a:xfrm>
          <a:prstGeom prst="wedgeRoundRectCallout">
            <a:avLst>
              <a:gd name="adj1" fmla="val 76102"/>
              <a:gd name="adj2" fmla="val 262116"/>
              <a:gd name="adj3" fmla="val 16667"/>
            </a:avLst>
          </a:prstGeom>
          <a:noFill/>
          <a:ln w="25400" cap="rnd" algn="ctr">
            <a:solidFill>
              <a:srgbClr val="FF0000"/>
            </a:solidFill>
            <a:miter lim="800000"/>
            <a:headEnd type="none" w="sm" len="sm"/>
            <a:tailEnd type="none" w="sm" len="sm"/>
          </a:ln>
          <a:effectLst/>
          <a:extLst>
            <a:ext uri="{909E8E84-426E-40DD-AFC4-6F175D3DCCD1}">
              <a14:hiddenFill xmlns:a14="http://schemas.microsoft.com/office/drawing/2010/main">
                <a:solidFill>
                  <a:srgbClr val="EAEAEA"/>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a:r>
              <a:rPr lang="zh-CN" altLang="en-US" sz="1800" dirty="0">
                <a:latin typeface="微软雅黑 Light" panose="020B0502040204020203" pitchFamily="34" charset="-122"/>
                <a:ea typeface="微软雅黑 Light" panose="020B0502040204020203" pitchFamily="34" charset="-122"/>
              </a:rPr>
              <a:t>区域边界</a:t>
            </a:r>
            <a:endParaRPr lang="zh-CN" altLang="en-US" sz="1800" dirty="0">
              <a:latin typeface="微软雅黑 Light" panose="020B0502040204020203" pitchFamily="34" charset="-122"/>
              <a:ea typeface="微软雅黑 Light" panose="020B0502040204020203" pitchFamily="34" charset="-122"/>
            </a:endParaRPr>
          </a:p>
          <a:p>
            <a:pPr algn="ctr"/>
            <a:r>
              <a:rPr lang="zh-CN" altLang="en-US" sz="1800" dirty="0">
                <a:latin typeface="微软雅黑 Light" panose="020B0502040204020203" pitchFamily="34" charset="-122"/>
                <a:ea typeface="微软雅黑 Light" panose="020B0502040204020203" pitchFamily="34" charset="-122"/>
              </a:rPr>
              <a:t>路由器</a:t>
            </a:r>
            <a:endParaRPr lang="zh-CN" altLang="en-US" sz="1800" dirty="0">
              <a:latin typeface="微软雅黑 Light" panose="020B0502040204020203" pitchFamily="34" charset="-122"/>
              <a:ea typeface="微软雅黑 Light" panose="020B0502040204020203" pitchFamily="34" charset="-122"/>
            </a:endParaRPr>
          </a:p>
        </p:txBody>
      </p:sp>
      <p:sp>
        <p:nvSpPr>
          <p:cNvPr id="551946" name="Text Box 10"/>
          <p:cNvSpPr txBox="1">
            <a:spLocks noChangeArrowheads="1"/>
          </p:cNvSpPr>
          <p:nvPr/>
        </p:nvSpPr>
        <p:spPr bwMode="auto">
          <a:xfrm>
            <a:off x="5232400" y="2212975"/>
            <a:ext cx="24193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400" dirty="0">
                <a:solidFill>
                  <a:srgbClr val="333399"/>
                </a:solidFill>
                <a:latin typeface="微软雅黑 Light" panose="020B0502040204020203" pitchFamily="34" charset="-122"/>
                <a:ea typeface="微软雅黑 Light" panose="020B0502040204020203" pitchFamily="34" charset="-122"/>
              </a:rPr>
              <a:t>主干区域 </a:t>
            </a:r>
            <a:r>
              <a:rPr kumimoji="1" lang="en-US" altLang="zh-CN" sz="2400" dirty="0">
                <a:solidFill>
                  <a:srgbClr val="333399"/>
                </a:solidFill>
                <a:latin typeface="微软雅黑 Light" panose="020B0502040204020203" pitchFamily="34" charset="-122"/>
                <a:ea typeface="微软雅黑 Light" panose="020B0502040204020203" pitchFamily="34" charset="-122"/>
              </a:rPr>
              <a:t>0.0.0.0</a:t>
            </a:r>
            <a:endParaRPr kumimoji="1" lang="en-US" altLang="zh-CN" sz="2400" dirty="0">
              <a:solidFill>
                <a:srgbClr val="333399"/>
              </a:solidFill>
              <a:latin typeface="微软雅黑 Light" panose="020B0502040204020203" pitchFamily="34" charset="-122"/>
              <a:ea typeface="微软雅黑 Light" panose="020B0502040204020203" pitchFamily="34" charset="-122"/>
            </a:endParaRPr>
          </a:p>
        </p:txBody>
      </p:sp>
      <p:pic>
        <p:nvPicPr>
          <p:cNvPr id="159" name="图片 158"/>
          <p:cNvPicPr>
            <a:picLocks noChangeAspect="1"/>
          </p:cNvPicPr>
          <p:nvPr/>
        </p:nvPicPr>
        <p:blipFill>
          <a:blip r:embed="rId1"/>
          <a:stretch>
            <a:fillRect/>
          </a:stretch>
        </p:blipFill>
        <p:spPr>
          <a:xfrm>
            <a:off x="3379085" y="2915136"/>
            <a:ext cx="394188" cy="394188"/>
          </a:xfrm>
          <a:prstGeom prst="rect">
            <a:avLst/>
          </a:prstGeom>
        </p:spPr>
      </p:pic>
      <p:pic>
        <p:nvPicPr>
          <p:cNvPr id="161" name="图片 160"/>
          <p:cNvPicPr>
            <a:picLocks noChangeAspect="1"/>
          </p:cNvPicPr>
          <p:nvPr/>
        </p:nvPicPr>
        <p:blipFill>
          <a:blip r:embed="rId1"/>
          <a:stretch>
            <a:fillRect/>
          </a:stretch>
        </p:blipFill>
        <p:spPr>
          <a:xfrm>
            <a:off x="2745633" y="3904837"/>
            <a:ext cx="394188" cy="394188"/>
          </a:xfrm>
          <a:prstGeom prst="rect">
            <a:avLst/>
          </a:prstGeom>
        </p:spPr>
      </p:pic>
      <p:pic>
        <p:nvPicPr>
          <p:cNvPr id="162" name="图片 161"/>
          <p:cNvPicPr>
            <a:picLocks noChangeAspect="1"/>
          </p:cNvPicPr>
          <p:nvPr/>
        </p:nvPicPr>
        <p:blipFill>
          <a:blip r:embed="rId1"/>
          <a:stretch>
            <a:fillRect/>
          </a:stretch>
        </p:blipFill>
        <p:spPr>
          <a:xfrm>
            <a:off x="7776432" y="3317692"/>
            <a:ext cx="394188" cy="394188"/>
          </a:xfrm>
          <a:prstGeom prst="rect">
            <a:avLst/>
          </a:prstGeom>
        </p:spPr>
      </p:pic>
      <p:pic>
        <p:nvPicPr>
          <p:cNvPr id="163" name="图片 162"/>
          <p:cNvPicPr>
            <a:picLocks noChangeAspect="1"/>
          </p:cNvPicPr>
          <p:nvPr/>
        </p:nvPicPr>
        <p:blipFill>
          <a:blip r:embed="rId1"/>
          <a:stretch>
            <a:fillRect/>
          </a:stretch>
        </p:blipFill>
        <p:spPr>
          <a:xfrm>
            <a:off x="9540988" y="3545988"/>
            <a:ext cx="394188" cy="394188"/>
          </a:xfrm>
          <a:prstGeom prst="rect">
            <a:avLst/>
          </a:prstGeom>
        </p:spPr>
      </p:pic>
      <p:pic>
        <p:nvPicPr>
          <p:cNvPr id="164" name="图片 163"/>
          <p:cNvPicPr>
            <a:picLocks noChangeAspect="1"/>
          </p:cNvPicPr>
          <p:nvPr/>
        </p:nvPicPr>
        <p:blipFill>
          <a:blip r:embed="rId1"/>
          <a:stretch>
            <a:fillRect/>
          </a:stretch>
        </p:blipFill>
        <p:spPr>
          <a:xfrm>
            <a:off x="4750685" y="3275378"/>
            <a:ext cx="394188" cy="394188"/>
          </a:xfrm>
          <a:prstGeom prst="rect">
            <a:avLst/>
          </a:prstGeom>
        </p:spPr>
      </p:pic>
      <p:pic>
        <p:nvPicPr>
          <p:cNvPr id="165" name="图片 164"/>
          <p:cNvPicPr>
            <a:picLocks noChangeAspect="1"/>
          </p:cNvPicPr>
          <p:nvPr/>
        </p:nvPicPr>
        <p:blipFill>
          <a:blip r:embed="rId1"/>
          <a:stretch>
            <a:fillRect/>
          </a:stretch>
        </p:blipFill>
        <p:spPr>
          <a:xfrm>
            <a:off x="6264041" y="2818540"/>
            <a:ext cx="394188" cy="394188"/>
          </a:xfrm>
          <a:prstGeom prst="rect">
            <a:avLst/>
          </a:prstGeom>
        </p:spPr>
      </p:pic>
      <p:pic>
        <p:nvPicPr>
          <p:cNvPr id="166" name="图片 165"/>
          <p:cNvPicPr>
            <a:picLocks noChangeAspect="1"/>
          </p:cNvPicPr>
          <p:nvPr/>
        </p:nvPicPr>
        <p:blipFill>
          <a:blip r:embed="rId1"/>
          <a:stretch>
            <a:fillRect/>
          </a:stretch>
        </p:blipFill>
        <p:spPr>
          <a:xfrm>
            <a:off x="6481555" y="3514726"/>
            <a:ext cx="394188" cy="394188"/>
          </a:xfrm>
          <a:prstGeom prst="rect">
            <a:avLst/>
          </a:prstGeom>
        </p:spPr>
      </p:pic>
      <p:pic>
        <p:nvPicPr>
          <p:cNvPr id="167" name="图片 166"/>
          <p:cNvPicPr>
            <a:picLocks noChangeAspect="1"/>
          </p:cNvPicPr>
          <p:nvPr/>
        </p:nvPicPr>
        <p:blipFill>
          <a:blip r:embed="rId1"/>
          <a:stretch>
            <a:fillRect/>
          </a:stretch>
        </p:blipFill>
        <p:spPr>
          <a:xfrm>
            <a:off x="6242098" y="4843219"/>
            <a:ext cx="394188" cy="394188"/>
          </a:xfrm>
          <a:prstGeom prst="rect">
            <a:avLst/>
          </a:prstGeom>
        </p:spPr>
      </p:pic>
      <p:pic>
        <p:nvPicPr>
          <p:cNvPr id="168" name="图片 167"/>
          <p:cNvPicPr>
            <a:picLocks noChangeAspect="1"/>
          </p:cNvPicPr>
          <p:nvPr/>
        </p:nvPicPr>
        <p:blipFill>
          <a:blip r:embed="rId1"/>
          <a:stretch>
            <a:fillRect/>
          </a:stretch>
        </p:blipFill>
        <p:spPr>
          <a:xfrm>
            <a:off x="6223215" y="4013818"/>
            <a:ext cx="394188" cy="394188"/>
          </a:xfrm>
          <a:prstGeom prst="rect">
            <a:avLst/>
          </a:prstGeom>
        </p:spPr>
      </p:pic>
      <p:sp>
        <p:nvSpPr>
          <p:cNvPr id="552093" name="AutoShape 157"/>
          <p:cNvSpPr>
            <a:spLocks noChangeArrowheads="1"/>
          </p:cNvSpPr>
          <p:nvPr/>
        </p:nvSpPr>
        <p:spPr bwMode="auto">
          <a:xfrm>
            <a:off x="4295776" y="5949951"/>
            <a:ext cx="1368425" cy="720725"/>
          </a:xfrm>
          <a:prstGeom prst="wedgeRoundRectCallout">
            <a:avLst>
              <a:gd name="adj1" fmla="val 100810"/>
              <a:gd name="adj2" fmla="val -168944"/>
              <a:gd name="adj3" fmla="val 16667"/>
            </a:avLst>
          </a:prstGeom>
          <a:noFill/>
          <a:ln w="25400" cap="rnd" algn="ctr">
            <a:solidFill>
              <a:srgbClr val="FF0000"/>
            </a:solidFill>
            <a:miter lim="800000"/>
            <a:headEnd type="none" w="sm" len="sm"/>
            <a:tailEnd type="none" w="sm" len="sm"/>
          </a:ln>
          <a:effectLst/>
          <a:extLst>
            <a:ext uri="{909E8E84-426E-40DD-AFC4-6F175D3DCCD1}">
              <a14:hiddenFill xmlns:a14="http://schemas.microsoft.com/office/drawing/2010/main">
                <a:solidFill>
                  <a:srgbClr val="EAEAEA"/>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a:r>
              <a:rPr lang="zh-CN" altLang="en-US" sz="1800" dirty="0">
                <a:latin typeface="微软雅黑 Light" panose="020B0502040204020203" pitchFamily="34" charset="-122"/>
                <a:ea typeface="微软雅黑 Light" panose="020B0502040204020203" pitchFamily="34" charset="-122"/>
              </a:rPr>
              <a:t>内部</a:t>
            </a:r>
            <a:endParaRPr lang="zh-CN" altLang="en-US" sz="1800" dirty="0">
              <a:latin typeface="微软雅黑 Light" panose="020B0502040204020203" pitchFamily="34" charset="-122"/>
              <a:ea typeface="微软雅黑 Light" panose="020B0502040204020203" pitchFamily="34" charset="-122"/>
            </a:endParaRPr>
          </a:p>
          <a:p>
            <a:pPr algn="ctr"/>
            <a:r>
              <a:rPr lang="zh-CN" altLang="en-US" sz="1800" dirty="0">
                <a:latin typeface="微软雅黑 Light" panose="020B0502040204020203" pitchFamily="34" charset="-122"/>
                <a:ea typeface="微软雅黑 Light" panose="020B0502040204020203" pitchFamily="34" charset="-122"/>
              </a:rPr>
              <a:t>路由器</a:t>
            </a:r>
            <a:endParaRPr lang="zh-CN" altLang="en-US" sz="1800" dirty="0">
              <a:latin typeface="微软雅黑 Light" panose="020B0502040204020203" pitchFamily="34" charset="-122"/>
              <a:ea typeface="微软雅黑 Light" panose="020B0502040204020203" pitchFamily="34" charset="-122"/>
            </a:endParaRPr>
          </a:p>
        </p:txBody>
      </p:sp>
      <p:sp>
        <p:nvSpPr>
          <p:cNvPr id="552091" name="AutoShape 155"/>
          <p:cNvSpPr>
            <a:spLocks noChangeArrowheads="1"/>
          </p:cNvSpPr>
          <p:nvPr/>
        </p:nvSpPr>
        <p:spPr bwMode="auto">
          <a:xfrm>
            <a:off x="7535864" y="5949951"/>
            <a:ext cx="1368425" cy="720725"/>
          </a:xfrm>
          <a:prstGeom prst="wedgeRoundRectCallout">
            <a:avLst>
              <a:gd name="adj1" fmla="val -102435"/>
              <a:gd name="adj2" fmla="val -348681"/>
              <a:gd name="adj3" fmla="val 16667"/>
            </a:avLst>
          </a:prstGeom>
          <a:noFill/>
          <a:ln w="25400" cap="rnd" algn="ctr">
            <a:solidFill>
              <a:srgbClr val="FF0000"/>
            </a:solidFill>
            <a:miter lim="800000"/>
            <a:headEnd type="none" w="sm" len="sm"/>
            <a:tailEnd type="none" w="sm" len="sm"/>
          </a:ln>
          <a:effectLst/>
          <a:extLst>
            <a:ext uri="{909E8E84-426E-40DD-AFC4-6F175D3DCCD1}">
              <a14:hiddenFill xmlns:a14="http://schemas.microsoft.com/office/drawing/2010/main">
                <a:solidFill>
                  <a:srgbClr val="EAEAEA"/>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a:r>
              <a:rPr lang="zh-CN" altLang="en-US" sz="1800" dirty="0">
                <a:latin typeface="微软雅黑 Light" panose="020B0502040204020203" pitchFamily="34" charset="-122"/>
                <a:ea typeface="微软雅黑 Light" panose="020B0502040204020203" pitchFamily="34" charset="-122"/>
              </a:rPr>
              <a:t>骨干</a:t>
            </a:r>
            <a:endParaRPr lang="zh-CN" altLang="en-US" sz="1800" dirty="0">
              <a:latin typeface="微软雅黑 Light" panose="020B0502040204020203" pitchFamily="34" charset="-122"/>
              <a:ea typeface="微软雅黑 Light" panose="020B0502040204020203" pitchFamily="34" charset="-122"/>
            </a:endParaRPr>
          </a:p>
          <a:p>
            <a:pPr algn="ctr"/>
            <a:r>
              <a:rPr lang="zh-CN" altLang="en-US" sz="1800" dirty="0">
                <a:latin typeface="微软雅黑 Light" panose="020B0502040204020203" pitchFamily="34" charset="-122"/>
                <a:ea typeface="微软雅黑 Light" panose="020B0502040204020203" pitchFamily="34" charset="-122"/>
              </a:rPr>
              <a:t>路由器</a:t>
            </a:r>
            <a:endParaRPr lang="zh-CN" altLang="en-US" sz="1800" dirty="0">
              <a:latin typeface="微软雅黑 Light" panose="020B0502040204020203" pitchFamily="34" charset="-122"/>
              <a:ea typeface="微软雅黑 Light" panose="020B0502040204020203" pitchFamily="34" charset="-122"/>
            </a:endParaRPr>
          </a:p>
        </p:txBody>
      </p:sp>
      <p:sp>
        <p:nvSpPr>
          <p:cNvPr id="552092" name="AutoShape 156"/>
          <p:cNvSpPr>
            <a:spLocks noChangeArrowheads="1"/>
          </p:cNvSpPr>
          <p:nvPr/>
        </p:nvSpPr>
        <p:spPr bwMode="auto">
          <a:xfrm>
            <a:off x="4872039" y="1052514"/>
            <a:ext cx="1368425" cy="720725"/>
          </a:xfrm>
          <a:prstGeom prst="wedgeRoundRectCallout">
            <a:avLst>
              <a:gd name="adj1" fmla="val 64269"/>
              <a:gd name="adj2" fmla="val 210574"/>
              <a:gd name="adj3" fmla="val 16667"/>
            </a:avLst>
          </a:prstGeom>
          <a:noFill/>
          <a:ln w="25400" cap="rnd" algn="ctr">
            <a:solidFill>
              <a:srgbClr val="FF0000"/>
            </a:solidFill>
            <a:miter lim="800000"/>
            <a:headEnd type="none" w="sm" len="sm"/>
            <a:tailEnd type="none" w="sm" len="sm"/>
          </a:ln>
          <a:effectLst/>
          <a:extLst>
            <a:ext uri="{909E8E84-426E-40DD-AFC4-6F175D3DCCD1}">
              <a14:hiddenFill xmlns:a14="http://schemas.microsoft.com/office/drawing/2010/main">
                <a:solidFill>
                  <a:srgbClr val="EAEAEA"/>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a:r>
              <a:rPr lang="en-US" altLang="zh-CN" sz="1800" dirty="0">
                <a:latin typeface="微软雅黑 Light" panose="020B0502040204020203" pitchFamily="34" charset="-122"/>
                <a:ea typeface="微软雅黑 Light" panose="020B0502040204020203" pitchFamily="34" charset="-122"/>
              </a:rPr>
              <a:t>AS</a:t>
            </a:r>
            <a:r>
              <a:rPr lang="zh-CN" altLang="en-US" sz="1800" dirty="0">
                <a:latin typeface="微软雅黑 Light" panose="020B0502040204020203" pitchFamily="34" charset="-122"/>
                <a:ea typeface="微软雅黑 Light" panose="020B0502040204020203" pitchFamily="34" charset="-122"/>
              </a:rPr>
              <a:t>边界</a:t>
            </a:r>
            <a:endParaRPr lang="zh-CN" altLang="en-US" sz="1800" dirty="0">
              <a:latin typeface="微软雅黑 Light" panose="020B0502040204020203" pitchFamily="34" charset="-122"/>
              <a:ea typeface="微软雅黑 Light" panose="020B0502040204020203" pitchFamily="34" charset="-122"/>
            </a:endParaRPr>
          </a:p>
          <a:p>
            <a:pPr algn="ctr"/>
            <a:r>
              <a:rPr lang="zh-CN" altLang="en-US" sz="1800" dirty="0">
                <a:latin typeface="微软雅黑 Light" panose="020B0502040204020203" pitchFamily="34" charset="-122"/>
                <a:ea typeface="微软雅黑 Light" panose="020B0502040204020203" pitchFamily="34" charset="-122"/>
              </a:rPr>
              <a:t>路由器</a:t>
            </a:r>
            <a:endParaRPr lang="zh-CN" altLang="en-US" sz="1800" dirty="0">
              <a:latin typeface="微软雅黑 Light" panose="020B0502040204020203" pitchFamily="34" charset="-122"/>
              <a:ea typeface="微软雅黑 Light" panose="020B0502040204020203"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5" presetClass="emph" presetSubtype="0" repeatCount="2000" fill="hold" grpId="0" nodeType="afterEffect">
                                  <p:stCondLst>
                                    <p:cond delay="500"/>
                                  </p:stCondLst>
                                  <p:childTnLst>
                                    <p:anim calcmode="discrete" valueType="str">
                                      <p:cBhvr>
                                        <p:cTn id="6" dur="1000" fill="hold"/>
                                        <p:tgtEl>
                                          <p:spTgt spid="551946"/>
                                        </p:tgtEl>
                                        <p:attrNameLst>
                                          <p:attrName>style.visibility</p:attrName>
                                        </p:attrNameLst>
                                      </p:cBhvr>
                                      <p:tavLst>
                                        <p:tav tm="0">
                                          <p:val>
                                            <p:strVal val="hidden"/>
                                          </p:val>
                                        </p:tav>
                                        <p:tav tm="50000">
                                          <p:val>
                                            <p:strVal val="visible"/>
                                          </p:val>
                                        </p:tav>
                                      </p:tavLst>
                                    </p:anim>
                                  </p:childTnLst>
                                </p:cTn>
                              </p:par>
                              <p:par>
                                <p:cTn id="7" presetID="35" presetClass="emph" presetSubtype="0" repeatCount="2000" fill="hold" grpId="0" nodeType="withEffect">
                                  <p:stCondLst>
                                    <p:cond delay="500"/>
                                  </p:stCondLst>
                                  <p:childTnLst>
                                    <p:anim calcmode="discrete" valueType="str">
                                      <p:cBhvr>
                                        <p:cTn id="8" dur="1000" fill="hold"/>
                                        <p:tgtEl>
                                          <p:spTgt spid="551941"/>
                                        </p:tgtEl>
                                        <p:attrNameLst>
                                          <p:attrName>style.visibility</p:attrName>
                                        </p:attrNameLst>
                                      </p:cBhvr>
                                      <p:tavLst>
                                        <p:tav tm="0">
                                          <p:val>
                                            <p:strVal val="hidden"/>
                                          </p:val>
                                        </p:tav>
                                        <p:tav tm="50000">
                                          <p:val>
                                            <p:strVal val="visible"/>
                                          </p:val>
                                        </p:tav>
                                      </p:tavLst>
                                    </p:anim>
                                  </p:childTnLst>
                                </p:cTn>
                              </p:par>
                            </p:childTnLst>
                          </p:cTn>
                        </p:par>
                        <p:par>
                          <p:cTn id="9" fill="hold">
                            <p:stCondLst>
                              <p:cond delay="1500"/>
                            </p:stCondLst>
                            <p:childTnLst>
                              <p:par>
                                <p:cTn id="10" presetID="35" presetClass="emph" presetSubtype="0" repeatCount="2000" fill="hold" grpId="0" nodeType="afterEffect">
                                  <p:stCondLst>
                                    <p:cond delay="500"/>
                                  </p:stCondLst>
                                  <p:childTnLst>
                                    <p:anim calcmode="discrete" valueType="str">
                                      <p:cBhvr>
                                        <p:cTn id="11" dur="1000" fill="hold"/>
                                        <p:tgtEl>
                                          <p:spTgt spid="551944"/>
                                        </p:tgtEl>
                                        <p:attrNameLst>
                                          <p:attrName>style.visibility</p:attrName>
                                        </p:attrNameLst>
                                      </p:cBhvr>
                                      <p:tavLst>
                                        <p:tav tm="0">
                                          <p:val>
                                            <p:strVal val="hidden"/>
                                          </p:val>
                                        </p:tav>
                                        <p:tav tm="50000">
                                          <p:val>
                                            <p:strVal val="visible"/>
                                          </p:val>
                                        </p:tav>
                                      </p:tavLst>
                                    </p:anim>
                                  </p:childTnLst>
                                </p:cTn>
                              </p:par>
                              <p:par>
                                <p:cTn id="12" presetID="35" presetClass="emph" presetSubtype="0" repeatCount="2000" fill="hold" grpId="0" nodeType="withEffect">
                                  <p:stCondLst>
                                    <p:cond delay="500"/>
                                  </p:stCondLst>
                                  <p:childTnLst>
                                    <p:anim calcmode="discrete" valueType="str">
                                      <p:cBhvr>
                                        <p:cTn id="13" dur="1000" fill="hold"/>
                                        <p:tgtEl>
                                          <p:spTgt spid="551942"/>
                                        </p:tgtEl>
                                        <p:attrNameLst>
                                          <p:attrName>style.visibility</p:attrName>
                                        </p:attrNameLst>
                                      </p:cBhvr>
                                      <p:tavLst>
                                        <p:tav tm="0">
                                          <p:val>
                                            <p:strVal val="hidden"/>
                                          </p:val>
                                        </p:tav>
                                        <p:tav tm="50000">
                                          <p:val>
                                            <p:strVal val="visible"/>
                                          </p:val>
                                        </p:tav>
                                      </p:tavLst>
                                    </p:anim>
                                  </p:childTnLst>
                                </p:cTn>
                              </p:par>
                            </p:childTnLst>
                          </p:cTn>
                        </p:par>
                        <p:par>
                          <p:cTn id="14" fill="hold">
                            <p:stCondLst>
                              <p:cond delay="3000"/>
                            </p:stCondLst>
                            <p:childTnLst>
                              <p:par>
                                <p:cTn id="15" presetID="35" presetClass="emph" presetSubtype="0" repeatCount="2000" fill="hold" grpId="0" nodeType="afterEffect">
                                  <p:stCondLst>
                                    <p:cond delay="500"/>
                                  </p:stCondLst>
                                  <p:childTnLst>
                                    <p:anim calcmode="discrete" valueType="str">
                                      <p:cBhvr>
                                        <p:cTn id="16" dur="1000" fill="hold"/>
                                        <p:tgtEl>
                                          <p:spTgt spid="552057"/>
                                        </p:tgtEl>
                                        <p:attrNameLst>
                                          <p:attrName>style.visibility</p:attrName>
                                        </p:attrNameLst>
                                      </p:cBhvr>
                                      <p:tavLst>
                                        <p:tav tm="0">
                                          <p:val>
                                            <p:strVal val="hidden"/>
                                          </p:val>
                                        </p:tav>
                                        <p:tav tm="50000">
                                          <p:val>
                                            <p:strVal val="visible"/>
                                          </p:val>
                                        </p:tav>
                                      </p:tavLst>
                                    </p:anim>
                                  </p:childTnLst>
                                </p:cTn>
                              </p:par>
                              <p:par>
                                <p:cTn id="17" presetID="35" presetClass="emph" presetSubtype="0" repeatCount="2000" fill="hold" grpId="0" nodeType="withEffect">
                                  <p:stCondLst>
                                    <p:cond delay="500"/>
                                  </p:stCondLst>
                                  <p:childTnLst>
                                    <p:anim calcmode="discrete" valueType="str">
                                      <p:cBhvr>
                                        <p:cTn id="18" dur="1000" fill="hold"/>
                                        <p:tgtEl>
                                          <p:spTgt spid="552056"/>
                                        </p:tgtEl>
                                        <p:attrNameLst>
                                          <p:attrName>style.visibility</p:attrName>
                                        </p:attrNameLst>
                                      </p:cBhvr>
                                      <p:tavLst>
                                        <p:tav tm="0">
                                          <p:val>
                                            <p:strVal val="hidden"/>
                                          </p:val>
                                        </p:tav>
                                        <p:tav tm="50000">
                                          <p:val>
                                            <p:strVal val="visible"/>
                                          </p:val>
                                        </p:tav>
                                      </p:tavLst>
                                    </p:anim>
                                  </p:childTnLst>
                                </p:cTn>
                              </p:par>
                            </p:childTnLst>
                          </p:cTn>
                        </p:par>
                        <p:par>
                          <p:cTn id="19" fill="hold">
                            <p:stCondLst>
                              <p:cond delay="4500"/>
                            </p:stCondLst>
                            <p:childTnLst>
                              <p:par>
                                <p:cTn id="20" presetID="35" presetClass="emph" presetSubtype="0" repeatCount="2000" fill="hold" grpId="0" nodeType="afterEffect">
                                  <p:stCondLst>
                                    <p:cond delay="500"/>
                                  </p:stCondLst>
                                  <p:childTnLst>
                                    <p:anim calcmode="discrete" valueType="str">
                                      <p:cBhvr>
                                        <p:cTn id="21" dur="1000" fill="hold"/>
                                        <p:tgtEl>
                                          <p:spTgt spid="551943"/>
                                        </p:tgtEl>
                                        <p:attrNameLst>
                                          <p:attrName>style.visibility</p:attrName>
                                        </p:attrNameLst>
                                      </p:cBhvr>
                                      <p:tavLst>
                                        <p:tav tm="0">
                                          <p:val>
                                            <p:strVal val="hidden"/>
                                          </p:val>
                                        </p:tav>
                                        <p:tav tm="50000">
                                          <p:val>
                                            <p:strVal val="visible"/>
                                          </p:val>
                                        </p:tav>
                                      </p:tavLst>
                                    </p:anim>
                                  </p:childTnLst>
                                </p:cTn>
                              </p:par>
                              <p:par>
                                <p:cTn id="22" presetID="35" presetClass="emph" presetSubtype="0" repeatCount="2000" fill="hold" grpId="0" nodeType="withEffect">
                                  <p:stCondLst>
                                    <p:cond delay="500"/>
                                  </p:stCondLst>
                                  <p:childTnLst>
                                    <p:anim calcmode="discrete" valueType="str">
                                      <p:cBhvr>
                                        <p:cTn id="23" dur="1000" fill="hold"/>
                                        <p:tgtEl>
                                          <p:spTgt spid="551945"/>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1941" grpId="0" animBg="1"/>
      <p:bldP spid="551942" grpId="0" animBg="1"/>
      <p:bldP spid="551943" grpId="0" animBg="1"/>
      <p:bldP spid="551944" grpId="0"/>
      <p:bldP spid="551945" grpId="0"/>
      <p:bldP spid="552056" grpId="0" animBg="1"/>
      <p:bldP spid="552057" grpId="0"/>
      <p:bldP spid="551946" grpId="0"/>
    </p:bldLst>
  </p:timing>
</p:sld>
</file>

<file path=ppt/slides/slide2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p:txBody>
          <a:bodyPr/>
          <a:lstStyle/>
          <a:p>
            <a:fld id="{B0AB2D2A-6901-464E-9F5D-54CF7705B8AA}" type="slidenum">
              <a:rPr lang="en-US" altLang="zh-CN"/>
            </a:fld>
            <a:endParaRPr lang="en-US" altLang="zh-CN"/>
          </a:p>
        </p:txBody>
      </p:sp>
      <p:sp>
        <p:nvSpPr>
          <p:cNvPr id="553986" name="Rectangle 2"/>
          <p:cNvSpPr>
            <a:spLocks noGrp="1" noChangeArrowheads="1"/>
          </p:cNvSpPr>
          <p:nvPr>
            <p:ph type="title"/>
          </p:nvPr>
        </p:nvSpPr>
        <p:spPr/>
        <p:txBody>
          <a:bodyPr/>
          <a:lstStyle/>
          <a:p>
            <a:r>
              <a:rPr lang="zh-CN" altLang="en-US"/>
              <a:t>划分区域</a:t>
            </a:r>
            <a:endParaRPr lang="zh-CN" altLang="en-US"/>
          </a:p>
        </p:txBody>
      </p:sp>
      <p:sp>
        <p:nvSpPr>
          <p:cNvPr id="553987" name="Rectangle 3"/>
          <p:cNvSpPr>
            <a:spLocks noGrp="1" noChangeArrowheads="1"/>
          </p:cNvSpPr>
          <p:nvPr>
            <p:ph type="body" idx="1"/>
          </p:nvPr>
        </p:nvSpPr>
        <p:spPr/>
        <p:txBody>
          <a:bodyPr/>
          <a:lstStyle/>
          <a:p>
            <a:r>
              <a:rPr lang="en-US" altLang="zh-CN" dirty="0"/>
              <a:t>OSPF </a:t>
            </a:r>
            <a:r>
              <a:rPr lang="zh-CN" altLang="en-US" dirty="0"/>
              <a:t>使用层次结构的区域划分。在上层的区域叫作主干区域</a:t>
            </a:r>
            <a:r>
              <a:rPr lang="en-US" altLang="zh-CN" dirty="0"/>
              <a:t>(backbone area)</a:t>
            </a:r>
            <a:r>
              <a:rPr lang="zh-CN" altLang="en-US" dirty="0"/>
              <a:t>。主干区域的标识符规定为</a:t>
            </a:r>
            <a:r>
              <a:rPr lang="en-US" altLang="zh-CN" dirty="0"/>
              <a:t>0.0.0.0</a:t>
            </a:r>
            <a:r>
              <a:rPr lang="zh-CN" altLang="en-US" dirty="0"/>
              <a:t>。主干区域的作用是用来连通其它下层的区域  </a:t>
            </a:r>
            <a:endParaRPr lang="zh-CN" altLang="en-US" dirty="0"/>
          </a:p>
          <a:p>
            <a:r>
              <a:rPr lang="zh-CN" altLang="en-US" dirty="0"/>
              <a:t>优点：将利用洪泛法交换链路状态信息的范围局限于每一个区域而不是整个的自治系统，这就减少了整个网络上的通信量</a:t>
            </a:r>
            <a:endParaRPr lang="zh-CN" altLang="en-US" dirty="0"/>
          </a:p>
          <a:p>
            <a:r>
              <a:rPr lang="zh-CN" altLang="en-US" dirty="0"/>
              <a:t>在一个区域内部的路由器只知道本区域的完整网络拓扑，而不知道其他区域的网络拓扑的情况</a:t>
            </a:r>
            <a:endParaRPr lang="zh-CN" altLang="en-US" dirty="0"/>
          </a:p>
        </p:txBody>
      </p:sp>
    </p:spTree>
  </p:cSld>
  <p:clrMapOvr>
    <a:masterClrMapping/>
  </p:clrMapOvr>
</p:sld>
</file>

<file path=ppt/slides/slide2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p:txBody>
          <a:bodyPr/>
          <a:lstStyle/>
          <a:p>
            <a:fld id="{91A710DA-140E-4D92-A3E7-B18242A04FE0}" type="slidenum">
              <a:rPr lang="en-US" altLang="zh-CN"/>
            </a:fld>
            <a:endParaRPr lang="en-US" altLang="zh-CN"/>
          </a:p>
        </p:txBody>
      </p:sp>
      <p:sp>
        <p:nvSpPr>
          <p:cNvPr id="555010" name="Rectangle 2"/>
          <p:cNvSpPr>
            <a:spLocks noGrp="1" noChangeArrowheads="1"/>
          </p:cNvSpPr>
          <p:nvPr>
            <p:ph type="title"/>
          </p:nvPr>
        </p:nvSpPr>
        <p:spPr/>
        <p:txBody>
          <a:bodyPr/>
          <a:lstStyle/>
          <a:p>
            <a:r>
              <a:rPr lang="en-US" altLang="zh-CN"/>
              <a:t>OSPF</a:t>
            </a:r>
            <a:r>
              <a:rPr lang="zh-CN" altLang="en-US"/>
              <a:t>的其它特点</a:t>
            </a:r>
            <a:endParaRPr lang="zh-CN" altLang="en-US"/>
          </a:p>
        </p:txBody>
      </p:sp>
      <p:sp>
        <p:nvSpPr>
          <p:cNvPr id="555011" name="Rectangle 3"/>
          <p:cNvSpPr>
            <a:spLocks noGrp="1" noChangeArrowheads="1"/>
          </p:cNvSpPr>
          <p:nvPr>
            <p:ph type="body" idx="1"/>
          </p:nvPr>
        </p:nvSpPr>
        <p:spPr/>
        <p:txBody>
          <a:bodyPr/>
          <a:lstStyle/>
          <a:p>
            <a:r>
              <a:rPr lang="en-US" altLang="zh-CN" sz="2800" dirty="0"/>
              <a:t>OSPF </a:t>
            </a:r>
            <a:r>
              <a:rPr lang="zh-CN" altLang="en-US" sz="2800" dirty="0"/>
              <a:t>对不同的链路可根据分组的不同服务类型 </a:t>
            </a:r>
            <a:r>
              <a:rPr lang="en-US" altLang="zh-CN" sz="2800" dirty="0"/>
              <a:t>TOS </a:t>
            </a:r>
            <a:r>
              <a:rPr lang="zh-CN" altLang="en-US" sz="2800" dirty="0"/>
              <a:t>而设置成不同的代价。因此，</a:t>
            </a:r>
            <a:r>
              <a:rPr lang="en-US" altLang="zh-CN" sz="2800" dirty="0"/>
              <a:t>OSPF </a:t>
            </a:r>
            <a:r>
              <a:rPr lang="zh-CN" altLang="en-US" sz="2800" dirty="0"/>
              <a:t>对于不同类型的业务可计算出不同的路由</a:t>
            </a:r>
            <a:endParaRPr lang="zh-CN" altLang="en-US" sz="2800" dirty="0"/>
          </a:p>
          <a:p>
            <a:r>
              <a:rPr lang="zh-CN" altLang="en-US" sz="2800" dirty="0"/>
              <a:t>如果到同一个目的网络有多条相同代价的路径，那么可以将通信量分配给这几条路径。这叫作多路径间的负载平衡</a:t>
            </a:r>
            <a:endParaRPr lang="zh-CN" altLang="en-US" sz="2800" dirty="0"/>
          </a:p>
          <a:p>
            <a:r>
              <a:rPr lang="zh-CN" altLang="en-US" sz="2800" dirty="0"/>
              <a:t>所有在 </a:t>
            </a:r>
            <a:r>
              <a:rPr lang="en-US" altLang="zh-CN" sz="2800" dirty="0"/>
              <a:t>OSPF </a:t>
            </a:r>
            <a:r>
              <a:rPr lang="zh-CN" altLang="en-US" sz="2800" dirty="0"/>
              <a:t>路由器之间交换的分组都具有鉴别的功能</a:t>
            </a:r>
            <a:endParaRPr lang="zh-CN" altLang="en-US" sz="2800" dirty="0"/>
          </a:p>
          <a:p>
            <a:r>
              <a:rPr lang="zh-CN" altLang="en-US" sz="2800" dirty="0"/>
              <a:t>支持可变长度的子网划分和无分类编址 </a:t>
            </a:r>
            <a:r>
              <a:rPr lang="en-US" altLang="zh-CN" sz="2800" dirty="0"/>
              <a:t>CIDR</a:t>
            </a:r>
            <a:endParaRPr lang="zh-CN" altLang="en-US" sz="2800" dirty="0"/>
          </a:p>
          <a:p>
            <a:r>
              <a:rPr lang="zh-CN" altLang="en-US" sz="2800" dirty="0"/>
              <a:t>每一个链路状态都带上一个 </a:t>
            </a:r>
            <a:r>
              <a:rPr lang="en-US" altLang="zh-CN" sz="2800" dirty="0"/>
              <a:t>32 </a:t>
            </a:r>
            <a:r>
              <a:rPr lang="zh-CN" altLang="en-US" sz="2800" dirty="0"/>
              <a:t>位的序号，序号越大状态就越新</a:t>
            </a:r>
            <a:endParaRPr lang="zh-CN" altLang="en-US" sz="2800" dirty="0"/>
          </a:p>
        </p:txBody>
      </p:sp>
    </p:spTree>
  </p:cSld>
  <p:clrMapOvr>
    <a:masterClrMapping/>
  </p:clrMapOvr>
</p:sld>
</file>

<file path=ppt/slides/slide2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灯片编号占位符 5"/>
          <p:cNvSpPr>
            <a:spLocks noGrp="1"/>
          </p:cNvSpPr>
          <p:nvPr>
            <p:ph type="sldNum" sz="quarter" idx="12"/>
          </p:nvPr>
        </p:nvSpPr>
        <p:spPr/>
        <p:txBody>
          <a:bodyPr/>
          <a:lstStyle/>
          <a:p>
            <a:fld id="{A4A3DF41-5334-465B-B0A6-208B656821ED}" type="slidenum">
              <a:rPr lang="en-US" altLang="zh-CN"/>
            </a:fld>
            <a:endParaRPr lang="en-US" altLang="zh-CN"/>
          </a:p>
        </p:txBody>
      </p:sp>
      <p:sp>
        <p:nvSpPr>
          <p:cNvPr id="512002" name="Rectangle 2"/>
          <p:cNvSpPr>
            <a:spLocks noGrp="1" noChangeArrowheads="1"/>
          </p:cNvSpPr>
          <p:nvPr>
            <p:ph type="title"/>
          </p:nvPr>
        </p:nvSpPr>
        <p:spPr/>
        <p:txBody>
          <a:bodyPr/>
          <a:lstStyle/>
          <a:p>
            <a:r>
              <a:rPr lang="en-US" altLang="zh-CN" dirty="0"/>
              <a:t>OSPF</a:t>
            </a:r>
            <a:r>
              <a:rPr lang="zh-CN" altLang="en-US" dirty="0"/>
              <a:t>数据包类型</a:t>
            </a:r>
            <a:endParaRPr lang="zh-CN" altLang="en-US" dirty="0"/>
          </a:p>
        </p:txBody>
      </p:sp>
      <p:graphicFrame>
        <p:nvGraphicFramePr>
          <p:cNvPr id="512283" name="Group 283"/>
          <p:cNvGraphicFramePr>
            <a:graphicFrameLocks noGrp="1"/>
          </p:cNvGraphicFramePr>
          <p:nvPr/>
        </p:nvGraphicFramePr>
        <p:xfrm>
          <a:off x="2135189" y="2060848"/>
          <a:ext cx="5761037" cy="2377440"/>
        </p:xfrm>
        <a:graphic>
          <a:graphicData uri="http://schemas.openxmlformats.org/drawingml/2006/table">
            <a:tbl>
              <a:tblPr/>
              <a:tblGrid>
                <a:gridCol w="2592387"/>
                <a:gridCol w="3168650"/>
              </a:tblGrid>
              <a:tr h="336550">
                <a:tc>
                  <a:txBody>
                    <a:bodyPr/>
                    <a:lstStyle>
                      <a:lvl1pPr>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0" lang="zh-CN" altLang="en-US" sz="20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rPr>
                        <a:t>类型</a:t>
                      </a:r>
                      <a:r>
                        <a:rPr kumimoji="0" lang="en-US" altLang="zh-CN" sz="20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rPr>
                        <a:t>(Type)</a:t>
                      </a:r>
                      <a:endParaRPr kumimoji="0" lang="en-US" altLang="zh-CN" sz="20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endParaRP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0" lang="zh-CN" altLang="en-US" sz="20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rPr>
                        <a:t>描述</a:t>
                      </a:r>
                      <a:endParaRPr kumimoji="0" lang="zh-CN" altLang="en-US" sz="20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endParaRP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r>
              <a:tr h="334963">
                <a:tc>
                  <a:txBody>
                    <a:bodyPr/>
                    <a:lstStyle>
                      <a:lvl1pPr>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0" lang="en-US" altLang="zh-CN" sz="20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rPr>
                        <a:t>Hello</a:t>
                      </a:r>
                      <a:endParaRPr kumimoji="0" lang="en-US" altLang="zh-CN" sz="20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endParaRP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0" lang="zh-CN" altLang="en-US" sz="20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rPr>
                        <a:t>用于发现谁是邻居</a:t>
                      </a:r>
                      <a:endParaRPr kumimoji="0" lang="zh-CN" altLang="en-US" sz="20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endParaRP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r>
              <a:tr h="336550">
                <a:tc>
                  <a:txBody>
                    <a:bodyPr/>
                    <a:lstStyle>
                      <a:lvl1pPr>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0" lang="en-US" altLang="zh-CN" sz="20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rPr>
                        <a:t>Database description</a:t>
                      </a:r>
                      <a:endParaRPr kumimoji="0" lang="en-US" altLang="zh-CN" sz="20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endParaRP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0" lang="zh-CN" altLang="en-US" sz="20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rPr>
                        <a:t>通知发送者有哪些更新</a:t>
                      </a:r>
                      <a:endParaRPr kumimoji="0" lang="zh-CN" altLang="en-US" sz="20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endParaRP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r>
              <a:tr h="336550">
                <a:tc>
                  <a:txBody>
                    <a:bodyPr/>
                    <a:lstStyle>
                      <a:lvl1pPr>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0" lang="en-US" altLang="zh-CN" sz="20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rPr>
                        <a:t>Link date request</a:t>
                      </a:r>
                      <a:endParaRPr kumimoji="0" lang="en-US" altLang="zh-CN" sz="20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endParaRP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0" lang="zh-CN" altLang="en-US" sz="20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rPr>
                        <a:t>从伙伴处请求信息</a:t>
                      </a:r>
                      <a:endParaRPr kumimoji="0" lang="zh-CN" altLang="en-US" sz="20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endParaRP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r>
              <a:tr h="334963">
                <a:tc>
                  <a:txBody>
                    <a:bodyPr/>
                    <a:lstStyle>
                      <a:lvl1pPr>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0" lang="en-US" altLang="zh-CN" sz="20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rPr>
                        <a:t>Link state update</a:t>
                      </a:r>
                      <a:endParaRPr kumimoji="0" lang="en-US" altLang="zh-CN" sz="20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endParaRP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0" lang="zh-CN" altLang="en-US" sz="20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rPr>
                        <a:t>为邻居提供发送者的开销</a:t>
                      </a:r>
                      <a:endParaRPr kumimoji="0" lang="zh-CN" altLang="en-US" sz="20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endParaRP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r>
              <a:tr h="395288">
                <a:tc>
                  <a:txBody>
                    <a:bodyPr/>
                    <a:lstStyle>
                      <a:lvl1pPr>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0" lang="en-US" altLang="zh-CN" sz="20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rPr>
                        <a:t>Link state ack</a:t>
                      </a:r>
                      <a:endParaRPr kumimoji="0" lang="en-US" altLang="zh-CN" sz="20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endParaRP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buClr>
                          <a:srgbClr val="C80000"/>
                        </a:buClr>
                        <a:buSzPct val="8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rgbClr val="00C800"/>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rgbClr val="0000C8"/>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rgbClr val="FF7F00"/>
                        </a:buClr>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SzPct val="8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rgbClr val="C80000"/>
                        </a:buClr>
                        <a:buSzPct val="80000"/>
                        <a:buFont typeface="Wingdings" panose="05000000000000000000" pitchFamily="2" charset="2"/>
                        <a:buNone/>
                      </a:pPr>
                      <a:r>
                        <a:rPr kumimoji="0" lang="zh-CN" altLang="en-US" sz="20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rPr>
                        <a:t>确认链路状态更新</a:t>
                      </a:r>
                      <a:endParaRPr kumimoji="0" lang="zh-CN" altLang="en-US" sz="2000" b="0" i="0" u="none" strike="noStrike" cap="none" normalizeH="0" baseline="0" dirty="0">
                        <a:ln>
                          <a:noFill/>
                        </a:ln>
                        <a:solidFill>
                          <a:schemeClr val="tx1"/>
                        </a:solidFill>
                        <a:effectLst/>
                        <a:latin typeface="微软雅黑 Light" panose="020B0502040204020203" pitchFamily="34" charset="-122"/>
                        <a:ea typeface="微软雅黑 Light" panose="020B0502040204020203" pitchFamily="34" charset="-122"/>
                      </a:endParaRP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r>
            </a:tbl>
          </a:graphicData>
        </a:graphic>
      </p:graphicFrame>
      <p:sp>
        <p:nvSpPr>
          <p:cNvPr id="512285" name="Rectangle 285"/>
          <p:cNvSpPr>
            <a:spLocks noChangeArrowheads="1"/>
          </p:cNvSpPr>
          <p:nvPr/>
        </p:nvSpPr>
        <p:spPr bwMode="auto">
          <a:xfrm>
            <a:off x="8040688" y="2060849"/>
            <a:ext cx="2303462" cy="23764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rgbClr val="C80000"/>
              </a:buClr>
              <a:buSzPct val="80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C800"/>
              </a:buClr>
              <a:buSzPct val="80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C8"/>
              </a:buClr>
              <a:buSzPct val="80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7F00"/>
              </a:buClr>
              <a:buSzPct val="80000"/>
              <a:buFont typeface="Wingdings" panose="05000000000000000000" pitchFamily="2" charset="2"/>
              <a:buChar char="u"/>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SzPct val="80000"/>
              <a:buFont typeface="Wingdings" panose="05000000000000000000" pitchFamily="2" charset="2"/>
              <a:buChar char="Ø"/>
              <a:defRPr sz="2000">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SzPct val="80000"/>
              <a:buFont typeface="Wingdings" panose="05000000000000000000" pitchFamily="2" charset="2"/>
              <a:buChar char="Ø"/>
              <a:defRPr sz="2000">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SzPct val="80000"/>
              <a:buFont typeface="Wingdings" panose="05000000000000000000" pitchFamily="2" charset="2"/>
              <a:buChar char="Ø"/>
              <a:defRPr sz="2000">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SzPct val="80000"/>
              <a:buFont typeface="Wingdings" panose="05000000000000000000" pitchFamily="2" charset="2"/>
              <a:buChar char="Ø"/>
              <a:defRPr sz="2000">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SzPct val="80000"/>
              <a:buFont typeface="Wingdings" panose="05000000000000000000" pitchFamily="2" charset="2"/>
              <a:buChar char="Ø"/>
              <a:defRPr sz="2000">
                <a:solidFill>
                  <a:schemeClr val="tx1"/>
                </a:solidFill>
                <a:latin typeface="Arial" panose="020B0604020202020204" pitchFamily="34" charset="0"/>
                <a:ea typeface="宋体" panose="02010600030101010101" pitchFamily="2" charset="-122"/>
              </a:defRPr>
            </a:lvl9pPr>
          </a:lstStyle>
          <a:p>
            <a:pPr>
              <a:buFont typeface="Wingdings" panose="05000000000000000000" pitchFamily="2" charset="2"/>
              <a:buNone/>
            </a:pPr>
            <a:r>
              <a:rPr lang="zh-CN" altLang="en-US" sz="2400" dirty="0">
                <a:latin typeface="微软雅黑 Light" panose="020B0502040204020203" pitchFamily="34" charset="-122"/>
                <a:ea typeface="微软雅黑 Light" panose="020B0502040204020203" pitchFamily="34" charset="-122"/>
              </a:rPr>
              <a:t>认证类型：</a:t>
            </a:r>
            <a:endParaRPr lang="zh-CN" altLang="en-US" sz="2400" dirty="0">
              <a:latin typeface="微软雅黑 Light" panose="020B0502040204020203" pitchFamily="34" charset="-122"/>
              <a:ea typeface="微软雅黑 Light" panose="020B0502040204020203" pitchFamily="34" charset="-122"/>
            </a:endParaRPr>
          </a:p>
          <a:p>
            <a:r>
              <a:rPr lang="en-US" altLang="zh-CN" sz="2400" dirty="0">
                <a:latin typeface="微软雅黑 Light" panose="020B0502040204020203" pitchFamily="34" charset="-122"/>
                <a:ea typeface="微软雅黑 Light" panose="020B0502040204020203" pitchFamily="34" charset="-122"/>
              </a:rPr>
              <a:t>0—</a:t>
            </a:r>
            <a:r>
              <a:rPr lang="zh-CN" altLang="en-US" sz="2400" dirty="0">
                <a:latin typeface="微软雅黑 Light" panose="020B0502040204020203" pitchFamily="34" charset="-122"/>
                <a:ea typeface="微软雅黑 Light" panose="020B0502040204020203" pitchFamily="34" charset="-122"/>
              </a:rPr>
              <a:t>不用</a:t>
            </a:r>
            <a:endParaRPr lang="zh-CN" altLang="en-US" sz="2400" dirty="0">
              <a:latin typeface="微软雅黑 Light" panose="020B0502040204020203" pitchFamily="34" charset="-122"/>
              <a:ea typeface="微软雅黑 Light" panose="020B0502040204020203" pitchFamily="34" charset="-122"/>
            </a:endParaRPr>
          </a:p>
          <a:p>
            <a:pPr lvl="1"/>
            <a:r>
              <a:rPr lang="zh-CN" altLang="en-US" sz="2000" dirty="0">
                <a:latin typeface="微软雅黑 Light" panose="020B0502040204020203" pitchFamily="34" charset="-122"/>
                <a:ea typeface="微软雅黑 Light" panose="020B0502040204020203" pitchFamily="34" charset="-122"/>
              </a:rPr>
              <a:t>认证填入</a:t>
            </a:r>
            <a:r>
              <a:rPr lang="en-US" altLang="zh-CN" sz="2000" dirty="0">
                <a:latin typeface="微软雅黑 Light" panose="020B0502040204020203" pitchFamily="34" charset="-122"/>
                <a:ea typeface="微软雅黑 Light" panose="020B0502040204020203" pitchFamily="34" charset="-122"/>
              </a:rPr>
              <a:t>0</a:t>
            </a:r>
            <a:endParaRPr lang="en-US" altLang="zh-CN" sz="2000" dirty="0">
              <a:latin typeface="微软雅黑 Light" panose="020B0502040204020203" pitchFamily="34" charset="-122"/>
              <a:ea typeface="微软雅黑 Light" panose="020B0502040204020203" pitchFamily="34" charset="-122"/>
            </a:endParaRPr>
          </a:p>
          <a:p>
            <a:r>
              <a:rPr lang="en-US" altLang="zh-CN" sz="2400" dirty="0">
                <a:latin typeface="微软雅黑 Light" panose="020B0502040204020203" pitchFamily="34" charset="-122"/>
                <a:ea typeface="微软雅黑 Light" panose="020B0502040204020203" pitchFamily="34" charset="-122"/>
              </a:rPr>
              <a:t>1—</a:t>
            </a:r>
            <a:r>
              <a:rPr lang="zh-CN" altLang="en-US" sz="2400" dirty="0">
                <a:latin typeface="微软雅黑 Light" panose="020B0502040204020203" pitchFamily="34" charset="-122"/>
                <a:ea typeface="微软雅黑 Light" panose="020B0502040204020203" pitchFamily="34" charset="-122"/>
              </a:rPr>
              <a:t>口令</a:t>
            </a:r>
            <a:endParaRPr lang="zh-CN" altLang="en-US" sz="2400" dirty="0">
              <a:latin typeface="微软雅黑 Light" panose="020B0502040204020203" pitchFamily="34" charset="-122"/>
              <a:ea typeface="微软雅黑 Light" panose="020B0502040204020203" pitchFamily="34" charset="-122"/>
            </a:endParaRPr>
          </a:p>
          <a:p>
            <a:pPr lvl="1"/>
            <a:r>
              <a:rPr lang="zh-CN" altLang="en-US" sz="2000" dirty="0">
                <a:latin typeface="微软雅黑 Light" panose="020B0502040204020203" pitchFamily="34" charset="-122"/>
                <a:ea typeface="微软雅黑 Light" panose="020B0502040204020203" pitchFamily="34" charset="-122"/>
              </a:rPr>
              <a:t>认证填入</a:t>
            </a:r>
            <a:r>
              <a:rPr lang="en-US" altLang="zh-CN" sz="2000" dirty="0">
                <a:latin typeface="微软雅黑 Light" panose="020B0502040204020203" pitchFamily="34" charset="-122"/>
                <a:ea typeface="微软雅黑 Light" panose="020B0502040204020203" pitchFamily="34" charset="-122"/>
              </a:rPr>
              <a:t>8</a:t>
            </a:r>
            <a:r>
              <a:rPr lang="zh-CN" altLang="en-US" sz="2000" dirty="0">
                <a:latin typeface="微软雅黑 Light" panose="020B0502040204020203" pitchFamily="34" charset="-122"/>
                <a:ea typeface="微软雅黑 Light" panose="020B0502040204020203" pitchFamily="34" charset="-122"/>
              </a:rPr>
              <a:t>字符口令</a:t>
            </a:r>
            <a:endParaRPr lang="zh-CN" altLang="en-US" sz="2000" dirty="0">
              <a:latin typeface="微软雅黑 Light" panose="020B0502040204020203" pitchFamily="34" charset="-122"/>
              <a:ea typeface="微软雅黑 Light" panose="020B0502040204020203" pitchFamily="34" charset="-122"/>
            </a:endParaRPr>
          </a:p>
        </p:txBody>
      </p:sp>
    </p:spTree>
  </p:cSld>
  <p:clrMapOvr>
    <a:masterClrMapping/>
  </p:clrMapOvr>
</p:sld>
</file>

<file path=ppt/slides/slide2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p:txBody>
          <a:bodyPr/>
          <a:lstStyle/>
          <a:p>
            <a:fld id="{9BB55EF1-1B34-417B-8E46-A820184DAAD9}" type="slidenum">
              <a:rPr lang="en-US" altLang="zh-CN"/>
            </a:fld>
            <a:endParaRPr lang="en-US" altLang="zh-CN"/>
          </a:p>
        </p:txBody>
      </p:sp>
      <p:sp>
        <p:nvSpPr>
          <p:cNvPr id="443394" name="Rectangle 2"/>
          <p:cNvSpPr>
            <a:spLocks noGrp="1" noChangeArrowheads="1"/>
          </p:cNvSpPr>
          <p:nvPr>
            <p:ph type="title"/>
          </p:nvPr>
        </p:nvSpPr>
        <p:spPr/>
        <p:txBody>
          <a:bodyPr/>
          <a:lstStyle/>
          <a:p>
            <a:r>
              <a:rPr lang="zh-CN" altLang="en-US" dirty="0"/>
              <a:t>外部网关路由选择协议</a:t>
            </a:r>
            <a:endParaRPr lang="zh-CN" altLang="en-US" dirty="0"/>
          </a:p>
        </p:txBody>
      </p:sp>
      <p:sp>
        <p:nvSpPr>
          <p:cNvPr id="443395" name="Rectangle 3"/>
          <p:cNvSpPr>
            <a:spLocks noGrp="1" noChangeArrowheads="1"/>
          </p:cNvSpPr>
          <p:nvPr>
            <p:ph type="body" idx="1"/>
          </p:nvPr>
        </p:nvSpPr>
        <p:spPr/>
        <p:txBody>
          <a:bodyPr/>
          <a:lstStyle/>
          <a:p>
            <a:r>
              <a:rPr lang="en-US" altLang="zh-CN" dirty="0"/>
              <a:t>BGP(Border Gateway Protocol)</a:t>
            </a:r>
            <a:r>
              <a:rPr lang="zh-CN" altLang="en-US" dirty="0"/>
              <a:t>协议是一种距离向量协议</a:t>
            </a:r>
            <a:endParaRPr lang="zh-CN" altLang="en-US" dirty="0"/>
          </a:p>
          <a:p>
            <a:r>
              <a:rPr lang="zh-CN" altLang="en-US" dirty="0"/>
              <a:t>使用</a:t>
            </a:r>
            <a:r>
              <a:rPr lang="en-US" altLang="zh-CN" dirty="0"/>
              <a:t>TCP</a:t>
            </a:r>
            <a:r>
              <a:rPr lang="zh-CN" altLang="en-US" dirty="0"/>
              <a:t>作为传输协议</a:t>
            </a:r>
            <a:r>
              <a:rPr lang="en-US" altLang="zh-CN" dirty="0"/>
              <a:t>—</a:t>
            </a:r>
            <a:r>
              <a:rPr lang="zh-CN" altLang="en-US" dirty="0"/>
              <a:t>本身不需要差错控制和重传机制</a:t>
            </a:r>
            <a:endParaRPr lang="zh-CN" altLang="en-US" dirty="0"/>
          </a:p>
          <a:p>
            <a:r>
              <a:rPr lang="zh-CN" altLang="en-US" dirty="0"/>
              <a:t>使用增量的、触发性的路由更新，而不是一般的距离向量协议的整个路由表的、周期性的更新。它通告前往目的地的一系列自治系统号</a:t>
            </a:r>
            <a:endParaRPr lang="zh-CN" altLang="en-US" dirty="0"/>
          </a:p>
          <a:p>
            <a:r>
              <a:rPr lang="en-US" altLang="zh-CN" dirty="0"/>
              <a:t>BGPv4</a:t>
            </a:r>
            <a:r>
              <a:rPr lang="zh-CN" altLang="en-US" dirty="0"/>
              <a:t>是典型的外部网关协议，完成自治系统间的路由选择问题</a:t>
            </a:r>
            <a:endParaRPr lang="zh-CN" altLang="en-US" dirty="0"/>
          </a:p>
        </p:txBody>
      </p:sp>
    </p:spTree>
  </p:cSld>
  <p:clrMapOvr>
    <a:masterClrMapping/>
  </p:clrMapOvr>
</p:sld>
</file>

<file path=ppt/slides/slide2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p:txBody>
          <a:bodyPr/>
          <a:lstStyle/>
          <a:p>
            <a:fld id="{48FD6F65-D2F9-48A1-A192-163BE2CF5851}" type="slidenum">
              <a:rPr lang="en-US" altLang="zh-CN"/>
            </a:fld>
            <a:endParaRPr lang="en-US" altLang="zh-CN"/>
          </a:p>
        </p:txBody>
      </p:sp>
      <p:sp>
        <p:nvSpPr>
          <p:cNvPr id="556034" name="Rectangle 2"/>
          <p:cNvSpPr>
            <a:spLocks noGrp="1" noChangeArrowheads="1"/>
          </p:cNvSpPr>
          <p:nvPr>
            <p:ph type="title"/>
          </p:nvPr>
        </p:nvSpPr>
        <p:spPr/>
        <p:txBody>
          <a:bodyPr/>
          <a:lstStyle/>
          <a:p>
            <a:r>
              <a:rPr lang="en-US" altLang="zh-CN"/>
              <a:t>BGP</a:t>
            </a:r>
            <a:r>
              <a:rPr lang="zh-CN" altLang="en-US"/>
              <a:t>使用的环境不同</a:t>
            </a:r>
            <a:endParaRPr lang="zh-CN" altLang="en-US"/>
          </a:p>
        </p:txBody>
      </p:sp>
      <p:sp>
        <p:nvSpPr>
          <p:cNvPr id="556035" name="Rectangle 3"/>
          <p:cNvSpPr>
            <a:spLocks noGrp="1" noChangeArrowheads="1"/>
          </p:cNvSpPr>
          <p:nvPr>
            <p:ph type="body" idx="1"/>
          </p:nvPr>
        </p:nvSpPr>
        <p:spPr/>
        <p:txBody>
          <a:bodyPr/>
          <a:lstStyle/>
          <a:p>
            <a:r>
              <a:rPr lang="zh-CN" altLang="en-US" sz="2800" dirty="0"/>
              <a:t>网络的规模太大时，使得自治系统之间路由选择非常困难。对于自治系统之间的路由选择，要寻找最佳路由是很不现实的</a:t>
            </a:r>
            <a:endParaRPr lang="zh-CN" altLang="en-US" sz="2800" dirty="0"/>
          </a:p>
          <a:p>
            <a:pPr lvl="1"/>
            <a:r>
              <a:rPr lang="zh-CN" altLang="en-US" sz="2400" dirty="0"/>
              <a:t>当一条路径通过几个不同 </a:t>
            </a:r>
            <a:r>
              <a:rPr lang="en-US" altLang="zh-CN" sz="2400" dirty="0"/>
              <a:t>AS </a:t>
            </a:r>
            <a:r>
              <a:rPr lang="zh-CN" altLang="en-US" sz="2400" dirty="0"/>
              <a:t>时，要想对这样的路径计算出有意义的代价是不太可能的。比较合理的做法是在 </a:t>
            </a:r>
            <a:r>
              <a:rPr lang="en-US" altLang="zh-CN" sz="2400" dirty="0"/>
              <a:t>AS </a:t>
            </a:r>
            <a:r>
              <a:rPr lang="zh-CN" altLang="en-US" sz="2400" dirty="0"/>
              <a:t>之间交换“可达性”信息   </a:t>
            </a:r>
            <a:endParaRPr lang="zh-CN" altLang="en-US" sz="2400" dirty="0"/>
          </a:p>
          <a:p>
            <a:r>
              <a:rPr lang="zh-CN" altLang="en-US" sz="2800" dirty="0"/>
              <a:t>自治系统之间的路由选择必须考虑有关策略</a:t>
            </a:r>
            <a:endParaRPr lang="zh-CN" altLang="en-US" sz="2800" dirty="0"/>
          </a:p>
          <a:p>
            <a:pPr lvl="1"/>
            <a:r>
              <a:rPr lang="zh-CN" altLang="en-US" sz="2400" dirty="0"/>
              <a:t>教育网络不承载商业流量</a:t>
            </a:r>
            <a:endParaRPr lang="zh-CN" altLang="en-US" sz="2400" dirty="0"/>
          </a:p>
          <a:p>
            <a:pPr lvl="1"/>
            <a:r>
              <a:rPr lang="zh-CN" altLang="en-US" sz="2400" dirty="0"/>
              <a:t>起止于</a:t>
            </a:r>
            <a:r>
              <a:rPr lang="en-US" altLang="zh-CN" sz="2400" dirty="0"/>
              <a:t>Apple</a:t>
            </a:r>
            <a:r>
              <a:rPr lang="zh-CN" altLang="en-US" sz="2400" dirty="0"/>
              <a:t>的流量不应该经过</a:t>
            </a:r>
            <a:r>
              <a:rPr lang="en-US" altLang="zh-CN" sz="2400" dirty="0"/>
              <a:t>Google</a:t>
            </a:r>
            <a:r>
              <a:rPr lang="zh-CN" altLang="en-US" sz="2400" dirty="0"/>
              <a:t>中转</a:t>
            </a:r>
            <a:endParaRPr lang="zh-CN" altLang="en-US" sz="2400" dirty="0"/>
          </a:p>
          <a:p>
            <a:r>
              <a:rPr lang="zh-CN" altLang="en-US" sz="2800" dirty="0"/>
              <a:t>边界网关协议 </a:t>
            </a:r>
            <a:r>
              <a:rPr lang="en-US" altLang="zh-CN" sz="2800" dirty="0"/>
              <a:t>BGP </a:t>
            </a:r>
            <a:r>
              <a:rPr lang="zh-CN" altLang="en-US" sz="2800" dirty="0"/>
              <a:t>只能是力求寻找一条能够到达目的网络且比较好的路由（不能兜圈子），而并非要寻找一条最佳路由 </a:t>
            </a:r>
            <a:endParaRPr lang="zh-CN" altLang="en-US" sz="2800" dirty="0"/>
          </a:p>
        </p:txBody>
      </p:sp>
    </p:spTree>
  </p:cSld>
  <p:clrMapOvr>
    <a:masterClrMapping/>
  </p:clrMapOvr>
</p:sld>
</file>

<file path=ppt/slides/slide2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p:txBody>
          <a:bodyPr/>
          <a:lstStyle/>
          <a:p>
            <a:fld id="{D56A8492-160A-46B4-9CE9-4545E99D92BF}" type="slidenum">
              <a:rPr lang="en-US" altLang="zh-CN"/>
            </a:fld>
            <a:endParaRPr lang="en-US" altLang="zh-CN"/>
          </a:p>
        </p:txBody>
      </p:sp>
      <p:sp>
        <p:nvSpPr>
          <p:cNvPr id="567298" name="Rectangle 2"/>
          <p:cNvSpPr>
            <a:spLocks noGrp="1" noChangeArrowheads="1"/>
          </p:cNvSpPr>
          <p:nvPr>
            <p:ph type="title"/>
          </p:nvPr>
        </p:nvSpPr>
        <p:spPr/>
        <p:txBody>
          <a:bodyPr/>
          <a:lstStyle/>
          <a:p>
            <a:r>
              <a:rPr lang="en-US" altLang="zh-CN"/>
              <a:t>“ BGP </a:t>
            </a:r>
            <a:r>
              <a:rPr lang="zh-CN" altLang="en-US"/>
              <a:t>发言人”</a:t>
            </a:r>
            <a:endParaRPr lang="zh-CN" altLang="en-US"/>
          </a:p>
        </p:txBody>
      </p:sp>
      <p:sp>
        <p:nvSpPr>
          <p:cNvPr id="567299" name="Rectangle 3"/>
          <p:cNvSpPr>
            <a:spLocks noGrp="1" noChangeArrowheads="1"/>
          </p:cNvSpPr>
          <p:nvPr>
            <p:ph type="body" idx="1"/>
          </p:nvPr>
        </p:nvSpPr>
        <p:spPr/>
        <p:txBody>
          <a:bodyPr/>
          <a:lstStyle/>
          <a:p>
            <a:r>
              <a:rPr lang="zh-CN" altLang="en-US" dirty="0"/>
              <a:t>每一个自治系统的管理员要选择至少一个路由器作为该自治系统的“ </a:t>
            </a:r>
            <a:r>
              <a:rPr lang="en-US" altLang="zh-CN" dirty="0"/>
              <a:t>BGP </a:t>
            </a:r>
            <a:r>
              <a:rPr lang="zh-CN" altLang="en-US" dirty="0"/>
              <a:t>发言人” </a:t>
            </a:r>
            <a:endParaRPr lang="zh-CN" altLang="en-US" dirty="0"/>
          </a:p>
          <a:p>
            <a:r>
              <a:rPr lang="zh-CN" altLang="en-US" dirty="0"/>
              <a:t>一般说来，两个 </a:t>
            </a:r>
            <a:r>
              <a:rPr lang="en-US" altLang="zh-CN" dirty="0"/>
              <a:t>BGP </a:t>
            </a:r>
            <a:r>
              <a:rPr lang="zh-CN" altLang="en-US" dirty="0"/>
              <a:t>发言人都是通过一个共享网络连接在一起的，而 </a:t>
            </a:r>
            <a:r>
              <a:rPr lang="en-US" altLang="zh-CN" dirty="0"/>
              <a:t>BGP </a:t>
            </a:r>
            <a:r>
              <a:rPr lang="zh-CN" altLang="en-US" dirty="0"/>
              <a:t>发言人往往就是 </a:t>
            </a:r>
            <a:r>
              <a:rPr lang="en-US" altLang="zh-CN" dirty="0"/>
              <a:t>BGP </a:t>
            </a:r>
            <a:r>
              <a:rPr lang="zh-CN" altLang="en-US" dirty="0"/>
              <a:t>边界路由器，但也可以不是 </a:t>
            </a:r>
            <a:r>
              <a:rPr lang="en-US" altLang="zh-CN" dirty="0"/>
              <a:t>BGP </a:t>
            </a:r>
            <a:r>
              <a:rPr lang="zh-CN" altLang="en-US" dirty="0"/>
              <a:t>边界路由器 </a:t>
            </a:r>
            <a:endParaRPr lang="zh-CN" altLang="en-US" dirty="0"/>
          </a:p>
        </p:txBody>
      </p:sp>
    </p:spTree>
  </p:cSld>
  <p:clrMapOvr>
    <a:masterClrMapping/>
  </p:clrMapOvr>
</p:sld>
</file>

<file path=ppt/slides/slide2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8" name="灯片编号占位符 5"/>
          <p:cNvSpPr>
            <a:spLocks noGrp="1"/>
          </p:cNvSpPr>
          <p:nvPr>
            <p:ph type="sldNum" sz="quarter" idx="12"/>
          </p:nvPr>
        </p:nvSpPr>
        <p:spPr/>
        <p:txBody>
          <a:bodyPr/>
          <a:lstStyle/>
          <a:p>
            <a:fld id="{1C533D03-BEB5-42BB-B069-2D416EDCFE39}" type="slidenum">
              <a:rPr lang="en-US" altLang="zh-CN"/>
            </a:fld>
            <a:endParaRPr lang="en-US" altLang="zh-CN"/>
          </a:p>
        </p:txBody>
      </p:sp>
      <p:sp>
        <p:nvSpPr>
          <p:cNvPr id="568322" name="Rectangle 2"/>
          <p:cNvSpPr>
            <a:spLocks noGrp="1" noChangeArrowheads="1"/>
          </p:cNvSpPr>
          <p:nvPr>
            <p:ph type="title"/>
          </p:nvPr>
        </p:nvSpPr>
        <p:spPr/>
        <p:txBody>
          <a:bodyPr/>
          <a:lstStyle/>
          <a:p>
            <a:r>
              <a:rPr lang="en-US" altLang="zh-CN"/>
              <a:t>BGP</a:t>
            </a:r>
            <a:r>
              <a:rPr lang="zh-CN" altLang="en-US"/>
              <a:t>发言人和自治系统 </a:t>
            </a:r>
            <a:r>
              <a:rPr lang="en-US" altLang="zh-CN"/>
              <a:t>AS </a:t>
            </a:r>
            <a:r>
              <a:rPr lang="zh-CN" altLang="en-US"/>
              <a:t>的关系 </a:t>
            </a:r>
            <a:endParaRPr lang="zh-CN" altLang="en-US"/>
          </a:p>
        </p:txBody>
      </p:sp>
      <p:sp>
        <p:nvSpPr>
          <p:cNvPr id="568324" name="Oval 4"/>
          <p:cNvSpPr>
            <a:spLocks noChangeArrowheads="1"/>
          </p:cNvSpPr>
          <p:nvPr/>
        </p:nvSpPr>
        <p:spPr bwMode="auto">
          <a:xfrm>
            <a:off x="6786563" y="1628776"/>
            <a:ext cx="3738562" cy="1985963"/>
          </a:xfrm>
          <a:prstGeom prst="ellipse">
            <a:avLst/>
          </a:prstGeom>
          <a:solidFill>
            <a:schemeClr val="accent5">
              <a:lumMod val="90000"/>
            </a:schemeClr>
          </a:solidFill>
          <a:ln w="9525">
            <a:solidFill>
              <a:schemeClr val="tx1"/>
            </a:solidFill>
            <a:round/>
          </a:ln>
          <a:effectLst>
            <a:outerShdw dist="35921" dir="2700000" algn="ctr" rotWithShape="0">
              <a:schemeClr val="bg2"/>
            </a:outerShdw>
          </a:effectLst>
        </p:spPr>
        <p:txBody>
          <a:bodyPr wrap="none"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568325" name="Oval 5"/>
          <p:cNvSpPr>
            <a:spLocks noChangeArrowheads="1"/>
          </p:cNvSpPr>
          <p:nvPr/>
        </p:nvSpPr>
        <p:spPr bwMode="auto">
          <a:xfrm>
            <a:off x="1882775" y="1628776"/>
            <a:ext cx="3028950" cy="1985963"/>
          </a:xfrm>
          <a:prstGeom prst="ellipse">
            <a:avLst/>
          </a:prstGeom>
          <a:solidFill>
            <a:schemeClr val="accent5">
              <a:lumMod val="90000"/>
            </a:schemeClr>
          </a:solidFill>
          <a:ln w="9525">
            <a:solidFill>
              <a:schemeClr val="tx1"/>
            </a:solidFill>
            <a:round/>
          </a:ln>
          <a:effectLst>
            <a:outerShdw dist="35921" dir="2700000" algn="ctr" rotWithShape="0">
              <a:schemeClr val="bg2"/>
            </a:outerShdw>
          </a:effectLst>
        </p:spPr>
        <p:txBody>
          <a:bodyPr wrap="none"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568326" name="Line 6"/>
          <p:cNvSpPr>
            <a:spLocks noChangeShapeType="1"/>
          </p:cNvSpPr>
          <p:nvPr/>
        </p:nvSpPr>
        <p:spPr bwMode="auto">
          <a:xfrm flipV="1">
            <a:off x="6918326" y="2330451"/>
            <a:ext cx="334963" cy="474663"/>
          </a:xfrm>
          <a:prstGeom prst="line">
            <a:avLst/>
          </a:prstGeom>
          <a:noFill/>
          <a:ln w="28575">
            <a:solidFill>
              <a:srgbClr val="3333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latin typeface="微软雅黑 Light" panose="020B0502040204020203" pitchFamily="34" charset="-122"/>
              <a:ea typeface="微软雅黑 Light" panose="020B0502040204020203" pitchFamily="34" charset="-122"/>
            </a:endParaRPr>
          </a:p>
        </p:txBody>
      </p:sp>
      <p:sp>
        <p:nvSpPr>
          <p:cNvPr id="568327" name="Oval 7"/>
          <p:cNvSpPr>
            <a:spLocks noChangeArrowheads="1"/>
          </p:cNvSpPr>
          <p:nvPr/>
        </p:nvSpPr>
        <p:spPr bwMode="auto">
          <a:xfrm>
            <a:off x="2032306" y="4197122"/>
            <a:ext cx="669925" cy="723900"/>
          </a:xfrm>
          <a:prstGeom prst="ellipse">
            <a:avLst/>
          </a:prstGeom>
          <a:solidFill>
            <a:schemeClr val="accent5">
              <a:lumMod val="90000"/>
            </a:schemeClr>
          </a:solidFill>
          <a:ln w="9525">
            <a:solidFill>
              <a:schemeClr val="tx1"/>
            </a:solidFill>
            <a:round/>
          </a:ln>
          <a:effectLst>
            <a:outerShdw dist="35921" dir="2700000" algn="ctr" rotWithShape="0">
              <a:schemeClr val="bg2"/>
            </a:outerShdw>
          </a:effectLst>
        </p:spPr>
        <p:txBody>
          <a:bodyPr wrap="none"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568328" name="Oval 8"/>
          <p:cNvSpPr>
            <a:spLocks noChangeArrowheads="1"/>
          </p:cNvSpPr>
          <p:nvPr/>
        </p:nvSpPr>
        <p:spPr bwMode="auto">
          <a:xfrm>
            <a:off x="8597901" y="4778375"/>
            <a:ext cx="669925" cy="723900"/>
          </a:xfrm>
          <a:prstGeom prst="ellipse">
            <a:avLst/>
          </a:prstGeom>
          <a:solidFill>
            <a:schemeClr val="accent5">
              <a:lumMod val="90000"/>
            </a:schemeClr>
          </a:solidFill>
          <a:ln w="9525">
            <a:solidFill>
              <a:schemeClr val="tx1"/>
            </a:solidFill>
            <a:round/>
          </a:ln>
          <a:effectLst>
            <a:outerShdw dist="35921" dir="2700000" algn="ctr" rotWithShape="0">
              <a:schemeClr val="bg2"/>
            </a:outerShdw>
          </a:effectLst>
        </p:spPr>
        <p:txBody>
          <a:bodyPr wrap="none"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568332" name="Line 12"/>
          <p:cNvSpPr>
            <a:spLocks noChangeShapeType="1"/>
          </p:cNvSpPr>
          <p:nvPr/>
        </p:nvSpPr>
        <p:spPr bwMode="auto">
          <a:xfrm>
            <a:off x="5013325" y="2836863"/>
            <a:ext cx="1625600" cy="0"/>
          </a:xfrm>
          <a:prstGeom prst="line">
            <a:avLst/>
          </a:prstGeom>
          <a:noFill/>
          <a:ln w="57150">
            <a:solidFill>
              <a:srgbClr val="3333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latin typeface="微软雅黑 Light" panose="020B0502040204020203" pitchFamily="34" charset="-122"/>
              <a:ea typeface="微软雅黑 Light" panose="020B0502040204020203" pitchFamily="34" charset="-122"/>
            </a:endParaRPr>
          </a:p>
        </p:txBody>
      </p:sp>
      <p:sp>
        <p:nvSpPr>
          <p:cNvPr id="568333" name="Line 13"/>
          <p:cNvSpPr>
            <a:spLocks noChangeShapeType="1"/>
          </p:cNvSpPr>
          <p:nvPr/>
        </p:nvSpPr>
        <p:spPr bwMode="auto">
          <a:xfrm>
            <a:off x="7987952" y="4825298"/>
            <a:ext cx="632013" cy="342013"/>
          </a:xfrm>
          <a:prstGeom prst="line">
            <a:avLst/>
          </a:prstGeom>
          <a:noFill/>
          <a:ln w="57150">
            <a:solidFill>
              <a:srgbClr val="3333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latin typeface="微软雅黑 Light" panose="020B0502040204020203" pitchFamily="34" charset="-122"/>
              <a:ea typeface="微软雅黑 Light" panose="020B0502040204020203" pitchFamily="34" charset="-122"/>
            </a:endParaRPr>
          </a:p>
        </p:txBody>
      </p:sp>
      <p:sp>
        <p:nvSpPr>
          <p:cNvPr id="568334" name="Line 14"/>
          <p:cNvSpPr>
            <a:spLocks noChangeShapeType="1"/>
          </p:cNvSpPr>
          <p:nvPr/>
        </p:nvSpPr>
        <p:spPr bwMode="auto">
          <a:xfrm>
            <a:off x="2721940" y="4683125"/>
            <a:ext cx="754063" cy="668338"/>
          </a:xfrm>
          <a:prstGeom prst="line">
            <a:avLst/>
          </a:prstGeom>
          <a:noFill/>
          <a:ln w="57150">
            <a:solidFill>
              <a:srgbClr val="3333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latin typeface="微软雅黑 Light" panose="020B0502040204020203" pitchFamily="34" charset="-122"/>
              <a:ea typeface="微软雅黑 Light" panose="020B0502040204020203" pitchFamily="34" charset="-122"/>
            </a:endParaRPr>
          </a:p>
        </p:txBody>
      </p:sp>
      <p:sp>
        <p:nvSpPr>
          <p:cNvPr id="568335" name="Line 15"/>
          <p:cNvSpPr>
            <a:spLocks noChangeShapeType="1"/>
          </p:cNvSpPr>
          <p:nvPr/>
        </p:nvSpPr>
        <p:spPr bwMode="auto">
          <a:xfrm flipH="1">
            <a:off x="1631950" y="4776788"/>
            <a:ext cx="503239" cy="668338"/>
          </a:xfrm>
          <a:prstGeom prst="line">
            <a:avLst/>
          </a:prstGeom>
          <a:noFill/>
          <a:ln w="57150">
            <a:solidFill>
              <a:srgbClr val="3333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latin typeface="微软雅黑 Light" panose="020B0502040204020203" pitchFamily="34" charset="-122"/>
              <a:ea typeface="微软雅黑 Light" panose="020B0502040204020203" pitchFamily="34" charset="-122"/>
            </a:endParaRPr>
          </a:p>
        </p:txBody>
      </p:sp>
      <p:sp>
        <p:nvSpPr>
          <p:cNvPr id="568336" name="Line 16"/>
          <p:cNvSpPr>
            <a:spLocks noChangeShapeType="1"/>
          </p:cNvSpPr>
          <p:nvPr/>
        </p:nvSpPr>
        <p:spPr bwMode="auto">
          <a:xfrm flipV="1">
            <a:off x="8007350" y="5351463"/>
            <a:ext cx="654050" cy="381000"/>
          </a:xfrm>
          <a:prstGeom prst="line">
            <a:avLst/>
          </a:prstGeom>
          <a:noFill/>
          <a:ln w="57150">
            <a:solidFill>
              <a:srgbClr val="3333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latin typeface="微软雅黑 Light" panose="020B0502040204020203" pitchFamily="34" charset="-122"/>
              <a:ea typeface="微软雅黑 Light" panose="020B0502040204020203" pitchFamily="34" charset="-122"/>
            </a:endParaRPr>
          </a:p>
        </p:txBody>
      </p:sp>
      <p:sp>
        <p:nvSpPr>
          <p:cNvPr id="568337" name="Line 17"/>
          <p:cNvSpPr>
            <a:spLocks noChangeShapeType="1"/>
          </p:cNvSpPr>
          <p:nvPr/>
        </p:nvSpPr>
        <p:spPr bwMode="auto">
          <a:xfrm>
            <a:off x="9267826" y="5159375"/>
            <a:ext cx="754063" cy="192088"/>
          </a:xfrm>
          <a:prstGeom prst="line">
            <a:avLst/>
          </a:prstGeom>
          <a:noFill/>
          <a:ln w="57150">
            <a:solidFill>
              <a:srgbClr val="3333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latin typeface="微软雅黑 Light" panose="020B0502040204020203" pitchFamily="34" charset="-122"/>
              <a:ea typeface="微软雅黑 Light" panose="020B0502040204020203" pitchFamily="34" charset="-122"/>
            </a:endParaRPr>
          </a:p>
        </p:txBody>
      </p:sp>
      <p:sp>
        <p:nvSpPr>
          <p:cNvPr id="568338" name="Text Box 18"/>
          <p:cNvSpPr txBox="1">
            <a:spLocks noChangeArrowheads="1"/>
          </p:cNvSpPr>
          <p:nvPr/>
        </p:nvSpPr>
        <p:spPr bwMode="auto">
          <a:xfrm>
            <a:off x="3179764" y="3871054"/>
            <a:ext cx="1552575" cy="3984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dirty="0">
                <a:solidFill>
                  <a:srgbClr val="333399"/>
                </a:solidFill>
                <a:latin typeface="微软雅黑 Light" panose="020B0502040204020203" pitchFamily="34" charset="-122"/>
                <a:ea typeface="微软雅黑 Light" panose="020B0502040204020203" pitchFamily="34" charset="-122"/>
              </a:rPr>
              <a:t>BGP </a:t>
            </a:r>
            <a:r>
              <a:rPr kumimoji="1" lang="zh-CN" altLang="en-US" dirty="0">
                <a:solidFill>
                  <a:srgbClr val="333399"/>
                </a:solidFill>
                <a:latin typeface="微软雅黑 Light" panose="020B0502040204020203" pitchFamily="34" charset="-122"/>
                <a:ea typeface="微软雅黑 Light" panose="020B0502040204020203" pitchFamily="34" charset="-122"/>
              </a:rPr>
              <a:t>发言人</a:t>
            </a:r>
            <a:endParaRPr kumimoji="1" lang="zh-CN" altLang="en-US" dirty="0">
              <a:solidFill>
                <a:srgbClr val="333399"/>
              </a:solidFill>
              <a:latin typeface="微软雅黑 Light" panose="020B0502040204020203" pitchFamily="34" charset="-122"/>
              <a:ea typeface="微软雅黑 Light" panose="020B0502040204020203" pitchFamily="34" charset="-122"/>
            </a:endParaRPr>
          </a:p>
        </p:txBody>
      </p:sp>
      <p:sp>
        <p:nvSpPr>
          <p:cNvPr id="568340" name="Text Box 20"/>
          <p:cNvSpPr txBox="1">
            <a:spLocks noChangeArrowheads="1"/>
          </p:cNvSpPr>
          <p:nvPr/>
        </p:nvSpPr>
        <p:spPr bwMode="auto">
          <a:xfrm>
            <a:off x="6161089" y="3357563"/>
            <a:ext cx="1552575" cy="398462"/>
          </a:xfrm>
          <a:prstGeom prst="rect">
            <a:avLst/>
          </a:prstGeom>
          <a:solidFill>
            <a:schemeClr val="bg1">
              <a:alpha val="50000"/>
            </a:scheme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dirty="0">
                <a:solidFill>
                  <a:srgbClr val="333399"/>
                </a:solidFill>
                <a:latin typeface="微软雅黑 Light" panose="020B0502040204020203" pitchFamily="34" charset="-122"/>
                <a:ea typeface="微软雅黑 Light" panose="020B0502040204020203" pitchFamily="34" charset="-122"/>
              </a:rPr>
              <a:t>BGP </a:t>
            </a:r>
            <a:r>
              <a:rPr kumimoji="1" lang="zh-CN" altLang="en-US" dirty="0">
                <a:solidFill>
                  <a:srgbClr val="333399"/>
                </a:solidFill>
                <a:latin typeface="微软雅黑 Light" panose="020B0502040204020203" pitchFamily="34" charset="-122"/>
                <a:ea typeface="微软雅黑 Light" panose="020B0502040204020203" pitchFamily="34" charset="-122"/>
              </a:rPr>
              <a:t>发言人</a:t>
            </a:r>
            <a:endParaRPr kumimoji="1" lang="zh-CN" altLang="en-US" dirty="0">
              <a:solidFill>
                <a:srgbClr val="333399"/>
              </a:solidFill>
              <a:latin typeface="微软雅黑 Light" panose="020B0502040204020203" pitchFamily="34" charset="-122"/>
              <a:ea typeface="微软雅黑 Light" panose="020B0502040204020203" pitchFamily="34" charset="-122"/>
            </a:endParaRPr>
          </a:p>
        </p:txBody>
      </p:sp>
      <p:sp>
        <p:nvSpPr>
          <p:cNvPr id="568341" name="Text Box 21"/>
          <p:cNvSpPr txBox="1">
            <a:spLocks noChangeArrowheads="1"/>
          </p:cNvSpPr>
          <p:nvPr/>
        </p:nvSpPr>
        <p:spPr bwMode="auto">
          <a:xfrm>
            <a:off x="7643814" y="4149726"/>
            <a:ext cx="155257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dirty="0">
                <a:solidFill>
                  <a:srgbClr val="333399"/>
                </a:solidFill>
                <a:latin typeface="微软雅黑 Light" panose="020B0502040204020203" pitchFamily="34" charset="-122"/>
                <a:ea typeface="微软雅黑 Light" panose="020B0502040204020203" pitchFamily="34" charset="-122"/>
              </a:rPr>
              <a:t>BGP </a:t>
            </a:r>
            <a:r>
              <a:rPr kumimoji="1" lang="zh-CN" altLang="en-US" dirty="0">
                <a:solidFill>
                  <a:srgbClr val="333399"/>
                </a:solidFill>
                <a:latin typeface="微软雅黑 Light" panose="020B0502040204020203" pitchFamily="34" charset="-122"/>
                <a:ea typeface="微软雅黑 Light" panose="020B0502040204020203" pitchFamily="34" charset="-122"/>
              </a:rPr>
              <a:t>发言人</a:t>
            </a:r>
            <a:endParaRPr kumimoji="1" lang="zh-CN" altLang="en-US" dirty="0">
              <a:solidFill>
                <a:srgbClr val="333399"/>
              </a:solidFill>
              <a:latin typeface="微软雅黑 Light" panose="020B0502040204020203" pitchFamily="34" charset="-122"/>
              <a:ea typeface="微软雅黑 Light" panose="020B0502040204020203" pitchFamily="34" charset="-122"/>
            </a:endParaRPr>
          </a:p>
        </p:txBody>
      </p:sp>
      <p:sp>
        <p:nvSpPr>
          <p:cNvPr id="568342" name="Text Box 22"/>
          <p:cNvSpPr txBox="1">
            <a:spLocks noChangeArrowheads="1"/>
          </p:cNvSpPr>
          <p:nvPr/>
        </p:nvSpPr>
        <p:spPr bwMode="auto">
          <a:xfrm>
            <a:off x="5887236" y="1997076"/>
            <a:ext cx="954107"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lnSpc>
                <a:spcPct val="90000"/>
              </a:lnSpc>
            </a:pPr>
            <a:r>
              <a:rPr kumimoji="1" lang="en-US" altLang="zh-CN" dirty="0">
                <a:solidFill>
                  <a:srgbClr val="333399"/>
                </a:solidFill>
                <a:latin typeface="微软雅黑 Light" panose="020B0502040204020203" pitchFamily="34" charset="-122"/>
                <a:ea typeface="微软雅黑 Light" panose="020B0502040204020203" pitchFamily="34" charset="-122"/>
              </a:rPr>
              <a:t>BGP</a:t>
            </a:r>
            <a:endParaRPr kumimoji="1" lang="en-US" altLang="zh-CN" dirty="0">
              <a:solidFill>
                <a:srgbClr val="333399"/>
              </a:solidFill>
              <a:latin typeface="微软雅黑 Light" panose="020B0502040204020203" pitchFamily="34" charset="-122"/>
              <a:ea typeface="微软雅黑 Light" panose="020B0502040204020203" pitchFamily="34" charset="-122"/>
            </a:endParaRPr>
          </a:p>
          <a:p>
            <a:pPr algn="ctr">
              <a:lnSpc>
                <a:spcPct val="90000"/>
              </a:lnSpc>
            </a:pPr>
            <a:r>
              <a:rPr kumimoji="1" lang="zh-CN" altLang="en-US" dirty="0">
                <a:solidFill>
                  <a:srgbClr val="333399"/>
                </a:solidFill>
                <a:latin typeface="微软雅黑 Light" panose="020B0502040204020203" pitchFamily="34" charset="-122"/>
                <a:ea typeface="微软雅黑 Light" panose="020B0502040204020203" pitchFamily="34" charset="-122"/>
              </a:rPr>
              <a:t>发言人</a:t>
            </a:r>
            <a:endParaRPr kumimoji="1" lang="zh-CN" altLang="en-US" dirty="0">
              <a:solidFill>
                <a:srgbClr val="333399"/>
              </a:solidFill>
              <a:latin typeface="微软雅黑 Light" panose="020B0502040204020203" pitchFamily="34" charset="-122"/>
              <a:ea typeface="微软雅黑 Light" panose="020B0502040204020203" pitchFamily="34" charset="-122"/>
            </a:endParaRPr>
          </a:p>
        </p:txBody>
      </p:sp>
      <p:sp>
        <p:nvSpPr>
          <p:cNvPr id="568343" name="Line 23"/>
          <p:cNvSpPr>
            <a:spLocks noChangeShapeType="1"/>
          </p:cNvSpPr>
          <p:nvPr/>
        </p:nvSpPr>
        <p:spPr bwMode="auto">
          <a:xfrm>
            <a:off x="6988176" y="2828926"/>
            <a:ext cx="936625" cy="358775"/>
          </a:xfrm>
          <a:prstGeom prst="line">
            <a:avLst/>
          </a:prstGeom>
          <a:noFill/>
          <a:ln w="28575">
            <a:solidFill>
              <a:srgbClr val="3333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latin typeface="微软雅黑 Light" panose="020B0502040204020203" pitchFamily="34" charset="-122"/>
              <a:ea typeface="微软雅黑 Light" panose="020B0502040204020203" pitchFamily="34" charset="-122"/>
            </a:endParaRPr>
          </a:p>
        </p:txBody>
      </p:sp>
      <p:sp>
        <p:nvSpPr>
          <p:cNvPr id="568344" name="Line 24"/>
          <p:cNvSpPr>
            <a:spLocks noChangeShapeType="1"/>
          </p:cNvSpPr>
          <p:nvPr/>
        </p:nvSpPr>
        <p:spPr bwMode="auto">
          <a:xfrm>
            <a:off x="5849938" y="3763964"/>
            <a:ext cx="400050" cy="669925"/>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latin typeface="微软雅黑 Light" panose="020B0502040204020203" pitchFamily="34" charset="-122"/>
              <a:ea typeface="微软雅黑 Light" panose="020B0502040204020203" pitchFamily="34" charset="-122"/>
            </a:endParaRPr>
          </a:p>
        </p:txBody>
      </p:sp>
      <p:sp>
        <p:nvSpPr>
          <p:cNvPr id="568345" name="Oval 25"/>
          <p:cNvSpPr>
            <a:spLocks noChangeArrowheads="1"/>
          </p:cNvSpPr>
          <p:nvPr/>
        </p:nvSpPr>
        <p:spPr bwMode="auto">
          <a:xfrm>
            <a:off x="4232276" y="3690938"/>
            <a:ext cx="3440113" cy="2043112"/>
          </a:xfrm>
          <a:prstGeom prst="ellipse">
            <a:avLst/>
          </a:prstGeom>
          <a:solidFill>
            <a:schemeClr val="accent5">
              <a:lumMod val="90000"/>
            </a:schemeClr>
          </a:solidFill>
          <a:ln w="9525">
            <a:solidFill>
              <a:schemeClr val="tx1"/>
            </a:solidFill>
            <a:round/>
          </a:ln>
          <a:effectLst>
            <a:outerShdw dist="35921" dir="2700000" algn="ctr" rotWithShape="0">
              <a:schemeClr val="bg2"/>
            </a:outerShdw>
          </a:effectLst>
        </p:spPr>
        <p:txBody>
          <a:bodyPr wrap="none"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568346" name="Line 26"/>
          <p:cNvSpPr>
            <a:spLocks noChangeShapeType="1"/>
          </p:cNvSpPr>
          <p:nvPr/>
        </p:nvSpPr>
        <p:spPr bwMode="auto">
          <a:xfrm>
            <a:off x="6750050" y="4206875"/>
            <a:ext cx="838200" cy="381000"/>
          </a:xfrm>
          <a:prstGeom prst="line">
            <a:avLst/>
          </a:prstGeom>
          <a:noFill/>
          <a:ln w="28575">
            <a:solidFill>
              <a:srgbClr val="3333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latin typeface="微软雅黑 Light" panose="020B0502040204020203" pitchFamily="34" charset="-122"/>
              <a:ea typeface="微软雅黑 Light" panose="020B0502040204020203" pitchFamily="34" charset="-122"/>
            </a:endParaRPr>
          </a:p>
        </p:txBody>
      </p:sp>
      <p:sp>
        <p:nvSpPr>
          <p:cNvPr id="568347" name="Line 27"/>
          <p:cNvSpPr>
            <a:spLocks noChangeShapeType="1"/>
          </p:cNvSpPr>
          <p:nvPr/>
        </p:nvSpPr>
        <p:spPr bwMode="auto">
          <a:xfrm flipH="1">
            <a:off x="6750051" y="4587875"/>
            <a:ext cx="1006475" cy="763588"/>
          </a:xfrm>
          <a:prstGeom prst="line">
            <a:avLst/>
          </a:prstGeom>
          <a:noFill/>
          <a:ln w="28575">
            <a:solidFill>
              <a:srgbClr val="3333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latin typeface="微软雅黑 Light" panose="020B0502040204020203" pitchFamily="34" charset="-122"/>
              <a:ea typeface="微软雅黑 Light" panose="020B0502040204020203" pitchFamily="34" charset="-122"/>
            </a:endParaRPr>
          </a:p>
        </p:txBody>
      </p:sp>
      <p:sp>
        <p:nvSpPr>
          <p:cNvPr id="568348" name="Line 28"/>
          <p:cNvSpPr>
            <a:spLocks noChangeShapeType="1"/>
          </p:cNvSpPr>
          <p:nvPr/>
        </p:nvSpPr>
        <p:spPr bwMode="auto">
          <a:xfrm>
            <a:off x="5910263" y="4492625"/>
            <a:ext cx="671512" cy="666750"/>
          </a:xfrm>
          <a:prstGeom prst="line">
            <a:avLst/>
          </a:prstGeom>
          <a:noFill/>
          <a:ln w="28575">
            <a:solidFill>
              <a:srgbClr val="3333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latin typeface="微软雅黑 Light" panose="020B0502040204020203" pitchFamily="34" charset="-122"/>
              <a:ea typeface="微软雅黑 Light" panose="020B0502040204020203" pitchFamily="34" charset="-122"/>
            </a:endParaRPr>
          </a:p>
        </p:txBody>
      </p:sp>
      <p:sp>
        <p:nvSpPr>
          <p:cNvPr id="568349" name="Line 29"/>
          <p:cNvSpPr>
            <a:spLocks noChangeShapeType="1"/>
          </p:cNvSpPr>
          <p:nvPr/>
        </p:nvSpPr>
        <p:spPr bwMode="auto">
          <a:xfrm flipV="1">
            <a:off x="5995989" y="4300539"/>
            <a:ext cx="668337" cy="192087"/>
          </a:xfrm>
          <a:prstGeom prst="line">
            <a:avLst/>
          </a:prstGeom>
          <a:noFill/>
          <a:ln w="28575">
            <a:solidFill>
              <a:srgbClr val="3333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latin typeface="微软雅黑 Light" panose="020B0502040204020203" pitchFamily="34" charset="-122"/>
              <a:ea typeface="微软雅黑 Light" panose="020B0502040204020203" pitchFamily="34" charset="-122"/>
            </a:endParaRPr>
          </a:p>
        </p:txBody>
      </p:sp>
      <p:sp>
        <p:nvSpPr>
          <p:cNvPr id="568350" name="Line 30"/>
          <p:cNvSpPr>
            <a:spLocks noChangeShapeType="1"/>
          </p:cNvSpPr>
          <p:nvPr/>
        </p:nvSpPr>
        <p:spPr bwMode="auto">
          <a:xfrm flipH="1">
            <a:off x="4821239" y="4492626"/>
            <a:ext cx="1089025" cy="149225"/>
          </a:xfrm>
          <a:prstGeom prst="line">
            <a:avLst/>
          </a:prstGeom>
          <a:noFill/>
          <a:ln w="28575">
            <a:solidFill>
              <a:srgbClr val="3333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latin typeface="微软雅黑 Light" panose="020B0502040204020203" pitchFamily="34" charset="-122"/>
              <a:ea typeface="微软雅黑 Light" panose="020B0502040204020203" pitchFamily="34" charset="-122"/>
            </a:endParaRPr>
          </a:p>
        </p:txBody>
      </p:sp>
      <p:sp>
        <p:nvSpPr>
          <p:cNvPr id="568351" name="Line 31"/>
          <p:cNvSpPr>
            <a:spLocks noChangeShapeType="1"/>
          </p:cNvSpPr>
          <p:nvPr/>
        </p:nvSpPr>
        <p:spPr bwMode="auto">
          <a:xfrm>
            <a:off x="4821239" y="4684714"/>
            <a:ext cx="668337" cy="763587"/>
          </a:xfrm>
          <a:prstGeom prst="line">
            <a:avLst/>
          </a:prstGeom>
          <a:noFill/>
          <a:ln w="28575">
            <a:solidFill>
              <a:srgbClr val="3333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latin typeface="微软雅黑 Light" panose="020B0502040204020203" pitchFamily="34" charset="-122"/>
              <a:ea typeface="微软雅黑 Light" panose="020B0502040204020203" pitchFamily="34" charset="-122"/>
            </a:endParaRPr>
          </a:p>
        </p:txBody>
      </p:sp>
      <p:sp>
        <p:nvSpPr>
          <p:cNvPr id="568352" name="Line 32"/>
          <p:cNvSpPr>
            <a:spLocks noChangeShapeType="1"/>
          </p:cNvSpPr>
          <p:nvPr/>
        </p:nvSpPr>
        <p:spPr bwMode="auto">
          <a:xfrm flipV="1">
            <a:off x="5575301" y="5351464"/>
            <a:ext cx="1006475" cy="96837"/>
          </a:xfrm>
          <a:prstGeom prst="line">
            <a:avLst/>
          </a:prstGeom>
          <a:noFill/>
          <a:ln w="28575">
            <a:solidFill>
              <a:srgbClr val="3333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latin typeface="微软雅黑 Light" panose="020B0502040204020203" pitchFamily="34" charset="-122"/>
              <a:ea typeface="微软雅黑 Light" panose="020B0502040204020203" pitchFamily="34" charset="-122"/>
            </a:endParaRPr>
          </a:p>
        </p:txBody>
      </p:sp>
      <p:sp>
        <p:nvSpPr>
          <p:cNvPr id="568353" name="Line 33"/>
          <p:cNvSpPr>
            <a:spLocks noChangeShapeType="1"/>
          </p:cNvSpPr>
          <p:nvPr/>
        </p:nvSpPr>
        <p:spPr bwMode="auto">
          <a:xfrm>
            <a:off x="8596314" y="2138364"/>
            <a:ext cx="382587" cy="1209675"/>
          </a:xfrm>
          <a:prstGeom prst="line">
            <a:avLst/>
          </a:prstGeom>
          <a:noFill/>
          <a:ln w="28575">
            <a:solidFill>
              <a:srgbClr val="3333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latin typeface="微软雅黑 Light" panose="020B0502040204020203" pitchFamily="34" charset="-122"/>
              <a:ea typeface="微软雅黑 Light" panose="020B0502040204020203" pitchFamily="34" charset="-122"/>
            </a:endParaRPr>
          </a:p>
        </p:txBody>
      </p:sp>
      <p:sp>
        <p:nvSpPr>
          <p:cNvPr id="568354" name="Line 34"/>
          <p:cNvSpPr>
            <a:spLocks noChangeShapeType="1"/>
          </p:cNvSpPr>
          <p:nvPr/>
        </p:nvSpPr>
        <p:spPr bwMode="auto">
          <a:xfrm>
            <a:off x="8007351" y="3187700"/>
            <a:ext cx="923925" cy="192088"/>
          </a:xfrm>
          <a:prstGeom prst="line">
            <a:avLst/>
          </a:prstGeom>
          <a:noFill/>
          <a:ln w="28575">
            <a:solidFill>
              <a:srgbClr val="3333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latin typeface="微软雅黑 Light" panose="020B0502040204020203" pitchFamily="34" charset="-122"/>
              <a:ea typeface="微软雅黑 Light" panose="020B0502040204020203" pitchFamily="34" charset="-122"/>
            </a:endParaRPr>
          </a:p>
        </p:txBody>
      </p:sp>
      <p:sp>
        <p:nvSpPr>
          <p:cNvPr id="568355" name="Line 35"/>
          <p:cNvSpPr>
            <a:spLocks noChangeShapeType="1"/>
          </p:cNvSpPr>
          <p:nvPr/>
        </p:nvSpPr>
        <p:spPr bwMode="auto">
          <a:xfrm>
            <a:off x="8678863" y="1914525"/>
            <a:ext cx="755650" cy="96838"/>
          </a:xfrm>
          <a:prstGeom prst="line">
            <a:avLst/>
          </a:prstGeom>
          <a:noFill/>
          <a:ln w="28575">
            <a:solidFill>
              <a:srgbClr val="3333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latin typeface="微软雅黑 Light" panose="020B0502040204020203" pitchFamily="34" charset="-122"/>
              <a:ea typeface="微软雅黑 Light" panose="020B0502040204020203" pitchFamily="34" charset="-122"/>
            </a:endParaRPr>
          </a:p>
        </p:txBody>
      </p:sp>
      <p:sp>
        <p:nvSpPr>
          <p:cNvPr id="568356" name="Line 36"/>
          <p:cNvSpPr>
            <a:spLocks noChangeShapeType="1"/>
          </p:cNvSpPr>
          <p:nvPr/>
        </p:nvSpPr>
        <p:spPr bwMode="auto">
          <a:xfrm>
            <a:off x="4316413" y="2201864"/>
            <a:ext cx="393700" cy="446087"/>
          </a:xfrm>
          <a:prstGeom prst="line">
            <a:avLst/>
          </a:prstGeom>
          <a:noFill/>
          <a:ln w="28575">
            <a:solidFill>
              <a:srgbClr val="3333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latin typeface="微软雅黑 Light" panose="020B0502040204020203" pitchFamily="34" charset="-122"/>
              <a:ea typeface="微软雅黑 Light" panose="020B0502040204020203" pitchFamily="34" charset="-122"/>
            </a:endParaRPr>
          </a:p>
        </p:txBody>
      </p:sp>
      <p:sp>
        <p:nvSpPr>
          <p:cNvPr id="568357" name="Line 37"/>
          <p:cNvSpPr>
            <a:spLocks noChangeShapeType="1"/>
          </p:cNvSpPr>
          <p:nvPr/>
        </p:nvSpPr>
        <p:spPr bwMode="auto">
          <a:xfrm flipV="1">
            <a:off x="3729039" y="2797176"/>
            <a:ext cx="981075" cy="358775"/>
          </a:xfrm>
          <a:prstGeom prst="line">
            <a:avLst/>
          </a:prstGeom>
          <a:noFill/>
          <a:ln w="28575">
            <a:solidFill>
              <a:srgbClr val="3333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latin typeface="微软雅黑 Light" panose="020B0502040204020203" pitchFamily="34" charset="-122"/>
              <a:ea typeface="微软雅黑 Light" panose="020B0502040204020203" pitchFamily="34" charset="-122"/>
            </a:endParaRPr>
          </a:p>
        </p:txBody>
      </p:sp>
      <p:sp>
        <p:nvSpPr>
          <p:cNvPr id="568358" name="Line 38"/>
          <p:cNvSpPr>
            <a:spLocks noChangeShapeType="1"/>
          </p:cNvSpPr>
          <p:nvPr/>
        </p:nvSpPr>
        <p:spPr bwMode="auto">
          <a:xfrm flipH="1">
            <a:off x="3394076" y="3155950"/>
            <a:ext cx="334963" cy="477838"/>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latin typeface="微软雅黑 Light" panose="020B0502040204020203" pitchFamily="34" charset="-122"/>
              <a:ea typeface="微软雅黑 Light" panose="020B0502040204020203" pitchFamily="34" charset="-122"/>
            </a:endParaRPr>
          </a:p>
        </p:txBody>
      </p:sp>
      <p:sp>
        <p:nvSpPr>
          <p:cNvPr id="568359" name="Line 39"/>
          <p:cNvSpPr>
            <a:spLocks noChangeShapeType="1"/>
          </p:cNvSpPr>
          <p:nvPr/>
        </p:nvSpPr>
        <p:spPr bwMode="auto">
          <a:xfrm flipV="1">
            <a:off x="2554288" y="3155950"/>
            <a:ext cx="1092200" cy="0"/>
          </a:xfrm>
          <a:prstGeom prst="line">
            <a:avLst/>
          </a:prstGeom>
          <a:noFill/>
          <a:ln w="28575">
            <a:solidFill>
              <a:srgbClr val="3333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latin typeface="微软雅黑 Light" panose="020B0502040204020203" pitchFamily="34" charset="-122"/>
              <a:ea typeface="微软雅黑 Light" panose="020B0502040204020203" pitchFamily="34" charset="-122"/>
            </a:endParaRPr>
          </a:p>
        </p:txBody>
      </p:sp>
      <p:sp>
        <p:nvSpPr>
          <p:cNvPr id="568360" name="Line 40"/>
          <p:cNvSpPr>
            <a:spLocks noChangeShapeType="1"/>
          </p:cNvSpPr>
          <p:nvPr/>
        </p:nvSpPr>
        <p:spPr bwMode="auto">
          <a:xfrm>
            <a:off x="2386013" y="2487613"/>
            <a:ext cx="133350" cy="595312"/>
          </a:xfrm>
          <a:prstGeom prst="line">
            <a:avLst/>
          </a:prstGeom>
          <a:noFill/>
          <a:ln w="28575">
            <a:solidFill>
              <a:srgbClr val="3333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latin typeface="微软雅黑 Light" panose="020B0502040204020203" pitchFamily="34" charset="-122"/>
              <a:ea typeface="微软雅黑 Light" panose="020B0502040204020203" pitchFamily="34" charset="-122"/>
            </a:endParaRPr>
          </a:p>
        </p:txBody>
      </p:sp>
      <p:sp>
        <p:nvSpPr>
          <p:cNvPr id="568361" name="Line 41"/>
          <p:cNvSpPr>
            <a:spLocks noChangeShapeType="1"/>
          </p:cNvSpPr>
          <p:nvPr/>
        </p:nvSpPr>
        <p:spPr bwMode="auto">
          <a:xfrm flipV="1">
            <a:off x="2386014" y="1914525"/>
            <a:ext cx="923925" cy="477838"/>
          </a:xfrm>
          <a:prstGeom prst="line">
            <a:avLst/>
          </a:prstGeom>
          <a:noFill/>
          <a:ln w="28575">
            <a:solidFill>
              <a:srgbClr val="3333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latin typeface="微软雅黑 Light" panose="020B0502040204020203" pitchFamily="34" charset="-122"/>
              <a:ea typeface="微软雅黑 Light" panose="020B0502040204020203" pitchFamily="34" charset="-122"/>
            </a:endParaRPr>
          </a:p>
        </p:txBody>
      </p:sp>
      <p:sp>
        <p:nvSpPr>
          <p:cNvPr id="568362" name="Line 42"/>
          <p:cNvSpPr>
            <a:spLocks noChangeShapeType="1"/>
          </p:cNvSpPr>
          <p:nvPr/>
        </p:nvSpPr>
        <p:spPr bwMode="auto">
          <a:xfrm>
            <a:off x="3309939" y="1914525"/>
            <a:ext cx="839787" cy="287338"/>
          </a:xfrm>
          <a:prstGeom prst="line">
            <a:avLst/>
          </a:prstGeom>
          <a:noFill/>
          <a:ln w="28575">
            <a:solidFill>
              <a:srgbClr val="3333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latin typeface="微软雅黑 Light" panose="020B0502040204020203" pitchFamily="34" charset="-122"/>
              <a:ea typeface="微软雅黑 Light" panose="020B0502040204020203" pitchFamily="34" charset="-122"/>
            </a:endParaRPr>
          </a:p>
        </p:txBody>
      </p:sp>
      <p:sp>
        <p:nvSpPr>
          <p:cNvPr id="568363" name="Line 43"/>
          <p:cNvSpPr>
            <a:spLocks noChangeShapeType="1"/>
          </p:cNvSpPr>
          <p:nvPr/>
        </p:nvSpPr>
        <p:spPr bwMode="auto">
          <a:xfrm flipV="1">
            <a:off x="7756526" y="1946275"/>
            <a:ext cx="754063" cy="192088"/>
          </a:xfrm>
          <a:prstGeom prst="line">
            <a:avLst/>
          </a:prstGeom>
          <a:noFill/>
          <a:ln w="28575">
            <a:solidFill>
              <a:srgbClr val="3333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latin typeface="微软雅黑 Light" panose="020B0502040204020203" pitchFamily="34" charset="-122"/>
              <a:ea typeface="微软雅黑 Light" panose="020B0502040204020203" pitchFamily="34" charset="-122"/>
            </a:endParaRPr>
          </a:p>
        </p:txBody>
      </p:sp>
      <p:sp>
        <p:nvSpPr>
          <p:cNvPr id="568364" name="Line 44"/>
          <p:cNvSpPr>
            <a:spLocks noChangeShapeType="1"/>
          </p:cNvSpPr>
          <p:nvPr/>
        </p:nvSpPr>
        <p:spPr bwMode="auto">
          <a:xfrm>
            <a:off x="7756525" y="2233614"/>
            <a:ext cx="336550" cy="860425"/>
          </a:xfrm>
          <a:prstGeom prst="line">
            <a:avLst/>
          </a:prstGeom>
          <a:noFill/>
          <a:ln w="28575">
            <a:solidFill>
              <a:srgbClr val="3333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latin typeface="微软雅黑 Light" panose="020B0502040204020203" pitchFamily="34" charset="-122"/>
              <a:ea typeface="微软雅黑 Light" panose="020B0502040204020203" pitchFamily="34" charset="-122"/>
            </a:endParaRPr>
          </a:p>
        </p:txBody>
      </p:sp>
      <p:grpSp>
        <p:nvGrpSpPr>
          <p:cNvPr id="568370" name="Group 50"/>
          <p:cNvGrpSpPr/>
          <p:nvPr/>
        </p:nvGrpSpPr>
        <p:grpSpPr bwMode="auto">
          <a:xfrm>
            <a:off x="3897313" y="1914525"/>
            <a:ext cx="603250" cy="522288"/>
            <a:chOff x="2949" y="196"/>
            <a:chExt cx="941" cy="598"/>
          </a:xfrm>
        </p:grpSpPr>
        <p:sp>
          <p:nvSpPr>
            <p:cNvPr id="568371" name="Oval 51"/>
            <p:cNvSpPr>
              <a:spLocks noChangeArrowheads="1"/>
            </p:cNvSpPr>
            <p:nvPr/>
          </p:nvSpPr>
          <p:spPr bwMode="auto">
            <a:xfrm>
              <a:off x="3168" y="196"/>
              <a:ext cx="407" cy="162"/>
            </a:xfrm>
            <a:prstGeom prst="ellipse">
              <a:avLst/>
            </a:prstGeom>
            <a:solidFill>
              <a:srgbClr val="EAEAEA"/>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568372" name="Oval 52"/>
            <p:cNvSpPr>
              <a:spLocks noChangeArrowheads="1"/>
            </p:cNvSpPr>
            <p:nvPr/>
          </p:nvSpPr>
          <p:spPr bwMode="auto">
            <a:xfrm rot="900000">
              <a:off x="3512" y="252"/>
              <a:ext cx="275" cy="131"/>
            </a:xfrm>
            <a:prstGeom prst="ellipse">
              <a:avLst/>
            </a:prstGeom>
            <a:solidFill>
              <a:srgbClr val="EAEAEA"/>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568373" name="Oval 53"/>
            <p:cNvSpPr>
              <a:spLocks noChangeArrowheads="1"/>
            </p:cNvSpPr>
            <p:nvPr/>
          </p:nvSpPr>
          <p:spPr bwMode="auto">
            <a:xfrm rot="1500000">
              <a:off x="3650" y="385"/>
              <a:ext cx="240" cy="153"/>
            </a:xfrm>
            <a:prstGeom prst="ellipse">
              <a:avLst/>
            </a:prstGeom>
            <a:solidFill>
              <a:srgbClr val="EAEAEA"/>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568374" name="Oval 54"/>
            <p:cNvSpPr>
              <a:spLocks noChangeArrowheads="1"/>
            </p:cNvSpPr>
            <p:nvPr/>
          </p:nvSpPr>
          <p:spPr bwMode="auto">
            <a:xfrm rot="20040000">
              <a:off x="3573" y="537"/>
              <a:ext cx="291" cy="189"/>
            </a:xfrm>
            <a:prstGeom prst="ellipse">
              <a:avLst/>
            </a:prstGeom>
            <a:solidFill>
              <a:srgbClr val="EAEAEA"/>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568375" name="Oval 55"/>
            <p:cNvSpPr>
              <a:spLocks noChangeArrowheads="1"/>
            </p:cNvSpPr>
            <p:nvPr/>
          </p:nvSpPr>
          <p:spPr bwMode="auto">
            <a:xfrm>
              <a:off x="3216" y="555"/>
              <a:ext cx="471" cy="239"/>
            </a:xfrm>
            <a:prstGeom prst="ellipse">
              <a:avLst/>
            </a:prstGeom>
            <a:solidFill>
              <a:srgbClr val="EAEAEA"/>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568376" name="Oval 56"/>
            <p:cNvSpPr>
              <a:spLocks noChangeArrowheads="1"/>
            </p:cNvSpPr>
            <p:nvPr/>
          </p:nvSpPr>
          <p:spPr bwMode="auto">
            <a:xfrm rot="1080000">
              <a:off x="3023" y="555"/>
              <a:ext cx="265" cy="156"/>
            </a:xfrm>
            <a:prstGeom prst="ellipse">
              <a:avLst/>
            </a:prstGeom>
            <a:solidFill>
              <a:srgbClr val="EAEAEA"/>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568377" name="Oval 57"/>
            <p:cNvSpPr>
              <a:spLocks noChangeArrowheads="1"/>
            </p:cNvSpPr>
            <p:nvPr/>
          </p:nvSpPr>
          <p:spPr bwMode="auto">
            <a:xfrm>
              <a:off x="2949" y="432"/>
              <a:ext cx="217" cy="156"/>
            </a:xfrm>
            <a:prstGeom prst="ellipse">
              <a:avLst/>
            </a:prstGeom>
            <a:solidFill>
              <a:srgbClr val="EAEAEA"/>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568378" name="Oval 58"/>
            <p:cNvSpPr>
              <a:spLocks noChangeArrowheads="1"/>
            </p:cNvSpPr>
            <p:nvPr/>
          </p:nvSpPr>
          <p:spPr bwMode="auto">
            <a:xfrm rot="19740000">
              <a:off x="2984" y="310"/>
              <a:ext cx="295" cy="156"/>
            </a:xfrm>
            <a:prstGeom prst="ellipse">
              <a:avLst/>
            </a:prstGeom>
            <a:solidFill>
              <a:srgbClr val="EAEAEA"/>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568379" name="Freeform 59"/>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EAEAEA"/>
            </a:solidFill>
            <a:ln>
              <a:noFill/>
            </a:ln>
            <a:effectLst/>
            <a:extLst>
              <a:ext uri="{91240B29-F687-4F45-9708-019B960494DF}">
                <a14:hiddenLine xmlns:a14="http://schemas.microsoft.com/office/drawing/2010/main" w="12700">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latin typeface="微软雅黑 Light" panose="020B0502040204020203" pitchFamily="34" charset="-122"/>
                <a:ea typeface="微软雅黑 Light" panose="020B0502040204020203" pitchFamily="34" charset="-122"/>
              </a:endParaRPr>
            </a:p>
          </p:txBody>
        </p:sp>
        <p:sp>
          <p:nvSpPr>
            <p:cNvPr id="568380" name="Freeform 60"/>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EAEAEA"/>
            </a:solidFill>
            <a:ln>
              <a:noFill/>
            </a:ln>
            <a:effectLst/>
            <a:extLst>
              <a:ext uri="{91240B29-F687-4F45-9708-019B960494DF}">
                <a14:hiddenLine xmlns:a14="http://schemas.microsoft.com/office/drawing/2010/main" w="12700">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latin typeface="微软雅黑 Light" panose="020B0502040204020203" pitchFamily="34" charset="-122"/>
                <a:ea typeface="微软雅黑 Light" panose="020B0502040204020203" pitchFamily="34" charset="-122"/>
              </a:endParaRPr>
            </a:p>
          </p:txBody>
        </p:sp>
        <p:sp>
          <p:nvSpPr>
            <p:cNvPr id="568381" name="Freeform 61"/>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EAEAEA"/>
            </a:solidFill>
            <a:ln>
              <a:noFill/>
            </a:ln>
            <a:effectLst/>
            <a:extLst>
              <a:ext uri="{91240B29-F687-4F45-9708-019B960494DF}">
                <a14:hiddenLine xmlns:a14="http://schemas.microsoft.com/office/drawing/2010/main" w="12700">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latin typeface="微软雅黑 Light" panose="020B0502040204020203" pitchFamily="34" charset="-122"/>
                <a:ea typeface="微软雅黑 Light" panose="020B0502040204020203" pitchFamily="34" charset="-122"/>
              </a:endParaRPr>
            </a:p>
          </p:txBody>
        </p:sp>
      </p:grpSp>
      <p:grpSp>
        <p:nvGrpSpPr>
          <p:cNvPr id="568382" name="Group 62"/>
          <p:cNvGrpSpPr/>
          <p:nvPr/>
        </p:nvGrpSpPr>
        <p:grpSpPr bwMode="auto">
          <a:xfrm>
            <a:off x="2051050" y="2201863"/>
            <a:ext cx="603250" cy="520700"/>
            <a:chOff x="2949" y="196"/>
            <a:chExt cx="941" cy="598"/>
          </a:xfrm>
        </p:grpSpPr>
        <p:sp>
          <p:nvSpPr>
            <p:cNvPr id="568383" name="Oval 63"/>
            <p:cNvSpPr>
              <a:spLocks noChangeArrowheads="1"/>
            </p:cNvSpPr>
            <p:nvPr/>
          </p:nvSpPr>
          <p:spPr bwMode="auto">
            <a:xfrm>
              <a:off x="3168" y="196"/>
              <a:ext cx="407" cy="162"/>
            </a:xfrm>
            <a:prstGeom prst="ellipse">
              <a:avLst/>
            </a:prstGeom>
            <a:solidFill>
              <a:srgbClr val="EAEAEA"/>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568384" name="Oval 64"/>
            <p:cNvSpPr>
              <a:spLocks noChangeArrowheads="1"/>
            </p:cNvSpPr>
            <p:nvPr/>
          </p:nvSpPr>
          <p:spPr bwMode="auto">
            <a:xfrm rot="900000">
              <a:off x="3512" y="252"/>
              <a:ext cx="275" cy="131"/>
            </a:xfrm>
            <a:prstGeom prst="ellipse">
              <a:avLst/>
            </a:prstGeom>
            <a:solidFill>
              <a:srgbClr val="EAEAEA"/>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568385" name="Oval 65"/>
            <p:cNvSpPr>
              <a:spLocks noChangeArrowheads="1"/>
            </p:cNvSpPr>
            <p:nvPr/>
          </p:nvSpPr>
          <p:spPr bwMode="auto">
            <a:xfrm rot="1500000">
              <a:off x="3650" y="385"/>
              <a:ext cx="240" cy="153"/>
            </a:xfrm>
            <a:prstGeom prst="ellipse">
              <a:avLst/>
            </a:prstGeom>
            <a:solidFill>
              <a:srgbClr val="EAEAEA"/>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568386" name="Oval 66"/>
            <p:cNvSpPr>
              <a:spLocks noChangeArrowheads="1"/>
            </p:cNvSpPr>
            <p:nvPr/>
          </p:nvSpPr>
          <p:spPr bwMode="auto">
            <a:xfrm rot="20040000">
              <a:off x="3573" y="537"/>
              <a:ext cx="291" cy="189"/>
            </a:xfrm>
            <a:prstGeom prst="ellipse">
              <a:avLst/>
            </a:prstGeom>
            <a:solidFill>
              <a:srgbClr val="EAEAEA"/>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568387" name="Oval 67"/>
            <p:cNvSpPr>
              <a:spLocks noChangeArrowheads="1"/>
            </p:cNvSpPr>
            <p:nvPr/>
          </p:nvSpPr>
          <p:spPr bwMode="auto">
            <a:xfrm>
              <a:off x="3216" y="555"/>
              <a:ext cx="471" cy="239"/>
            </a:xfrm>
            <a:prstGeom prst="ellipse">
              <a:avLst/>
            </a:prstGeom>
            <a:solidFill>
              <a:srgbClr val="EAEAEA"/>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568388" name="Oval 68"/>
            <p:cNvSpPr>
              <a:spLocks noChangeArrowheads="1"/>
            </p:cNvSpPr>
            <p:nvPr/>
          </p:nvSpPr>
          <p:spPr bwMode="auto">
            <a:xfrm rot="1080000">
              <a:off x="3023" y="555"/>
              <a:ext cx="265" cy="156"/>
            </a:xfrm>
            <a:prstGeom prst="ellipse">
              <a:avLst/>
            </a:prstGeom>
            <a:solidFill>
              <a:srgbClr val="EAEAEA"/>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568389" name="Oval 69"/>
            <p:cNvSpPr>
              <a:spLocks noChangeArrowheads="1"/>
            </p:cNvSpPr>
            <p:nvPr/>
          </p:nvSpPr>
          <p:spPr bwMode="auto">
            <a:xfrm>
              <a:off x="2949" y="432"/>
              <a:ext cx="217" cy="156"/>
            </a:xfrm>
            <a:prstGeom prst="ellipse">
              <a:avLst/>
            </a:prstGeom>
            <a:solidFill>
              <a:srgbClr val="EAEAEA"/>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568390" name="Oval 70"/>
            <p:cNvSpPr>
              <a:spLocks noChangeArrowheads="1"/>
            </p:cNvSpPr>
            <p:nvPr/>
          </p:nvSpPr>
          <p:spPr bwMode="auto">
            <a:xfrm rot="19740000">
              <a:off x="2984" y="310"/>
              <a:ext cx="295" cy="156"/>
            </a:xfrm>
            <a:prstGeom prst="ellipse">
              <a:avLst/>
            </a:prstGeom>
            <a:solidFill>
              <a:srgbClr val="EAEAEA"/>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568391" name="Freeform 71"/>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EAEAEA"/>
            </a:solidFill>
            <a:ln>
              <a:noFill/>
            </a:ln>
            <a:effectLst/>
            <a:extLst>
              <a:ext uri="{91240B29-F687-4F45-9708-019B960494DF}">
                <a14:hiddenLine xmlns:a14="http://schemas.microsoft.com/office/drawing/2010/main" w="12700">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latin typeface="微软雅黑 Light" panose="020B0502040204020203" pitchFamily="34" charset="-122"/>
                <a:ea typeface="微软雅黑 Light" panose="020B0502040204020203" pitchFamily="34" charset="-122"/>
              </a:endParaRPr>
            </a:p>
          </p:txBody>
        </p:sp>
        <p:sp>
          <p:nvSpPr>
            <p:cNvPr id="568392" name="Freeform 72"/>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EAEAEA"/>
            </a:solidFill>
            <a:ln>
              <a:noFill/>
            </a:ln>
            <a:effectLst/>
            <a:extLst>
              <a:ext uri="{91240B29-F687-4F45-9708-019B960494DF}">
                <a14:hiddenLine xmlns:a14="http://schemas.microsoft.com/office/drawing/2010/main" w="12700">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latin typeface="微软雅黑 Light" panose="020B0502040204020203" pitchFamily="34" charset="-122"/>
                <a:ea typeface="微软雅黑 Light" panose="020B0502040204020203" pitchFamily="34" charset="-122"/>
              </a:endParaRPr>
            </a:p>
          </p:txBody>
        </p:sp>
        <p:sp>
          <p:nvSpPr>
            <p:cNvPr id="568393" name="Freeform 73"/>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EAEAEA"/>
            </a:solidFill>
            <a:ln>
              <a:noFill/>
            </a:ln>
            <a:effectLst/>
            <a:extLst>
              <a:ext uri="{91240B29-F687-4F45-9708-019B960494DF}">
                <a14:hiddenLine xmlns:a14="http://schemas.microsoft.com/office/drawing/2010/main" w="12700">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latin typeface="微软雅黑 Light" panose="020B0502040204020203" pitchFamily="34" charset="-122"/>
                <a:ea typeface="微软雅黑 Light" panose="020B0502040204020203" pitchFamily="34" charset="-122"/>
              </a:endParaRPr>
            </a:p>
          </p:txBody>
        </p:sp>
      </p:grpSp>
      <p:grpSp>
        <p:nvGrpSpPr>
          <p:cNvPr id="568394" name="Group 74"/>
          <p:cNvGrpSpPr/>
          <p:nvPr/>
        </p:nvGrpSpPr>
        <p:grpSpPr bwMode="auto">
          <a:xfrm>
            <a:off x="6329364" y="5064125"/>
            <a:ext cx="604837" cy="522288"/>
            <a:chOff x="2949" y="196"/>
            <a:chExt cx="941" cy="598"/>
          </a:xfrm>
        </p:grpSpPr>
        <p:sp>
          <p:nvSpPr>
            <p:cNvPr id="568395" name="Oval 75"/>
            <p:cNvSpPr>
              <a:spLocks noChangeArrowheads="1"/>
            </p:cNvSpPr>
            <p:nvPr/>
          </p:nvSpPr>
          <p:spPr bwMode="auto">
            <a:xfrm>
              <a:off x="3168" y="196"/>
              <a:ext cx="407" cy="162"/>
            </a:xfrm>
            <a:prstGeom prst="ellipse">
              <a:avLst/>
            </a:prstGeom>
            <a:solidFill>
              <a:srgbClr val="EAEAEA"/>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568396" name="Oval 76"/>
            <p:cNvSpPr>
              <a:spLocks noChangeArrowheads="1"/>
            </p:cNvSpPr>
            <p:nvPr/>
          </p:nvSpPr>
          <p:spPr bwMode="auto">
            <a:xfrm rot="900000">
              <a:off x="3512" y="252"/>
              <a:ext cx="275" cy="131"/>
            </a:xfrm>
            <a:prstGeom prst="ellipse">
              <a:avLst/>
            </a:prstGeom>
            <a:solidFill>
              <a:srgbClr val="EAEAEA"/>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568397" name="Oval 77"/>
            <p:cNvSpPr>
              <a:spLocks noChangeArrowheads="1"/>
            </p:cNvSpPr>
            <p:nvPr/>
          </p:nvSpPr>
          <p:spPr bwMode="auto">
            <a:xfrm rot="1500000">
              <a:off x="3650" y="385"/>
              <a:ext cx="240" cy="153"/>
            </a:xfrm>
            <a:prstGeom prst="ellipse">
              <a:avLst/>
            </a:prstGeom>
            <a:solidFill>
              <a:srgbClr val="EAEAEA"/>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568398" name="Oval 78"/>
            <p:cNvSpPr>
              <a:spLocks noChangeArrowheads="1"/>
            </p:cNvSpPr>
            <p:nvPr/>
          </p:nvSpPr>
          <p:spPr bwMode="auto">
            <a:xfrm rot="20040000">
              <a:off x="3573" y="537"/>
              <a:ext cx="291" cy="189"/>
            </a:xfrm>
            <a:prstGeom prst="ellipse">
              <a:avLst/>
            </a:prstGeom>
            <a:solidFill>
              <a:srgbClr val="EAEAEA"/>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568399" name="Oval 79"/>
            <p:cNvSpPr>
              <a:spLocks noChangeArrowheads="1"/>
            </p:cNvSpPr>
            <p:nvPr/>
          </p:nvSpPr>
          <p:spPr bwMode="auto">
            <a:xfrm>
              <a:off x="3216" y="555"/>
              <a:ext cx="471" cy="239"/>
            </a:xfrm>
            <a:prstGeom prst="ellipse">
              <a:avLst/>
            </a:prstGeom>
            <a:solidFill>
              <a:srgbClr val="EAEAEA"/>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568400" name="Oval 80"/>
            <p:cNvSpPr>
              <a:spLocks noChangeArrowheads="1"/>
            </p:cNvSpPr>
            <p:nvPr/>
          </p:nvSpPr>
          <p:spPr bwMode="auto">
            <a:xfrm rot="1080000">
              <a:off x="3023" y="555"/>
              <a:ext cx="265" cy="156"/>
            </a:xfrm>
            <a:prstGeom prst="ellipse">
              <a:avLst/>
            </a:prstGeom>
            <a:solidFill>
              <a:srgbClr val="EAEAEA"/>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568401" name="Oval 81"/>
            <p:cNvSpPr>
              <a:spLocks noChangeArrowheads="1"/>
            </p:cNvSpPr>
            <p:nvPr/>
          </p:nvSpPr>
          <p:spPr bwMode="auto">
            <a:xfrm>
              <a:off x="2949" y="432"/>
              <a:ext cx="217" cy="156"/>
            </a:xfrm>
            <a:prstGeom prst="ellipse">
              <a:avLst/>
            </a:prstGeom>
            <a:solidFill>
              <a:srgbClr val="EAEAEA"/>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568402" name="Oval 82"/>
            <p:cNvSpPr>
              <a:spLocks noChangeArrowheads="1"/>
            </p:cNvSpPr>
            <p:nvPr/>
          </p:nvSpPr>
          <p:spPr bwMode="auto">
            <a:xfrm rot="19740000">
              <a:off x="2984" y="310"/>
              <a:ext cx="295" cy="156"/>
            </a:xfrm>
            <a:prstGeom prst="ellipse">
              <a:avLst/>
            </a:prstGeom>
            <a:solidFill>
              <a:srgbClr val="EAEAEA"/>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568403" name="Freeform 83"/>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EAEAEA"/>
            </a:solidFill>
            <a:ln>
              <a:noFill/>
            </a:ln>
            <a:effectLst/>
            <a:extLst>
              <a:ext uri="{91240B29-F687-4F45-9708-019B960494DF}">
                <a14:hiddenLine xmlns:a14="http://schemas.microsoft.com/office/drawing/2010/main" w="12700">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latin typeface="微软雅黑 Light" panose="020B0502040204020203" pitchFamily="34" charset="-122"/>
                <a:ea typeface="微软雅黑 Light" panose="020B0502040204020203" pitchFamily="34" charset="-122"/>
              </a:endParaRPr>
            </a:p>
          </p:txBody>
        </p:sp>
        <p:sp>
          <p:nvSpPr>
            <p:cNvPr id="568404" name="Freeform 84"/>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EAEAEA"/>
            </a:solidFill>
            <a:ln>
              <a:noFill/>
            </a:ln>
            <a:effectLst/>
            <a:extLst>
              <a:ext uri="{91240B29-F687-4F45-9708-019B960494DF}">
                <a14:hiddenLine xmlns:a14="http://schemas.microsoft.com/office/drawing/2010/main" w="12700">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latin typeface="微软雅黑 Light" panose="020B0502040204020203" pitchFamily="34" charset="-122"/>
                <a:ea typeface="微软雅黑 Light" panose="020B0502040204020203" pitchFamily="34" charset="-122"/>
              </a:endParaRPr>
            </a:p>
          </p:txBody>
        </p:sp>
        <p:sp>
          <p:nvSpPr>
            <p:cNvPr id="568405" name="Freeform 85"/>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EAEAEA"/>
            </a:solidFill>
            <a:ln>
              <a:noFill/>
            </a:ln>
            <a:effectLst/>
            <a:extLst>
              <a:ext uri="{91240B29-F687-4F45-9708-019B960494DF}">
                <a14:hiddenLine xmlns:a14="http://schemas.microsoft.com/office/drawing/2010/main" w="12700">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latin typeface="微软雅黑 Light" panose="020B0502040204020203" pitchFamily="34" charset="-122"/>
                <a:ea typeface="微软雅黑 Light" panose="020B0502040204020203" pitchFamily="34" charset="-122"/>
              </a:endParaRPr>
            </a:p>
          </p:txBody>
        </p:sp>
      </p:grpSp>
      <p:grpSp>
        <p:nvGrpSpPr>
          <p:cNvPr id="568406" name="Group 86"/>
          <p:cNvGrpSpPr/>
          <p:nvPr/>
        </p:nvGrpSpPr>
        <p:grpSpPr bwMode="auto">
          <a:xfrm>
            <a:off x="8259763" y="1725614"/>
            <a:ext cx="603250" cy="522287"/>
            <a:chOff x="2949" y="196"/>
            <a:chExt cx="941" cy="598"/>
          </a:xfrm>
        </p:grpSpPr>
        <p:sp>
          <p:nvSpPr>
            <p:cNvPr id="568407" name="Oval 87"/>
            <p:cNvSpPr>
              <a:spLocks noChangeArrowheads="1"/>
            </p:cNvSpPr>
            <p:nvPr/>
          </p:nvSpPr>
          <p:spPr bwMode="auto">
            <a:xfrm>
              <a:off x="3168" y="196"/>
              <a:ext cx="407" cy="162"/>
            </a:xfrm>
            <a:prstGeom prst="ellipse">
              <a:avLst/>
            </a:prstGeom>
            <a:solidFill>
              <a:srgbClr val="EAEAEA"/>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568408" name="Oval 88"/>
            <p:cNvSpPr>
              <a:spLocks noChangeArrowheads="1"/>
            </p:cNvSpPr>
            <p:nvPr/>
          </p:nvSpPr>
          <p:spPr bwMode="auto">
            <a:xfrm rot="900000">
              <a:off x="3512" y="252"/>
              <a:ext cx="275" cy="131"/>
            </a:xfrm>
            <a:prstGeom prst="ellipse">
              <a:avLst/>
            </a:prstGeom>
            <a:solidFill>
              <a:srgbClr val="EAEAEA"/>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568409" name="Oval 89"/>
            <p:cNvSpPr>
              <a:spLocks noChangeArrowheads="1"/>
            </p:cNvSpPr>
            <p:nvPr/>
          </p:nvSpPr>
          <p:spPr bwMode="auto">
            <a:xfrm rot="1500000">
              <a:off x="3650" y="385"/>
              <a:ext cx="240" cy="153"/>
            </a:xfrm>
            <a:prstGeom prst="ellipse">
              <a:avLst/>
            </a:prstGeom>
            <a:solidFill>
              <a:srgbClr val="EAEAEA"/>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568410" name="Oval 90"/>
            <p:cNvSpPr>
              <a:spLocks noChangeArrowheads="1"/>
            </p:cNvSpPr>
            <p:nvPr/>
          </p:nvSpPr>
          <p:spPr bwMode="auto">
            <a:xfrm rot="20040000">
              <a:off x="3573" y="537"/>
              <a:ext cx="291" cy="189"/>
            </a:xfrm>
            <a:prstGeom prst="ellipse">
              <a:avLst/>
            </a:prstGeom>
            <a:solidFill>
              <a:srgbClr val="EAEAEA"/>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568411" name="Oval 91"/>
            <p:cNvSpPr>
              <a:spLocks noChangeArrowheads="1"/>
            </p:cNvSpPr>
            <p:nvPr/>
          </p:nvSpPr>
          <p:spPr bwMode="auto">
            <a:xfrm>
              <a:off x="3216" y="555"/>
              <a:ext cx="471" cy="239"/>
            </a:xfrm>
            <a:prstGeom prst="ellipse">
              <a:avLst/>
            </a:prstGeom>
            <a:solidFill>
              <a:srgbClr val="EAEAEA"/>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568412" name="Oval 92"/>
            <p:cNvSpPr>
              <a:spLocks noChangeArrowheads="1"/>
            </p:cNvSpPr>
            <p:nvPr/>
          </p:nvSpPr>
          <p:spPr bwMode="auto">
            <a:xfrm rot="1080000">
              <a:off x="3023" y="555"/>
              <a:ext cx="265" cy="156"/>
            </a:xfrm>
            <a:prstGeom prst="ellipse">
              <a:avLst/>
            </a:prstGeom>
            <a:solidFill>
              <a:srgbClr val="EAEAEA"/>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568413" name="Oval 93"/>
            <p:cNvSpPr>
              <a:spLocks noChangeArrowheads="1"/>
            </p:cNvSpPr>
            <p:nvPr/>
          </p:nvSpPr>
          <p:spPr bwMode="auto">
            <a:xfrm>
              <a:off x="2949" y="432"/>
              <a:ext cx="217" cy="156"/>
            </a:xfrm>
            <a:prstGeom prst="ellipse">
              <a:avLst/>
            </a:prstGeom>
            <a:solidFill>
              <a:srgbClr val="EAEAEA"/>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568414" name="Oval 94"/>
            <p:cNvSpPr>
              <a:spLocks noChangeArrowheads="1"/>
            </p:cNvSpPr>
            <p:nvPr/>
          </p:nvSpPr>
          <p:spPr bwMode="auto">
            <a:xfrm rot="19740000">
              <a:off x="2984" y="310"/>
              <a:ext cx="295" cy="156"/>
            </a:xfrm>
            <a:prstGeom prst="ellipse">
              <a:avLst/>
            </a:prstGeom>
            <a:solidFill>
              <a:srgbClr val="EAEAEA"/>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568415" name="Freeform 95"/>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EAEAEA"/>
            </a:solidFill>
            <a:ln>
              <a:noFill/>
            </a:ln>
            <a:effectLst/>
            <a:extLst>
              <a:ext uri="{91240B29-F687-4F45-9708-019B960494DF}">
                <a14:hiddenLine xmlns:a14="http://schemas.microsoft.com/office/drawing/2010/main" w="12700">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latin typeface="微软雅黑 Light" panose="020B0502040204020203" pitchFamily="34" charset="-122"/>
                <a:ea typeface="微软雅黑 Light" panose="020B0502040204020203" pitchFamily="34" charset="-122"/>
              </a:endParaRPr>
            </a:p>
          </p:txBody>
        </p:sp>
        <p:sp>
          <p:nvSpPr>
            <p:cNvPr id="568416" name="Freeform 96"/>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EAEAEA"/>
            </a:solidFill>
            <a:ln>
              <a:noFill/>
            </a:ln>
            <a:effectLst/>
            <a:extLst>
              <a:ext uri="{91240B29-F687-4F45-9708-019B960494DF}">
                <a14:hiddenLine xmlns:a14="http://schemas.microsoft.com/office/drawing/2010/main" w="12700">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latin typeface="微软雅黑 Light" panose="020B0502040204020203" pitchFamily="34" charset="-122"/>
                <a:ea typeface="微软雅黑 Light" panose="020B0502040204020203" pitchFamily="34" charset="-122"/>
              </a:endParaRPr>
            </a:p>
          </p:txBody>
        </p:sp>
        <p:sp>
          <p:nvSpPr>
            <p:cNvPr id="568417" name="Freeform 97"/>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EAEAEA"/>
            </a:solidFill>
            <a:ln>
              <a:noFill/>
            </a:ln>
            <a:effectLst/>
            <a:extLst>
              <a:ext uri="{91240B29-F687-4F45-9708-019B960494DF}">
                <a14:hiddenLine xmlns:a14="http://schemas.microsoft.com/office/drawing/2010/main" w="12700">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latin typeface="微软雅黑 Light" panose="020B0502040204020203" pitchFamily="34" charset="-122"/>
                <a:ea typeface="微软雅黑 Light" panose="020B0502040204020203" pitchFamily="34" charset="-122"/>
              </a:endParaRPr>
            </a:p>
          </p:txBody>
        </p:sp>
      </p:grpSp>
      <p:grpSp>
        <p:nvGrpSpPr>
          <p:cNvPr id="568418" name="Group 98"/>
          <p:cNvGrpSpPr/>
          <p:nvPr/>
        </p:nvGrpSpPr>
        <p:grpSpPr bwMode="auto">
          <a:xfrm>
            <a:off x="7756525" y="2870200"/>
            <a:ext cx="603250" cy="522288"/>
            <a:chOff x="2949" y="196"/>
            <a:chExt cx="941" cy="598"/>
          </a:xfrm>
        </p:grpSpPr>
        <p:sp>
          <p:nvSpPr>
            <p:cNvPr id="568419" name="Oval 99"/>
            <p:cNvSpPr>
              <a:spLocks noChangeArrowheads="1"/>
            </p:cNvSpPr>
            <p:nvPr/>
          </p:nvSpPr>
          <p:spPr bwMode="auto">
            <a:xfrm>
              <a:off x="3168" y="196"/>
              <a:ext cx="407" cy="162"/>
            </a:xfrm>
            <a:prstGeom prst="ellipse">
              <a:avLst/>
            </a:prstGeom>
            <a:solidFill>
              <a:srgbClr val="EAEAEA"/>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568420" name="Oval 100"/>
            <p:cNvSpPr>
              <a:spLocks noChangeArrowheads="1"/>
            </p:cNvSpPr>
            <p:nvPr/>
          </p:nvSpPr>
          <p:spPr bwMode="auto">
            <a:xfrm rot="900000">
              <a:off x="3512" y="252"/>
              <a:ext cx="275" cy="131"/>
            </a:xfrm>
            <a:prstGeom prst="ellipse">
              <a:avLst/>
            </a:prstGeom>
            <a:solidFill>
              <a:srgbClr val="EAEAEA"/>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568421" name="Oval 101"/>
            <p:cNvSpPr>
              <a:spLocks noChangeArrowheads="1"/>
            </p:cNvSpPr>
            <p:nvPr/>
          </p:nvSpPr>
          <p:spPr bwMode="auto">
            <a:xfrm rot="1500000">
              <a:off x="3650" y="385"/>
              <a:ext cx="240" cy="153"/>
            </a:xfrm>
            <a:prstGeom prst="ellipse">
              <a:avLst/>
            </a:prstGeom>
            <a:solidFill>
              <a:srgbClr val="EAEAEA"/>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568422" name="Oval 102"/>
            <p:cNvSpPr>
              <a:spLocks noChangeArrowheads="1"/>
            </p:cNvSpPr>
            <p:nvPr/>
          </p:nvSpPr>
          <p:spPr bwMode="auto">
            <a:xfrm rot="20040000">
              <a:off x="3573" y="537"/>
              <a:ext cx="291" cy="189"/>
            </a:xfrm>
            <a:prstGeom prst="ellipse">
              <a:avLst/>
            </a:prstGeom>
            <a:solidFill>
              <a:srgbClr val="EAEAEA"/>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568423" name="Oval 103"/>
            <p:cNvSpPr>
              <a:spLocks noChangeArrowheads="1"/>
            </p:cNvSpPr>
            <p:nvPr/>
          </p:nvSpPr>
          <p:spPr bwMode="auto">
            <a:xfrm>
              <a:off x="3216" y="555"/>
              <a:ext cx="471" cy="239"/>
            </a:xfrm>
            <a:prstGeom prst="ellipse">
              <a:avLst/>
            </a:prstGeom>
            <a:solidFill>
              <a:srgbClr val="EAEAEA"/>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568424" name="Oval 104"/>
            <p:cNvSpPr>
              <a:spLocks noChangeArrowheads="1"/>
            </p:cNvSpPr>
            <p:nvPr/>
          </p:nvSpPr>
          <p:spPr bwMode="auto">
            <a:xfrm rot="1080000">
              <a:off x="3023" y="555"/>
              <a:ext cx="265" cy="156"/>
            </a:xfrm>
            <a:prstGeom prst="ellipse">
              <a:avLst/>
            </a:prstGeom>
            <a:solidFill>
              <a:srgbClr val="EAEAEA"/>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568425" name="Oval 105"/>
            <p:cNvSpPr>
              <a:spLocks noChangeArrowheads="1"/>
            </p:cNvSpPr>
            <p:nvPr/>
          </p:nvSpPr>
          <p:spPr bwMode="auto">
            <a:xfrm>
              <a:off x="2949" y="432"/>
              <a:ext cx="217" cy="156"/>
            </a:xfrm>
            <a:prstGeom prst="ellipse">
              <a:avLst/>
            </a:prstGeom>
            <a:solidFill>
              <a:srgbClr val="EAEAEA"/>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568426" name="Oval 106"/>
            <p:cNvSpPr>
              <a:spLocks noChangeArrowheads="1"/>
            </p:cNvSpPr>
            <p:nvPr/>
          </p:nvSpPr>
          <p:spPr bwMode="auto">
            <a:xfrm rot="19740000">
              <a:off x="2984" y="310"/>
              <a:ext cx="295" cy="156"/>
            </a:xfrm>
            <a:prstGeom prst="ellipse">
              <a:avLst/>
            </a:prstGeom>
            <a:solidFill>
              <a:srgbClr val="EAEAEA"/>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568427" name="Freeform 107"/>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EAEAEA"/>
            </a:solidFill>
            <a:ln>
              <a:noFill/>
            </a:ln>
            <a:effectLst/>
            <a:extLst>
              <a:ext uri="{91240B29-F687-4F45-9708-019B960494DF}">
                <a14:hiddenLine xmlns:a14="http://schemas.microsoft.com/office/drawing/2010/main" w="12700">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latin typeface="微软雅黑 Light" panose="020B0502040204020203" pitchFamily="34" charset="-122"/>
                <a:ea typeface="微软雅黑 Light" panose="020B0502040204020203" pitchFamily="34" charset="-122"/>
              </a:endParaRPr>
            </a:p>
          </p:txBody>
        </p:sp>
        <p:sp>
          <p:nvSpPr>
            <p:cNvPr id="568428" name="Freeform 108"/>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EAEAEA"/>
            </a:solidFill>
            <a:ln>
              <a:noFill/>
            </a:ln>
            <a:effectLst/>
            <a:extLst>
              <a:ext uri="{91240B29-F687-4F45-9708-019B960494DF}">
                <a14:hiddenLine xmlns:a14="http://schemas.microsoft.com/office/drawing/2010/main" w="12700">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latin typeface="微软雅黑 Light" panose="020B0502040204020203" pitchFamily="34" charset="-122"/>
                <a:ea typeface="微软雅黑 Light" panose="020B0502040204020203" pitchFamily="34" charset="-122"/>
              </a:endParaRPr>
            </a:p>
          </p:txBody>
        </p:sp>
        <p:sp>
          <p:nvSpPr>
            <p:cNvPr id="568429" name="Freeform 109"/>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EAEAEA"/>
            </a:solidFill>
            <a:ln>
              <a:noFill/>
            </a:ln>
            <a:effectLst/>
            <a:extLst>
              <a:ext uri="{91240B29-F687-4F45-9708-019B960494DF}">
                <a14:hiddenLine xmlns:a14="http://schemas.microsoft.com/office/drawing/2010/main" w="12700">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latin typeface="微软雅黑 Light" panose="020B0502040204020203" pitchFamily="34" charset="-122"/>
                <a:ea typeface="微软雅黑 Light" panose="020B0502040204020203" pitchFamily="34" charset="-122"/>
              </a:endParaRPr>
            </a:p>
          </p:txBody>
        </p:sp>
      </p:grpSp>
      <p:sp>
        <p:nvSpPr>
          <p:cNvPr id="568430" name="Text Box 110"/>
          <p:cNvSpPr txBox="1">
            <a:spLocks noChangeArrowheads="1"/>
          </p:cNvSpPr>
          <p:nvPr/>
        </p:nvSpPr>
        <p:spPr bwMode="auto">
          <a:xfrm>
            <a:off x="2806700" y="2182813"/>
            <a:ext cx="56297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dirty="0">
                <a:solidFill>
                  <a:srgbClr val="333399"/>
                </a:solidFill>
                <a:latin typeface="微软雅黑 Light" panose="020B0502040204020203" pitchFamily="34" charset="-122"/>
                <a:ea typeface="微软雅黑 Light" panose="020B0502040204020203" pitchFamily="34" charset="-122"/>
              </a:rPr>
              <a:t>AS</a:t>
            </a:r>
            <a:r>
              <a:rPr kumimoji="1" lang="en-US" altLang="zh-CN" baseline="-25000" dirty="0">
                <a:solidFill>
                  <a:srgbClr val="333399"/>
                </a:solidFill>
                <a:latin typeface="微软雅黑 Light" panose="020B0502040204020203" pitchFamily="34" charset="-122"/>
                <a:ea typeface="微软雅黑 Light" panose="020B0502040204020203" pitchFamily="34" charset="-122"/>
              </a:rPr>
              <a:t>1</a:t>
            </a:r>
            <a:endParaRPr kumimoji="1" lang="en-US" altLang="zh-CN" baseline="-25000" dirty="0">
              <a:solidFill>
                <a:srgbClr val="333399"/>
              </a:solidFill>
              <a:latin typeface="微软雅黑 Light" panose="020B0502040204020203" pitchFamily="34" charset="-122"/>
              <a:ea typeface="微软雅黑 Light" panose="020B0502040204020203" pitchFamily="34" charset="-122"/>
            </a:endParaRPr>
          </a:p>
        </p:txBody>
      </p:sp>
      <p:sp>
        <p:nvSpPr>
          <p:cNvPr id="568431" name="Text Box 111"/>
          <p:cNvSpPr txBox="1">
            <a:spLocks noChangeArrowheads="1"/>
          </p:cNvSpPr>
          <p:nvPr/>
        </p:nvSpPr>
        <p:spPr bwMode="auto">
          <a:xfrm>
            <a:off x="5229225" y="3995738"/>
            <a:ext cx="598241"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dirty="0">
                <a:solidFill>
                  <a:srgbClr val="333399"/>
                </a:solidFill>
                <a:latin typeface="微软雅黑 Light" panose="020B0502040204020203" pitchFamily="34" charset="-122"/>
                <a:ea typeface="微软雅黑 Light" panose="020B0502040204020203" pitchFamily="34" charset="-122"/>
              </a:rPr>
              <a:t>AS</a:t>
            </a:r>
            <a:r>
              <a:rPr kumimoji="1" lang="en-US" altLang="zh-CN" baseline="-25000" dirty="0">
                <a:solidFill>
                  <a:srgbClr val="333399"/>
                </a:solidFill>
                <a:latin typeface="微软雅黑 Light" panose="020B0502040204020203" pitchFamily="34" charset="-122"/>
                <a:ea typeface="微软雅黑 Light" panose="020B0502040204020203" pitchFamily="34" charset="-122"/>
              </a:rPr>
              <a:t>3</a:t>
            </a:r>
            <a:endParaRPr kumimoji="1" lang="en-US" altLang="zh-CN" baseline="-25000" dirty="0">
              <a:solidFill>
                <a:srgbClr val="333399"/>
              </a:solidFill>
              <a:latin typeface="微软雅黑 Light" panose="020B0502040204020203" pitchFamily="34" charset="-122"/>
              <a:ea typeface="微软雅黑 Light" panose="020B0502040204020203" pitchFamily="34" charset="-122"/>
            </a:endParaRPr>
          </a:p>
        </p:txBody>
      </p:sp>
      <p:sp>
        <p:nvSpPr>
          <p:cNvPr id="568432" name="Text Box 112"/>
          <p:cNvSpPr txBox="1">
            <a:spLocks noChangeArrowheads="1"/>
          </p:cNvSpPr>
          <p:nvPr/>
        </p:nvSpPr>
        <p:spPr bwMode="auto">
          <a:xfrm>
            <a:off x="8847138" y="2247900"/>
            <a:ext cx="598241"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dirty="0">
                <a:solidFill>
                  <a:srgbClr val="333399"/>
                </a:solidFill>
                <a:latin typeface="微软雅黑 Light" panose="020B0502040204020203" pitchFamily="34" charset="-122"/>
                <a:ea typeface="微软雅黑 Light" panose="020B0502040204020203" pitchFamily="34" charset="-122"/>
              </a:rPr>
              <a:t>AS</a:t>
            </a:r>
            <a:r>
              <a:rPr kumimoji="1" lang="en-US" altLang="zh-CN" baseline="-25000" dirty="0">
                <a:solidFill>
                  <a:srgbClr val="333399"/>
                </a:solidFill>
                <a:latin typeface="微软雅黑 Light" panose="020B0502040204020203" pitchFamily="34" charset="-122"/>
                <a:ea typeface="微软雅黑 Light" panose="020B0502040204020203" pitchFamily="34" charset="-122"/>
              </a:rPr>
              <a:t>2</a:t>
            </a:r>
            <a:endParaRPr kumimoji="1" lang="en-US" altLang="zh-CN" baseline="-25000" dirty="0">
              <a:solidFill>
                <a:srgbClr val="333399"/>
              </a:solidFill>
              <a:latin typeface="微软雅黑 Light" panose="020B0502040204020203" pitchFamily="34" charset="-122"/>
              <a:ea typeface="微软雅黑 Light" panose="020B0502040204020203" pitchFamily="34" charset="-122"/>
            </a:endParaRPr>
          </a:p>
        </p:txBody>
      </p:sp>
      <p:sp>
        <p:nvSpPr>
          <p:cNvPr id="568433" name="Text Box 113"/>
          <p:cNvSpPr txBox="1">
            <a:spLocks noChangeArrowheads="1"/>
          </p:cNvSpPr>
          <p:nvPr/>
        </p:nvSpPr>
        <p:spPr bwMode="auto">
          <a:xfrm>
            <a:off x="8671328" y="4961141"/>
            <a:ext cx="598241"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dirty="0">
                <a:solidFill>
                  <a:srgbClr val="333399"/>
                </a:solidFill>
                <a:latin typeface="微软雅黑 Light" panose="020B0502040204020203" pitchFamily="34" charset="-122"/>
                <a:ea typeface="微软雅黑 Light" panose="020B0502040204020203" pitchFamily="34" charset="-122"/>
              </a:rPr>
              <a:t>AS</a:t>
            </a:r>
            <a:r>
              <a:rPr kumimoji="1" lang="en-US" altLang="zh-CN" baseline="-25000" dirty="0">
                <a:solidFill>
                  <a:srgbClr val="333399"/>
                </a:solidFill>
                <a:latin typeface="微软雅黑 Light" panose="020B0502040204020203" pitchFamily="34" charset="-122"/>
                <a:ea typeface="微软雅黑 Light" panose="020B0502040204020203" pitchFamily="34" charset="-122"/>
              </a:rPr>
              <a:t>5</a:t>
            </a:r>
            <a:endParaRPr kumimoji="1" lang="en-US" altLang="zh-CN" baseline="-25000" dirty="0">
              <a:solidFill>
                <a:srgbClr val="333399"/>
              </a:solidFill>
              <a:latin typeface="微软雅黑 Light" panose="020B0502040204020203" pitchFamily="34" charset="-122"/>
              <a:ea typeface="微软雅黑 Light" panose="020B0502040204020203" pitchFamily="34" charset="-122"/>
            </a:endParaRPr>
          </a:p>
        </p:txBody>
      </p:sp>
      <p:sp>
        <p:nvSpPr>
          <p:cNvPr id="568434" name="Text Box 114"/>
          <p:cNvSpPr txBox="1">
            <a:spLocks noChangeArrowheads="1"/>
          </p:cNvSpPr>
          <p:nvPr/>
        </p:nvSpPr>
        <p:spPr bwMode="auto">
          <a:xfrm>
            <a:off x="2094572" y="4364484"/>
            <a:ext cx="598241"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dirty="0">
                <a:solidFill>
                  <a:srgbClr val="333399"/>
                </a:solidFill>
                <a:latin typeface="微软雅黑 Light" panose="020B0502040204020203" pitchFamily="34" charset="-122"/>
                <a:ea typeface="微软雅黑 Light" panose="020B0502040204020203" pitchFamily="34" charset="-122"/>
              </a:rPr>
              <a:t>AS</a:t>
            </a:r>
            <a:r>
              <a:rPr kumimoji="1" lang="en-US" altLang="zh-CN" baseline="-25000" dirty="0">
                <a:solidFill>
                  <a:srgbClr val="333399"/>
                </a:solidFill>
                <a:latin typeface="微软雅黑 Light" panose="020B0502040204020203" pitchFamily="34" charset="-122"/>
                <a:ea typeface="微软雅黑 Light" panose="020B0502040204020203" pitchFamily="34" charset="-122"/>
              </a:rPr>
              <a:t>4</a:t>
            </a:r>
            <a:endParaRPr kumimoji="1" lang="en-US" altLang="zh-CN" baseline="-25000" dirty="0">
              <a:solidFill>
                <a:srgbClr val="333399"/>
              </a:solidFill>
              <a:latin typeface="微软雅黑 Light" panose="020B0502040204020203" pitchFamily="34" charset="-122"/>
              <a:ea typeface="微软雅黑 Light" panose="020B0502040204020203" pitchFamily="34" charset="-122"/>
            </a:endParaRPr>
          </a:p>
        </p:txBody>
      </p:sp>
      <p:sp>
        <p:nvSpPr>
          <p:cNvPr id="568436" name="Line 116"/>
          <p:cNvSpPr>
            <a:spLocks noChangeShapeType="1"/>
          </p:cNvSpPr>
          <p:nvPr/>
        </p:nvSpPr>
        <p:spPr bwMode="auto">
          <a:xfrm>
            <a:off x="5849938" y="3763964"/>
            <a:ext cx="817562" cy="346075"/>
          </a:xfrm>
          <a:prstGeom prst="line">
            <a:avLst/>
          </a:prstGeom>
          <a:noFill/>
          <a:ln w="28575">
            <a:solidFill>
              <a:srgbClr val="3333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latin typeface="微软雅黑 Light" panose="020B0502040204020203" pitchFamily="34" charset="-122"/>
              <a:ea typeface="微软雅黑 Light" panose="020B0502040204020203" pitchFamily="34" charset="-122"/>
            </a:endParaRPr>
          </a:p>
        </p:txBody>
      </p:sp>
      <p:grpSp>
        <p:nvGrpSpPr>
          <p:cNvPr id="568437" name="Group 117"/>
          <p:cNvGrpSpPr/>
          <p:nvPr/>
        </p:nvGrpSpPr>
        <p:grpSpPr bwMode="auto">
          <a:xfrm>
            <a:off x="6413500" y="3919538"/>
            <a:ext cx="603250" cy="520700"/>
            <a:chOff x="2949" y="196"/>
            <a:chExt cx="941" cy="598"/>
          </a:xfrm>
        </p:grpSpPr>
        <p:sp>
          <p:nvSpPr>
            <p:cNvPr id="568438" name="Oval 118"/>
            <p:cNvSpPr>
              <a:spLocks noChangeArrowheads="1"/>
            </p:cNvSpPr>
            <p:nvPr/>
          </p:nvSpPr>
          <p:spPr bwMode="auto">
            <a:xfrm>
              <a:off x="3168" y="196"/>
              <a:ext cx="407" cy="162"/>
            </a:xfrm>
            <a:prstGeom prst="ellipse">
              <a:avLst/>
            </a:prstGeom>
            <a:solidFill>
              <a:srgbClr val="EAEAEA"/>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568439" name="Oval 119"/>
            <p:cNvSpPr>
              <a:spLocks noChangeArrowheads="1"/>
            </p:cNvSpPr>
            <p:nvPr/>
          </p:nvSpPr>
          <p:spPr bwMode="auto">
            <a:xfrm rot="900000">
              <a:off x="3512" y="252"/>
              <a:ext cx="275" cy="131"/>
            </a:xfrm>
            <a:prstGeom prst="ellipse">
              <a:avLst/>
            </a:prstGeom>
            <a:solidFill>
              <a:srgbClr val="EAEAEA"/>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568440" name="Oval 120"/>
            <p:cNvSpPr>
              <a:spLocks noChangeArrowheads="1"/>
            </p:cNvSpPr>
            <p:nvPr/>
          </p:nvSpPr>
          <p:spPr bwMode="auto">
            <a:xfrm rot="1500000">
              <a:off x="3650" y="385"/>
              <a:ext cx="240" cy="153"/>
            </a:xfrm>
            <a:prstGeom prst="ellipse">
              <a:avLst/>
            </a:prstGeom>
            <a:solidFill>
              <a:srgbClr val="EAEAEA"/>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568441" name="Oval 121"/>
            <p:cNvSpPr>
              <a:spLocks noChangeArrowheads="1"/>
            </p:cNvSpPr>
            <p:nvPr/>
          </p:nvSpPr>
          <p:spPr bwMode="auto">
            <a:xfrm rot="20040000">
              <a:off x="3573" y="537"/>
              <a:ext cx="291" cy="189"/>
            </a:xfrm>
            <a:prstGeom prst="ellipse">
              <a:avLst/>
            </a:prstGeom>
            <a:solidFill>
              <a:srgbClr val="EAEAEA"/>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568442" name="Oval 122"/>
            <p:cNvSpPr>
              <a:spLocks noChangeArrowheads="1"/>
            </p:cNvSpPr>
            <p:nvPr/>
          </p:nvSpPr>
          <p:spPr bwMode="auto">
            <a:xfrm>
              <a:off x="3216" y="555"/>
              <a:ext cx="471" cy="239"/>
            </a:xfrm>
            <a:prstGeom prst="ellipse">
              <a:avLst/>
            </a:prstGeom>
            <a:solidFill>
              <a:srgbClr val="EAEAEA"/>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568443" name="Oval 123"/>
            <p:cNvSpPr>
              <a:spLocks noChangeArrowheads="1"/>
            </p:cNvSpPr>
            <p:nvPr/>
          </p:nvSpPr>
          <p:spPr bwMode="auto">
            <a:xfrm rot="1080000">
              <a:off x="3023" y="555"/>
              <a:ext cx="265" cy="156"/>
            </a:xfrm>
            <a:prstGeom prst="ellipse">
              <a:avLst/>
            </a:prstGeom>
            <a:solidFill>
              <a:srgbClr val="EAEAEA"/>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568444" name="Oval 124"/>
            <p:cNvSpPr>
              <a:spLocks noChangeArrowheads="1"/>
            </p:cNvSpPr>
            <p:nvPr/>
          </p:nvSpPr>
          <p:spPr bwMode="auto">
            <a:xfrm>
              <a:off x="2949" y="432"/>
              <a:ext cx="217" cy="156"/>
            </a:xfrm>
            <a:prstGeom prst="ellipse">
              <a:avLst/>
            </a:prstGeom>
            <a:solidFill>
              <a:srgbClr val="EAEAEA"/>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568445" name="Oval 125"/>
            <p:cNvSpPr>
              <a:spLocks noChangeArrowheads="1"/>
            </p:cNvSpPr>
            <p:nvPr/>
          </p:nvSpPr>
          <p:spPr bwMode="auto">
            <a:xfrm rot="19740000">
              <a:off x="2984" y="310"/>
              <a:ext cx="295" cy="156"/>
            </a:xfrm>
            <a:prstGeom prst="ellipse">
              <a:avLst/>
            </a:prstGeom>
            <a:solidFill>
              <a:srgbClr val="EAEAEA"/>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568446" name="Freeform 126"/>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EAEAEA"/>
            </a:solidFill>
            <a:ln>
              <a:noFill/>
            </a:ln>
            <a:effectLst/>
            <a:extLst>
              <a:ext uri="{91240B29-F687-4F45-9708-019B960494DF}">
                <a14:hiddenLine xmlns:a14="http://schemas.microsoft.com/office/drawing/2010/main" w="12700">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latin typeface="微软雅黑 Light" panose="020B0502040204020203" pitchFamily="34" charset="-122"/>
                <a:ea typeface="微软雅黑 Light" panose="020B0502040204020203" pitchFamily="34" charset="-122"/>
              </a:endParaRPr>
            </a:p>
          </p:txBody>
        </p:sp>
        <p:sp>
          <p:nvSpPr>
            <p:cNvPr id="568447" name="Freeform 127"/>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EAEAEA"/>
            </a:solidFill>
            <a:ln>
              <a:noFill/>
            </a:ln>
            <a:effectLst/>
            <a:extLst>
              <a:ext uri="{91240B29-F687-4F45-9708-019B960494DF}">
                <a14:hiddenLine xmlns:a14="http://schemas.microsoft.com/office/drawing/2010/main" w="12700">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latin typeface="微软雅黑 Light" panose="020B0502040204020203" pitchFamily="34" charset="-122"/>
                <a:ea typeface="微软雅黑 Light" panose="020B0502040204020203" pitchFamily="34" charset="-122"/>
              </a:endParaRPr>
            </a:p>
          </p:txBody>
        </p:sp>
        <p:sp>
          <p:nvSpPr>
            <p:cNvPr id="568448" name="Freeform 128"/>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EAEAEA"/>
            </a:solidFill>
            <a:ln>
              <a:noFill/>
            </a:ln>
            <a:effectLst/>
            <a:extLst>
              <a:ext uri="{91240B29-F687-4F45-9708-019B960494DF}">
                <a14:hiddenLine xmlns:a14="http://schemas.microsoft.com/office/drawing/2010/main" w="12700">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latin typeface="微软雅黑 Light" panose="020B0502040204020203" pitchFamily="34" charset="-122"/>
                <a:ea typeface="微软雅黑 Light" panose="020B0502040204020203" pitchFamily="34" charset="-122"/>
              </a:endParaRPr>
            </a:p>
          </p:txBody>
        </p:sp>
      </p:grpSp>
      <p:grpSp>
        <p:nvGrpSpPr>
          <p:cNvPr id="568451" name="Group 131"/>
          <p:cNvGrpSpPr/>
          <p:nvPr/>
        </p:nvGrpSpPr>
        <p:grpSpPr bwMode="auto">
          <a:xfrm>
            <a:off x="4400550" y="4397375"/>
            <a:ext cx="603250" cy="522288"/>
            <a:chOff x="2949" y="196"/>
            <a:chExt cx="941" cy="598"/>
          </a:xfrm>
        </p:grpSpPr>
        <p:sp>
          <p:nvSpPr>
            <p:cNvPr id="568452" name="Oval 132"/>
            <p:cNvSpPr>
              <a:spLocks noChangeArrowheads="1"/>
            </p:cNvSpPr>
            <p:nvPr/>
          </p:nvSpPr>
          <p:spPr bwMode="auto">
            <a:xfrm>
              <a:off x="3168" y="196"/>
              <a:ext cx="407" cy="162"/>
            </a:xfrm>
            <a:prstGeom prst="ellipse">
              <a:avLst/>
            </a:prstGeom>
            <a:solidFill>
              <a:srgbClr val="EAEAEA"/>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568453" name="Oval 133"/>
            <p:cNvSpPr>
              <a:spLocks noChangeArrowheads="1"/>
            </p:cNvSpPr>
            <p:nvPr/>
          </p:nvSpPr>
          <p:spPr bwMode="auto">
            <a:xfrm rot="900000">
              <a:off x="3512" y="252"/>
              <a:ext cx="275" cy="131"/>
            </a:xfrm>
            <a:prstGeom prst="ellipse">
              <a:avLst/>
            </a:prstGeom>
            <a:solidFill>
              <a:srgbClr val="EAEAEA"/>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568454" name="Oval 134"/>
            <p:cNvSpPr>
              <a:spLocks noChangeArrowheads="1"/>
            </p:cNvSpPr>
            <p:nvPr/>
          </p:nvSpPr>
          <p:spPr bwMode="auto">
            <a:xfrm rot="1500000">
              <a:off x="3650" y="385"/>
              <a:ext cx="240" cy="153"/>
            </a:xfrm>
            <a:prstGeom prst="ellipse">
              <a:avLst/>
            </a:prstGeom>
            <a:solidFill>
              <a:srgbClr val="EAEAEA"/>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568455" name="Oval 135"/>
            <p:cNvSpPr>
              <a:spLocks noChangeArrowheads="1"/>
            </p:cNvSpPr>
            <p:nvPr/>
          </p:nvSpPr>
          <p:spPr bwMode="auto">
            <a:xfrm rot="20040000">
              <a:off x="3573" y="537"/>
              <a:ext cx="291" cy="189"/>
            </a:xfrm>
            <a:prstGeom prst="ellipse">
              <a:avLst/>
            </a:prstGeom>
            <a:solidFill>
              <a:srgbClr val="EAEAEA"/>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568456" name="Oval 136"/>
            <p:cNvSpPr>
              <a:spLocks noChangeArrowheads="1"/>
            </p:cNvSpPr>
            <p:nvPr/>
          </p:nvSpPr>
          <p:spPr bwMode="auto">
            <a:xfrm>
              <a:off x="3216" y="555"/>
              <a:ext cx="471" cy="239"/>
            </a:xfrm>
            <a:prstGeom prst="ellipse">
              <a:avLst/>
            </a:prstGeom>
            <a:solidFill>
              <a:srgbClr val="EAEAEA"/>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568457" name="Oval 137"/>
            <p:cNvSpPr>
              <a:spLocks noChangeArrowheads="1"/>
            </p:cNvSpPr>
            <p:nvPr/>
          </p:nvSpPr>
          <p:spPr bwMode="auto">
            <a:xfrm rot="1080000">
              <a:off x="3023" y="555"/>
              <a:ext cx="265" cy="156"/>
            </a:xfrm>
            <a:prstGeom prst="ellipse">
              <a:avLst/>
            </a:prstGeom>
            <a:solidFill>
              <a:srgbClr val="EAEAEA"/>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568458" name="Oval 138"/>
            <p:cNvSpPr>
              <a:spLocks noChangeArrowheads="1"/>
            </p:cNvSpPr>
            <p:nvPr/>
          </p:nvSpPr>
          <p:spPr bwMode="auto">
            <a:xfrm>
              <a:off x="2949" y="432"/>
              <a:ext cx="217" cy="156"/>
            </a:xfrm>
            <a:prstGeom prst="ellipse">
              <a:avLst/>
            </a:prstGeom>
            <a:solidFill>
              <a:srgbClr val="EAEAEA"/>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568459" name="Oval 139"/>
            <p:cNvSpPr>
              <a:spLocks noChangeArrowheads="1"/>
            </p:cNvSpPr>
            <p:nvPr/>
          </p:nvSpPr>
          <p:spPr bwMode="auto">
            <a:xfrm rot="19740000">
              <a:off x="2984" y="310"/>
              <a:ext cx="295" cy="156"/>
            </a:xfrm>
            <a:prstGeom prst="ellipse">
              <a:avLst/>
            </a:prstGeom>
            <a:solidFill>
              <a:srgbClr val="EAEAEA"/>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568460" name="Freeform 140"/>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EAEAEA"/>
            </a:solidFill>
            <a:ln>
              <a:noFill/>
            </a:ln>
            <a:effectLst/>
            <a:extLst>
              <a:ext uri="{91240B29-F687-4F45-9708-019B960494DF}">
                <a14:hiddenLine xmlns:a14="http://schemas.microsoft.com/office/drawing/2010/main" w="12700">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latin typeface="微软雅黑 Light" panose="020B0502040204020203" pitchFamily="34" charset="-122"/>
                <a:ea typeface="微软雅黑 Light" panose="020B0502040204020203" pitchFamily="34" charset="-122"/>
              </a:endParaRPr>
            </a:p>
          </p:txBody>
        </p:sp>
        <p:sp>
          <p:nvSpPr>
            <p:cNvPr id="568461" name="Freeform 141"/>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EAEAEA"/>
            </a:solidFill>
            <a:ln>
              <a:noFill/>
            </a:ln>
            <a:effectLst/>
            <a:extLst>
              <a:ext uri="{91240B29-F687-4F45-9708-019B960494DF}">
                <a14:hiddenLine xmlns:a14="http://schemas.microsoft.com/office/drawing/2010/main" w="12700">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latin typeface="微软雅黑 Light" panose="020B0502040204020203" pitchFamily="34" charset="-122"/>
                <a:ea typeface="微软雅黑 Light" panose="020B0502040204020203" pitchFamily="34" charset="-122"/>
              </a:endParaRPr>
            </a:p>
          </p:txBody>
        </p:sp>
        <p:sp>
          <p:nvSpPr>
            <p:cNvPr id="568462" name="Freeform 142"/>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EAEAEA"/>
            </a:solidFill>
            <a:ln>
              <a:noFill/>
            </a:ln>
            <a:effectLst/>
            <a:extLst>
              <a:ext uri="{91240B29-F687-4F45-9708-019B960494DF}">
                <a14:hiddenLine xmlns:a14="http://schemas.microsoft.com/office/drawing/2010/main" w="12700">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latin typeface="微软雅黑 Light" panose="020B0502040204020203" pitchFamily="34" charset="-122"/>
                <a:ea typeface="微软雅黑 Light" panose="020B0502040204020203" pitchFamily="34" charset="-122"/>
              </a:endParaRPr>
            </a:p>
          </p:txBody>
        </p:sp>
      </p:grpSp>
      <p:sp>
        <p:nvSpPr>
          <p:cNvPr id="568463" name="Line 143"/>
          <p:cNvSpPr>
            <a:spLocks noChangeShapeType="1"/>
          </p:cNvSpPr>
          <p:nvPr/>
        </p:nvSpPr>
        <p:spPr bwMode="auto">
          <a:xfrm>
            <a:off x="3309939" y="1914526"/>
            <a:ext cx="503237" cy="1147763"/>
          </a:xfrm>
          <a:prstGeom prst="line">
            <a:avLst/>
          </a:prstGeom>
          <a:noFill/>
          <a:ln w="28575">
            <a:solidFill>
              <a:srgbClr val="3333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latin typeface="微软雅黑 Light" panose="020B0502040204020203" pitchFamily="34" charset="-122"/>
              <a:ea typeface="微软雅黑 Light" panose="020B0502040204020203" pitchFamily="34" charset="-122"/>
            </a:endParaRPr>
          </a:p>
        </p:txBody>
      </p:sp>
      <p:grpSp>
        <p:nvGrpSpPr>
          <p:cNvPr id="568465" name="Group 145"/>
          <p:cNvGrpSpPr/>
          <p:nvPr/>
        </p:nvGrpSpPr>
        <p:grpSpPr bwMode="auto">
          <a:xfrm>
            <a:off x="3478213" y="2870201"/>
            <a:ext cx="603250" cy="519113"/>
            <a:chOff x="2949" y="196"/>
            <a:chExt cx="941" cy="598"/>
          </a:xfrm>
        </p:grpSpPr>
        <p:sp>
          <p:nvSpPr>
            <p:cNvPr id="568466" name="Oval 146"/>
            <p:cNvSpPr>
              <a:spLocks noChangeArrowheads="1"/>
            </p:cNvSpPr>
            <p:nvPr/>
          </p:nvSpPr>
          <p:spPr bwMode="auto">
            <a:xfrm>
              <a:off x="3168" y="196"/>
              <a:ext cx="407" cy="162"/>
            </a:xfrm>
            <a:prstGeom prst="ellipse">
              <a:avLst/>
            </a:prstGeom>
            <a:solidFill>
              <a:srgbClr val="EAEAEA"/>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568467" name="Oval 147"/>
            <p:cNvSpPr>
              <a:spLocks noChangeArrowheads="1"/>
            </p:cNvSpPr>
            <p:nvPr/>
          </p:nvSpPr>
          <p:spPr bwMode="auto">
            <a:xfrm rot="900000">
              <a:off x="3512" y="252"/>
              <a:ext cx="275" cy="131"/>
            </a:xfrm>
            <a:prstGeom prst="ellipse">
              <a:avLst/>
            </a:prstGeom>
            <a:solidFill>
              <a:srgbClr val="EAEAEA"/>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568468" name="Oval 148"/>
            <p:cNvSpPr>
              <a:spLocks noChangeArrowheads="1"/>
            </p:cNvSpPr>
            <p:nvPr/>
          </p:nvSpPr>
          <p:spPr bwMode="auto">
            <a:xfrm rot="1500000">
              <a:off x="3650" y="385"/>
              <a:ext cx="240" cy="153"/>
            </a:xfrm>
            <a:prstGeom prst="ellipse">
              <a:avLst/>
            </a:prstGeom>
            <a:solidFill>
              <a:srgbClr val="EAEAEA"/>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568469" name="Oval 149"/>
            <p:cNvSpPr>
              <a:spLocks noChangeArrowheads="1"/>
            </p:cNvSpPr>
            <p:nvPr/>
          </p:nvSpPr>
          <p:spPr bwMode="auto">
            <a:xfrm rot="20040000">
              <a:off x="3573" y="537"/>
              <a:ext cx="291" cy="189"/>
            </a:xfrm>
            <a:prstGeom prst="ellipse">
              <a:avLst/>
            </a:prstGeom>
            <a:solidFill>
              <a:srgbClr val="EAEAEA"/>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568470" name="Oval 150"/>
            <p:cNvSpPr>
              <a:spLocks noChangeArrowheads="1"/>
            </p:cNvSpPr>
            <p:nvPr/>
          </p:nvSpPr>
          <p:spPr bwMode="auto">
            <a:xfrm>
              <a:off x="3216" y="555"/>
              <a:ext cx="471" cy="239"/>
            </a:xfrm>
            <a:prstGeom prst="ellipse">
              <a:avLst/>
            </a:prstGeom>
            <a:solidFill>
              <a:srgbClr val="EAEAEA"/>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568471" name="Oval 151"/>
            <p:cNvSpPr>
              <a:spLocks noChangeArrowheads="1"/>
            </p:cNvSpPr>
            <p:nvPr/>
          </p:nvSpPr>
          <p:spPr bwMode="auto">
            <a:xfrm rot="1080000">
              <a:off x="3023" y="555"/>
              <a:ext cx="265" cy="156"/>
            </a:xfrm>
            <a:prstGeom prst="ellipse">
              <a:avLst/>
            </a:prstGeom>
            <a:solidFill>
              <a:srgbClr val="EAEAEA"/>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568472" name="Oval 152"/>
            <p:cNvSpPr>
              <a:spLocks noChangeArrowheads="1"/>
            </p:cNvSpPr>
            <p:nvPr/>
          </p:nvSpPr>
          <p:spPr bwMode="auto">
            <a:xfrm>
              <a:off x="2949" y="432"/>
              <a:ext cx="217" cy="156"/>
            </a:xfrm>
            <a:prstGeom prst="ellipse">
              <a:avLst/>
            </a:prstGeom>
            <a:solidFill>
              <a:srgbClr val="EAEAEA"/>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568473" name="Oval 153"/>
            <p:cNvSpPr>
              <a:spLocks noChangeArrowheads="1"/>
            </p:cNvSpPr>
            <p:nvPr/>
          </p:nvSpPr>
          <p:spPr bwMode="auto">
            <a:xfrm rot="19740000">
              <a:off x="2984" y="310"/>
              <a:ext cx="295" cy="156"/>
            </a:xfrm>
            <a:prstGeom prst="ellipse">
              <a:avLst/>
            </a:prstGeom>
            <a:solidFill>
              <a:srgbClr val="EAEAEA"/>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568474" name="Freeform 154"/>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EAEAEA"/>
            </a:solidFill>
            <a:ln>
              <a:noFill/>
            </a:ln>
            <a:effectLst/>
            <a:extLst>
              <a:ext uri="{91240B29-F687-4F45-9708-019B960494DF}">
                <a14:hiddenLine xmlns:a14="http://schemas.microsoft.com/office/drawing/2010/main" w="12700">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latin typeface="微软雅黑 Light" panose="020B0502040204020203" pitchFamily="34" charset="-122"/>
                <a:ea typeface="微软雅黑 Light" panose="020B0502040204020203" pitchFamily="34" charset="-122"/>
              </a:endParaRPr>
            </a:p>
          </p:txBody>
        </p:sp>
        <p:sp>
          <p:nvSpPr>
            <p:cNvPr id="568475" name="Freeform 155"/>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EAEAEA"/>
            </a:solidFill>
            <a:ln>
              <a:noFill/>
            </a:ln>
            <a:effectLst/>
            <a:extLst>
              <a:ext uri="{91240B29-F687-4F45-9708-019B960494DF}">
                <a14:hiddenLine xmlns:a14="http://schemas.microsoft.com/office/drawing/2010/main" w="12700">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latin typeface="微软雅黑 Light" panose="020B0502040204020203" pitchFamily="34" charset="-122"/>
                <a:ea typeface="微软雅黑 Light" panose="020B0502040204020203" pitchFamily="34" charset="-122"/>
              </a:endParaRPr>
            </a:p>
          </p:txBody>
        </p:sp>
        <p:sp>
          <p:nvSpPr>
            <p:cNvPr id="568476" name="Freeform 156"/>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EAEAEA"/>
            </a:solidFill>
            <a:ln>
              <a:noFill/>
            </a:ln>
            <a:effectLst/>
            <a:extLst>
              <a:ext uri="{91240B29-F687-4F45-9708-019B960494DF}">
                <a14:hiddenLine xmlns:a14="http://schemas.microsoft.com/office/drawing/2010/main" w="12700">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latin typeface="微软雅黑 Light" panose="020B0502040204020203" pitchFamily="34" charset="-122"/>
                <a:ea typeface="微软雅黑 Light" panose="020B0502040204020203" pitchFamily="34" charset="-122"/>
              </a:endParaRPr>
            </a:p>
          </p:txBody>
        </p:sp>
      </p:grpSp>
      <p:sp>
        <p:nvSpPr>
          <p:cNvPr id="568477" name="Line 157"/>
          <p:cNvSpPr>
            <a:spLocks noChangeShapeType="1"/>
          </p:cNvSpPr>
          <p:nvPr/>
        </p:nvSpPr>
        <p:spPr bwMode="auto">
          <a:xfrm>
            <a:off x="9518651" y="2106613"/>
            <a:ext cx="587375" cy="571500"/>
          </a:xfrm>
          <a:prstGeom prst="line">
            <a:avLst/>
          </a:prstGeom>
          <a:noFill/>
          <a:ln w="28575">
            <a:solidFill>
              <a:srgbClr val="3333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latin typeface="微软雅黑 Light" panose="020B0502040204020203" pitchFamily="34" charset="-122"/>
              <a:ea typeface="微软雅黑 Light" panose="020B0502040204020203" pitchFamily="34" charset="-122"/>
            </a:endParaRPr>
          </a:p>
        </p:txBody>
      </p:sp>
      <p:sp>
        <p:nvSpPr>
          <p:cNvPr id="568478" name="Line 158"/>
          <p:cNvSpPr>
            <a:spLocks noChangeShapeType="1"/>
          </p:cNvSpPr>
          <p:nvPr/>
        </p:nvSpPr>
        <p:spPr bwMode="auto">
          <a:xfrm flipH="1">
            <a:off x="9012239" y="2709864"/>
            <a:ext cx="1006475" cy="669925"/>
          </a:xfrm>
          <a:prstGeom prst="line">
            <a:avLst/>
          </a:prstGeom>
          <a:noFill/>
          <a:ln w="28575">
            <a:solidFill>
              <a:srgbClr val="3333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latin typeface="微软雅黑 Light" panose="020B0502040204020203" pitchFamily="34" charset="-122"/>
              <a:ea typeface="微软雅黑 Light" panose="020B0502040204020203" pitchFamily="34" charset="-122"/>
            </a:endParaRPr>
          </a:p>
        </p:txBody>
      </p:sp>
      <p:sp>
        <p:nvSpPr>
          <p:cNvPr id="568479" name="Line 159"/>
          <p:cNvSpPr>
            <a:spLocks noChangeShapeType="1"/>
          </p:cNvSpPr>
          <p:nvPr/>
        </p:nvSpPr>
        <p:spPr bwMode="auto">
          <a:xfrm flipV="1">
            <a:off x="7335839" y="2138364"/>
            <a:ext cx="420687" cy="192087"/>
          </a:xfrm>
          <a:prstGeom prst="line">
            <a:avLst/>
          </a:prstGeom>
          <a:noFill/>
          <a:ln w="28575">
            <a:solidFill>
              <a:srgbClr val="3333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latin typeface="微软雅黑 Light" panose="020B0502040204020203" pitchFamily="34" charset="-122"/>
              <a:ea typeface="微软雅黑 Light" panose="020B0502040204020203" pitchFamily="34" charset="-122"/>
            </a:endParaRPr>
          </a:p>
        </p:txBody>
      </p:sp>
      <p:grpSp>
        <p:nvGrpSpPr>
          <p:cNvPr id="568482" name="Group 162"/>
          <p:cNvGrpSpPr/>
          <p:nvPr/>
        </p:nvGrpSpPr>
        <p:grpSpPr bwMode="auto">
          <a:xfrm>
            <a:off x="9771063" y="2392363"/>
            <a:ext cx="601662" cy="520700"/>
            <a:chOff x="2949" y="196"/>
            <a:chExt cx="941" cy="598"/>
          </a:xfrm>
        </p:grpSpPr>
        <p:sp>
          <p:nvSpPr>
            <p:cNvPr id="568483" name="Oval 163"/>
            <p:cNvSpPr>
              <a:spLocks noChangeArrowheads="1"/>
            </p:cNvSpPr>
            <p:nvPr/>
          </p:nvSpPr>
          <p:spPr bwMode="auto">
            <a:xfrm>
              <a:off x="3168" y="196"/>
              <a:ext cx="407" cy="162"/>
            </a:xfrm>
            <a:prstGeom prst="ellipse">
              <a:avLst/>
            </a:prstGeom>
            <a:solidFill>
              <a:srgbClr val="EAEAEA"/>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568484" name="Oval 164"/>
            <p:cNvSpPr>
              <a:spLocks noChangeArrowheads="1"/>
            </p:cNvSpPr>
            <p:nvPr/>
          </p:nvSpPr>
          <p:spPr bwMode="auto">
            <a:xfrm rot="900000">
              <a:off x="3512" y="252"/>
              <a:ext cx="275" cy="131"/>
            </a:xfrm>
            <a:prstGeom prst="ellipse">
              <a:avLst/>
            </a:prstGeom>
            <a:solidFill>
              <a:srgbClr val="EAEAEA"/>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568485" name="Oval 165"/>
            <p:cNvSpPr>
              <a:spLocks noChangeArrowheads="1"/>
            </p:cNvSpPr>
            <p:nvPr/>
          </p:nvSpPr>
          <p:spPr bwMode="auto">
            <a:xfrm rot="1500000">
              <a:off x="3650" y="385"/>
              <a:ext cx="240" cy="153"/>
            </a:xfrm>
            <a:prstGeom prst="ellipse">
              <a:avLst/>
            </a:prstGeom>
            <a:solidFill>
              <a:srgbClr val="EAEAEA"/>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568486" name="Oval 166"/>
            <p:cNvSpPr>
              <a:spLocks noChangeArrowheads="1"/>
            </p:cNvSpPr>
            <p:nvPr/>
          </p:nvSpPr>
          <p:spPr bwMode="auto">
            <a:xfrm rot="20040000">
              <a:off x="3573" y="537"/>
              <a:ext cx="291" cy="189"/>
            </a:xfrm>
            <a:prstGeom prst="ellipse">
              <a:avLst/>
            </a:prstGeom>
            <a:solidFill>
              <a:srgbClr val="EAEAEA"/>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568487" name="Oval 167"/>
            <p:cNvSpPr>
              <a:spLocks noChangeArrowheads="1"/>
            </p:cNvSpPr>
            <p:nvPr/>
          </p:nvSpPr>
          <p:spPr bwMode="auto">
            <a:xfrm>
              <a:off x="3216" y="555"/>
              <a:ext cx="471" cy="239"/>
            </a:xfrm>
            <a:prstGeom prst="ellipse">
              <a:avLst/>
            </a:prstGeom>
            <a:solidFill>
              <a:srgbClr val="EAEAEA"/>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568488" name="Oval 168"/>
            <p:cNvSpPr>
              <a:spLocks noChangeArrowheads="1"/>
            </p:cNvSpPr>
            <p:nvPr/>
          </p:nvSpPr>
          <p:spPr bwMode="auto">
            <a:xfrm rot="1080000">
              <a:off x="3023" y="555"/>
              <a:ext cx="265" cy="156"/>
            </a:xfrm>
            <a:prstGeom prst="ellipse">
              <a:avLst/>
            </a:prstGeom>
            <a:solidFill>
              <a:srgbClr val="EAEAEA"/>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568489" name="Oval 169"/>
            <p:cNvSpPr>
              <a:spLocks noChangeArrowheads="1"/>
            </p:cNvSpPr>
            <p:nvPr/>
          </p:nvSpPr>
          <p:spPr bwMode="auto">
            <a:xfrm>
              <a:off x="2949" y="432"/>
              <a:ext cx="217" cy="156"/>
            </a:xfrm>
            <a:prstGeom prst="ellipse">
              <a:avLst/>
            </a:prstGeom>
            <a:solidFill>
              <a:srgbClr val="EAEAEA"/>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568490" name="Oval 170"/>
            <p:cNvSpPr>
              <a:spLocks noChangeArrowheads="1"/>
            </p:cNvSpPr>
            <p:nvPr/>
          </p:nvSpPr>
          <p:spPr bwMode="auto">
            <a:xfrm rot="19740000">
              <a:off x="2984" y="310"/>
              <a:ext cx="295" cy="156"/>
            </a:xfrm>
            <a:prstGeom prst="ellipse">
              <a:avLst/>
            </a:prstGeom>
            <a:solidFill>
              <a:srgbClr val="EAEAEA"/>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568491" name="Freeform 171"/>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EAEAEA"/>
            </a:solidFill>
            <a:ln>
              <a:noFill/>
            </a:ln>
            <a:effectLst/>
            <a:extLst>
              <a:ext uri="{91240B29-F687-4F45-9708-019B960494DF}">
                <a14:hiddenLine xmlns:a14="http://schemas.microsoft.com/office/drawing/2010/main" w="12700">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latin typeface="微软雅黑 Light" panose="020B0502040204020203" pitchFamily="34" charset="-122"/>
                <a:ea typeface="微软雅黑 Light" panose="020B0502040204020203" pitchFamily="34" charset="-122"/>
              </a:endParaRPr>
            </a:p>
          </p:txBody>
        </p:sp>
        <p:sp>
          <p:nvSpPr>
            <p:cNvPr id="568492" name="Freeform 172"/>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EAEAEA"/>
            </a:solidFill>
            <a:ln>
              <a:noFill/>
            </a:ln>
            <a:effectLst/>
            <a:extLst>
              <a:ext uri="{91240B29-F687-4F45-9708-019B960494DF}">
                <a14:hiddenLine xmlns:a14="http://schemas.microsoft.com/office/drawing/2010/main" w="12700">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latin typeface="微软雅黑 Light" panose="020B0502040204020203" pitchFamily="34" charset="-122"/>
                <a:ea typeface="微软雅黑 Light" panose="020B0502040204020203" pitchFamily="34" charset="-122"/>
              </a:endParaRPr>
            </a:p>
          </p:txBody>
        </p:sp>
        <p:sp>
          <p:nvSpPr>
            <p:cNvPr id="568493" name="Freeform 173"/>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EAEAEA"/>
            </a:solidFill>
            <a:ln>
              <a:noFill/>
            </a:ln>
            <a:effectLst/>
            <a:extLst>
              <a:ext uri="{91240B29-F687-4F45-9708-019B960494DF}">
                <a14:hiddenLine xmlns:a14="http://schemas.microsoft.com/office/drawing/2010/main" w="12700">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latin typeface="微软雅黑 Light" panose="020B0502040204020203" pitchFamily="34" charset="-122"/>
                <a:ea typeface="微软雅黑 Light" panose="020B0502040204020203" pitchFamily="34" charset="-122"/>
              </a:endParaRPr>
            </a:p>
          </p:txBody>
        </p:sp>
      </p:grpSp>
      <p:grpSp>
        <p:nvGrpSpPr>
          <p:cNvPr id="568494" name="Group 174"/>
          <p:cNvGrpSpPr/>
          <p:nvPr/>
        </p:nvGrpSpPr>
        <p:grpSpPr bwMode="auto">
          <a:xfrm>
            <a:off x="6918325" y="2011364"/>
            <a:ext cx="603250" cy="522287"/>
            <a:chOff x="2949" y="196"/>
            <a:chExt cx="941" cy="598"/>
          </a:xfrm>
        </p:grpSpPr>
        <p:sp>
          <p:nvSpPr>
            <p:cNvPr id="568495" name="Oval 175"/>
            <p:cNvSpPr>
              <a:spLocks noChangeArrowheads="1"/>
            </p:cNvSpPr>
            <p:nvPr/>
          </p:nvSpPr>
          <p:spPr bwMode="auto">
            <a:xfrm>
              <a:off x="3168" y="196"/>
              <a:ext cx="407" cy="162"/>
            </a:xfrm>
            <a:prstGeom prst="ellipse">
              <a:avLst/>
            </a:prstGeom>
            <a:solidFill>
              <a:srgbClr val="EAEAEA"/>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568496" name="Oval 176"/>
            <p:cNvSpPr>
              <a:spLocks noChangeArrowheads="1"/>
            </p:cNvSpPr>
            <p:nvPr/>
          </p:nvSpPr>
          <p:spPr bwMode="auto">
            <a:xfrm rot="900000">
              <a:off x="3512" y="252"/>
              <a:ext cx="275" cy="131"/>
            </a:xfrm>
            <a:prstGeom prst="ellipse">
              <a:avLst/>
            </a:prstGeom>
            <a:solidFill>
              <a:srgbClr val="EAEAEA"/>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568497" name="Oval 177"/>
            <p:cNvSpPr>
              <a:spLocks noChangeArrowheads="1"/>
            </p:cNvSpPr>
            <p:nvPr/>
          </p:nvSpPr>
          <p:spPr bwMode="auto">
            <a:xfrm rot="1500000">
              <a:off x="3650" y="385"/>
              <a:ext cx="240" cy="153"/>
            </a:xfrm>
            <a:prstGeom prst="ellipse">
              <a:avLst/>
            </a:prstGeom>
            <a:solidFill>
              <a:srgbClr val="EAEAEA"/>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568498" name="Oval 178"/>
            <p:cNvSpPr>
              <a:spLocks noChangeArrowheads="1"/>
            </p:cNvSpPr>
            <p:nvPr/>
          </p:nvSpPr>
          <p:spPr bwMode="auto">
            <a:xfrm rot="20040000">
              <a:off x="3573" y="537"/>
              <a:ext cx="291" cy="189"/>
            </a:xfrm>
            <a:prstGeom prst="ellipse">
              <a:avLst/>
            </a:prstGeom>
            <a:solidFill>
              <a:srgbClr val="EAEAEA"/>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568499" name="Oval 179"/>
            <p:cNvSpPr>
              <a:spLocks noChangeArrowheads="1"/>
            </p:cNvSpPr>
            <p:nvPr/>
          </p:nvSpPr>
          <p:spPr bwMode="auto">
            <a:xfrm>
              <a:off x="3216" y="555"/>
              <a:ext cx="471" cy="239"/>
            </a:xfrm>
            <a:prstGeom prst="ellipse">
              <a:avLst/>
            </a:prstGeom>
            <a:solidFill>
              <a:srgbClr val="EAEAEA"/>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568500" name="Oval 180"/>
            <p:cNvSpPr>
              <a:spLocks noChangeArrowheads="1"/>
            </p:cNvSpPr>
            <p:nvPr/>
          </p:nvSpPr>
          <p:spPr bwMode="auto">
            <a:xfrm rot="1080000">
              <a:off x="3023" y="555"/>
              <a:ext cx="265" cy="156"/>
            </a:xfrm>
            <a:prstGeom prst="ellipse">
              <a:avLst/>
            </a:prstGeom>
            <a:solidFill>
              <a:srgbClr val="EAEAEA"/>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568501" name="Oval 181"/>
            <p:cNvSpPr>
              <a:spLocks noChangeArrowheads="1"/>
            </p:cNvSpPr>
            <p:nvPr/>
          </p:nvSpPr>
          <p:spPr bwMode="auto">
            <a:xfrm>
              <a:off x="2949" y="432"/>
              <a:ext cx="217" cy="156"/>
            </a:xfrm>
            <a:prstGeom prst="ellipse">
              <a:avLst/>
            </a:prstGeom>
            <a:solidFill>
              <a:srgbClr val="EAEAEA"/>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568502" name="Oval 182"/>
            <p:cNvSpPr>
              <a:spLocks noChangeArrowheads="1"/>
            </p:cNvSpPr>
            <p:nvPr/>
          </p:nvSpPr>
          <p:spPr bwMode="auto">
            <a:xfrm rot="19740000">
              <a:off x="2984" y="310"/>
              <a:ext cx="295" cy="156"/>
            </a:xfrm>
            <a:prstGeom prst="ellipse">
              <a:avLst/>
            </a:prstGeom>
            <a:solidFill>
              <a:srgbClr val="EAEAEA"/>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568503" name="Freeform 183"/>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EAEAEA"/>
            </a:solidFill>
            <a:ln>
              <a:noFill/>
            </a:ln>
            <a:effectLst/>
            <a:extLst>
              <a:ext uri="{91240B29-F687-4F45-9708-019B960494DF}">
                <a14:hiddenLine xmlns:a14="http://schemas.microsoft.com/office/drawing/2010/main" w="12700">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latin typeface="微软雅黑 Light" panose="020B0502040204020203" pitchFamily="34" charset="-122"/>
                <a:ea typeface="微软雅黑 Light" panose="020B0502040204020203" pitchFamily="34" charset="-122"/>
              </a:endParaRPr>
            </a:p>
          </p:txBody>
        </p:sp>
        <p:sp>
          <p:nvSpPr>
            <p:cNvPr id="568504" name="Freeform 184"/>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EAEAEA"/>
            </a:solidFill>
            <a:ln>
              <a:noFill/>
            </a:ln>
            <a:effectLst/>
            <a:extLst>
              <a:ext uri="{91240B29-F687-4F45-9708-019B960494DF}">
                <a14:hiddenLine xmlns:a14="http://schemas.microsoft.com/office/drawing/2010/main" w="12700">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latin typeface="微软雅黑 Light" panose="020B0502040204020203" pitchFamily="34" charset="-122"/>
                <a:ea typeface="微软雅黑 Light" panose="020B0502040204020203" pitchFamily="34" charset="-122"/>
              </a:endParaRPr>
            </a:p>
          </p:txBody>
        </p:sp>
        <p:sp>
          <p:nvSpPr>
            <p:cNvPr id="568505" name="Freeform 185"/>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EAEAEA"/>
            </a:solidFill>
            <a:ln>
              <a:noFill/>
            </a:ln>
            <a:effectLst/>
            <a:extLst>
              <a:ext uri="{91240B29-F687-4F45-9708-019B960494DF}">
                <a14:hiddenLine xmlns:a14="http://schemas.microsoft.com/office/drawing/2010/main" w="12700">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latin typeface="微软雅黑 Light" panose="020B0502040204020203" pitchFamily="34" charset="-122"/>
                <a:ea typeface="微软雅黑 Light" panose="020B0502040204020203" pitchFamily="34" charset="-122"/>
              </a:endParaRPr>
            </a:p>
          </p:txBody>
        </p:sp>
      </p:grpSp>
      <p:pic>
        <p:nvPicPr>
          <p:cNvPr id="189" name="图片 188"/>
          <p:cNvPicPr>
            <a:picLocks noChangeAspect="1"/>
          </p:cNvPicPr>
          <p:nvPr/>
        </p:nvPicPr>
        <p:blipFill>
          <a:blip r:embed="rId1"/>
          <a:stretch>
            <a:fillRect/>
          </a:stretch>
        </p:blipFill>
        <p:spPr>
          <a:xfrm>
            <a:off x="3119801" y="1681807"/>
            <a:ext cx="394188" cy="394188"/>
          </a:xfrm>
          <a:prstGeom prst="rect">
            <a:avLst/>
          </a:prstGeom>
        </p:spPr>
      </p:pic>
      <p:pic>
        <p:nvPicPr>
          <p:cNvPr id="190" name="图片 189"/>
          <p:cNvPicPr>
            <a:picLocks noChangeAspect="1"/>
          </p:cNvPicPr>
          <p:nvPr/>
        </p:nvPicPr>
        <p:blipFill>
          <a:blip r:embed="rId1"/>
          <a:stretch>
            <a:fillRect/>
          </a:stretch>
        </p:blipFill>
        <p:spPr>
          <a:xfrm>
            <a:off x="2358619" y="2965450"/>
            <a:ext cx="394188" cy="394188"/>
          </a:xfrm>
          <a:prstGeom prst="rect">
            <a:avLst/>
          </a:prstGeom>
        </p:spPr>
      </p:pic>
      <p:pic>
        <p:nvPicPr>
          <p:cNvPr id="191" name="图片 190"/>
          <p:cNvPicPr>
            <a:picLocks noChangeAspect="1"/>
          </p:cNvPicPr>
          <p:nvPr/>
        </p:nvPicPr>
        <p:blipFill>
          <a:blip r:embed="rId1"/>
          <a:stretch>
            <a:fillRect/>
          </a:stretch>
        </p:blipFill>
        <p:spPr>
          <a:xfrm>
            <a:off x="5276833" y="5241172"/>
            <a:ext cx="394188" cy="394188"/>
          </a:xfrm>
          <a:prstGeom prst="rect">
            <a:avLst/>
          </a:prstGeom>
        </p:spPr>
      </p:pic>
      <p:pic>
        <p:nvPicPr>
          <p:cNvPr id="192" name="图片 191"/>
          <p:cNvPicPr>
            <a:picLocks noChangeAspect="1"/>
          </p:cNvPicPr>
          <p:nvPr/>
        </p:nvPicPr>
        <p:blipFill>
          <a:blip r:embed="rId1"/>
          <a:stretch>
            <a:fillRect/>
          </a:stretch>
        </p:blipFill>
        <p:spPr>
          <a:xfrm>
            <a:off x="5744821" y="4292230"/>
            <a:ext cx="394188" cy="394188"/>
          </a:xfrm>
          <a:prstGeom prst="rect">
            <a:avLst/>
          </a:prstGeom>
        </p:spPr>
      </p:pic>
      <p:pic>
        <p:nvPicPr>
          <p:cNvPr id="193" name="图片 192"/>
          <p:cNvPicPr>
            <a:picLocks noChangeAspect="1"/>
          </p:cNvPicPr>
          <p:nvPr/>
        </p:nvPicPr>
        <p:blipFill>
          <a:blip r:embed="rId1"/>
          <a:stretch>
            <a:fillRect/>
          </a:stretch>
        </p:blipFill>
        <p:spPr>
          <a:xfrm>
            <a:off x="7508265" y="1961786"/>
            <a:ext cx="394188" cy="394188"/>
          </a:xfrm>
          <a:prstGeom prst="rect">
            <a:avLst/>
          </a:prstGeom>
        </p:spPr>
      </p:pic>
      <p:pic>
        <p:nvPicPr>
          <p:cNvPr id="194" name="图片 193"/>
          <p:cNvPicPr>
            <a:picLocks noChangeAspect="1"/>
          </p:cNvPicPr>
          <p:nvPr/>
        </p:nvPicPr>
        <p:blipFill>
          <a:blip r:embed="rId1"/>
          <a:stretch>
            <a:fillRect/>
          </a:stretch>
        </p:blipFill>
        <p:spPr>
          <a:xfrm>
            <a:off x="8748470" y="3203156"/>
            <a:ext cx="394188" cy="394188"/>
          </a:xfrm>
          <a:prstGeom prst="rect">
            <a:avLst/>
          </a:prstGeom>
        </p:spPr>
      </p:pic>
      <p:pic>
        <p:nvPicPr>
          <p:cNvPr id="195" name="图片 194"/>
          <p:cNvPicPr>
            <a:picLocks noChangeAspect="1"/>
          </p:cNvPicPr>
          <p:nvPr/>
        </p:nvPicPr>
        <p:blipFill>
          <a:blip r:embed="rId1"/>
          <a:stretch>
            <a:fillRect/>
          </a:stretch>
        </p:blipFill>
        <p:spPr>
          <a:xfrm>
            <a:off x="9237686" y="1907808"/>
            <a:ext cx="394188" cy="394188"/>
          </a:xfrm>
          <a:prstGeom prst="rect">
            <a:avLst/>
          </a:prstGeom>
        </p:spPr>
      </p:pic>
      <p:pic>
        <p:nvPicPr>
          <p:cNvPr id="196" name="图片 195"/>
          <p:cNvPicPr>
            <a:picLocks noChangeAspect="1"/>
          </p:cNvPicPr>
          <p:nvPr/>
        </p:nvPicPr>
        <p:blipFill>
          <a:blip r:embed="rId1"/>
          <a:stretch>
            <a:fillRect/>
          </a:stretch>
        </p:blipFill>
        <p:spPr>
          <a:xfrm>
            <a:off x="7506426" y="4428424"/>
            <a:ext cx="507114" cy="507114"/>
          </a:xfrm>
          <a:prstGeom prst="rect">
            <a:avLst/>
          </a:prstGeom>
        </p:spPr>
      </p:pic>
      <p:pic>
        <p:nvPicPr>
          <p:cNvPr id="197" name="图片 196"/>
          <p:cNvPicPr>
            <a:picLocks noChangeAspect="1"/>
          </p:cNvPicPr>
          <p:nvPr/>
        </p:nvPicPr>
        <p:blipFill>
          <a:blip r:embed="rId1"/>
          <a:stretch>
            <a:fillRect/>
          </a:stretch>
        </p:blipFill>
        <p:spPr>
          <a:xfrm>
            <a:off x="5548041" y="3481039"/>
            <a:ext cx="507114" cy="507114"/>
          </a:xfrm>
          <a:prstGeom prst="rect">
            <a:avLst/>
          </a:prstGeom>
        </p:spPr>
      </p:pic>
      <p:pic>
        <p:nvPicPr>
          <p:cNvPr id="198" name="图片 197"/>
          <p:cNvPicPr>
            <a:picLocks noChangeAspect="1"/>
          </p:cNvPicPr>
          <p:nvPr/>
        </p:nvPicPr>
        <p:blipFill>
          <a:blip r:embed="rId1"/>
          <a:stretch>
            <a:fillRect/>
          </a:stretch>
        </p:blipFill>
        <p:spPr>
          <a:xfrm>
            <a:off x="6582228" y="2589072"/>
            <a:ext cx="507114" cy="507114"/>
          </a:xfrm>
          <a:prstGeom prst="rect">
            <a:avLst/>
          </a:prstGeom>
        </p:spPr>
      </p:pic>
      <p:pic>
        <p:nvPicPr>
          <p:cNvPr id="199" name="图片 198"/>
          <p:cNvPicPr>
            <a:picLocks noChangeAspect="1"/>
          </p:cNvPicPr>
          <p:nvPr/>
        </p:nvPicPr>
        <p:blipFill>
          <a:blip r:embed="rId1"/>
          <a:stretch>
            <a:fillRect/>
          </a:stretch>
        </p:blipFill>
        <p:spPr>
          <a:xfrm>
            <a:off x="4535552" y="2503069"/>
            <a:ext cx="507114" cy="507114"/>
          </a:xfrm>
          <a:prstGeom prst="rect">
            <a:avLst/>
          </a:prstGeom>
        </p:spPr>
      </p:pic>
      <p:pic>
        <p:nvPicPr>
          <p:cNvPr id="200" name="图片 199"/>
          <p:cNvPicPr>
            <a:picLocks noChangeAspect="1"/>
          </p:cNvPicPr>
          <p:nvPr/>
        </p:nvPicPr>
        <p:blipFill>
          <a:blip r:embed="rId1"/>
          <a:stretch>
            <a:fillRect/>
          </a:stretch>
        </p:blipFill>
        <p:spPr>
          <a:xfrm>
            <a:off x="3053650" y="3362862"/>
            <a:ext cx="507114" cy="507114"/>
          </a:xfrm>
          <a:prstGeom prst="rect">
            <a:avLst/>
          </a:prstGeom>
        </p:spPr>
      </p:pic>
      <p:sp>
        <p:nvSpPr>
          <p:cNvPr id="568331" name="Line 11"/>
          <p:cNvSpPr>
            <a:spLocks noChangeShapeType="1"/>
          </p:cNvSpPr>
          <p:nvPr/>
        </p:nvSpPr>
        <p:spPr bwMode="auto">
          <a:xfrm flipH="1">
            <a:off x="2682877" y="3883027"/>
            <a:ext cx="594760" cy="507865"/>
          </a:xfrm>
          <a:prstGeom prst="line">
            <a:avLst/>
          </a:prstGeom>
          <a:noFill/>
          <a:ln w="57150">
            <a:solidFill>
              <a:srgbClr val="3333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latin typeface="微软雅黑 Light" panose="020B0502040204020203" pitchFamily="34" charset="-122"/>
              <a:ea typeface="微软雅黑 Light" panose="020B0502040204020203" pitchFamily="34" charset="-122"/>
            </a:endParaRPr>
          </a:p>
        </p:txBody>
      </p:sp>
      <p:sp>
        <p:nvSpPr>
          <p:cNvPr id="568329" name="Line 9"/>
          <p:cNvSpPr>
            <a:spLocks noChangeShapeType="1"/>
          </p:cNvSpPr>
          <p:nvPr/>
        </p:nvSpPr>
        <p:spPr bwMode="auto">
          <a:xfrm>
            <a:off x="4934990" y="3007978"/>
            <a:ext cx="646661" cy="606760"/>
          </a:xfrm>
          <a:prstGeom prst="line">
            <a:avLst/>
          </a:prstGeom>
          <a:noFill/>
          <a:ln w="57150">
            <a:solidFill>
              <a:srgbClr val="3333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latin typeface="微软雅黑 Light" panose="020B0502040204020203" pitchFamily="34" charset="-122"/>
              <a:ea typeface="微软雅黑 Light" panose="020B0502040204020203" pitchFamily="34" charset="-122"/>
            </a:endParaRPr>
          </a:p>
        </p:txBody>
      </p:sp>
      <p:sp>
        <p:nvSpPr>
          <p:cNvPr id="568330" name="Line 10"/>
          <p:cNvSpPr>
            <a:spLocks noChangeShapeType="1"/>
          </p:cNvSpPr>
          <p:nvPr/>
        </p:nvSpPr>
        <p:spPr bwMode="auto">
          <a:xfrm flipH="1">
            <a:off x="6036419" y="3071814"/>
            <a:ext cx="573136" cy="508249"/>
          </a:xfrm>
          <a:prstGeom prst="line">
            <a:avLst/>
          </a:prstGeom>
          <a:noFill/>
          <a:ln w="57150">
            <a:solidFill>
              <a:srgbClr val="3333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latin typeface="微软雅黑 Light" panose="020B0502040204020203" pitchFamily="34" charset="-122"/>
              <a:ea typeface="微软雅黑 Light" panose="020B0502040204020203" pitchFamily="34" charset="-122"/>
            </a:endParaRPr>
          </a:p>
        </p:txBody>
      </p:sp>
      <p:sp>
        <p:nvSpPr>
          <p:cNvPr id="568339" name="Text Box 19"/>
          <p:cNvSpPr txBox="1">
            <a:spLocks noChangeArrowheads="1"/>
          </p:cNvSpPr>
          <p:nvPr/>
        </p:nvSpPr>
        <p:spPr bwMode="auto">
          <a:xfrm>
            <a:off x="4968875" y="2139950"/>
            <a:ext cx="947738"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lnSpc>
                <a:spcPct val="90000"/>
              </a:lnSpc>
            </a:pPr>
            <a:r>
              <a:rPr kumimoji="1" lang="en-US" altLang="zh-CN" dirty="0">
                <a:solidFill>
                  <a:srgbClr val="333399"/>
                </a:solidFill>
                <a:latin typeface="微软雅黑 Light" panose="020B0502040204020203" pitchFamily="34" charset="-122"/>
                <a:ea typeface="微软雅黑 Light" panose="020B0502040204020203" pitchFamily="34" charset="-122"/>
              </a:rPr>
              <a:t>BGP</a:t>
            </a:r>
            <a:endParaRPr kumimoji="1" lang="en-US" altLang="zh-CN" dirty="0">
              <a:solidFill>
                <a:srgbClr val="333399"/>
              </a:solidFill>
              <a:latin typeface="微软雅黑 Light" panose="020B0502040204020203" pitchFamily="34" charset="-122"/>
              <a:ea typeface="微软雅黑 Light" panose="020B0502040204020203" pitchFamily="34" charset="-122"/>
            </a:endParaRPr>
          </a:p>
          <a:p>
            <a:pPr algn="ctr">
              <a:lnSpc>
                <a:spcPct val="90000"/>
              </a:lnSpc>
            </a:pPr>
            <a:r>
              <a:rPr kumimoji="1" lang="zh-CN" altLang="en-US" dirty="0">
                <a:solidFill>
                  <a:srgbClr val="333399"/>
                </a:solidFill>
                <a:latin typeface="微软雅黑 Light" panose="020B0502040204020203" pitchFamily="34" charset="-122"/>
                <a:ea typeface="微软雅黑 Light" panose="020B0502040204020203" pitchFamily="34" charset="-122"/>
              </a:rPr>
              <a:t>发言人</a:t>
            </a:r>
            <a:endParaRPr kumimoji="1" lang="zh-CN" altLang="en-US" dirty="0">
              <a:solidFill>
                <a:srgbClr val="333399"/>
              </a:solidFill>
              <a:latin typeface="微软雅黑 Light" panose="020B0502040204020203" pitchFamily="34" charset="-122"/>
              <a:ea typeface="微软雅黑 Light" panose="020B0502040204020203" pitchFamily="34" charset="-122"/>
            </a:endParaRPr>
          </a:p>
        </p:txBody>
      </p:sp>
    </p:spTree>
  </p:cSld>
  <p:clrMapOvr>
    <a:masterClrMapping/>
  </p:clrMapOvr>
</p:sld>
</file>

<file path=ppt/slides/slide2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p:txBody>
          <a:bodyPr/>
          <a:lstStyle/>
          <a:p>
            <a:fld id="{70FBDE47-E7AC-4E01-9592-194D85CDA4AD}" type="slidenum">
              <a:rPr lang="en-US" altLang="zh-CN"/>
            </a:fld>
            <a:endParaRPr lang="en-US" altLang="zh-CN"/>
          </a:p>
        </p:txBody>
      </p:sp>
      <p:sp>
        <p:nvSpPr>
          <p:cNvPr id="569346" name="Rectangle 2"/>
          <p:cNvSpPr>
            <a:spLocks noGrp="1" noChangeArrowheads="1"/>
          </p:cNvSpPr>
          <p:nvPr>
            <p:ph type="title"/>
          </p:nvPr>
        </p:nvSpPr>
        <p:spPr/>
        <p:txBody>
          <a:bodyPr/>
          <a:lstStyle/>
          <a:p>
            <a:r>
              <a:rPr lang="en-US" altLang="zh-CN"/>
              <a:t>BGP </a:t>
            </a:r>
            <a:r>
              <a:rPr lang="zh-CN" altLang="en-US"/>
              <a:t>协议的特点</a:t>
            </a:r>
            <a:endParaRPr lang="zh-CN" altLang="en-US"/>
          </a:p>
        </p:txBody>
      </p:sp>
      <p:sp>
        <p:nvSpPr>
          <p:cNvPr id="569347" name="Rectangle 3"/>
          <p:cNvSpPr>
            <a:spLocks noGrp="1" noChangeArrowheads="1"/>
          </p:cNvSpPr>
          <p:nvPr>
            <p:ph type="body" idx="1"/>
          </p:nvPr>
        </p:nvSpPr>
        <p:spPr/>
        <p:txBody>
          <a:bodyPr/>
          <a:lstStyle/>
          <a:p>
            <a:pPr>
              <a:lnSpc>
                <a:spcPct val="90000"/>
              </a:lnSpc>
            </a:pPr>
            <a:r>
              <a:rPr lang="en-US" altLang="zh-CN" sz="2800" dirty="0"/>
              <a:t>BGP </a:t>
            </a:r>
            <a:r>
              <a:rPr lang="zh-CN" altLang="en-US" sz="2800" dirty="0"/>
              <a:t>协议交换路由信息的结点数量级是自治系统数的量级，这要比这些自治系统中的网络数少很多</a:t>
            </a:r>
            <a:endParaRPr lang="zh-CN" altLang="en-US" sz="2800" dirty="0"/>
          </a:p>
          <a:p>
            <a:pPr>
              <a:lnSpc>
                <a:spcPct val="90000"/>
              </a:lnSpc>
            </a:pPr>
            <a:r>
              <a:rPr lang="zh-CN" altLang="en-US" sz="2800" dirty="0"/>
              <a:t>每一个自治系统中 </a:t>
            </a:r>
            <a:r>
              <a:rPr lang="en-US" altLang="zh-CN" sz="2800" dirty="0"/>
              <a:t>BGP </a:t>
            </a:r>
            <a:r>
              <a:rPr lang="zh-CN" altLang="en-US" sz="2800" dirty="0"/>
              <a:t>发言人（或边界路由器）的数目是很少的。这样就使得自治系统之间的路由选择不致过分复杂  </a:t>
            </a:r>
            <a:endParaRPr lang="zh-CN" altLang="en-US" sz="2800" dirty="0"/>
          </a:p>
          <a:p>
            <a:pPr>
              <a:lnSpc>
                <a:spcPct val="90000"/>
              </a:lnSpc>
            </a:pPr>
            <a:r>
              <a:rPr lang="en-US" altLang="zh-CN" sz="2800" dirty="0"/>
              <a:t>BGP </a:t>
            </a:r>
            <a:r>
              <a:rPr lang="zh-CN" altLang="en-US" sz="2800" dirty="0"/>
              <a:t>支持 </a:t>
            </a:r>
            <a:r>
              <a:rPr lang="en-US" altLang="zh-CN" sz="2800" dirty="0"/>
              <a:t>CIDR</a:t>
            </a:r>
            <a:r>
              <a:rPr lang="zh-CN" altLang="en-US" sz="2800" dirty="0"/>
              <a:t>，因此 </a:t>
            </a:r>
            <a:r>
              <a:rPr lang="en-US" altLang="zh-CN" sz="2800" dirty="0"/>
              <a:t>BGP </a:t>
            </a:r>
            <a:r>
              <a:rPr lang="zh-CN" altLang="en-US" sz="2800" dirty="0"/>
              <a:t>的路由表也就应当包括目的网络前缀、下一跳路由器，以及到达该目的网络所要经过的各个自治系统序列</a:t>
            </a:r>
            <a:endParaRPr lang="zh-CN" altLang="en-US" sz="2800" dirty="0"/>
          </a:p>
          <a:p>
            <a:pPr>
              <a:lnSpc>
                <a:spcPct val="90000"/>
              </a:lnSpc>
            </a:pPr>
            <a:r>
              <a:rPr lang="zh-CN" altLang="en-US" sz="2800" dirty="0"/>
              <a:t>在</a:t>
            </a:r>
            <a:r>
              <a:rPr lang="en-US" altLang="zh-CN" sz="2800" dirty="0"/>
              <a:t>BGP </a:t>
            </a:r>
            <a:r>
              <a:rPr lang="zh-CN" altLang="en-US" sz="2800" dirty="0"/>
              <a:t>刚刚运行时，</a:t>
            </a:r>
            <a:r>
              <a:rPr lang="en-US" altLang="zh-CN" sz="2800" dirty="0"/>
              <a:t>BGP </a:t>
            </a:r>
            <a:r>
              <a:rPr lang="zh-CN" altLang="en-US" sz="2800" dirty="0"/>
              <a:t>的邻站是交换整个的 </a:t>
            </a:r>
            <a:r>
              <a:rPr lang="en-US" altLang="zh-CN" sz="2800" dirty="0"/>
              <a:t>BGP </a:t>
            </a:r>
            <a:r>
              <a:rPr lang="zh-CN" altLang="en-US" sz="2800" dirty="0"/>
              <a:t>路由表。但以后只需要在发生变化时更新有变化的部分。这样做对节省网络带宽和减少路由器的处理开销方面都有好处 </a:t>
            </a:r>
            <a:endParaRPr lang="zh-CN" altLang="en-US" sz="2800" dirty="0"/>
          </a:p>
        </p:txBody>
      </p:sp>
    </p:spTree>
  </p:cSld>
  <p:clrMapOvr>
    <a:masterClrMapping/>
  </p:clrMapOvr>
</p:sld>
</file>

<file path=ppt/slides/slide2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灯片编号占位符 5"/>
          <p:cNvSpPr>
            <a:spLocks noGrp="1"/>
          </p:cNvSpPr>
          <p:nvPr>
            <p:ph type="sldNum" sz="quarter" idx="12"/>
          </p:nvPr>
        </p:nvSpPr>
        <p:spPr/>
        <p:txBody>
          <a:bodyPr/>
          <a:lstStyle/>
          <a:p>
            <a:fld id="{15B443BB-C3B6-4017-BE23-80CC4174E8A9}" type="slidenum">
              <a:rPr lang="en-US" altLang="zh-CN"/>
            </a:fld>
            <a:endParaRPr lang="en-US" altLang="zh-CN"/>
          </a:p>
        </p:txBody>
      </p:sp>
      <p:sp>
        <p:nvSpPr>
          <p:cNvPr id="571394" name="Rectangle 2"/>
          <p:cNvSpPr>
            <a:spLocks noGrp="1" noChangeArrowheads="1"/>
          </p:cNvSpPr>
          <p:nvPr>
            <p:ph type="title"/>
          </p:nvPr>
        </p:nvSpPr>
        <p:spPr/>
        <p:txBody>
          <a:bodyPr/>
          <a:lstStyle/>
          <a:p>
            <a:r>
              <a:rPr lang="en-US" altLang="zh-CN"/>
              <a:t>BGP </a:t>
            </a:r>
            <a:r>
              <a:rPr lang="zh-CN" altLang="en-US"/>
              <a:t>报文格式</a:t>
            </a:r>
            <a:endParaRPr lang="zh-CN" altLang="en-US"/>
          </a:p>
        </p:txBody>
      </p:sp>
      <p:sp>
        <p:nvSpPr>
          <p:cNvPr id="571397" name="Rectangle 5"/>
          <p:cNvSpPr>
            <a:spLocks noChangeArrowheads="1"/>
          </p:cNvSpPr>
          <p:nvPr/>
        </p:nvSpPr>
        <p:spPr bwMode="auto">
          <a:xfrm>
            <a:off x="4427538" y="2925763"/>
            <a:ext cx="2152647" cy="459457"/>
          </a:xfrm>
          <a:prstGeom prst="rect">
            <a:avLst/>
          </a:prstGeom>
          <a:solidFill>
            <a:schemeClr val="accent1"/>
          </a:solidFill>
          <a:ln>
            <a:noFill/>
          </a:ln>
          <a:effectLst/>
        </p:spPr>
        <p:txBody>
          <a:bodyPr wrap="square" lIns="72000" tIns="72000" rIns="72000" bIns="44450">
            <a:normAutofit fontScale="92500"/>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r>
              <a:rPr lang="en-US" altLang="zh-CN" sz="2000" dirty="0">
                <a:solidFill>
                  <a:srgbClr val="000000"/>
                </a:solidFill>
                <a:latin typeface="微软雅黑 Light" panose="020B0502040204020203" pitchFamily="34" charset="-122"/>
                <a:ea typeface="微软雅黑 Light" panose="020B0502040204020203" pitchFamily="34" charset="-122"/>
              </a:rPr>
              <a:t>BGP </a:t>
            </a:r>
            <a:r>
              <a:rPr lang="zh-CN" altLang="en-US" sz="2000" dirty="0">
                <a:solidFill>
                  <a:srgbClr val="000000"/>
                </a:solidFill>
                <a:latin typeface="微软雅黑 Light" panose="020B0502040204020203" pitchFamily="34" charset="-122"/>
                <a:ea typeface="微软雅黑 Light" panose="020B0502040204020203" pitchFamily="34" charset="-122"/>
              </a:rPr>
              <a:t>报文通用首部</a:t>
            </a:r>
            <a:endParaRPr lang="zh-CN" altLang="en-US" sz="2000" dirty="0">
              <a:solidFill>
                <a:srgbClr val="000000"/>
              </a:solidFill>
              <a:latin typeface="微软雅黑 Light" panose="020B0502040204020203" pitchFamily="34" charset="-122"/>
              <a:ea typeface="微软雅黑 Light" panose="020B0502040204020203" pitchFamily="34" charset="-122"/>
            </a:endParaRPr>
          </a:p>
        </p:txBody>
      </p:sp>
      <p:sp>
        <p:nvSpPr>
          <p:cNvPr id="571400" name="AutoShape 8"/>
          <p:cNvSpPr>
            <a:spLocks noChangeArrowheads="1"/>
          </p:cNvSpPr>
          <p:nvPr/>
        </p:nvSpPr>
        <p:spPr bwMode="auto">
          <a:xfrm rot="5400000">
            <a:off x="1885951" y="4795838"/>
            <a:ext cx="295275" cy="584200"/>
          </a:xfrm>
          <a:prstGeom prst="downArrow">
            <a:avLst>
              <a:gd name="adj1" fmla="val 50000"/>
              <a:gd name="adj2" fmla="val 49462"/>
            </a:avLst>
          </a:prstGeom>
          <a:solidFill>
            <a:schemeClr val="hlink"/>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endParaRPr lang="zh-CN" altLang="en-US" dirty="0">
              <a:solidFill>
                <a:srgbClr val="000000"/>
              </a:solidFill>
              <a:latin typeface="微软雅黑 Light" panose="020B0502040204020203" pitchFamily="34" charset="-122"/>
              <a:ea typeface="微软雅黑 Light" panose="020B0502040204020203" pitchFamily="34" charset="-122"/>
            </a:endParaRPr>
          </a:p>
        </p:txBody>
      </p:sp>
      <p:sp>
        <p:nvSpPr>
          <p:cNvPr id="571401" name="Freeform 9"/>
          <p:cNvSpPr/>
          <p:nvPr/>
        </p:nvSpPr>
        <p:spPr bwMode="auto">
          <a:xfrm>
            <a:off x="3494088" y="2287588"/>
            <a:ext cx="4252912" cy="588962"/>
          </a:xfrm>
          <a:custGeom>
            <a:avLst/>
            <a:gdLst>
              <a:gd name="T0" fmla="*/ 45 w 2313"/>
              <a:gd name="T1" fmla="*/ 0 h 272"/>
              <a:gd name="T2" fmla="*/ 2313 w 2313"/>
              <a:gd name="T3" fmla="*/ 0 h 272"/>
              <a:gd name="T4" fmla="*/ 1723 w 2313"/>
              <a:gd name="T5" fmla="*/ 272 h 272"/>
              <a:gd name="T6" fmla="*/ 499 w 2313"/>
              <a:gd name="T7" fmla="*/ 272 h 272"/>
              <a:gd name="T8" fmla="*/ 0 w 2313"/>
              <a:gd name="T9" fmla="*/ 0 h 272"/>
            </a:gdLst>
            <a:ahLst/>
            <a:cxnLst>
              <a:cxn ang="0">
                <a:pos x="T0" y="T1"/>
              </a:cxn>
              <a:cxn ang="0">
                <a:pos x="T2" y="T3"/>
              </a:cxn>
              <a:cxn ang="0">
                <a:pos x="T4" y="T5"/>
              </a:cxn>
              <a:cxn ang="0">
                <a:pos x="T6" y="T7"/>
              </a:cxn>
              <a:cxn ang="0">
                <a:pos x="T8" y="T9"/>
              </a:cxn>
            </a:cxnLst>
            <a:rect l="0" t="0" r="r" b="b"/>
            <a:pathLst>
              <a:path w="2313" h="272">
                <a:moveTo>
                  <a:pt x="45" y="0"/>
                </a:moveTo>
                <a:lnTo>
                  <a:pt x="2313" y="0"/>
                </a:lnTo>
                <a:lnTo>
                  <a:pt x="1723" y="272"/>
                </a:lnTo>
                <a:lnTo>
                  <a:pt x="499" y="272"/>
                </a:lnTo>
                <a:lnTo>
                  <a:pt x="0" y="0"/>
                </a:lnTo>
              </a:path>
            </a:pathLst>
          </a:custGeom>
          <a:gradFill rotWithShape="1">
            <a:gsLst>
              <a:gs pos="0">
                <a:schemeClr val="accent6">
                  <a:lumMod val="40000"/>
                  <a:lumOff val="60000"/>
                </a:schemeClr>
              </a:gs>
              <a:gs pos="100000">
                <a:schemeClr val="accent6">
                  <a:lumMod val="20000"/>
                  <a:lumOff val="80000"/>
                </a:schemeClr>
              </a:gs>
            </a:gsLst>
            <a:lin ang="5400000" scaled="1"/>
          </a:gradFill>
          <a:ln>
            <a:noFill/>
          </a:ln>
          <a:effectLst/>
        </p:spPr>
        <p:txBody>
          <a:bodyPr/>
          <a:lstStyle/>
          <a:p>
            <a:endParaRPr lang="zh-CN" altLang="en-US" dirty="0">
              <a:solidFill>
                <a:srgbClr val="000000"/>
              </a:solidFill>
              <a:latin typeface="微软雅黑 Light" panose="020B0502040204020203" pitchFamily="34" charset="-122"/>
              <a:ea typeface="微软雅黑 Light" panose="020B0502040204020203" pitchFamily="34" charset="-122"/>
            </a:endParaRPr>
          </a:p>
        </p:txBody>
      </p:sp>
      <p:sp>
        <p:nvSpPr>
          <p:cNvPr id="571402" name="Rectangle 10"/>
          <p:cNvSpPr>
            <a:spLocks noChangeArrowheads="1"/>
          </p:cNvSpPr>
          <p:nvPr/>
        </p:nvSpPr>
        <p:spPr bwMode="auto">
          <a:xfrm>
            <a:off x="2711450" y="1412876"/>
            <a:ext cx="5022210"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r>
              <a:rPr lang="zh-CN" altLang="en-US" sz="2000" dirty="0">
                <a:solidFill>
                  <a:srgbClr val="000000"/>
                </a:solidFill>
                <a:latin typeface="微软雅黑 Light" panose="020B0502040204020203" pitchFamily="34" charset="-122"/>
                <a:ea typeface="微软雅黑 Light" panose="020B0502040204020203" pitchFamily="34" charset="-122"/>
              </a:rPr>
              <a:t>字节               </a:t>
            </a:r>
            <a:r>
              <a:rPr lang="en-US" altLang="zh-CN" sz="2000" dirty="0">
                <a:solidFill>
                  <a:srgbClr val="000000"/>
                </a:solidFill>
                <a:latin typeface="微软雅黑 Light" panose="020B0502040204020203" pitchFamily="34" charset="-122"/>
                <a:ea typeface="微软雅黑 Light" panose="020B0502040204020203" pitchFamily="34" charset="-122"/>
              </a:rPr>
              <a:t>16                       2             1</a:t>
            </a:r>
            <a:endParaRPr lang="en-US" altLang="zh-CN" sz="2000" dirty="0">
              <a:solidFill>
                <a:srgbClr val="000000"/>
              </a:solidFill>
              <a:latin typeface="微软雅黑 Light" panose="020B0502040204020203" pitchFamily="34" charset="-122"/>
              <a:ea typeface="微软雅黑 Light" panose="020B0502040204020203" pitchFamily="34" charset="-122"/>
            </a:endParaRPr>
          </a:p>
        </p:txBody>
      </p:sp>
      <p:sp>
        <p:nvSpPr>
          <p:cNvPr id="571403" name="Rectangle 11"/>
          <p:cNvSpPr>
            <a:spLocks noChangeArrowheads="1"/>
          </p:cNvSpPr>
          <p:nvPr/>
        </p:nvSpPr>
        <p:spPr bwMode="auto">
          <a:xfrm>
            <a:off x="4411663" y="2879725"/>
            <a:ext cx="6005512" cy="488950"/>
          </a:xfrm>
          <a:prstGeom prst="rect">
            <a:avLst/>
          </a:prstGeom>
          <a:noFill/>
          <a:ln w="9525">
            <a:solidFill>
              <a:schemeClr val="tx1"/>
            </a:solidFill>
            <a:miter lim="800000"/>
          </a:ln>
          <a:effectLst>
            <a:outerShdw dist="35921" dir="2700000" algn="ctr" rotWithShape="0">
              <a:schemeClr val="bg2"/>
            </a:outerShdw>
          </a:effectLst>
          <a:extLst>
            <a:ext uri="{909E8E84-426E-40DD-AFC4-6F175D3DCCD1}">
              <a14:hiddenFill xmlns:a14="http://schemas.microsoft.com/office/drawing/2010/main">
                <a:solidFill>
                  <a:schemeClr val="bg1"/>
                </a:solidFill>
              </a14:hiddenFill>
            </a:ext>
          </a:extLst>
        </p:spPr>
        <p:txBody>
          <a:bodyPr wrap="none"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571404" name="Rectangle 12"/>
          <p:cNvSpPr>
            <a:spLocks noChangeArrowheads="1"/>
          </p:cNvSpPr>
          <p:nvPr/>
        </p:nvSpPr>
        <p:spPr bwMode="auto">
          <a:xfrm>
            <a:off x="7278688" y="2925763"/>
            <a:ext cx="2311400"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r>
              <a:rPr lang="en-US" altLang="zh-CN" sz="2000" dirty="0">
                <a:solidFill>
                  <a:srgbClr val="000000"/>
                </a:solidFill>
                <a:latin typeface="微软雅黑 Light" panose="020B0502040204020203" pitchFamily="34" charset="-122"/>
                <a:ea typeface="微软雅黑 Light" panose="020B0502040204020203" pitchFamily="34" charset="-122"/>
              </a:rPr>
              <a:t>BGP </a:t>
            </a:r>
            <a:r>
              <a:rPr lang="zh-CN" altLang="en-US" sz="2000" dirty="0">
                <a:solidFill>
                  <a:srgbClr val="000000"/>
                </a:solidFill>
                <a:latin typeface="微软雅黑 Light" panose="020B0502040204020203" pitchFamily="34" charset="-122"/>
                <a:ea typeface="微软雅黑 Light" panose="020B0502040204020203" pitchFamily="34" charset="-122"/>
              </a:rPr>
              <a:t>报文主体部分</a:t>
            </a:r>
            <a:endParaRPr lang="zh-CN" altLang="en-US" sz="2000" dirty="0">
              <a:solidFill>
                <a:srgbClr val="000000"/>
              </a:solidFill>
              <a:latin typeface="微软雅黑 Light" panose="020B0502040204020203" pitchFamily="34" charset="-122"/>
              <a:ea typeface="微软雅黑 Light" panose="020B0502040204020203" pitchFamily="34" charset="-122"/>
            </a:endParaRPr>
          </a:p>
        </p:txBody>
      </p:sp>
      <p:sp>
        <p:nvSpPr>
          <p:cNvPr id="571405" name="Line 13"/>
          <p:cNvSpPr>
            <a:spLocks noChangeShapeType="1"/>
          </p:cNvSpPr>
          <p:nvPr/>
        </p:nvSpPr>
        <p:spPr bwMode="auto">
          <a:xfrm>
            <a:off x="6580188" y="2876551"/>
            <a:ext cx="0" cy="492125"/>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solidFill>
                <a:srgbClr val="000000"/>
              </a:solidFill>
              <a:latin typeface="微软雅黑 Light" panose="020B0502040204020203" pitchFamily="34" charset="-122"/>
              <a:ea typeface="微软雅黑 Light" panose="020B0502040204020203" pitchFamily="34" charset="-122"/>
            </a:endParaRPr>
          </a:p>
        </p:txBody>
      </p:sp>
      <p:sp>
        <p:nvSpPr>
          <p:cNvPr id="571406" name="Rectangle 14"/>
          <p:cNvSpPr>
            <a:spLocks noChangeArrowheads="1"/>
          </p:cNvSpPr>
          <p:nvPr/>
        </p:nvSpPr>
        <p:spPr bwMode="auto">
          <a:xfrm>
            <a:off x="3494088" y="1795464"/>
            <a:ext cx="4252912" cy="490537"/>
          </a:xfrm>
          <a:prstGeom prst="rect">
            <a:avLst/>
          </a:prstGeom>
          <a:solidFill>
            <a:schemeClr val="accent1"/>
          </a:solidFill>
          <a:ln w="9525">
            <a:solidFill>
              <a:schemeClr val="tx1"/>
            </a:solidFill>
            <a:miter lim="800000"/>
          </a:ln>
          <a:effectLst>
            <a:outerShdw dist="35921" dir="2700000" algn="ctr" rotWithShape="0">
              <a:schemeClr val="bg2"/>
            </a:outerShdw>
          </a:effectLst>
        </p:spPr>
        <p:txBody>
          <a:bodyPr wrap="none" anchor="ctr"/>
          <a:lstStyle/>
          <a:p>
            <a:endParaRPr lang="zh-CN" altLang="en-US" dirty="0">
              <a:solidFill>
                <a:srgbClr val="000000"/>
              </a:solidFill>
              <a:latin typeface="微软雅黑 Light" panose="020B0502040204020203" pitchFamily="34" charset="-122"/>
              <a:ea typeface="微软雅黑 Light" panose="020B0502040204020203" pitchFamily="34" charset="-122"/>
            </a:endParaRPr>
          </a:p>
        </p:txBody>
      </p:sp>
      <p:sp>
        <p:nvSpPr>
          <p:cNvPr id="571407" name="Rectangle 15"/>
          <p:cNvSpPr>
            <a:spLocks noChangeArrowheads="1"/>
          </p:cNvSpPr>
          <p:nvPr/>
        </p:nvSpPr>
        <p:spPr bwMode="auto">
          <a:xfrm>
            <a:off x="6997700" y="1812926"/>
            <a:ext cx="766236"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r>
              <a:rPr lang="zh-CN" altLang="en-US" sz="2000" dirty="0">
                <a:solidFill>
                  <a:srgbClr val="000000"/>
                </a:solidFill>
                <a:latin typeface="微软雅黑 Light" panose="020B0502040204020203" pitchFamily="34" charset="-122"/>
                <a:ea typeface="微软雅黑 Light" panose="020B0502040204020203" pitchFamily="34" charset="-122"/>
              </a:rPr>
              <a:t>类 型</a:t>
            </a:r>
            <a:endParaRPr lang="zh-CN" altLang="en-US" sz="2000" dirty="0">
              <a:solidFill>
                <a:srgbClr val="000000"/>
              </a:solidFill>
              <a:latin typeface="微软雅黑 Light" panose="020B0502040204020203" pitchFamily="34" charset="-122"/>
              <a:ea typeface="微软雅黑 Light" panose="020B0502040204020203" pitchFamily="34" charset="-122"/>
            </a:endParaRPr>
          </a:p>
        </p:txBody>
      </p:sp>
      <p:sp>
        <p:nvSpPr>
          <p:cNvPr id="571408" name="Rectangle 16"/>
          <p:cNvSpPr>
            <a:spLocks noChangeArrowheads="1"/>
          </p:cNvSpPr>
          <p:nvPr/>
        </p:nvSpPr>
        <p:spPr bwMode="auto">
          <a:xfrm>
            <a:off x="5911851" y="1812926"/>
            <a:ext cx="846387"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r>
              <a:rPr lang="zh-CN" altLang="en-US" sz="2000" dirty="0">
                <a:solidFill>
                  <a:srgbClr val="000000"/>
                </a:solidFill>
                <a:latin typeface="微软雅黑 Light" panose="020B0502040204020203" pitchFamily="34" charset="-122"/>
                <a:ea typeface="微软雅黑 Light" panose="020B0502040204020203" pitchFamily="34" charset="-122"/>
              </a:rPr>
              <a:t>长  度</a:t>
            </a:r>
            <a:endParaRPr lang="zh-CN" altLang="en-US" sz="2000" dirty="0">
              <a:solidFill>
                <a:srgbClr val="000000"/>
              </a:solidFill>
              <a:latin typeface="微软雅黑 Light" panose="020B0502040204020203" pitchFamily="34" charset="-122"/>
              <a:ea typeface="微软雅黑 Light" panose="020B0502040204020203" pitchFamily="34" charset="-122"/>
            </a:endParaRPr>
          </a:p>
        </p:txBody>
      </p:sp>
      <p:sp>
        <p:nvSpPr>
          <p:cNvPr id="571409" name="Line 17"/>
          <p:cNvSpPr>
            <a:spLocks noChangeShapeType="1"/>
          </p:cNvSpPr>
          <p:nvPr/>
        </p:nvSpPr>
        <p:spPr bwMode="auto">
          <a:xfrm>
            <a:off x="6997700" y="1795464"/>
            <a:ext cx="0" cy="492125"/>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solidFill>
                <a:srgbClr val="000000"/>
              </a:solidFill>
              <a:latin typeface="微软雅黑 Light" panose="020B0502040204020203" pitchFamily="34" charset="-122"/>
              <a:ea typeface="微软雅黑 Light" panose="020B0502040204020203" pitchFamily="34" charset="-122"/>
            </a:endParaRPr>
          </a:p>
        </p:txBody>
      </p:sp>
      <p:sp>
        <p:nvSpPr>
          <p:cNvPr id="571410" name="Line 18"/>
          <p:cNvSpPr>
            <a:spLocks noChangeShapeType="1"/>
          </p:cNvSpPr>
          <p:nvPr/>
        </p:nvSpPr>
        <p:spPr bwMode="auto">
          <a:xfrm>
            <a:off x="5662613" y="1795464"/>
            <a:ext cx="0" cy="492125"/>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solidFill>
                <a:srgbClr val="000000"/>
              </a:solidFill>
              <a:latin typeface="微软雅黑 Light" panose="020B0502040204020203" pitchFamily="34" charset="-122"/>
              <a:ea typeface="微软雅黑 Light" panose="020B0502040204020203" pitchFamily="34" charset="-122"/>
            </a:endParaRPr>
          </a:p>
        </p:txBody>
      </p:sp>
      <p:sp>
        <p:nvSpPr>
          <p:cNvPr id="571411" name="Rectangle 19"/>
          <p:cNvSpPr>
            <a:spLocks noChangeArrowheads="1"/>
          </p:cNvSpPr>
          <p:nvPr/>
        </p:nvSpPr>
        <p:spPr bwMode="auto">
          <a:xfrm>
            <a:off x="3994151" y="1812926"/>
            <a:ext cx="1298433"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r>
              <a:rPr lang="zh-CN" altLang="en-US" sz="2000" dirty="0">
                <a:solidFill>
                  <a:srgbClr val="000000"/>
                </a:solidFill>
                <a:latin typeface="微软雅黑 Light" panose="020B0502040204020203" pitchFamily="34" charset="-122"/>
                <a:ea typeface="微软雅黑 Light" panose="020B0502040204020203" pitchFamily="34" charset="-122"/>
              </a:rPr>
              <a:t>标        记</a:t>
            </a:r>
            <a:endParaRPr lang="zh-CN" altLang="en-US" sz="2000" dirty="0">
              <a:solidFill>
                <a:srgbClr val="000000"/>
              </a:solidFill>
              <a:latin typeface="微软雅黑 Light" panose="020B0502040204020203" pitchFamily="34" charset="-122"/>
              <a:ea typeface="微软雅黑 Light" panose="020B0502040204020203" pitchFamily="34" charset="-122"/>
            </a:endParaRPr>
          </a:p>
        </p:txBody>
      </p:sp>
      <p:sp>
        <p:nvSpPr>
          <p:cNvPr id="571422" name="Rectangle 30"/>
          <p:cNvSpPr>
            <a:spLocks noChangeArrowheads="1"/>
          </p:cNvSpPr>
          <p:nvPr/>
        </p:nvSpPr>
        <p:spPr bwMode="auto">
          <a:xfrm>
            <a:off x="3325813" y="3860800"/>
            <a:ext cx="7091362" cy="490538"/>
          </a:xfrm>
          <a:prstGeom prst="rect">
            <a:avLst/>
          </a:prstGeom>
          <a:solidFill>
            <a:schemeClr val="bg1"/>
          </a:solidFill>
          <a:ln w="9525">
            <a:solidFill>
              <a:schemeClr val="tx1"/>
            </a:solidFill>
            <a:miter lim="800000"/>
          </a:ln>
          <a:effectLst>
            <a:outerShdw dist="35921" dir="2700000" algn="ctr" rotWithShape="0">
              <a:schemeClr val="bg2"/>
            </a:outerShdw>
          </a:effectLst>
        </p:spPr>
        <p:txBody>
          <a:bodyPr wrap="none"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571423" name="Line 31"/>
          <p:cNvSpPr>
            <a:spLocks noChangeShapeType="1"/>
          </p:cNvSpPr>
          <p:nvPr/>
        </p:nvSpPr>
        <p:spPr bwMode="auto">
          <a:xfrm>
            <a:off x="4411663" y="3859214"/>
            <a:ext cx="0" cy="492125"/>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solidFill>
                <a:srgbClr val="000000"/>
              </a:solidFill>
              <a:latin typeface="微软雅黑 Light" panose="020B0502040204020203" pitchFamily="34" charset="-122"/>
              <a:ea typeface="微软雅黑 Light" panose="020B0502040204020203" pitchFamily="34" charset="-122"/>
            </a:endParaRPr>
          </a:p>
        </p:txBody>
      </p:sp>
      <p:sp>
        <p:nvSpPr>
          <p:cNvPr id="571424" name="Rectangle 32"/>
          <p:cNvSpPr>
            <a:spLocks noChangeArrowheads="1"/>
          </p:cNvSpPr>
          <p:nvPr/>
        </p:nvSpPr>
        <p:spPr bwMode="auto">
          <a:xfrm>
            <a:off x="3241676" y="3933826"/>
            <a:ext cx="1140185"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r>
              <a:rPr lang="en-US" altLang="zh-CN" sz="2000" dirty="0">
                <a:solidFill>
                  <a:srgbClr val="000000"/>
                </a:solidFill>
                <a:latin typeface="微软雅黑 Light" panose="020B0502040204020203" pitchFamily="34" charset="-122"/>
                <a:ea typeface="微软雅黑 Light" panose="020B0502040204020203" pitchFamily="34" charset="-122"/>
              </a:rPr>
              <a:t>TCP</a:t>
            </a:r>
            <a:r>
              <a:rPr lang="zh-CN" altLang="en-US" sz="2000" dirty="0">
                <a:solidFill>
                  <a:srgbClr val="000000"/>
                </a:solidFill>
                <a:latin typeface="微软雅黑 Light" panose="020B0502040204020203" pitchFamily="34" charset="-122"/>
                <a:ea typeface="微软雅黑 Light" panose="020B0502040204020203" pitchFamily="34" charset="-122"/>
              </a:rPr>
              <a:t>首部</a:t>
            </a:r>
            <a:endParaRPr lang="zh-CN" altLang="en-US" sz="2000" dirty="0">
              <a:solidFill>
                <a:srgbClr val="000000"/>
              </a:solidFill>
              <a:latin typeface="微软雅黑 Light" panose="020B0502040204020203" pitchFamily="34" charset="-122"/>
              <a:ea typeface="微软雅黑 Light" panose="020B0502040204020203" pitchFamily="34" charset="-122"/>
            </a:endParaRPr>
          </a:p>
        </p:txBody>
      </p:sp>
      <p:sp>
        <p:nvSpPr>
          <p:cNvPr id="571425" name="AutoShape 33"/>
          <p:cNvSpPr>
            <a:spLocks noChangeArrowheads="1"/>
          </p:cNvSpPr>
          <p:nvPr/>
        </p:nvSpPr>
        <p:spPr bwMode="auto">
          <a:xfrm>
            <a:off x="7080250" y="3270251"/>
            <a:ext cx="249238" cy="688975"/>
          </a:xfrm>
          <a:prstGeom prst="downArrow">
            <a:avLst>
              <a:gd name="adj1" fmla="val 50000"/>
              <a:gd name="adj2" fmla="val 69108"/>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endParaRPr lang="zh-CN" altLang="en-US" dirty="0">
              <a:solidFill>
                <a:srgbClr val="000000"/>
              </a:solidFill>
              <a:latin typeface="微软雅黑 Light" panose="020B0502040204020203" pitchFamily="34" charset="-122"/>
              <a:ea typeface="微软雅黑 Light" panose="020B0502040204020203" pitchFamily="34" charset="-122"/>
            </a:endParaRPr>
          </a:p>
        </p:txBody>
      </p:sp>
      <p:sp>
        <p:nvSpPr>
          <p:cNvPr id="571426" name="Rectangle 34"/>
          <p:cNvSpPr>
            <a:spLocks noChangeArrowheads="1"/>
          </p:cNvSpPr>
          <p:nvPr/>
        </p:nvSpPr>
        <p:spPr bwMode="auto">
          <a:xfrm>
            <a:off x="2241551" y="4845050"/>
            <a:ext cx="8175625" cy="490538"/>
          </a:xfrm>
          <a:prstGeom prst="rect">
            <a:avLst/>
          </a:prstGeom>
          <a:solidFill>
            <a:schemeClr val="bg1"/>
          </a:solidFill>
          <a:ln w="9525">
            <a:solidFill>
              <a:schemeClr val="tx1"/>
            </a:solidFill>
            <a:miter lim="800000"/>
          </a:ln>
          <a:effectLst>
            <a:outerShdw dist="35921" dir="2700000" algn="ctr" rotWithShape="0">
              <a:schemeClr val="bg2"/>
            </a:outerShdw>
          </a:effectLst>
        </p:spPr>
        <p:txBody>
          <a:bodyPr wrap="none" anchor="ctr"/>
          <a:lstStyle/>
          <a:p>
            <a:endParaRPr lang="zh-CN" altLang="en-US" dirty="0">
              <a:latin typeface="微软雅黑 Light" panose="020B0502040204020203" pitchFamily="34" charset="-122"/>
              <a:ea typeface="微软雅黑 Light" panose="020B0502040204020203" pitchFamily="34" charset="-122"/>
            </a:endParaRPr>
          </a:p>
        </p:txBody>
      </p:sp>
      <p:sp>
        <p:nvSpPr>
          <p:cNvPr id="571427" name="Rectangle 35"/>
          <p:cNvSpPr>
            <a:spLocks noChangeArrowheads="1"/>
          </p:cNvSpPr>
          <p:nvPr/>
        </p:nvSpPr>
        <p:spPr bwMode="auto">
          <a:xfrm>
            <a:off x="2295525" y="4879976"/>
            <a:ext cx="1003674"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r>
              <a:rPr lang="en-US" altLang="zh-CN" sz="2000" dirty="0">
                <a:solidFill>
                  <a:srgbClr val="000000"/>
                </a:solidFill>
                <a:latin typeface="微软雅黑 Light" panose="020B0502040204020203" pitchFamily="34" charset="-122"/>
                <a:ea typeface="微软雅黑 Light" panose="020B0502040204020203" pitchFamily="34" charset="-122"/>
              </a:rPr>
              <a:t>IP </a:t>
            </a:r>
            <a:r>
              <a:rPr lang="zh-CN" altLang="en-US" sz="2000" dirty="0">
                <a:solidFill>
                  <a:srgbClr val="000000"/>
                </a:solidFill>
                <a:latin typeface="微软雅黑 Light" panose="020B0502040204020203" pitchFamily="34" charset="-122"/>
                <a:ea typeface="微软雅黑 Light" panose="020B0502040204020203" pitchFamily="34" charset="-122"/>
              </a:rPr>
              <a:t>首部</a:t>
            </a:r>
            <a:endParaRPr lang="zh-CN" altLang="en-US" sz="2000" dirty="0">
              <a:solidFill>
                <a:srgbClr val="000000"/>
              </a:solidFill>
              <a:latin typeface="微软雅黑 Light" panose="020B0502040204020203" pitchFamily="34" charset="-122"/>
              <a:ea typeface="微软雅黑 Light" panose="020B0502040204020203" pitchFamily="34" charset="-122"/>
            </a:endParaRPr>
          </a:p>
        </p:txBody>
      </p:sp>
      <p:sp>
        <p:nvSpPr>
          <p:cNvPr id="571428" name="Line 36"/>
          <p:cNvSpPr>
            <a:spLocks noChangeShapeType="1"/>
          </p:cNvSpPr>
          <p:nvPr/>
        </p:nvSpPr>
        <p:spPr bwMode="auto">
          <a:xfrm>
            <a:off x="3325813" y="4843464"/>
            <a:ext cx="0" cy="492125"/>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solidFill>
                <a:srgbClr val="000000"/>
              </a:solidFill>
              <a:latin typeface="微软雅黑 Light" panose="020B0502040204020203" pitchFamily="34" charset="-122"/>
              <a:ea typeface="微软雅黑 Light" panose="020B0502040204020203" pitchFamily="34" charset="-122"/>
            </a:endParaRPr>
          </a:p>
        </p:txBody>
      </p:sp>
      <p:sp>
        <p:nvSpPr>
          <p:cNvPr id="571429" name="AutoShape 37"/>
          <p:cNvSpPr>
            <a:spLocks noChangeArrowheads="1"/>
          </p:cNvSpPr>
          <p:nvPr/>
        </p:nvSpPr>
        <p:spPr bwMode="auto">
          <a:xfrm>
            <a:off x="6746876" y="4254501"/>
            <a:ext cx="250825" cy="688975"/>
          </a:xfrm>
          <a:prstGeom prst="downArrow">
            <a:avLst>
              <a:gd name="adj1" fmla="val 50000"/>
              <a:gd name="adj2" fmla="val 68671"/>
            </a:avLst>
          </a:prstGeom>
          <a:solidFill>
            <a:srgbClr val="00B0F0"/>
          </a:solidFill>
          <a:ln w="9525">
            <a:solidFill>
              <a:schemeClr val="tx1"/>
            </a:solidFill>
            <a:miter lim="800000"/>
          </a:ln>
          <a:effectLst/>
        </p:spPr>
        <p:txBody>
          <a:bodyPr vert="eaVert" wrap="none" anchor="ctr"/>
          <a:lstStyle/>
          <a:p>
            <a:endParaRPr lang="zh-CN" altLang="en-US" dirty="0">
              <a:solidFill>
                <a:srgbClr val="000000"/>
              </a:solidFill>
              <a:latin typeface="微软雅黑 Light" panose="020B0502040204020203" pitchFamily="34" charset="-122"/>
              <a:ea typeface="微软雅黑 Light" panose="020B0502040204020203" pitchFamily="34" charset="-122"/>
            </a:endParaRPr>
          </a:p>
        </p:txBody>
      </p:sp>
      <p:sp>
        <p:nvSpPr>
          <p:cNvPr id="571430" name="Rectangle 38"/>
          <p:cNvSpPr>
            <a:spLocks noChangeArrowheads="1"/>
          </p:cNvSpPr>
          <p:nvPr/>
        </p:nvSpPr>
        <p:spPr bwMode="auto">
          <a:xfrm>
            <a:off x="6634164" y="3895726"/>
            <a:ext cx="1250472"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r>
              <a:rPr lang="en-US" altLang="zh-CN" sz="2000" dirty="0">
                <a:solidFill>
                  <a:srgbClr val="000000"/>
                </a:solidFill>
                <a:latin typeface="微软雅黑 Light" panose="020B0502040204020203" pitchFamily="34" charset="-122"/>
                <a:ea typeface="微软雅黑 Light" panose="020B0502040204020203" pitchFamily="34" charset="-122"/>
              </a:rPr>
              <a:t>BGP </a:t>
            </a:r>
            <a:r>
              <a:rPr lang="zh-CN" altLang="en-US" sz="2000" dirty="0">
                <a:solidFill>
                  <a:srgbClr val="000000"/>
                </a:solidFill>
                <a:latin typeface="微软雅黑 Light" panose="020B0502040204020203" pitchFamily="34" charset="-122"/>
                <a:ea typeface="微软雅黑 Light" panose="020B0502040204020203" pitchFamily="34" charset="-122"/>
              </a:rPr>
              <a:t>报文</a:t>
            </a:r>
            <a:endParaRPr lang="zh-CN" altLang="en-US" sz="2000" dirty="0">
              <a:solidFill>
                <a:srgbClr val="000000"/>
              </a:solidFill>
              <a:latin typeface="微软雅黑 Light" panose="020B0502040204020203" pitchFamily="34" charset="-122"/>
              <a:ea typeface="微软雅黑 Light" panose="020B0502040204020203" pitchFamily="34" charset="-122"/>
            </a:endParaRPr>
          </a:p>
        </p:txBody>
      </p:sp>
      <p:sp>
        <p:nvSpPr>
          <p:cNvPr id="571431" name="Rectangle 39"/>
          <p:cNvSpPr>
            <a:spLocks noChangeArrowheads="1"/>
          </p:cNvSpPr>
          <p:nvPr/>
        </p:nvSpPr>
        <p:spPr bwMode="auto">
          <a:xfrm>
            <a:off x="6329363" y="4879976"/>
            <a:ext cx="1221617"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r>
              <a:rPr lang="en-US" altLang="zh-CN" sz="2000" dirty="0">
                <a:solidFill>
                  <a:srgbClr val="000000"/>
                </a:solidFill>
                <a:latin typeface="微软雅黑 Light" panose="020B0502040204020203" pitchFamily="34" charset="-122"/>
                <a:ea typeface="微软雅黑 Light" panose="020B0502040204020203" pitchFamily="34" charset="-122"/>
              </a:rPr>
              <a:t>TCP </a:t>
            </a:r>
            <a:r>
              <a:rPr lang="zh-CN" altLang="en-US" sz="2000" dirty="0">
                <a:solidFill>
                  <a:srgbClr val="000000"/>
                </a:solidFill>
                <a:latin typeface="微软雅黑 Light" panose="020B0502040204020203" pitchFamily="34" charset="-122"/>
                <a:ea typeface="微软雅黑 Light" panose="020B0502040204020203" pitchFamily="34" charset="-122"/>
              </a:rPr>
              <a:t>报文</a:t>
            </a:r>
            <a:endParaRPr lang="zh-CN" altLang="en-US" sz="2000" dirty="0">
              <a:solidFill>
                <a:srgbClr val="000000"/>
              </a:solidFill>
              <a:latin typeface="微软雅黑 Light" panose="020B0502040204020203" pitchFamily="34" charset="-122"/>
              <a:ea typeface="微软雅黑 Light" panose="020B0502040204020203" pitchFamily="34" charset="-122"/>
            </a:endParaRPr>
          </a:p>
        </p:txBody>
      </p:sp>
    </p:spTree>
  </p:cSld>
  <p:clrMapOvr>
    <a:masterClrMapping/>
  </p:clrMapOvr>
</p:sld>
</file>

<file path=ppt/slides/slide2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p:txBody>
          <a:bodyPr/>
          <a:lstStyle/>
          <a:p>
            <a:fld id="{ED751006-2A8B-42FA-9D29-E9EC490DAC7E}" type="slidenum">
              <a:rPr lang="en-US" altLang="zh-CN"/>
            </a:fld>
            <a:endParaRPr lang="en-US" altLang="zh-CN"/>
          </a:p>
        </p:txBody>
      </p:sp>
      <p:sp>
        <p:nvSpPr>
          <p:cNvPr id="570370" name="Rectangle 2"/>
          <p:cNvSpPr>
            <a:spLocks noGrp="1" noChangeArrowheads="1"/>
          </p:cNvSpPr>
          <p:nvPr>
            <p:ph type="title"/>
          </p:nvPr>
        </p:nvSpPr>
        <p:spPr/>
        <p:txBody>
          <a:bodyPr/>
          <a:lstStyle/>
          <a:p>
            <a:r>
              <a:rPr lang="en-US" altLang="zh-CN"/>
              <a:t>BGP-4 </a:t>
            </a:r>
            <a:r>
              <a:rPr lang="zh-CN" altLang="en-US"/>
              <a:t>使用四种报文类型</a:t>
            </a:r>
            <a:endParaRPr lang="zh-CN" altLang="en-US"/>
          </a:p>
        </p:txBody>
      </p:sp>
      <p:sp>
        <p:nvSpPr>
          <p:cNvPr id="570371" name="Rectangle 3"/>
          <p:cNvSpPr>
            <a:spLocks noGrp="1" noChangeArrowheads="1"/>
          </p:cNvSpPr>
          <p:nvPr>
            <p:ph type="body" idx="1"/>
          </p:nvPr>
        </p:nvSpPr>
        <p:spPr/>
        <p:txBody>
          <a:bodyPr/>
          <a:lstStyle/>
          <a:p>
            <a:pPr>
              <a:lnSpc>
                <a:spcPct val="90000"/>
              </a:lnSpc>
            </a:pPr>
            <a:r>
              <a:rPr lang="zh-CN" altLang="en-US" dirty="0"/>
              <a:t>打开</a:t>
            </a:r>
            <a:r>
              <a:rPr lang="en-US" altLang="zh-CN" dirty="0"/>
              <a:t>(OPEN)</a:t>
            </a:r>
            <a:r>
              <a:rPr lang="zh-CN" altLang="en-US" dirty="0"/>
              <a:t>报文：</a:t>
            </a:r>
            <a:r>
              <a:rPr lang="en-US" altLang="zh-CN" dirty="0"/>
              <a:t>6</a:t>
            </a:r>
            <a:r>
              <a:rPr lang="zh-CN" altLang="en-US" dirty="0"/>
              <a:t>个字段，用来与相邻的另一个</a:t>
            </a:r>
            <a:r>
              <a:rPr lang="en-US" altLang="zh-CN" dirty="0"/>
              <a:t>BGP</a:t>
            </a:r>
            <a:r>
              <a:rPr lang="zh-CN" altLang="en-US" dirty="0"/>
              <a:t>发言人建立关系</a:t>
            </a:r>
            <a:endParaRPr lang="zh-CN" altLang="en-US" dirty="0"/>
          </a:p>
          <a:p>
            <a:pPr>
              <a:lnSpc>
                <a:spcPct val="90000"/>
              </a:lnSpc>
            </a:pPr>
            <a:r>
              <a:rPr lang="zh-CN" altLang="en-US" dirty="0"/>
              <a:t>更新</a:t>
            </a:r>
            <a:r>
              <a:rPr lang="en-US" altLang="zh-CN" dirty="0"/>
              <a:t>(UPDATE)</a:t>
            </a:r>
            <a:r>
              <a:rPr lang="zh-CN" altLang="en-US" dirty="0"/>
              <a:t>报文：</a:t>
            </a:r>
            <a:r>
              <a:rPr lang="en-US" altLang="zh-CN" dirty="0"/>
              <a:t>5</a:t>
            </a:r>
            <a:r>
              <a:rPr lang="zh-CN" altLang="en-US" dirty="0"/>
              <a:t>个字段，用来发送某一路由的信息，以及列出要撤消的多条路由</a:t>
            </a:r>
            <a:endParaRPr lang="zh-CN" altLang="en-US" dirty="0"/>
          </a:p>
          <a:p>
            <a:pPr>
              <a:lnSpc>
                <a:spcPct val="90000"/>
              </a:lnSpc>
            </a:pPr>
            <a:r>
              <a:rPr lang="zh-CN" altLang="en-US" dirty="0"/>
              <a:t>保活</a:t>
            </a:r>
            <a:r>
              <a:rPr lang="en-US" altLang="zh-CN" dirty="0"/>
              <a:t>(KEEPALIVE)</a:t>
            </a:r>
            <a:r>
              <a:rPr lang="zh-CN" altLang="en-US" dirty="0"/>
              <a:t>报文：</a:t>
            </a:r>
            <a:r>
              <a:rPr lang="en-US" altLang="zh-CN" dirty="0"/>
              <a:t>19</a:t>
            </a:r>
            <a:r>
              <a:rPr lang="zh-CN" altLang="en-US" dirty="0"/>
              <a:t>字节的通用首部，用来确认打开报文和周期性地证实邻站关系</a:t>
            </a:r>
            <a:endParaRPr lang="zh-CN" altLang="en-US" dirty="0"/>
          </a:p>
          <a:p>
            <a:pPr>
              <a:lnSpc>
                <a:spcPct val="90000"/>
              </a:lnSpc>
            </a:pPr>
            <a:r>
              <a:rPr lang="zh-CN" altLang="en-US" dirty="0"/>
              <a:t>通知</a:t>
            </a:r>
            <a:r>
              <a:rPr lang="en-US" altLang="zh-CN" dirty="0"/>
              <a:t>(NOTIFICATION)</a:t>
            </a:r>
            <a:r>
              <a:rPr lang="zh-CN" altLang="en-US" dirty="0"/>
              <a:t>报文：</a:t>
            </a:r>
            <a:r>
              <a:rPr lang="en-US" altLang="zh-CN" dirty="0"/>
              <a:t>3</a:t>
            </a:r>
            <a:r>
              <a:rPr lang="zh-CN" altLang="en-US" dirty="0"/>
              <a:t>个字段，用来发送检测到的差错</a:t>
            </a:r>
            <a:endParaRPr lang="zh-CN" altLang="en-US" dirty="0"/>
          </a:p>
          <a:p>
            <a:pPr>
              <a:lnSpc>
                <a:spcPct val="90000"/>
              </a:lnSpc>
            </a:pPr>
            <a:r>
              <a:rPr lang="zh-CN" altLang="en-US" dirty="0"/>
              <a:t>在 </a:t>
            </a:r>
            <a:r>
              <a:rPr lang="en-US" altLang="zh-CN" dirty="0"/>
              <a:t>RFC 2918 </a:t>
            </a:r>
            <a:r>
              <a:rPr lang="zh-CN" altLang="en-US" dirty="0"/>
              <a:t>中增加了 </a:t>
            </a:r>
            <a:r>
              <a:rPr lang="en-US" altLang="zh-CN" dirty="0"/>
              <a:t>ROUTE-REFRESH </a:t>
            </a:r>
            <a:r>
              <a:rPr lang="zh-CN" altLang="en-US" dirty="0"/>
              <a:t>报文，用来请求对等端重新通告 </a:t>
            </a:r>
            <a:endParaRPr lang="zh-CN" altLang="en-US" dirty="0"/>
          </a:p>
        </p:txBody>
      </p:sp>
    </p:spTree>
  </p:cSld>
  <p:clrMapOvr>
    <a:masterClrMapping/>
  </p:clrMapOvr>
</p:sld>
</file>

<file path=ppt/slides/slide2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 name="灯片编号占位符 5"/>
          <p:cNvSpPr>
            <a:spLocks noGrp="1"/>
          </p:cNvSpPr>
          <p:nvPr>
            <p:ph type="sldNum" sz="quarter" idx="12"/>
          </p:nvPr>
        </p:nvSpPr>
        <p:spPr/>
        <p:txBody>
          <a:bodyPr/>
          <a:lstStyle/>
          <a:p>
            <a:fld id="{B7AA647F-78BA-4EBF-A173-80D843C9BBEF}" type="slidenum">
              <a:rPr lang="en-US" altLang="zh-CN"/>
            </a:fld>
            <a:endParaRPr lang="en-US" altLang="zh-CN"/>
          </a:p>
        </p:txBody>
      </p:sp>
      <p:sp>
        <p:nvSpPr>
          <p:cNvPr id="510978" name="Rectangle 2"/>
          <p:cNvSpPr>
            <a:spLocks noGrp="1" noChangeArrowheads="1"/>
          </p:cNvSpPr>
          <p:nvPr>
            <p:ph type="title"/>
          </p:nvPr>
        </p:nvSpPr>
        <p:spPr/>
        <p:txBody>
          <a:bodyPr/>
          <a:lstStyle/>
          <a:p>
            <a:r>
              <a:rPr lang="zh-CN" altLang="en-US" dirty="0"/>
              <a:t>路由器体系结构 </a:t>
            </a:r>
            <a:endParaRPr lang="zh-CN" altLang="en-US" dirty="0"/>
          </a:p>
        </p:txBody>
      </p:sp>
      <p:sp>
        <p:nvSpPr>
          <p:cNvPr id="510980" name="Rectangle 4"/>
          <p:cNvSpPr>
            <a:spLocks noChangeArrowheads="1"/>
          </p:cNvSpPr>
          <p:nvPr/>
        </p:nvSpPr>
        <p:spPr bwMode="auto">
          <a:xfrm>
            <a:off x="1361282" y="3159482"/>
            <a:ext cx="9144000" cy="3068637"/>
          </a:xfrm>
          <a:prstGeom prst="rect">
            <a:avLst/>
          </a:prstGeom>
          <a:solidFill>
            <a:schemeClr val="bg1">
              <a:lumMod val="75000"/>
            </a:schemeClr>
          </a:solidFill>
          <a:ln>
            <a:noFill/>
          </a:ln>
          <a:effectLst/>
        </p:spPr>
        <p:txBody>
          <a:bodyPr wrap="none" anchor="ctr"/>
          <a:lstStyle/>
          <a:p>
            <a:pPr algn="ctr"/>
            <a:endParaRPr lang="zh-CN" altLang="zh-CN">
              <a:latin typeface="微软雅黑 Light" panose="020B0502040204020203" pitchFamily="34" charset="-122"/>
              <a:ea typeface="微软雅黑 Light" panose="020B0502040204020203" pitchFamily="34" charset="-122"/>
            </a:endParaRPr>
          </a:p>
        </p:txBody>
      </p:sp>
      <p:sp>
        <p:nvSpPr>
          <p:cNvPr id="510981" name="Rectangle 5"/>
          <p:cNvSpPr>
            <a:spLocks noChangeArrowheads="1"/>
          </p:cNvSpPr>
          <p:nvPr/>
        </p:nvSpPr>
        <p:spPr bwMode="auto">
          <a:xfrm>
            <a:off x="4386263" y="1257301"/>
            <a:ext cx="2398712" cy="1597025"/>
          </a:xfrm>
          <a:prstGeom prst="rect">
            <a:avLst/>
          </a:prstGeom>
          <a:solidFill>
            <a:schemeClr val="accent6">
              <a:lumMod val="40000"/>
              <a:lumOff val="60000"/>
            </a:schemeClr>
          </a:solidFill>
          <a:ln w="12700">
            <a:solidFill>
              <a:schemeClr val="tx1"/>
            </a:solidFill>
            <a:miter lim="800000"/>
          </a:ln>
          <a:effectLst>
            <a:outerShdw dist="53882" dir="2700000" algn="ctr" rotWithShape="0">
              <a:schemeClr val="bg2"/>
            </a:outerShdw>
          </a:effectLst>
        </p:spPr>
        <p:txBody>
          <a:bodyPr wrap="none" anchor="ctr"/>
          <a:lstStyle/>
          <a:p>
            <a:pPr algn="ctr"/>
            <a:endParaRPr kumimoji="1" lang="zh-CN" altLang="zh-CN">
              <a:solidFill>
                <a:srgbClr val="333399"/>
              </a:solidFill>
              <a:latin typeface="微软雅黑 Light" panose="020B0502040204020203" pitchFamily="34" charset="-122"/>
              <a:ea typeface="微软雅黑 Light" panose="020B0502040204020203" pitchFamily="34" charset="-122"/>
            </a:endParaRPr>
          </a:p>
        </p:txBody>
      </p:sp>
      <p:sp>
        <p:nvSpPr>
          <p:cNvPr id="510982" name="Line 6"/>
          <p:cNvSpPr>
            <a:spLocks noChangeShapeType="1"/>
          </p:cNvSpPr>
          <p:nvPr/>
        </p:nvSpPr>
        <p:spPr bwMode="auto">
          <a:xfrm>
            <a:off x="9767888" y="1196976"/>
            <a:ext cx="0" cy="1954213"/>
          </a:xfrm>
          <a:prstGeom prst="line">
            <a:avLst/>
          </a:prstGeom>
          <a:noFill/>
          <a:ln w="28575">
            <a:solidFill>
              <a:srgbClr val="3333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微软雅黑 Light" panose="020B0502040204020203" pitchFamily="34" charset="-122"/>
              <a:ea typeface="微软雅黑 Light" panose="020B0502040204020203" pitchFamily="34" charset="-122"/>
            </a:endParaRPr>
          </a:p>
        </p:txBody>
      </p:sp>
      <p:sp>
        <p:nvSpPr>
          <p:cNvPr id="510983" name="Text Box 7"/>
          <p:cNvSpPr txBox="1">
            <a:spLocks noChangeArrowheads="1"/>
          </p:cNvSpPr>
          <p:nvPr/>
        </p:nvSpPr>
        <p:spPr bwMode="auto">
          <a:xfrm>
            <a:off x="9317039" y="1924050"/>
            <a:ext cx="800219" cy="75713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nSpc>
                <a:spcPct val="90000"/>
              </a:lnSpc>
            </a:pPr>
            <a:r>
              <a:rPr kumimoji="1" lang="zh-CN" altLang="en-US" sz="2400">
                <a:solidFill>
                  <a:srgbClr val="333399"/>
                </a:solidFill>
                <a:latin typeface="微软雅黑 Light" panose="020B0502040204020203" pitchFamily="34" charset="-122"/>
                <a:ea typeface="微软雅黑 Light" panose="020B0502040204020203" pitchFamily="34" charset="-122"/>
              </a:rPr>
              <a:t>路由</a:t>
            </a:r>
            <a:endParaRPr kumimoji="1" lang="zh-CN" altLang="en-US" sz="2400">
              <a:solidFill>
                <a:srgbClr val="333399"/>
              </a:solidFill>
              <a:latin typeface="微软雅黑 Light" panose="020B0502040204020203" pitchFamily="34" charset="-122"/>
              <a:ea typeface="微软雅黑 Light" panose="020B0502040204020203" pitchFamily="34" charset="-122"/>
            </a:endParaRPr>
          </a:p>
          <a:p>
            <a:pPr>
              <a:lnSpc>
                <a:spcPct val="90000"/>
              </a:lnSpc>
            </a:pPr>
            <a:r>
              <a:rPr kumimoji="1" lang="zh-CN" altLang="en-US" sz="2400">
                <a:solidFill>
                  <a:srgbClr val="333399"/>
                </a:solidFill>
                <a:latin typeface="微软雅黑 Light" panose="020B0502040204020203" pitchFamily="34" charset="-122"/>
                <a:ea typeface="微软雅黑 Light" panose="020B0502040204020203" pitchFamily="34" charset="-122"/>
              </a:rPr>
              <a:t>选择</a:t>
            </a:r>
            <a:endParaRPr kumimoji="1" lang="zh-CN" altLang="en-US" sz="2400">
              <a:solidFill>
                <a:srgbClr val="333399"/>
              </a:solidFill>
              <a:latin typeface="微软雅黑 Light" panose="020B0502040204020203" pitchFamily="34" charset="-122"/>
              <a:ea typeface="微软雅黑 Light" panose="020B0502040204020203" pitchFamily="34" charset="-122"/>
            </a:endParaRPr>
          </a:p>
        </p:txBody>
      </p:sp>
      <p:sp>
        <p:nvSpPr>
          <p:cNvPr id="510984" name="Text Box 8"/>
          <p:cNvSpPr txBox="1">
            <a:spLocks noChangeArrowheads="1"/>
          </p:cNvSpPr>
          <p:nvPr/>
        </p:nvSpPr>
        <p:spPr bwMode="auto">
          <a:xfrm>
            <a:off x="4440238" y="1206500"/>
            <a:ext cx="23177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400">
                <a:solidFill>
                  <a:srgbClr val="333399"/>
                </a:solidFill>
                <a:latin typeface="微软雅黑 Light" panose="020B0502040204020203" pitchFamily="34" charset="-122"/>
                <a:ea typeface="微软雅黑 Light" panose="020B0502040204020203" pitchFamily="34" charset="-122"/>
              </a:rPr>
              <a:t>路由选择处理机</a:t>
            </a:r>
            <a:endParaRPr kumimoji="1" lang="zh-CN" altLang="en-US" sz="2400">
              <a:solidFill>
                <a:srgbClr val="333399"/>
              </a:solidFill>
              <a:latin typeface="微软雅黑 Light" panose="020B0502040204020203" pitchFamily="34" charset="-122"/>
              <a:ea typeface="微软雅黑 Light" panose="020B0502040204020203" pitchFamily="34" charset="-122"/>
            </a:endParaRPr>
          </a:p>
        </p:txBody>
      </p:sp>
      <p:sp>
        <p:nvSpPr>
          <p:cNvPr id="510985" name="Line 9"/>
          <p:cNvSpPr>
            <a:spLocks noChangeShapeType="1"/>
          </p:cNvSpPr>
          <p:nvPr/>
        </p:nvSpPr>
        <p:spPr bwMode="auto">
          <a:xfrm>
            <a:off x="5584825" y="2024064"/>
            <a:ext cx="0" cy="236537"/>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微软雅黑 Light" panose="020B0502040204020203" pitchFamily="34" charset="-122"/>
              <a:ea typeface="微软雅黑 Light" panose="020B0502040204020203" pitchFamily="34" charset="-122"/>
            </a:endParaRPr>
          </a:p>
        </p:txBody>
      </p:sp>
      <p:sp>
        <p:nvSpPr>
          <p:cNvPr id="510986" name="Rectangle 10"/>
          <p:cNvSpPr>
            <a:spLocks noChangeArrowheads="1"/>
          </p:cNvSpPr>
          <p:nvPr/>
        </p:nvSpPr>
        <p:spPr bwMode="auto">
          <a:xfrm>
            <a:off x="4733925" y="1730376"/>
            <a:ext cx="1701800" cy="390525"/>
          </a:xfrm>
          <a:prstGeom prst="rect">
            <a:avLst/>
          </a:prstGeom>
          <a:solidFill>
            <a:schemeClr val="accent5">
              <a:lumMod val="75000"/>
            </a:schemeClr>
          </a:solidFill>
          <a:ln w="19050">
            <a:solidFill>
              <a:schemeClr val="tx1"/>
            </a:solidFill>
            <a:miter lim="800000"/>
          </a:ln>
          <a:effectLst>
            <a:outerShdw dist="35921" dir="2700000" algn="ctr" rotWithShape="0">
              <a:schemeClr val="bg2"/>
            </a:outerShdw>
          </a:effectLst>
        </p:spPr>
        <p:txBody>
          <a:bodyPr wrap="none" anchor="ctr"/>
          <a:lstStyle/>
          <a:p>
            <a:pPr algn="ctr"/>
            <a:r>
              <a:rPr kumimoji="1" lang="zh-CN" altLang="en-US" dirty="0">
                <a:solidFill>
                  <a:srgbClr val="333399"/>
                </a:solidFill>
                <a:latin typeface="微软雅黑 Light" panose="020B0502040204020203" pitchFamily="34" charset="-122"/>
                <a:ea typeface="微软雅黑 Light" panose="020B0502040204020203" pitchFamily="34" charset="-122"/>
              </a:rPr>
              <a:t>路由选择协议</a:t>
            </a:r>
            <a:endParaRPr kumimoji="1" lang="zh-CN" altLang="en-US" dirty="0">
              <a:solidFill>
                <a:srgbClr val="333399"/>
              </a:solidFill>
              <a:latin typeface="微软雅黑 Light" panose="020B0502040204020203" pitchFamily="34" charset="-122"/>
              <a:ea typeface="微软雅黑 Light" panose="020B0502040204020203" pitchFamily="34" charset="-122"/>
            </a:endParaRPr>
          </a:p>
        </p:txBody>
      </p:sp>
      <p:sp>
        <p:nvSpPr>
          <p:cNvPr id="510987" name="Rectangle 11"/>
          <p:cNvSpPr>
            <a:spLocks noChangeArrowheads="1"/>
          </p:cNvSpPr>
          <p:nvPr/>
        </p:nvSpPr>
        <p:spPr bwMode="auto">
          <a:xfrm>
            <a:off x="5005388" y="2263775"/>
            <a:ext cx="1160462" cy="412750"/>
          </a:xfrm>
          <a:prstGeom prst="rect">
            <a:avLst/>
          </a:prstGeom>
          <a:solidFill>
            <a:srgbClr val="FFC000"/>
          </a:solidFill>
          <a:ln w="19050">
            <a:solidFill>
              <a:schemeClr val="tx1"/>
            </a:solidFill>
            <a:miter lim="800000"/>
          </a:ln>
          <a:effectLst>
            <a:outerShdw dist="35921" dir="2700000" algn="ctr" rotWithShape="0">
              <a:schemeClr val="bg2"/>
            </a:outerShdw>
          </a:effectLst>
        </p:spPr>
        <p:txBody>
          <a:bodyPr wrap="none" anchor="ctr"/>
          <a:lstStyle/>
          <a:p>
            <a:pPr algn="ctr"/>
            <a:r>
              <a:rPr kumimoji="1" lang="zh-CN" altLang="en-US" dirty="0">
                <a:solidFill>
                  <a:srgbClr val="333399"/>
                </a:solidFill>
                <a:latin typeface="微软雅黑 Light" panose="020B0502040204020203" pitchFamily="34" charset="-122"/>
                <a:ea typeface="微软雅黑 Light" panose="020B0502040204020203" pitchFamily="34" charset="-122"/>
              </a:rPr>
              <a:t>路由表</a:t>
            </a:r>
            <a:endParaRPr kumimoji="1" lang="zh-CN" altLang="en-US" dirty="0">
              <a:solidFill>
                <a:srgbClr val="333399"/>
              </a:solidFill>
              <a:latin typeface="微软雅黑 Light" panose="020B0502040204020203" pitchFamily="34" charset="-122"/>
              <a:ea typeface="微软雅黑 Light" panose="020B0502040204020203" pitchFamily="34" charset="-122"/>
            </a:endParaRPr>
          </a:p>
        </p:txBody>
      </p:sp>
      <p:sp>
        <p:nvSpPr>
          <p:cNvPr id="510988" name="Rectangle 12"/>
          <p:cNvSpPr>
            <a:spLocks noChangeArrowheads="1"/>
          </p:cNvSpPr>
          <p:nvPr/>
        </p:nvSpPr>
        <p:spPr bwMode="auto">
          <a:xfrm>
            <a:off x="1909764" y="3637881"/>
            <a:ext cx="2320925" cy="725487"/>
          </a:xfrm>
          <a:prstGeom prst="rect">
            <a:avLst/>
          </a:prstGeom>
          <a:solidFill>
            <a:srgbClr val="CCECFF"/>
          </a:solidFill>
          <a:ln w="38100" cmpd="dbl">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a:latin typeface="微软雅黑 Light" panose="020B0502040204020203" pitchFamily="34" charset="-122"/>
              <a:ea typeface="微软雅黑 Light" panose="020B0502040204020203" pitchFamily="34" charset="-122"/>
            </a:endParaRPr>
          </a:p>
        </p:txBody>
      </p:sp>
      <p:sp>
        <p:nvSpPr>
          <p:cNvPr id="510989" name="Rectangle 13"/>
          <p:cNvSpPr>
            <a:spLocks noChangeArrowheads="1"/>
          </p:cNvSpPr>
          <p:nvPr/>
        </p:nvSpPr>
        <p:spPr bwMode="auto">
          <a:xfrm>
            <a:off x="3611564" y="3801392"/>
            <a:ext cx="466725" cy="395288"/>
          </a:xfrm>
          <a:prstGeom prst="rect">
            <a:avLst/>
          </a:prstGeom>
          <a:solidFill>
            <a:schemeClr val="accent2">
              <a:lumMod val="40000"/>
              <a:lumOff val="60000"/>
            </a:schemeClr>
          </a:solidFill>
          <a:ln w="19050">
            <a:solidFill>
              <a:schemeClr val="tx1"/>
            </a:solidFill>
            <a:miter lim="800000"/>
          </a:ln>
          <a:effectLst>
            <a:outerShdw dist="35921" dir="2700000" algn="ctr" rotWithShape="0">
              <a:schemeClr val="bg2"/>
            </a:outerShdw>
          </a:effectLst>
        </p:spPr>
        <p:txBody>
          <a:bodyPr wrap="none" anchor="ctr"/>
          <a:lstStyle/>
          <a:p>
            <a:pPr algn="ctr"/>
            <a:r>
              <a:rPr kumimoji="1" lang="en-US" altLang="zh-CN">
                <a:latin typeface="微软雅黑 Light" panose="020B0502040204020203" pitchFamily="34" charset="-122"/>
                <a:ea typeface="微软雅黑 Light" panose="020B0502040204020203" pitchFamily="34" charset="-122"/>
              </a:rPr>
              <a:t>3</a:t>
            </a:r>
            <a:endParaRPr kumimoji="1" lang="en-US" altLang="zh-CN">
              <a:latin typeface="微软雅黑 Light" panose="020B0502040204020203" pitchFamily="34" charset="-122"/>
              <a:ea typeface="微软雅黑 Light" panose="020B0502040204020203" pitchFamily="34" charset="-122"/>
            </a:endParaRPr>
          </a:p>
        </p:txBody>
      </p:sp>
      <p:sp>
        <p:nvSpPr>
          <p:cNvPr id="510990" name="Line 14"/>
          <p:cNvSpPr>
            <a:spLocks noChangeShapeType="1"/>
          </p:cNvSpPr>
          <p:nvPr/>
        </p:nvSpPr>
        <p:spPr bwMode="auto">
          <a:xfrm flipV="1">
            <a:off x="1757363" y="3999830"/>
            <a:ext cx="355600" cy="0"/>
          </a:xfrm>
          <a:prstGeom prst="line">
            <a:avLst/>
          </a:prstGeom>
          <a:noFill/>
          <a:ln w="28575">
            <a:solidFill>
              <a:srgbClr val="333399"/>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微软雅黑 Light" panose="020B0502040204020203" pitchFamily="34" charset="-122"/>
              <a:ea typeface="微软雅黑 Light" panose="020B0502040204020203" pitchFamily="34" charset="-122"/>
            </a:endParaRPr>
          </a:p>
        </p:txBody>
      </p:sp>
      <p:sp>
        <p:nvSpPr>
          <p:cNvPr id="510991" name="Line 15"/>
          <p:cNvSpPr>
            <a:spLocks noChangeShapeType="1"/>
          </p:cNvSpPr>
          <p:nvPr/>
        </p:nvSpPr>
        <p:spPr bwMode="auto">
          <a:xfrm>
            <a:off x="2528888" y="3999830"/>
            <a:ext cx="311150" cy="0"/>
          </a:xfrm>
          <a:prstGeom prst="line">
            <a:avLst/>
          </a:prstGeom>
          <a:noFill/>
          <a:ln w="28575">
            <a:solidFill>
              <a:srgbClr val="333399"/>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微软雅黑 Light" panose="020B0502040204020203" pitchFamily="34" charset="-122"/>
              <a:ea typeface="微软雅黑 Light" panose="020B0502040204020203" pitchFamily="34" charset="-122"/>
            </a:endParaRPr>
          </a:p>
        </p:txBody>
      </p:sp>
      <p:sp>
        <p:nvSpPr>
          <p:cNvPr id="510992" name="Line 16"/>
          <p:cNvSpPr>
            <a:spLocks noChangeShapeType="1"/>
          </p:cNvSpPr>
          <p:nvPr/>
        </p:nvSpPr>
        <p:spPr bwMode="auto">
          <a:xfrm>
            <a:off x="3303589" y="3999830"/>
            <a:ext cx="307975" cy="0"/>
          </a:xfrm>
          <a:prstGeom prst="line">
            <a:avLst/>
          </a:prstGeom>
          <a:noFill/>
          <a:ln w="28575">
            <a:solidFill>
              <a:srgbClr val="333399"/>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微软雅黑 Light" panose="020B0502040204020203" pitchFamily="34" charset="-122"/>
              <a:ea typeface="微软雅黑 Light" panose="020B0502040204020203" pitchFamily="34" charset="-122"/>
            </a:endParaRPr>
          </a:p>
        </p:txBody>
      </p:sp>
      <p:sp>
        <p:nvSpPr>
          <p:cNvPr id="510993" name="Line 17"/>
          <p:cNvSpPr>
            <a:spLocks noChangeShapeType="1"/>
          </p:cNvSpPr>
          <p:nvPr/>
        </p:nvSpPr>
        <p:spPr bwMode="auto">
          <a:xfrm>
            <a:off x="4078289" y="3999830"/>
            <a:ext cx="307975" cy="0"/>
          </a:xfrm>
          <a:prstGeom prst="line">
            <a:avLst/>
          </a:prstGeom>
          <a:noFill/>
          <a:ln w="28575">
            <a:solidFill>
              <a:srgbClr val="333399"/>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微软雅黑 Light" panose="020B0502040204020203" pitchFamily="34" charset="-122"/>
              <a:ea typeface="微软雅黑 Light" panose="020B0502040204020203" pitchFamily="34" charset="-122"/>
            </a:endParaRPr>
          </a:p>
        </p:txBody>
      </p:sp>
      <p:sp>
        <p:nvSpPr>
          <p:cNvPr id="510994" name="Text Box 18"/>
          <p:cNvSpPr txBox="1">
            <a:spLocks noChangeArrowheads="1"/>
          </p:cNvSpPr>
          <p:nvPr/>
        </p:nvSpPr>
        <p:spPr bwMode="auto">
          <a:xfrm>
            <a:off x="2528888" y="3248943"/>
            <a:ext cx="12001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a:solidFill>
                  <a:srgbClr val="333399"/>
                </a:solidFill>
                <a:latin typeface="微软雅黑 Light" panose="020B0502040204020203" pitchFamily="34" charset="-122"/>
                <a:ea typeface="微软雅黑 Light" panose="020B0502040204020203" pitchFamily="34" charset="-122"/>
              </a:rPr>
              <a:t>输入端口</a:t>
            </a:r>
            <a:endParaRPr kumimoji="1" lang="zh-CN" altLang="en-US">
              <a:solidFill>
                <a:srgbClr val="333399"/>
              </a:solidFill>
              <a:latin typeface="微软雅黑 Light" panose="020B0502040204020203" pitchFamily="34" charset="-122"/>
              <a:ea typeface="微软雅黑 Light" panose="020B0502040204020203" pitchFamily="34" charset="-122"/>
            </a:endParaRPr>
          </a:p>
        </p:txBody>
      </p:sp>
      <p:sp>
        <p:nvSpPr>
          <p:cNvPr id="510995" name="Rectangle 19"/>
          <p:cNvSpPr>
            <a:spLocks noChangeArrowheads="1"/>
          </p:cNvSpPr>
          <p:nvPr/>
        </p:nvSpPr>
        <p:spPr bwMode="auto">
          <a:xfrm>
            <a:off x="1909764" y="5211092"/>
            <a:ext cx="2320925" cy="725488"/>
          </a:xfrm>
          <a:prstGeom prst="rect">
            <a:avLst/>
          </a:prstGeom>
          <a:solidFill>
            <a:srgbClr val="CCECFF"/>
          </a:solidFill>
          <a:ln w="38100" cmpd="dbl">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a:latin typeface="微软雅黑 Light" panose="020B0502040204020203" pitchFamily="34" charset="-122"/>
              <a:ea typeface="微软雅黑 Light" panose="020B0502040204020203" pitchFamily="34" charset="-122"/>
            </a:endParaRPr>
          </a:p>
        </p:txBody>
      </p:sp>
      <p:sp>
        <p:nvSpPr>
          <p:cNvPr id="510996" name="Rectangle 20"/>
          <p:cNvSpPr>
            <a:spLocks noChangeArrowheads="1"/>
          </p:cNvSpPr>
          <p:nvPr/>
        </p:nvSpPr>
        <p:spPr bwMode="auto">
          <a:xfrm>
            <a:off x="3611564" y="5374606"/>
            <a:ext cx="466725" cy="396875"/>
          </a:xfrm>
          <a:prstGeom prst="rect">
            <a:avLst/>
          </a:prstGeom>
          <a:solidFill>
            <a:schemeClr val="accent2">
              <a:lumMod val="40000"/>
              <a:lumOff val="60000"/>
            </a:schemeClr>
          </a:solidFill>
          <a:ln w="19050">
            <a:solidFill>
              <a:schemeClr val="tx1"/>
            </a:solidFill>
            <a:miter lim="800000"/>
          </a:ln>
          <a:effectLst>
            <a:outerShdw dist="35921" dir="2700000" algn="ctr" rotWithShape="0">
              <a:schemeClr val="bg2"/>
            </a:outerShdw>
          </a:effectLst>
        </p:spPr>
        <p:txBody>
          <a:bodyPr wrap="none" anchor="ctr"/>
          <a:lstStyle/>
          <a:p>
            <a:pPr algn="ctr"/>
            <a:r>
              <a:rPr kumimoji="1" lang="en-US" altLang="zh-CN" dirty="0">
                <a:latin typeface="微软雅黑 Light" panose="020B0502040204020203" pitchFamily="34" charset="-122"/>
                <a:ea typeface="微软雅黑 Light" panose="020B0502040204020203" pitchFamily="34" charset="-122"/>
              </a:rPr>
              <a:t>3</a:t>
            </a:r>
            <a:endParaRPr kumimoji="1" lang="en-US" altLang="zh-CN" dirty="0">
              <a:latin typeface="微软雅黑 Light" panose="020B0502040204020203" pitchFamily="34" charset="-122"/>
              <a:ea typeface="微软雅黑 Light" panose="020B0502040204020203" pitchFamily="34" charset="-122"/>
            </a:endParaRPr>
          </a:p>
        </p:txBody>
      </p:sp>
      <p:sp>
        <p:nvSpPr>
          <p:cNvPr id="510997" name="Line 21"/>
          <p:cNvSpPr>
            <a:spLocks noChangeShapeType="1"/>
          </p:cNvSpPr>
          <p:nvPr/>
        </p:nvSpPr>
        <p:spPr bwMode="auto">
          <a:xfrm flipV="1">
            <a:off x="1757363" y="5573042"/>
            <a:ext cx="355600" cy="0"/>
          </a:xfrm>
          <a:prstGeom prst="line">
            <a:avLst/>
          </a:prstGeom>
          <a:noFill/>
          <a:ln w="28575">
            <a:solidFill>
              <a:srgbClr val="333399"/>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微软雅黑 Light" panose="020B0502040204020203" pitchFamily="34" charset="-122"/>
              <a:ea typeface="微软雅黑 Light" panose="020B0502040204020203" pitchFamily="34" charset="-122"/>
            </a:endParaRPr>
          </a:p>
        </p:txBody>
      </p:sp>
      <p:sp>
        <p:nvSpPr>
          <p:cNvPr id="510998" name="Line 22"/>
          <p:cNvSpPr>
            <a:spLocks noChangeShapeType="1"/>
          </p:cNvSpPr>
          <p:nvPr/>
        </p:nvSpPr>
        <p:spPr bwMode="auto">
          <a:xfrm>
            <a:off x="2528888" y="5573042"/>
            <a:ext cx="311150" cy="0"/>
          </a:xfrm>
          <a:prstGeom prst="line">
            <a:avLst/>
          </a:prstGeom>
          <a:noFill/>
          <a:ln w="28575">
            <a:solidFill>
              <a:srgbClr val="333399"/>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微软雅黑 Light" panose="020B0502040204020203" pitchFamily="34" charset="-122"/>
              <a:ea typeface="微软雅黑 Light" panose="020B0502040204020203" pitchFamily="34" charset="-122"/>
            </a:endParaRPr>
          </a:p>
        </p:txBody>
      </p:sp>
      <p:sp>
        <p:nvSpPr>
          <p:cNvPr id="510999" name="Line 23"/>
          <p:cNvSpPr>
            <a:spLocks noChangeShapeType="1"/>
          </p:cNvSpPr>
          <p:nvPr/>
        </p:nvSpPr>
        <p:spPr bwMode="auto">
          <a:xfrm>
            <a:off x="3303589" y="5573042"/>
            <a:ext cx="307975" cy="0"/>
          </a:xfrm>
          <a:prstGeom prst="line">
            <a:avLst/>
          </a:prstGeom>
          <a:noFill/>
          <a:ln w="28575">
            <a:solidFill>
              <a:srgbClr val="333399"/>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微软雅黑 Light" panose="020B0502040204020203" pitchFamily="34" charset="-122"/>
              <a:ea typeface="微软雅黑 Light" panose="020B0502040204020203" pitchFamily="34" charset="-122"/>
            </a:endParaRPr>
          </a:p>
        </p:txBody>
      </p:sp>
      <p:sp>
        <p:nvSpPr>
          <p:cNvPr id="511000" name="Line 24"/>
          <p:cNvSpPr>
            <a:spLocks noChangeShapeType="1"/>
          </p:cNvSpPr>
          <p:nvPr/>
        </p:nvSpPr>
        <p:spPr bwMode="auto">
          <a:xfrm>
            <a:off x="4078289" y="5573042"/>
            <a:ext cx="307975" cy="0"/>
          </a:xfrm>
          <a:prstGeom prst="line">
            <a:avLst/>
          </a:prstGeom>
          <a:noFill/>
          <a:ln w="28575">
            <a:solidFill>
              <a:srgbClr val="333399"/>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微软雅黑 Light" panose="020B0502040204020203" pitchFamily="34" charset="-122"/>
              <a:ea typeface="微软雅黑 Light" panose="020B0502040204020203" pitchFamily="34" charset="-122"/>
            </a:endParaRPr>
          </a:p>
        </p:txBody>
      </p:sp>
      <p:sp>
        <p:nvSpPr>
          <p:cNvPr id="511001" name="Rectangle 25"/>
          <p:cNvSpPr>
            <a:spLocks noChangeArrowheads="1"/>
          </p:cNvSpPr>
          <p:nvPr/>
        </p:nvSpPr>
        <p:spPr bwMode="auto">
          <a:xfrm>
            <a:off x="4386263" y="3637880"/>
            <a:ext cx="2398712" cy="2311400"/>
          </a:xfrm>
          <a:prstGeom prst="rect">
            <a:avLst/>
          </a:prstGeom>
          <a:solidFill>
            <a:srgbClr val="CCECFF"/>
          </a:solidFill>
          <a:ln w="12700">
            <a:solidFill>
              <a:schemeClr val="tx1"/>
            </a:solidFill>
            <a:miter lim="800000"/>
          </a:ln>
          <a:effectLst>
            <a:outerShdw dist="53882" dir="2700000" algn="ctr" rotWithShape="0">
              <a:schemeClr val="bg2"/>
            </a:outerShdw>
          </a:effectLst>
        </p:spPr>
        <p:txBody>
          <a:bodyPr wrap="none" anchor="ctr"/>
          <a:lstStyle/>
          <a:p>
            <a:pPr algn="ctr"/>
            <a:endParaRPr lang="zh-CN" altLang="zh-CN">
              <a:latin typeface="微软雅黑 Light" panose="020B0502040204020203" pitchFamily="34" charset="-122"/>
              <a:ea typeface="微软雅黑 Light" panose="020B0502040204020203" pitchFamily="34" charset="-122"/>
            </a:endParaRPr>
          </a:p>
        </p:txBody>
      </p:sp>
      <p:sp>
        <p:nvSpPr>
          <p:cNvPr id="511002" name="Rectangle 26"/>
          <p:cNvSpPr>
            <a:spLocks noChangeArrowheads="1"/>
          </p:cNvSpPr>
          <p:nvPr/>
        </p:nvSpPr>
        <p:spPr bwMode="auto">
          <a:xfrm flipH="1">
            <a:off x="6940550" y="3637881"/>
            <a:ext cx="2317750" cy="725487"/>
          </a:xfrm>
          <a:prstGeom prst="rect">
            <a:avLst/>
          </a:prstGeom>
          <a:solidFill>
            <a:srgbClr val="CCECFF"/>
          </a:solidFill>
          <a:ln w="38100" cmpd="dbl">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a:latin typeface="微软雅黑 Light" panose="020B0502040204020203" pitchFamily="34" charset="-122"/>
              <a:ea typeface="微软雅黑 Light" panose="020B0502040204020203" pitchFamily="34" charset="-122"/>
            </a:endParaRPr>
          </a:p>
        </p:txBody>
      </p:sp>
      <p:sp>
        <p:nvSpPr>
          <p:cNvPr id="511003" name="Line 27"/>
          <p:cNvSpPr>
            <a:spLocks noChangeShapeType="1"/>
          </p:cNvSpPr>
          <p:nvPr/>
        </p:nvSpPr>
        <p:spPr bwMode="auto">
          <a:xfrm flipV="1">
            <a:off x="9094789" y="3999830"/>
            <a:ext cx="319087" cy="0"/>
          </a:xfrm>
          <a:prstGeom prst="line">
            <a:avLst/>
          </a:prstGeom>
          <a:noFill/>
          <a:ln w="28575">
            <a:solidFill>
              <a:srgbClr val="333399"/>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微软雅黑 Light" panose="020B0502040204020203" pitchFamily="34" charset="-122"/>
              <a:ea typeface="微软雅黑 Light" panose="020B0502040204020203" pitchFamily="34" charset="-122"/>
            </a:endParaRPr>
          </a:p>
        </p:txBody>
      </p:sp>
      <p:sp>
        <p:nvSpPr>
          <p:cNvPr id="511004" name="Line 28"/>
          <p:cNvSpPr>
            <a:spLocks noChangeShapeType="1"/>
          </p:cNvSpPr>
          <p:nvPr/>
        </p:nvSpPr>
        <p:spPr bwMode="auto">
          <a:xfrm rot="10800000" flipH="1">
            <a:off x="8331201" y="3999830"/>
            <a:ext cx="309563" cy="0"/>
          </a:xfrm>
          <a:prstGeom prst="line">
            <a:avLst/>
          </a:prstGeom>
          <a:noFill/>
          <a:ln w="28575">
            <a:solidFill>
              <a:srgbClr val="333399"/>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微软雅黑 Light" panose="020B0502040204020203" pitchFamily="34" charset="-122"/>
              <a:ea typeface="微软雅黑 Light" panose="020B0502040204020203" pitchFamily="34" charset="-122"/>
            </a:endParaRPr>
          </a:p>
        </p:txBody>
      </p:sp>
      <p:sp>
        <p:nvSpPr>
          <p:cNvPr id="511005" name="Line 29"/>
          <p:cNvSpPr>
            <a:spLocks noChangeShapeType="1"/>
          </p:cNvSpPr>
          <p:nvPr/>
        </p:nvSpPr>
        <p:spPr bwMode="auto">
          <a:xfrm>
            <a:off x="7556500" y="3999830"/>
            <a:ext cx="311150" cy="0"/>
          </a:xfrm>
          <a:prstGeom prst="line">
            <a:avLst/>
          </a:prstGeom>
          <a:noFill/>
          <a:ln w="28575">
            <a:solidFill>
              <a:srgbClr val="333399"/>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微软雅黑 Light" panose="020B0502040204020203" pitchFamily="34" charset="-122"/>
              <a:ea typeface="微软雅黑 Light" panose="020B0502040204020203" pitchFamily="34" charset="-122"/>
            </a:endParaRPr>
          </a:p>
        </p:txBody>
      </p:sp>
      <p:sp>
        <p:nvSpPr>
          <p:cNvPr id="511006" name="Line 30"/>
          <p:cNvSpPr>
            <a:spLocks noChangeShapeType="1"/>
          </p:cNvSpPr>
          <p:nvPr/>
        </p:nvSpPr>
        <p:spPr bwMode="auto">
          <a:xfrm>
            <a:off x="6784975" y="3999830"/>
            <a:ext cx="369888" cy="0"/>
          </a:xfrm>
          <a:prstGeom prst="line">
            <a:avLst/>
          </a:prstGeom>
          <a:noFill/>
          <a:ln w="28575">
            <a:solidFill>
              <a:srgbClr val="333399"/>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微软雅黑 Light" panose="020B0502040204020203" pitchFamily="34" charset="-122"/>
              <a:ea typeface="微软雅黑 Light" panose="020B0502040204020203" pitchFamily="34" charset="-122"/>
            </a:endParaRPr>
          </a:p>
        </p:txBody>
      </p:sp>
      <p:sp>
        <p:nvSpPr>
          <p:cNvPr id="511007" name="Rectangle 31"/>
          <p:cNvSpPr>
            <a:spLocks noChangeArrowheads="1"/>
          </p:cNvSpPr>
          <p:nvPr/>
        </p:nvSpPr>
        <p:spPr bwMode="auto">
          <a:xfrm flipH="1">
            <a:off x="6940550" y="5211092"/>
            <a:ext cx="2317750" cy="725488"/>
          </a:xfrm>
          <a:prstGeom prst="rect">
            <a:avLst/>
          </a:prstGeom>
          <a:solidFill>
            <a:srgbClr val="CCECFF"/>
          </a:solidFill>
          <a:ln w="38100" cmpd="dbl">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a:latin typeface="微软雅黑 Light" panose="020B0502040204020203" pitchFamily="34" charset="-122"/>
              <a:ea typeface="微软雅黑 Light" panose="020B0502040204020203" pitchFamily="34" charset="-122"/>
            </a:endParaRPr>
          </a:p>
        </p:txBody>
      </p:sp>
      <p:sp>
        <p:nvSpPr>
          <p:cNvPr id="511008" name="Line 32"/>
          <p:cNvSpPr>
            <a:spLocks noChangeShapeType="1"/>
          </p:cNvSpPr>
          <p:nvPr/>
        </p:nvSpPr>
        <p:spPr bwMode="auto">
          <a:xfrm flipV="1">
            <a:off x="9094789" y="5573042"/>
            <a:ext cx="319087" cy="0"/>
          </a:xfrm>
          <a:prstGeom prst="line">
            <a:avLst/>
          </a:prstGeom>
          <a:noFill/>
          <a:ln w="28575">
            <a:solidFill>
              <a:srgbClr val="333399"/>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微软雅黑 Light" panose="020B0502040204020203" pitchFamily="34" charset="-122"/>
              <a:ea typeface="微软雅黑 Light" panose="020B0502040204020203" pitchFamily="34" charset="-122"/>
            </a:endParaRPr>
          </a:p>
        </p:txBody>
      </p:sp>
      <p:sp>
        <p:nvSpPr>
          <p:cNvPr id="511009" name="Line 33"/>
          <p:cNvSpPr>
            <a:spLocks noChangeShapeType="1"/>
          </p:cNvSpPr>
          <p:nvPr/>
        </p:nvSpPr>
        <p:spPr bwMode="auto">
          <a:xfrm>
            <a:off x="8331201" y="5573042"/>
            <a:ext cx="309563" cy="0"/>
          </a:xfrm>
          <a:prstGeom prst="line">
            <a:avLst/>
          </a:prstGeom>
          <a:noFill/>
          <a:ln w="28575">
            <a:solidFill>
              <a:srgbClr val="333399"/>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微软雅黑 Light" panose="020B0502040204020203" pitchFamily="34" charset="-122"/>
              <a:ea typeface="微软雅黑 Light" panose="020B0502040204020203" pitchFamily="34" charset="-122"/>
            </a:endParaRPr>
          </a:p>
        </p:txBody>
      </p:sp>
      <p:sp>
        <p:nvSpPr>
          <p:cNvPr id="511010" name="Line 34"/>
          <p:cNvSpPr>
            <a:spLocks noChangeShapeType="1"/>
          </p:cNvSpPr>
          <p:nvPr/>
        </p:nvSpPr>
        <p:spPr bwMode="auto">
          <a:xfrm>
            <a:off x="7556500" y="5573042"/>
            <a:ext cx="311150" cy="0"/>
          </a:xfrm>
          <a:prstGeom prst="line">
            <a:avLst/>
          </a:prstGeom>
          <a:noFill/>
          <a:ln w="28575">
            <a:solidFill>
              <a:srgbClr val="333399"/>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微软雅黑 Light" panose="020B0502040204020203" pitchFamily="34" charset="-122"/>
              <a:ea typeface="微软雅黑 Light" panose="020B0502040204020203" pitchFamily="34" charset="-122"/>
            </a:endParaRPr>
          </a:p>
        </p:txBody>
      </p:sp>
      <p:sp>
        <p:nvSpPr>
          <p:cNvPr id="511011" name="Line 35"/>
          <p:cNvSpPr>
            <a:spLocks noChangeShapeType="1"/>
          </p:cNvSpPr>
          <p:nvPr/>
        </p:nvSpPr>
        <p:spPr bwMode="auto">
          <a:xfrm flipV="1">
            <a:off x="6784975" y="5573042"/>
            <a:ext cx="357188" cy="0"/>
          </a:xfrm>
          <a:prstGeom prst="line">
            <a:avLst/>
          </a:prstGeom>
          <a:noFill/>
          <a:ln w="28575">
            <a:solidFill>
              <a:srgbClr val="333399"/>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微软雅黑 Light" panose="020B0502040204020203" pitchFamily="34" charset="-122"/>
              <a:ea typeface="微软雅黑 Light" panose="020B0502040204020203" pitchFamily="34" charset="-122"/>
            </a:endParaRPr>
          </a:p>
        </p:txBody>
      </p:sp>
      <p:sp>
        <p:nvSpPr>
          <p:cNvPr id="511012" name="Text Box 36"/>
          <p:cNvSpPr txBox="1">
            <a:spLocks noChangeArrowheads="1"/>
          </p:cNvSpPr>
          <p:nvPr/>
        </p:nvSpPr>
        <p:spPr bwMode="auto">
          <a:xfrm>
            <a:off x="4872038" y="5373017"/>
            <a:ext cx="14033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400">
                <a:solidFill>
                  <a:srgbClr val="333399"/>
                </a:solidFill>
                <a:latin typeface="微软雅黑 Light" panose="020B0502040204020203" pitchFamily="34" charset="-122"/>
                <a:ea typeface="微软雅黑 Light" panose="020B0502040204020203" pitchFamily="34" charset="-122"/>
              </a:rPr>
              <a:t>交换结构</a:t>
            </a:r>
            <a:endParaRPr kumimoji="1" lang="zh-CN" altLang="en-US" sz="2400">
              <a:solidFill>
                <a:srgbClr val="333399"/>
              </a:solidFill>
              <a:latin typeface="微软雅黑 Light" panose="020B0502040204020203" pitchFamily="34" charset="-122"/>
              <a:ea typeface="微软雅黑 Light" panose="020B0502040204020203" pitchFamily="34" charset="-122"/>
            </a:endParaRPr>
          </a:p>
        </p:txBody>
      </p:sp>
      <p:sp>
        <p:nvSpPr>
          <p:cNvPr id="511013" name="Text Box 37"/>
          <p:cNvSpPr txBox="1">
            <a:spLocks noChangeArrowheads="1"/>
          </p:cNvSpPr>
          <p:nvPr/>
        </p:nvSpPr>
        <p:spPr bwMode="auto">
          <a:xfrm>
            <a:off x="2528888" y="4768181"/>
            <a:ext cx="12001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a:solidFill>
                  <a:srgbClr val="333399"/>
                </a:solidFill>
                <a:latin typeface="微软雅黑 Light" panose="020B0502040204020203" pitchFamily="34" charset="-122"/>
                <a:ea typeface="微软雅黑 Light" panose="020B0502040204020203" pitchFamily="34" charset="-122"/>
              </a:rPr>
              <a:t>输入端口</a:t>
            </a:r>
            <a:endParaRPr kumimoji="1" lang="zh-CN" altLang="en-US">
              <a:solidFill>
                <a:srgbClr val="333399"/>
              </a:solidFill>
              <a:latin typeface="微软雅黑 Light" panose="020B0502040204020203" pitchFamily="34" charset="-122"/>
              <a:ea typeface="微软雅黑 Light" panose="020B0502040204020203" pitchFamily="34" charset="-122"/>
            </a:endParaRPr>
          </a:p>
        </p:txBody>
      </p:sp>
      <p:sp>
        <p:nvSpPr>
          <p:cNvPr id="511014" name="Text Box 38"/>
          <p:cNvSpPr txBox="1">
            <a:spLocks noChangeArrowheads="1"/>
          </p:cNvSpPr>
          <p:nvPr/>
        </p:nvSpPr>
        <p:spPr bwMode="auto">
          <a:xfrm>
            <a:off x="7556500" y="3248943"/>
            <a:ext cx="12001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a:solidFill>
                  <a:srgbClr val="333399"/>
                </a:solidFill>
                <a:latin typeface="微软雅黑 Light" panose="020B0502040204020203" pitchFamily="34" charset="-122"/>
                <a:ea typeface="微软雅黑 Light" panose="020B0502040204020203" pitchFamily="34" charset="-122"/>
              </a:rPr>
              <a:t>输出端口</a:t>
            </a:r>
            <a:endParaRPr kumimoji="1" lang="zh-CN" altLang="en-US">
              <a:solidFill>
                <a:srgbClr val="333399"/>
              </a:solidFill>
              <a:latin typeface="微软雅黑 Light" panose="020B0502040204020203" pitchFamily="34" charset="-122"/>
              <a:ea typeface="微软雅黑 Light" panose="020B0502040204020203" pitchFamily="34" charset="-122"/>
            </a:endParaRPr>
          </a:p>
        </p:txBody>
      </p:sp>
      <p:sp>
        <p:nvSpPr>
          <p:cNvPr id="511015" name="Line 39"/>
          <p:cNvSpPr>
            <a:spLocks noChangeShapeType="1"/>
          </p:cNvSpPr>
          <p:nvPr/>
        </p:nvSpPr>
        <p:spPr bwMode="auto">
          <a:xfrm>
            <a:off x="1524001" y="3163888"/>
            <a:ext cx="8818563" cy="0"/>
          </a:xfrm>
          <a:prstGeom prst="line">
            <a:avLst/>
          </a:prstGeom>
          <a:noFill/>
          <a:ln w="28575">
            <a:solidFill>
              <a:srgbClr val="333399"/>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微软雅黑 Light" panose="020B0502040204020203" pitchFamily="34" charset="-122"/>
              <a:ea typeface="微软雅黑 Light" panose="020B0502040204020203" pitchFamily="34" charset="-122"/>
            </a:endParaRPr>
          </a:p>
        </p:txBody>
      </p:sp>
      <p:sp>
        <p:nvSpPr>
          <p:cNvPr id="511016" name="Line 40"/>
          <p:cNvSpPr>
            <a:spLocks noChangeShapeType="1"/>
          </p:cNvSpPr>
          <p:nvPr/>
        </p:nvSpPr>
        <p:spPr bwMode="auto">
          <a:xfrm>
            <a:off x="9767888" y="3163888"/>
            <a:ext cx="0" cy="2641600"/>
          </a:xfrm>
          <a:prstGeom prst="line">
            <a:avLst/>
          </a:prstGeom>
          <a:noFill/>
          <a:ln w="28575">
            <a:solidFill>
              <a:srgbClr val="3333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微软雅黑 Light" panose="020B0502040204020203" pitchFamily="34" charset="-122"/>
              <a:ea typeface="微软雅黑 Light" panose="020B0502040204020203" pitchFamily="34" charset="-122"/>
            </a:endParaRPr>
          </a:p>
        </p:txBody>
      </p:sp>
      <p:sp>
        <p:nvSpPr>
          <p:cNvPr id="511017" name="Text Box 41"/>
          <p:cNvSpPr txBox="1">
            <a:spLocks noChangeArrowheads="1"/>
          </p:cNvSpPr>
          <p:nvPr/>
        </p:nvSpPr>
        <p:spPr bwMode="auto">
          <a:xfrm>
            <a:off x="9337676" y="4371975"/>
            <a:ext cx="800219" cy="75713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nSpc>
                <a:spcPct val="90000"/>
              </a:lnSpc>
            </a:pPr>
            <a:r>
              <a:rPr kumimoji="1" lang="zh-CN" altLang="en-US" sz="2400" dirty="0">
                <a:solidFill>
                  <a:srgbClr val="333399"/>
                </a:solidFill>
                <a:latin typeface="微软雅黑 Light" panose="020B0502040204020203" pitchFamily="34" charset="-122"/>
                <a:ea typeface="微软雅黑 Light" panose="020B0502040204020203" pitchFamily="34" charset="-122"/>
              </a:rPr>
              <a:t>分组</a:t>
            </a:r>
            <a:endParaRPr kumimoji="1" lang="zh-CN" altLang="en-US" sz="2400" dirty="0">
              <a:solidFill>
                <a:srgbClr val="333399"/>
              </a:solidFill>
              <a:latin typeface="微软雅黑 Light" panose="020B0502040204020203" pitchFamily="34" charset="-122"/>
              <a:ea typeface="微软雅黑 Light" panose="020B0502040204020203" pitchFamily="34" charset="-122"/>
            </a:endParaRPr>
          </a:p>
          <a:p>
            <a:pPr>
              <a:lnSpc>
                <a:spcPct val="90000"/>
              </a:lnSpc>
            </a:pPr>
            <a:r>
              <a:rPr kumimoji="1" lang="zh-CN" altLang="en-US" sz="2400" dirty="0">
                <a:solidFill>
                  <a:srgbClr val="333399"/>
                </a:solidFill>
                <a:latin typeface="微软雅黑 Light" panose="020B0502040204020203" pitchFamily="34" charset="-122"/>
                <a:ea typeface="微软雅黑 Light" panose="020B0502040204020203" pitchFamily="34" charset="-122"/>
              </a:rPr>
              <a:t>转发</a:t>
            </a:r>
            <a:endParaRPr kumimoji="1" lang="zh-CN" altLang="en-US" sz="2400" dirty="0">
              <a:solidFill>
                <a:srgbClr val="333399"/>
              </a:solidFill>
              <a:latin typeface="微软雅黑 Light" panose="020B0502040204020203" pitchFamily="34" charset="-122"/>
              <a:ea typeface="微软雅黑 Light" panose="020B0502040204020203" pitchFamily="34" charset="-122"/>
            </a:endParaRPr>
          </a:p>
        </p:txBody>
      </p:sp>
      <p:sp>
        <p:nvSpPr>
          <p:cNvPr id="511018" name="Rectangle 42"/>
          <p:cNvSpPr>
            <a:spLocks noChangeArrowheads="1"/>
          </p:cNvSpPr>
          <p:nvPr/>
        </p:nvSpPr>
        <p:spPr bwMode="auto">
          <a:xfrm>
            <a:off x="4694239" y="3836317"/>
            <a:ext cx="1779587" cy="1385888"/>
          </a:xfrm>
          <a:prstGeom prst="rect">
            <a:avLst/>
          </a:prstGeom>
          <a:solidFill>
            <a:srgbClr val="FFCC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a:latin typeface="微软雅黑 Light" panose="020B0502040204020203" pitchFamily="34" charset="-122"/>
              <a:ea typeface="微软雅黑 Light" panose="020B0502040204020203" pitchFamily="34" charset="-122"/>
            </a:endParaRPr>
          </a:p>
        </p:txBody>
      </p:sp>
      <p:sp>
        <p:nvSpPr>
          <p:cNvPr id="511019" name="Rectangle 43"/>
          <p:cNvSpPr>
            <a:spLocks noChangeArrowheads="1"/>
          </p:cNvSpPr>
          <p:nvPr/>
        </p:nvSpPr>
        <p:spPr bwMode="auto">
          <a:xfrm>
            <a:off x="5005388" y="4561806"/>
            <a:ext cx="1160462" cy="465137"/>
          </a:xfrm>
          <a:prstGeom prst="rect">
            <a:avLst/>
          </a:prstGeom>
          <a:solidFill>
            <a:srgbClr val="FFC000"/>
          </a:solidFill>
          <a:ln w="19050">
            <a:solidFill>
              <a:schemeClr val="tx1"/>
            </a:solidFill>
            <a:miter lim="800000"/>
          </a:ln>
          <a:effectLst>
            <a:outerShdw dist="35921" dir="2700000" algn="ctr" rotWithShape="0">
              <a:schemeClr val="bg2"/>
            </a:outerShdw>
          </a:effectLst>
        </p:spPr>
        <p:txBody>
          <a:bodyPr wrap="none" anchor="ctr"/>
          <a:lstStyle/>
          <a:p>
            <a:pPr algn="ctr"/>
            <a:r>
              <a:rPr kumimoji="1" lang="zh-CN" altLang="en-US">
                <a:solidFill>
                  <a:srgbClr val="333399"/>
                </a:solidFill>
                <a:latin typeface="微软雅黑 Light" panose="020B0502040204020203" pitchFamily="34" charset="-122"/>
                <a:ea typeface="微软雅黑 Light" panose="020B0502040204020203" pitchFamily="34" charset="-122"/>
              </a:rPr>
              <a:t>转发表</a:t>
            </a:r>
            <a:endParaRPr kumimoji="1" lang="zh-CN" altLang="en-US">
              <a:solidFill>
                <a:srgbClr val="333399"/>
              </a:solidFill>
              <a:latin typeface="微软雅黑 Light" panose="020B0502040204020203" pitchFamily="34" charset="-122"/>
              <a:ea typeface="微软雅黑 Light" panose="020B0502040204020203" pitchFamily="34" charset="-122"/>
            </a:endParaRPr>
          </a:p>
        </p:txBody>
      </p:sp>
      <p:sp>
        <p:nvSpPr>
          <p:cNvPr id="511020" name="Text Box 44"/>
          <p:cNvSpPr txBox="1">
            <a:spLocks noChangeArrowheads="1"/>
          </p:cNvSpPr>
          <p:nvPr/>
        </p:nvSpPr>
        <p:spPr bwMode="auto">
          <a:xfrm>
            <a:off x="5005388" y="3933156"/>
            <a:ext cx="12001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a:solidFill>
                  <a:srgbClr val="333399"/>
                </a:solidFill>
                <a:latin typeface="微软雅黑 Light" panose="020B0502040204020203" pitchFamily="34" charset="-122"/>
                <a:ea typeface="微软雅黑 Light" panose="020B0502040204020203" pitchFamily="34" charset="-122"/>
              </a:rPr>
              <a:t>分组处理</a:t>
            </a:r>
            <a:endParaRPr kumimoji="1" lang="zh-CN" altLang="en-US">
              <a:solidFill>
                <a:srgbClr val="333399"/>
              </a:solidFill>
              <a:latin typeface="微软雅黑 Light" panose="020B0502040204020203" pitchFamily="34" charset="-122"/>
              <a:ea typeface="微软雅黑 Light" panose="020B0502040204020203" pitchFamily="34" charset="-122"/>
            </a:endParaRPr>
          </a:p>
        </p:txBody>
      </p:sp>
      <p:sp>
        <p:nvSpPr>
          <p:cNvPr id="511021" name="Text Box 45"/>
          <p:cNvSpPr txBox="1">
            <a:spLocks noChangeArrowheads="1"/>
          </p:cNvSpPr>
          <p:nvPr/>
        </p:nvSpPr>
        <p:spPr bwMode="auto">
          <a:xfrm>
            <a:off x="7556500" y="4768181"/>
            <a:ext cx="12001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a:solidFill>
                  <a:srgbClr val="333399"/>
                </a:solidFill>
                <a:latin typeface="微软雅黑 Light" panose="020B0502040204020203" pitchFamily="34" charset="-122"/>
                <a:ea typeface="微软雅黑 Light" panose="020B0502040204020203" pitchFamily="34" charset="-122"/>
              </a:rPr>
              <a:t>输出端口</a:t>
            </a:r>
            <a:endParaRPr kumimoji="1" lang="zh-CN" altLang="en-US">
              <a:solidFill>
                <a:srgbClr val="333399"/>
              </a:solidFill>
              <a:latin typeface="微软雅黑 Light" panose="020B0502040204020203" pitchFamily="34" charset="-122"/>
              <a:ea typeface="微软雅黑 Light" panose="020B0502040204020203" pitchFamily="34" charset="-122"/>
            </a:endParaRPr>
          </a:p>
        </p:txBody>
      </p:sp>
      <p:sp>
        <p:nvSpPr>
          <p:cNvPr id="511022" name="Text Box 46"/>
          <p:cNvSpPr txBox="1">
            <a:spLocks noChangeArrowheads="1"/>
          </p:cNvSpPr>
          <p:nvPr/>
        </p:nvSpPr>
        <p:spPr bwMode="auto">
          <a:xfrm rot="5400000">
            <a:off x="3058757" y="4453032"/>
            <a:ext cx="369012"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b="1">
                <a:solidFill>
                  <a:srgbClr val="333399"/>
                </a:solidFill>
                <a:latin typeface="微软雅黑 Light" panose="020B0502040204020203" pitchFamily="34" charset="-122"/>
                <a:ea typeface="微软雅黑 Light" panose="020B0502040204020203" pitchFamily="34" charset="-122"/>
              </a:rPr>
              <a:t>…</a:t>
            </a:r>
            <a:endParaRPr kumimoji="1" lang="en-US" altLang="zh-CN" b="1">
              <a:solidFill>
                <a:srgbClr val="333399"/>
              </a:solidFill>
              <a:latin typeface="微软雅黑 Light" panose="020B0502040204020203" pitchFamily="34" charset="-122"/>
              <a:ea typeface="微软雅黑 Light" panose="020B0502040204020203" pitchFamily="34" charset="-122"/>
            </a:endParaRPr>
          </a:p>
        </p:txBody>
      </p:sp>
      <p:sp>
        <p:nvSpPr>
          <p:cNvPr id="511023" name="Text Box 47"/>
          <p:cNvSpPr txBox="1">
            <a:spLocks noChangeArrowheads="1"/>
          </p:cNvSpPr>
          <p:nvPr/>
        </p:nvSpPr>
        <p:spPr bwMode="auto">
          <a:xfrm rot="5400000">
            <a:off x="8062557" y="4453032"/>
            <a:ext cx="369012"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b="1">
                <a:solidFill>
                  <a:srgbClr val="333399"/>
                </a:solidFill>
                <a:latin typeface="微软雅黑 Light" panose="020B0502040204020203" pitchFamily="34" charset="-122"/>
                <a:ea typeface="微软雅黑 Light" panose="020B0502040204020203" pitchFamily="34" charset="-122"/>
              </a:rPr>
              <a:t>…</a:t>
            </a:r>
            <a:endParaRPr kumimoji="1" lang="en-US" altLang="zh-CN" b="1">
              <a:solidFill>
                <a:srgbClr val="333399"/>
              </a:solidFill>
              <a:latin typeface="微软雅黑 Light" panose="020B0502040204020203" pitchFamily="34" charset="-122"/>
              <a:ea typeface="微软雅黑 Light" panose="020B0502040204020203" pitchFamily="34" charset="-122"/>
            </a:endParaRPr>
          </a:p>
        </p:txBody>
      </p:sp>
      <p:sp>
        <p:nvSpPr>
          <p:cNvPr id="511024" name="Line 48"/>
          <p:cNvSpPr>
            <a:spLocks noChangeShapeType="1"/>
          </p:cNvSpPr>
          <p:nvPr/>
        </p:nvSpPr>
        <p:spPr bwMode="auto">
          <a:xfrm flipH="1" flipV="1">
            <a:off x="3922714" y="4099843"/>
            <a:ext cx="1082675" cy="595313"/>
          </a:xfrm>
          <a:prstGeom prst="line">
            <a:avLst/>
          </a:prstGeom>
          <a:noFill/>
          <a:ln w="28575">
            <a:solidFill>
              <a:srgbClr val="333399"/>
            </a:solidFill>
            <a:prstDash val="dash"/>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微软雅黑 Light" panose="020B0502040204020203" pitchFamily="34" charset="-122"/>
              <a:ea typeface="微软雅黑 Light" panose="020B0502040204020203" pitchFamily="34" charset="-122"/>
            </a:endParaRPr>
          </a:p>
        </p:txBody>
      </p:sp>
      <p:sp>
        <p:nvSpPr>
          <p:cNvPr id="511025" name="Line 49"/>
          <p:cNvSpPr>
            <a:spLocks noChangeShapeType="1"/>
          </p:cNvSpPr>
          <p:nvPr/>
        </p:nvSpPr>
        <p:spPr bwMode="auto">
          <a:xfrm flipH="1">
            <a:off x="3922714" y="4892005"/>
            <a:ext cx="1082675" cy="595312"/>
          </a:xfrm>
          <a:prstGeom prst="line">
            <a:avLst/>
          </a:prstGeom>
          <a:noFill/>
          <a:ln w="28575">
            <a:solidFill>
              <a:srgbClr val="333399"/>
            </a:solidFill>
            <a:prstDash val="dash"/>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微软雅黑 Light" panose="020B0502040204020203" pitchFamily="34" charset="-122"/>
              <a:ea typeface="微软雅黑 Light" panose="020B0502040204020203" pitchFamily="34" charset="-122"/>
            </a:endParaRPr>
          </a:p>
        </p:txBody>
      </p:sp>
      <p:sp>
        <p:nvSpPr>
          <p:cNvPr id="511026" name="Rectangle 50"/>
          <p:cNvSpPr>
            <a:spLocks noChangeArrowheads="1"/>
          </p:cNvSpPr>
          <p:nvPr/>
        </p:nvSpPr>
        <p:spPr bwMode="auto">
          <a:xfrm>
            <a:off x="8636000" y="3869656"/>
            <a:ext cx="463550" cy="282575"/>
          </a:xfrm>
          <a:prstGeom prst="rect">
            <a:avLst/>
          </a:prstGeom>
          <a:solidFill>
            <a:schemeClr val="accent2">
              <a:lumMod val="40000"/>
              <a:lumOff val="60000"/>
            </a:schemeClr>
          </a:solidFill>
          <a:ln w="19050">
            <a:solidFill>
              <a:schemeClr val="tx1"/>
            </a:solidFill>
            <a:miter lim="800000"/>
          </a:ln>
          <a:effectLst>
            <a:outerShdw dist="35921" dir="2700000" algn="ctr" rotWithShape="0">
              <a:schemeClr val="bg2"/>
            </a:outerShdw>
          </a:effectLst>
        </p:spPr>
        <p:txBody>
          <a:bodyPr wrap="none" anchor="ctr"/>
          <a:lstStyle/>
          <a:p>
            <a:pPr algn="ctr"/>
            <a:r>
              <a:rPr kumimoji="1" lang="en-US" altLang="zh-CN" dirty="0">
                <a:latin typeface="微软雅黑 Light" panose="020B0502040204020203" pitchFamily="34" charset="-122"/>
                <a:ea typeface="微软雅黑 Light" panose="020B0502040204020203" pitchFamily="34" charset="-122"/>
              </a:rPr>
              <a:t>1</a:t>
            </a:r>
            <a:endParaRPr kumimoji="1" lang="en-US" altLang="zh-CN" dirty="0">
              <a:latin typeface="微软雅黑 Light" panose="020B0502040204020203" pitchFamily="34" charset="-122"/>
              <a:ea typeface="微软雅黑 Light" panose="020B0502040204020203" pitchFamily="34" charset="-122"/>
            </a:endParaRPr>
          </a:p>
        </p:txBody>
      </p:sp>
      <p:sp>
        <p:nvSpPr>
          <p:cNvPr id="511027" name="Rectangle 51"/>
          <p:cNvSpPr>
            <a:spLocks noChangeArrowheads="1"/>
          </p:cNvSpPr>
          <p:nvPr/>
        </p:nvSpPr>
        <p:spPr bwMode="auto">
          <a:xfrm>
            <a:off x="8659813" y="5428580"/>
            <a:ext cx="463550" cy="285750"/>
          </a:xfrm>
          <a:prstGeom prst="rect">
            <a:avLst/>
          </a:prstGeom>
          <a:solidFill>
            <a:schemeClr val="accent2">
              <a:lumMod val="40000"/>
              <a:lumOff val="60000"/>
            </a:schemeClr>
          </a:solidFill>
          <a:ln w="19050">
            <a:solidFill>
              <a:schemeClr val="tx1"/>
            </a:solidFill>
            <a:miter lim="800000"/>
          </a:ln>
          <a:effectLst>
            <a:outerShdw dist="35921" dir="2700000" algn="ctr" rotWithShape="0">
              <a:schemeClr val="bg2"/>
            </a:outerShdw>
          </a:effectLst>
        </p:spPr>
        <p:txBody>
          <a:bodyPr wrap="none" anchor="ctr"/>
          <a:lstStyle/>
          <a:p>
            <a:pPr algn="ctr"/>
            <a:r>
              <a:rPr kumimoji="1" lang="en-US" altLang="zh-CN">
                <a:latin typeface="微软雅黑 Light" panose="020B0502040204020203" pitchFamily="34" charset="-122"/>
                <a:ea typeface="微软雅黑 Light" panose="020B0502040204020203" pitchFamily="34" charset="-122"/>
              </a:rPr>
              <a:t>1</a:t>
            </a:r>
            <a:endParaRPr kumimoji="1" lang="en-US" altLang="zh-CN">
              <a:latin typeface="微软雅黑 Light" panose="020B0502040204020203" pitchFamily="34" charset="-122"/>
              <a:ea typeface="微软雅黑 Light" panose="020B0502040204020203" pitchFamily="34" charset="-122"/>
            </a:endParaRPr>
          </a:p>
        </p:txBody>
      </p:sp>
      <p:sp>
        <p:nvSpPr>
          <p:cNvPr id="511028" name="Rectangle 52"/>
          <p:cNvSpPr>
            <a:spLocks noChangeArrowheads="1"/>
          </p:cNvSpPr>
          <p:nvPr/>
        </p:nvSpPr>
        <p:spPr bwMode="auto">
          <a:xfrm>
            <a:off x="2138363" y="5428580"/>
            <a:ext cx="463550" cy="285750"/>
          </a:xfrm>
          <a:prstGeom prst="rect">
            <a:avLst/>
          </a:prstGeom>
          <a:solidFill>
            <a:schemeClr val="accent2">
              <a:lumMod val="40000"/>
              <a:lumOff val="60000"/>
            </a:schemeClr>
          </a:solidFill>
          <a:ln w="19050">
            <a:solidFill>
              <a:schemeClr val="tx1"/>
            </a:solidFill>
            <a:miter lim="800000"/>
          </a:ln>
          <a:effectLst>
            <a:outerShdw dist="35921" dir="2700000" algn="ctr" rotWithShape="0">
              <a:schemeClr val="bg2"/>
            </a:outerShdw>
          </a:effectLst>
        </p:spPr>
        <p:txBody>
          <a:bodyPr wrap="none" anchor="ctr"/>
          <a:lstStyle/>
          <a:p>
            <a:pPr algn="ctr"/>
            <a:r>
              <a:rPr kumimoji="1" lang="en-US" altLang="zh-CN" dirty="0">
                <a:latin typeface="微软雅黑 Light" panose="020B0502040204020203" pitchFamily="34" charset="-122"/>
                <a:ea typeface="微软雅黑 Light" panose="020B0502040204020203" pitchFamily="34" charset="-122"/>
              </a:rPr>
              <a:t>1</a:t>
            </a:r>
            <a:endParaRPr kumimoji="1" lang="en-US" altLang="zh-CN" dirty="0">
              <a:latin typeface="微软雅黑 Light" panose="020B0502040204020203" pitchFamily="34" charset="-122"/>
              <a:ea typeface="微软雅黑 Light" panose="020B0502040204020203" pitchFamily="34" charset="-122"/>
            </a:endParaRPr>
          </a:p>
        </p:txBody>
      </p:sp>
      <p:sp>
        <p:nvSpPr>
          <p:cNvPr id="511029" name="Rectangle 53"/>
          <p:cNvSpPr>
            <a:spLocks noChangeArrowheads="1"/>
          </p:cNvSpPr>
          <p:nvPr/>
        </p:nvSpPr>
        <p:spPr bwMode="auto">
          <a:xfrm flipH="1">
            <a:off x="7140575" y="3801392"/>
            <a:ext cx="463550" cy="395288"/>
          </a:xfrm>
          <a:prstGeom prst="rect">
            <a:avLst/>
          </a:prstGeom>
          <a:solidFill>
            <a:schemeClr val="accent2">
              <a:lumMod val="40000"/>
              <a:lumOff val="60000"/>
            </a:schemeClr>
          </a:solidFill>
          <a:ln w="19050">
            <a:solidFill>
              <a:schemeClr val="tx1"/>
            </a:solidFill>
            <a:miter lim="800000"/>
          </a:ln>
          <a:effectLst>
            <a:outerShdw dist="35921" dir="2700000" algn="ctr" rotWithShape="0">
              <a:schemeClr val="bg2"/>
            </a:outerShdw>
          </a:effectLst>
        </p:spPr>
        <p:txBody>
          <a:bodyPr wrap="none" anchor="ctr"/>
          <a:lstStyle/>
          <a:p>
            <a:pPr algn="ctr"/>
            <a:r>
              <a:rPr kumimoji="1" lang="en-US" altLang="zh-CN">
                <a:latin typeface="微软雅黑 Light" panose="020B0502040204020203" pitchFamily="34" charset="-122"/>
                <a:ea typeface="微软雅黑 Light" panose="020B0502040204020203" pitchFamily="34" charset="-122"/>
              </a:rPr>
              <a:t>3</a:t>
            </a:r>
            <a:endParaRPr kumimoji="1" lang="en-US" altLang="zh-CN">
              <a:latin typeface="微软雅黑 Light" panose="020B0502040204020203" pitchFamily="34" charset="-122"/>
              <a:ea typeface="微软雅黑 Light" panose="020B0502040204020203" pitchFamily="34" charset="-122"/>
            </a:endParaRPr>
          </a:p>
        </p:txBody>
      </p:sp>
      <p:sp>
        <p:nvSpPr>
          <p:cNvPr id="511030" name="Rectangle 54"/>
          <p:cNvSpPr>
            <a:spLocks noChangeArrowheads="1"/>
          </p:cNvSpPr>
          <p:nvPr/>
        </p:nvSpPr>
        <p:spPr bwMode="auto">
          <a:xfrm flipH="1">
            <a:off x="7140575" y="5374606"/>
            <a:ext cx="463550" cy="396875"/>
          </a:xfrm>
          <a:prstGeom prst="rect">
            <a:avLst/>
          </a:prstGeom>
          <a:solidFill>
            <a:schemeClr val="accent2">
              <a:lumMod val="40000"/>
              <a:lumOff val="60000"/>
            </a:schemeClr>
          </a:solidFill>
          <a:ln w="19050">
            <a:solidFill>
              <a:schemeClr val="tx1"/>
            </a:solidFill>
            <a:miter lim="800000"/>
          </a:ln>
          <a:effectLst>
            <a:outerShdw dist="35921" dir="2700000" algn="ctr" rotWithShape="0">
              <a:schemeClr val="bg2"/>
            </a:outerShdw>
          </a:effectLst>
        </p:spPr>
        <p:txBody>
          <a:bodyPr wrap="none" anchor="ctr"/>
          <a:lstStyle/>
          <a:p>
            <a:pPr algn="ctr"/>
            <a:r>
              <a:rPr kumimoji="1" lang="en-US" altLang="zh-CN">
                <a:latin typeface="微软雅黑 Light" panose="020B0502040204020203" pitchFamily="34" charset="-122"/>
                <a:ea typeface="微软雅黑 Light" panose="020B0502040204020203" pitchFamily="34" charset="-122"/>
              </a:rPr>
              <a:t>3</a:t>
            </a:r>
            <a:endParaRPr kumimoji="1" lang="en-US" altLang="zh-CN">
              <a:latin typeface="微软雅黑 Light" panose="020B0502040204020203" pitchFamily="34" charset="-122"/>
              <a:ea typeface="微软雅黑 Light" panose="020B0502040204020203" pitchFamily="34" charset="-122"/>
            </a:endParaRPr>
          </a:p>
        </p:txBody>
      </p:sp>
      <p:sp>
        <p:nvSpPr>
          <p:cNvPr id="511031" name="Rectangle 55"/>
          <p:cNvSpPr>
            <a:spLocks noChangeArrowheads="1"/>
          </p:cNvSpPr>
          <p:nvPr/>
        </p:nvSpPr>
        <p:spPr bwMode="auto">
          <a:xfrm>
            <a:off x="2138363" y="3869656"/>
            <a:ext cx="463550" cy="282575"/>
          </a:xfrm>
          <a:prstGeom prst="rect">
            <a:avLst/>
          </a:prstGeom>
          <a:solidFill>
            <a:schemeClr val="accent2">
              <a:lumMod val="40000"/>
              <a:lumOff val="60000"/>
            </a:schemeClr>
          </a:solidFill>
          <a:ln w="19050">
            <a:solidFill>
              <a:schemeClr val="tx1"/>
            </a:solidFill>
            <a:miter lim="800000"/>
          </a:ln>
          <a:effectLst>
            <a:outerShdw dist="35921" dir="2700000" algn="ctr" rotWithShape="0">
              <a:schemeClr val="bg2"/>
            </a:outerShdw>
          </a:effectLst>
        </p:spPr>
        <p:txBody>
          <a:bodyPr wrap="none" anchor="ctr"/>
          <a:lstStyle/>
          <a:p>
            <a:pPr algn="ctr"/>
            <a:r>
              <a:rPr kumimoji="1" lang="en-US" altLang="zh-CN">
                <a:latin typeface="微软雅黑 Light" panose="020B0502040204020203" pitchFamily="34" charset="-122"/>
                <a:ea typeface="微软雅黑 Light" panose="020B0502040204020203" pitchFamily="34" charset="-122"/>
              </a:rPr>
              <a:t>1</a:t>
            </a:r>
            <a:endParaRPr kumimoji="1" lang="en-US" altLang="zh-CN">
              <a:latin typeface="微软雅黑 Light" panose="020B0502040204020203" pitchFamily="34" charset="-122"/>
              <a:ea typeface="微软雅黑 Light" panose="020B0502040204020203" pitchFamily="34" charset="-122"/>
            </a:endParaRPr>
          </a:p>
        </p:txBody>
      </p:sp>
      <p:sp>
        <p:nvSpPr>
          <p:cNvPr id="511032" name="Rectangle 56"/>
          <p:cNvSpPr>
            <a:spLocks noChangeArrowheads="1"/>
          </p:cNvSpPr>
          <p:nvPr/>
        </p:nvSpPr>
        <p:spPr bwMode="auto">
          <a:xfrm>
            <a:off x="2874963" y="3836317"/>
            <a:ext cx="463550" cy="330200"/>
          </a:xfrm>
          <a:prstGeom prst="rect">
            <a:avLst/>
          </a:prstGeom>
          <a:solidFill>
            <a:schemeClr val="accent2">
              <a:lumMod val="40000"/>
              <a:lumOff val="60000"/>
            </a:schemeClr>
          </a:solidFill>
          <a:ln w="19050">
            <a:solidFill>
              <a:schemeClr val="tx1"/>
            </a:solidFill>
            <a:miter lim="800000"/>
          </a:ln>
          <a:effectLst>
            <a:outerShdw dist="35921" dir="2700000" algn="ctr" rotWithShape="0">
              <a:schemeClr val="bg2"/>
            </a:outerShdw>
          </a:effectLst>
        </p:spPr>
        <p:txBody>
          <a:bodyPr wrap="none" anchor="ctr"/>
          <a:lstStyle/>
          <a:p>
            <a:pPr algn="ctr"/>
            <a:r>
              <a:rPr kumimoji="1" lang="en-US" altLang="zh-CN" dirty="0">
                <a:latin typeface="微软雅黑 Light" panose="020B0502040204020203" pitchFamily="34" charset="-122"/>
                <a:ea typeface="微软雅黑 Light" panose="020B0502040204020203" pitchFamily="34" charset="-122"/>
              </a:rPr>
              <a:t>2</a:t>
            </a:r>
            <a:endParaRPr kumimoji="1" lang="en-US" altLang="zh-CN" dirty="0">
              <a:latin typeface="微软雅黑 Light" panose="020B0502040204020203" pitchFamily="34" charset="-122"/>
              <a:ea typeface="微软雅黑 Light" panose="020B0502040204020203" pitchFamily="34" charset="-122"/>
            </a:endParaRPr>
          </a:p>
        </p:txBody>
      </p:sp>
      <p:sp>
        <p:nvSpPr>
          <p:cNvPr id="511033" name="Rectangle 57"/>
          <p:cNvSpPr>
            <a:spLocks noChangeArrowheads="1"/>
          </p:cNvSpPr>
          <p:nvPr/>
        </p:nvSpPr>
        <p:spPr bwMode="auto">
          <a:xfrm>
            <a:off x="2874963" y="5407942"/>
            <a:ext cx="463550" cy="330200"/>
          </a:xfrm>
          <a:prstGeom prst="rect">
            <a:avLst/>
          </a:prstGeom>
          <a:solidFill>
            <a:schemeClr val="accent2">
              <a:lumMod val="40000"/>
              <a:lumOff val="60000"/>
            </a:schemeClr>
          </a:solidFill>
          <a:ln w="19050">
            <a:solidFill>
              <a:schemeClr val="tx1"/>
            </a:solidFill>
            <a:miter lim="800000"/>
          </a:ln>
          <a:effectLst>
            <a:outerShdw dist="35921" dir="2700000" algn="ctr" rotWithShape="0">
              <a:schemeClr val="bg2"/>
            </a:outerShdw>
          </a:effectLst>
        </p:spPr>
        <p:txBody>
          <a:bodyPr wrap="none" anchor="ctr"/>
          <a:lstStyle/>
          <a:p>
            <a:pPr algn="ctr"/>
            <a:r>
              <a:rPr kumimoji="1" lang="en-US" altLang="zh-CN" dirty="0">
                <a:latin typeface="微软雅黑 Light" panose="020B0502040204020203" pitchFamily="34" charset="-122"/>
                <a:ea typeface="微软雅黑 Light" panose="020B0502040204020203" pitchFamily="34" charset="-122"/>
              </a:rPr>
              <a:t>2</a:t>
            </a:r>
            <a:endParaRPr kumimoji="1" lang="en-US" altLang="zh-CN" dirty="0">
              <a:latin typeface="微软雅黑 Light" panose="020B0502040204020203" pitchFamily="34" charset="-122"/>
              <a:ea typeface="微软雅黑 Light" panose="020B0502040204020203" pitchFamily="34" charset="-122"/>
            </a:endParaRPr>
          </a:p>
        </p:txBody>
      </p:sp>
      <p:sp>
        <p:nvSpPr>
          <p:cNvPr id="511034" name="Rectangle 58"/>
          <p:cNvSpPr>
            <a:spLocks noChangeArrowheads="1"/>
          </p:cNvSpPr>
          <p:nvPr/>
        </p:nvSpPr>
        <p:spPr bwMode="auto">
          <a:xfrm flipH="1">
            <a:off x="7888288" y="3836317"/>
            <a:ext cx="463550" cy="330200"/>
          </a:xfrm>
          <a:prstGeom prst="rect">
            <a:avLst/>
          </a:prstGeom>
          <a:solidFill>
            <a:schemeClr val="accent2">
              <a:lumMod val="40000"/>
              <a:lumOff val="60000"/>
            </a:schemeClr>
          </a:solidFill>
          <a:ln w="19050">
            <a:solidFill>
              <a:schemeClr val="tx1"/>
            </a:solidFill>
            <a:miter lim="800000"/>
          </a:ln>
          <a:effectLst>
            <a:outerShdw dist="35921" dir="2700000" algn="ctr" rotWithShape="0">
              <a:schemeClr val="bg2"/>
            </a:outerShdw>
          </a:effectLst>
        </p:spPr>
        <p:txBody>
          <a:bodyPr wrap="none" anchor="ctr"/>
          <a:lstStyle/>
          <a:p>
            <a:pPr algn="ctr"/>
            <a:r>
              <a:rPr kumimoji="1" lang="en-US" altLang="zh-CN">
                <a:latin typeface="微软雅黑 Light" panose="020B0502040204020203" pitchFamily="34" charset="-122"/>
                <a:ea typeface="微软雅黑 Light" panose="020B0502040204020203" pitchFamily="34" charset="-122"/>
              </a:rPr>
              <a:t>2</a:t>
            </a:r>
            <a:endParaRPr kumimoji="1" lang="en-US" altLang="zh-CN">
              <a:latin typeface="微软雅黑 Light" panose="020B0502040204020203" pitchFamily="34" charset="-122"/>
              <a:ea typeface="微软雅黑 Light" panose="020B0502040204020203" pitchFamily="34" charset="-122"/>
            </a:endParaRPr>
          </a:p>
        </p:txBody>
      </p:sp>
      <p:sp>
        <p:nvSpPr>
          <p:cNvPr id="511035" name="Rectangle 59"/>
          <p:cNvSpPr>
            <a:spLocks noChangeArrowheads="1"/>
          </p:cNvSpPr>
          <p:nvPr/>
        </p:nvSpPr>
        <p:spPr bwMode="auto">
          <a:xfrm flipH="1">
            <a:off x="7899400" y="5407942"/>
            <a:ext cx="463550" cy="330200"/>
          </a:xfrm>
          <a:prstGeom prst="rect">
            <a:avLst/>
          </a:prstGeom>
          <a:solidFill>
            <a:schemeClr val="accent2">
              <a:lumMod val="40000"/>
              <a:lumOff val="60000"/>
            </a:schemeClr>
          </a:solidFill>
          <a:ln w="19050">
            <a:solidFill>
              <a:schemeClr val="tx1"/>
            </a:solidFill>
            <a:miter lim="800000"/>
          </a:ln>
          <a:effectLst>
            <a:outerShdw dist="35921" dir="2700000" algn="ctr" rotWithShape="0">
              <a:schemeClr val="bg2"/>
            </a:outerShdw>
          </a:effectLst>
        </p:spPr>
        <p:txBody>
          <a:bodyPr wrap="none" anchor="ctr"/>
          <a:lstStyle/>
          <a:p>
            <a:pPr algn="ctr"/>
            <a:r>
              <a:rPr kumimoji="1" lang="en-US" altLang="zh-CN" dirty="0">
                <a:latin typeface="微软雅黑 Light" panose="020B0502040204020203" pitchFamily="34" charset="-122"/>
                <a:ea typeface="微软雅黑 Light" panose="020B0502040204020203" pitchFamily="34" charset="-122"/>
              </a:rPr>
              <a:t>2</a:t>
            </a:r>
            <a:endParaRPr kumimoji="1" lang="en-US" altLang="zh-CN" dirty="0">
              <a:latin typeface="微软雅黑 Light" panose="020B0502040204020203" pitchFamily="34" charset="-122"/>
              <a:ea typeface="微软雅黑 Light" panose="020B0502040204020203" pitchFamily="34" charset="-122"/>
            </a:endParaRPr>
          </a:p>
        </p:txBody>
      </p:sp>
      <p:sp>
        <p:nvSpPr>
          <p:cNvPr id="511036" name="Text Box 60"/>
          <p:cNvSpPr txBox="1">
            <a:spLocks noChangeArrowheads="1"/>
          </p:cNvSpPr>
          <p:nvPr/>
        </p:nvSpPr>
        <p:spPr bwMode="auto">
          <a:xfrm>
            <a:off x="1631950" y="1512889"/>
            <a:ext cx="2164375" cy="1015663"/>
          </a:xfrm>
          <a:prstGeom prst="rect">
            <a:avLst/>
          </a:prstGeom>
          <a:solidFill>
            <a:srgbClr val="CCFFFF"/>
          </a:solidFill>
          <a:ln w="28575">
            <a:solidFill>
              <a:srgbClr val="333399"/>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dirty="0">
                <a:solidFill>
                  <a:srgbClr val="333399"/>
                </a:solidFill>
                <a:latin typeface="微软雅黑 Light" panose="020B0502040204020203" pitchFamily="34" charset="-122"/>
                <a:ea typeface="微软雅黑 Light" panose="020B0502040204020203" pitchFamily="34" charset="-122"/>
              </a:rPr>
              <a:t>3——</a:t>
            </a:r>
            <a:r>
              <a:rPr kumimoji="1" lang="zh-CN" altLang="en-US" dirty="0">
                <a:solidFill>
                  <a:srgbClr val="333399"/>
                </a:solidFill>
                <a:latin typeface="微软雅黑 Light" panose="020B0502040204020203" pitchFamily="34" charset="-122"/>
                <a:ea typeface="微软雅黑 Light" panose="020B0502040204020203" pitchFamily="34" charset="-122"/>
              </a:rPr>
              <a:t>网络层</a:t>
            </a:r>
            <a:endParaRPr kumimoji="1" lang="zh-CN" altLang="en-US" dirty="0">
              <a:solidFill>
                <a:srgbClr val="333399"/>
              </a:solidFill>
              <a:latin typeface="微软雅黑 Light" panose="020B0502040204020203" pitchFamily="34" charset="-122"/>
              <a:ea typeface="微软雅黑 Light" panose="020B0502040204020203" pitchFamily="34" charset="-122"/>
            </a:endParaRPr>
          </a:p>
          <a:p>
            <a:r>
              <a:rPr kumimoji="1" lang="en-US" altLang="zh-CN" dirty="0">
                <a:solidFill>
                  <a:srgbClr val="333399"/>
                </a:solidFill>
                <a:latin typeface="微软雅黑 Light" panose="020B0502040204020203" pitchFamily="34" charset="-122"/>
                <a:ea typeface="微软雅黑 Light" panose="020B0502040204020203" pitchFamily="34" charset="-122"/>
              </a:rPr>
              <a:t>2——</a:t>
            </a:r>
            <a:r>
              <a:rPr kumimoji="1" lang="zh-CN" altLang="en-US" dirty="0">
                <a:solidFill>
                  <a:srgbClr val="333399"/>
                </a:solidFill>
                <a:latin typeface="微软雅黑 Light" panose="020B0502040204020203" pitchFamily="34" charset="-122"/>
                <a:ea typeface="微软雅黑 Light" panose="020B0502040204020203" pitchFamily="34" charset="-122"/>
              </a:rPr>
              <a:t>数据链路层</a:t>
            </a:r>
            <a:endParaRPr kumimoji="1" lang="zh-CN" altLang="en-US" dirty="0">
              <a:solidFill>
                <a:srgbClr val="333399"/>
              </a:solidFill>
              <a:latin typeface="微软雅黑 Light" panose="020B0502040204020203" pitchFamily="34" charset="-122"/>
              <a:ea typeface="微软雅黑 Light" panose="020B0502040204020203" pitchFamily="34" charset="-122"/>
            </a:endParaRPr>
          </a:p>
          <a:p>
            <a:r>
              <a:rPr kumimoji="1" lang="en-US" altLang="zh-CN" dirty="0">
                <a:solidFill>
                  <a:srgbClr val="333399"/>
                </a:solidFill>
                <a:latin typeface="微软雅黑 Light" panose="020B0502040204020203" pitchFamily="34" charset="-122"/>
                <a:ea typeface="微软雅黑 Light" panose="020B0502040204020203" pitchFamily="34" charset="-122"/>
              </a:rPr>
              <a:t>1——</a:t>
            </a:r>
            <a:r>
              <a:rPr kumimoji="1" lang="zh-CN" altLang="en-US" dirty="0">
                <a:solidFill>
                  <a:srgbClr val="333399"/>
                </a:solidFill>
                <a:latin typeface="微软雅黑 Light" panose="020B0502040204020203" pitchFamily="34" charset="-122"/>
                <a:ea typeface="微软雅黑 Light" panose="020B0502040204020203" pitchFamily="34" charset="-122"/>
              </a:rPr>
              <a:t>物理层</a:t>
            </a:r>
            <a:endParaRPr kumimoji="1" lang="zh-CN" altLang="en-US" dirty="0">
              <a:solidFill>
                <a:srgbClr val="333399"/>
              </a:solidFill>
              <a:latin typeface="微软雅黑 Light" panose="020B0502040204020203" pitchFamily="34" charset="-122"/>
              <a:ea typeface="微软雅黑 Light" panose="020B0502040204020203" pitchFamily="34" charset="-122"/>
            </a:endParaRPr>
          </a:p>
        </p:txBody>
      </p:sp>
      <p:sp>
        <p:nvSpPr>
          <p:cNvPr id="511037" name="AutoShape 61"/>
          <p:cNvSpPr>
            <a:spLocks noChangeArrowheads="1"/>
          </p:cNvSpPr>
          <p:nvPr/>
        </p:nvSpPr>
        <p:spPr bwMode="auto">
          <a:xfrm>
            <a:off x="5332810" y="2849271"/>
            <a:ext cx="463550" cy="792163"/>
          </a:xfrm>
          <a:prstGeom prst="upDownArrow">
            <a:avLst>
              <a:gd name="adj1" fmla="val 50000"/>
              <a:gd name="adj2" fmla="val 34178"/>
            </a:avLst>
          </a:prstGeom>
          <a:solidFill>
            <a:schemeClr val="tx1">
              <a:alpha val="50000"/>
            </a:schemeClr>
          </a:solidFill>
          <a:ln w="28575">
            <a:solidFill>
              <a:schemeClr val="tx1">
                <a:alpha val="51000"/>
              </a:schemeClr>
            </a:solidFill>
            <a:miter lim="800000"/>
          </a:ln>
          <a:effectLst/>
        </p:spPr>
        <p:txBody>
          <a:bodyPr wrap="none" anchor="ctr"/>
          <a:lstStyle/>
          <a:p>
            <a:pPr algn="ctr"/>
            <a:endParaRPr lang="zh-CN" altLang="zh-CN">
              <a:latin typeface="微软雅黑 Light" panose="020B0502040204020203" pitchFamily="34" charset="-122"/>
              <a:ea typeface="微软雅黑 Light" panose="020B0502040204020203" pitchFamily="34" charset="-122"/>
            </a:endParaRPr>
          </a:p>
        </p:txBody>
      </p:sp>
    </p:spTree>
  </p:cSld>
  <p:clrMapOvr>
    <a:masterClrMapping/>
  </p:clrMapOvr>
</p:sld>
</file>

<file path=ppt/slides/slide2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 name="灯片编号占位符 5"/>
          <p:cNvSpPr>
            <a:spLocks noGrp="1"/>
          </p:cNvSpPr>
          <p:nvPr>
            <p:ph type="sldNum" sz="quarter" idx="12"/>
          </p:nvPr>
        </p:nvSpPr>
        <p:spPr/>
        <p:txBody>
          <a:bodyPr/>
          <a:lstStyle/>
          <a:p>
            <a:fld id="{8771ADFC-FC2A-42F4-8471-96B0AD339479}" type="slidenum">
              <a:rPr lang="en-US" altLang="zh-CN"/>
            </a:fld>
            <a:endParaRPr lang="en-US" altLang="zh-CN"/>
          </a:p>
        </p:txBody>
      </p:sp>
      <p:sp>
        <p:nvSpPr>
          <p:cNvPr id="517122" name="Rectangle 2"/>
          <p:cNvSpPr>
            <a:spLocks noGrp="1" noChangeArrowheads="1"/>
          </p:cNvSpPr>
          <p:nvPr>
            <p:ph type="title"/>
          </p:nvPr>
        </p:nvSpPr>
        <p:spPr/>
        <p:txBody>
          <a:bodyPr/>
          <a:lstStyle/>
          <a:p>
            <a:r>
              <a:rPr lang="zh-CN" altLang="en-US"/>
              <a:t>路由器输入、输出端口</a:t>
            </a:r>
            <a:endParaRPr lang="zh-CN" altLang="en-US"/>
          </a:p>
        </p:txBody>
      </p:sp>
      <p:sp>
        <p:nvSpPr>
          <p:cNvPr id="517124" name="Rectangle 4"/>
          <p:cNvSpPr>
            <a:spLocks noChangeArrowheads="1"/>
          </p:cNvSpPr>
          <p:nvPr/>
        </p:nvSpPr>
        <p:spPr bwMode="auto">
          <a:xfrm>
            <a:off x="2782888" y="1314450"/>
            <a:ext cx="6691312" cy="2070100"/>
          </a:xfrm>
          <a:prstGeom prst="rect">
            <a:avLst/>
          </a:prstGeom>
          <a:solidFill>
            <a:srgbClr val="CCECFF"/>
          </a:solidFill>
          <a:ln w="38100" cmpd="dbl">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sz="2800" dirty="0">
              <a:latin typeface="微软雅黑 Light" panose="020B0502040204020203" pitchFamily="34" charset="-122"/>
              <a:ea typeface="微软雅黑 Light" panose="020B0502040204020203" pitchFamily="34" charset="-122"/>
            </a:endParaRPr>
          </a:p>
        </p:txBody>
      </p:sp>
      <p:sp>
        <p:nvSpPr>
          <p:cNvPr id="517125" name="Rectangle 5"/>
          <p:cNvSpPr>
            <a:spLocks noChangeArrowheads="1"/>
          </p:cNvSpPr>
          <p:nvPr/>
        </p:nvSpPr>
        <p:spPr bwMode="auto">
          <a:xfrm>
            <a:off x="3227388" y="2138363"/>
            <a:ext cx="1339850" cy="620712"/>
          </a:xfrm>
          <a:prstGeom prst="rect">
            <a:avLst/>
          </a:prstGeom>
          <a:solidFill>
            <a:schemeClr val="accent6">
              <a:lumMod val="40000"/>
              <a:lumOff val="60000"/>
            </a:schemeClr>
          </a:solidFill>
          <a:ln w="19050">
            <a:solidFill>
              <a:schemeClr val="tx1"/>
            </a:solidFill>
            <a:miter lim="800000"/>
          </a:ln>
          <a:effectLst>
            <a:outerShdw dist="35921" dir="2700000" algn="ctr" rotWithShape="0">
              <a:schemeClr val="bg2"/>
            </a:outerShdw>
          </a:effectLst>
        </p:spPr>
        <p:txBody>
          <a:bodyPr wrap="none" anchor="ctr"/>
          <a:lstStyle/>
          <a:p>
            <a:pPr algn="ctr"/>
            <a:r>
              <a:rPr kumimoji="1" lang="zh-CN" altLang="en-US" dirty="0">
                <a:solidFill>
                  <a:srgbClr val="333399"/>
                </a:solidFill>
                <a:latin typeface="微软雅黑 Light" panose="020B0502040204020203" pitchFamily="34" charset="-122"/>
                <a:ea typeface="微软雅黑 Light" panose="020B0502040204020203" pitchFamily="34" charset="-122"/>
              </a:rPr>
              <a:t>物理层处理</a:t>
            </a:r>
            <a:endParaRPr kumimoji="1" lang="zh-CN" altLang="en-US" dirty="0">
              <a:solidFill>
                <a:srgbClr val="333399"/>
              </a:solidFill>
              <a:latin typeface="微软雅黑 Light" panose="020B0502040204020203" pitchFamily="34" charset="-122"/>
              <a:ea typeface="微软雅黑 Light" panose="020B0502040204020203" pitchFamily="34" charset="-122"/>
            </a:endParaRPr>
          </a:p>
        </p:txBody>
      </p:sp>
      <p:sp>
        <p:nvSpPr>
          <p:cNvPr id="517126" name="Rectangle 6"/>
          <p:cNvSpPr>
            <a:spLocks noChangeArrowheads="1"/>
          </p:cNvSpPr>
          <p:nvPr/>
        </p:nvSpPr>
        <p:spPr bwMode="auto">
          <a:xfrm>
            <a:off x="5129213" y="1933576"/>
            <a:ext cx="1338262" cy="1031875"/>
          </a:xfrm>
          <a:prstGeom prst="rect">
            <a:avLst/>
          </a:prstGeom>
          <a:solidFill>
            <a:schemeClr val="accent6">
              <a:lumMod val="40000"/>
              <a:lumOff val="60000"/>
            </a:schemeClr>
          </a:solidFill>
          <a:ln w="19050">
            <a:solidFill>
              <a:schemeClr val="tx1"/>
            </a:solidFill>
            <a:miter lim="800000"/>
          </a:ln>
          <a:effectLst>
            <a:outerShdw dist="35921" dir="2700000" algn="ctr" rotWithShape="0">
              <a:schemeClr val="bg2"/>
            </a:outerShdw>
          </a:effectLst>
        </p:spPr>
        <p:txBody>
          <a:bodyPr wrap="none" anchor="ctr"/>
          <a:lstStyle/>
          <a:p>
            <a:pPr algn="ctr"/>
            <a:r>
              <a:rPr kumimoji="1" lang="zh-CN" altLang="en-US" dirty="0">
                <a:solidFill>
                  <a:srgbClr val="333399"/>
                </a:solidFill>
                <a:latin typeface="微软雅黑 Light" panose="020B0502040204020203" pitchFamily="34" charset="-122"/>
                <a:ea typeface="微软雅黑 Light" panose="020B0502040204020203" pitchFamily="34" charset="-122"/>
              </a:rPr>
              <a:t>数据链路层</a:t>
            </a:r>
            <a:endParaRPr kumimoji="1" lang="zh-CN" altLang="en-US" dirty="0">
              <a:solidFill>
                <a:srgbClr val="333399"/>
              </a:solidFill>
              <a:latin typeface="微软雅黑 Light" panose="020B0502040204020203" pitchFamily="34" charset="-122"/>
              <a:ea typeface="微软雅黑 Light" panose="020B0502040204020203" pitchFamily="34" charset="-122"/>
            </a:endParaRPr>
          </a:p>
          <a:p>
            <a:pPr algn="ctr"/>
            <a:r>
              <a:rPr kumimoji="1" lang="zh-CN" altLang="en-US" dirty="0">
                <a:solidFill>
                  <a:srgbClr val="333399"/>
                </a:solidFill>
                <a:latin typeface="微软雅黑 Light" panose="020B0502040204020203" pitchFamily="34" charset="-122"/>
                <a:ea typeface="微软雅黑 Light" panose="020B0502040204020203" pitchFamily="34" charset="-122"/>
              </a:rPr>
              <a:t>处理</a:t>
            </a:r>
            <a:endParaRPr kumimoji="1" lang="zh-CN" altLang="en-US" dirty="0">
              <a:solidFill>
                <a:srgbClr val="333399"/>
              </a:solidFill>
              <a:latin typeface="微软雅黑 Light" panose="020B0502040204020203" pitchFamily="34" charset="-122"/>
              <a:ea typeface="微软雅黑 Light" panose="020B0502040204020203" pitchFamily="34" charset="-122"/>
            </a:endParaRPr>
          </a:p>
        </p:txBody>
      </p:sp>
      <p:sp>
        <p:nvSpPr>
          <p:cNvPr id="517127" name="Rectangle 7"/>
          <p:cNvSpPr>
            <a:spLocks noChangeArrowheads="1"/>
          </p:cNvSpPr>
          <p:nvPr/>
        </p:nvSpPr>
        <p:spPr bwMode="auto">
          <a:xfrm>
            <a:off x="7126289" y="1514475"/>
            <a:ext cx="1901825" cy="1601788"/>
          </a:xfrm>
          <a:prstGeom prst="rect">
            <a:avLst/>
          </a:prstGeom>
          <a:solidFill>
            <a:schemeClr val="accent6">
              <a:lumMod val="40000"/>
              <a:lumOff val="60000"/>
            </a:schemeClr>
          </a:solidFill>
          <a:ln w="19050">
            <a:solidFill>
              <a:schemeClr val="tx1"/>
            </a:solidFill>
            <a:miter lim="800000"/>
          </a:ln>
          <a:effectLst>
            <a:outerShdw dist="35921" dir="2700000" algn="ctr" rotWithShape="0">
              <a:schemeClr val="bg2"/>
            </a:outerShdw>
          </a:effectLst>
        </p:spPr>
        <p:txBody>
          <a:bodyPr wrap="none" anchor="ctr"/>
          <a:lstStyle/>
          <a:p>
            <a:pPr algn="ctr"/>
            <a:endParaRPr kumimoji="1" lang="zh-CN" altLang="zh-CN" dirty="0">
              <a:solidFill>
                <a:srgbClr val="333399"/>
              </a:solidFill>
              <a:latin typeface="微软雅黑 Light" panose="020B0502040204020203" pitchFamily="34" charset="-122"/>
              <a:ea typeface="微软雅黑 Light" panose="020B0502040204020203" pitchFamily="34" charset="-122"/>
            </a:endParaRPr>
          </a:p>
        </p:txBody>
      </p:sp>
      <p:sp>
        <p:nvSpPr>
          <p:cNvPr id="517128" name="Line 8"/>
          <p:cNvSpPr>
            <a:spLocks noChangeShapeType="1"/>
          </p:cNvSpPr>
          <p:nvPr/>
        </p:nvSpPr>
        <p:spPr bwMode="auto">
          <a:xfrm flipV="1">
            <a:off x="2541589" y="2449514"/>
            <a:ext cx="712787" cy="3175"/>
          </a:xfrm>
          <a:prstGeom prst="line">
            <a:avLst/>
          </a:prstGeom>
          <a:noFill/>
          <a:ln w="57150">
            <a:solidFill>
              <a:schemeClr val="hlink"/>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latin typeface="微软雅黑 Light" panose="020B0502040204020203" pitchFamily="34" charset="-122"/>
              <a:ea typeface="微软雅黑 Light" panose="020B0502040204020203" pitchFamily="34" charset="-122"/>
            </a:endParaRPr>
          </a:p>
        </p:txBody>
      </p:sp>
      <p:sp>
        <p:nvSpPr>
          <p:cNvPr id="517129" name="Line 9"/>
          <p:cNvSpPr>
            <a:spLocks noChangeShapeType="1"/>
          </p:cNvSpPr>
          <p:nvPr/>
        </p:nvSpPr>
        <p:spPr bwMode="auto">
          <a:xfrm>
            <a:off x="4567239" y="2449513"/>
            <a:ext cx="561975" cy="0"/>
          </a:xfrm>
          <a:prstGeom prst="line">
            <a:avLst/>
          </a:prstGeom>
          <a:noFill/>
          <a:ln w="57150">
            <a:solidFill>
              <a:schemeClr val="hlink"/>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latin typeface="微软雅黑 Light" panose="020B0502040204020203" pitchFamily="34" charset="-122"/>
              <a:ea typeface="微软雅黑 Light" panose="020B0502040204020203" pitchFamily="34" charset="-122"/>
            </a:endParaRPr>
          </a:p>
        </p:txBody>
      </p:sp>
      <p:sp>
        <p:nvSpPr>
          <p:cNvPr id="517130" name="Line 10"/>
          <p:cNvSpPr>
            <a:spLocks noChangeShapeType="1"/>
          </p:cNvSpPr>
          <p:nvPr/>
        </p:nvSpPr>
        <p:spPr bwMode="auto">
          <a:xfrm>
            <a:off x="6488113" y="2449513"/>
            <a:ext cx="647700" cy="0"/>
          </a:xfrm>
          <a:prstGeom prst="line">
            <a:avLst/>
          </a:prstGeom>
          <a:noFill/>
          <a:ln w="57150">
            <a:solidFill>
              <a:schemeClr val="hlink"/>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latin typeface="微软雅黑 Light" panose="020B0502040204020203" pitchFamily="34" charset="-122"/>
              <a:ea typeface="微软雅黑 Light" panose="020B0502040204020203" pitchFamily="34" charset="-122"/>
            </a:endParaRPr>
          </a:p>
        </p:txBody>
      </p:sp>
      <p:sp>
        <p:nvSpPr>
          <p:cNvPr id="517131" name="Line 11"/>
          <p:cNvSpPr>
            <a:spLocks noChangeShapeType="1"/>
          </p:cNvSpPr>
          <p:nvPr/>
        </p:nvSpPr>
        <p:spPr bwMode="auto">
          <a:xfrm>
            <a:off x="9028114" y="2449513"/>
            <a:ext cx="892175" cy="0"/>
          </a:xfrm>
          <a:prstGeom prst="line">
            <a:avLst/>
          </a:prstGeom>
          <a:noFill/>
          <a:ln w="57150">
            <a:solidFill>
              <a:schemeClr val="hlink"/>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latin typeface="微软雅黑 Light" panose="020B0502040204020203" pitchFamily="34" charset="-122"/>
              <a:ea typeface="微软雅黑 Light" panose="020B0502040204020203" pitchFamily="34" charset="-122"/>
            </a:endParaRPr>
          </a:p>
        </p:txBody>
      </p:sp>
      <p:sp>
        <p:nvSpPr>
          <p:cNvPr id="517132" name="Line 12"/>
          <p:cNvSpPr>
            <a:spLocks noChangeShapeType="1"/>
          </p:cNvSpPr>
          <p:nvPr/>
        </p:nvSpPr>
        <p:spPr bwMode="auto">
          <a:xfrm>
            <a:off x="9920288" y="1181101"/>
            <a:ext cx="0" cy="2335213"/>
          </a:xfrm>
          <a:prstGeom prst="line">
            <a:avLst/>
          </a:prstGeom>
          <a:noFill/>
          <a:ln w="57150">
            <a:solidFill>
              <a:srgbClr val="3333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latin typeface="微软雅黑 Light" panose="020B0502040204020203" pitchFamily="34" charset="-122"/>
              <a:ea typeface="微软雅黑 Light" panose="020B0502040204020203" pitchFamily="34" charset="-122"/>
            </a:endParaRPr>
          </a:p>
        </p:txBody>
      </p:sp>
      <p:sp>
        <p:nvSpPr>
          <p:cNvPr id="517140" name="Text Box 20"/>
          <p:cNvSpPr txBox="1">
            <a:spLocks noChangeArrowheads="1"/>
          </p:cNvSpPr>
          <p:nvPr/>
        </p:nvSpPr>
        <p:spPr bwMode="auto">
          <a:xfrm>
            <a:off x="7405688" y="1484314"/>
            <a:ext cx="145415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dirty="0">
                <a:solidFill>
                  <a:srgbClr val="333399"/>
                </a:solidFill>
                <a:latin typeface="微软雅黑 Light" panose="020B0502040204020203" pitchFamily="34" charset="-122"/>
                <a:ea typeface="微软雅黑 Light" panose="020B0502040204020203" pitchFamily="34" charset="-122"/>
              </a:rPr>
              <a:t>网络层处理</a:t>
            </a:r>
            <a:endParaRPr kumimoji="1" lang="zh-CN" altLang="en-US" dirty="0">
              <a:solidFill>
                <a:srgbClr val="333399"/>
              </a:solidFill>
              <a:latin typeface="微软雅黑 Light" panose="020B0502040204020203" pitchFamily="34" charset="-122"/>
              <a:ea typeface="微软雅黑 Light" panose="020B0502040204020203" pitchFamily="34" charset="-122"/>
            </a:endParaRPr>
          </a:p>
          <a:p>
            <a:r>
              <a:rPr kumimoji="1" lang="zh-CN" altLang="en-US" dirty="0">
                <a:solidFill>
                  <a:srgbClr val="333399"/>
                </a:solidFill>
                <a:latin typeface="微软雅黑 Light" panose="020B0502040204020203" pitchFamily="34" charset="-122"/>
                <a:ea typeface="微软雅黑 Light" panose="020B0502040204020203" pitchFamily="34" charset="-122"/>
              </a:rPr>
              <a:t>  分组排队</a:t>
            </a:r>
            <a:endParaRPr kumimoji="1" lang="zh-CN" altLang="en-US" dirty="0">
              <a:solidFill>
                <a:srgbClr val="333399"/>
              </a:solidFill>
              <a:latin typeface="微软雅黑 Light" panose="020B0502040204020203" pitchFamily="34" charset="-122"/>
              <a:ea typeface="微软雅黑 Light" panose="020B0502040204020203" pitchFamily="34" charset="-122"/>
            </a:endParaRPr>
          </a:p>
        </p:txBody>
      </p:sp>
      <p:sp>
        <p:nvSpPr>
          <p:cNvPr id="517141" name="Text Box 21"/>
          <p:cNvSpPr txBox="1">
            <a:spLocks noChangeArrowheads="1"/>
          </p:cNvSpPr>
          <p:nvPr/>
        </p:nvSpPr>
        <p:spPr bwMode="auto">
          <a:xfrm>
            <a:off x="7524750" y="2713038"/>
            <a:ext cx="33534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dirty="0">
                <a:solidFill>
                  <a:srgbClr val="333399"/>
                </a:solidFill>
                <a:latin typeface="微软雅黑 Light" panose="020B0502040204020203" pitchFamily="34" charset="-122"/>
                <a:ea typeface="微软雅黑 Light" panose="020B0502040204020203" pitchFamily="34" charset="-122"/>
              </a:rPr>
              <a:t>  </a:t>
            </a:r>
            <a:endParaRPr kumimoji="1" lang="en-US" altLang="zh-CN" dirty="0">
              <a:solidFill>
                <a:srgbClr val="333399"/>
              </a:solidFill>
              <a:latin typeface="微软雅黑 Light" panose="020B0502040204020203" pitchFamily="34" charset="-122"/>
              <a:ea typeface="微软雅黑 Light" panose="020B0502040204020203" pitchFamily="34" charset="-122"/>
            </a:endParaRPr>
          </a:p>
        </p:txBody>
      </p:sp>
      <p:sp>
        <p:nvSpPr>
          <p:cNvPr id="517142" name="Text Box 22"/>
          <p:cNvSpPr txBox="1">
            <a:spLocks noChangeArrowheads="1"/>
          </p:cNvSpPr>
          <p:nvPr/>
        </p:nvSpPr>
        <p:spPr bwMode="auto">
          <a:xfrm>
            <a:off x="9988550" y="1830389"/>
            <a:ext cx="438150" cy="1311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dirty="0">
                <a:solidFill>
                  <a:srgbClr val="333399"/>
                </a:solidFill>
                <a:latin typeface="微软雅黑 Light" panose="020B0502040204020203" pitchFamily="34" charset="-122"/>
                <a:ea typeface="微软雅黑 Light" panose="020B0502040204020203" pitchFamily="34" charset="-122"/>
              </a:rPr>
              <a:t>交</a:t>
            </a:r>
            <a:endParaRPr kumimoji="1" lang="zh-CN" altLang="en-US" dirty="0">
              <a:solidFill>
                <a:srgbClr val="333399"/>
              </a:solidFill>
              <a:latin typeface="微软雅黑 Light" panose="020B0502040204020203" pitchFamily="34" charset="-122"/>
              <a:ea typeface="微软雅黑 Light" panose="020B0502040204020203" pitchFamily="34" charset="-122"/>
            </a:endParaRPr>
          </a:p>
          <a:p>
            <a:r>
              <a:rPr kumimoji="1" lang="zh-CN" altLang="en-US" dirty="0">
                <a:solidFill>
                  <a:srgbClr val="333399"/>
                </a:solidFill>
                <a:latin typeface="微软雅黑 Light" panose="020B0502040204020203" pitchFamily="34" charset="-122"/>
                <a:ea typeface="微软雅黑 Light" panose="020B0502040204020203" pitchFamily="34" charset="-122"/>
              </a:rPr>
              <a:t>换</a:t>
            </a:r>
            <a:endParaRPr kumimoji="1" lang="zh-CN" altLang="en-US" dirty="0">
              <a:solidFill>
                <a:srgbClr val="333399"/>
              </a:solidFill>
              <a:latin typeface="微软雅黑 Light" panose="020B0502040204020203" pitchFamily="34" charset="-122"/>
              <a:ea typeface="微软雅黑 Light" panose="020B0502040204020203" pitchFamily="34" charset="-122"/>
            </a:endParaRPr>
          </a:p>
          <a:p>
            <a:r>
              <a:rPr kumimoji="1" lang="zh-CN" altLang="en-US" dirty="0">
                <a:solidFill>
                  <a:srgbClr val="333399"/>
                </a:solidFill>
                <a:latin typeface="微软雅黑 Light" panose="020B0502040204020203" pitchFamily="34" charset="-122"/>
                <a:ea typeface="微软雅黑 Light" panose="020B0502040204020203" pitchFamily="34" charset="-122"/>
              </a:rPr>
              <a:t>结</a:t>
            </a:r>
            <a:endParaRPr kumimoji="1" lang="zh-CN" altLang="en-US" dirty="0">
              <a:solidFill>
                <a:srgbClr val="333399"/>
              </a:solidFill>
              <a:latin typeface="微软雅黑 Light" panose="020B0502040204020203" pitchFamily="34" charset="-122"/>
              <a:ea typeface="微软雅黑 Light" panose="020B0502040204020203" pitchFamily="34" charset="-122"/>
            </a:endParaRPr>
          </a:p>
          <a:p>
            <a:r>
              <a:rPr kumimoji="1" lang="zh-CN" altLang="en-US" dirty="0">
                <a:solidFill>
                  <a:srgbClr val="333399"/>
                </a:solidFill>
                <a:latin typeface="微软雅黑 Light" panose="020B0502040204020203" pitchFamily="34" charset="-122"/>
                <a:ea typeface="微软雅黑 Light" panose="020B0502040204020203" pitchFamily="34" charset="-122"/>
              </a:rPr>
              <a:t>构</a:t>
            </a:r>
            <a:endParaRPr kumimoji="1" lang="zh-CN" altLang="en-US" dirty="0">
              <a:solidFill>
                <a:srgbClr val="333399"/>
              </a:solidFill>
              <a:latin typeface="微软雅黑 Light" panose="020B0502040204020203" pitchFamily="34" charset="-122"/>
              <a:ea typeface="微软雅黑 Light" panose="020B0502040204020203" pitchFamily="34" charset="-122"/>
            </a:endParaRPr>
          </a:p>
        </p:txBody>
      </p:sp>
      <p:sp>
        <p:nvSpPr>
          <p:cNvPr id="517143" name="Text Box 23"/>
          <p:cNvSpPr txBox="1">
            <a:spLocks noChangeArrowheads="1"/>
          </p:cNvSpPr>
          <p:nvPr/>
        </p:nvSpPr>
        <p:spPr bwMode="auto">
          <a:xfrm>
            <a:off x="4935538" y="971551"/>
            <a:ext cx="2130711"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dirty="0">
                <a:solidFill>
                  <a:srgbClr val="333399"/>
                </a:solidFill>
                <a:latin typeface="微软雅黑 Light" panose="020B0502040204020203" pitchFamily="34" charset="-122"/>
                <a:ea typeface="微软雅黑 Light" panose="020B0502040204020203" pitchFamily="34" charset="-122"/>
              </a:rPr>
              <a:t>  </a:t>
            </a:r>
            <a:r>
              <a:rPr kumimoji="1" lang="zh-CN" altLang="en-US" dirty="0">
                <a:solidFill>
                  <a:srgbClr val="333399"/>
                </a:solidFill>
                <a:latin typeface="微软雅黑 Light" panose="020B0502040204020203" pitchFamily="34" charset="-122"/>
                <a:ea typeface="微软雅黑 Light" panose="020B0502040204020203" pitchFamily="34" charset="-122"/>
              </a:rPr>
              <a:t>输入端口的处理</a:t>
            </a:r>
            <a:endParaRPr kumimoji="1" lang="zh-CN" altLang="en-US" dirty="0">
              <a:solidFill>
                <a:srgbClr val="333399"/>
              </a:solidFill>
              <a:latin typeface="微软雅黑 Light" panose="020B0502040204020203" pitchFamily="34" charset="-122"/>
              <a:ea typeface="微软雅黑 Light" panose="020B0502040204020203" pitchFamily="34" charset="-122"/>
            </a:endParaRPr>
          </a:p>
        </p:txBody>
      </p:sp>
      <p:sp>
        <p:nvSpPr>
          <p:cNvPr id="517144" name="Text Box 24"/>
          <p:cNvSpPr txBox="1">
            <a:spLocks noChangeArrowheads="1"/>
          </p:cNvSpPr>
          <p:nvPr/>
        </p:nvSpPr>
        <p:spPr bwMode="auto">
          <a:xfrm>
            <a:off x="2124075" y="1412875"/>
            <a:ext cx="438150" cy="20145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nSpc>
                <a:spcPct val="90000"/>
              </a:lnSpc>
            </a:pPr>
            <a:r>
              <a:rPr kumimoji="1" lang="zh-CN" altLang="en-US" dirty="0">
                <a:solidFill>
                  <a:srgbClr val="333399"/>
                </a:solidFill>
                <a:latin typeface="微软雅黑 Light" panose="020B0502040204020203" pitchFamily="34" charset="-122"/>
                <a:ea typeface="微软雅黑 Light" panose="020B0502040204020203" pitchFamily="34" charset="-122"/>
              </a:rPr>
              <a:t>从</a:t>
            </a:r>
            <a:endParaRPr kumimoji="1" lang="zh-CN" altLang="en-US" dirty="0">
              <a:solidFill>
                <a:srgbClr val="333399"/>
              </a:solidFill>
              <a:latin typeface="微软雅黑 Light" panose="020B0502040204020203" pitchFamily="34" charset="-122"/>
              <a:ea typeface="微软雅黑 Light" panose="020B0502040204020203" pitchFamily="34" charset="-122"/>
            </a:endParaRPr>
          </a:p>
          <a:p>
            <a:pPr>
              <a:lnSpc>
                <a:spcPct val="90000"/>
              </a:lnSpc>
            </a:pPr>
            <a:r>
              <a:rPr kumimoji="1" lang="zh-CN" altLang="en-US" dirty="0">
                <a:solidFill>
                  <a:srgbClr val="333399"/>
                </a:solidFill>
                <a:latin typeface="微软雅黑 Light" panose="020B0502040204020203" pitchFamily="34" charset="-122"/>
                <a:ea typeface="微软雅黑 Light" panose="020B0502040204020203" pitchFamily="34" charset="-122"/>
              </a:rPr>
              <a:t>线</a:t>
            </a:r>
            <a:endParaRPr kumimoji="1" lang="zh-CN" altLang="en-US" dirty="0">
              <a:solidFill>
                <a:srgbClr val="333399"/>
              </a:solidFill>
              <a:latin typeface="微软雅黑 Light" panose="020B0502040204020203" pitchFamily="34" charset="-122"/>
              <a:ea typeface="微软雅黑 Light" panose="020B0502040204020203" pitchFamily="34" charset="-122"/>
            </a:endParaRPr>
          </a:p>
          <a:p>
            <a:pPr>
              <a:lnSpc>
                <a:spcPct val="90000"/>
              </a:lnSpc>
            </a:pPr>
            <a:r>
              <a:rPr kumimoji="1" lang="zh-CN" altLang="en-US" dirty="0">
                <a:solidFill>
                  <a:srgbClr val="333399"/>
                </a:solidFill>
                <a:latin typeface="微软雅黑 Light" panose="020B0502040204020203" pitchFamily="34" charset="-122"/>
                <a:ea typeface="微软雅黑 Light" panose="020B0502040204020203" pitchFamily="34" charset="-122"/>
              </a:rPr>
              <a:t>路</a:t>
            </a:r>
            <a:endParaRPr kumimoji="1" lang="zh-CN" altLang="en-US" dirty="0">
              <a:solidFill>
                <a:srgbClr val="333399"/>
              </a:solidFill>
              <a:latin typeface="微软雅黑 Light" panose="020B0502040204020203" pitchFamily="34" charset="-122"/>
              <a:ea typeface="微软雅黑 Light" panose="020B0502040204020203" pitchFamily="34" charset="-122"/>
            </a:endParaRPr>
          </a:p>
          <a:p>
            <a:pPr>
              <a:lnSpc>
                <a:spcPct val="90000"/>
              </a:lnSpc>
            </a:pPr>
            <a:r>
              <a:rPr kumimoji="1" lang="zh-CN" altLang="en-US" dirty="0">
                <a:solidFill>
                  <a:srgbClr val="333399"/>
                </a:solidFill>
                <a:latin typeface="微软雅黑 Light" panose="020B0502040204020203" pitchFamily="34" charset="-122"/>
                <a:ea typeface="微软雅黑 Light" panose="020B0502040204020203" pitchFamily="34" charset="-122"/>
              </a:rPr>
              <a:t>接</a:t>
            </a:r>
            <a:endParaRPr kumimoji="1" lang="zh-CN" altLang="en-US" dirty="0">
              <a:solidFill>
                <a:srgbClr val="333399"/>
              </a:solidFill>
              <a:latin typeface="微软雅黑 Light" panose="020B0502040204020203" pitchFamily="34" charset="-122"/>
              <a:ea typeface="微软雅黑 Light" panose="020B0502040204020203" pitchFamily="34" charset="-122"/>
            </a:endParaRPr>
          </a:p>
          <a:p>
            <a:pPr>
              <a:lnSpc>
                <a:spcPct val="90000"/>
              </a:lnSpc>
            </a:pPr>
            <a:r>
              <a:rPr kumimoji="1" lang="zh-CN" altLang="en-US" dirty="0">
                <a:solidFill>
                  <a:srgbClr val="333399"/>
                </a:solidFill>
                <a:latin typeface="微软雅黑 Light" panose="020B0502040204020203" pitchFamily="34" charset="-122"/>
                <a:ea typeface="微软雅黑 Light" panose="020B0502040204020203" pitchFamily="34" charset="-122"/>
              </a:rPr>
              <a:t>收</a:t>
            </a:r>
            <a:endParaRPr kumimoji="1" lang="zh-CN" altLang="en-US" dirty="0">
              <a:solidFill>
                <a:srgbClr val="333399"/>
              </a:solidFill>
              <a:latin typeface="微软雅黑 Light" panose="020B0502040204020203" pitchFamily="34" charset="-122"/>
              <a:ea typeface="微软雅黑 Light" panose="020B0502040204020203" pitchFamily="34" charset="-122"/>
            </a:endParaRPr>
          </a:p>
          <a:p>
            <a:pPr>
              <a:lnSpc>
                <a:spcPct val="90000"/>
              </a:lnSpc>
            </a:pPr>
            <a:r>
              <a:rPr kumimoji="1" lang="zh-CN" altLang="en-US" dirty="0">
                <a:solidFill>
                  <a:srgbClr val="333399"/>
                </a:solidFill>
                <a:latin typeface="微软雅黑 Light" panose="020B0502040204020203" pitchFamily="34" charset="-122"/>
                <a:ea typeface="微软雅黑 Light" panose="020B0502040204020203" pitchFamily="34" charset="-122"/>
              </a:rPr>
              <a:t>分</a:t>
            </a:r>
            <a:endParaRPr kumimoji="1" lang="zh-CN" altLang="en-US" dirty="0">
              <a:solidFill>
                <a:srgbClr val="333399"/>
              </a:solidFill>
              <a:latin typeface="微软雅黑 Light" panose="020B0502040204020203" pitchFamily="34" charset="-122"/>
              <a:ea typeface="微软雅黑 Light" panose="020B0502040204020203" pitchFamily="34" charset="-122"/>
            </a:endParaRPr>
          </a:p>
          <a:p>
            <a:pPr>
              <a:lnSpc>
                <a:spcPct val="90000"/>
              </a:lnSpc>
            </a:pPr>
            <a:r>
              <a:rPr kumimoji="1" lang="zh-CN" altLang="en-US" dirty="0">
                <a:solidFill>
                  <a:srgbClr val="333399"/>
                </a:solidFill>
                <a:latin typeface="微软雅黑 Light" panose="020B0502040204020203" pitchFamily="34" charset="-122"/>
                <a:ea typeface="微软雅黑 Light" panose="020B0502040204020203" pitchFamily="34" charset="-122"/>
              </a:rPr>
              <a:t>组</a:t>
            </a:r>
            <a:endParaRPr kumimoji="1" lang="zh-CN" altLang="en-US" dirty="0">
              <a:solidFill>
                <a:srgbClr val="333399"/>
              </a:solidFill>
              <a:latin typeface="微软雅黑 Light" panose="020B0502040204020203" pitchFamily="34" charset="-122"/>
              <a:ea typeface="微软雅黑 Light" panose="020B0502040204020203" pitchFamily="34" charset="-122"/>
            </a:endParaRPr>
          </a:p>
        </p:txBody>
      </p:sp>
      <p:sp>
        <p:nvSpPr>
          <p:cNvPr id="517145" name="Text Box 25"/>
          <p:cNvSpPr txBox="1">
            <a:spLocks noChangeArrowheads="1"/>
          </p:cNvSpPr>
          <p:nvPr/>
        </p:nvSpPr>
        <p:spPr bwMode="auto">
          <a:xfrm>
            <a:off x="7456488" y="2733676"/>
            <a:ext cx="14541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dirty="0">
                <a:solidFill>
                  <a:srgbClr val="333399"/>
                </a:solidFill>
                <a:latin typeface="微软雅黑 Light" panose="020B0502040204020203" pitchFamily="34" charset="-122"/>
                <a:ea typeface="微软雅黑 Light" panose="020B0502040204020203" pitchFamily="34" charset="-122"/>
              </a:rPr>
              <a:t>查表和转发</a:t>
            </a:r>
            <a:endParaRPr kumimoji="1" lang="zh-CN" altLang="en-US" dirty="0">
              <a:solidFill>
                <a:srgbClr val="333399"/>
              </a:solidFill>
              <a:latin typeface="微软雅黑 Light" panose="020B0502040204020203" pitchFamily="34" charset="-122"/>
              <a:ea typeface="微软雅黑 Light" panose="020B0502040204020203" pitchFamily="34" charset="-122"/>
            </a:endParaRPr>
          </a:p>
        </p:txBody>
      </p:sp>
      <p:sp>
        <p:nvSpPr>
          <p:cNvPr id="517146" name="Rectangle 26"/>
          <p:cNvSpPr>
            <a:spLocks noChangeArrowheads="1"/>
          </p:cNvSpPr>
          <p:nvPr/>
        </p:nvSpPr>
        <p:spPr bwMode="auto">
          <a:xfrm>
            <a:off x="2841626" y="4140201"/>
            <a:ext cx="6684963" cy="2106613"/>
          </a:xfrm>
          <a:prstGeom prst="rect">
            <a:avLst/>
          </a:prstGeom>
          <a:solidFill>
            <a:srgbClr val="CCECFF"/>
          </a:solidFill>
          <a:ln w="38100" cmpd="dbl">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sz="2800" dirty="0">
              <a:latin typeface="微软雅黑 Light" panose="020B0502040204020203" pitchFamily="34" charset="-122"/>
              <a:ea typeface="微软雅黑 Light" panose="020B0502040204020203" pitchFamily="34" charset="-122"/>
            </a:endParaRPr>
          </a:p>
        </p:txBody>
      </p:sp>
      <p:sp>
        <p:nvSpPr>
          <p:cNvPr id="517147" name="Rectangle 27"/>
          <p:cNvSpPr>
            <a:spLocks noChangeArrowheads="1"/>
          </p:cNvSpPr>
          <p:nvPr/>
        </p:nvSpPr>
        <p:spPr bwMode="auto">
          <a:xfrm>
            <a:off x="7745414" y="4979989"/>
            <a:ext cx="1335087" cy="630237"/>
          </a:xfrm>
          <a:prstGeom prst="rect">
            <a:avLst/>
          </a:prstGeom>
          <a:solidFill>
            <a:schemeClr val="accent6">
              <a:lumMod val="40000"/>
              <a:lumOff val="60000"/>
            </a:schemeClr>
          </a:solidFill>
          <a:ln w="19050">
            <a:solidFill>
              <a:schemeClr val="tx1"/>
            </a:solidFill>
            <a:miter lim="800000"/>
          </a:ln>
          <a:effectLst>
            <a:outerShdw dist="35921" dir="2700000" algn="ctr" rotWithShape="0">
              <a:schemeClr val="bg2"/>
            </a:outerShdw>
          </a:effectLst>
        </p:spPr>
        <p:txBody>
          <a:bodyPr wrap="none" anchor="ctr"/>
          <a:lstStyle/>
          <a:p>
            <a:pPr algn="ctr"/>
            <a:r>
              <a:rPr kumimoji="1" lang="zh-CN" altLang="en-US" dirty="0">
                <a:solidFill>
                  <a:srgbClr val="333399"/>
                </a:solidFill>
                <a:latin typeface="微软雅黑 Light" panose="020B0502040204020203" pitchFamily="34" charset="-122"/>
                <a:ea typeface="微软雅黑 Light" panose="020B0502040204020203" pitchFamily="34" charset="-122"/>
              </a:rPr>
              <a:t>物理层处理</a:t>
            </a:r>
            <a:endParaRPr kumimoji="1" lang="zh-CN" altLang="en-US" dirty="0">
              <a:solidFill>
                <a:srgbClr val="333399"/>
              </a:solidFill>
              <a:latin typeface="微软雅黑 Light" panose="020B0502040204020203" pitchFamily="34" charset="-122"/>
              <a:ea typeface="微软雅黑 Light" panose="020B0502040204020203" pitchFamily="34" charset="-122"/>
            </a:endParaRPr>
          </a:p>
        </p:txBody>
      </p:sp>
      <p:sp>
        <p:nvSpPr>
          <p:cNvPr id="517148" name="Rectangle 28"/>
          <p:cNvSpPr>
            <a:spLocks noChangeArrowheads="1"/>
          </p:cNvSpPr>
          <p:nvPr/>
        </p:nvSpPr>
        <p:spPr bwMode="auto">
          <a:xfrm>
            <a:off x="5846764" y="4772025"/>
            <a:ext cx="1335087" cy="1049338"/>
          </a:xfrm>
          <a:prstGeom prst="rect">
            <a:avLst/>
          </a:prstGeom>
          <a:solidFill>
            <a:schemeClr val="accent6">
              <a:lumMod val="40000"/>
              <a:lumOff val="60000"/>
            </a:schemeClr>
          </a:solidFill>
          <a:ln w="19050">
            <a:solidFill>
              <a:schemeClr val="tx1"/>
            </a:solidFill>
            <a:miter lim="800000"/>
          </a:ln>
          <a:effectLst>
            <a:outerShdw dist="35921" dir="2700000" algn="ctr" rotWithShape="0">
              <a:schemeClr val="bg2"/>
            </a:outerShdw>
          </a:effectLst>
        </p:spPr>
        <p:txBody>
          <a:bodyPr wrap="none" anchor="ctr"/>
          <a:lstStyle/>
          <a:p>
            <a:pPr algn="ctr"/>
            <a:r>
              <a:rPr kumimoji="1" lang="zh-CN" altLang="en-US" dirty="0">
                <a:solidFill>
                  <a:srgbClr val="333399"/>
                </a:solidFill>
                <a:latin typeface="微软雅黑 Light" panose="020B0502040204020203" pitchFamily="34" charset="-122"/>
                <a:ea typeface="微软雅黑 Light" panose="020B0502040204020203" pitchFamily="34" charset="-122"/>
              </a:rPr>
              <a:t>数据链路层</a:t>
            </a:r>
            <a:endParaRPr kumimoji="1" lang="zh-CN" altLang="en-US" dirty="0">
              <a:solidFill>
                <a:srgbClr val="333399"/>
              </a:solidFill>
              <a:latin typeface="微软雅黑 Light" panose="020B0502040204020203" pitchFamily="34" charset="-122"/>
              <a:ea typeface="微软雅黑 Light" panose="020B0502040204020203" pitchFamily="34" charset="-122"/>
            </a:endParaRPr>
          </a:p>
          <a:p>
            <a:pPr algn="ctr"/>
            <a:r>
              <a:rPr kumimoji="1" lang="zh-CN" altLang="en-US" dirty="0">
                <a:solidFill>
                  <a:srgbClr val="333399"/>
                </a:solidFill>
                <a:latin typeface="微软雅黑 Light" panose="020B0502040204020203" pitchFamily="34" charset="-122"/>
                <a:ea typeface="微软雅黑 Light" panose="020B0502040204020203" pitchFamily="34" charset="-122"/>
              </a:rPr>
              <a:t>处理</a:t>
            </a:r>
            <a:endParaRPr kumimoji="1" lang="zh-CN" altLang="en-US" dirty="0">
              <a:solidFill>
                <a:srgbClr val="333399"/>
              </a:solidFill>
              <a:latin typeface="微软雅黑 Light" panose="020B0502040204020203" pitchFamily="34" charset="-122"/>
              <a:ea typeface="微软雅黑 Light" panose="020B0502040204020203" pitchFamily="34" charset="-122"/>
            </a:endParaRPr>
          </a:p>
        </p:txBody>
      </p:sp>
      <p:sp>
        <p:nvSpPr>
          <p:cNvPr id="517149" name="Rectangle 29"/>
          <p:cNvSpPr>
            <a:spLocks noChangeArrowheads="1"/>
          </p:cNvSpPr>
          <p:nvPr/>
        </p:nvSpPr>
        <p:spPr bwMode="auto">
          <a:xfrm>
            <a:off x="3287714" y="4343401"/>
            <a:ext cx="1900237" cy="1630363"/>
          </a:xfrm>
          <a:prstGeom prst="rect">
            <a:avLst/>
          </a:prstGeom>
          <a:solidFill>
            <a:schemeClr val="accent6">
              <a:lumMod val="40000"/>
              <a:lumOff val="60000"/>
            </a:schemeClr>
          </a:solidFill>
          <a:ln w="19050">
            <a:solidFill>
              <a:schemeClr val="tx1"/>
            </a:solidFill>
            <a:miter lim="800000"/>
          </a:ln>
          <a:effectLst>
            <a:outerShdw dist="35921" dir="2700000" algn="ctr" rotWithShape="0">
              <a:schemeClr val="bg2"/>
            </a:outerShdw>
          </a:effectLst>
        </p:spPr>
        <p:txBody>
          <a:bodyPr wrap="none" anchor="ctr"/>
          <a:lstStyle/>
          <a:p>
            <a:pPr algn="ctr"/>
            <a:endParaRPr kumimoji="1" lang="zh-CN" altLang="zh-CN" dirty="0">
              <a:solidFill>
                <a:srgbClr val="333399"/>
              </a:solidFill>
              <a:latin typeface="微软雅黑 Light" panose="020B0502040204020203" pitchFamily="34" charset="-122"/>
              <a:ea typeface="微软雅黑 Light" panose="020B0502040204020203" pitchFamily="34" charset="-122"/>
            </a:endParaRPr>
          </a:p>
        </p:txBody>
      </p:sp>
      <p:sp>
        <p:nvSpPr>
          <p:cNvPr id="517150" name="Line 30"/>
          <p:cNvSpPr>
            <a:spLocks noChangeShapeType="1"/>
          </p:cNvSpPr>
          <p:nvPr/>
        </p:nvSpPr>
        <p:spPr bwMode="auto">
          <a:xfrm flipV="1">
            <a:off x="9053513" y="5295900"/>
            <a:ext cx="679450" cy="0"/>
          </a:xfrm>
          <a:prstGeom prst="line">
            <a:avLst/>
          </a:prstGeom>
          <a:noFill/>
          <a:ln w="57150">
            <a:solidFill>
              <a:schemeClr val="hlink"/>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latin typeface="微软雅黑 Light" panose="020B0502040204020203" pitchFamily="34" charset="-122"/>
              <a:ea typeface="微软雅黑 Light" panose="020B0502040204020203" pitchFamily="34" charset="-122"/>
            </a:endParaRPr>
          </a:p>
        </p:txBody>
      </p:sp>
      <p:sp>
        <p:nvSpPr>
          <p:cNvPr id="517151" name="Line 31"/>
          <p:cNvSpPr>
            <a:spLocks noChangeShapeType="1"/>
          </p:cNvSpPr>
          <p:nvPr/>
        </p:nvSpPr>
        <p:spPr bwMode="auto">
          <a:xfrm>
            <a:off x="7181851" y="5295900"/>
            <a:ext cx="563563" cy="0"/>
          </a:xfrm>
          <a:prstGeom prst="line">
            <a:avLst/>
          </a:prstGeom>
          <a:noFill/>
          <a:ln w="57150">
            <a:solidFill>
              <a:schemeClr val="hlink"/>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latin typeface="微软雅黑 Light" panose="020B0502040204020203" pitchFamily="34" charset="-122"/>
              <a:ea typeface="微软雅黑 Light" panose="020B0502040204020203" pitchFamily="34" charset="-122"/>
            </a:endParaRPr>
          </a:p>
        </p:txBody>
      </p:sp>
      <p:sp>
        <p:nvSpPr>
          <p:cNvPr id="517152" name="Line 32"/>
          <p:cNvSpPr>
            <a:spLocks noChangeShapeType="1"/>
          </p:cNvSpPr>
          <p:nvPr/>
        </p:nvSpPr>
        <p:spPr bwMode="auto">
          <a:xfrm>
            <a:off x="5178425" y="5295900"/>
            <a:ext cx="647700" cy="0"/>
          </a:xfrm>
          <a:prstGeom prst="line">
            <a:avLst/>
          </a:prstGeom>
          <a:noFill/>
          <a:ln w="57150">
            <a:solidFill>
              <a:schemeClr val="hlink"/>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latin typeface="微软雅黑 Light" panose="020B0502040204020203" pitchFamily="34" charset="-122"/>
              <a:ea typeface="微软雅黑 Light" panose="020B0502040204020203" pitchFamily="34" charset="-122"/>
            </a:endParaRPr>
          </a:p>
        </p:txBody>
      </p:sp>
      <p:sp>
        <p:nvSpPr>
          <p:cNvPr id="517153" name="Line 33"/>
          <p:cNvSpPr>
            <a:spLocks noChangeShapeType="1"/>
          </p:cNvSpPr>
          <p:nvPr/>
        </p:nvSpPr>
        <p:spPr bwMode="auto">
          <a:xfrm>
            <a:off x="2397125" y="5295900"/>
            <a:ext cx="890588" cy="0"/>
          </a:xfrm>
          <a:prstGeom prst="line">
            <a:avLst/>
          </a:prstGeom>
          <a:noFill/>
          <a:ln w="57150">
            <a:solidFill>
              <a:schemeClr val="hlink"/>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latin typeface="微软雅黑 Light" panose="020B0502040204020203" pitchFamily="34" charset="-122"/>
              <a:ea typeface="微软雅黑 Light" panose="020B0502040204020203" pitchFamily="34" charset="-122"/>
            </a:endParaRPr>
          </a:p>
        </p:txBody>
      </p:sp>
      <p:sp>
        <p:nvSpPr>
          <p:cNvPr id="517154" name="Line 34"/>
          <p:cNvSpPr>
            <a:spLocks noChangeShapeType="1"/>
          </p:cNvSpPr>
          <p:nvPr/>
        </p:nvSpPr>
        <p:spPr bwMode="auto">
          <a:xfrm>
            <a:off x="2397125" y="4005264"/>
            <a:ext cx="0" cy="2376487"/>
          </a:xfrm>
          <a:prstGeom prst="line">
            <a:avLst/>
          </a:prstGeom>
          <a:noFill/>
          <a:ln w="57150">
            <a:solidFill>
              <a:srgbClr val="3333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latin typeface="微软雅黑 Light" panose="020B0502040204020203" pitchFamily="34" charset="-122"/>
              <a:ea typeface="微软雅黑 Light" panose="020B0502040204020203" pitchFamily="34" charset="-122"/>
            </a:endParaRPr>
          </a:p>
        </p:txBody>
      </p:sp>
      <p:grpSp>
        <p:nvGrpSpPr>
          <p:cNvPr id="2" name="组合 1"/>
          <p:cNvGrpSpPr/>
          <p:nvPr/>
        </p:nvGrpSpPr>
        <p:grpSpPr>
          <a:xfrm>
            <a:off x="3513139" y="5022851"/>
            <a:ext cx="1355725" cy="544513"/>
            <a:chOff x="3513139" y="5022851"/>
            <a:chExt cx="1355725" cy="544513"/>
          </a:xfrm>
        </p:grpSpPr>
        <p:sp>
          <p:nvSpPr>
            <p:cNvPr id="517155" name="Freeform 35"/>
            <p:cNvSpPr/>
            <p:nvPr/>
          </p:nvSpPr>
          <p:spPr bwMode="auto">
            <a:xfrm>
              <a:off x="3513139" y="5022851"/>
              <a:ext cx="1355725" cy="544513"/>
            </a:xfrm>
            <a:custGeom>
              <a:avLst/>
              <a:gdLst>
                <a:gd name="T0" fmla="*/ 0 w 816"/>
                <a:gd name="T1" fmla="*/ 0 h 336"/>
                <a:gd name="T2" fmla="*/ 816 w 816"/>
                <a:gd name="T3" fmla="*/ 0 h 336"/>
                <a:gd name="T4" fmla="*/ 816 w 816"/>
                <a:gd name="T5" fmla="*/ 336 h 336"/>
                <a:gd name="T6" fmla="*/ 0 w 816"/>
                <a:gd name="T7" fmla="*/ 336 h 336"/>
              </a:gdLst>
              <a:ahLst/>
              <a:cxnLst>
                <a:cxn ang="0">
                  <a:pos x="T0" y="T1"/>
                </a:cxn>
                <a:cxn ang="0">
                  <a:pos x="T2" y="T3"/>
                </a:cxn>
                <a:cxn ang="0">
                  <a:pos x="T4" y="T5"/>
                </a:cxn>
                <a:cxn ang="0">
                  <a:pos x="T6" y="T7"/>
                </a:cxn>
              </a:cxnLst>
              <a:rect l="0" t="0" r="r" b="b"/>
              <a:pathLst>
                <a:path w="816" h="336">
                  <a:moveTo>
                    <a:pt x="0" y="0"/>
                  </a:moveTo>
                  <a:lnTo>
                    <a:pt x="816" y="0"/>
                  </a:lnTo>
                  <a:lnTo>
                    <a:pt x="816" y="336"/>
                  </a:lnTo>
                  <a:lnTo>
                    <a:pt x="0" y="336"/>
                  </a:lnTo>
                </a:path>
              </a:pathLst>
            </a:custGeom>
            <a:noFill/>
            <a:ln w="19050" cmpd="sng">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latin typeface="微软雅黑 Light" panose="020B0502040204020203" pitchFamily="34" charset="-122"/>
                <a:ea typeface="微软雅黑 Light" panose="020B0502040204020203" pitchFamily="34" charset="-122"/>
              </a:endParaRPr>
            </a:p>
          </p:txBody>
        </p:sp>
        <p:sp>
          <p:nvSpPr>
            <p:cNvPr id="517156" name="Line 36"/>
            <p:cNvSpPr>
              <a:spLocks noChangeShapeType="1"/>
            </p:cNvSpPr>
            <p:nvPr/>
          </p:nvSpPr>
          <p:spPr bwMode="auto">
            <a:xfrm>
              <a:off x="3919538" y="5022851"/>
              <a:ext cx="0" cy="544513"/>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latin typeface="微软雅黑 Light" panose="020B0502040204020203" pitchFamily="34" charset="-122"/>
                <a:ea typeface="微软雅黑 Light" panose="020B0502040204020203" pitchFamily="34" charset="-122"/>
              </a:endParaRPr>
            </a:p>
          </p:txBody>
        </p:sp>
        <p:sp>
          <p:nvSpPr>
            <p:cNvPr id="517157" name="Line 37"/>
            <p:cNvSpPr>
              <a:spLocks noChangeShapeType="1"/>
            </p:cNvSpPr>
            <p:nvPr/>
          </p:nvSpPr>
          <p:spPr bwMode="auto">
            <a:xfrm>
              <a:off x="4078288" y="5022851"/>
              <a:ext cx="0" cy="544513"/>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latin typeface="微软雅黑 Light" panose="020B0502040204020203" pitchFamily="34" charset="-122"/>
                <a:ea typeface="微软雅黑 Light" panose="020B0502040204020203" pitchFamily="34" charset="-122"/>
              </a:endParaRPr>
            </a:p>
          </p:txBody>
        </p:sp>
        <p:sp>
          <p:nvSpPr>
            <p:cNvPr id="517158" name="Line 38"/>
            <p:cNvSpPr>
              <a:spLocks noChangeShapeType="1"/>
            </p:cNvSpPr>
            <p:nvPr/>
          </p:nvSpPr>
          <p:spPr bwMode="auto">
            <a:xfrm>
              <a:off x="4238625" y="5022851"/>
              <a:ext cx="0" cy="544513"/>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latin typeface="微软雅黑 Light" panose="020B0502040204020203" pitchFamily="34" charset="-122"/>
                <a:ea typeface="微软雅黑 Light" panose="020B0502040204020203" pitchFamily="34" charset="-122"/>
              </a:endParaRPr>
            </a:p>
          </p:txBody>
        </p:sp>
        <p:sp>
          <p:nvSpPr>
            <p:cNvPr id="517159" name="Line 39"/>
            <p:cNvSpPr>
              <a:spLocks noChangeShapeType="1"/>
            </p:cNvSpPr>
            <p:nvPr/>
          </p:nvSpPr>
          <p:spPr bwMode="auto">
            <a:xfrm>
              <a:off x="4398963" y="5022851"/>
              <a:ext cx="0" cy="544513"/>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latin typeface="微软雅黑 Light" panose="020B0502040204020203" pitchFamily="34" charset="-122"/>
                <a:ea typeface="微软雅黑 Light" panose="020B0502040204020203" pitchFamily="34" charset="-122"/>
              </a:endParaRPr>
            </a:p>
          </p:txBody>
        </p:sp>
        <p:sp>
          <p:nvSpPr>
            <p:cNvPr id="517160" name="Line 40"/>
            <p:cNvSpPr>
              <a:spLocks noChangeShapeType="1"/>
            </p:cNvSpPr>
            <p:nvPr/>
          </p:nvSpPr>
          <p:spPr bwMode="auto">
            <a:xfrm>
              <a:off x="4556125" y="5022851"/>
              <a:ext cx="0" cy="544513"/>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latin typeface="微软雅黑 Light" panose="020B0502040204020203" pitchFamily="34" charset="-122"/>
                <a:ea typeface="微软雅黑 Light" panose="020B0502040204020203" pitchFamily="34" charset="-122"/>
              </a:endParaRPr>
            </a:p>
          </p:txBody>
        </p:sp>
        <p:sp>
          <p:nvSpPr>
            <p:cNvPr id="517161" name="Line 41"/>
            <p:cNvSpPr>
              <a:spLocks noChangeShapeType="1"/>
            </p:cNvSpPr>
            <p:nvPr/>
          </p:nvSpPr>
          <p:spPr bwMode="auto">
            <a:xfrm>
              <a:off x="4716463" y="5022851"/>
              <a:ext cx="0" cy="544513"/>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latin typeface="微软雅黑 Light" panose="020B0502040204020203" pitchFamily="34" charset="-122"/>
                <a:ea typeface="微软雅黑 Light" panose="020B0502040204020203" pitchFamily="34" charset="-122"/>
              </a:endParaRPr>
            </a:p>
          </p:txBody>
        </p:sp>
      </p:grpSp>
      <p:sp>
        <p:nvSpPr>
          <p:cNvPr id="517162" name="Text Box 42"/>
          <p:cNvSpPr txBox="1">
            <a:spLocks noChangeArrowheads="1"/>
          </p:cNvSpPr>
          <p:nvPr/>
        </p:nvSpPr>
        <p:spPr bwMode="auto">
          <a:xfrm>
            <a:off x="3503613" y="4365625"/>
            <a:ext cx="1467068" cy="6771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nSpc>
                <a:spcPct val="95000"/>
              </a:lnSpc>
            </a:pPr>
            <a:r>
              <a:rPr kumimoji="1" lang="zh-CN" altLang="en-US" dirty="0">
                <a:solidFill>
                  <a:srgbClr val="333399"/>
                </a:solidFill>
                <a:latin typeface="微软雅黑 Light" panose="020B0502040204020203" pitchFamily="34" charset="-122"/>
                <a:ea typeface="微软雅黑 Light" panose="020B0502040204020203" pitchFamily="34" charset="-122"/>
              </a:rPr>
              <a:t>网络层处理</a:t>
            </a:r>
            <a:endParaRPr kumimoji="1" lang="zh-CN" altLang="en-US" dirty="0">
              <a:solidFill>
                <a:srgbClr val="333399"/>
              </a:solidFill>
              <a:latin typeface="微软雅黑 Light" panose="020B0502040204020203" pitchFamily="34" charset="-122"/>
              <a:ea typeface="微软雅黑 Light" panose="020B0502040204020203" pitchFamily="34" charset="-122"/>
            </a:endParaRPr>
          </a:p>
          <a:p>
            <a:pPr>
              <a:lnSpc>
                <a:spcPct val="95000"/>
              </a:lnSpc>
            </a:pPr>
            <a:r>
              <a:rPr kumimoji="1" lang="zh-CN" altLang="en-US" dirty="0">
                <a:solidFill>
                  <a:srgbClr val="333399"/>
                </a:solidFill>
                <a:latin typeface="微软雅黑 Light" panose="020B0502040204020203" pitchFamily="34" charset="-122"/>
                <a:ea typeface="微软雅黑 Light" panose="020B0502040204020203" pitchFamily="34" charset="-122"/>
              </a:rPr>
              <a:t>  分组排队 </a:t>
            </a:r>
            <a:endParaRPr kumimoji="1" lang="zh-CN" altLang="en-US" dirty="0">
              <a:solidFill>
                <a:srgbClr val="333399"/>
              </a:solidFill>
              <a:latin typeface="微软雅黑 Light" panose="020B0502040204020203" pitchFamily="34" charset="-122"/>
              <a:ea typeface="微软雅黑 Light" panose="020B0502040204020203" pitchFamily="34" charset="-122"/>
            </a:endParaRPr>
          </a:p>
        </p:txBody>
      </p:sp>
      <p:sp>
        <p:nvSpPr>
          <p:cNvPr id="517163" name="Text Box 43"/>
          <p:cNvSpPr txBox="1">
            <a:spLocks noChangeArrowheads="1"/>
          </p:cNvSpPr>
          <p:nvPr/>
        </p:nvSpPr>
        <p:spPr bwMode="auto">
          <a:xfrm>
            <a:off x="9732963" y="4281489"/>
            <a:ext cx="438150" cy="2014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nSpc>
                <a:spcPct val="90000"/>
              </a:lnSpc>
            </a:pPr>
            <a:r>
              <a:rPr kumimoji="1" lang="zh-CN" altLang="en-US" dirty="0">
                <a:solidFill>
                  <a:srgbClr val="333399"/>
                </a:solidFill>
                <a:latin typeface="微软雅黑 Light" panose="020B0502040204020203" pitchFamily="34" charset="-122"/>
                <a:ea typeface="微软雅黑 Light" panose="020B0502040204020203" pitchFamily="34" charset="-122"/>
              </a:rPr>
              <a:t>向</a:t>
            </a:r>
            <a:endParaRPr kumimoji="1" lang="zh-CN" altLang="en-US" dirty="0">
              <a:solidFill>
                <a:srgbClr val="333399"/>
              </a:solidFill>
              <a:latin typeface="微软雅黑 Light" panose="020B0502040204020203" pitchFamily="34" charset="-122"/>
              <a:ea typeface="微软雅黑 Light" panose="020B0502040204020203" pitchFamily="34" charset="-122"/>
            </a:endParaRPr>
          </a:p>
          <a:p>
            <a:pPr>
              <a:lnSpc>
                <a:spcPct val="90000"/>
              </a:lnSpc>
            </a:pPr>
            <a:r>
              <a:rPr kumimoji="1" lang="zh-CN" altLang="en-US" dirty="0">
                <a:solidFill>
                  <a:srgbClr val="333399"/>
                </a:solidFill>
                <a:latin typeface="微软雅黑 Light" panose="020B0502040204020203" pitchFamily="34" charset="-122"/>
                <a:ea typeface="微软雅黑 Light" panose="020B0502040204020203" pitchFamily="34" charset="-122"/>
              </a:rPr>
              <a:t>线</a:t>
            </a:r>
            <a:endParaRPr kumimoji="1" lang="zh-CN" altLang="en-US" dirty="0">
              <a:solidFill>
                <a:srgbClr val="333399"/>
              </a:solidFill>
              <a:latin typeface="微软雅黑 Light" panose="020B0502040204020203" pitchFamily="34" charset="-122"/>
              <a:ea typeface="微软雅黑 Light" panose="020B0502040204020203" pitchFamily="34" charset="-122"/>
            </a:endParaRPr>
          </a:p>
          <a:p>
            <a:pPr>
              <a:lnSpc>
                <a:spcPct val="90000"/>
              </a:lnSpc>
            </a:pPr>
            <a:r>
              <a:rPr kumimoji="1" lang="zh-CN" altLang="en-US" dirty="0">
                <a:solidFill>
                  <a:srgbClr val="333399"/>
                </a:solidFill>
                <a:latin typeface="微软雅黑 Light" panose="020B0502040204020203" pitchFamily="34" charset="-122"/>
                <a:ea typeface="微软雅黑 Light" panose="020B0502040204020203" pitchFamily="34" charset="-122"/>
              </a:rPr>
              <a:t>路</a:t>
            </a:r>
            <a:endParaRPr kumimoji="1" lang="zh-CN" altLang="en-US" dirty="0">
              <a:solidFill>
                <a:srgbClr val="333399"/>
              </a:solidFill>
              <a:latin typeface="微软雅黑 Light" panose="020B0502040204020203" pitchFamily="34" charset="-122"/>
              <a:ea typeface="微软雅黑 Light" panose="020B0502040204020203" pitchFamily="34" charset="-122"/>
            </a:endParaRPr>
          </a:p>
          <a:p>
            <a:pPr>
              <a:lnSpc>
                <a:spcPct val="90000"/>
              </a:lnSpc>
            </a:pPr>
            <a:r>
              <a:rPr kumimoji="1" lang="zh-CN" altLang="en-US" dirty="0">
                <a:solidFill>
                  <a:srgbClr val="333399"/>
                </a:solidFill>
                <a:latin typeface="微软雅黑 Light" panose="020B0502040204020203" pitchFamily="34" charset="-122"/>
                <a:ea typeface="微软雅黑 Light" panose="020B0502040204020203" pitchFamily="34" charset="-122"/>
              </a:rPr>
              <a:t>发</a:t>
            </a:r>
            <a:endParaRPr kumimoji="1" lang="zh-CN" altLang="en-US" dirty="0">
              <a:solidFill>
                <a:srgbClr val="333399"/>
              </a:solidFill>
              <a:latin typeface="微软雅黑 Light" panose="020B0502040204020203" pitchFamily="34" charset="-122"/>
              <a:ea typeface="微软雅黑 Light" panose="020B0502040204020203" pitchFamily="34" charset="-122"/>
            </a:endParaRPr>
          </a:p>
          <a:p>
            <a:pPr>
              <a:lnSpc>
                <a:spcPct val="90000"/>
              </a:lnSpc>
            </a:pPr>
            <a:r>
              <a:rPr kumimoji="1" lang="zh-CN" altLang="en-US" dirty="0">
                <a:solidFill>
                  <a:srgbClr val="333399"/>
                </a:solidFill>
                <a:latin typeface="微软雅黑 Light" panose="020B0502040204020203" pitchFamily="34" charset="-122"/>
                <a:ea typeface="微软雅黑 Light" panose="020B0502040204020203" pitchFamily="34" charset="-122"/>
              </a:rPr>
              <a:t>送</a:t>
            </a:r>
            <a:endParaRPr kumimoji="1" lang="zh-CN" altLang="en-US" dirty="0">
              <a:solidFill>
                <a:srgbClr val="333399"/>
              </a:solidFill>
              <a:latin typeface="微软雅黑 Light" panose="020B0502040204020203" pitchFamily="34" charset="-122"/>
              <a:ea typeface="微软雅黑 Light" panose="020B0502040204020203" pitchFamily="34" charset="-122"/>
            </a:endParaRPr>
          </a:p>
          <a:p>
            <a:pPr>
              <a:lnSpc>
                <a:spcPct val="90000"/>
              </a:lnSpc>
            </a:pPr>
            <a:r>
              <a:rPr kumimoji="1" lang="zh-CN" altLang="en-US" dirty="0">
                <a:solidFill>
                  <a:srgbClr val="333399"/>
                </a:solidFill>
                <a:latin typeface="微软雅黑 Light" panose="020B0502040204020203" pitchFamily="34" charset="-122"/>
                <a:ea typeface="微软雅黑 Light" panose="020B0502040204020203" pitchFamily="34" charset="-122"/>
              </a:rPr>
              <a:t>分</a:t>
            </a:r>
            <a:endParaRPr kumimoji="1" lang="zh-CN" altLang="en-US" dirty="0">
              <a:solidFill>
                <a:srgbClr val="333399"/>
              </a:solidFill>
              <a:latin typeface="微软雅黑 Light" panose="020B0502040204020203" pitchFamily="34" charset="-122"/>
              <a:ea typeface="微软雅黑 Light" panose="020B0502040204020203" pitchFamily="34" charset="-122"/>
            </a:endParaRPr>
          </a:p>
          <a:p>
            <a:pPr>
              <a:lnSpc>
                <a:spcPct val="90000"/>
              </a:lnSpc>
            </a:pPr>
            <a:r>
              <a:rPr kumimoji="1" lang="zh-CN" altLang="en-US" dirty="0">
                <a:solidFill>
                  <a:srgbClr val="333399"/>
                </a:solidFill>
                <a:latin typeface="微软雅黑 Light" panose="020B0502040204020203" pitchFamily="34" charset="-122"/>
                <a:ea typeface="微软雅黑 Light" panose="020B0502040204020203" pitchFamily="34" charset="-122"/>
              </a:rPr>
              <a:t>组</a:t>
            </a:r>
            <a:endParaRPr kumimoji="1" lang="zh-CN" altLang="en-US" dirty="0">
              <a:solidFill>
                <a:srgbClr val="333399"/>
              </a:solidFill>
              <a:latin typeface="微软雅黑 Light" panose="020B0502040204020203" pitchFamily="34" charset="-122"/>
              <a:ea typeface="微软雅黑 Light" panose="020B0502040204020203" pitchFamily="34" charset="-122"/>
            </a:endParaRPr>
          </a:p>
        </p:txBody>
      </p:sp>
      <p:sp>
        <p:nvSpPr>
          <p:cNvPr id="517164" name="Text Box 44"/>
          <p:cNvSpPr txBox="1">
            <a:spLocks noChangeArrowheads="1"/>
          </p:cNvSpPr>
          <p:nvPr/>
        </p:nvSpPr>
        <p:spPr bwMode="auto">
          <a:xfrm>
            <a:off x="3673475" y="5561014"/>
            <a:ext cx="12001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dirty="0">
                <a:solidFill>
                  <a:srgbClr val="333399"/>
                </a:solidFill>
                <a:latin typeface="微软雅黑 Light" panose="020B0502040204020203" pitchFamily="34" charset="-122"/>
                <a:ea typeface="微软雅黑 Light" panose="020B0502040204020203" pitchFamily="34" charset="-122"/>
              </a:rPr>
              <a:t>缓存管理</a:t>
            </a:r>
            <a:endParaRPr kumimoji="1" lang="zh-CN" altLang="en-US" dirty="0">
              <a:solidFill>
                <a:srgbClr val="333399"/>
              </a:solidFill>
              <a:latin typeface="微软雅黑 Light" panose="020B0502040204020203" pitchFamily="34" charset="-122"/>
              <a:ea typeface="微软雅黑 Light" panose="020B0502040204020203" pitchFamily="34" charset="-122"/>
            </a:endParaRPr>
          </a:p>
        </p:txBody>
      </p:sp>
      <p:sp>
        <p:nvSpPr>
          <p:cNvPr id="517165" name="Text Box 45"/>
          <p:cNvSpPr txBox="1">
            <a:spLocks noChangeArrowheads="1"/>
          </p:cNvSpPr>
          <p:nvPr/>
        </p:nvSpPr>
        <p:spPr bwMode="auto">
          <a:xfrm>
            <a:off x="1919288" y="4672014"/>
            <a:ext cx="438150" cy="1311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dirty="0">
                <a:solidFill>
                  <a:srgbClr val="333399"/>
                </a:solidFill>
                <a:latin typeface="微软雅黑 Light" panose="020B0502040204020203" pitchFamily="34" charset="-122"/>
                <a:ea typeface="微软雅黑 Light" panose="020B0502040204020203" pitchFamily="34" charset="-122"/>
              </a:rPr>
              <a:t>交</a:t>
            </a:r>
            <a:endParaRPr kumimoji="1" lang="zh-CN" altLang="en-US" dirty="0">
              <a:solidFill>
                <a:srgbClr val="333399"/>
              </a:solidFill>
              <a:latin typeface="微软雅黑 Light" panose="020B0502040204020203" pitchFamily="34" charset="-122"/>
              <a:ea typeface="微软雅黑 Light" panose="020B0502040204020203" pitchFamily="34" charset="-122"/>
            </a:endParaRPr>
          </a:p>
          <a:p>
            <a:r>
              <a:rPr kumimoji="1" lang="zh-CN" altLang="en-US" dirty="0">
                <a:solidFill>
                  <a:srgbClr val="333399"/>
                </a:solidFill>
                <a:latin typeface="微软雅黑 Light" panose="020B0502040204020203" pitchFamily="34" charset="-122"/>
                <a:ea typeface="微软雅黑 Light" panose="020B0502040204020203" pitchFamily="34" charset="-122"/>
              </a:rPr>
              <a:t>换</a:t>
            </a:r>
            <a:endParaRPr kumimoji="1" lang="zh-CN" altLang="en-US" dirty="0">
              <a:solidFill>
                <a:srgbClr val="333399"/>
              </a:solidFill>
              <a:latin typeface="微软雅黑 Light" panose="020B0502040204020203" pitchFamily="34" charset="-122"/>
              <a:ea typeface="微软雅黑 Light" panose="020B0502040204020203" pitchFamily="34" charset="-122"/>
            </a:endParaRPr>
          </a:p>
          <a:p>
            <a:r>
              <a:rPr kumimoji="1" lang="zh-CN" altLang="en-US" dirty="0">
                <a:solidFill>
                  <a:srgbClr val="333399"/>
                </a:solidFill>
                <a:latin typeface="微软雅黑 Light" panose="020B0502040204020203" pitchFamily="34" charset="-122"/>
                <a:ea typeface="微软雅黑 Light" panose="020B0502040204020203" pitchFamily="34" charset="-122"/>
              </a:rPr>
              <a:t>结</a:t>
            </a:r>
            <a:endParaRPr kumimoji="1" lang="zh-CN" altLang="en-US" dirty="0">
              <a:solidFill>
                <a:srgbClr val="333399"/>
              </a:solidFill>
              <a:latin typeface="微软雅黑 Light" panose="020B0502040204020203" pitchFamily="34" charset="-122"/>
              <a:ea typeface="微软雅黑 Light" panose="020B0502040204020203" pitchFamily="34" charset="-122"/>
            </a:endParaRPr>
          </a:p>
          <a:p>
            <a:r>
              <a:rPr kumimoji="1" lang="zh-CN" altLang="en-US" dirty="0">
                <a:solidFill>
                  <a:srgbClr val="333399"/>
                </a:solidFill>
                <a:latin typeface="微软雅黑 Light" panose="020B0502040204020203" pitchFamily="34" charset="-122"/>
                <a:ea typeface="微软雅黑 Light" panose="020B0502040204020203" pitchFamily="34" charset="-122"/>
              </a:rPr>
              <a:t>构</a:t>
            </a:r>
            <a:endParaRPr kumimoji="1" lang="zh-CN" altLang="en-US" dirty="0">
              <a:solidFill>
                <a:srgbClr val="333399"/>
              </a:solidFill>
              <a:latin typeface="微软雅黑 Light" panose="020B0502040204020203" pitchFamily="34" charset="-122"/>
              <a:ea typeface="微软雅黑 Light" panose="020B0502040204020203" pitchFamily="34" charset="-122"/>
            </a:endParaRPr>
          </a:p>
        </p:txBody>
      </p:sp>
      <p:sp>
        <p:nvSpPr>
          <p:cNvPr id="517168" name="Text Box 48"/>
          <p:cNvSpPr txBox="1">
            <a:spLocks noChangeArrowheads="1"/>
          </p:cNvSpPr>
          <p:nvPr/>
        </p:nvSpPr>
        <p:spPr bwMode="auto">
          <a:xfrm>
            <a:off x="4872038" y="3716339"/>
            <a:ext cx="2130711"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dirty="0">
                <a:solidFill>
                  <a:srgbClr val="333399"/>
                </a:solidFill>
                <a:latin typeface="微软雅黑 Light" panose="020B0502040204020203" pitchFamily="34" charset="-122"/>
                <a:ea typeface="微软雅黑 Light" panose="020B0502040204020203" pitchFamily="34" charset="-122"/>
              </a:rPr>
              <a:t>  </a:t>
            </a:r>
            <a:r>
              <a:rPr kumimoji="1" lang="zh-CN" altLang="en-US" dirty="0">
                <a:solidFill>
                  <a:srgbClr val="333399"/>
                </a:solidFill>
                <a:latin typeface="微软雅黑 Light" panose="020B0502040204020203" pitchFamily="34" charset="-122"/>
                <a:ea typeface="微软雅黑 Light" panose="020B0502040204020203" pitchFamily="34" charset="-122"/>
              </a:rPr>
              <a:t>输出端口的处理</a:t>
            </a:r>
            <a:endParaRPr kumimoji="1" lang="zh-CN" altLang="en-US" dirty="0">
              <a:solidFill>
                <a:srgbClr val="333399"/>
              </a:solidFill>
              <a:latin typeface="微软雅黑 Light" panose="020B0502040204020203" pitchFamily="34" charset="-122"/>
              <a:ea typeface="微软雅黑 Light" panose="020B0502040204020203" pitchFamily="34" charset="-122"/>
            </a:endParaRPr>
          </a:p>
        </p:txBody>
      </p:sp>
      <p:grpSp>
        <p:nvGrpSpPr>
          <p:cNvPr id="49" name="组合 48"/>
          <p:cNvGrpSpPr/>
          <p:nvPr/>
        </p:nvGrpSpPr>
        <p:grpSpPr>
          <a:xfrm>
            <a:off x="7440613" y="2189942"/>
            <a:ext cx="1355725" cy="544513"/>
            <a:chOff x="3513139" y="5022851"/>
            <a:chExt cx="1355725" cy="544513"/>
          </a:xfrm>
        </p:grpSpPr>
        <p:sp>
          <p:nvSpPr>
            <p:cNvPr id="50" name="Freeform 35"/>
            <p:cNvSpPr/>
            <p:nvPr/>
          </p:nvSpPr>
          <p:spPr bwMode="auto">
            <a:xfrm>
              <a:off x="3513139" y="5022851"/>
              <a:ext cx="1355725" cy="544513"/>
            </a:xfrm>
            <a:custGeom>
              <a:avLst/>
              <a:gdLst>
                <a:gd name="T0" fmla="*/ 0 w 816"/>
                <a:gd name="T1" fmla="*/ 0 h 336"/>
                <a:gd name="T2" fmla="*/ 816 w 816"/>
                <a:gd name="T3" fmla="*/ 0 h 336"/>
                <a:gd name="T4" fmla="*/ 816 w 816"/>
                <a:gd name="T5" fmla="*/ 336 h 336"/>
                <a:gd name="T6" fmla="*/ 0 w 816"/>
                <a:gd name="T7" fmla="*/ 336 h 336"/>
              </a:gdLst>
              <a:ahLst/>
              <a:cxnLst>
                <a:cxn ang="0">
                  <a:pos x="T0" y="T1"/>
                </a:cxn>
                <a:cxn ang="0">
                  <a:pos x="T2" y="T3"/>
                </a:cxn>
                <a:cxn ang="0">
                  <a:pos x="T4" y="T5"/>
                </a:cxn>
                <a:cxn ang="0">
                  <a:pos x="T6" y="T7"/>
                </a:cxn>
              </a:cxnLst>
              <a:rect l="0" t="0" r="r" b="b"/>
              <a:pathLst>
                <a:path w="816" h="336">
                  <a:moveTo>
                    <a:pt x="0" y="0"/>
                  </a:moveTo>
                  <a:lnTo>
                    <a:pt x="816" y="0"/>
                  </a:lnTo>
                  <a:lnTo>
                    <a:pt x="816" y="336"/>
                  </a:lnTo>
                  <a:lnTo>
                    <a:pt x="0" y="336"/>
                  </a:lnTo>
                </a:path>
              </a:pathLst>
            </a:custGeom>
            <a:noFill/>
            <a:ln w="19050" cmpd="sng">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latin typeface="微软雅黑 Light" panose="020B0502040204020203" pitchFamily="34" charset="-122"/>
                <a:ea typeface="微软雅黑 Light" panose="020B0502040204020203" pitchFamily="34" charset="-122"/>
              </a:endParaRPr>
            </a:p>
          </p:txBody>
        </p:sp>
        <p:sp>
          <p:nvSpPr>
            <p:cNvPr id="51" name="Line 36"/>
            <p:cNvSpPr>
              <a:spLocks noChangeShapeType="1"/>
            </p:cNvSpPr>
            <p:nvPr/>
          </p:nvSpPr>
          <p:spPr bwMode="auto">
            <a:xfrm>
              <a:off x="3919538" y="5022851"/>
              <a:ext cx="0" cy="544513"/>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latin typeface="微软雅黑 Light" panose="020B0502040204020203" pitchFamily="34" charset="-122"/>
                <a:ea typeface="微软雅黑 Light" panose="020B0502040204020203" pitchFamily="34" charset="-122"/>
              </a:endParaRPr>
            </a:p>
          </p:txBody>
        </p:sp>
        <p:sp>
          <p:nvSpPr>
            <p:cNvPr id="52" name="Line 37"/>
            <p:cNvSpPr>
              <a:spLocks noChangeShapeType="1"/>
            </p:cNvSpPr>
            <p:nvPr/>
          </p:nvSpPr>
          <p:spPr bwMode="auto">
            <a:xfrm>
              <a:off x="4078288" y="5022851"/>
              <a:ext cx="0" cy="544513"/>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latin typeface="微软雅黑 Light" panose="020B0502040204020203" pitchFamily="34" charset="-122"/>
                <a:ea typeface="微软雅黑 Light" panose="020B0502040204020203" pitchFamily="34" charset="-122"/>
              </a:endParaRPr>
            </a:p>
          </p:txBody>
        </p:sp>
        <p:sp>
          <p:nvSpPr>
            <p:cNvPr id="53" name="Line 38"/>
            <p:cNvSpPr>
              <a:spLocks noChangeShapeType="1"/>
            </p:cNvSpPr>
            <p:nvPr/>
          </p:nvSpPr>
          <p:spPr bwMode="auto">
            <a:xfrm>
              <a:off x="4238625" y="5022851"/>
              <a:ext cx="0" cy="544513"/>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latin typeface="微软雅黑 Light" panose="020B0502040204020203" pitchFamily="34" charset="-122"/>
                <a:ea typeface="微软雅黑 Light" panose="020B0502040204020203" pitchFamily="34" charset="-122"/>
              </a:endParaRPr>
            </a:p>
          </p:txBody>
        </p:sp>
        <p:sp>
          <p:nvSpPr>
            <p:cNvPr id="54" name="Line 39"/>
            <p:cNvSpPr>
              <a:spLocks noChangeShapeType="1"/>
            </p:cNvSpPr>
            <p:nvPr/>
          </p:nvSpPr>
          <p:spPr bwMode="auto">
            <a:xfrm>
              <a:off x="4398963" y="5022851"/>
              <a:ext cx="0" cy="544513"/>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latin typeface="微软雅黑 Light" panose="020B0502040204020203" pitchFamily="34" charset="-122"/>
                <a:ea typeface="微软雅黑 Light" panose="020B0502040204020203" pitchFamily="34" charset="-122"/>
              </a:endParaRPr>
            </a:p>
          </p:txBody>
        </p:sp>
        <p:sp>
          <p:nvSpPr>
            <p:cNvPr id="55" name="Line 40"/>
            <p:cNvSpPr>
              <a:spLocks noChangeShapeType="1"/>
            </p:cNvSpPr>
            <p:nvPr/>
          </p:nvSpPr>
          <p:spPr bwMode="auto">
            <a:xfrm>
              <a:off x="4556125" y="5022851"/>
              <a:ext cx="0" cy="544513"/>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latin typeface="微软雅黑 Light" panose="020B0502040204020203" pitchFamily="34" charset="-122"/>
                <a:ea typeface="微软雅黑 Light" panose="020B0502040204020203" pitchFamily="34" charset="-122"/>
              </a:endParaRPr>
            </a:p>
          </p:txBody>
        </p:sp>
        <p:sp>
          <p:nvSpPr>
            <p:cNvPr id="56" name="Line 41"/>
            <p:cNvSpPr>
              <a:spLocks noChangeShapeType="1"/>
            </p:cNvSpPr>
            <p:nvPr/>
          </p:nvSpPr>
          <p:spPr bwMode="auto">
            <a:xfrm>
              <a:off x="4716463" y="5022851"/>
              <a:ext cx="0" cy="544513"/>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latin typeface="微软雅黑 Light" panose="020B0502040204020203" pitchFamily="34" charset="-122"/>
                <a:ea typeface="微软雅黑 Light" panose="020B0502040204020203" pitchFamily="34" charset="-122"/>
              </a:endParaRPr>
            </a:p>
          </p:txBody>
        </p:sp>
      </p:grpSp>
    </p:spTree>
  </p:cSld>
  <p:clrMapOvr>
    <a:masterClrMapping/>
  </p:clrMapOvr>
</p:sld>
</file>

<file path=ppt/slides/slide2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5.5 </a:t>
            </a:r>
            <a:r>
              <a:rPr lang="zh-CN" altLang="en-US" dirty="0"/>
              <a:t>软件定义网络</a:t>
            </a:r>
            <a:endParaRPr lang="zh-CN" altLang="en-US" dirty="0"/>
          </a:p>
        </p:txBody>
      </p:sp>
      <p:sp>
        <p:nvSpPr>
          <p:cNvPr id="3" name="内容占位符 2"/>
          <p:cNvSpPr>
            <a:spLocks noGrp="1"/>
          </p:cNvSpPr>
          <p:nvPr>
            <p:ph sz="half" idx="1"/>
          </p:nvPr>
        </p:nvSpPr>
        <p:spPr/>
        <p:txBody>
          <a:bodyPr>
            <a:normAutofit/>
          </a:bodyPr>
          <a:lstStyle/>
          <a:p>
            <a:r>
              <a:rPr lang="en-US" altLang="zh-CN" dirty="0"/>
              <a:t>SDN</a:t>
            </a:r>
            <a:r>
              <a:rPr lang="zh-CN" altLang="en-US" dirty="0"/>
              <a:t>：</a:t>
            </a:r>
            <a:r>
              <a:rPr lang="en-US" altLang="zh-CN" dirty="0"/>
              <a:t>Software-defined Networking</a:t>
            </a:r>
            <a:r>
              <a:rPr lang="zh-CN" altLang="en-US" dirty="0"/>
              <a:t>技术是一种网络管理方法，它支持动态可编程的网络配置，提高了网络性能和管理效率，使网络服务能够像云计算一样提供灵活的定制能力</a:t>
            </a:r>
            <a:endParaRPr lang="zh-CN" altLang="en-US" dirty="0"/>
          </a:p>
          <a:p>
            <a:r>
              <a:rPr lang="en-US" altLang="zh-CN" dirty="0"/>
              <a:t>SDN</a:t>
            </a:r>
            <a:r>
              <a:rPr lang="zh-CN" altLang="en-US" dirty="0"/>
              <a:t>将网络设备的转发面与控制面解耦，通过控制器负责网络设备的管理、网络业务的编排和业务流量的调度，具有成本低、集中管理、灵活调度等优点</a:t>
            </a:r>
            <a:endParaRPr lang="zh-CN" altLang="en-US" dirty="0"/>
          </a:p>
          <a:p>
            <a:endParaRPr lang="zh-CN" altLang="en-US" dirty="0"/>
          </a:p>
        </p:txBody>
      </p:sp>
      <p:sp>
        <p:nvSpPr>
          <p:cNvPr id="5" name="灯片编号占位符 4"/>
          <p:cNvSpPr>
            <a:spLocks noGrp="1"/>
          </p:cNvSpPr>
          <p:nvPr>
            <p:ph type="sldNum" sz="quarter" idx="12"/>
          </p:nvPr>
        </p:nvSpPr>
        <p:spPr/>
        <p:txBody>
          <a:bodyPr/>
          <a:lstStyle/>
          <a:p>
            <a:pPr>
              <a:defRPr/>
            </a:pPr>
            <a:fld id="{5ACAED0A-32C0-459D-9CE5-9FDF4154FCB4}" type="slidenum">
              <a:rPr lang="en-US" altLang="zh-CN" smtClean="0"/>
            </a:fld>
            <a:endParaRPr lang="en-US" altLang="zh-CN" dirty="0"/>
          </a:p>
        </p:txBody>
      </p:sp>
      <p:sp>
        <p:nvSpPr>
          <p:cNvPr id="7" name="文本框 6"/>
          <p:cNvSpPr txBox="1"/>
          <p:nvPr/>
        </p:nvSpPr>
        <p:spPr>
          <a:xfrm>
            <a:off x="6499927" y="6185656"/>
            <a:ext cx="4713283" cy="432362"/>
          </a:xfrm>
          <a:prstGeom prst="rect">
            <a:avLst/>
          </a:prstGeom>
          <a:noFill/>
        </p:spPr>
        <p:txBody>
          <a:bodyPr wrap="square">
            <a:spAutoFit/>
          </a:bodyPr>
          <a:lstStyle/>
          <a:p>
            <a:pPr algn="ctr">
              <a:lnSpc>
                <a:spcPct val="120000"/>
              </a:lnSpc>
            </a:pPr>
            <a:r>
              <a:rPr lang="en-US" altLang="zh-CN" dirty="0">
                <a:latin typeface="微软雅黑 Light" panose="020B0502040204020203" pitchFamily="34" charset="-122"/>
                <a:ea typeface="微软雅黑 Light" panose="020B0502040204020203" pitchFamily="34" charset="-122"/>
                <a:cs typeface="+mn-ea"/>
                <a:sym typeface="+mn-lt"/>
              </a:rPr>
              <a:t>SDN</a:t>
            </a:r>
            <a:r>
              <a:rPr lang="zh-CN" altLang="en-US" dirty="0">
                <a:latin typeface="微软雅黑 Light" panose="020B0502040204020203" pitchFamily="34" charset="-122"/>
                <a:ea typeface="微软雅黑 Light" panose="020B0502040204020203" pitchFamily="34" charset="-122"/>
                <a:cs typeface="+mn-ea"/>
                <a:sym typeface="+mn-lt"/>
              </a:rPr>
              <a:t>网络控制平面和数据平面的分离</a:t>
            </a:r>
            <a:endParaRPr lang="zh-CN" altLang="en-US" dirty="0">
              <a:latin typeface="微软雅黑 Light" panose="020B0502040204020203" pitchFamily="34" charset="-122"/>
              <a:ea typeface="微软雅黑 Light" panose="020B0502040204020203" pitchFamily="34" charset="-122"/>
              <a:cs typeface="+mn-ea"/>
              <a:sym typeface="+mn-lt"/>
            </a:endParaRPr>
          </a:p>
        </p:txBody>
      </p:sp>
      <p:pic>
        <p:nvPicPr>
          <p:cNvPr id="37" name="图片 36"/>
          <p:cNvPicPr>
            <a:picLocks noChangeAspect="1"/>
          </p:cNvPicPr>
          <p:nvPr/>
        </p:nvPicPr>
        <p:blipFill>
          <a:blip r:embed="rId1">
            <a:duotone>
              <a:schemeClr val="accent2">
                <a:shade val="45000"/>
                <a:satMod val="135000"/>
              </a:schemeClr>
              <a:prstClr val="white"/>
            </a:duotone>
          </a:blip>
          <a:stretch>
            <a:fillRect/>
          </a:stretch>
        </p:blipFill>
        <p:spPr>
          <a:xfrm>
            <a:off x="7017565" y="3514234"/>
            <a:ext cx="4097655" cy="2388125"/>
          </a:xfrm>
          <a:prstGeom prst="rect">
            <a:avLst/>
          </a:prstGeom>
        </p:spPr>
      </p:pic>
      <p:pic>
        <p:nvPicPr>
          <p:cNvPr id="38" name="图片 37"/>
          <p:cNvPicPr>
            <a:picLocks noChangeAspect="1"/>
          </p:cNvPicPr>
          <p:nvPr/>
        </p:nvPicPr>
        <p:blipFill>
          <a:blip r:embed="rId2">
            <a:duotone>
              <a:schemeClr val="accent2">
                <a:shade val="45000"/>
                <a:satMod val="135000"/>
              </a:schemeClr>
              <a:prstClr val="white"/>
            </a:duotone>
          </a:blip>
          <a:stretch>
            <a:fillRect/>
          </a:stretch>
        </p:blipFill>
        <p:spPr>
          <a:xfrm>
            <a:off x="8108141" y="4216015"/>
            <a:ext cx="376238" cy="376238"/>
          </a:xfrm>
          <a:prstGeom prst="rect">
            <a:avLst/>
          </a:prstGeom>
        </p:spPr>
      </p:pic>
      <p:pic>
        <p:nvPicPr>
          <p:cNvPr id="39" name="图片 38"/>
          <p:cNvPicPr>
            <a:picLocks noChangeAspect="1"/>
          </p:cNvPicPr>
          <p:nvPr/>
        </p:nvPicPr>
        <p:blipFill>
          <a:blip r:embed="rId2">
            <a:duotone>
              <a:schemeClr val="accent2">
                <a:shade val="45000"/>
                <a:satMod val="135000"/>
              </a:schemeClr>
              <a:prstClr val="white"/>
            </a:duotone>
          </a:blip>
          <a:stretch>
            <a:fillRect/>
          </a:stretch>
        </p:blipFill>
        <p:spPr>
          <a:xfrm>
            <a:off x="7496636" y="4856095"/>
            <a:ext cx="376238" cy="376238"/>
          </a:xfrm>
          <a:prstGeom prst="rect">
            <a:avLst/>
          </a:prstGeom>
        </p:spPr>
      </p:pic>
      <p:pic>
        <p:nvPicPr>
          <p:cNvPr id="40" name="图片 39"/>
          <p:cNvPicPr>
            <a:picLocks noChangeAspect="1"/>
          </p:cNvPicPr>
          <p:nvPr/>
        </p:nvPicPr>
        <p:blipFill>
          <a:blip r:embed="rId2">
            <a:duotone>
              <a:schemeClr val="accent2">
                <a:shade val="45000"/>
                <a:satMod val="135000"/>
              </a:schemeClr>
              <a:prstClr val="white"/>
            </a:duotone>
          </a:blip>
          <a:stretch>
            <a:fillRect/>
          </a:stretch>
        </p:blipFill>
        <p:spPr>
          <a:xfrm>
            <a:off x="8544386" y="4971256"/>
            <a:ext cx="376238" cy="376238"/>
          </a:xfrm>
          <a:prstGeom prst="rect">
            <a:avLst/>
          </a:prstGeom>
        </p:spPr>
      </p:pic>
      <p:pic>
        <p:nvPicPr>
          <p:cNvPr id="41" name="图片 40"/>
          <p:cNvPicPr>
            <a:picLocks noChangeAspect="1"/>
          </p:cNvPicPr>
          <p:nvPr/>
        </p:nvPicPr>
        <p:blipFill>
          <a:blip r:embed="rId2">
            <a:duotone>
              <a:schemeClr val="accent2">
                <a:shade val="45000"/>
                <a:satMod val="135000"/>
              </a:schemeClr>
              <a:prstClr val="white"/>
            </a:duotone>
          </a:blip>
          <a:stretch>
            <a:fillRect/>
          </a:stretch>
        </p:blipFill>
        <p:spPr>
          <a:xfrm>
            <a:off x="9122077" y="4520178"/>
            <a:ext cx="376238" cy="376238"/>
          </a:xfrm>
          <a:prstGeom prst="rect">
            <a:avLst/>
          </a:prstGeom>
        </p:spPr>
      </p:pic>
      <p:pic>
        <p:nvPicPr>
          <p:cNvPr id="42" name="图片 41"/>
          <p:cNvPicPr>
            <a:picLocks noChangeAspect="1"/>
          </p:cNvPicPr>
          <p:nvPr/>
        </p:nvPicPr>
        <p:blipFill>
          <a:blip r:embed="rId2">
            <a:duotone>
              <a:schemeClr val="accent2">
                <a:shade val="45000"/>
                <a:satMod val="135000"/>
              </a:schemeClr>
              <a:prstClr val="white"/>
            </a:duotone>
          </a:blip>
          <a:stretch>
            <a:fillRect/>
          </a:stretch>
        </p:blipFill>
        <p:spPr>
          <a:xfrm>
            <a:off x="10136013" y="4359590"/>
            <a:ext cx="376238" cy="376238"/>
          </a:xfrm>
          <a:prstGeom prst="rect">
            <a:avLst/>
          </a:prstGeom>
        </p:spPr>
      </p:pic>
      <p:cxnSp>
        <p:nvCxnSpPr>
          <p:cNvPr id="43" name="直接连接符 42"/>
          <p:cNvCxnSpPr>
            <a:stCxn id="39" idx="0"/>
            <a:endCxn id="38" idx="1"/>
          </p:cNvCxnSpPr>
          <p:nvPr/>
        </p:nvCxnSpPr>
        <p:spPr>
          <a:xfrm flipV="1">
            <a:off x="7684755" y="4404134"/>
            <a:ext cx="423386" cy="451961"/>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44" name="直接连接符 43"/>
          <p:cNvCxnSpPr>
            <a:stCxn id="39" idx="3"/>
            <a:endCxn id="40" idx="1"/>
          </p:cNvCxnSpPr>
          <p:nvPr/>
        </p:nvCxnSpPr>
        <p:spPr>
          <a:xfrm>
            <a:off x="7872874" y="5044214"/>
            <a:ext cx="671512" cy="115161"/>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45" name="直接连接符 44"/>
          <p:cNvCxnSpPr>
            <a:stCxn id="38" idx="3"/>
            <a:endCxn id="41" idx="1"/>
          </p:cNvCxnSpPr>
          <p:nvPr/>
        </p:nvCxnSpPr>
        <p:spPr>
          <a:xfrm>
            <a:off x="8484379" y="4404134"/>
            <a:ext cx="637698" cy="304163"/>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46" name="直接连接符 45"/>
          <p:cNvCxnSpPr>
            <a:stCxn id="40" idx="3"/>
            <a:endCxn id="41" idx="1"/>
          </p:cNvCxnSpPr>
          <p:nvPr/>
        </p:nvCxnSpPr>
        <p:spPr>
          <a:xfrm flipV="1">
            <a:off x="8920624" y="4708297"/>
            <a:ext cx="201453" cy="451078"/>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47" name="直接连接符 46"/>
          <p:cNvCxnSpPr>
            <a:stCxn id="41" idx="3"/>
            <a:endCxn id="42" idx="1"/>
          </p:cNvCxnSpPr>
          <p:nvPr/>
        </p:nvCxnSpPr>
        <p:spPr>
          <a:xfrm flipV="1">
            <a:off x="9498315" y="4547709"/>
            <a:ext cx="637698" cy="160588"/>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sp>
        <p:nvSpPr>
          <p:cNvPr id="48" name="文本框 47"/>
          <p:cNvSpPr txBox="1"/>
          <p:nvPr/>
        </p:nvSpPr>
        <p:spPr>
          <a:xfrm rot="19747546">
            <a:off x="8560577" y="4959606"/>
            <a:ext cx="2466023" cy="461665"/>
          </a:xfrm>
          <a:prstGeom prst="rect">
            <a:avLst/>
          </a:prstGeom>
          <a:noFill/>
        </p:spPr>
        <p:txBody>
          <a:bodyPr wrap="square" rtlCol="0">
            <a:spAutoFit/>
          </a:bodyPr>
          <a:lstStyle/>
          <a:p>
            <a:pPr algn="ctr"/>
            <a:r>
              <a:rPr lang="zh-CN" altLang="en-US" sz="1200" dirty="0"/>
              <a:t>网络转发设备</a:t>
            </a:r>
            <a:endParaRPr lang="en-US" altLang="zh-CN" sz="1200" dirty="0"/>
          </a:p>
          <a:p>
            <a:pPr algn="ctr"/>
            <a:r>
              <a:rPr lang="zh-CN" altLang="en-US" sz="1200" dirty="0"/>
              <a:t>（如</a:t>
            </a:r>
            <a:r>
              <a:rPr lang="en-US" altLang="zh-CN" sz="1200" dirty="0"/>
              <a:t>OpenFlow</a:t>
            </a:r>
            <a:r>
              <a:rPr lang="zh-CN" altLang="en-US" sz="1200" dirty="0"/>
              <a:t>交换机）</a:t>
            </a:r>
            <a:endParaRPr lang="zh-CN" altLang="en-US" sz="1200" dirty="0"/>
          </a:p>
        </p:txBody>
      </p:sp>
      <p:sp>
        <p:nvSpPr>
          <p:cNvPr id="49" name="矩形 48"/>
          <p:cNvSpPr/>
          <p:nvPr/>
        </p:nvSpPr>
        <p:spPr>
          <a:xfrm>
            <a:off x="6665103" y="3063582"/>
            <a:ext cx="4967323" cy="2957706"/>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 name="文本框 49"/>
          <p:cNvSpPr txBox="1"/>
          <p:nvPr/>
        </p:nvSpPr>
        <p:spPr>
          <a:xfrm>
            <a:off x="6611764" y="3116922"/>
            <a:ext cx="1219200" cy="276999"/>
          </a:xfrm>
          <a:prstGeom prst="rect">
            <a:avLst/>
          </a:prstGeom>
          <a:noFill/>
        </p:spPr>
        <p:txBody>
          <a:bodyPr wrap="square" rtlCol="0">
            <a:spAutoFit/>
          </a:bodyPr>
          <a:lstStyle/>
          <a:p>
            <a:pPr algn="ctr"/>
            <a:r>
              <a:rPr lang="zh-CN" altLang="en-US" sz="1200" dirty="0"/>
              <a:t>数据平面</a:t>
            </a:r>
            <a:endParaRPr lang="zh-CN" altLang="en-US" sz="1200" dirty="0"/>
          </a:p>
        </p:txBody>
      </p:sp>
      <p:sp>
        <p:nvSpPr>
          <p:cNvPr id="51" name="矩形: 圆角 50"/>
          <p:cNvSpPr/>
          <p:nvPr/>
        </p:nvSpPr>
        <p:spPr>
          <a:xfrm>
            <a:off x="6611764" y="1127186"/>
            <a:ext cx="5017770" cy="388620"/>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 name="文本框 51"/>
          <p:cNvSpPr txBox="1"/>
          <p:nvPr/>
        </p:nvSpPr>
        <p:spPr>
          <a:xfrm>
            <a:off x="7056545" y="1163367"/>
            <a:ext cx="3882426" cy="276999"/>
          </a:xfrm>
          <a:prstGeom prst="rect">
            <a:avLst/>
          </a:prstGeom>
          <a:noFill/>
        </p:spPr>
        <p:txBody>
          <a:bodyPr wrap="square" rtlCol="0">
            <a:spAutoFit/>
          </a:bodyPr>
          <a:lstStyle/>
          <a:p>
            <a:pPr algn="ctr"/>
            <a:r>
              <a:rPr lang="zh-CN" altLang="en-US" sz="1200" dirty="0"/>
              <a:t>网络应用程序</a:t>
            </a:r>
            <a:endParaRPr lang="zh-CN" altLang="en-US" sz="1200" dirty="0"/>
          </a:p>
        </p:txBody>
      </p:sp>
      <p:sp>
        <p:nvSpPr>
          <p:cNvPr id="53" name="矩形: 圆角 52"/>
          <p:cNvSpPr/>
          <p:nvPr/>
        </p:nvSpPr>
        <p:spPr>
          <a:xfrm>
            <a:off x="6613192" y="1954666"/>
            <a:ext cx="5017770" cy="388620"/>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4" name="文本框 53"/>
          <p:cNvSpPr txBox="1"/>
          <p:nvPr/>
        </p:nvSpPr>
        <p:spPr>
          <a:xfrm>
            <a:off x="7701918" y="2014788"/>
            <a:ext cx="2670846" cy="276999"/>
          </a:xfrm>
          <a:prstGeom prst="rect">
            <a:avLst/>
          </a:prstGeom>
          <a:noFill/>
        </p:spPr>
        <p:txBody>
          <a:bodyPr wrap="square" rtlCol="0">
            <a:spAutoFit/>
          </a:bodyPr>
          <a:lstStyle/>
          <a:p>
            <a:pPr algn="ctr"/>
            <a:r>
              <a:rPr lang="en-US" altLang="zh-CN" sz="1200" dirty="0"/>
              <a:t>SDN</a:t>
            </a:r>
            <a:r>
              <a:rPr lang="zh-CN" altLang="en-US" sz="1200" dirty="0"/>
              <a:t>控制器</a:t>
            </a:r>
            <a:endParaRPr lang="zh-CN" altLang="en-US" sz="1200" dirty="0"/>
          </a:p>
        </p:txBody>
      </p:sp>
      <p:sp>
        <p:nvSpPr>
          <p:cNvPr id="55" name="箭头: 上下 54"/>
          <p:cNvSpPr/>
          <p:nvPr/>
        </p:nvSpPr>
        <p:spPr>
          <a:xfrm>
            <a:off x="8856569" y="2356083"/>
            <a:ext cx="235939" cy="704395"/>
          </a:xfrm>
          <a:prstGeom prst="upDownArrow">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 name="箭头: 上下 55"/>
          <p:cNvSpPr/>
          <p:nvPr/>
        </p:nvSpPr>
        <p:spPr>
          <a:xfrm>
            <a:off x="8856569" y="1539099"/>
            <a:ext cx="182165" cy="414200"/>
          </a:xfrm>
          <a:prstGeom prst="upDownArrow">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7" name="文本框 56"/>
          <p:cNvSpPr txBox="1"/>
          <p:nvPr/>
        </p:nvSpPr>
        <p:spPr>
          <a:xfrm>
            <a:off x="8250064" y="1578934"/>
            <a:ext cx="2670846" cy="276999"/>
          </a:xfrm>
          <a:prstGeom prst="rect">
            <a:avLst/>
          </a:prstGeom>
          <a:noFill/>
        </p:spPr>
        <p:txBody>
          <a:bodyPr wrap="square" rtlCol="0">
            <a:spAutoFit/>
          </a:bodyPr>
          <a:lstStyle/>
          <a:p>
            <a:pPr algn="ctr"/>
            <a:r>
              <a:rPr lang="zh-CN" altLang="en-US" sz="1200" dirty="0"/>
              <a:t>北向接口协议</a:t>
            </a:r>
            <a:endParaRPr lang="zh-CN" altLang="en-US" sz="1200" dirty="0"/>
          </a:p>
        </p:txBody>
      </p:sp>
      <p:sp>
        <p:nvSpPr>
          <p:cNvPr id="58" name="文本框 57"/>
          <p:cNvSpPr txBox="1"/>
          <p:nvPr/>
        </p:nvSpPr>
        <p:spPr>
          <a:xfrm>
            <a:off x="8250064" y="2567778"/>
            <a:ext cx="2670846" cy="276999"/>
          </a:xfrm>
          <a:prstGeom prst="rect">
            <a:avLst/>
          </a:prstGeom>
          <a:noFill/>
        </p:spPr>
        <p:txBody>
          <a:bodyPr wrap="square" rtlCol="0">
            <a:spAutoFit/>
          </a:bodyPr>
          <a:lstStyle/>
          <a:p>
            <a:pPr algn="ctr"/>
            <a:r>
              <a:rPr lang="zh-CN" altLang="en-US" sz="1200" dirty="0"/>
              <a:t>南向接口协议</a:t>
            </a:r>
            <a:endParaRPr lang="zh-CN" altLang="en-US" sz="1200" dirty="0"/>
          </a:p>
        </p:txBody>
      </p:sp>
      <p:sp>
        <p:nvSpPr>
          <p:cNvPr id="59" name="文本框 58"/>
          <p:cNvSpPr txBox="1"/>
          <p:nvPr/>
        </p:nvSpPr>
        <p:spPr>
          <a:xfrm>
            <a:off x="6830050" y="2494467"/>
            <a:ext cx="1295951" cy="276999"/>
          </a:xfrm>
          <a:prstGeom prst="rect">
            <a:avLst/>
          </a:prstGeom>
          <a:solidFill>
            <a:schemeClr val="bg1"/>
          </a:solidFill>
        </p:spPr>
        <p:txBody>
          <a:bodyPr wrap="square" rtlCol="0">
            <a:spAutoFit/>
          </a:bodyPr>
          <a:lstStyle/>
          <a:p>
            <a:pPr algn="ctr"/>
            <a:r>
              <a:rPr lang="en-US" altLang="zh-CN" sz="1200" dirty="0"/>
              <a:t>OpenFlow</a:t>
            </a:r>
            <a:r>
              <a:rPr lang="zh-CN" altLang="en-US" sz="1200" dirty="0"/>
              <a:t>协议</a:t>
            </a:r>
            <a:endParaRPr lang="zh-CN" altLang="en-US" sz="1200" dirty="0"/>
          </a:p>
        </p:txBody>
      </p:sp>
      <p:cxnSp>
        <p:nvCxnSpPr>
          <p:cNvPr id="60" name="直接连接符 59"/>
          <p:cNvCxnSpPr/>
          <p:nvPr/>
        </p:nvCxnSpPr>
        <p:spPr>
          <a:xfrm>
            <a:off x="7661895" y="2343286"/>
            <a:ext cx="0" cy="2808115"/>
          </a:xfrm>
          <a:prstGeom prst="line">
            <a:avLst/>
          </a:prstGeom>
          <a:ln w="19050">
            <a:solidFill>
              <a:srgbClr val="0070C0"/>
            </a:solidFill>
            <a:prstDash val="dash"/>
          </a:ln>
        </p:spPr>
        <p:style>
          <a:lnRef idx="1">
            <a:schemeClr val="accent1"/>
          </a:lnRef>
          <a:fillRef idx="0">
            <a:schemeClr val="accent1"/>
          </a:fillRef>
          <a:effectRef idx="0">
            <a:schemeClr val="accent1"/>
          </a:effectRef>
          <a:fontRef idx="minor">
            <a:schemeClr val="tx1"/>
          </a:fontRef>
        </p:style>
      </p:cxnSp>
      <p:cxnSp>
        <p:nvCxnSpPr>
          <p:cNvPr id="61" name="直接连接符 60"/>
          <p:cNvCxnSpPr>
            <a:endCxn id="38" idx="0"/>
          </p:cNvCxnSpPr>
          <p:nvPr/>
        </p:nvCxnSpPr>
        <p:spPr>
          <a:xfrm>
            <a:off x="8296260" y="2356083"/>
            <a:ext cx="0" cy="1859932"/>
          </a:xfrm>
          <a:prstGeom prst="line">
            <a:avLst/>
          </a:prstGeom>
          <a:ln w="19050">
            <a:solidFill>
              <a:srgbClr val="0070C0"/>
            </a:solidFill>
            <a:prstDash val="dash"/>
          </a:ln>
        </p:spPr>
        <p:style>
          <a:lnRef idx="1">
            <a:schemeClr val="accent1"/>
          </a:lnRef>
          <a:fillRef idx="0">
            <a:schemeClr val="accent1"/>
          </a:fillRef>
          <a:effectRef idx="0">
            <a:schemeClr val="accent1"/>
          </a:effectRef>
          <a:fontRef idx="minor">
            <a:schemeClr val="tx1"/>
          </a:fontRef>
        </p:style>
      </p:cxnSp>
      <p:cxnSp>
        <p:nvCxnSpPr>
          <p:cNvPr id="62" name="直接连接符 61"/>
          <p:cNvCxnSpPr>
            <a:endCxn id="40" idx="0"/>
          </p:cNvCxnSpPr>
          <p:nvPr/>
        </p:nvCxnSpPr>
        <p:spPr>
          <a:xfrm>
            <a:off x="8732505" y="2356083"/>
            <a:ext cx="0" cy="2615173"/>
          </a:xfrm>
          <a:prstGeom prst="line">
            <a:avLst/>
          </a:prstGeom>
          <a:ln w="19050">
            <a:solidFill>
              <a:srgbClr val="0070C0"/>
            </a:solidFill>
            <a:prstDash val="dash"/>
          </a:ln>
        </p:spPr>
        <p:style>
          <a:lnRef idx="1">
            <a:schemeClr val="accent1"/>
          </a:lnRef>
          <a:fillRef idx="0">
            <a:schemeClr val="accent1"/>
          </a:fillRef>
          <a:effectRef idx="0">
            <a:schemeClr val="accent1"/>
          </a:effectRef>
          <a:fontRef idx="minor">
            <a:schemeClr val="tx1"/>
          </a:fontRef>
        </p:style>
      </p:cxnSp>
      <p:cxnSp>
        <p:nvCxnSpPr>
          <p:cNvPr id="63" name="直接连接符 62"/>
          <p:cNvCxnSpPr/>
          <p:nvPr/>
        </p:nvCxnSpPr>
        <p:spPr>
          <a:xfrm>
            <a:off x="9259254" y="2343285"/>
            <a:ext cx="0" cy="2544274"/>
          </a:xfrm>
          <a:prstGeom prst="line">
            <a:avLst/>
          </a:prstGeom>
          <a:ln w="19050">
            <a:solidFill>
              <a:srgbClr val="0070C0"/>
            </a:solidFill>
            <a:prstDash val="dash"/>
          </a:ln>
        </p:spPr>
        <p:style>
          <a:lnRef idx="1">
            <a:schemeClr val="accent1"/>
          </a:lnRef>
          <a:fillRef idx="0">
            <a:schemeClr val="accent1"/>
          </a:fillRef>
          <a:effectRef idx="0">
            <a:schemeClr val="accent1"/>
          </a:effectRef>
          <a:fontRef idx="minor">
            <a:schemeClr val="tx1"/>
          </a:fontRef>
        </p:style>
      </p:cxnSp>
      <p:cxnSp>
        <p:nvCxnSpPr>
          <p:cNvPr id="64" name="直接连接符 63"/>
          <p:cNvCxnSpPr>
            <a:endCxn id="42" idx="0"/>
          </p:cNvCxnSpPr>
          <p:nvPr/>
        </p:nvCxnSpPr>
        <p:spPr>
          <a:xfrm>
            <a:off x="10324132" y="2356083"/>
            <a:ext cx="0" cy="2003507"/>
          </a:xfrm>
          <a:prstGeom prst="line">
            <a:avLst/>
          </a:prstGeom>
          <a:ln w="19050">
            <a:solidFill>
              <a:srgbClr val="0070C0"/>
            </a:solidFill>
            <a:prstDash val="dash"/>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2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cs typeface="+mn-ea"/>
                <a:sym typeface="+mn-lt"/>
              </a:rPr>
              <a:t>SDN</a:t>
            </a:r>
            <a:r>
              <a:rPr lang="zh-CN" altLang="en-US" dirty="0">
                <a:cs typeface="+mn-ea"/>
                <a:sym typeface="+mn-lt"/>
              </a:rPr>
              <a:t>的优点</a:t>
            </a:r>
            <a:endParaRPr lang="zh-CN" altLang="en-US" dirty="0"/>
          </a:p>
        </p:txBody>
      </p:sp>
      <p:sp>
        <p:nvSpPr>
          <p:cNvPr id="3" name="内容占位符 2"/>
          <p:cNvSpPr>
            <a:spLocks noGrp="1"/>
          </p:cNvSpPr>
          <p:nvPr>
            <p:ph sz="half" idx="1"/>
          </p:nvPr>
        </p:nvSpPr>
        <p:spPr>
          <a:xfrm>
            <a:off x="335360" y="1088577"/>
            <a:ext cx="11521280" cy="5437187"/>
          </a:xfrm>
        </p:spPr>
        <p:txBody>
          <a:bodyPr/>
          <a:lstStyle/>
          <a:p>
            <a:pPr>
              <a:lnSpc>
                <a:spcPct val="90000"/>
              </a:lnSpc>
            </a:pPr>
            <a:r>
              <a:rPr lang="zh-CN" altLang="en-US" dirty="0">
                <a:sym typeface="+mn-lt"/>
              </a:rPr>
              <a:t>网络可编程：网络设备提供应用编程接口（</a:t>
            </a:r>
            <a:r>
              <a:rPr lang="en-US" altLang="zh-CN" dirty="0">
                <a:sym typeface="+mn-lt"/>
              </a:rPr>
              <a:t>API</a:t>
            </a:r>
            <a:r>
              <a:rPr lang="zh-CN" altLang="en-US" dirty="0">
                <a:sym typeface="+mn-lt"/>
              </a:rPr>
              <a:t>），管理人员能够通过编程语言向网络设备发送指令</a:t>
            </a:r>
            <a:endParaRPr lang="zh-CN" altLang="en-US" dirty="0">
              <a:sym typeface="+mn-lt"/>
            </a:endParaRPr>
          </a:p>
          <a:p>
            <a:pPr>
              <a:lnSpc>
                <a:spcPct val="90000"/>
              </a:lnSpc>
            </a:pPr>
            <a:r>
              <a:rPr lang="zh-CN" altLang="en-US" dirty="0">
                <a:sym typeface="+mn-lt"/>
              </a:rPr>
              <a:t>网络抽象化</a:t>
            </a:r>
            <a:r>
              <a:rPr lang="en-US" altLang="zh-CN" dirty="0">
                <a:sym typeface="+mn-lt"/>
              </a:rPr>
              <a:t>:  </a:t>
            </a:r>
            <a:r>
              <a:rPr lang="zh-CN" altLang="en-US" dirty="0">
                <a:sym typeface="+mn-lt"/>
              </a:rPr>
              <a:t>底层的硬件设备抽象为虚拟化的资源池，应用和服务不再与硬件紧密耦合</a:t>
            </a:r>
            <a:endParaRPr lang="zh-CN" altLang="en-US" dirty="0">
              <a:sym typeface="+mn-lt"/>
            </a:endParaRPr>
          </a:p>
          <a:p>
            <a:pPr>
              <a:lnSpc>
                <a:spcPct val="90000"/>
              </a:lnSpc>
            </a:pPr>
            <a:r>
              <a:rPr lang="zh-CN" altLang="en-US" dirty="0">
                <a:sym typeface="+mn-lt"/>
              </a:rPr>
              <a:t>业务灵活调度</a:t>
            </a:r>
            <a:r>
              <a:rPr lang="en-US" altLang="zh-CN" dirty="0">
                <a:sym typeface="+mn-lt"/>
              </a:rPr>
              <a:t>:  </a:t>
            </a:r>
            <a:r>
              <a:rPr lang="zh-CN" altLang="en-US" dirty="0">
                <a:sym typeface="+mn-lt"/>
              </a:rPr>
              <a:t>通过开放的南北向接口，实现了将计算机语言到配置命令行的翻译，解决了传统网络业务调度不灵活的问题</a:t>
            </a:r>
            <a:endParaRPr lang="zh-CN" altLang="en-US" dirty="0">
              <a:sym typeface="+mn-lt"/>
            </a:endParaRPr>
          </a:p>
          <a:p>
            <a:pPr>
              <a:lnSpc>
                <a:spcPct val="90000"/>
              </a:lnSpc>
            </a:pPr>
            <a:r>
              <a:rPr lang="zh-CN" altLang="en-US" dirty="0">
                <a:sym typeface="+mn-lt"/>
              </a:rPr>
              <a:t>集中管理</a:t>
            </a:r>
            <a:r>
              <a:rPr lang="en-US" altLang="zh-CN" dirty="0">
                <a:sym typeface="+mn-lt"/>
              </a:rPr>
              <a:t>:  </a:t>
            </a:r>
            <a:r>
              <a:rPr lang="zh-CN" altLang="en-US" dirty="0">
                <a:sym typeface="+mn-lt"/>
              </a:rPr>
              <a:t>管理员可以直接感知整个网络的状态，及时调整带宽和优化策略，便于进行整网的管理</a:t>
            </a:r>
            <a:endParaRPr lang="zh-CN" altLang="en-US" dirty="0">
              <a:sym typeface="+mn-lt"/>
            </a:endParaRPr>
          </a:p>
          <a:p>
            <a:pPr>
              <a:lnSpc>
                <a:spcPct val="90000"/>
              </a:lnSpc>
            </a:pPr>
            <a:r>
              <a:rPr lang="zh-CN" altLang="en-US" dirty="0">
                <a:sym typeface="+mn-lt"/>
              </a:rPr>
              <a:t>开放性</a:t>
            </a:r>
            <a:r>
              <a:rPr lang="en-US" altLang="zh-CN" dirty="0">
                <a:sym typeface="+mn-lt"/>
              </a:rPr>
              <a:t>:  </a:t>
            </a:r>
            <a:r>
              <a:rPr lang="zh-CN" altLang="en-US" dirty="0">
                <a:sym typeface="+mn-lt"/>
              </a:rPr>
              <a:t>开放的</a:t>
            </a:r>
            <a:r>
              <a:rPr lang="en-US" altLang="zh-CN" dirty="0">
                <a:sym typeface="+mn-lt"/>
              </a:rPr>
              <a:t>API</a:t>
            </a:r>
            <a:r>
              <a:rPr lang="zh-CN" altLang="en-US" dirty="0">
                <a:sym typeface="+mn-lt"/>
              </a:rPr>
              <a:t>支持云编排、</a:t>
            </a:r>
            <a:r>
              <a:rPr lang="en-US" altLang="zh-CN" dirty="0">
                <a:sym typeface="+mn-lt"/>
              </a:rPr>
              <a:t>SaaS</a:t>
            </a:r>
            <a:r>
              <a:rPr lang="zh-CN" altLang="en-US" dirty="0">
                <a:sym typeface="+mn-lt"/>
              </a:rPr>
              <a:t>等多种应用程序，也可以通过</a:t>
            </a:r>
            <a:r>
              <a:rPr lang="en-US" altLang="zh-CN" dirty="0" err="1">
                <a:sym typeface="+mn-lt"/>
              </a:rPr>
              <a:t>Openflow</a:t>
            </a:r>
            <a:r>
              <a:rPr lang="zh-CN" altLang="en-US" dirty="0">
                <a:sym typeface="+mn-lt"/>
              </a:rPr>
              <a:t>控制不同供应商的硬件</a:t>
            </a:r>
            <a:endParaRPr lang="zh-CN" altLang="en-US" dirty="0">
              <a:sym typeface="+mn-lt"/>
            </a:endParaRPr>
          </a:p>
        </p:txBody>
      </p:sp>
      <p:sp>
        <p:nvSpPr>
          <p:cNvPr id="5" name="灯片编号占位符 4"/>
          <p:cNvSpPr>
            <a:spLocks noGrp="1"/>
          </p:cNvSpPr>
          <p:nvPr>
            <p:ph type="sldNum" sz="quarter" idx="12"/>
          </p:nvPr>
        </p:nvSpPr>
        <p:spPr/>
        <p:txBody>
          <a:bodyPr/>
          <a:lstStyle/>
          <a:p>
            <a:pPr>
              <a:defRPr/>
            </a:pPr>
            <a:fld id="{5ACAED0A-32C0-459D-9CE5-9FDF4154FCB4}" type="slidenum">
              <a:rPr lang="en-US" altLang="zh-CN" smtClean="0"/>
            </a:fld>
            <a:endParaRPr lang="en-US" altLang="zh-CN" dirty="0"/>
          </a:p>
        </p:txBody>
      </p:sp>
    </p:spTree>
  </p:cSld>
  <p:clrMapOvr>
    <a:masterClrMapping/>
  </p:clrMapOvr>
</p:sld>
</file>

<file path=ppt/slides/slide2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cs typeface="+mn-ea"/>
                <a:sym typeface="+mn-lt"/>
              </a:rPr>
              <a:t>SDN</a:t>
            </a:r>
            <a:r>
              <a:rPr lang="zh-CN" altLang="en-US" dirty="0">
                <a:cs typeface="+mn-ea"/>
                <a:sym typeface="+mn-lt"/>
              </a:rPr>
              <a:t>网络工作流程</a:t>
            </a:r>
            <a:endParaRPr lang="zh-CN" altLang="en-US" dirty="0"/>
          </a:p>
        </p:txBody>
      </p:sp>
      <p:sp>
        <p:nvSpPr>
          <p:cNvPr id="3" name="内容占位符 2"/>
          <p:cNvSpPr>
            <a:spLocks noGrp="1"/>
          </p:cNvSpPr>
          <p:nvPr>
            <p:ph sz="half" idx="1"/>
          </p:nvPr>
        </p:nvSpPr>
        <p:spPr>
          <a:xfrm>
            <a:off x="335360" y="1100603"/>
            <a:ext cx="11521280" cy="5437187"/>
          </a:xfrm>
        </p:spPr>
        <p:txBody>
          <a:bodyPr/>
          <a:lstStyle/>
          <a:p>
            <a:pPr>
              <a:lnSpc>
                <a:spcPct val="90000"/>
              </a:lnSpc>
            </a:pPr>
            <a:r>
              <a:rPr lang="zh-CN" altLang="en-US" dirty="0">
                <a:sym typeface="+mn-lt"/>
              </a:rPr>
              <a:t>控制器和转发设备之间建立控制通道，通常使用传统的</a:t>
            </a:r>
            <a:r>
              <a:rPr lang="en-US" altLang="zh-CN" dirty="0">
                <a:sym typeface="+mn-lt"/>
              </a:rPr>
              <a:t>IGP/VLAN</a:t>
            </a:r>
            <a:endParaRPr lang="zh-CN" altLang="en-US" dirty="0">
              <a:sym typeface="+mn-lt"/>
            </a:endParaRPr>
          </a:p>
          <a:p>
            <a:pPr>
              <a:lnSpc>
                <a:spcPct val="90000"/>
              </a:lnSpc>
            </a:pPr>
            <a:r>
              <a:rPr lang="zh-CN" altLang="en-US" dirty="0">
                <a:sym typeface="+mn-lt"/>
              </a:rPr>
              <a:t>控制器和转发设备建立连接后，从转发设备收集网络资源信息：</a:t>
            </a:r>
            <a:endParaRPr lang="en-US" altLang="zh-CN" dirty="0">
              <a:sym typeface="+mn-lt"/>
            </a:endParaRPr>
          </a:p>
          <a:p>
            <a:pPr lvl="1">
              <a:lnSpc>
                <a:spcPct val="90000"/>
              </a:lnSpc>
            </a:pPr>
            <a:r>
              <a:rPr lang="zh-CN" altLang="en-US" dirty="0">
                <a:sym typeface="+mn-lt"/>
              </a:rPr>
              <a:t>设备信息、接口信息、标签信息等</a:t>
            </a:r>
            <a:endParaRPr lang="en-US" altLang="zh-CN" dirty="0">
              <a:sym typeface="+mn-lt"/>
            </a:endParaRPr>
          </a:p>
          <a:p>
            <a:pPr lvl="1">
              <a:lnSpc>
                <a:spcPct val="90000"/>
              </a:lnSpc>
            </a:pPr>
            <a:r>
              <a:rPr lang="zh-CN" altLang="en-US" dirty="0">
                <a:sym typeface="+mn-lt"/>
              </a:rPr>
              <a:t>通过拓扑收集协议收集网络拓扑信息</a:t>
            </a:r>
            <a:endParaRPr lang="zh-CN" altLang="en-US" dirty="0">
              <a:sym typeface="+mn-lt"/>
            </a:endParaRPr>
          </a:p>
          <a:p>
            <a:pPr>
              <a:lnSpc>
                <a:spcPct val="90000"/>
              </a:lnSpc>
            </a:pPr>
            <a:r>
              <a:rPr lang="zh-CN" altLang="en-US" dirty="0">
                <a:sym typeface="+mn-lt"/>
              </a:rPr>
              <a:t>控制器利用网络拓扑信息和网络资源信息计算网络内部的交换路径，将信息下发给转发设备</a:t>
            </a:r>
            <a:endParaRPr lang="zh-CN" altLang="en-US" dirty="0">
              <a:sym typeface="+mn-lt"/>
            </a:endParaRPr>
          </a:p>
          <a:p>
            <a:pPr>
              <a:lnSpc>
                <a:spcPct val="90000"/>
              </a:lnSpc>
            </a:pPr>
            <a:r>
              <a:rPr lang="zh-CN" altLang="en-US" dirty="0">
                <a:sym typeface="+mn-lt"/>
              </a:rPr>
              <a:t>转发设备接收控制器下发的网络内部交换路径转发表数据和业务路由转发表数据，并依据这些转发表进行报文转发</a:t>
            </a:r>
            <a:endParaRPr lang="zh-CN" altLang="en-US" dirty="0">
              <a:sym typeface="+mn-lt"/>
            </a:endParaRPr>
          </a:p>
          <a:p>
            <a:pPr>
              <a:lnSpc>
                <a:spcPct val="90000"/>
              </a:lnSpc>
            </a:pPr>
            <a:r>
              <a:rPr lang="zh-CN" altLang="en-US" dirty="0">
                <a:sym typeface="+mn-lt"/>
              </a:rPr>
              <a:t>当网络状态发生变化时，</a:t>
            </a:r>
            <a:r>
              <a:rPr lang="en-US" altLang="zh-CN" dirty="0">
                <a:sym typeface="+mn-lt"/>
              </a:rPr>
              <a:t>SDN</a:t>
            </a:r>
            <a:r>
              <a:rPr lang="zh-CN" altLang="en-US" dirty="0">
                <a:sym typeface="+mn-lt"/>
              </a:rPr>
              <a:t>控制器会实时感知网络状态，并重新计算网络内部交换路径和业务路由，以确保网络能够继续正常提供业务</a:t>
            </a:r>
            <a:endParaRPr lang="zh-CN" altLang="en-US" dirty="0">
              <a:sym typeface="+mn-lt"/>
            </a:endParaRPr>
          </a:p>
          <a:p>
            <a:endParaRPr lang="zh-CN" altLang="en-US" dirty="0"/>
          </a:p>
        </p:txBody>
      </p:sp>
      <p:sp>
        <p:nvSpPr>
          <p:cNvPr id="5" name="灯片编号占位符 4"/>
          <p:cNvSpPr>
            <a:spLocks noGrp="1"/>
          </p:cNvSpPr>
          <p:nvPr>
            <p:ph type="sldNum" sz="quarter" idx="12"/>
          </p:nvPr>
        </p:nvSpPr>
        <p:spPr/>
        <p:txBody>
          <a:bodyPr/>
          <a:lstStyle/>
          <a:p>
            <a:pPr>
              <a:defRPr/>
            </a:pPr>
            <a:fld id="{5ACAED0A-32C0-459D-9CE5-9FDF4154FCB4}" type="slidenum">
              <a:rPr lang="en-US" altLang="zh-CN" smtClean="0"/>
            </a:fld>
            <a:endParaRPr lang="en-US" altLang="zh-CN" dirty="0"/>
          </a:p>
        </p:txBody>
      </p:sp>
    </p:spTree>
  </p:cSld>
  <p:clrMapOvr>
    <a:masterClrMapping/>
  </p:clrMapOvr>
</p:sld>
</file>

<file path=ppt/slides/slide2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5.6 </a:t>
            </a:r>
            <a:r>
              <a:rPr lang="zh-CN" altLang="en-US" dirty="0"/>
              <a:t>多协议标签交换与段路由协议</a:t>
            </a:r>
            <a:endParaRPr lang="zh-CN" altLang="en-US" dirty="0"/>
          </a:p>
        </p:txBody>
      </p:sp>
      <p:sp>
        <p:nvSpPr>
          <p:cNvPr id="3" name="灯片编号占位符 2"/>
          <p:cNvSpPr>
            <a:spLocks noGrp="1"/>
          </p:cNvSpPr>
          <p:nvPr>
            <p:ph type="sldNum" sz="quarter" idx="12"/>
          </p:nvPr>
        </p:nvSpPr>
        <p:spPr/>
        <p:txBody>
          <a:bodyPr/>
          <a:lstStyle/>
          <a:p>
            <a:pPr>
              <a:defRPr/>
            </a:pPr>
            <a:fld id="{A48A0D3F-54C8-4397-8424-A82B96940146}" type="slidenum">
              <a:rPr lang="en-US" altLang="zh-CN" smtClean="0"/>
            </a:fld>
            <a:endParaRPr lang="en-US" altLang="zh-CN"/>
          </a:p>
        </p:txBody>
      </p:sp>
      <p:sp>
        <p:nvSpPr>
          <p:cNvPr id="107" name="文本框 106"/>
          <p:cNvSpPr txBox="1"/>
          <p:nvPr/>
        </p:nvSpPr>
        <p:spPr>
          <a:xfrm>
            <a:off x="318313" y="1151342"/>
            <a:ext cx="5664200" cy="3656386"/>
          </a:xfrm>
          <a:prstGeom prst="rect">
            <a:avLst/>
          </a:prstGeom>
          <a:noFill/>
        </p:spPr>
        <p:txBody>
          <a:bodyPr wrap="square" rtlCol="0">
            <a:spAutoFit/>
          </a:bodyPr>
          <a:lstStyle/>
          <a:p>
            <a:pPr marL="342900" indent="-342900" eaLnBrk="1" hangingPunct="1">
              <a:lnSpc>
                <a:spcPct val="90000"/>
              </a:lnSpc>
              <a:spcBef>
                <a:spcPct val="20000"/>
              </a:spcBef>
              <a:buClr>
                <a:srgbClr val="C80000"/>
              </a:buClr>
              <a:buSzPct val="80000"/>
              <a:buFont typeface="Wingdings" panose="05000000000000000000" pitchFamily="2" charset="2"/>
              <a:buChar char="n"/>
            </a:pPr>
            <a:r>
              <a:rPr lang="zh-CN" altLang="en-US" sz="2800" dirty="0">
                <a:latin typeface="微软雅黑 Light" panose="020B0502040204020203" pitchFamily="34" charset="-122"/>
                <a:ea typeface="微软雅黑 Light" panose="020B0502040204020203" pitchFamily="34" charset="-122"/>
                <a:cs typeface="Times New Roman" panose="02020603050405020304" pitchFamily="18" charset="0"/>
              </a:rPr>
              <a:t>多协议标签交换</a:t>
            </a:r>
            <a:r>
              <a:rPr lang="en-US" altLang="zh-CN" sz="2800" dirty="0">
                <a:latin typeface="微软雅黑 Light" panose="020B0502040204020203" pitchFamily="34" charset="-122"/>
                <a:ea typeface="微软雅黑 Light" panose="020B0502040204020203" pitchFamily="34" charset="-122"/>
                <a:cs typeface="Times New Roman" panose="02020603050405020304" pitchFamily="18" charset="0"/>
              </a:rPr>
              <a:t>MPLS</a:t>
            </a:r>
            <a:r>
              <a:rPr lang="zh-CN" altLang="en-US" sz="2800" dirty="0">
                <a:latin typeface="微软雅黑 Light" panose="020B0502040204020203" pitchFamily="34" charset="-122"/>
                <a:ea typeface="微软雅黑 Light" panose="020B0502040204020203" pitchFamily="34" charset="-122"/>
                <a:cs typeface="Times New Roman" panose="02020603050405020304" pitchFamily="18" charset="0"/>
              </a:rPr>
              <a:t>基本思想：</a:t>
            </a:r>
            <a:endParaRPr lang="en-US" altLang="zh-CN" sz="2800" dirty="0">
              <a:latin typeface="微软雅黑 Light" panose="020B0502040204020203" pitchFamily="34" charset="-122"/>
              <a:ea typeface="微软雅黑 Light" panose="020B0502040204020203" pitchFamily="34" charset="-122"/>
              <a:cs typeface="Times New Roman" panose="02020603050405020304" pitchFamily="18" charset="0"/>
            </a:endParaRPr>
          </a:p>
          <a:p>
            <a:pPr marL="742950" lvl="1" indent="-285750" eaLnBrk="1" hangingPunct="1">
              <a:spcBef>
                <a:spcPct val="20000"/>
              </a:spcBef>
              <a:buClr>
                <a:srgbClr val="00C800"/>
              </a:buClr>
              <a:buSzPct val="80000"/>
              <a:buFont typeface="Wingdings" panose="05000000000000000000" pitchFamily="2" charset="2"/>
              <a:buChar char="n"/>
            </a:pPr>
            <a:r>
              <a:rPr lang="zh-CN" altLang="en-US" sz="2400" dirty="0">
                <a:latin typeface="微软雅黑 Light" panose="020B0502040204020203" pitchFamily="34" charset="-122"/>
                <a:ea typeface="微软雅黑 Light" panose="020B0502040204020203" pitchFamily="34" charset="-122"/>
                <a:cs typeface="Times New Roman" panose="02020603050405020304" pitchFamily="18" charset="0"/>
              </a:rPr>
              <a:t>在 </a:t>
            </a:r>
            <a:r>
              <a:rPr lang="en-US" altLang="zh-CN" sz="2400" dirty="0">
                <a:latin typeface="微软雅黑 Light" panose="020B0502040204020203" pitchFamily="34" charset="-122"/>
                <a:ea typeface="微软雅黑 Light" panose="020B0502040204020203" pitchFamily="34" charset="-122"/>
                <a:cs typeface="Times New Roman" panose="02020603050405020304" pitchFamily="18" charset="0"/>
              </a:rPr>
              <a:t>IP </a:t>
            </a:r>
            <a:r>
              <a:rPr lang="zh-CN" altLang="en-US" sz="2400" dirty="0">
                <a:latin typeface="微软雅黑 Light" panose="020B0502040204020203" pitchFamily="34" charset="-122"/>
                <a:ea typeface="微软雅黑 Light" panose="020B0502040204020203" pitchFamily="34" charset="-122"/>
                <a:cs typeface="Times New Roman" panose="02020603050405020304" pitchFamily="18" charset="0"/>
              </a:rPr>
              <a:t>数据包进入 </a:t>
            </a:r>
            <a:r>
              <a:rPr lang="en-US" altLang="zh-CN" sz="2400" dirty="0">
                <a:latin typeface="微软雅黑 Light" panose="020B0502040204020203" pitchFamily="34" charset="-122"/>
                <a:ea typeface="微软雅黑 Light" panose="020B0502040204020203" pitchFamily="34" charset="-122"/>
                <a:cs typeface="Times New Roman" panose="02020603050405020304" pitchFamily="18" charset="0"/>
              </a:rPr>
              <a:t>MPLS </a:t>
            </a:r>
            <a:r>
              <a:rPr lang="zh-CN" altLang="en-US" sz="2400" dirty="0">
                <a:latin typeface="微软雅黑 Light" panose="020B0502040204020203" pitchFamily="34" charset="-122"/>
                <a:ea typeface="微软雅黑 Light" panose="020B0502040204020203" pitchFamily="34" charset="-122"/>
                <a:cs typeface="Times New Roman" panose="02020603050405020304" pitchFamily="18" charset="0"/>
              </a:rPr>
              <a:t>网络时，</a:t>
            </a:r>
            <a:r>
              <a:rPr lang="en-US" altLang="zh-CN" sz="2400" dirty="0">
                <a:latin typeface="微软雅黑 Light" panose="020B0502040204020203" pitchFamily="34" charset="-122"/>
                <a:ea typeface="微软雅黑 Light" panose="020B0502040204020203" pitchFamily="34" charset="-122"/>
                <a:cs typeface="Times New Roman" panose="02020603050405020304" pitchFamily="18" charset="0"/>
              </a:rPr>
              <a:t>MPLS </a:t>
            </a:r>
            <a:r>
              <a:rPr lang="zh-CN" altLang="en-US" sz="2400" dirty="0">
                <a:latin typeface="微软雅黑 Light" panose="020B0502040204020203" pitchFamily="34" charset="-122"/>
                <a:ea typeface="微软雅黑 Light" panose="020B0502040204020203" pitchFamily="34" charset="-122"/>
                <a:cs typeface="Times New Roman" panose="02020603050405020304" pitchFamily="18" charset="0"/>
              </a:rPr>
              <a:t>入口的标记边缘路由器分析 </a:t>
            </a:r>
            <a:r>
              <a:rPr lang="en-US" altLang="zh-CN" sz="2400" dirty="0">
                <a:latin typeface="微软雅黑 Light" panose="020B0502040204020203" pitchFamily="34" charset="-122"/>
                <a:ea typeface="微软雅黑 Light" panose="020B0502040204020203" pitchFamily="34" charset="-122"/>
                <a:cs typeface="Times New Roman" panose="02020603050405020304" pitchFamily="18" charset="0"/>
              </a:rPr>
              <a:t>IP </a:t>
            </a:r>
            <a:r>
              <a:rPr lang="zh-CN" altLang="en-US" sz="2400" dirty="0">
                <a:latin typeface="微软雅黑 Light" panose="020B0502040204020203" pitchFamily="34" charset="-122"/>
                <a:ea typeface="微软雅黑 Light" panose="020B0502040204020203" pitchFamily="34" charset="-122"/>
                <a:cs typeface="Times New Roman" panose="02020603050405020304" pitchFamily="18" charset="0"/>
              </a:rPr>
              <a:t>数据包的内容并为这些 </a:t>
            </a:r>
            <a:r>
              <a:rPr lang="en-US" altLang="zh-CN" sz="2400" dirty="0">
                <a:latin typeface="微软雅黑 Light" panose="020B0502040204020203" pitchFamily="34" charset="-122"/>
                <a:ea typeface="微软雅黑 Light" panose="020B0502040204020203" pitchFamily="34" charset="-122"/>
                <a:cs typeface="Times New Roman" panose="02020603050405020304" pitchFamily="18" charset="0"/>
              </a:rPr>
              <a:t>IP </a:t>
            </a:r>
            <a:r>
              <a:rPr lang="zh-CN" altLang="en-US" sz="2400" dirty="0">
                <a:latin typeface="微软雅黑 Light" panose="020B0502040204020203" pitchFamily="34" charset="-122"/>
                <a:ea typeface="微软雅黑 Light" panose="020B0502040204020203" pitchFamily="34" charset="-122"/>
                <a:cs typeface="Times New Roman" panose="02020603050405020304" pitchFamily="18" charset="0"/>
              </a:rPr>
              <a:t>数据包添加合适的标记</a:t>
            </a:r>
            <a:endParaRPr lang="en-US" altLang="zh-CN" sz="2400" dirty="0">
              <a:latin typeface="微软雅黑 Light" panose="020B0502040204020203" pitchFamily="34" charset="-122"/>
              <a:ea typeface="微软雅黑 Light" panose="020B0502040204020203" pitchFamily="34" charset="-122"/>
              <a:cs typeface="Times New Roman" panose="02020603050405020304" pitchFamily="18" charset="0"/>
            </a:endParaRPr>
          </a:p>
          <a:p>
            <a:pPr marL="742950" lvl="1" indent="-285750" eaLnBrk="1" hangingPunct="1">
              <a:spcBef>
                <a:spcPct val="20000"/>
              </a:spcBef>
              <a:buClr>
                <a:srgbClr val="00C800"/>
              </a:buClr>
              <a:buSzPct val="80000"/>
              <a:buFont typeface="Wingdings" panose="05000000000000000000" pitchFamily="2" charset="2"/>
              <a:buChar char="n"/>
            </a:pPr>
            <a:r>
              <a:rPr lang="zh-CN" altLang="en-US" sz="2400" dirty="0">
                <a:latin typeface="微软雅黑 Light" panose="020B0502040204020203" pitchFamily="34" charset="-122"/>
                <a:ea typeface="微软雅黑 Light" panose="020B0502040204020203" pitchFamily="34" charset="-122"/>
                <a:cs typeface="Times New Roman" panose="02020603050405020304" pitchFamily="18" charset="0"/>
              </a:rPr>
              <a:t>所有 </a:t>
            </a:r>
            <a:r>
              <a:rPr lang="en-US" altLang="zh-CN" sz="2400" dirty="0">
                <a:latin typeface="微软雅黑 Light" panose="020B0502040204020203" pitchFamily="34" charset="-122"/>
                <a:ea typeface="微软雅黑 Light" panose="020B0502040204020203" pitchFamily="34" charset="-122"/>
                <a:cs typeface="Times New Roman" panose="02020603050405020304" pitchFamily="18" charset="0"/>
              </a:rPr>
              <a:t>MPLS </a:t>
            </a:r>
            <a:r>
              <a:rPr lang="zh-CN" altLang="en-US" sz="2400" dirty="0">
                <a:latin typeface="微软雅黑 Light" panose="020B0502040204020203" pitchFamily="34" charset="-122"/>
                <a:ea typeface="微软雅黑 Light" panose="020B0502040204020203" pitchFamily="34" charset="-122"/>
                <a:cs typeface="Times New Roman" panose="02020603050405020304" pitchFamily="18" charset="0"/>
              </a:rPr>
              <a:t>网络中的标记交换路由器都根据标记转发数据</a:t>
            </a:r>
            <a:endParaRPr lang="en-US" altLang="zh-CN" sz="2400" dirty="0">
              <a:latin typeface="微软雅黑 Light" panose="020B0502040204020203" pitchFamily="34" charset="-122"/>
              <a:ea typeface="微软雅黑 Light" panose="020B0502040204020203" pitchFamily="34" charset="-122"/>
              <a:cs typeface="Times New Roman" panose="02020603050405020304" pitchFamily="18" charset="0"/>
            </a:endParaRPr>
          </a:p>
          <a:p>
            <a:pPr marL="742950" lvl="1" indent="-285750" eaLnBrk="1" hangingPunct="1">
              <a:spcBef>
                <a:spcPct val="20000"/>
              </a:spcBef>
              <a:buClr>
                <a:srgbClr val="00C800"/>
              </a:buClr>
              <a:buSzPct val="80000"/>
              <a:buFont typeface="Wingdings" panose="05000000000000000000" pitchFamily="2" charset="2"/>
              <a:buChar char="n"/>
            </a:pPr>
            <a:r>
              <a:rPr lang="zh-CN" altLang="en-US" sz="2400" dirty="0">
                <a:latin typeface="微软雅黑 Light" panose="020B0502040204020203" pitchFamily="34" charset="-122"/>
                <a:ea typeface="微软雅黑 Light" panose="020B0502040204020203" pitchFamily="34" charset="-122"/>
                <a:cs typeface="Times New Roman" panose="02020603050405020304" pitchFamily="18" charset="0"/>
              </a:rPr>
              <a:t>当该 </a:t>
            </a:r>
            <a:r>
              <a:rPr lang="en-US" altLang="zh-CN" sz="2400" dirty="0">
                <a:latin typeface="微软雅黑 Light" panose="020B0502040204020203" pitchFamily="34" charset="-122"/>
                <a:ea typeface="微软雅黑 Light" panose="020B0502040204020203" pitchFamily="34" charset="-122"/>
                <a:cs typeface="Times New Roman" panose="02020603050405020304" pitchFamily="18" charset="0"/>
              </a:rPr>
              <a:t>IP </a:t>
            </a:r>
            <a:r>
              <a:rPr lang="zh-CN" altLang="en-US" sz="2400" dirty="0">
                <a:latin typeface="微软雅黑 Light" panose="020B0502040204020203" pitchFamily="34" charset="-122"/>
                <a:ea typeface="微软雅黑 Light" panose="020B0502040204020203" pitchFamily="34" charset="-122"/>
                <a:cs typeface="Times New Roman" panose="02020603050405020304" pitchFamily="18" charset="0"/>
              </a:rPr>
              <a:t>数据包离开 </a:t>
            </a:r>
            <a:r>
              <a:rPr lang="en-US" altLang="zh-CN" sz="2400" dirty="0">
                <a:latin typeface="微软雅黑 Light" panose="020B0502040204020203" pitchFamily="34" charset="-122"/>
                <a:ea typeface="微软雅黑 Light" panose="020B0502040204020203" pitchFamily="34" charset="-122"/>
                <a:cs typeface="Times New Roman" panose="02020603050405020304" pitchFamily="18" charset="0"/>
              </a:rPr>
              <a:t>MPLS </a:t>
            </a:r>
            <a:r>
              <a:rPr lang="zh-CN" altLang="en-US" sz="2400" dirty="0">
                <a:latin typeface="微软雅黑 Light" panose="020B0502040204020203" pitchFamily="34" charset="-122"/>
                <a:ea typeface="微软雅黑 Light" panose="020B0502040204020203" pitchFamily="34" charset="-122"/>
                <a:cs typeface="Times New Roman" panose="02020603050405020304" pitchFamily="18" charset="0"/>
              </a:rPr>
              <a:t>网络时，标记由出口标记边缘路由器弹出</a:t>
            </a:r>
            <a:endParaRPr lang="zh-CN" altLang="en-US" sz="2400" dirty="0">
              <a:latin typeface="微软雅黑 Light" panose="020B0502040204020203" pitchFamily="34" charset="-122"/>
              <a:ea typeface="微软雅黑 Light" panose="020B0502040204020203" pitchFamily="34" charset="-122"/>
              <a:cs typeface="Times New Roman" panose="02020603050405020304" pitchFamily="18" charset="0"/>
            </a:endParaRPr>
          </a:p>
        </p:txBody>
      </p:sp>
      <p:grpSp>
        <p:nvGrpSpPr>
          <p:cNvPr id="5" name="组合 4"/>
          <p:cNvGrpSpPr/>
          <p:nvPr/>
        </p:nvGrpSpPr>
        <p:grpSpPr>
          <a:xfrm>
            <a:off x="6096000" y="1196752"/>
            <a:ext cx="5688632" cy="3438263"/>
            <a:chOff x="3620582" y="1291662"/>
            <a:chExt cx="7112602" cy="4283374"/>
          </a:xfrm>
        </p:grpSpPr>
        <p:pic>
          <p:nvPicPr>
            <p:cNvPr id="53" name="图片 52"/>
            <p:cNvPicPr>
              <a:picLocks noChangeAspect="1"/>
            </p:cNvPicPr>
            <p:nvPr/>
          </p:nvPicPr>
          <p:blipFill>
            <a:blip r:embed="rId1">
              <a:duotone>
                <a:schemeClr val="accent2">
                  <a:shade val="45000"/>
                  <a:satMod val="135000"/>
                </a:schemeClr>
                <a:prstClr val="white"/>
              </a:duotone>
            </a:blip>
            <a:stretch>
              <a:fillRect/>
            </a:stretch>
          </p:blipFill>
          <p:spPr>
            <a:xfrm>
              <a:off x="3620582" y="1387914"/>
              <a:ext cx="1495425" cy="871538"/>
            </a:xfrm>
            <a:prstGeom prst="rect">
              <a:avLst/>
            </a:prstGeom>
            <a:effectLst>
              <a:outerShdw blurRad="50800" dist="50800" dir="5400000" algn="ctr" rotWithShape="0">
                <a:schemeClr val="accent5">
                  <a:lumMod val="90000"/>
                </a:schemeClr>
              </a:outerShdw>
            </a:effectLst>
          </p:spPr>
        </p:pic>
        <p:pic>
          <p:nvPicPr>
            <p:cNvPr id="54" name="图片 53"/>
            <p:cNvPicPr>
              <a:picLocks noChangeAspect="1"/>
            </p:cNvPicPr>
            <p:nvPr/>
          </p:nvPicPr>
          <p:blipFill>
            <a:blip r:embed="rId2">
              <a:duotone>
                <a:schemeClr val="accent2">
                  <a:shade val="45000"/>
                  <a:satMod val="135000"/>
                </a:schemeClr>
                <a:prstClr val="white"/>
              </a:duotone>
            </a:blip>
            <a:stretch>
              <a:fillRect/>
            </a:stretch>
          </p:blipFill>
          <p:spPr>
            <a:xfrm>
              <a:off x="5492245" y="1883215"/>
              <a:ext cx="376238" cy="376238"/>
            </a:xfrm>
            <a:prstGeom prst="rect">
              <a:avLst/>
            </a:prstGeom>
          </p:spPr>
        </p:pic>
        <p:pic>
          <p:nvPicPr>
            <p:cNvPr id="55" name="图片 54"/>
            <p:cNvPicPr>
              <a:picLocks noChangeAspect="1"/>
            </p:cNvPicPr>
            <p:nvPr/>
          </p:nvPicPr>
          <p:blipFill>
            <a:blip r:embed="rId2">
              <a:duotone>
                <a:schemeClr val="accent2">
                  <a:shade val="45000"/>
                  <a:satMod val="135000"/>
                </a:schemeClr>
                <a:prstClr val="white"/>
              </a:duotone>
            </a:blip>
            <a:stretch>
              <a:fillRect/>
            </a:stretch>
          </p:blipFill>
          <p:spPr>
            <a:xfrm>
              <a:off x="6507273" y="2705737"/>
              <a:ext cx="376238" cy="376238"/>
            </a:xfrm>
            <a:prstGeom prst="rect">
              <a:avLst/>
            </a:prstGeom>
          </p:spPr>
        </p:pic>
        <p:pic>
          <p:nvPicPr>
            <p:cNvPr id="56" name="图片 55"/>
            <p:cNvPicPr>
              <a:picLocks noChangeAspect="1"/>
            </p:cNvPicPr>
            <p:nvPr/>
          </p:nvPicPr>
          <p:blipFill>
            <a:blip r:embed="rId2">
              <a:duotone>
                <a:schemeClr val="accent2">
                  <a:shade val="45000"/>
                  <a:satMod val="135000"/>
                </a:schemeClr>
                <a:prstClr val="white"/>
              </a:duotone>
            </a:blip>
            <a:stretch>
              <a:fillRect/>
            </a:stretch>
          </p:blipFill>
          <p:spPr>
            <a:xfrm>
              <a:off x="7579178" y="2705737"/>
              <a:ext cx="376238" cy="376238"/>
            </a:xfrm>
            <a:prstGeom prst="rect">
              <a:avLst/>
            </a:prstGeom>
          </p:spPr>
        </p:pic>
        <p:pic>
          <p:nvPicPr>
            <p:cNvPr id="57" name="图片 56"/>
            <p:cNvPicPr>
              <a:picLocks noChangeAspect="1"/>
            </p:cNvPicPr>
            <p:nvPr/>
          </p:nvPicPr>
          <p:blipFill>
            <a:blip r:embed="rId2">
              <a:duotone>
                <a:schemeClr val="accent2">
                  <a:shade val="45000"/>
                  <a:satMod val="135000"/>
                </a:schemeClr>
                <a:prstClr val="white"/>
              </a:duotone>
            </a:blip>
            <a:stretch>
              <a:fillRect/>
            </a:stretch>
          </p:blipFill>
          <p:spPr>
            <a:xfrm>
              <a:off x="7579178" y="3439652"/>
              <a:ext cx="376238" cy="376238"/>
            </a:xfrm>
            <a:prstGeom prst="rect">
              <a:avLst/>
            </a:prstGeom>
          </p:spPr>
        </p:pic>
        <p:pic>
          <p:nvPicPr>
            <p:cNvPr id="58" name="图片 57"/>
            <p:cNvPicPr>
              <a:picLocks noChangeAspect="1"/>
            </p:cNvPicPr>
            <p:nvPr/>
          </p:nvPicPr>
          <p:blipFill>
            <a:blip r:embed="rId2">
              <a:duotone>
                <a:schemeClr val="accent2">
                  <a:shade val="45000"/>
                  <a:satMod val="135000"/>
                </a:schemeClr>
                <a:prstClr val="white"/>
              </a:duotone>
            </a:blip>
            <a:stretch>
              <a:fillRect/>
            </a:stretch>
          </p:blipFill>
          <p:spPr>
            <a:xfrm>
              <a:off x="6507273" y="3434172"/>
              <a:ext cx="376238" cy="376238"/>
            </a:xfrm>
            <a:prstGeom prst="rect">
              <a:avLst/>
            </a:prstGeom>
          </p:spPr>
        </p:pic>
        <p:pic>
          <p:nvPicPr>
            <p:cNvPr id="59" name="图片 58"/>
            <p:cNvPicPr>
              <a:picLocks noChangeAspect="1"/>
            </p:cNvPicPr>
            <p:nvPr/>
          </p:nvPicPr>
          <p:blipFill>
            <a:blip r:embed="rId2">
              <a:duotone>
                <a:schemeClr val="accent2">
                  <a:shade val="45000"/>
                  <a:satMod val="135000"/>
                </a:schemeClr>
                <a:prstClr val="white"/>
              </a:duotone>
            </a:blip>
            <a:stretch>
              <a:fillRect/>
            </a:stretch>
          </p:blipFill>
          <p:spPr>
            <a:xfrm>
              <a:off x="5198362" y="2705737"/>
              <a:ext cx="376238" cy="376238"/>
            </a:xfrm>
            <a:prstGeom prst="rect">
              <a:avLst/>
            </a:prstGeom>
          </p:spPr>
        </p:pic>
        <p:pic>
          <p:nvPicPr>
            <p:cNvPr id="60" name="图片 59"/>
            <p:cNvPicPr>
              <a:picLocks noChangeAspect="1"/>
            </p:cNvPicPr>
            <p:nvPr/>
          </p:nvPicPr>
          <p:blipFill>
            <a:blip r:embed="rId2">
              <a:duotone>
                <a:schemeClr val="accent2">
                  <a:shade val="45000"/>
                  <a:satMod val="135000"/>
                </a:schemeClr>
                <a:prstClr val="white"/>
              </a:duotone>
            </a:blip>
            <a:stretch>
              <a:fillRect/>
            </a:stretch>
          </p:blipFill>
          <p:spPr>
            <a:xfrm>
              <a:off x="6507273" y="4276405"/>
              <a:ext cx="376238" cy="376238"/>
            </a:xfrm>
            <a:prstGeom prst="rect">
              <a:avLst/>
            </a:prstGeom>
          </p:spPr>
        </p:pic>
        <p:pic>
          <p:nvPicPr>
            <p:cNvPr id="61" name="图片 60"/>
            <p:cNvPicPr>
              <a:picLocks noChangeAspect="1"/>
            </p:cNvPicPr>
            <p:nvPr/>
          </p:nvPicPr>
          <p:blipFill>
            <a:blip r:embed="rId2">
              <a:duotone>
                <a:schemeClr val="accent2">
                  <a:shade val="45000"/>
                  <a:satMod val="135000"/>
                </a:schemeClr>
                <a:prstClr val="white"/>
              </a:duotone>
            </a:blip>
            <a:stretch>
              <a:fillRect/>
            </a:stretch>
          </p:blipFill>
          <p:spPr>
            <a:xfrm>
              <a:off x="8751710" y="2705737"/>
              <a:ext cx="376238" cy="376238"/>
            </a:xfrm>
            <a:prstGeom prst="rect">
              <a:avLst/>
            </a:prstGeom>
          </p:spPr>
        </p:pic>
        <p:pic>
          <p:nvPicPr>
            <p:cNvPr id="62" name="图片 61"/>
            <p:cNvPicPr>
              <a:picLocks noChangeAspect="1"/>
            </p:cNvPicPr>
            <p:nvPr/>
          </p:nvPicPr>
          <p:blipFill>
            <a:blip r:embed="rId1">
              <a:duotone>
                <a:schemeClr val="accent2">
                  <a:shade val="45000"/>
                  <a:satMod val="135000"/>
                </a:schemeClr>
                <a:prstClr val="white"/>
              </a:duotone>
            </a:blip>
            <a:stretch>
              <a:fillRect/>
            </a:stretch>
          </p:blipFill>
          <p:spPr>
            <a:xfrm>
              <a:off x="9067129" y="1291662"/>
              <a:ext cx="1495425" cy="871538"/>
            </a:xfrm>
            <a:prstGeom prst="rect">
              <a:avLst/>
            </a:prstGeom>
            <a:effectLst>
              <a:outerShdw blurRad="50800" dist="50800" dir="5400000" algn="ctr" rotWithShape="0">
                <a:schemeClr val="accent5">
                  <a:lumMod val="90000"/>
                </a:schemeClr>
              </a:outerShdw>
            </a:effectLst>
          </p:spPr>
        </p:pic>
        <p:pic>
          <p:nvPicPr>
            <p:cNvPr id="63" name="图片 62"/>
            <p:cNvPicPr>
              <a:picLocks noChangeAspect="1"/>
            </p:cNvPicPr>
            <p:nvPr/>
          </p:nvPicPr>
          <p:blipFill>
            <a:blip r:embed="rId1">
              <a:duotone>
                <a:schemeClr val="accent2">
                  <a:shade val="45000"/>
                  <a:satMod val="135000"/>
                </a:schemeClr>
                <a:prstClr val="white"/>
              </a:duotone>
            </a:blip>
            <a:stretch>
              <a:fillRect/>
            </a:stretch>
          </p:blipFill>
          <p:spPr>
            <a:xfrm>
              <a:off x="9237759" y="4703498"/>
              <a:ext cx="1495425" cy="871538"/>
            </a:xfrm>
            <a:prstGeom prst="rect">
              <a:avLst/>
            </a:prstGeom>
            <a:effectLst>
              <a:outerShdw blurRad="50800" dist="50800" dir="5400000" algn="ctr" rotWithShape="0">
                <a:schemeClr val="accent5">
                  <a:lumMod val="90000"/>
                </a:schemeClr>
              </a:outerShdw>
            </a:effectLst>
          </p:spPr>
        </p:pic>
        <p:pic>
          <p:nvPicPr>
            <p:cNvPr id="64" name="图片 63"/>
            <p:cNvPicPr>
              <a:picLocks noChangeAspect="1"/>
            </p:cNvPicPr>
            <p:nvPr/>
          </p:nvPicPr>
          <p:blipFill>
            <a:blip r:embed="rId1">
              <a:duotone>
                <a:schemeClr val="accent2">
                  <a:shade val="45000"/>
                  <a:satMod val="135000"/>
                </a:schemeClr>
                <a:prstClr val="white"/>
              </a:duotone>
            </a:blip>
            <a:stretch>
              <a:fillRect/>
            </a:stretch>
          </p:blipFill>
          <p:spPr>
            <a:xfrm>
              <a:off x="3668230" y="4598548"/>
              <a:ext cx="1495425" cy="871538"/>
            </a:xfrm>
            <a:prstGeom prst="rect">
              <a:avLst/>
            </a:prstGeom>
            <a:effectLst>
              <a:outerShdw blurRad="50800" dist="50800" dir="5400000" algn="ctr" rotWithShape="0">
                <a:schemeClr val="accent5">
                  <a:lumMod val="90000"/>
                </a:schemeClr>
              </a:outerShdw>
            </a:effectLst>
          </p:spPr>
        </p:pic>
        <p:sp>
          <p:nvSpPr>
            <p:cNvPr id="65" name="文本框 64"/>
            <p:cNvSpPr txBox="1"/>
            <p:nvPr/>
          </p:nvSpPr>
          <p:spPr>
            <a:xfrm>
              <a:off x="9298513" y="1611868"/>
              <a:ext cx="1032655" cy="276999"/>
            </a:xfrm>
            <a:prstGeom prst="rect">
              <a:avLst/>
            </a:prstGeom>
            <a:noFill/>
          </p:spPr>
          <p:txBody>
            <a:bodyPr wrap="none" rtlCol="0">
              <a:spAutoFit/>
            </a:bodyPr>
            <a:lstStyle/>
            <a:p>
              <a:r>
                <a:rPr lang="zh-CN" altLang="en-US" sz="1200" dirty="0">
                  <a:latin typeface="微软雅黑 Light" panose="020B0502040204020203" pitchFamily="34" charset="-122"/>
                  <a:ea typeface="微软雅黑 Light" panose="020B0502040204020203" pitchFamily="34" charset="-122"/>
                </a:rPr>
                <a:t>非</a:t>
              </a:r>
              <a:r>
                <a:rPr lang="en-US" altLang="zh-CN" sz="1200" dirty="0">
                  <a:latin typeface="微软雅黑 Light" panose="020B0502040204020203" pitchFamily="34" charset="-122"/>
                  <a:ea typeface="微软雅黑 Light" panose="020B0502040204020203" pitchFamily="34" charset="-122"/>
                </a:rPr>
                <a:t>MPLS</a:t>
              </a:r>
              <a:r>
                <a:rPr lang="zh-CN" altLang="en-US" sz="1200" dirty="0">
                  <a:latin typeface="微软雅黑 Light" panose="020B0502040204020203" pitchFamily="34" charset="-122"/>
                  <a:ea typeface="微软雅黑 Light" panose="020B0502040204020203" pitchFamily="34" charset="-122"/>
                </a:rPr>
                <a:t>网络</a:t>
              </a:r>
              <a:endParaRPr lang="zh-CN" altLang="en-US" sz="1200" dirty="0">
                <a:latin typeface="微软雅黑 Light" panose="020B0502040204020203" pitchFamily="34" charset="-122"/>
                <a:ea typeface="微软雅黑 Light" panose="020B0502040204020203" pitchFamily="34" charset="-122"/>
              </a:endParaRPr>
            </a:p>
          </p:txBody>
        </p:sp>
        <p:cxnSp>
          <p:nvCxnSpPr>
            <p:cNvPr id="66" name="直接连接符 65"/>
            <p:cNvCxnSpPr/>
            <p:nvPr/>
          </p:nvCxnSpPr>
          <p:spPr>
            <a:xfrm>
              <a:off x="4768880" y="2071334"/>
              <a:ext cx="723365" cy="0"/>
            </a:xfrm>
            <a:prstGeom prst="line">
              <a:avLst/>
            </a:prstGeom>
            <a:ln w="19050">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cxnSp>
          <p:nvCxnSpPr>
            <p:cNvPr id="67" name="直接连接符 66"/>
            <p:cNvCxnSpPr>
              <a:stCxn id="54" idx="3"/>
              <a:endCxn id="55" idx="0"/>
            </p:cNvCxnSpPr>
            <p:nvPr/>
          </p:nvCxnSpPr>
          <p:spPr>
            <a:xfrm>
              <a:off x="5868483" y="2071334"/>
              <a:ext cx="826909" cy="634403"/>
            </a:xfrm>
            <a:prstGeom prst="line">
              <a:avLst/>
            </a:prstGeom>
            <a:ln w="19050">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cxnSp>
          <p:nvCxnSpPr>
            <p:cNvPr id="68" name="直接连接符 67"/>
            <p:cNvCxnSpPr>
              <a:stCxn id="55" idx="3"/>
              <a:endCxn id="56" idx="1"/>
            </p:cNvCxnSpPr>
            <p:nvPr/>
          </p:nvCxnSpPr>
          <p:spPr>
            <a:xfrm>
              <a:off x="6883511" y="2893856"/>
              <a:ext cx="695667" cy="0"/>
            </a:xfrm>
            <a:prstGeom prst="line">
              <a:avLst/>
            </a:prstGeom>
            <a:ln w="19050">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cxnSp>
          <p:nvCxnSpPr>
            <p:cNvPr id="69" name="直接连接符 68"/>
            <p:cNvCxnSpPr/>
            <p:nvPr/>
          </p:nvCxnSpPr>
          <p:spPr>
            <a:xfrm>
              <a:off x="6883511" y="3635108"/>
              <a:ext cx="695667" cy="0"/>
            </a:xfrm>
            <a:prstGeom prst="line">
              <a:avLst/>
            </a:prstGeom>
            <a:ln w="19050">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cxnSp>
          <p:nvCxnSpPr>
            <p:cNvPr id="70" name="直接连接符 69"/>
            <p:cNvCxnSpPr>
              <a:endCxn id="61" idx="1"/>
            </p:cNvCxnSpPr>
            <p:nvPr/>
          </p:nvCxnSpPr>
          <p:spPr>
            <a:xfrm>
              <a:off x="7955416" y="2893548"/>
              <a:ext cx="796294" cy="308"/>
            </a:xfrm>
            <a:prstGeom prst="line">
              <a:avLst/>
            </a:prstGeom>
            <a:ln w="19050">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cxnSp>
          <p:nvCxnSpPr>
            <p:cNvPr id="71" name="直接连接符 70"/>
            <p:cNvCxnSpPr>
              <a:endCxn id="55" idx="1"/>
            </p:cNvCxnSpPr>
            <p:nvPr/>
          </p:nvCxnSpPr>
          <p:spPr>
            <a:xfrm>
              <a:off x="5546913" y="2893548"/>
              <a:ext cx="960360" cy="308"/>
            </a:xfrm>
            <a:prstGeom prst="line">
              <a:avLst/>
            </a:prstGeom>
            <a:ln w="19050">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pic>
          <p:nvPicPr>
            <p:cNvPr id="72" name="图片 71"/>
            <p:cNvPicPr>
              <a:picLocks noChangeAspect="1"/>
            </p:cNvPicPr>
            <p:nvPr/>
          </p:nvPicPr>
          <p:blipFill>
            <a:blip r:embed="rId2">
              <a:duotone>
                <a:schemeClr val="accent2">
                  <a:shade val="45000"/>
                  <a:satMod val="135000"/>
                </a:schemeClr>
                <a:prstClr val="white"/>
              </a:duotone>
            </a:blip>
            <a:stretch>
              <a:fillRect/>
            </a:stretch>
          </p:blipFill>
          <p:spPr>
            <a:xfrm>
              <a:off x="8410451" y="4222310"/>
              <a:ext cx="376238" cy="376238"/>
            </a:xfrm>
            <a:prstGeom prst="rect">
              <a:avLst/>
            </a:prstGeom>
          </p:spPr>
        </p:pic>
        <p:cxnSp>
          <p:nvCxnSpPr>
            <p:cNvPr id="73" name="直接连接符 72"/>
            <p:cNvCxnSpPr>
              <a:stCxn id="55" idx="2"/>
              <a:endCxn id="58" idx="0"/>
            </p:cNvCxnSpPr>
            <p:nvPr/>
          </p:nvCxnSpPr>
          <p:spPr>
            <a:xfrm>
              <a:off x="6695392" y="3081975"/>
              <a:ext cx="0" cy="352197"/>
            </a:xfrm>
            <a:prstGeom prst="line">
              <a:avLst/>
            </a:prstGeom>
            <a:ln w="19050">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cxnSp>
          <p:nvCxnSpPr>
            <p:cNvPr id="74" name="直接连接符 73"/>
            <p:cNvCxnSpPr/>
            <p:nvPr/>
          </p:nvCxnSpPr>
          <p:spPr>
            <a:xfrm>
              <a:off x="7767297" y="3076803"/>
              <a:ext cx="0" cy="352197"/>
            </a:xfrm>
            <a:prstGeom prst="line">
              <a:avLst/>
            </a:prstGeom>
            <a:ln w="19050">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cxnSp>
          <p:nvCxnSpPr>
            <p:cNvPr id="75" name="直接连接符 74"/>
            <p:cNvCxnSpPr>
              <a:stCxn id="55" idx="3"/>
              <a:endCxn id="57" idx="1"/>
            </p:cNvCxnSpPr>
            <p:nvPr/>
          </p:nvCxnSpPr>
          <p:spPr>
            <a:xfrm>
              <a:off x="6883511" y="2893856"/>
              <a:ext cx="695667" cy="733915"/>
            </a:xfrm>
            <a:prstGeom prst="line">
              <a:avLst/>
            </a:prstGeom>
            <a:ln w="19050">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cxnSp>
          <p:nvCxnSpPr>
            <p:cNvPr id="76" name="直接连接符 75"/>
            <p:cNvCxnSpPr>
              <a:stCxn id="56" idx="1"/>
              <a:endCxn id="58" idx="3"/>
            </p:cNvCxnSpPr>
            <p:nvPr/>
          </p:nvCxnSpPr>
          <p:spPr>
            <a:xfrm flipH="1">
              <a:off x="6883511" y="2893856"/>
              <a:ext cx="695667" cy="728435"/>
            </a:xfrm>
            <a:prstGeom prst="line">
              <a:avLst/>
            </a:prstGeom>
            <a:ln w="19050">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cxnSp>
          <p:nvCxnSpPr>
            <p:cNvPr id="77" name="直接连接符 76"/>
            <p:cNvCxnSpPr>
              <a:stCxn id="57" idx="3"/>
              <a:endCxn id="72" idx="1"/>
            </p:cNvCxnSpPr>
            <p:nvPr/>
          </p:nvCxnSpPr>
          <p:spPr>
            <a:xfrm>
              <a:off x="7955416" y="3627771"/>
              <a:ext cx="455035" cy="782658"/>
            </a:xfrm>
            <a:prstGeom prst="line">
              <a:avLst/>
            </a:prstGeom>
            <a:ln w="19050">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cxnSp>
          <p:nvCxnSpPr>
            <p:cNvPr id="78" name="直接连接符 77"/>
            <p:cNvCxnSpPr>
              <a:stCxn id="58" idx="2"/>
              <a:endCxn id="60" idx="0"/>
            </p:cNvCxnSpPr>
            <p:nvPr/>
          </p:nvCxnSpPr>
          <p:spPr>
            <a:xfrm>
              <a:off x="6695392" y="3810410"/>
              <a:ext cx="0" cy="465995"/>
            </a:xfrm>
            <a:prstGeom prst="line">
              <a:avLst/>
            </a:prstGeom>
          </p:spPr>
          <p:style>
            <a:lnRef idx="1">
              <a:schemeClr val="accent1"/>
            </a:lnRef>
            <a:fillRef idx="0">
              <a:schemeClr val="accent1"/>
            </a:fillRef>
            <a:effectRef idx="0">
              <a:schemeClr val="accent1"/>
            </a:effectRef>
            <a:fontRef idx="minor">
              <a:schemeClr val="tx1"/>
            </a:fontRef>
          </p:style>
        </p:cxnSp>
        <p:cxnSp>
          <p:nvCxnSpPr>
            <p:cNvPr id="79" name="直接连接符 78"/>
            <p:cNvCxnSpPr>
              <a:stCxn id="60" idx="1"/>
            </p:cNvCxnSpPr>
            <p:nvPr/>
          </p:nvCxnSpPr>
          <p:spPr>
            <a:xfrm flipH="1">
              <a:off x="5085284" y="4464524"/>
              <a:ext cx="1421989" cy="459590"/>
            </a:xfrm>
            <a:prstGeom prst="line">
              <a:avLst/>
            </a:prstGeom>
            <a:ln w="19050">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cxnSp>
          <p:nvCxnSpPr>
            <p:cNvPr id="80" name="直接连接符 79"/>
            <p:cNvCxnSpPr>
              <a:stCxn id="59" idx="2"/>
            </p:cNvCxnSpPr>
            <p:nvPr/>
          </p:nvCxnSpPr>
          <p:spPr>
            <a:xfrm flipH="1">
              <a:off x="4615001" y="3081975"/>
              <a:ext cx="771480" cy="1570668"/>
            </a:xfrm>
            <a:prstGeom prst="line">
              <a:avLst/>
            </a:prstGeom>
            <a:ln w="19050">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cxnSp>
          <p:nvCxnSpPr>
            <p:cNvPr id="81" name="直接连接符 80"/>
            <p:cNvCxnSpPr>
              <a:endCxn id="72" idx="3"/>
            </p:cNvCxnSpPr>
            <p:nvPr/>
          </p:nvCxnSpPr>
          <p:spPr>
            <a:xfrm flipH="1" flipV="1">
              <a:off x="8786689" y="4410429"/>
              <a:ext cx="790448" cy="580296"/>
            </a:xfrm>
            <a:prstGeom prst="line">
              <a:avLst/>
            </a:prstGeom>
            <a:ln w="19050">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cxnSp>
          <p:nvCxnSpPr>
            <p:cNvPr id="82" name="直接连接符 81"/>
            <p:cNvCxnSpPr>
              <a:endCxn id="61" idx="3"/>
            </p:cNvCxnSpPr>
            <p:nvPr/>
          </p:nvCxnSpPr>
          <p:spPr>
            <a:xfrm flipH="1">
              <a:off x="9127948" y="2121426"/>
              <a:ext cx="545441" cy="772430"/>
            </a:xfrm>
            <a:prstGeom prst="line">
              <a:avLst/>
            </a:prstGeom>
            <a:ln w="19050">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
          <p:nvSpPr>
            <p:cNvPr id="83" name="文本框 82"/>
            <p:cNvSpPr txBox="1"/>
            <p:nvPr/>
          </p:nvSpPr>
          <p:spPr>
            <a:xfrm>
              <a:off x="9469143" y="5012994"/>
              <a:ext cx="1032655" cy="276999"/>
            </a:xfrm>
            <a:prstGeom prst="rect">
              <a:avLst/>
            </a:prstGeom>
            <a:noFill/>
          </p:spPr>
          <p:txBody>
            <a:bodyPr wrap="none" rtlCol="0">
              <a:spAutoFit/>
            </a:bodyPr>
            <a:lstStyle/>
            <a:p>
              <a:r>
                <a:rPr lang="zh-CN" altLang="en-US" sz="1200" dirty="0">
                  <a:latin typeface="微软雅黑 Light" panose="020B0502040204020203" pitchFamily="34" charset="-122"/>
                  <a:ea typeface="微软雅黑 Light" panose="020B0502040204020203" pitchFamily="34" charset="-122"/>
                </a:rPr>
                <a:t>非</a:t>
              </a:r>
              <a:r>
                <a:rPr lang="en-US" altLang="zh-CN" sz="1200" dirty="0">
                  <a:latin typeface="微软雅黑 Light" panose="020B0502040204020203" pitchFamily="34" charset="-122"/>
                  <a:ea typeface="微软雅黑 Light" panose="020B0502040204020203" pitchFamily="34" charset="-122"/>
                </a:rPr>
                <a:t>MPLS</a:t>
              </a:r>
              <a:r>
                <a:rPr lang="zh-CN" altLang="en-US" sz="1200" dirty="0">
                  <a:latin typeface="微软雅黑 Light" panose="020B0502040204020203" pitchFamily="34" charset="-122"/>
                  <a:ea typeface="微软雅黑 Light" panose="020B0502040204020203" pitchFamily="34" charset="-122"/>
                </a:rPr>
                <a:t>网络</a:t>
              </a:r>
              <a:endParaRPr lang="zh-CN" altLang="en-US" sz="1200" dirty="0">
                <a:latin typeface="微软雅黑 Light" panose="020B0502040204020203" pitchFamily="34" charset="-122"/>
                <a:ea typeface="微软雅黑 Light" panose="020B0502040204020203" pitchFamily="34" charset="-122"/>
              </a:endParaRPr>
            </a:p>
          </p:txBody>
        </p:sp>
        <p:sp>
          <p:nvSpPr>
            <p:cNvPr id="84" name="文本框 83"/>
            <p:cNvSpPr txBox="1"/>
            <p:nvPr/>
          </p:nvSpPr>
          <p:spPr>
            <a:xfrm>
              <a:off x="3864509" y="4891295"/>
              <a:ext cx="1032656" cy="276999"/>
            </a:xfrm>
            <a:prstGeom prst="rect">
              <a:avLst/>
            </a:prstGeom>
            <a:noFill/>
          </p:spPr>
          <p:txBody>
            <a:bodyPr wrap="none" rtlCol="0">
              <a:spAutoFit/>
            </a:bodyPr>
            <a:lstStyle/>
            <a:p>
              <a:r>
                <a:rPr lang="zh-CN" altLang="en-US" sz="1200" dirty="0">
                  <a:latin typeface="微软雅黑 Light" panose="020B0502040204020203" pitchFamily="34" charset="-122"/>
                  <a:ea typeface="微软雅黑 Light" panose="020B0502040204020203" pitchFamily="34" charset="-122"/>
                </a:rPr>
                <a:t>非</a:t>
              </a:r>
              <a:r>
                <a:rPr lang="en-US" altLang="zh-CN" sz="1200" dirty="0">
                  <a:latin typeface="微软雅黑 Light" panose="020B0502040204020203" pitchFamily="34" charset="-122"/>
                  <a:ea typeface="微软雅黑 Light" panose="020B0502040204020203" pitchFamily="34" charset="-122"/>
                </a:rPr>
                <a:t>MPLS</a:t>
              </a:r>
              <a:r>
                <a:rPr lang="zh-CN" altLang="en-US" sz="1200" dirty="0">
                  <a:latin typeface="微软雅黑 Light" panose="020B0502040204020203" pitchFamily="34" charset="-122"/>
                  <a:ea typeface="微软雅黑 Light" panose="020B0502040204020203" pitchFamily="34" charset="-122"/>
                </a:rPr>
                <a:t>网络</a:t>
              </a:r>
              <a:endParaRPr lang="zh-CN" altLang="en-US" sz="1200" dirty="0">
                <a:latin typeface="微软雅黑 Light" panose="020B0502040204020203" pitchFamily="34" charset="-122"/>
                <a:ea typeface="微软雅黑 Light" panose="020B0502040204020203" pitchFamily="34" charset="-122"/>
              </a:endParaRPr>
            </a:p>
          </p:txBody>
        </p:sp>
        <p:sp>
          <p:nvSpPr>
            <p:cNvPr id="85" name="文本框 84"/>
            <p:cNvSpPr txBox="1"/>
            <p:nvPr/>
          </p:nvSpPr>
          <p:spPr>
            <a:xfrm>
              <a:off x="3827571" y="1671172"/>
              <a:ext cx="1032655" cy="276999"/>
            </a:xfrm>
            <a:prstGeom prst="rect">
              <a:avLst/>
            </a:prstGeom>
            <a:noFill/>
          </p:spPr>
          <p:txBody>
            <a:bodyPr wrap="none" rtlCol="0">
              <a:spAutoFit/>
            </a:bodyPr>
            <a:lstStyle/>
            <a:p>
              <a:r>
                <a:rPr lang="zh-CN" altLang="en-US" sz="1200" dirty="0">
                  <a:latin typeface="微软雅黑 Light" panose="020B0502040204020203" pitchFamily="34" charset="-122"/>
                  <a:ea typeface="微软雅黑 Light" panose="020B0502040204020203" pitchFamily="34" charset="-122"/>
                </a:rPr>
                <a:t>非</a:t>
              </a:r>
              <a:r>
                <a:rPr lang="en-US" altLang="zh-CN" sz="1200" dirty="0">
                  <a:latin typeface="微软雅黑 Light" panose="020B0502040204020203" pitchFamily="34" charset="-122"/>
                  <a:ea typeface="微软雅黑 Light" panose="020B0502040204020203" pitchFamily="34" charset="-122"/>
                </a:rPr>
                <a:t>MPLS</a:t>
              </a:r>
              <a:r>
                <a:rPr lang="zh-CN" altLang="en-US" sz="1200" dirty="0">
                  <a:latin typeface="微软雅黑 Light" panose="020B0502040204020203" pitchFamily="34" charset="-122"/>
                  <a:ea typeface="微软雅黑 Light" panose="020B0502040204020203" pitchFamily="34" charset="-122"/>
                </a:rPr>
                <a:t>网络</a:t>
              </a:r>
              <a:endParaRPr lang="zh-CN" altLang="en-US" sz="1200" dirty="0">
                <a:latin typeface="微软雅黑 Light" panose="020B0502040204020203" pitchFamily="34" charset="-122"/>
                <a:ea typeface="微软雅黑 Light" panose="020B0502040204020203" pitchFamily="34" charset="-122"/>
              </a:endParaRPr>
            </a:p>
          </p:txBody>
        </p:sp>
        <p:sp>
          <p:nvSpPr>
            <p:cNvPr id="86" name="文本框 85"/>
            <p:cNvSpPr txBox="1"/>
            <p:nvPr/>
          </p:nvSpPr>
          <p:spPr>
            <a:xfrm>
              <a:off x="5130562" y="1552907"/>
              <a:ext cx="1261884" cy="276999"/>
            </a:xfrm>
            <a:prstGeom prst="rect">
              <a:avLst/>
            </a:prstGeom>
            <a:noFill/>
          </p:spPr>
          <p:txBody>
            <a:bodyPr wrap="none" rtlCol="0">
              <a:spAutoFit/>
            </a:bodyPr>
            <a:lstStyle/>
            <a:p>
              <a:r>
                <a:rPr lang="zh-CN" altLang="en-US" sz="1200" dirty="0">
                  <a:latin typeface="微软雅黑 Light" panose="020B0502040204020203" pitchFamily="34" charset="-122"/>
                  <a:ea typeface="微软雅黑 Light" panose="020B0502040204020203" pitchFamily="34" charset="-122"/>
                </a:rPr>
                <a:t>标记边缘路由器</a:t>
              </a:r>
              <a:endParaRPr lang="zh-CN" altLang="en-US" sz="1200" dirty="0">
                <a:latin typeface="微软雅黑 Light" panose="020B0502040204020203" pitchFamily="34" charset="-122"/>
                <a:ea typeface="微软雅黑 Light" panose="020B0502040204020203" pitchFamily="34" charset="-122"/>
              </a:endParaRPr>
            </a:p>
          </p:txBody>
        </p:sp>
        <p:sp>
          <p:nvSpPr>
            <p:cNvPr id="87" name="文本框 86"/>
            <p:cNvSpPr txBox="1"/>
            <p:nvPr/>
          </p:nvSpPr>
          <p:spPr>
            <a:xfrm>
              <a:off x="6089574" y="4735995"/>
              <a:ext cx="1261884" cy="276999"/>
            </a:xfrm>
            <a:prstGeom prst="rect">
              <a:avLst/>
            </a:prstGeom>
            <a:noFill/>
          </p:spPr>
          <p:txBody>
            <a:bodyPr wrap="none" rtlCol="0">
              <a:spAutoFit/>
            </a:bodyPr>
            <a:lstStyle/>
            <a:p>
              <a:r>
                <a:rPr lang="zh-CN" altLang="en-US" sz="1200" dirty="0">
                  <a:latin typeface="微软雅黑 Light" panose="020B0502040204020203" pitchFamily="34" charset="-122"/>
                  <a:ea typeface="微软雅黑 Light" panose="020B0502040204020203" pitchFamily="34" charset="-122"/>
                </a:rPr>
                <a:t>标记边缘路由器</a:t>
              </a:r>
              <a:endParaRPr lang="zh-CN" altLang="en-US" sz="1200" dirty="0">
                <a:latin typeface="微软雅黑 Light" panose="020B0502040204020203" pitchFamily="34" charset="-122"/>
                <a:ea typeface="微软雅黑 Light" panose="020B0502040204020203" pitchFamily="34" charset="-122"/>
              </a:endParaRPr>
            </a:p>
          </p:txBody>
        </p:sp>
        <p:sp>
          <p:nvSpPr>
            <p:cNvPr id="88" name="文本框 87"/>
            <p:cNvSpPr txBox="1"/>
            <p:nvPr/>
          </p:nvSpPr>
          <p:spPr>
            <a:xfrm>
              <a:off x="6978336" y="1766964"/>
              <a:ext cx="724878" cy="276999"/>
            </a:xfrm>
            <a:prstGeom prst="rect">
              <a:avLst/>
            </a:prstGeom>
            <a:noFill/>
          </p:spPr>
          <p:txBody>
            <a:bodyPr wrap="none" rtlCol="0">
              <a:spAutoFit/>
            </a:bodyPr>
            <a:lstStyle/>
            <a:p>
              <a:r>
                <a:rPr lang="en-US" altLang="zh-CN" sz="1200" b="1" dirty="0">
                  <a:latin typeface="微软雅黑 Light" panose="020B0502040204020203" pitchFamily="34" charset="-122"/>
                  <a:ea typeface="微软雅黑 Light" panose="020B0502040204020203" pitchFamily="34" charset="-122"/>
                </a:rPr>
                <a:t>MPLS</a:t>
              </a:r>
              <a:r>
                <a:rPr lang="zh-CN" altLang="en-US" sz="1200" b="1" dirty="0">
                  <a:latin typeface="微软雅黑 Light" panose="020B0502040204020203" pitchFamily="34" charset="-122"/>
                  <a:ea typeface="微软雅黑 Light" panose="020B0502040204020203" pitchFamily="34" charset="-122"/>
                </a:rPr>
                <a:t>域</a:t>
              </a:r>
              <a:endParaRPr lang="zh-CN" altLang="en-US" sz="1200" b="1" dirty="0">
                <a:latin typeface="微软雅黑 Light" panose="020B0502040204020203" pitchFamily="34" charset="-122"/>
                <a:ea typeface="微软雅黑 Light" panose="020B0502040204020203" pitchFamily="34" charset="-122"/>
              </a:endParaRPr>
            </a:p>
          </p:txBody>
        </p:sp>
        <p:sp>
          <p:nvSpPr>
            <p:cNvPr id="89" name="文本框 88"/>
            <p:cNvSpPr txBox="1"/>
            <p:nvPr/>
          </p:nvSpPr>
          <p:spPr>
            <a:xfrm>
              <a:off x="5601307" y="3045233"/>
              <a:ext cx="800219" cy="276999"/>
            </a:xfrm>
            <a:prstGeom prst="rect">
              <a:avLst/>
            </a:prstGeom>
            <a:noFill/>
          </p:spPr>
          <p:txBody>
            <a:bodyPr wrap="none" rtlCol="0">
              <a:spAutoFit/>
            </a:bodyPr>
            <a:lstStyle/>
            <a:p>
              <a:r>
                <a:rPr lang="zh-CN" altLang="en-US" sz="1200" dirty="0">
                  <a:latin typeface="微软雅黑 Light" panose="020B0502040204020203" pitchFamily="34" charset="-122"/>
                  <a:ea typeface="微软雅黑 Light" panose="020B0502040204020203" pitchFamily="34" charset="-122"/>
                </a:rPr>
                <a:t>中间结点</a:t>
              </a:r>
              <a:endParaRPr lang="zh-CN" altLang="en-US" sz="1200" dirty="0">
                <a:latin typeface="微软雅黑 Light" panose="020B0502040204020203" pitchFamily="34" charset="-122"/>
                <a:ea typeface="微软雅黑 Light" panose="020B0502040204020203" pitchFamily="34" charset="-122"/>
              </a:endParaRPr>
            </a:p>
          </p:txBody>
        </p:sp>
        <p:sp>
          <p:nvSpPr>
            <p:cNvPr id="90" name="文本框 89"/>
            <p:cNvSpPr txBox="1"/>
            <p:nvPr/>
          </p:nvSpPr>
          <p:spPr>
            <a:xfrm>
              <a:off x="5601307" y="3269787"/>
              <a:ext cx="800219" cy="276999"/>
            </a:xfrm>
            <a:prstGeom prst="rect">
              <a:avLst/>
            </a:prstGeom>
            <a:noFill/>
          </p:spPr>
          <p:txBody>
            <a:bodyPr wrap="none" rtlCol="0">
              <a:spAutoFit/>
            </a:bodyPr>
            <a:lstStyle/>
            <a:p>
              <a:r>
                <a:rPr lang="zh-CN" altLang="en-US" sz="1200" dirty="0">
                  <a:latin typeface="微软雅黑 Light" panose="020B0502040204020203" pitchFamily="34" charset="-122"/>
                  <a:ea typeface="微软雅黑 Light" panose="020B0502040204020203" pitchFamily="34" charset="-122"/>
                </a:rPr>
                <a:t>中间结点</a:t>
              </a:r>
              <a:endParaRPr lang="zh-CN" altLang="en-US" sz="1200" dirty="0">
                <a:latin typeface="微软雅黑 Light" panose="020B0502040204020203" pitchFamily="34" charset="-122"/>
                <a:ea typeface="微软雅黑 Light" panose="020B0502040204020203" pitchFamily="34" charset="-122"/>
              </a:endParaRPr>
            </a:p>
          </p:txBody>
        </p:sp>
        <p:sp>
          <p:nvSpPr>
            <p:cNvPr id="91" name="文本框 90"/>
            <p:cNvSpPr txBox="1"/>
            <p:nvPr/>
          </p:nvSpPr>
          <p:spPr>
            <a:xfrm>
              <a:off x="7905921" y="3072153"/>
              <a:ext cx="800219" cy="276999"/>
            </a:xfrm>
            <a:prstGeom prst="rect">
              <a:avLst/>
            </a:prstGeom>
            <a:noFill/>
          </p:spPr>
          <p:txBody>
            <a:bodyPr wrap="none" rtlCol="0">
              <a:spAutoFit/>
            </a:bodyPr>
            <a:lstStyle/>
            <a:p>
              <a:r>
                <a:rPr lang="zh-CN" altLang="en-US" sz="1200" dirty="0">
                  <a:latin typeface="微软雅黑 Light" panose="020B0502040204020203" pitchFamily="34" charset="-122"/>
                  <a:ea typeface="微软雅黑 Light" panose="020B0502040204020203" pitchFamily="34" charset="-122"/>
                </a:rPr>
                <a:t>中间结点</a:t>
              </a:r>
              <a:endParaRPr lang="zh-CN" altLang="en-US" sz="1200" dirty="0">
                <a:latin typeface="微软雅黑 Light" panose="020B0502040204020203" pitchFamily="34" charset="-122"/>
                <a:ea typeface="微软雅黑 Light" panose="020B0502040204020203" pitchFamily="34" charset="-122"/>
              </a:endParaRPr>
            </a:p>
          </p:txBody>
        </p:sp>
        <p:sp>
          <p:nvSpPr>
            <p:cNvPr id="92" name="文本框 91"/>
            <p:cNvSpPr txBox="1"/>
            <p:nvPr/>
          </p:nvSpPr>
          <p:spPr>
            <a:xfrm>
              <a:off x="7905921" y="3296706"/>
              <a:ext cx="800219" cy="276999"/>
            </a:xfrm>
            <a:prstGeom prst="rect">
              <a:avLst/>
            </a:prstGeom>
            <a:noFill/>
          </p:spPr>
          <p:txBody>
            <a:bodyPr wrap="none" rtlCol="0">
              <a:spAutoFit/>
            </a:bodyPr>
            <a:lstStyle/>
            <a:p>
              <a:r>
                <a:rPr lang="zh-CN" altLang="en-US" sz="1200" dirty="0">
                  <a:latin typeface="微软雅黑 Light" panose="020B0502040204020203" pitchFamily="34" charset="-122"/>
                  <a:ea typeface="微软雅黑 Light" panose="020B0502040204020203" pitchFamily="34" charset="-122"/>
                </a:rPr>
                <a:t>中间结点</a:t>
              </a:r>
              <a:endParaRPr lang="zh-CN" altLang="en-US" sz="1200" dirty="0">
                <a:latin typeface="微软雅黑 Light" panose="020B0502040204020203" pitchFamily="34" charset="-122"/>
                <a:ea typeface="微软雅黑 Light" panose="020B0502040204020203" pitchFamily="34" charset="-122"/>
              </a:endParaRPr>
            </a:p>
          </p:txBody>
        </p:sp>
        <p:sp>
          <p:nvSpPr>
            <p:cNvPr id="93" name="文本框 92"/>
            <p:cNvSpPr txBox="1"/>
            <p:nvPr/>
          </p:nvSpPr>
          <p:spPr>
            <a:xfrm>
              <a:off x="6277238" y="2158370"/>
              <a:ext cx="954107" cy="461665"/>
            </a:xfrm>
            <a:prstGeom prst="rect">
              <a:avLst/>
            </a:prstGeom>
            <a:noFill/>
          </p:spPr>
          <p:txBody>
            <a:bodyPr wrap="none" rtlCol="0">
              <a:spAutoFit/>
            </a:bodyPr>
            <a:lstStyle/>
            <a:p>
              <a:r>
                <a:rPr lang="zh-CN" altLang="en-US" sz="1200" dirty="0">
                  <a:latin typeface="微软雅黑 Light" panose="020B0502040204020203" pitchFamily="34" charset="-122"/>
                  <a:ea typeface="微软雅黑 Light" panose="020B0502040204020203" pitchFamily="34" charset="-122"/>
                </a:rPr>
                <a:t>核心标记</a:t>
              </a:r>
              <a:endParaRPr lang="en-US" altLang="zh-CN" sz="1200" dirty="0">
                <a:latin typeface="微软雅黑 Light" panose="020B0502040204020203" pitchFamily="34" charset="-122"/>
                <a:ea typeface="微软雅黑 Light" panose="020B0502040204020203" pitchFamily="34" charset="-122"/>
              </a:endParaRPr>
            </a:p>
            <a:p>
              <a:r>
                <a:rPr lang="zh-CN" altLang="en-US" sz="1200" dirty="0">
                  <a:latin typeface="微软雅黑 Light" panose="020B0502040204020203" pitchFamily="34" charset="-122"/>
                  <a:ea typeface="微软雅黑 Light" panose="020B0502040204020203" pitchFamily="34" charset="-122"/>
                </a:rPr>
                <a:t>交换路由器</a:t>
              </a:r>
              <a:endParaRPr lang="zh-CN" altLang="en-US" sz="1200" dirty="0">
                <a:latin typeface="微软雅黑 Light" panose="020B0502040204020203" pitchFamily="34" charset="-122"/>
                <a:ea typeface="微软雅黑 Light" panose="020B0502040204020203" pitchFamily="34" charset="-122"/>
              </a:endParaRPr>
            </a:p>
          </p:txBody>
        </p:sp>
        <p:sp>
          <p:nvSpPr>
            <p:cNvPr id="94" name="文本框 93"/>
            <p:cNvSpPr txBox="1"/>
            <p:nvPr/>
          </p:nvSpPr>
          <p:spPr>
            <a:xfrm>
              <a:off x="7297765" y="2175607"/>
              <a:ext cx="954107" cy="461665"/>
            </a:xfrm>
            <a:prstGeom prst="rect">
              <a:avLst/>
            </a:prstGeom>
            <a:noFill/>
          </p:spPr>
          <p:txBody>
            <a:bodyPr wrap="none" rtlCol="0">
              <a:spAutoFit/>
            </a:bodyPr>
            <a:lstStyle/>
            <a:p>
              <a:r>
                <a:rPr lang="zh-CN" altLang="en-US" sz="1200" dirty="0">
                  <a:latin typeface="微软雅黑 Light" panose="020B0502040204020203" pitchFamily="34" charset="-122"/>
                  <a:ea typeface="微软雅黑 Light" panose="020B0502040204020203" pitchFamily="34" charset="-122"/>
                </a:rPr>
                <a:t>核心标记</a:t>
              </a:r>
              <a:endParaRPr lang="en-US" altLang="zh-CN" sz="1200" dirty="0">
                <a:latin typeface="微软雅黑 Light" panose="020B0502040204020203" pitchFamily="34" charset="-122"/>
                <a:ea typeface="微软雅黑 Light" panose="020B0502040204020203" pitchFamily="34" charset="-122"/>
              </a:endParaRPr>
            </a:p>
            <a:p>
              <a:r>
                <a:rPr lang="zh-CN" altLang="en-US" sz="1200" dirty="0">
                  <a:latin typeface="微软雅黑 Light" panose="020B0502040204020203" pitchFamily="34" charset="-122"/>
                  <a:ea typeface="微软雅黑 Light" panose="020B0502040204020203" pitchFamily="34" charset="-122"/>
                </a:rPr>
                <a:t>交换路由器</a:t>
              </a:r>
              <a:endParaRPr lang="zh-CN" altLang="en-US" sz="1200" dirty="0">
                <a:latin typeface="微软雅黑 Light" panose="020B0502040204020203" pitchFamily="34" charset="-122"/>
                <a:ea typeface="微软雅黑 Light" panose="020B0502040204020203" pitchFamily="34" charset="-122"/>
              </a:endParaRPr>
            </a:p>
          </p:txBody>
        </p:sp>
        <p:sp>
          <p:nvSpPr>
            <p:cNvPr id="95" name="文本框 94"/>
            <p:cNvSpPr txBox="1"/>
            <p:nvPr/>
          </p:nvSpPr>
          <p:spPr>
            <a:xfrm>
              <a:off x="5741285" y="3739234"/>
              <a:ext cx="954107" cy="461665"/>
            </a:xfrm>
            <a:prstGeom prst="rect">
              <a:avLst/>
            </a:prstGeom>
            <a:noFill/>
          </p:spPr>
          <p:txBody>
            <a:bodyPr wrap="none" rtlCol="0">
              <a:spAutoFit/>
            </a:bodyPr>
            <a:lstStyle/>
            <a:p>
              <a:r>
                <a:rPr lang="zh-CN" altLang="en-US" sz="1200" dirty="0">
                  <a:latin typeface="微软雅黑 Light" panose="020B0502040204020203" pitchFamily="34" charset="-122"/>
                  <a:ea typeface="微软雅黑 Light" panose="020B0502040204020203" pitchFamily="34" charset="-122"/>
                </a:rPr>
                <a:t>核心标记</a:t>
              </a:r>
              <a:endParaRPr lang="en-US" altLang="zh-CN" sz="1200" dirty="0">
                <a:latin typeface="微软雅黑 Light" panose="020B0502040204020203" pitchFamily="34" charset="-122"/>
                <a:ea typeface="微软雅黑 Light" panose="020B0502040204020203" pitchFamily="34" charset="-122"/>
              </a:endParaRPr>
            </a:p>
            <a:p>
              <a:r>
                <a:rPr lang="zh-CN" altLang="en-US" sz="1200" dirty="0">
                  <a:latin typeface="微软雅黑 Light" panose="020B0502040204020203" pitchFamily="34" charset="-122"/>
                  <a:ea typeface="微软雅黑 Light" panose="020B0502040204020203" pitchFamily="34" charset="-122"/>
                </a:rPr>
                <a:t>交换路由器</a:t>
              </a:r>
              <a:endParaRPr lang="zh-CN" altLang="en-US" sz="1200" dirty="0">
                <a:latin typeface="微软雅黑 Light" panose="020B0502040204020203" pitchFamily="34" charset="-122"/>
                <a:ea typeface="微软雅黑 Light" panose="020B0502040204020203" pitchFamily="34" charset="-122"/>
              </a:endParaRPr>
            </a:p>
          </p:txBody>
        </p:sp>
        <p:sp>
          <p:nvSpPr>
            <p:cNvPr id="96" name="文本框 95"/>
            <p:cNvSpPr txBox="1"/>
            <p:nvPr/>
          </p:nvSpPr>
          <p:spPr>
            <a:xfrm>
              <a:off x="7813291" y="4655066"/>
              <a:ext cx="1261884" cy="276999"/>
            </a:xfrm>
            <a:prstGeom prst="rect">
              <a:avLst/>
            </a:prstGeom>
            <a:noFill/>
          </p:spPr>
          <p:txBody>
            <a:bodyPr wrap="none" rtlCol="0">
              <a:spAutoFit/>
            </a:bodyPr>
            <a:lstStyle/>
            <a:p>
              <a:r>
                <a:rPr lang="zh-CN" altLang="en-US" sz="1200" dirty="0">
                  <a:latin typeface="微软雅黑 Light" panose="020B0502040204020203" pitchFamily="34" charset="-122"/>
                  <a:ea typeface="微软雅黑 Light" panose="020B0502040204020203" pitchFamily="34" charset="-122"/>
                </a:rPr>
                <a:t>标记边缘路由器</a:t>
              </a:r>
              <a:endParaRPr lang="zh-CN" altLang="en-US" sz="1200" dirty="0">
                <a:latin typeface="微软雅黑 Light" panose="020B0502040204020203" pitchFamily="34" charset="-122"/>
                <a:ea typeface="微软雅黑 Light" panose="020B0502040204020203" pitchFamily="34" charset="-122"/>
              </a:endParaRPr>
            </a:p>
          </p:txBody>
        </p:sp>
        <p:sp>
          <p:nvSpPr>
            <p:cNvPr id="97" name="文本框 96"/>
            <p:cNvSpPr txBox="1"/>
            <p:nvPr/>
          </p:nvSpPr>
          <p:spPr>
            <a:xfrm>
              <a:off x="8844763" y="3081975"/>
              <a:ext cx="1261884" cy="276999"/>
            </a:xfrm>
            <a:prstGeom prst="rect">
              <a:avLst/>
            </a:prstGeom>
            <a:noFill/>
          </p:spPr>
          <p:txBody>
            <a:bodyPr wrap="none" rtlCol="0">
              <a:spAutoFit/>
            </a:bodyPr>
            <a:lstStyle/>
            <a:p>
              <a:r>
                <a:rPr lang="zh-CN" altLang="en-US" sz="1200" dirty="0">
                  <a:latin typeface="微软雅黑 Light" panose="020B0502040204020203" pitchFamily="34" charset="-122"/>
                  <a:ea typeface="微软雅黑 Light" panose="020B0502040204020203" pitchFamily="34" charset="-122"/>
                </a:rPr>
                <a:t>标记边缘路由器</a:t>
              </a:r>
              <a:endParaRPr lang="zh-CN" altLang="en-US" sz="1200" dirty="0">
                <a:latin typeface="微软雅黑 Light" panose="020B0502040204020203" pitchFamily="34" charset="-122"/>
                <a:ea typeface="微软雅黑 Light" panose="020B0502040204020203" pitchFamily="34" charset="-122"/>
              </a:endParaRPr>
            </a:p>
          </p:txBody>
        </p:sp>
        <p:sp>
          <p:nvSpPr>
            <p:cNvPr id="98" name="文本框 97"/>
            <p:cNvSpPr txBox="1"/>
            <p:nvPr/>
          </p:nvSpPr>
          <p:spPr>
            <a:xfrm>
              <a:off x="7131867" y="3786677"/>
              <a:ext cx="954107" cy="461665"/>
            </a:xfrm>
            <a:prstGeom prst="rect">
              <a:avLst/>
            </a:prstGeom>
            <a:noFill/>
          </p:spPr>
          <p:txBody>
            <a:bodyPr wrap="none" rtlCol="0">
              <a:spAutoFit/>
            </a:bodyPr>
            <a:lstStyle/>
            <a:p>
              <a:r>
                <a:rPr lang="zh-CN" altLang="en-US" sz="1200" dirty="0">
                  <a:latin typeface="微软雅黑 Light" panose="020B0502040204020203" pitchFamily="34" charset="-122"/>
                  <a:ea typeface="微软雅黑 Light" panose="020B0502040204020203" pitchFamily="34" charset="-122"/>
                </a:rPr>
                <a:t>核心标记</a:t>
              </a:r>
              <a:endParaRPr lang="en-US" altLang="zh-CN" sz="1200" dirty="0">
                <a:latin typeface="微软雅黑 Light" panose="020B0502040204020203" pitchFamily="34" charset="-122"/>
                <a:ea typeface="微软雅黑 Light" panose="020B0502040204020203" pitchFamily="34" charset="-122"/>
              </a:endParaRPr>
            </a:p>
            <a:p>
              <a:r>
                <a:rPr lang="zh-CN" altLang="en-US" sz="1200" dirty="0">
                  <a:latin typeface="微软雅黑 Light" panose="020B0502040204020203" pitchFamily="34" charset="-122"/>
                  <a:ea typeface="微软雅黑 Light" panose="020B0502040204020203" pitchFamily="34" charset="-122"/>
                </a:rPr>
                <a:t>交换路由器</a:t>
              </a:r>
              <a:endParaRPr lang="zh-CN" altLang="en-US" sz="1200" dirty="0">
                <a:latin typeface="微软雅黑 Light" panose="020B0502040204020203" pitchFamily="34" charset="-122"/>
                <a:ea typeface="微软雅黑 Light" panose="020B0502040204020203" pitchFamily="34" charset="-122"/>
              </a:endParaRPr>
            </a:p>
          </p:txBody>
        </p:sp>
        <p:sp>
          <p:nvSpPr>
            <p:cNvPr id="99" name="文本框 98"/>
            <p:cNvSpPr txBox="1"/>
            <p:nvPr/>
          </p:nvSpPr>
          <p:spPr>
            <a:xfrm>
              <a:off x="4549722" y="2368149"/>
              <a:ext cx="1261884" cy="276999"/>
            </a:xfrm>
            <a:prstGeom prst="rect">
              <a:avLst/>
            </a:prstGeom>
            <a:noFill/>
          </p:spPr>
          <p:txBody>
            <a:bodyPr wrap="none" rtlCol="0">
              <a:spAutoFit/>
            </a:bodyPr>
            <a:lstStyle/>
            <a:p>
              <a:r>
                <a:rPr lang="zh-CN" altLang="en-US" sz="1200" dirty="0">
                  <a:latin typeface="微软雅黑 Light" panose="020B0502040204020203" pitchFamily="34" charset="-122"/>
                  <a:ea typeface="微软雅黑 Light" panose="020B0502040204020203" pitchFamily="34" charset="-122"/>
                </a:rPr>
                <a:t>标记边缘路由器</a:t>
              </a:r>
              <a:endParaRPr lang="zh-CN" altLang="en-US" sz="1200" dirty="0">
                <a:latin typeface="微软雅黑 Light" panose="020B0502040204020203" pitchFamily="34" charset="-122"/>
                <a:ea typeface="微软雅黑 Light" panose="020B0502040204020203" pitchFamily="34" charset="-122"/>
              </a:endParaRPr>
            </a:p>
          </p:txBody>
        </p:sp>
      </p:grpSp>
    </p:spTree>
  </p:cSld>
  <p:clrMapOvr>
    <a:masterClrMapping/>
  </p:clrMapOvr>
</p:sld>
</file>

<file path=ppt/slides/slide2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段路由协议</a:t>
            </a:r>
            <a:r>
              <a:rPr lang="en-US" altLang="zh-CN" dirty="0"/>
              <a:t>SRv6</a:t>
            </a:r>
            <a:endParaRPr lang="zh-CN" altLang="en-US" dirty="0"/>
          </a:p>
        </p:txBody>
      </p:sp>
      <p:sp>
        <p:nvSpPr>
          <p:cNvPr id="5" name="灯片编号占位符 4"/>
          <p:cNvSpPr>
            <a:spLocks noGrp="1"/>
          </p:cNvSpPr>
          <p:nvPr>
            <p:ph type="sldNum" sz="quarter" idx="12"/>
          </p:nvPr>
        </p:nvSpPr>
        <p:spPr/>
        <p:txBody>
          <a:bodyPr/>
          <a:lstStyle/>
          <a:p>
            <a:pPr>
              <a:defRPr/>
            </a:pPr>
            <a:fld id="{5ACAED0A-32C0-459D-9CE5-9FDF4154FCB4}" type="slidenum">
              <a:rPr lang="en-US" altLang="zh-CN" smtClean="0"/>
            </a:fld>
            <a:endParaRPr lang="en-US" altLang="zh-CN" dirty="0"/>
          </a:p>
        </p:txBody>
      </p:sp>
      <p:sp>
        <p:nvSpPr>
          <p:cNvPr id="55" name="文本框 54"/>
          <p:cNvSpPr txBox="1"/>
          <p:nvPr/>
        </p:nvSpPr>
        <p:spPr>
          <a:xfrm>
            <a:off x="335360" y="1052736"/>
            <a:ext cx="11449272" cy="1698927"/>
          </a:xfrm>
          <a:prstGeom prst="rect">
            <a:avLst/>
          </a:prstGeom>
          <a:noFill/>
        </p:spPr>
        <p:txBody>
          <a:bodyPr wrap="square" rtlCol="0">
            <a:spAutoFit/>
          </a:bodyPr>
          <a:lstStyle/>
          <a:p>
            <a:pPr marL="342900" indent="-342900" eaLnBrk="1" hangingPunct="1">
              <a:lnSpc>
                <a:spcPct val="90000"/>
              </a:lnSpc>
              <a:spcBef>
                <a:spcPct val="20000"/>
              </a:spcBef>
              <a:buClr>
                <a:srgbClr val="C80000"/>
              </a:buClr>
              <a:buSzPct val="80000"/>
              <a:buFont typeface="Wingdings" panose="05000000000000000000" pitchFamily="2" charset="2"/>
              <a:buChar char="n"/>
            </a:pPr>
            <a:r>
              <a:rPr lang="zh-CN" altLang="en-US" sz="2800" dirty="0">
                <a:latin typeface="微软雅黑 Light" panose="020B0502040204020203" pitchFamily="34" charset="-122"/>
                <a:ea typeface="微软雅黑 Light" panose="020B0502040204020203" pitchFamily="34" charset="-122"/>
                <a:cs typeface="Times New Roman" panose="02020603050405020304" pitchFamily="18" charset="0"/>
              </a:rPr>
              <a:t>段路由</a:t>
            </a:r>
            <a:r>
              <a:rPr lang="en-US" altLang="zh-CN" sz="2800" dirty="0">
                <a:latin typeface="微软雅黑 Light" panose="020B0502040204020203" pitchFamily="34" charset="-122"/>
                <a:ea typeface="微软雅黑 Light" panose="020B0502040204020203" pitchFamily="34" charset="-122"/>
                <a:cs typeface="Times New Roman" panose="02020603050405020304" pitchFamily="18" charset="0"/>
              </a:rPr>
              <a:t>SRv6</a:t>
            </a:r>
            <a:r>
              <a:rPr lang="zh-CN" altLang="en-US" sz="2800" dirty="0">
                <a:latin typeface="微软雅黑 Light" panose="020B0502040204020203" pitchFamily="34" charset="-122"/>
                <a:ea typeface="微软雅黑 Light" panose="020B0502040204020203" pitchFamily="34" charset="-122"/>
                <a:cs typeface="Times New Roman" panose="02020603050405020304" pitchFamily="18" charset="0"/>
              </a:rPr>
              <a:t>基本思想：</a:t>
            </a:r>
            <a:endParaRPr lang="en-US" altLang="zh-CN" sz="2800" dirty="0">
              <a:latin typeface="微软雅黑 Light" panose="020B0502040204020203" pitchFamily="34" charset="-122"/>
              <a:ea typeface="微软雅黑 Light" panose="020B0502040204020203" pitchFamily="34" charset="-122"/>
              <a:cs typeface="Times New Roman" panose="02020603050405020304" pitchFamily="18" charset="0"/>
            </a:endParaRPr>
          </a:p>
          <a:p>
            <a:pPr marL="742950" lvl="1" indent="-285750" eaLnBrk="1" hangingPunct="1">
              <a:lnSpc>
                <a:spcPct val="90000"/>
              </a:lnSpc>
              <a:spcBef>
                <a:spcPct val="20000"/>
              </a:spcBef>
              <a:buClr>
                <a:srgbClr val="00C800"/>
              </a:buClr>
              <a:buSzPct val="80000"/>
              <a:buFont typeface="Wingdings" panose="05000000000000000000" pitchFamily="2" charset="2"/>
              <a:buChar char="n"/>
            </a:pPr>
            <a:r>
              <a:rPr lang="zh-CN" altLang="en-US" sz="2400" dirty="0">
                <a:latin typeface="微软雅黑 Light" panose="020B0502040204020203" pitchFamily="34" charset="-122"/>
                <a:ea typeface="微软雅黑 Light" panose="020B0502040204020203" pitchFamily="34" charset="-122"/>
                <a:cs typeface="Times New Roman" panose="02020603050405020304" pitchFamily="18" charset="0"/>
              </a:rPr>
              <a:t>将数据包转发路径切割为不同的分段</a:t>
            </a:r>
            <a:endParaRPr lang="en-US" altLang="zh-CN" sz="2400" dirty="0">
              <a:latin typeface="微软雅黑 Light" panose="020B0502040204020203" pitchFamily="34" charset="-122"/>
              <a:ea typeface="微软雅黑 Light" panose="020B0502040204020203" pitchFamily="34" charset="-122"/>
              <a:cs typeface="Times New Roman" panose="02020603050405020304" pitchFamily="18" charset="0"/>
            </a:endParaRPr>
          </a:p>
          <a:p>
            <a:pPr marL="742950" lvl="1" indent="-285750" eaLnBrk="1" hangingPunct="1">
              <a:lnSpc>
                <a:spcPct val="90000"/>
              </a:lnSpc>
              <a:spcBef>
                <a:spcPct val="20000"/>
              </a:spcBef>
              <a:buClr>
                <a:srgbClr val="00C800"/>
              </a:buClr>
              <a:buSzPct val="80000"/>
              <a:buFont typeface="Wingdings" panose="05000000000000000000" pitchFamily="2" charset="2"/>
              <a:buChar char="n"/>
            </a:pPr>
            <a:r>
              <a:rPr lang="zh-CN" altLang="en-US" sz="2400" dirty="0">
                <a:latin typeface="微软雅黑 Light" panose="020B0502040204020203" pitchFamily="34" charset="-122"/>
                <a:ea typeface="微软雅黑 Light" panose="020B0502040204020203" pitchFamily="34" charset="-122"/>
                <a:cs typeface="Times New Roman" panose="02020603050405020304" pitchFamily="18" charset="0"/>
              </a:rPr>
              <a:t>在路径头结点处向数据包中插入分段信息</a:t>
            </a:r>
            <a:endParaRPr lang="en-US" altLang="zh-CN" sz="2400" dirty="0">
              <a:latin typeface="微软雅黑 Light" panose="020B0502040204020203" pitchFamily="34" charset="-122"/>
              <a:ea typeface="微软雅黑 Light" panose="020B0502040204020203" pitchFamily="34" charset="-122"/>
              <a:cs typeface="Times New Roman" panose="02020603050405020304" pitchFamily="18" charset="0"/>
            </a:endParaRPr>
          </a:p>
          <a:p>
            <a:pPr marL="742950" lvl="1" indent="-285750" eaLnBrk="1" hangingPunct="1">
              <a:lnSpc>
                <a:spcPct val="90000"/>
              </a:lnSpc>
              <a:spcBef>
                <a:spcPct val="20000"/>
              </a:spcBef>
              <a:buClr>
                <a:srgbClr val="00C800"/>
              </a:buClr>
              <a:buSzPct val="80000"/>
              <a:buFont typeface="Wingdings" panose="05000000000000000000" pitchFamily="2" charset="2"/>
              <a:buChar char="n"/>
            </a:pPr>
            <a:r>
              <a:rPr lang="zh-CN" altLang="en-US" sz="2400" dirty="0">
                <a:latin typeface="微软雅黑 Light" panose="020B0502040204020203" pitchFamily="34" charset="-122"/>
                <a:ea typeface="微软雅黑 Light" panose="020B0502040204020203" pitchFamily="34" charset="-122"/>
                <a:cs typeface="Times New Roman" panose="02020603050405020304" pitchFamily="18" charset="0"/>
              </a:rPr>
              <a:t>中间结点只需要按照数据包所携带的分段信息转发</a:t>
            </a:r>
            <a:endParaRPr lang="zh-CN" altLang="en-US" sz="2400" dirty="0">
              <a:latin typeface="微软雅黑 Light" panose="020B0502040204020203" pitchFamily="34" charset="-122"/>
              <a:ea typeface="微软雅黑 Light" panose="020B0502040204020203" pitchFamily="34" charset="-122"/>
              <a:cs typeface="Times New Roman" panose="02020603050405020304" pitchFamily="18" charset="0"/>
            </a:endParaRPr>
          </a:p>
        </p:txBody>
      </p:sp>
    </p:spTree>
  </p:cSld>
  <p:clrMapOvr>
    <a:masterClrMapping/>
  </p:clrMapOvr>
</p:sld>
</file>

<file path=ppt/slides/slide2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sz="3600" dirty="0">
                <a:cs typeface="+mn-ea"/>
                <a:sym typeface="+mn-lt"/>
              </a:rPr>
              <a:t>IPv6</a:t>
            </a:r>
            <a:r>
              <a:rPr lang="zh-CN" altLang="en-US" sz="3600" dirty="0">
                <a:cs typeface="+mn-ea"/>
                <a:sym typeface="+mn-lt"/>
              </a:rPr>
              <a:t>段路由扩展报头</a:t>
            </a:r>
            <a:r>
              <a:rPr lang="en-US" altLang="zh-CN" sz="3600" dirty="0">
                <a:cs typeface="+mn-ea"/>
                <a:sym typeface="+mn-lt"/>
              </a:rPr>
              <a:t> (SRH)</a:t>
            </a:r>
            <a:endParaRPr lang="zh-CN" altLang="en-US" dirty="0"/>
          </a:p>
        </p:txBody>
      </p:sp>
      <p:sp>
        <p:nvSpPr>
          <p:cNvPr id="5" name="灯片编号占位符 4"/>
          <p:cNvSpPr>
            <a:spLocks noGrp="1"/>
          </p:cNvSpPr>
          <p:nvPr>
            <p:ph type="sldNum" sz="quarter" idx="12"/>
          </p:nvPr>
        </p:nvSpPr>
        <p:spPr/>
        <p:txBody>
          <a:bodyPr/>
          <a:lstStyle/>
          <a:p>
            <a:pPr>
              <a:defRPr/>
            </a:pPr>
            <a:fld id="{5ACAED0A-32C0-459D-9CE5-9FDF4154FCB4}" type="slidenum">
              <a:rPr lang="en-US" altLang="zh-CN" smtClean="0"/>
            </a:fld>
            <a:endParaRPr lang="en-US" altLang="zh-CN" dirty="0"/>
          </a:p>
        </p:txBody>
      </p:sp>
      <p:sp>
        <p:nvSpPr>
          <p:cNvPr id="6" name="矩形 5"/>
          <p:cNvSpPr/>
          <p:nvPr/>
        </p:nvSpPr>
        <p:spPr bwMode="gray">
          <a:xfrm>
            <a:off x="7988252" y="2288193"/>
            <a:ext cx="3023636" cy="394210"/>
          </a:xfrm>
          <a:prstGeom prst="rect">
            <a:avLst/>
          </a:prstGeom>
        </p:spPr>
        <p:txBody>
          <a:bodyPr wrap="square">
            <a:spAutoFit/>
          </a:bodyPr>
          <a:lstStyle/>
          <a:p>
            <a:pPr algn="just" defTabSz="914400" fontAlgn="base">
              <a:lnSpc>
                <a:spcPct val="120000"/>
              </a:lnSpc>
              <a:spcBef>
                <a:spcPct val="0"/>
              </a:spcBef>
              <a:spcAft>
                <a:spcPct val="0"/>
              </a:spcAft>
              <a:buClr>
                <a:srgbClr val="FF0000"/>
              </a:buClr>
              <a:defRPr/>
            </a:pPr>
            <a:endParaRPr lang="en-US" altLang="zh-CN" b="1" dirty="0">
              <a:solidFill>
                <a:srgbClr val="C00000"/>
              </a:solidFill>
              <a:cs typeface="+mn-ea"/>
              <a:sym typeface="+mn-lt"/>
            </a:endParaRPr>
          </a:p>
        </p:txBody>
      </p:sp>
      <p:sp>
        <p:nvSpPr>
          <p:cNvPr id="7" name="矩形 6"/>
          <p:cNvSpPr/>
          <p:nvPr/>
        </p:nvSpPr>
        <p:spPr bwMode="gray">
          <a:xfrm>
            <a:off x="6476666" y="1852779"/>
            <a:ext cx="4739969" cy="328551"/>
          </a:xfrm>
          <a:prstGeom prst="rect">
            <a:avLst/>
          </a:prstGeom>
          <a:ln>
            <a:solidFill>
              <a:srgbClr val="30B5C5"/>
            </a:solidFill>
          </a:ln>
        </p:spPr>
        <p:txBody>
          <a:bodyPr wrap="square">
            <a:spAutoFit/>
          </a:bodyPr>
          <a:lstStyle/>
          <a:p>
            <a:pPr algn="just" defTabSz="914400" fontAlgn="base">
              <a:lnSpc>
                <a:spcPct val="120000"/>
              </a:lnSpc>
              <a:spcBef>
                <a:spcPct val="0"/>
              </a:spcBef>
              <a:spcAft>
                <a:spcPct val="0"/>
              </a:spcAft>
              <a:buClr>
                <a:srgbClr val="FF0000"/>
              </a:buClr>
              <a:defRPr/>
            </a:pPr>
            <a:r>
              <a:rPr lang="en-US" altLang="zh-CN" sz="1400" dirty="0">
                <a:solidFill>
                  <a:srgbClr val="000000"/>
                </a:solidFill>
                <a:cs typeface="+mn-ea"/>
                <a:sym typeface="+mn-lt"/>
              </a:rPr>
              <a:t>43</a:t>
            </a:r>
            <a:r>
              <a:rPr lang="zh-CN" altLang="en-US" sz="1400" dirty="0">
                <a:solidFill>
                  <a:srgbClr val="000000"/>
                </a:solidFill>
                <a:cs typeface="+mn-ea"/>
                <a:sym typeface="+mn-lt"/>
              </a:rPr>
              <a:t>表明是</a:t>
            </a:r>
            <a:r>
              <a:rPr lang="en-US" altLang="zh-CN" sz="1400" kern="0" dirty="0">
                <a:solidFill>
                  <a:srgbClr val="000000"/>
                </a:solidFill>
                <a:cs typeface="+mn-ea"/>
                <a:sym typeface="+mn-lt"/>
              </a:rPr>
              <a:t>Routing Extension Header</a:t>
            </a:r>
            <a:endParaRPr lang="en-US" altLang="zh-CN" sz="1400" kern="0" dirty="0">
              <a:solidFill>
                <a:srgbClr val="000000"/>
              </a:solidFill>
              <a:cs typeface="+mn-ea"/>
              <a:sym typeface="+mn-lt"/>
            </a:endParaRPr>
          </a:p>
        </p:txBody>
      </p:sp>
      <p:graphicFrame>
        <p:nvGraphicFramePr>
          <p:cNvPr id="8" name="表格 7"/>
          <p:cNvGraphicFramePr>
            <a:graphicFrameLocks noGrp="1"/>
          </p:cNvGraphicFramePr>
          <p:nvPr/>
        </p:nvGraphicFramePr>
        <p:xfrm>
          <a:off x="1122373" y="2641731"/>
          <a:ext cx="4497284" cy="3199847"/>
        </p:xfrm>
        <a:graphic>
          <a:graphicData uri="http://schemas.openxmlformats.org/drawingml/2006/table">
            <a:tbl>
              <a:tblPr/>
              <a:tblGrid>
                <a:gridCol w="1124321"/>
                <a:gridCol w="1124321"/>
                <a:gridCol w="281080"/>
                <a:gridCol w="843241"/>
                <a:gridCol w="1124321"/>
              </a:tblGrid>
              <a:tr h="267826">
                <a:tc>
                  <a:txBody>
                    <a:bodyPr/>
                    <a:lstStyle>
                      <a:lvl1pPr marL="0" algn="l" defTabSz="913765" rtl="0" eaLnBrk="1" latinLnBrk="0" hangingPunct="1">
                        <a:defRPr sz="1800" kern="1200">
                          <a:solidFill>
                            <a:schemeClr val="dk1"/>
                          </a:solidFill>
                          <a:latin typeface="FrutigerNext LT Medium"/>
                          <a:ea typeface="微软雅黑" panose="020B0503020204020204" pitchFamily="34" charset="-122"/>
                          <a:cs typeface="宋体" panose="02010600030101010101" pitchFamily="2" charset="-122"/>
                        </a:defRPr>
                      </a:lvl1pPr>
                      <a:lvl2pPr marL="457200" algn="l" defTabSz="913765" rtl="0" eaLnBrk="1" latinLnBrk="0" hangingPunct="1">
                        <a:defRPr sz="1800" kern="1200">
                          <a:solidFill>
                            <a:schemeClr val="dk1"/>
                          </a:solidFill>
                          <a:latin typeface="FrutigerNext LT Medium"/>
                          <a:ea typeface="微软雅黑" panose="020B0503020204020204" pitchFamily="34" charset="-122"/>
                          <a:cs typeface="宋体" panose="02010600030101010101" pitchFamily="2" charset="-122"/>
                        </a:defRPr>
                      </a:lvl2pPr>
                      <a:lvl3pPr marL="913765" algn="l" defTabSz="913765" rtl="0" eaLnBrk="1" latinLnBrk="0" hangingPunct="1">
                        <a:defRPr sz="1800" kern="1200">
                          <a:solidFill>
                            <a:schemeClr val="dk1"/>
                          </a:solidFill>
                          <a:latin typeface="FrutigerNext LT Medium"/>
                          <a:ea typeface="微软雅黑" panose="020B0503020204020204" pitchFamily="34" charset="-122"/>
                          <a:cs typeface="宋体" panose="02010600030101010101" pitchFamily="2" charset="-122"/>
                        </a:defRPr>
                      </a:lvl3pPr>
                      <a:lvl4pPr marL="1370965" algn="l" defTabSz="913765" rtl="0" eaLnBrk="1" latinLnBrk="0" hangingPunct="1">
                        <a:defRPr sz="1800" kern="1200">
                          <a:solidFill>
                            <a:schemeClr val="dk1"/>
                          </a:solidFill>
                          <a:latin typeface="FrutigerNext LT Medium"/>
                          <a:ea typeface="微软雅黑" panose="020B0503020204020204" pitchFamily="34" charset="-122"/>
                          <a:cs typeface="宋体" panose="02010600030101010101" pitchFamily="2" charset="-122"/>
                        </a:defRPr>
                      </a:lvl4pPr>
                      <a:lvl5pPr marL="1828165" algn="l" defTabSz="913765" rtl="0" eaLnBrk="1" latinLnBrk="0" hangingPunct="1">
                        <a:defRPr sz="1800" kern="1200">
                          <a:solidFill>
                            <a:schemeClr val="dk1"/>
                          </a:solidFill>
                          <a:latin typeface="FrutigerNext LT Medium"/>
                          <a:ea typeface="微软雅黑" panose="020B0503020204020204" pitchFamily="34" charset="-122"/>
                          <a:cs typeface="宋体" panose="02010600030101010101" pitchFamily="2" charset="-122"/>
                        </a:defRPr>
                      </a:lvl5pPr>
                      <a:lvl6pPr marL="2285365" algn="l" defTabSz="913765" rtl="0" eaLnBrk="1" latinLnBrk="0" hangingPunct="1">
                        <a:defRPr sz="1800" kern="1200">
                          <a:solidFill>
                            <a:schemeClr val="dk1"/>
                          </a:solidFill>
                          <a:latin typeface="FrutigerNext LT Medium"/>
                          <a:ea typeface="微软雅黑" panose="020B0503020204020204" pitchFamily="34" charset="-122"/>
                          <a:cs typeface="宋体" panose="02010600030101010101" pitchFamily="2" charset="-122"/>
                        </a:defRPr>
                      </a:lvl6pPr>
                      <a:lvl7pPr marL="2741930" algn="l" defTabSz="913765" rtl="0" eaLnBrk="1" latinLnBrk="0" hangingPunct="1">
                        <a:defRPr sz="1800" kern="1200">
                          <a:solidFill>
                            <a:schemeClr val="dk1"/>
                          </a:solidFill>
                          <a:latin typeface="FrutigerNext LT Medium"/>
                          <a:ea typeface="微软雅黑" panose="020B0503020204020204" pitchFamily="34" charset="-122"/>
                          <a:cs typeface="宋体" panose="02010600030101010101" pitchFamily="2" charset="-122"/>
                        </a:defRPr>
                      </a:lvl7pPr>
                      <a:lvl8pPr marL="3199130" algn="l" defTabSz="913765" rtl="0" eaLnBrk="1" latinLnBrk="0" hangingPunct="1">
                        <a:defRPr sz="1800" kern="1200">
                          <a:solidFill>
                            <a:schemeClr val="dk1"/>
                          </a:solidFill>
                          <a:latin typeface="FrutigerNext LT Medium"/>
                          <a:ea typeface="微软雅黑" panose="020B0503020204020204" pitchFamily="34" charset="-122"/>
                          <a:cs typeface="宋体" panose="02010600030101010101" pitchFamily="2" charset="-122"/>
                        </a:defRPr>
                      </a:lvl8pPr>
                      <a:lvl9pPr marL="3656330" algn="l" defTabSz="913765" rtl="0" eaLnBrk="1" latinLnBrk="0" hangingPunct="1">
                        <a:defRPr sz="1800" kern="1200">
                          <a:solidFill>
                            <a:schemeClr val="dk1"/>
                          </a:solidFill>
                          <a:latin typeface="FrutigerNext LT Medium"/>
                          <a:ea typeface="微软雅黑" panose="020B0503020204020204" pitchFamily="34" charset="-122"/>
                          <a:cs typeface="宋体" panose="02010600030101010101" pitchFamily="2" charset="-122"/>
                        </a:defRPr>
                      </a:lvl9pPr>
                    </a:lstStyle>
                    <a:p>
                      <a:pPr algn="l" fontAlgn="ctr">
                        <a:lnSpc>
                          <a:spcPct val="120000"/>
                        </a:lnSpc>
                        <a:spcBef>
                          <a:spcPts val="0"/>
                        </a:spcBef>
                        <a:spcAft>
                          <a:spcPts val="0"/>
                        </a:spcAft>
                      </a:pPr>
                      <a:r>
                        <a:rPr lang="en-US" altLang="zh-CN" sz="1400" b="0" i="0" u="none" strike="noStrike" dirty="0">
                          <a:solidFill>
                            <a:schemeClr val="tx1"/>
                          </a:solidFill>
                          <a:effectLst/>
                          <a:latin typeface="+mn-lt"/>
                          <a:ea typeface="+mn-ea"/>
                          <a:cs typeface="+mn-ea"/>
                          <a:sym typeface="+mn-lt"/>
                        </a:rPr>
                        <a:t>Version</a:t>
                      </a:r>
                      <a:endParaRPr lang="zh-CN" altLang="en-US" sz="1400" b="0" i="0" u="none" strike="noStrike" dirty="0">
                        <a:solidFill>
                          <a:schemeClr val="tx1"/>
                        </a:solidFill>
                        <a:effectLst/>
                        <a:latin typeface="+mn-lt"/>
                        <a:ea typeface="+mn-ea"/>
                        <a:cs typeface="+mn-ea"/>
                        <a:sym typeface="+mn-lt"/>
                      </a:endParaRPr>
                    </a:p>
                  </a:txBody>
                  <a:tcPr marL="9523" marR="9523" marT="9523" marB="0" anchor="ctr" anchorCtr="1">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accent5">
                        <a:lumMod val="90000"/>
                      </a:schemeClr>
                    </a:solidFill>
                  </a:tcPr>
                </a:tc>
                <a:tc>
                  <a:txBody>
                    <a:bodyPr/>
                    <a:lstStyle>
                      <a:lvl1pPr marL="0" algn="l" defTabSz="913765" rtl="0" eaLnBrk="1" latinLnBrk="0" hangingPunct="1">
                        <a:defRPr sz="1800" kern="1200">
                          <a:solidFill>
                            <a:schemeClr val="dk1"/>
                          </a:solidFill>
                          <a:latin typeface="FrutigerNext LT Medium"/>
                          <a:ea typeface="微软雅黑" panose="020B0503020204020204" pitchFamily="34" charset="-122"/>
                          <a:cs typeface="宋体" panose="02010600030101010101" pitchFamily="2" charset="-122"/>
                        </a:defRPr>
                      </a:lvl1pPr>
                      <a:lvl2pPr marL="457200" algn="l" defTabSz="913765" rtl="0" eaLnBrk="1" latinLnBrk="0" hangingPunct="1">
                        <a:defRPr sz="1800" kern="1200">
                          <a:solidFill>
                            <a:schemeClr val="dk1"/>
                          </a:solidFill>
                          <a:latin typeface="FrutigerNext LT Medium"/>
                          <a:ea typeface="微软雅黑" panose="020B0503020204020204" pitchFamily="34" charset="-122"/>
                          <a:cs typeface="宋体" panose="02010600030101010101" pitchFamily="2" charset="-122"/>
                        </a:defRPr>
                      </a:lvl2pPr>
                      <a:lvl3pPr marL="913765" algn="l" defTabSz="913765" rtl="0" eaLnBrk="1" latinLnBrk="0" hangingPunct="1">
                        <a:defRPr sz="1800" kern="1200">
                          <a:solidFill>
                            <a:schemeClr val="dk1"/>
                          </a:solidFill>
                          <a:latin typeface="FrutigerNext LT Medium"/>
                          <a:ea typeface="微软雅黑" panose="020B0503020204020204" pitchFamily="34" charset="-122"/>
                          <a:cs typeface="宋体" panose="02010600030101010101" pitchFamily="2" charset="-122"/>
                        </a:defRPr>
                      </a:lvl3pPr>
                      <a:lvl4pPr marL="1370965" algn="l" defTabSz="913765" rtl="0" eaLnBrk="1" latinLnBrk="0" hangingPunct="1">
                        <a:defRPr sz="1800" kern="1200">
                          <a:solidFill>
                            <a:schemeClr val="dk1"/>
                          </a:solidFill>
                          <a:latin typeface="FrutigerNext LT Medium"/>
                          <a:ea typeface="微软雅黑" panose="020B0503020204020204" pitchFamily="34" charset="-122"/>
                          <a:cs typeface="宋体" panose="02010600030101010101" pitchFamily="2" charset="-122"/>
                        </a:defRPr>
                      </a:lvl4pPr>
                      <a:lvl5pPr marL="1828165" algn="l" defTabSz="913765" rtl="0" eaLnBrk="1" latinLnBrk="0" hangingPunct="1">
                        <a:defRPr sz="1800" kern="1200">
                          <a:solidFill>
                            <a:schemeClr val="dk1"/>
                          </a:solidFill>
                          <a:latin typeface="FrutigerNext LT Medium"/>
                          <a:ea typeface="微软雅黑" panose="020B0503020204020204" pitchFamily="34" charset="-122"/>
                          <a:cs typeface="宋体" panose="02010600030101010101" pitchFamily="2" charset="-122"/>
                        </a:defRPr>
                      </a:lvl5pPr>
                      <a:lvl6pPr marL="2285365" algn="l" defTabSz="913765" rtl="0" eaLnBrk="1" latinLnBrk="0" hangingPunct="1">
                        <a:defRPr sz="1800" kern="1200">
                          <a:solidFill>
                            <a:schemeClr val="dk1"/>
                          </a:solidFill>
                          <a:latin typeface="FrutigerNext LT Medium"/>
                          <a:ea typeface="微软雅黑" panose="020B0503020204020204" pitchFamily="34" charset="-122"/>
                          <a:cs typeface="宋体" panose="02010600030101010101" pitchFamily="2" charset="-122"/>
                        </a:defRPr>
                      </a:lvl6pPr>
                      <a:lvl7pPr marL="2741930" algn="l" defTabSz="913765" rtl="0" eaLnBrk="1" latinLnBrk="0" hangingPunct="1">
                        <a:defRPr sz="1800" kern="1200">
                          <a:solidFill>
                            <a:schemeClr val="dk1"/>
                          </a:solidFill>
                          <a:latin typeface="FrutigerNext LT Medium"/>
                          <a:ea typeface="微软雅黑" panose="020B0503020204020204" pitchFamily="34" charset="-122"/>
                          <a:cs typeface="宋体" panose="02010600030101010101" pitchFamily="2" charset="-122"/>
                        </a:defRPr>
                      </a:lvl7pPr>
                      <a:lvl8pPr marL="3199130" algn="l" defTabSz="913765" rtl="0" eaLnBrk="1" latinLnBrk="0" hangingPunct="1">
                        <a:defRPr sz="1800" kern="1200">
                          <a:solidFill>
                            <a:schemeClr val="dk1"/>
                          </a:solidFill>
                          <a:latin typeface="FrutigerNext LT Medium"/>
                          <a:ea typeface="微软雅黑" panose="020B0503020204020204" pitchFamily="34" charset="-122"/>
                          <a:cs typeface="宋体" panose="02010600030101010101" pitchFamily="2" charset="-122"/>
                        </a:defRPr>
                      </a:lvl8pPr>
                      <a:lvl9pPr marL="3656330" algn="l" defTabSz="913765" rtl="0" eaLnBrk="1" latinLnBrk="0" hangingPunct="1">
                        <a:defRPr sz="1800" kern="1200">
                          <a:solidFill>
                            <a:schemeClr val="dk1"/>
                          </a:solidFill>
                          <a:latin typeface="FrutigerNext LT Medium"/>
                          <a:ea typeface="微软雅黑" panose="020B0503020204020204" pitchFamily="34" charset="-122"/>
                          <a:cs typeface="宋体" panose="02010600030101010101" pitchFamily="2" charset="-122"/>
                        </a:defRPr>
                      </a:lvl9pPr>
                    </a:lstStyle>
                    <a:p>
                      <a:pPr algn="l" fontAlgn="ctr">
                        <a:lnSpc>
                          <a:spcPct val="120000"/>
                        </a:lnSpc>
                        <a:spcBef>
                          <a:spcPts val="0"/>
                        </a:spcBef>
                        <a:spcAft>
                          <a:spcPts val="0"/>
                        </a:spcAft>
                      </a:pPr>
                      <a:r>
                        <a:rPr lang="en-US" altLang="zh-CN" sz="1400" b="0" i="0" u="none" strike="noStrike" dirty="0">
                          <a:solidFill>
                            <a:schemeClr val="tx1"/>
                          </a:solidFill>
                          <a:effectLst/>
                          <a:latin typeface="+mn-lt"/>
                          <a:ea typeface="+mn-ea"/>
                          <a:cs typeface="+mn-ea"/>
                          <a:sym typeface="+mn-lt"/>
                        </a:rPr>
                        <a:t>Traffic Class</a:t>
                      </a:r>
                      <a:endParaRPr lang="zh-CN" altLang="en-US" sz="1400" b="0" i="0" u="none" strike="noStrike" dirty="0">
                        <a:solidFill>
                          <a:schemeClr val="tx1"/>
                        </a:solidFill>
                        <a:effectLst/>
                        <a:latin typeface="+mn-lt"/>
                        <a:ea typeface="+mn-ea"/>
                        <a:cs typeface="+mn-ea"/>
                        <a:sym typeface="+mn-lt"/>
                      </a:endParaRPr>
                    </a:p>
                  </a:txBody>
                  <a:tcPr marL="9523" marR="9523" marT="9523" marB="0" anchor="ctr" anchorCtr="1">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accent5">
                        <a:lumMod val="90000"/>
                      </a:schemeClr>
                    </a:solidFill>
                  </a:tcPr>
                </a:tc>
                <a:tc gridSpan="3">
                  <a:txBody>
                    <a:bodyPr/>
                    <a:lstStyle>
                      <a:lvl1pPr marL="0" algn="l" defTabSz="913765" rtl="0" eaLnBrk="1" latinLnBrk="0" hangingPunct="1">
                        <a:defRPr sz="1800" kern="1200">
                          <a:solidFill>
                            <a:schemeClr val="dk1"/>
                          </a:solidFill>
                          <a:latin typeface="FrutigerNext LT Medium"/>
                          <a:ea typeface="微软雅黑" panose="020B0503020204020204" pitchFamily="34" charset="-122"/>
                          <a:cs typeface="宋体" panose="02010600030101010101" pitchFamily="2" charset="-122"/>
                        </a:defRPr>
                      </a:lvl1pPr>
                      <a:lvl2pPr marL="457200" algn="l" defTabSz="913765" rtl="0" eaLnBrk="1" latinLnBrk="0" hangingPunct="1">
                        <a:defRPr sz="1800" kern="1200">
                          <a:solidFill>
                            <a:schemeClr val="dk1"/>
                          </a:solidFill>
                          <a:latin typeface="FrutigerNext LT Medium"/>
                          <a:ea typeface="微软雅黑" panose="020B0503020204020204" pitchFamily="34" charset="-122"/>
                          <a:cs typeface="宋体" panose="02010600030101010101" pitchFamily="2" charset="-122"/>
                        </a:defRPr>
                      </a:lvl2pPr>
                      <a:lvl3pPr marL="913765" algn="l" defTabSz="913765" rtl="0" eaLnBrk="1" latinLnBrk="0" hangingPunct="1">
                        <a:defRPr sz="1800" kern="1200">
                          <a:solidFill>
                            <a:schemeClr val="dk1"/>
                          </a:solidFill>
                          <a:latin typeface="FrutigerNext LT Medium"/>
                          <a:ea typeface="微软雅黑" panose="020B0503020204020204" pitchFamily="34" charset="-122"/>
                          <a:cs typeface="宋体" panose="02010600030101010101" pitchFamily="2" charset="-122"/>
                        </a:defRPr>
                      </a:lvl3pPr>
                      <a:lvl4pPr marL="1370965" algn="l" defTabSz="913765" rtl="0" eaLnBrk="1" latinLnBrk="0" hangingPunct="1">
                        <a:defRPr sz="1800" kern="1200">
                          <a:solidFill>
                            <a:schemeClr val="dk1"/>
                          </a:solidFill>
                          <a:latin typeface="FrutigerNext LT Medium"/>
                          <a:ea typeface="微软雅黑" panose="020B0503020204020204" pitchFamily="34" charset="-122"/>
                          <a:cs typeface="宋体" panose="02010600030101010101" pitchFamily="2" charset="-122"/>
                        </a:defRPr>
                      </a:lvl4pPr>
                      <a:lvl5pPr marL="1828165" algn="l" defTabSz="913765" rtl="0" eaLnBrk="1" latinLnBrk="0" hangingPunct="1">
                        <a:defRPr sz="1800" kern="1200">
                          <a:solidFill>
                            <a:schemeClr val="dk1"/>
                          </a:solidFill>
                          <a:latin typeface="FrutigerNext LT Medium"/>
                          <a:ea typeface="微软雅黑" panose="020B0503020204020204" pitchFamily="34" charset="-122"/>
                          <a:cs typeface="宋体" panose="02010600030101010101" pitchFamily="2" charset="-122"/>
                        </a:defRPr>
                      </a:lvl5pPr>
                      <a:lvl6pPr marL="2285365" algn="l" defTabSz="913765" rtl="0" eaLnBrk="1" latinLnBrk="0" hangingPunct="1">
                        <a:defRPr sz="1800" kern="1200">
                          <a:solidFill>
                            <a:schemeClr val="dk1"/>
                          </a:solidFill>
                          <a:latin typeface="FrutigerNext LT Medium"/>
                          <a:ea typeface="微软雅黑" panose="020B0503020204020204" pitchFamily="34" charset="-122"/>
                          <a:cs typeface="宋体" panose="02010600030101010101" pitchFamily="2" charset="-122"/>
                        </a:defRPr>
                      </a:lvl6pPr>
                      <a:lvl7pPr marL="2741930" algn="l" defTabSz="913765" rtl="0" eaLnBrk="1" latinLnBrk="0" hangingPunct="1">
                        <a:defRPr sz="1800" kern="1200">
                          <a:solidFill>
                            <a:schemeClr val="dk1"/>
                          </a:solidFill>
                          <a:latin typeface="FrutigerNext LT Medium"/>
                          <a:ea typeface="微软雅黑" panose="020B0503020204020204" pitchFamily="34" charset="-122"/>
                          <a:cs typeface="宋体" panose="02010600030101010101" pitchFamily="2" charset="-122"/>
                        </a:defRPr>
                      </a:lvl7pPr>
                      <a:lvl8pPr marL="3199130" algn="l" defTabSz="913765" rtl="0" eaLnBrk="1" latinLnBrk="0" hangingPunct="1">
                        <a:defRPr sz="1800" kern="1200">
                          <a:solidFill>
                            <a:schemeClr val="dk1"/>
                          </a:solidFill>
                          <a:latin typeface="FrutigerNext LT Medium"/>
                          <a:ea typeface="微软雅黑" panose="020B0503020204020204" pitchFamily="34" charset="-122"/>
                          <a:cs typeface="宋体" panose="02010600030101010101" pitchFamily="2" charset="-122"/>
                        </a:defRPr>
                      </a:lvl8pPr>
                      <a:lvl9pPr marL="3656330" algn="l" defTabSz="913765" rtl="0" eaLnBrk="1" latinLnBrk="0" hangingPunct="1">
                        <a:defRPr sz="1800" kern="1200">
                          <a:solidFill>
                            <a:schemeClr val="dk1"/>
                          </a:solidFill>
                          <a:latin typeface="FrutigerNext LT Medium"/>
                          <a:ea typeface="微软雅黑" panose="020B0503020204020204" pitchFamily="34" charset="-122"/>
                          <a:cs typeface="宋体" panose="02010600030101010101" pitchFamily="2" charset="-122"/>
                        </a:defRPr>
                      </a:lvl9pPr>
                    </a:lstStyle>
                    <a:p>
                      <a:pPr algn="l" fontAlgn="ctr">
                        <a:lnSpc>
                          <a:spcPct val="120000"/>
                        </a:lnSpc>
                        <a:spcBef>
                          <a:spcPts val="0"/>
                        </a:spcBef>
                        <a:spcAft>
                          <a:spcPts val="0"/>
                        </a:spcAft>
                      </a:pPr>
                      <a:r>
                        <a:rPr lang="en-US" altLang="zh-CN" sz="1400" b="0" i="0" u="none" strike="noStrike" dirty="0">
                          <a:solidFill>
                            <a:schemeClr val="tx1"/>
                          </a:solidFill>
                          <a:effectLst/>
                          <a:latin typeface="+mn-lt"/>
                          <a:ea typeface="+mn-ea"/>
                          <a:cs typeface="+mn-ea"/>
                          <a:sym typeface="+mn-lt"/>
                        </a:rPr>
                        <a:t>Flow Label</a:t>
                      </a:r>
                      <a:endParaRPr lang="zh-CN" altLang="en-US" sz="1400" b="0" i="0" u="none" strike="noStrike" dirty="0">
                        <a:solidFill>
                          <a:schemeClr val="tx1"/>
                        </a:solidFill>
                        <a:effectLst/>
                        <a:latin typeface="+mn-lt"/>
                        <a:ea typeface="+mn-ea"/>
                        <a:cs typeface="+mn-ea"/>
                        <a:sym typeface="+mn-lt"/>
                      </a:endParaRPr>
                    </a:p>
                  </a:txBody>
                  <a:tcPr marL="9523" marR="9523" marT="9523" marB="0" anchor="ctr" anchorCtr="1">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accent5">
                        <a:lumMod val="90000"/>
                      </a:schemeClr>
                    </a:solidFill>
                  </a:tcPr>
                </a:tc>
                <a:tc hMerge="1">
                  <a:tcPr marL="9525" marR="9525" marT="9525" marB="0" anchor="ctr" anchorCtr="1">
                    <a:solidFill>
                      <a:srgbClr val="92D050"/>
                    </a:solidFill>
                  </a:tcPr>
                </a:tc>
                <a:tc hMerge="1">
                  <a:tcPr marL="9525" marR="9525" marT="9525" marB="0" anchor="ctr" anchorCtr="1">
                    <a:solidFill>
                      <a:srgbClr val="92D050"/>
                    </a:solidFill>
                  </a:tcPr>
                </a:tc>
              </a:tr>
              <a:tr h="267826">
                <a:tc gridSpan="3">
                  <a:txBody>
                    <a:bodyPr/>
                    <a:lstStyle>
                      <a:lvl1pPr marL="0" algn="l" defTabSz="913765" rtl="0" eaLnBrk="1" latinLnBrk="0" hangingPunct="1">
                        <a:defRPr sz="1800" kern="1200">
                          <a:solidFill>
                            <a:schemeClr val="dk1"/>
                          </a:solidFill>
                          <a:latin typeface="FrutigerNext LT Medium"/>
                          <a:ea typeface="微软雅黑" panose="020B0503020204020204" pitchFamily="34" charset="-122"/>
                          <a:cs typeface="宋体" panose="02010600030101010101" pitchFamily="2" charset="-122"/>
                        </a:defRPr>
                      </a:lvl1pPr>
                      <a:lvl2pPr marL="457200" algn="l" defTabSz="913765" rtl="0" eaLnBrk="1" latinLnBrk="0" hangingPunct="1">
                        <a:defRPr sz="1800" kern="1200">
                          <a:solidFill>
                            <a:schemeClr val="dk1"/>
                          </a:solidFill>
                          <a:latin typeface="FrutigerNext LT Medium"/>
                          <a:ea typeface="微软雅黑" panose="020B0503020204020204" pitchFamily="34" charset="-122"/>
                          <a:cs typeface="宋体" panose="02010600030101010101" pitchFamily="2" charset="-122"/>
                        </a:defRPr>
                      </a:lvl2pPr>
                      <a:lvl3pPr marL="913765" algn="l" defTabSz="913765" rtl="0" eaLnBrk="1" latinLnBrk="0" hangingPunct="1">
                        <a:defRPr sz="1800" kern="1200">
                          <a:solidFill>
                            <a:schemeClr val="dk1"/>
                          </a:solidFill>
                          <a:latin typeface="FrutigerNext LT Medium"/>
                          <a:ea typeface="微软雅黑" panose="020B0503020204020204" pitchFamily="34" charset="-122"/>
                          <a:cs typeface="宋体" panose="02010600030101010101" pitchFamily="2" charset="-122"/>
                        </a:defRPr>
                      </a:lvl3pPr>
                      <a:lvl4pPr marL="1370965" algn="l" defTabSz="913765" rtl="0" eaLnBrk="1" latinLnBrk="0" hangingPunct="1">
                        <a:defRPr sz="1800" kern="1200">
                          <a:solidFill>
                            <a:schemeClr val="dk1"/>
                          </a:solidFill>
                          <a:latin typeface="FrutigerNext LT Medium"/>
                          <a:ea typeface="微软雅黑" panose="020B0503020204020204" pitchFamily="34" charset="-122"/>
                          <a:cs typeface="宋体" panose="02010600030101010101" pitchFamily="2" charset="-122"/>
                        </a:defRPr>
                      </a:lvl4pPr>
                      <a:lvl5pPr marL="1828165" algn="l" defTabSz="913765" rtl="0" eaLnBrk="1" latinLnBrk="0" hangingPunct="1">
                        <a:defRPr sz="1800" kern="1200">
                          <a:solidFill>
                            <a:schemeClr val="dk1"/>
                          </a:solidFill>
                          <a:latin typeface="FrutigerNext LT Medium"/>
                          <a:ea typeface="微软雅黑" panose="020B0503020204020204" pitchFamily="34" charset="-122"/>
                          <a:cs typeface="宋体" panose="02010600030101010101" pitchFamily="2" charset="-122"/>
                        </a:defRPr>
                      </a:lvl5pPr>
                      <a:lvl6pPr marL="2285365" algn="l" defTabSz="913765" rtl="0" eaLnBrk="1" latinLnBrk="0" hangingPunct="1">
                        <a:defRPr sz="1800" kern="1200">
                          <a:solidFill>
                            <a:schemeClr val="dk1"/>
                          </a:solidFill>
                          <a:latin typeface="FrutigerNext LT Medium"/>
                          <a:ea typeface="微软雅黑" panose="020B0503020204020204" pitchFamily="34" charset="-122"/>
                          <a:cs typeface="宋体" panose="02010600030101010101" pitchFamily="2" charset="-122"/>
                        </a:defRPr>
                      </a:lvl6pPr>
                      <a:lvl7pPr marL="2741930" algn="l" defTabSz="913765" rtl="0" eaLnBrk="1" latinLnBrk="0" hangingPunct="1">
                        <a:defRPr sz="1800" kern="1200">
                          <a:solidFill>
                            <a:schemeClr val="dk1"/>
                          </a:solidFill>
                          <a:latin typeface="FrutigerNext LT Medium"/>
                          <a:ea typeface="微软雅黑" panose="020B0503020204020204" pitchFamily="34" charset="-122"/>
                          <a:cs typeface="宋体" panose="02010600030101010101" pitchFamily="2" charset="-122"/>
                        </a:defRPr>
                      </a:lvl7pPr>
                      <a:lvl8pPr marL="3199130" algn="l" defTabSz="913765" rtl="0" eaLnBrk="1" latinLnBrk="0" hangingPunct="1">
                        <a:defRPr sz="1800" kern="1200">
                          <a:solidFill>
                            <a:schemeClr val="dk1"/>
                          </a:solidFill>
                          <a:latin typeface="FrutigerNext LT Medium"/>
                          <a:ea typeface="微软雅黑" panose="020B0503020204020204" pitchFamily="34" charset="-122"/>
                          <a:cs typeface="宋体" panose="02010600030101010101" pitchFamily="2" charset="-122"/>
                        </a:defRPr>
                      </a:lvl8pPr>
                      <a:lvl9pPr marL="3656330" algn="l" defTabSz="913765" rtl="0" eaLnBrk="1" latinLnBrk="0" hangingPunct="1">
                        <a:defRPr sz="1800" kern="1200">
                          <a:solidFill>
                            <a:schemeClr val="dk1"/>
                          </a:solidFill>
                          <a:latin typeface="FrutigerNext LT Medium"/>
                          <a:ea typeface="微软雅黑" panose="020B0503020204020204" pitchFamily="34" charset="-122"/>
                          <a:cs typeface="宋体" panose="02010600030101010101" pitchFamily="2" charset="-122"/>
                        </a:defRPr>
                      </a:lvl9pPr>
                    </a:lstStyle>
                    <a:p>
                      <a:pPr algn="l" fontAlgn="ctr">
                        <a:lnSpc>
                          <a:spcPct val="120000"/>
                        </a:lnSpc>
                        <a:spcBef>
                          <a:spcPts val="0"/>
                        </a:spcBef>
                        <a:spcAft>
                          <a:spcPts val="0"/>
                        </a:spcAft>
                      </a:pPr>
                      <a:r>
                        <a:rPr lang="en-US" altLang="zh-CN" sz="1400" b="0" i="0" u="none" strike="noStrike" dirty="0">
                          <a:solidFill>
                            <a:schemeClr val="tx1"/>
                          </a:solidFill>
                          <a:effectLst/>
                          <a:latin typeface="+mn-lt"/>
                          <a:ea typeface="+mn-ea"/>
                          <a:cs typeface="+mn-ea"/>
                          <a:sym typeface="+mn-lt"/>
                        </a:rPr>
                        <a:t>Payload</a:t>
                      </a:r>
                      <a:r>
                        <a:rPr lang="en-US" altLang="zh-CN" sz="1400" b="0" i="0" u="none" strike="noStrike" baseline="0" dirty="0">
                          <a:solidFill>
                            <a:schemeClr val="tx1"/>
                          </a:solidFill>
                          <a:effectLst/>
                          <a:latin typeface="+mn-lt"/>
                          <a:ea typeface="+mn-ea"/>
                          <a:cs typeface="+mn-ea"/>
                          <a:sym typeface="+mn-lt"/>
                        </a:rPr>
                        <a:t> Length</a:t>
                      </a:r>
                      <a:endParaRPr lang="zh-CN" altLang="en-US" sz="1400" b="0" i="0" u="none" strike="noStrike" dirty="0">
                        <a:solidFill>
                          <a:schemeClr val="tx1"/>
                        </a:solidFill>
                        <a:effectLst/>
                        <a:latin typeface="+mn-lt"/>
                        <a:ea typeface="+mn-ea"/>
                        <a:cs typeface="+mn-ea"/>
                        <a:sym typeface="+mn-lt"/>
                      </a:endParaRPr>
                    </a:p>
                  </a:txBody>
                  <a:tcPr marL="9523" marR="9523" marT="9523" marB="0" anchor="ctr" anchorCtr="1">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accent5">
                        <a:lumMod val="90000"/>
                      </a:schemeClr>
                    </a:solidFill>
                  </a:tcPr>
                </a:tc>
                <a:tc hMerge="1">
                  <a:tcPr marL="9525" marR="9525" marT="9525" marB="0" anchor="ctr" anchorCtr="1">
                    <a:solidFill>
                      <a:srgbClr val="92D050"/>
                    </a:solidFill>
                  </a:tcPr>
                </a:tc>
                <a:tc hMerge="1">
                  <a:tcPr marL="9525" marR="9525" marT="9525" marB="0" anchor="ctr" anchorCtr="1">
                    <a:solidFill>
                      <a:srgbClr val="92D050"/>
                    </a:solidFill>
                  </a:tcPr>
                </a:tc>
                <a:tc>
                  <a:txBody>
                    <a:bodyPr/>
                    <a:lstStyle>
                      <a:lvl1pPr marL="0" algn="l" defTabSz="913765" rtl="0" eaLnBrk="1" latinLnBrk="0" hangingPunct="1">
                        <a:defRPr sz="1800" kern="1200">
                          <a:solidFill>
                            <a:schemeClr val="dk1"/>
                          </a:solidFill>
                          <a:latin typeface="FrutigerNext LT Medium"/>
                          <a:ea typeface="微软雅黑" panose="020B0503020204020204" pitchFamily="34" charset="-122"/>
                          <a:cs typeface="宋体" panose="02010600030101010101" pitchFamily="2" charset="-122"/>
                        </a:defRPr>
                      </a:lvl1pPr>
                      <a:lvl2pPr marL="457200" algn="l" defTabSz="913765" rtl="0" eaLnBrk="1" latinLnBrk="0" hangingPunct="1">
                        <a:defRPr sz="1800" kern="1200">
                          <a:solidFill>
                            <a:schemeClr val="dk1"/>
                          </a:solidFill>
                          <a:latin typeface="FrutigerNext LT Medium"/>
                          <a:ea typeface="微软雅黑" panose="020B0503020204020204" pitchFamily="34" charset="-122"/>
                          <a:cs typeface="宋体" panose="02010600030101010101" pitchFamily="2" charset="-122"/>
                        </a:defRPr>
                      </a:lvl2pPr>
                      <a:lvl3pPr marL="913765" algn="l" defTabSz="913765" rtl="0" eaLnBrk="1" latinLnBrk="0" hangingPunct="1">
                        <a:defRPr sz="1800" kern="1200">
                          <a:solidFill>
                            <a:schemeClr val="dk1"/>
                          </a:solidFill>
                          <a:latin typeface="FrutigerNext LT Medium"/>
                          <a:ea typeface="微软雅黑" panose="020B0503020204020204" pitchFamily="34" charset="-122"/>
                          <a:cs typeface="宋体" panose="02010600030101010101" pitchFamily="2" charset="-122"/>
                        </a:defRPr>
                      </a:lvl3pPr>
                      <a:lvl4pPr marL="1370965" algn="l" defTabSz="913765" rtl="0" eaLnBrk="1" latinLnBrk="0" hangingPunct="1">
                        <a:defRPr sz="1800" kern="1200">
                          <a:solidFill>
                            <a:schemeClr val="dk1"/>
                          </a:solidFill>
                          <a:latin typeface="FrutigerNext LT Medium"/>
                          <a:ea typeface="微软雅黑" panose="020B0503020204020204" pitchFamily="34" charset="-122"/>
                          <a:cs typeface="宋体" panose="02010600030101010101" pitchFamily="2" charset="-122"/>
                        </a:defRPr>
                      </a:lvl4pPr>
                      <a:lvl5pPr marL="1828165" algn="l" defTabSz="913765" rtl="0" eaLnBrk="1" latinLnBrk="0" hangingPunct="1">
                        <a:defRPr sz="1800" kern="1200">
                          <a:solidFill>
                            <a:schemeClr val="dk1"/>
                          </a:solidFill>
                          <a:latin typeface="FrutigerNext LT Medium"/>
                          <a:ea typeface="微软雅黑" panose="020B0503020204020204" pitchFamily="34" charset="-122"/>
                          <a:cs typeface="宋体" panose="02010600030101010101" pitchFamily="2" charset="-122"/>
                        </a:defRPr>
                      </a:lvl5pPr>
                      <a:lvl6pPr marL="2285365" algn="l" defTabSz="913765" rtl="0" eaLnBrk="1" latinLnBrk="0" hangingPunct="1">
                        <a:defRPr sz="1800" kern="1200">
                          <a:solidFill>
                            <a:schemeClr val="dk1"/>
                          </a:solidFill>
                          <a:latin typeface="FrutigerNext LT Medium"/>
                          <a:ea typeface="微软雅黑" panose="020B0503020204020204" pitchFamily="34" charset="-122"/>
                          <a:cs typeface="宋体" panose="02010600030101010101" pitchFamily="2" charset="-122"/>
                        </a:defRPr>
                      </a:lvl6pPr>
                      <a:lvl7pPr marL="2741930" algn="l" defTabSz="913765" rtl="0" eaLnBrk="1" latinLnBrk="0" hangingPunct="1">
                        <a:defRPr sz="1800" kern="1200">
                          <a:solidFill>
                            <a:schemeClr val="dk1"/>
                          </a:solidFill>
                          <a:latin typeface="FrutigerNext LT Medium"/>
                          <a:ea typeface="微软雅黑" panose="020B0503020204020204" pitchFamily="34" charset="-122"/>
                          <a:cs typeface="宋体" panose="02010600030101010101" pitchFamily="2" charset="-122"/>
                        </a:defRPr>
                      </a:lvl7pPr>
                      <a:lvl8pPr marL="3199130" algn="l" defTabSz="913765" rtl="0" eaLnBrk="1" latinLnBrk="0" hangingPunct="1">
                        <a:defRPr sz="1800" kern="1200">
                          <a:solidFill>
                            <a:schemeClr val="dk1"/>
                          </a:solidFill>
                          <a:latin typeface="FrutigerNext LT Medium"/>
                          <a:ea typeface="微软雅黑" panose="020B0503020204020204" pitchFamily="34" charset="-122"/>
                          <a:cs typeface="宋体" panose="02010600030101010101" pitchFamily="2" charset="-122"/>
                        </a:defRPr>
                      </a:lvl8pPr>
                      <a:lvl9pPr marL="3656330" algn="l" defTabSz="913765" rtl="0" eaLnBrk="1" latinLnBrk="0" hangingPunct="1">
                        <a:defRPr sz="1800" kern="1200">
                          <a:solidFill>
                            <a:schemeClr val="dk1"/>
                          </a:solidFill>
                          <a:latin typeface="FrutigerNext LT Medium"/>
                          <a:ea typeface="微软雅黑" panose="020B0503020204020204" pitchFamily="34" charset="-122"/>
                          <a:cs typeface="宋体" panose="02010600030101010101" pitchFamily="2" charset="-122"/>
                        </a:defRPr>
                      </a:lvl9pPr>
                    </a:lstStyle>
                    <a:p>
                      <a:pPr algn="l" fontAlgn="ctr">
                        <a:lnSpc>
                          <a:spcPct val="120000"/>
                        </a:lnSpc>
                        <a:spcBef>
                          <a:spcPts val="0"/>
                        </a:spcBef>
                        <a:spcAft>
                          <a:spcPts val="0"/>
                        </a:spcAft>
                      </a:pPr>
                      <a:r>
                        <a:rPr lang="en-US" altLang="zh-CN" sz="1400" b="1" i="0" u="none" strike="noStrike" dirty="0">
                          <a:solidFill>
                            <a:schemeClr val="tx1"/>
                          </a:solidFill>
                          <a:effectLst/>
                          <a:latin typeface="+mn-lt"/>
                          <a:ea typeface="+mn-ea"/>
                          <a:cs typeface="+mn-ea"/>
                          <a:sym typeface="+mn-lt"/>
                        </a:rPr>
                        <a:t>Next=43</a:t>
                      </a:r>
                      <a:endParaRPr lang="zh-CN" altLang="en-US" sz="1400" b="1" i="0" u="none" strike="noStrike" dirty="0">
                        <a:solidFill>
                          <a:schemeClr val="tx1"/>
                        </a:solidFill>
                        <a:effectLst/>
                        <a:latin typeface="+mn-lt"/>
                        <a:ea typeface="+mn-ea"/>
                        <a:cs typeface="+mn-ea"/>
                        <a:sym typeface="+mn-lt"/>
                      </a:endParaRPr>
                    </a:p>
                  </a:txBody>
                  <a:tcPr marL="9523" marR="9523" marT="9523" marB="0" anchor="ctr" anchorCtr="1">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accent5">
                        <a:lumMod val="90000"/>
                      </a:schemeClr>
                    </a:solidFill>
                  </a:tcPr>
                </a:tc>
                <a:tc>
                  <a:txBody>
                    <a:bodyPr/>
                    <a:lstStyle>
                      <a:lvl1pPr marL="0" algn="l" defTabSz="913765" rtl="0" eaLnBrk="1" latinLnBrk="0" hangingPunct="1">
                        <a:defRPr sz="1800" kern="1200">
                          <a:solidFill>
                            <a:schemeClr val="dk1"/>
                          </a:solidFill>
                          <a:latin typeface="FrutigerNext LT Medium"/>
                          <a:ea typeface="微软雅黑" panose="020B0503020204020204" pitchFamily="34" charset="-122"/>
                          <a:cs typeface="宋体" panose="02010600030101010101" pitchFamily="2" charset="-122"/>
                        </a:defRPr>
                      </a:lvl1pPr>
                      <a:lvl2pPr marL="457200" algn="l" defTabSz="913765" rtl="0" eaLnBrk="1" latinLnBrk="0" hangingPunct="1">
                        <a:defRPr sz="1800" kern="1200">
                          <a:solidFill>
                            <a:schemeClr val="dk1"/>
                          </a:solidFill>
                          <a:latin typeface="FrutigerNext LT Medium"/>
                          <a:ea typeface="微软雅黑" panose="020B0503020204020204" pitchFamily="34" charset="-122"/>
                          <a:cs typeface="宋体" panose="02010600030101010101" pitchFamily="2" charset="-122"/>
                        </a:defRPr>
                      </a:lvl2pPr>
                      <a:lvl3pPr marL="913765" algn="l" defTabSz="913765" rtl="0" eaLnBrk="1" latinLnBrk="0" hangingPunct="1">
                        <a:defRPr sz="1800" kern="1200">
                          <a:solidFill>
                            <a:schemeClr val="dk1"/>
                          </a:solidFill>
                          <a:latin typeface="FrutigerNext LT Medium"/>
                          <a:ea typeface="微软雅黑" panose="020B0503020204020204" pitchFamily="34" charset="-122"/>
                          <a:cs typeface="宋体" panose="02010600030101010101" pitchFamily="2" charset="-122"/>
                        </a:defRPr>
                      </a:lvl3pPr>
                      <a:lvl4pPr marL="1370965" algn="l" defTabSz="913765" rtl="0" eaLnBrk="1" latinLnBrk="0" hangingPunct="1">
                        <a:defRPr sz="1800" kern="1200">
                          <a:solidFill>
                            <a:schemeClr val="dk1"/>
                          </a:solidFill>
                          <a:latin typeface="FrutigerNext LT Medium"/>
                          <a:ea typeface="微软雅黑" panose="020B0503020204020204" pitchFamily="34" charset="-122"/>
                          <a:cs typeface="宋体" panose="02010600030101010101" pitchFamily="2" charset="-122"/>
                        </a:defRPr>
                      </a:lvl4pPr>
                      <a:lvl5pPr marL="1828165" algn="l" defTabSz="913765" rtl="0" eaLnBrk="1" latinLnBrk="0" hangingPunct="1">
                        <a:defRPr sz="1800" kern="1200">
                          <a:solidFill>
                            <a:schemeClr val="dk1"/>
                          </a:solidFill>
                          <a:latin typeface="FrutigerNext LT Medium"/>
                          <a:ea typeface="微软雅黑" panose="020B0503020204020204" pitchFamily="34" charset="-122"/>
                          <a:cs typeface="宋体" panose="02010600030101010101" pitchFamily="2" charset="-122"/>
                        </a:defRPr>
                      </a:lvl5pPr>
                      <a:lvl6pPr marL="2285365" algn="l" defTabSz="913765" rtl="0" eaLnBrk="1" latinLnBrk="0" hangingPunct="1">
                        <a:defRPr sz="1800" kern="1200">
                          <a:solidFill>
                            <a:schemeClr val="dk1"/>
                          </a:solidFill>
                          <a:latin typeface="FrutigerNext LT Medium"/>
                          <a:ea typeface="微软雅黑" panose="020B0503020204020204" pitchFamily="34" charset="-122"/>
                          <a:cs typeface="宋体" panose="02010600030101010101" pitchFamily="2" charset="-122"/>
                        </a:defRPr>
                      </a:lvl6pPr>
                      <a:lvl7pPr marL="2741930" algn="l" defTabSz="913765" rtl="0" eaLnBrk="1" latinLnBrk="0" hangingPunct="1">
                        <a:defRPr sz="1800" kern="1200">
                          <a:solidFill>
                            <a:schemeClr val="dk1"/>
                          </a:solidFill>
                          <a:latin typeface="FrutigerNext LT Medium"/>
                          <a:ea typeface="微软雅黑" panose="020B0503020204020204" pitchFamily="34" charset="-122"/>
                          <a:cs typeface="宋体" panose="02010600030101010101" pitchFamily="2" charset="-122"/>
                        </a:defRPr>
                      </a:lvl7pPr>
                      <a:lvl8pPr marL="3199130" algn="l" defTabSz="913765" rtl="0" eaLnBrk="1" latinLnBrk="0" hangingPunct="1">
                        <a:defRPr sz="1800" kern="1200">
                          <a:solidFill>
                            <a:schemeClr val="dk1"/>
                          </a:solidFill>
                          <a:latin typeface="FrutigerNext LT Medium"/>
                          <a:ea typeface="微软雅黑" panose="020B0503020204020204" pitchFamily="34" charset="-122"/>
                          <a:cs typeface="宋体" panose="02010600030101010101" pitchFamily="2" charset="-122"/>
                        </a:defRPr>
                      </a:lvl8pPr>
                      <a:lvl9pPr marL="3656330" algn="l" defTabSz="913765" rtl="0" eaLnBrk="1" latinLnBrk="0" hangingPunct="1">
                        <a:defRPr sz="1800" kern="1200">
                          <a:solidFill>
                            <a:schemeClr val="dk1"/>
                          </a:solidFill>
                          <a:latin typeface="FrutigerNext LT Medium"/>
                          <a:ea typeface="微软雅黑" panose="020B0503020204020204" pitchFamily="34" charset="-122"/>
                          <a:cs typeface="宋体" panose="02010600030101010101" pitchFamily="2" charset="-122"/>
                        </a:defRPr>
                      </a:lvl9pPr>
                    </a:lstStyle>
                    <a:p>
                      <a:pPr algn="l" fontAlgn="ctr">
                        <a:lnSpc>
                          <a:spcPct val="120000"/>
                        </a:lnSpc>
                        <a:spcBef>
                          <a:spcPts val="0"/>
                        </a:spcBef>
                        <a:spcAft>
                          <a:spcPts val="0"/>
                        </a:spcAft>
                      </a:pPr>
                      <a:r>
                        <a:rPr lang="en-US" altLang="zh-CN" sz="1400" b="0" i="0" u="none" strike="noStrike" dirty="0">
                          <a:solidFill>
                            <a:schemeClr val="tx1"/>
                          </a:solidFill>
                          <a:effectLst/>
                          <a:latin typeface="+mn-lt"/>
                          <a:ea typeface="+mn-ea"/>
                          <a:cs typeface="+mn-ea"/>
                          <a:sym typeface="+mn-lt"/>
                        </a:rPr>
                        <a:t>Hop Limit</a:t>
                      </a:r>
                      <a:endParaRPr lang="zh-CN" altLang="en-US" sz="1400" b="0" i="0" u="none" strike="noStrike" dirty="0">
                        <a:solidFill>
                          <a:schemeClr val="tx1"/>
                        </a:solidFill>
                        <a:effectLst/>
                        <a:latin typeface="+mn-lt"/>
                        <a:ea typeface="+mn-ea"/>
                        <a:cs typeface="+mn-ea"/>
                        <a:sym typeface="+mn-lt"/>
                      </a:endParaRPr>
                    </a:p>
                  </a:txBody>
                  <a:tcPr marL="9523" marR="9523" marT="9523" marB="0" anchor="ctr" anchorCtr="1">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accent5">
                        <a:lumMod val="90000"/>
                      </a:schemeClr>
                    </a:solidFill>
                  </a:tcPr>
                </a:tc>
              </a:tr>
              <a:tr h="267826">
                <a:tc gridSpan="5">
                  <a:txBody>
                    <a:bodyPr/>
                    <a:lstStyle>
                      <a:lvl1pPr marL="0" algn="l" defTabSz="913765" rtl="0" eaLnBrk="1" latinLnBrk="0" hangingPunct="1">
                        <a:defRPr sz="1800" kern="1200">
                          <a:solidFill>
                            <a:schemeClr val="dk1"/>
                          </a:solidFill>
                          <a:latin typeface="FrutigerNext LT Medium"/>
                          <a:ea typeface="微软雅黑" panose="020B0503020204020204" pitchFamily="34" charset="-122"/>
                          <a:cs typeface="宋体" panose="02010600030101010101" pitchFamily="2" charset="-122"/>
                        </a:defRPr>
                      </a:lvl1pPr>
                      <a:lvl2pPr marL="457200" algn="l" defTabSz="913765" rtl="0" eaLnBrk="1" latinLnBrk="0" hangingPunct="1">
                        <a:defRPr sz="1800" kern="1200">
                          <a:solidFill>
                            <a:schemeClr val="dk1"/>
                          </a:solidFill>
                          <a:latin typeface="FrutigerNext LT Medium"/>
                          <a:ea typeface="微软雅黑" panose="020B0503020204020204" pitchFamily="34" charset="-122"/>
                          <a:cs typeface="宋体" panose="02010600030101010101" pitchFamily="2" charset="-122"/>
                        </a:defRPr>
                      </a:lvl2pPr>
                      <a:lvl3pPr marL="913765" algn="l" defTabSz="913765" rtl="0" eaLnBrk="1" latinLnBrk="0" hangingPunct="1">
                        <a:defRPr sz="1800" kern="1200">
                          <a:solidFill>
                            <a:schemeClr val="dk1"/>
                          </a:solidFill>
                          <a:latin typeface="FrutigerNext LT Medium"/>
                          <a:ea typeface="微软雅黑" panose="020B0503020204020204" pitchFamily="34" charset="-122"/>
                          <a:cs typeface="宋体" panose="02010600030101010101" pitchFamily="2" charset="-122"/>
                        </a:defRPr>
                      </a:lvl3pPr>
                      <a:lvl4pPr marL="1370965" algn="l" defTabSz="913765" rtl="0" eaLnBrk="1" latinLnBrk="0" hangingPunct="1">
                        <a:defRPr sz="1800" kern="1200">
                          <a:solidFill>
                            <a:schemeClr val="dk1"/>
                          </a:solidFill>
                          <a:latin typeface="FrutigerNext LT Medium"/>
                          <a:ea typeface="微软雅黑" panose="020B0503020204020204" pitchFamily="34" charset="-122"/>
                          <a:cs typeface="宋体" panose="02010600030101010101" pitchFamily="2" charset="-122"/>
                        </a:defRPr>
                      </a:lvl4pPr>
                      <a:lvl5pPr marL="1828165" algn="l" defTabSz="913765" rtl="0" eaLnBrk="1" latinLnBrk="0" hangingPunct="1">
                        <a:defRPr sz="1800" kern="1200">
                          <a:solidFill>
                            <a:schemeClr val="dk1"/>
                          </a:solidFill>
                          <a:latin typeface="FrutigerNext LT Medium"/>
                          <a:ea typeface="微软雅黑" panose="020B0503020204020204" pitchFamily="34" charset="-122"/>
                          <a:cs typeface="宋体" panose="02010600030101010101" pitchFamily="2" charset="-122"/>
                        </a:defRPr>
                      </a:lvl5pPr>
                      <a:lvl6pPr marL="2285365" algn="l" defTabSz="913765" rtl="0" eaLnBrk="1" latinLnBrk="0" hangingPunct="1">
                        <a:defRPr sz="1800" kern="1200">
                          <a:solidFill>
                            <a:schemeClr val="dk1"/>
                          </a:solidFill>
                          <a:latin typeface="FrutigerNext LT Medium"/>
                          <a:ea typeface="微软雅黑" panose="020B0503020204020204" pitchFamily="34" charset="-122"/>
                          <a:cs typeface="宋体" panose="02010600030101010101" pitchFamily="2" charset="-122"/>
                        </a:defRPr>
                      </a:lvl6pPr>
                      <a:lvl7pPr marL="2741930" algn="l" defTabSz="913765" rtl="0" eaLnBrk="1" latinLnBrk="0" hangingPunct="1">
                        <a:defRPr sz="1800" kern="1200">
                          <a:solidFill>
                            <a:schemeClr val="dk1"/>
                          </a:solidFill>
                          <a:latin typeface="FrutigerNext LT Medium"/>
                          <a:ea typeface="微软雅黑" panose="020B0503020204020204" pitchFamily="34" charset="-122"/>
                          <a:cs typeface="宋体" panose="02010600030101010101" pitchFamily="2" charset="-122"/>
                        </a:defRPr>
                      </a:lvl7pPr>
                      <a:lvl8pPr marL="3199130" algn="l" defTabSz="913765" rtl="0" eaLnBrk="1" latinLnBrk="0" hangingPunct="1">
                        <a:defRPr sz="1800" kern="1200">
                          <a:solidFill>
                            <a:schemeClr val="dk1"/>
                          </a:solidFill>
                          <a:latin typeface="FrutigerNext LT Medium"/>
                          <a:ea typeface="微软雅黑" panose="020B0503020204020204" pitchFamily="34" charset="-122"/>
                          <a:cs typeface="宋体" panose="02010600030101010101" pitchFamily="2" charset="-122"/>
                        </a:defRPr>
                      </a:lvl8pPr>
                      <a:lvl9pPr marL="3656330" algn="l" defTabSz="913765" rtl="0" eaLnBrk="1" latinLnBrk="0" hangingPunct="1">
                        <a:defRPr sz="1800" kern="1200">
                          <a:solidFill>
                            <a:schemeClr val="dk1"/>
                          </a:solidFill>
                          <a:latin typeface="FrutigerNext LT Medium"/>
                          <a:ea typeface="微软雅黑" panose="020B0503020204020204" pitchFamily="34" charset="-122"/>
                          <a:cs typeface="宋体" panose="02010600030101010101" pitchFamily="2" charset="-122"/>
                        </a:defRPr>
                      </a:lvl9pPr>
                    </a:lstStyle>
                    <a:p>
                      <a:pPr algn="l" fontAlgn="ctr">
                        <a:lnSpc>
                          <a:spcPct val="120000"/>
                        </a:lnSpc>
                        <a:spcBef>
                          <a:spcPts val="0"/>
                        </a:spcBef>
                        <a:spcAft>
                          <a:spcPts val="0"/>
                        </a:spcAft>
                      </a:pPr>
                      <a:r>
                        <a:rPr lang="en-US" altLang="zh-CN" sz="1400" b="0" i="0" u="none" strike="noStrike" dirty="0">
                          <a:solidFill>
                            <a:schemeClr val="tx1"/>
                          </a:solidFill>
                          <a:effectLst/>
                          <a:latin typeface="+mn-lt"/>
                          <a:ea typeface="+mn-ea"/>
                          <a:cs typeface="+mn-ea"/>
                          <a:sym typeface="+mn-lt"/>
                        </a:rPr>
                        <a:t>Source Address</a:t>
                      </a:r>
                      <a:endParaRPr lang="zh-CN" altLang="en-US" sz="1400" b="0" i="0" u="none" strike="noStrike" dirty="0">
                        <a:solidFill>
                          <a:schemeClr val="tx1"/>
                        </a:solidFill>
                        <a:effectLst/>
                        <a:latin typeface="+mn-lt"/>
                        <a:ea typeface="+mn-ea"/>
                        <a:cs typeface="+mn-ea"/>
                        <a:sym typeface="+mn-lt"/>
                      </a:endParaRPr>
                    </a:p>
                  </a:txBody>
                  <a:tcPr marL="9523" marR="9523" marT="9523" marB="0" anchor="ctr" anchorCtr="1">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accent5">
                        <a:lumMod val="90000"/>
                      </a:schemeClr>
                    </a:solidFill>
                  </a:tcPr>
                </a:tc>
                <a:tc hMerge="1">
                  <a:tcPr marL="9525" marR="9525" marT="9525" marB="0" anchor="ctr" anchorCtr="1">
                    <a:solidFill>
                      <a:srgbClr val="92D050"/>
                    </a:solidFill>
                  </a:tcPr>
                </a:tc>
                <a:tc hMerge="1">
                  <a:tcPr marL="9525" marR="9525" marT="9525" marB="0" anchor="ctr" anchorCtr="1">
                    <a:solidFill>
                      <a:srgbClr val="92D050"/>
                    </a:solidFill>
                  </a:tcPr>
                </a:tc>
                <a:tc hMerge="1">
                  <a:tcPr marL="9525" marR="9525" marT="9525" marB="0" anchor="ctr" anchorCtr="1">
                    <a:solidFill>
                      <a:srgbClr val="92D050"/>
                    </a:solidFill>
                  </a:tcPr>
                </a:tc>
                <a:tc hMerge="1">
                  <a:tcPr marL="9525" marR="9525" marT="9525" marB="0" anchor="ctr" anchorCtr="1">
                    <a:solidFill>
                      <a:srgbClr val="92D050"/>
                    </a:solidFill>
                  </a:tcPr>
                </a:tc>
              </a:tr>
              <a:tr h="267826">
                <a:tc gridSpan="5">
                  <a:txBody>
                    <a:bodyPr/>
                    <a:lstStyle>
                      <a:lvl1pPr marL="0" algn="l" defTabSz="913765" rtl="0" eaLnBrk="1" latinLnBrk="0" hangingPunct="1">
                        <a:defRPr sz="1800" kern="1200">
                          <a:solidFill>
                            <a:schemeClr val="dk1"/>
                          </a:solidFill>
                          <a:latin typeface="FrutigerNext LT Medium"/>
                          <a:ea typeface="微软雅黑" panose="020B0503020204020204" pitchFamily="34" charset="-122"/>
                          <a:cs typeface="宋体" panose="02010600030101010101" pitchFamily="2" charset="-122"/>
                        </a:defRPr>
                      </a:lvl1pPr>
                      <a:lvl2pPr marL="457200" algn="l" defTabSz="913765" rtl="0" eaLnBrk="1" latinLnBrk="0" hangingPunct="1">
                        <a:defRPr sz="1800" kern="1200">
                          <a:solidFill>
                            <a:schemeClr val="dk1"/>
                          </a:solidFill>
                          <a:latin typeface="FrutigerNext LT Medium"/>
                          <a:ea typeface="微软雅黑" panose="020B0503020204020204" pitchFamily="34" charset="-122"/>
                          <a:cs typeface="宋体" panose="02010600030101010101" pitchFamily="2" charset="-122"/>
                        </a:defRPr>
                      </a:lvl2pPr>
                      <a:lvl3pPr marL="913765" algn="l" defTabSz="913765" rtl="0" eaLnBrk="1" latinLnBrk="0" hangingPunct="1">
                        <a:defRPr sz="1800" kern="1200">
                          <a:solidFill>
                            <a:schemeClr val="dk1"/>
                          </a:solidFill>
                          <a:latin typeface="FrutigerNext LT Medium"/>
                          <a:ea typeface="微软雅黑" panose="020B0503020204020204" pitchFamily="34" charset="-122"/>
                          <a:cs typeface="宋体" panose="02010600030101010101" pitchFamily="2" charset="-122"/>
                        </a:defRPr>
                      </a:lvl3pPr>
                      <a:lvl4pPr marL="1370965" algn="l" defTabSz="913765" rtl="0" eaLnBrk="1" latinLnBrk="0" hangingPunct="1">
                        <a:defRPr sz="1800" kern="1200">
                          <a:solidFill>
                            <a:schemeClr val="dk1"/>
                          </a:solidFill>
                          <a:latin typeface="FrutigerNext LT Medium"/>
                          <a:ea typeface="微软雅黑" panose="020B0503020204020204" pitchFamily="34" charset="-122"/>
                          <a:cs typeface="宋体" panose="02010600030101010101" pitchFamily="2" charset="-122"/>
                        </a:defRPr>
                      </a:lvl4pPr>
                      <a:lvl5pPr marL="1828165" algn="l" defTabSz="913765" rtl="0" eaLnBrk="1" latinLnBrk="0" hangingPunct="1">
                        <a:defRPr sz="1800" kern="1200">
                          <a:solidFill>
                            <a:schemeClr val="dk1"/>
                          </a:solidFill>
                          <a:latin typeface="FrutigerNext LT Medium"/>
                          <a:ea typeface="微软雅黑" panose="020B0503020204020204" pitchFamily="34" charset="-122"/>
                          <a:cs typeface="宋体" panose="02010600030101010101" pitchFamily="2" charset="-122"/>
                        </a:defRPr>
                      </a:lvl5pPr>
                      <a:lvl6pPr marL="2285365" algn="l" defTabSz="913765" rtl="0" eaLnBrk="1" latinLnBrk="0" hangingPunct="1">
                        <a:defRPr sz="1800" kern="1200">
                          <a:solidFill>
                            <a:schemeClr val="dk1"/>
                          </a:solidFill>
                          <a:latin typeface="FrutigerNext LT Medium"/>
                          <a:ea typeface="微软雅黑" panose="020B0503020204020204" pitchFamily="34" charset="-122"/>
                          <a:cs typeface="宋体" panose="02010600030101010101" pitchFamily="2" charset="-122"/>
                        </a:defRPr>
                      </a:lvl6pPr>
                      <a:lvl7pPr marL="2741930" algn="l" defTabSz="913765" rtl="0" eaLnBrk="1" latinLnBrk="0" hangingPunct="1">
                        <a:defRPr sz="1800" kern="1200">
                          <a:solidFill>
                            <a:schemeClr val="dk1"/>
                          </a:solidFill>
                          <a:latin typeface="FrutigerNext LT Medium"/>
                          <a:ea typeface="微软雅黑" panose="020B0503020204020204" pitchFamily="34" charset="-122"/>
                          <a:cs typeface="宋体" panose="02010600030101010101" pitchFamily="2" charset="-122"/>
                        </a:defRPr>
                      </a:lvl7pPr>
                      <a:lvl8pPr marL="3199130" algn="l" defTabSz="913765" rtl="0" eaLnBrk="1" latinLnBrk="0" hangingPunct="1">
                        <a:defRPr sz="1800" kern="1200">
                          <a:solidFill>
                            <a:schemeClr val="dk1"/>
                          </a:solidFill>
                          <a:latin typeface="FrutigerNext LT Medium"/>
                          <a:ea typeface="微软雅黑" panose="020B0503020204020204" pitchFamily="34" charset="-122"/>
                          <a:cs typeface="宋体" panose="02010600030101010101" pitchFamily="2" charset="-122"/>
                        </a:defRPr>
                      </a:lvl8pPr>
                      <a:lvl9pPr marL="3656330" algn="l" defTabSz="913765" rtl="0" eaLnBrk="1" latinLnBrk="0" hangingPunct="1">
                        <a:defRPr sz="1800" kern="1200">
                          <a:solidFill>
                            <a:schemeClr val="dk1"/>
                          </a:solidFill>
                          <a:latin typeface="FrutigerNext LT Medium"/>
                          <a:ea typeface="微软雅黑" panose="020B0503020204020204" pitchFamily="34" charset="-122"/>
                          <a:cs typeface="宋体" panose="02010600030101010101" pitchFamily="2" charset="-122"/>
                        </a:defRPr>
                      </a:lvl9pPr>
                    </a:lstStyle>
                    <a:p>
                      <a:pPr algn="l" fontAlgn="ctr">
                        <a:lnSpc>
                          <a:spcPct val="120000"/>
                        </a:lnSpc>
                        <a:spcBef>
                          <a:spcPts val="0"/>
                        </a:spcBef>
                        <a:spcAft>
                          <a:spcPts val="0"/>
                        </a:spcAft>
                      </a:pPr>
                      <a:r>
                        <a:rPr lang="en-US" altLang="zh-CN" sz="1400" b="0" i="0" u="none" strike="noStrike" dirty="0">
                          <a:solidFill>
                            <a:schemeClr val="tx1"/>
                          </a:solidFill>
                          <a:effectLst/>
                          <a:latin typeface="+mn-lt"/>
                          <a:ea typeface="+mn-ea"/>
                          <a:cs typeface="+mn-ea"/>
                          <a:sym typeface="+mn-lt"/>
                        </a:rPr>
                        <a:t>Destination Address</a:t>
                      </a:r>
                      <a:endParaRPr lang="zh-CN" altLang="en-US" sz="1400" b="0" i="0" u="none" strike="noStrike" dirty="0">
                        <a:solidFill>
                          <a:schemeClr val="tx1"/>
                        </a:solidFill>
                        <a:effectLst/>
                        <a:latin typeface="+mn-lt"/>
                        <a:ea typeface="+mn-ea"/>
                        <a:cs typeface="+mn-ea"/>
                        <a:sym typeface="+mn-lt"/>
                      </a:endParaRPr>
                    </a:p>
                  </a:txBody>
                  <a:tcPr marL="9523" marR="9523" marT="9523" marB="0" anchor="ctr" anchorCtr="1">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accent5">
                        <a:lumMod val="90000"/>
                      </a:schemeClr>
                    </a:solidFill>
                  </a:tcPr>
                </a:tc>
                <a:tc hMerge="1">
                  <a:tcPr marL="9525" marR="9525" marT="9525" marB="0" anchor="ctr" anchorCtr="1">
                    <a:solidFill>
                      <a:srgbClr val="92D050"/>
                    </a:solidFill>
                  </a:tcPr>
                </a:tc>
                <a:tc hMerge="1">
                  <a:tcPr marL="9525" marR="9525" marT="9525" marB="0" anchor="ctr" anchorCtr="1">
                    <a:solidFill>
                      <a:srgbClr val="92D050"/>
                    </a:solidFill>
                  </a:tcPr>
                </a:tc>
                <a:tc hMerge="1">
                  <a:tcPr marL="9525" marR="9525" marT="9525" marB="0" anchor="ctr" anchorCtr="1">
                    <a:solidFill>
                      <a:srgbClr val="92D050"/>
                    </a:solidFill>
                  </a:tcPr>
                </a:tc>
                <a:tc hMerge="1">
                  <a:tcPr marL="9525" marR="9525" marT="9525" marB="0" anchor="ctr" anchorCtr="1">
                    <a:solidFill>
                      <a:srgbClr val="92D050"/>
                    </a:solidFill>
                  </a:tcPr>
                </a:tc>
              </a:tr>
              <a:tr h="449101">
                <a:tc>
                  <a:txBody>
                    <a:bodyPr/>
                    <a:lstStyle>
                      <a:lvl1pPr marL="0" algn="l" defTabSz="913765" rtl="0" eaLnBrk="1" latinLnBrk="0" hangingPunct="1">
                        <a:defRPr sz="1800" kern="1200">
                          <a:solidFill>
                            <a:schemeClr val="dk1"/>
                          </a:solidFill>
                          <a:latin typeface="FrutigerNext LT Medium"/>
                          <a:ea typeface="微软雅黑" panose="020B0503020204020204" pitchFamily="34" charset="-122"/>
                          <a:cs typeface="宋体" panose="02010600030101010101" pitchFamily="2" charset="-122"/>
                        </a:defRPr>
                      </a:lvl1pPr>
                      <a:lvl2pPr marL="457200" algn="l" defTabSz="913765" rtl="0" eaLnBrk="1" latinLnBrk="0" hangingPunct="1">
                        <a:defRPr sz="1800" kern="1200">
                          <a:solidFill>
                            <a:schemeClr val="dk1"/>
                          </a:solidFill>
                          <a:latin typeface="FrutigerNext LT Medium"/>
                          <a:ea typeface="微软雅黑" panose="020B0503020204020204" pitchFamily="34" charset="-122"/>
                          <a:cs typeface="宋体" panose="02010600030101010101" pitchFamily="2" charset="-122"/>
                        </a:defRPr>
                      </a:lvl2pPr>
                      <a:lvl3pPr marL="913765" algn="l" defTabSz="913765" rtl="0" eaLnBrk="1" latinLnBrk="0" hangingPunct="1">
                        <a:defRPr sz="1800" kern="1200">
                          <a:solidFill>
                            <a:schemeClr val="dk1"/>
                          </a:solidFill>
                          <a:latin typeface="FrutigerNext LT Medium"/>
                          <a:ea typeface="微软雅黑" panose="020B0503020204020204" pitchFamily="34" charset="-122"/>
                          <a:cs typeface="宋体" panose="02010600030101010101" pitchFamily="2" charset="-122"/>
                        </a:defRPr>
                      </a:lvl3pPr>
                      <a:lvl4pPr marL="1370965" algn="l" defTabSz="913765" rtl="0" eaLnBrk="1" latinLnBrk="0" hangingPunct="1">
                        <a:defRPr sz="1800" kern="1200">
                          <a:solidFill>
                            <a:schemeClr val="dk1"/>
                          </a:solidFill>
                          <a:latin typeface="FrutigerNext LT Medium"/>
                          <a:ea typeface="微软雅黑" panose="020B0503020204020204" pitchFamily="34" charset="-122"/>
                          <a:cs typeface="宋体" panose="02010600030101010101" pitchFamily="2" charset="-122"/>
                        </a:defRPr>
                      </a:lvl4pPr>
                      <a:lvl5pPr marL="1828165" algn="l" defTabSz="913765" rtl="0" eaLnBrk="1" latinLnBrk="0" hangingPunct="1">
                        <a:defRPr sz="1800" kern="1200">
                          <a:solidFill>
                            <a:schemeClr val="dk1"/>
                          </a:solidFill>
                          <a:latin typeface="FrutigerNext LT Medium"/>
                          <a:ea typeface="微软雅黑" panose="020B0503020204020204" pitchFamily="34" charset="-122"/>
                          <a:cs typeface="宋体" panose="02010600030101010101" pitchFamily="2" charset="-122"/>
                        </a:defRPr>
                      </a:lvl5pPr>
                      <a:lvl6pPr marL="2285365" algn="l" defTabSz="913765" rtl="0" eaLnBrk="1" latinLnBrk="0" hangingPunct="1">
                        <a:defRPr sz="1800" kern="1200">
                          <a:solidFill>
                            <a:schemeClr val="dk1"/>
                          </a:solidFill>
                          <a:latin typeface="FrutigerNext LT Medium"/>
                          <a:ea typeface="微软雅黑" panose="020B0503020204020204" pitchFamily="34" charset="-122"/>
                          <a:cs typeface="宋体" panose="02010600030101010101" pitchFamily="2" charset="-122"/>
                        </a:defRPr>
                      </a:lvl6pPr>
                      <a:lvl7pPr marL="2741930" algn="l" defTabSz="913765" rtl="0" eaLnBrk="1" latinLnBrk="0" hangingPunct="1">
                        <a:defRPr sz="1800" kern="1200">
                          <a:solidFill>
                            <a:schemeClr val="dk1"/>
                          </a:solidFill>
                          <a:latin typeface="FrutigerNext LT Medium"/>
                          <a:ea typeface="微软雅黑" panose="020B0503020204020204" pitchFamily="34" charset="-122"/>
                          <a:cs typeface="宋体" panose="02010600030101010101" pitchFamily="2" charset="-122"/>
                        </a:defRPr>
                      </a:lvl7pPr>
                      <a:lvl8pPr marL="3199130" algn="l" defTabSz="913765" rtl="0" eaLnBrk="1" latinLnBrk="0" hangingPunct="1">
                        <a:defRPr sz="1800" kern="1200">
                          <a:solidFill>
                            <a:schemeClr val="dk1"/>
                          </a:solidFill>
                          <a:latin typeface="FrutigerNext LT Medium"/>
                          <a:ea typeface="微软雅黑" panose="020B0503020204020204" pitchFamily="34" charset="-122"/>
                          <a:cs typeface="宋体" panose="02010600030101010101" pitchFamily="2" charset="-122"/>
                        </a:defRPr>
                      </a:lvl8pPr>
                      <a:lvl9pPr marL="3656330" algn="l" defTabSz="913765" rtl="0" eaLnBrk="1" latinLnBrk="0" hangingPunct="1">
                        <a:defRPr sz="1800" kern="1200">
                          <a:solidFill>
                            <a:schemeClr val="dk1"/>
                          </a:solidFill>
                          <a:latin typeface="FrutigerNext LT Medium"/>
                          <a:ea typeface="微软雅黑" panose="020B0503020204020204" pitchFamily="34" charset="-122"/>
                          <a:cs typeface="宋体" panose="02010600030101010101" pitchFamily="2" charset="-122"/>
                        </a:defRPr>
                      </a:lvl9pPr>
                    </a:lstStyle>
                    <a:p>
                      <a:pPr algn="l" fontAlgn="ctr">
                        <a:lnSpc>
                          <a:spcPct val="120000"/>
                        </a:lnSpc>
                        <a:spcBef>
                          <a:spcPts val="0"/>
                        </a:spcBef>
                        <a:spcAft>
                          <a:spcPts val="0"/>
                        </a:spcAft>
                      </a:pPr>
                      <a:r>
                        <a:rPr lang="en-US" altLang="zh-CN" sz="1400" b="0" i="0" u="none" strike="noStrike" dirty="0">
                          <a:solidFill>
                            <a:schemeClr val="tx1"/>
                          </a:solidFill>
                          <a:effectLst/>
                          <a:latin typeface="+mn-lt"/>
                          <a:ea typeface="+mn-ea"/>
                          <a:cs typeface="+mn-ea"/>
                          <a:sym typeface="+mn-lt"/>
                        </a:rPr>
                        <a:t>Next </a:t>
                      </a:r>
                      <a:r>
                        <a:rPr lang="en-US" altLang="zh-CN" sz="1400" b="0" i="0" u="none" strike="noStrike" kern="1200" dirty="0">
                          <a:solidFill>
                            <a:schemeClr val="tx1"/>
                          </a:solidFill>
                          <a:effectLst/>
                          <a:latin typeface="+mn-lt"/>
                          <a:ea typeface="+mn-ea"/>
                          <a:cs typeface="+mn-ea"/>
                          <a:sym typeface="+mn-lt"/>
                        </a:rPr>
                        <a:t>Header</a:t>
                      </a:r>
                      <a:endParaRPr lang="zh-CN" altLang="en-US" sz="1400" b="0" i="0" u="none" strike="noStrike" kern="1200" dirty="0">
                        <a:solidFill>
                          <a:schemeClr val="tx1"/>
                        </a:solidFill>
                        <a:effectLst/>
                        <a:latin typeface="+mn-lt"/>
                        <a:ea typeface="+mn-ea"/>
                        <a:cs typeface="+mn-ea"/>
                        <a:sym typeface="+mn-lt"/>
                      </a:endParaRPr>
                    </a:p>
                  </a:txBody>
                  <a:tcPr marL="9523" marR="9523" marT="9523" marB="0" anchor="ctr" anchorCtr="1">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accent2">
                        <a:lumMod val="20000"/>
                        <a:lumOff val="80000"/>
                      </a:schemeClr>
                    </a:solidFill>
                  </a:tcPr>
                </a:tc>
                <a:tc>
                  <a:txBody>
                    <a:bodyPr/>
                    <a:lstStyle>
                      <a:lvl1pPr marL="0" algn="l" defTabSz="913765" rtl="0" eaLnBrk="1" latinLnBrk="0" hangingPunct="1">
                        <a:defRPr sz="1800" kern="1200">
                          <a:solidFill>
                            <a:schemeClr val="dk1"/>
                          </a:solidFill>
                          <a:latin typeface="FrutigerNext LT Medium"/>
                          <a:ea typeface="微软雅黑" panose="020B0503020204020204" pitchFamily="34" charset="-122"/>
                          <a:cs typeface="宋体" panose="02010600030101010101" pitchFamily="2" charset="-122"/>
                        </a:defRPr>
                      </a:lvl1pPr>
                      <a:lvl2pPr marL="457200" algn="l" defTabSz="913765" rtl="0" eaLnBrk="1" latinLnBrk="0" hangingPunct="1">
                        <a:defRPr sz="1800" kern="1200">
                          <a:solidFill>
                            <a:schemeClr val="dk1"/>
                          </a:solidFill>
                          <a:latin typeface="FrutigerNext LT Medium"/>
                          <a:ea typeface="微软雅黑" panose="020B0503020204020204" pitchFamily="34" charset="-122"/>
                          <a:cs typeface="宋体" panose="02010600030101010101" pitchFamily="2" charset="-122"/>
                        </a:defRPr>
                      </a:lvl2pPr>
                      <a:lvl3pPr marL="913765" algn="l" defTabSz="913765" rtl="0" eaLnBrk="1" latinLnBrk="0" hangingPunct="1">
                        <a:defRPr sz="1800" kern="1200">
                          <a:solidFill>
                            <a:schemeClr val="dk1"/>
                          </a:solidFill>
                          <a:latin typeface="FrutigerNext LT Medium"/>
                          <a:ea typeface="微软雅黑" panose="020B0503020204020204" pitchFamily="34" charset="-122"/>
                          <a:cs typeface="宋体" panose="02010600030101010101" pitchFamily="2" charset="-122"/>
                        </a:defRPr>
                      </a:lvl3pPr>
                      <a:lvl4pPr marL="1370965" algn="l" defTabSz="913765" rtl="0" eaLnBrk="1" latinLnBrk="0" hangingPunct="1">
                        <a:defRPr sz="1800" kern="1200">
                          <a:solidFill>
                            <a:schemeClr val="dk1"/>
                          </a:solidFill>
                          <a:latin typeface="FrutigerNext LT Medium"/>
                          <a:ea typeface="微软雅黑" panose="020B0503020204020204" pitchFamily="34" charset="-122"/>
                          <a:cs typeface="宋体" panose="02010600030101010101" pitchFamily="2" charset="-122"/>
                        </a:defRPr>
                      </a:lvl4pPr>
                      <a:lvl5pPr marL="1828165" algn="l" defTabSz="913765" rtl="0" eaLnBrk="1" latinLnBrk="0" hangingPunct="1">
                        <a:defRPr sz="1800" kern="1200">
                          <a:solidFill>
                            <a:schemeClr val="dk1"/>
                          </a:solidFill>
                          <a:latin typeface="FrutigerNext LT Medium"/>
                          <a:ea typeface="微软雅黑" panose="020B0503020204020204" pitchFamily="34" charset="-122"/>
                          <a:cs typeface="宋体" panose="02010600030101010101" pitchFamily="2" charset="-122"/>
                        </a:defRPr>
                      </a:lvl5pPr>
                      <a:lvl6pPr marL="2285365" algn="l" defTabSz="913765" rtl="0" eaLnBrk="1" latinLnBrk="0" hangingPunct="1">
                        <a:defRPr sz="1800" kern="1200">
                          <a:solidFill>
                            <a:schemeClr val="dk1"/>
                          </a:solidFill>
                          <a:latin typeface="FrutigerNext LT Medium"/>
                          <a:ea typeface="微软雅黑" panose="020B0503020204020204" pitchFamily="34" charset="-122"/>
                          <a:cs typeface="宋体" panose="02010600030101010101" pitchFamily="2" charset="-122"/>
                        </a:defRPr>
                      </a:lvl6pPr>
                      <a:lvl7pPr marL="2741930" algn="l" defTabSz="913765" rtl="0" eaLnBrk="1" latinLnBrk="0" hangingPunct="1">
                        <a:defRPr sz="1800" kern="1200">
                          <a:solidFill>
                            <a:schemeClr val="dk1"/>
                          </a:solidFill>
                          <a:latin typeface="FrutigerNext LT Medium"/>
                          <a:ea typeface="微软雅黑" panose="020B0503020204020204" pitchFamily="34" charset="-122"/>
                          <a:cs typeface="宋体" panose="02010600030101010101" pitchFamily="2" charset="-122"/>
                        </a:defRPr>
                      </a:lvl7pPr>
                      <a:lvl8pPr marL="3199130" algn="l" defTabSz="913765" rtl="0" eaLnBrk="1" latinLnBrk="0" hangingPunct="1">
                        <a:defRPr sz="1800" kern="1200">
                          <a:solidFill>
                            <a:schemeClr val="dk1"/>
                          </a:solidFill>
                          <a:latin typeface="FrutigerNext LT Medium"/>
                          <a:ea typeface="微软雅黑" panose="020B0503020204020204" pitchFamily="34" charset="-122"/>
                          <a:cs typeface="宋体" panose="02010600030101010101" pitchFamily="2" charset="-122"/>
                        </a:defRPr>
                      </a:lvl8pPr>
                      <a:lvl9pPr marL="3656330" algn="l" defTabSz="913765" rtl="0" eaLnBrk="1" latinLnBrk="0" hangingPunct="1">
                        <a:defRPr sz="1800" kern="1200">
                          <a:solidFill>
                            <a:schemeClr val="dk1"/>
                          </a:solidFill>
                          <a:latin typeface="FrutigerNext LT Medium"/>
                          <a:ea typeface="微软雅黑" panose="020B0503020204020204" pitchFamily="34" charset="-122"/>
                          <a:cs typeface="宋体" panose="02010600030101010101" pitchFamily="2" charset="-122"/>
                        </a:defRPr>
                      </a:lvl9pPr>
                    </a:lstStyle>
                    <a:p>
                      <a:pPr marL="0" algn="l" defTabSz="911225" rtl="0" eaLnBrk="1" fontAlgn="ctr" latinLnBrk="0" hangingPunct="1">
                        <a:lnSpc>
                          <a:spcPct val="120000"/>
                        </a:lnSpc>
                        <a:spcBef>
                          <a:spcPts val="0"/>
                        </a:spcBef>
                        <a:spcAft>
                          <a:spcPts val="0"/>
                        </a:spcAft>
                      </a:pPr>
                      <a:r>
                        <a:rPr lang="en-US" altLang="zh-CN" sz="1400" b="0" i="0" u="none" strike="noStrike" kern="1200" dirty="0" err="1">
                          <a:solidFill>
                            <a:schemeClr val="tx1"/>
                          </a:solidFill>
                          <a:effectLst/>
                          <a:latin typeface="+mn-lt"/>
                          <a:ea typeface="+mn-ea"/>
                          <a:cs typeface="+mn-ea"/>
                          <a:sym typeface="+mn-lt"/>
                        </a:rPr>
                        <a:t>Hdr</a:t>
                      </a:r>
                      <a:r>
                        <a:rPr lang="en-US" altLang="zh-CN" sz="1400" b="0" i="0" u="none" strike="noStrike" kern="1200" dirty="0">
                          <a:solidFill>
                            <a:schemeClr val="tx1"/>
                          </a:solidFill>
                          <a:effectLst/>
                          <a:latin typeface="+mn-lt"/>
                          <a:ea typeface="+mn-ea"/>
                          <a:cs typeface="+mn-ea"/>
                          <a:sym typeface="+mn-lt"/>
                        </a:rPr>
                        <a:t> Ext Len</a:t>
                      </a:r>
                      <a:endParaRPr lang="zh-CN" altLang="en-US" sz="1400" b="0" i="0" u="none" strike="noStrike" kern="1200" dirty="0">
                        <a:solidFill>
                          <a:schemeClr val="tx1"/>
                        </a:solidFill>
                        <a:effectLst/>
                        <a:latin typeface="+mn-lt"/>
                        <a:ea typeface="+mn-ea"/>
                        <a:cs typeface="+mn-ea"/>
                        <a:sym typeface="+mn-lt"/>
                      </a:endParaRPr>
                    </a:p>
                  </a:txBody>
                  <a:tcPr marL="9523" marR="9523" marT="9523" marB="0" anchor="ctr" anchorCtr="1">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accent2">
                        <a:lumMod val="20000"/>
                        <a:lumOff val="80000"/>
                      </a:schemeClr>
                    </a:solidFill>
                  </a:tcPr>
                </a:tc>
                <a:tc gridSpan="2">
                  <a:txBody>
                    <a:bodyPr/>
                    <a:lstStyle>
                      <a:lvl1pPr marL="0" algn="l" defTabSz="913765" rtl="0" eaLnBrk="1" latinLnBrk="0" hangingPunct="1">
                        <a:defRPr sz="1800" kern="1200">
                          <a:solidFill>
                            <a:schemeClr val="dk1"/>
                          </a:solidFill>
                          <a:latin typeface="FrutigerNext LT Medium"/>
                          <a:ea typeface="微软雅黑" panose="020B0503020204020204" pitchFamily="34" charset="-122"/>
                          <a:cs typeface="宋体" panose="02010600030101010101" pitchFamily="2" charset="-122"/>
                        </a:defRPr>
                      </a:lvl1pPr>
                      <a:lvl2pPr marL="457200" algn="l" defTabSz="913765" rtl="0" eaLnBrk="1" latinLnBrk="0" hangingPunct="1">
                        <a:defRPr sz="1800" kern="1200">
                          <a:solidFill>
                            <a:schemeClr val="dk1"/>
                          </a:solidFill>
                          <a:latin typeface="FrutigerNext LT Medium"/>
                          <a:ea typeface="微软雅黑" panose="020B0503020204020204" pitchFamily="34" charset="-122"/>
                          <a:cs typeface="宋体" panose="02010600030101010101" pitchFamily="2" charset="-122"/>
                        </a:defRPr>
                      </a:lvl2pPr>
                      <a:lvl3pPr marL="913765" algn="l" defTabSz="913765" rtl="0" eaLnBrk="1" latinLnBrk="0" hangingPunct="1">
                        <a:defRPr sz="1800" kern="1200">
                          <a:solidFill>
                            <a:schemeClr val="dk1"/>
                          </a:solidFill>
                          <a:latin typeface="FrutigerNext LT Medium"/>
                          <a:ea typeface="微软雅黑" panose="020B0503020204020204" pitchFamily="34" charset="-122"/>
                          <a:cs typeface="宋体" panose="02010600030101010101" pitchFamily="2" charset="-122"/>
                        </a:defRPr>
                      </a:lvl3pPr>
                      <a:lvl4pPr marL="1370965" algn="l" defTabSz="913765" rtl="0" eaLnBrk="1" latinLnBrk="0" hangingPunct="1">
                        <a:defRPr sz="1800" kern="1200">
                          <a:solidFill>
                            <a:schemeClr val="dk1"/>
                          </a:solidFill>
                          <a:latin typeface="FrutigerNext LT Medium"/>
                          <a:ea typeface="微软雅黑" panose="020B0503020204020204" pitchFamily="34" charset="-122"/>
                          <a:cs typeface="宋体" panose="02010600030101010101" pitchFamily="2" charset="-122"/>
                        </a:defRPr>
                      </a:lvl4pPr>
                      <a:lvl5pPr marL="1828165" algn="l" defTabSz="913765" rtl="0" eaLnBrk="1" latinLnBrk="0" hangingPunct="1">
                        <a:defRPr sz="1800" kern="1200">
                          <a:solidFill>
                            <a:schemeClr val="dk1"/>
                          </a:solidFill>
                          <a:latin typeface="FrutigerNext LT Medium"/>
                          <a:ea typeface="微软雅黑" panose="020B0503020204020204" pitchFamily="34" charset="-122"/>
                          <a:cs typeface="宋体" panose="02010600030101010101" pitchFamily="2" charset="-122"/>
                        </a:defRPr>
                      </a:lvl5pPr>
                      <a:lvl6pPr marL="2285365" algn="l" defTabSz="913765" rtl="0" eaLnBrk="1" latinLnBrk="0" hangingPunct="1">
                        <a:defRPr sz="1800" kern="1200">
                          <a:solidFill>
                            <a:schemeClr val="dk1"/>
                          </a:solidFill>
                          <a:latin typeface="FrutigerNext LT Medium"/>
                          <a:ea typeface="微软雅黑" panose="020B0503020204020204" pitchFamily="34" charset="-122"/>
                          <a:cs typeface="宋体" panose="02010600030101010101" pitchFamily="2" charset="-122"/>
                        </a:defRPr>
                      </a:lvl6pPr>
                      <a:lvl7pPr marL="2741930" algn="l" defTabSz="913765" rtl="0" eaLnBrk="1" latinLnBrk="0" hangingPunct="1">
                        <a:defRPr sz="1800" kern="1200">
                          <a:solidFill>
                            <a:schemeClr val="dk1"/>
                          </a:solidFill>
                          <a:latin typeface="FrutigerNext LT Medium"/>
                          <a:ea typeface="微软雅黑" panose="020B0503020204020204" pitchFamily="34" charset="-122"/>
                          <a:cs typeface="宋体" panose="02010600030101010101" pitchFamily="2" charset="-122"/>
                        </a:defRPr>
                      </a:lvl7pPr>
                      <a:lvl8pPr marL="3199130" algn="l" defTabSz="913765" rtl="0" eaLnBrk="1" latinLnBrk="0" hangingPunct="1">
                        <a:defRPr sz="1800" kern="1200">
                          <a:solidFill>
                            <a:schemeClr val="dk1"/>
                          </a:solidFill>
                          <a:latin typeface="FrutigerNext LT Medium"/>
                          <a:ea typeface="微软雅黑" panose="020B0503020204020204" pitchFamily="34" charset="-122"/>
                          <a:cs typeface="宋体" panose="02010600030101010101" pitchFamily="2" charset="-122"/>
                        </a:defRPr>
                      </a:lvl8pPr>
                      <a:lvl9pPr marL="3656330" algn="l" defTabSz="913765" rtl="0" eaLnBrk="1" latinLnBrk="0" hangingPunct="1">
                        <a:defRPr sz="1800" kern="1200">
                          <a:solidFill>
                            <a:schemeClr val="dk1"/>
                          </a:solidFill>
                          <a:latin typeface="FrutigerNext LT Medium"/>
                          <a:ea typeface="微软雅黑" panose="020B0503020204020204" pitchFamily="34" charset="-122"/>
                          <a:cs typeface="宋体" panose="02010600030101010101" pitchFamily="2" charset="-122"/>
                        </a:defRPr>
                      </a:lvl9pPr>
                    </a:lstStyle>
                    <a:p>
                      <a:pPr marL="0" algn="l" defTabSz="911225" rtl="0" eaLnBrk="1" fontAlgn="ctr" latinLnBrk="0" hangingPunct="1">
                        <a:lnSpc>
                          <a:spcPct val="120000"/>
                        </a:lnSpc>
                        <a:spcBef>
                          <a:spcPts val="0"/>
                        </a:spcBef>
                        <a:spcAft>
                          <a:spcPts val="0"/>
                        </a:spcAft>
                      </a:pPr>
                      <a:r>
                        <a:rPr lang="en-US" altLang="zh-CN" sz="1400" b="1" i="0" u="none" strike="noStrike" kern="1200" dirty="0">
                          <a:solidFill>
                            <a:schemeClr val="tx1"/>
                          </a:solidFill>
                          <a:effectLst/>
                          <a:latin typeface="+mn-lt"/>
                          <a:ea typeface="+mn-ea"/>
                          <a:cs typeface="+mn-ea"/>
                          <a:sym typeface="+mn-lt"/>
                        </a:rPr>
                        <a:t>Routing Type=4 </a:t>
                      </a:r>
                      <a:endParaRPr lang="zh-CN" altLang="en-US" sz="1400" b="1" i="0" u="none" strike="noStrike" kern="1200" dirty="0">
                        <a:solidFill>
                          <a:schemeClr val="tx1"/>
                        </a:solidFill>
                        <a:effectLst/>
                        <a:latin typeface="+mn-lt"/>
                        <a:ea typeface="+mn-ea"/>
                        <a:cs typeface="+mn-ea"/>
                        <a:sym typeface="+mn-lt"/>
                      </a:endParaRPr>
                    </a:p>
                  </a:txBody>
                  <a:tcPr marL="9523" marR="9523" marT="9523" marB="0" anchor="ctr" anchorCtr="1">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accent2">
                        <a:lumMod val="20000"/>
                        <a:lumOff val="80000"/>
                      </a:schemeClr>
                    </a:solidFill>
                  </a:tcPr>
                </a:tc>
                <a:tc hMerge="1">
                  <a:tcPr marL="9525" marR="9525" marT="9525" marB="0" anchor="ctr" anchorCtr="1">
                    <a:solidFill>
                      <a:schemeClr val="accent6">
                        <a:lumMod val="75000"/>
                      </a:schemeClr>
                    </a:solidFill>
                  </a:tcPr>
                </a:tc>
                <a:tc>
                  <a:txBody>
                    <a:bodyPr/>
                    <a:lstStyle>
                      <a:lvl1pPr marL="0" algn="l" defTabSz="913765" rtl="0" eaLnBrk="1" latinLnBrk="0" hangingPunct="1">
                        <a:defRPr sz="1800" kern="1200">
                          <a:solidFill>
                            <a:schemeClr val="dk1"/>
                          </a:solidFill>
                          <a:latin typeface="FrutigerNext LT Medium"/>
                          <a:ea typeface="微软雅黑" panose="020B0503020204020204" pitchFamily="34" charset="-122"/>
                          <a:cs typeface="宋体" panose="02010600030101010101" pitchFamily="2" charset="-122"/>
                        </a:defRPr>
                      </a:lvl1pPr>
                      <a:lvl2pPr marL="457200" algn="l" defTabSz="913765" rtl="0" eaLnBrk="1" latinLnBrk="0" hangingPunct="1">
                        <a:defRPr sz="1800" kern="1200">
                          <a:solidFill>
                            <a:schemeClr val="dk1"/>
                          </a:solidFill>
                          <a:latin typeface="FrutigerNext LT Medium"/>
                          <a:ea typeface="微软雅黑" panose="020B0503020204020204" pitchFamily="34" charset="-122"/>
                          <a:cs typeface="宋体" panose="02010600030101010101" pitchFamily="2" charset="-122"/>
                        </a:defRPr>
                      </a:lvl2pPr>
                      <a:lvl3pPr marL="913765" algn="l" defTabSz="913765" rtl="0" eaLnBrk="1" latinLnBrk="0" hangingPunct="1">
                        <a:defRPr sz="1800" kern="1200">
                          <a:solidFill>
                            <a:schemeClr val="dk1"/>
                          </a:solidFill>
                          <a:latin typeface="FrutigerNext LT Medium"/>
                          <a:ea typeface="微软雅黑" panose="020B0503020204020204" pitchFamily="34" charset="-122"/>
                          <a:cs typeface="宋体" panose="02010600030101010101" pitchFamily="2" charset="-122"/>
                        </a:defRPr>
                      </a:lvl3pPr>
                      <a:lvl4pPr marL="1370965" algn="l" defTabSz="913765" rtl="0" eaLnBrk="1" latinLnBrk="0" hangingPunct="1">
                        <a:defRPr sz="1800" kern="1200">
                          <a:solidFill>
                            <a:schemeClr val="dk1"/>
                          </a:solidFill>
                          <a:latin typeface="FrutigerNext LT Medium"/>
                          <a:ea typeface="微软雅黑" panose="020B0503020204020204" pitchFamily="34" charset="-122"/>
                          <a:cs typeface="宋体" panose="02010600030101010101" pitchFamily="2" charset="-122"/>
                        </a:defRPr>
                      </a:lvl4pPr>
                      <a:lvl5pPr marL="1828165" algn="l" defTabSz="913765" rtl="0" eaLnBrk="1" latinLnBrk="0" hangingPunct="1">
                        <a:defRPr sz="1800" kern="1200">
                          <a:solidFill>
                            <a:schemeClr val="dk1"/>
                          </a:solidFill>
                          <a:latin typeface="FrutigerNext LT Medium"/>
                          <a:ea typeface="微软雅黑" panose="020B0503020204020204" pitchFamily="34" charset="-122"/>
                          <a:cs typeface="宋体" panose="02010600030101010101" pitchFamily="2" charset="-122"/>
                        </a:defRPr>
                      </a:lvl5pPr>
                      <a:lvl6pPr marL="2285365" algn="l" defTabSz="913765" rtl="0" eaLnBrk="1" latinLnBrk="0" hangingPunct="1">
                        <a:defRPr sz="1800" kern="1200">
                          <a:solidFill>
                            <a:schemeClr val="dk1"/>
                          </a:solidFill>
                          <a:latin typeface="FrutigerNext LT Medium"/>
                          <a:ea typeface="微软雅黑" panose="020B0503020204020204" pitchFamily="34" charset="-122"/>
                          <a:cs typeface="宋体" panose="02010600030101010101" pitchFamily="2" charset="-122"/>
                        </a:defRPr>
                      </a:lvl6pPr>
                      <a:lvl7pPr marL="2741930" algn="l" defTabSz="913765" rtl="0" eaLnBrk="1" latinLnBrk="0" hangingPunct="1">
                        <a:defRPr sz="1800" kern="1200">
                          <a:solidFill>
                            <a:schemeClr val="dk1"/>
                          </a:solidFill>
                          <a:latin typeface="FrutigerNext LT Medium"/>
                          <a:ea typeface="微软雅黑" panose="020B0503020204020204" pitchFamily="34" charset="-122"/>
                          <a:cs typeface="宋体" panose="02010600030101010101" pitchFamily="2" charset="-122"/>
                        </a:defRPr>
                      </a:lvl7pPr>
                      <a:lvl8pPr marL="3199130" algn="l" defTabSz="913765" rtl="0" eaLnBrk="1" latinLnBrk="0" hangingPunct="1">
                        <a:defRPr sz="1800" kern="1200">
                          <a:solidFill>
                            <a:schemeClr val="dk1"/>
                          </a:solidFill>
                          <a:latin typeface="FrutigerNext LT Medium"/>
                          <a:ea typeface="微软雅黑" panose="020B0503020204020204" pitchFamily="34" charset="-122"/>
                          <a:cs typeface="宋体" panose="02010600030101010101" pitchFamily="2" charset="-122"/>
                        </a:defRPr>
                      </a:lvl8pPr>
                      <a:lvl9pPr marL="3656330" algn="l" defTabSz="913765" rtl="0" eaLnBrk="1" latinLnBrk="0" hangingPunct="1">
                        <a:defRPr sz="1800" kern="1200">
                          <a:solidFill>
                            <a:schemeClr val="dk1"/>
                          </a:solidFill>
                          <a:latin typeface="FrutigerNext LT Medium"/>
                          <a:ea typeface="微软雅黑" panose="020B0503020204020204" pitchFamily="34" charset="-122"/>
                          <a:cs typeface="宋体" panose="02010600030101010101" pitchFamily="2" charset="-122"/>
                        </a:defRPr>
                      </a:lvl9pPr>
                    </a:lstStyle>
                    <a:p>
                      <a:pPr marL="0" algn="l" defTabSz="911225" rtl="0" eaLnBrk="1" fontAlgn="ctr" latinLnBrk="0" hangingPunct="1">
                        <a:lnSpc>
                          <a:spcPct val="120000"/>
                        </a:lnSpc>
                        <a:spcBef>
                          <a:spcPts val="0"/>
                        </a:spcBef>
                        <a:spcAft>
                          <a:spcPts val="0"/>
                        </a:spcAft>
                      </a:pPr>
                      <a:r>
                        <a:rPr lang="en-US" altLang="zh-CN" sz="1400" b="1" i="0" u="none" strike="noStrike" kern="1200" dirty="0">
                          <a:solidFill>
                            <a:schemeClr val="tx1"/>
                          </a:solidFill>
                          <a:effectLst/>
                          <a:latin typeface="+mn-lt"/>
                          <a:ea typeface="+mn-ea"/>
                          <a:cs typeface="+mn-ea"/>
                          <a:sym typeface="+mn-lt"/>
                        </a:rPr>
                        <a:t>Segments Left</a:t>
                      </a:r>
                      <a:endParaRPr lang="zh-CN" altLang="en-US" sz="1400" b="1" i="0" u="none" strike="noStrike" kern="1200" dirty="0">
                        <a:solidFill>
                          <a:schemeClr val="tx1"/>
                        </a:solidFill>
                        <a:effectLst/>
                        <a:latin typeface="+mn-lt"/>
                        <a:ea typeface="+mn-ea"/>
                        <a:cs typeface="+mn-ea"/>
                        <a:sym typeface="+mn-lt"/>
                      </a:endParaRPr>
                    </a:p>
                  </a:txBody>
                  <a:tcPr marL="9523" marR="9523" marT="9523" marB="0" anchor="ctr" anchorCtr="1">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accent2">
                        <a:lumMod val="20000"/>
                        <a:lumOff val="80000"/>
                      </a:schemeClr>
                    </a:solidFill>
                  </a:tcPr>
                </a:tc>
              </a:tr>
              <a:tr h="267826">
                <a:tc>
                  <a:txBody>
                    <a:bodyPr/>
                    <a:lstStyle>
                      <a:lvl1pPr marL="0" algn="l" defTabSz="913765" rtl="0" eaLnBrk="1" latinLnBrk="0" hangingPunct="1">
                        <a:defRPr sz="1800" kern="1200">
                          <a:solidFill>
                            <a:schemeClr val="dk1"/>
                          </a:solidFill>
                          <a:latin typeface="FrutigerNext LT Medium"/>
                          <a:ea typeface="微软雅黑" panose="020B0503020204020204" pitchFamily="34" charset="-122"/>
                          <a:cs typeface="宋体" panose="02010600030101010101" pitchFamily="2" charset="-122"/>
                        </a:defRPr>
                      </a:lvl1pPr>
                      <a:lvl2pPr marL="457200" algn="l" defTabSz="913765" rtl="0" eaLnBrk="1" latinLnBrk="0" hangingPunct="1">
                        <a:defRPr sz="1800" kern="1200">
                          <a:solidFill>
                            <a:schemeClr val="dk1"/>
                          </a:solidFill>
                          <a:latin typeface="FrutigerNext LT Medium"/>
                          <a:ea typeface="微软雅黑" panose="020B0503020204020204" pitchFamily="34" charset="-122"/>
                          <a:cs typeface="宋体" panose="02010600030101010101" pitchFamily="2" charset="-122"/>
                        </a:defRPr>
                      </a:lvl2pPr>
                      <a:lvl3pPr marL="913765" algn="l" defTabSz="913765" rtl="0" eaLnBrk="1" latinLnBrk="0" hangingPunct="1">
                        <a:defRPr sz="1800" kern="1200">
                          <a:solidFill>
                            <a:schemeClr val="dk1"/>
                          </a:solidFill>
                          <a:latin typeface="FrutigerNext LT Medium"/>
                          <a:ea typeface="微软雅黑" panose="020B0503020204020204" pitchFamily="34" charset="-122"/>
                          <a:cs typeface="宋体" panose="02010600030101010101" pitchFamily="2" charset="-122"/>
                        </a:defRPr>
                      </a:lvl3pPr>
                      <a:lvl4pPr marL="1370965" algn="l" defTabSz="913765" rtl="0" eaLnBrk="1" latinLnBrk="0" hangingPunct="1">
                        <a:defRPr sz="1800" kern="1200">
                          <a:solidFill>
                            <a:schemeClr val="dk1"/>
                          </a:solidFill>
                          <a:latin typeface="FrutigerNext LT Medium"/>
                          <a:ea typeface="微软雅黑" panose="020B0503020204020204" pitchFamily="34" charset="-122"/>
                          <a:cs typeface="宋体" panose="02010600030101010101" pitchFamily="2" charset="-122"/>
                        </a:defRPr>
                      </a:lvl4pPr>
                      <a:lvl5pPr marL="1828165" algn="l" defTabSz="913765" rtl="0" eaLnBrk="1" latinLnBrk="0" hangingPunct="1">
                        <a:defRPr sz="1800" kern="1200">
                          <a:solidFill>
                            <a:schemeClr val="dk1"/>
                          </a:solidFill>
                          <a:latin typeface="FrutigerNext LT Medium"/>
                          <a:ea typeface="微软雅黑" panose="020B0503020204020204" pitchFamily="34" charset="-122"/>
                          <a:cs typeface="宋体" panose="02010600030101010101" pitchFamily="2" charset="-122"/>
                        </a:defRPr>
                      </a:lvl5pPr>
                      <a:lvl6pPr marL="2285365" algn="l" defTabSz="913765" rtl="0" eaLnBrk="1" latinLnBrk="0" hangingPunct="1">
                        <a:defRPr sz="1800" kern="1200">
                          <a:solidFill>
                            <a:schemeClr val="dk1"/>
                          </a:solidFill>
                          <a:latin typeface="FrutigerNext LT Medium"/>
                          <a:ea typeface="微软雅黑" panose="020B0503020204020204" pitchFamily="34" charset="-122"/>
                          <a:cs typeface="宋体" panose="02010600030101010101" pitchFamily="2" charset="-122"/>
                        </a:defRPr>
                      </a:lvl6pPr>
                      <a:lvl7pPr marL="2741930" algn="l" defTabSz="913765" rtl="0" eaLnBrk="1" latinLnBrk="0" hangingPunct="1">
                        <a:defRPr sz="1800" kern="1200">
                          <a:solidFill>
                            <a:schemeClr val="dk1"/>
                          </a:solidFill>
                          <a:latin typeface="FrutigerNext LT Medium"/>
                          <a:ea typeface="微软雅黑" panose="020B0503020204020204" pitchFamily="34" charset="-122"/>
                          <a:cs typeface="宋体" panose="02010600030101010101" pitchFamily="2" charset="-122"/>
                        </a:defRPr>
                      </a:lvl7pPr>
                      <a:lvl8pPr marL="3199130" algn="l" defTabSz="913765" rtl="0" eaLnBrk="1" latinLnBrk="0" hangingPunct="1">
                        <a:defRPr sz="1800" kern="1200">
                          <a:solidFill>
                            <a:schemeClr val="dk1"/>
                          </a:solidFill>
                          <a:latin typeface="FrutigerNext LT Medium"/>
                          <a:ea typeface="微软雅黑" panose="020B0503020204020204" pitchFamily="34" charset="-122"/>
                          <a:cs typeface="宋体" panose="02010600030101010101" pitchFamily="2" charset="-122"/>
                        </a:defRPr>
                      </a:lvl8pPr>
                      <a:lvl9pPr marL="3656330" algn="l" defTabSz="913765" rtl="0" eaLnBrk="1" latinLnBrk="0" hangingPunct="1">
                        <a:defRPr sz="1800" kern="1200">
                          <a:solidFill>
                            <a:schemeClr val="dk1"/>
                          </a:solidFill>
                          <a:latin typeface="FrutigerNext LT Medium"/>
                          <a:ea typeface="微软雅黑" panose="020B0503020204020204" pitchFamily="34" charset="-122"/>
                          <a:cs typeface="宋体" panose="02010600030101010101" pitchFamily="2" charset="-122"/>
                        </a:defRPr>
                      </a:lvl9pPr>
                    </a:lstStyle>
                    <a:p>
                      <a:pPr marL="0" algn="l" defTabSz="911225" rtl="0" eaLnBrk="1" fontAlgn="ctr" latinLnBrk="0" hangingPunct="1">
                        <a:lnSpc>
                          <a:spcPct val="120000"/>
                        </a:lnSpc>
                        <a:spcBef>
                          <a:spcPts val="0"/>
                        </a:spcBef>
                        <a:spcAft>
                          <a:spcPts val="0"/>
                        </a:spcAft>
                      </a:pPr>
                      <a:r>
                        <a:rPr lang="en-US" altLang="zh-CN" sz="1400" b="0" i="0" u="none" strike="noStrike" kern="1200" dirty="0">
                          <a:solidFill>
                            <a:schemeClr val="tx1"/>
                          </a:solidFill>
                          <a:effectLst/>
                          <a:latin typeface="+mn-lt"/>
                          <a:ea typeface="+mn-ea"/>
                          <a:cs typeface="+mn-ea"/>
                          <a:sym typeface="+mn-lt"/>
                        </a:rPr>
                        <a:t>Last Entry</a:t>
                      </a:r>
                      <a:endParaRPr lang="zh-CN" altLang="en-US" sz="1400" b="0" i="0" u="none" strike="noStrike" kern="1200" dirty="0">
                        <a:solidFill>
                          <a:schemeClr val="tx1"/>
                        </a:solidFill>
                        <a:effectLst/>
                        <a:latin typeface="+mn-lt"/>
                        <a:ea typeface="+mn-ea"/>
                        <a:cs typeface="+mn-ea"/>
                        <a:sym typeface="+mn-lt"/>
                      </a:endParaRPr>
                    </a:p>
                  </a:txBody>
                  <a:tcPr marL="9523" marR="9523" marT="9523" marB="0" anchor="ctr" anchorCtr="1">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accent2">
                        <a:lumMod val="20000"/>
                        <a:lumOff val="80000"/>
                      </a:schemeClr>
                    </a:solidFill>
                  </a:tcPr>
                </a:tc>
                <a:tc>
                  <a:txBody>
                    <a:bodyPr/>
                    <a:lstStyle>
                      <a:lvl1pPr marL="0" algn="l" defTabSz="913765" rtl="0" eaLnBrk="1" latinLnBrk="0" hangingPunct="1">
                        <a:defRPr sz="1800" kern="1200">
                          <a:solidFill>
                            <a:schemeClr val="dk1"/>
                          </a:solidFill>
                          <a:latin typeface="FrutigerNext LT Medium"/>
                          <a:ea typeface="微软雅黑" panose="020B0503020204020204" pitchFamily="34" charset="-122"/>
                          <a:cs typeface="宋体" panose="02010600030101010101" pitchFamily="2" charset="-122"/>
                        </a:defRPr>
                      </a:lvl1pPr>
                      <a:lvl2pPr marL="457200" algn="l" defTabSz="913765" rtl="0" eaLnBrk="1" latinLnBrk="0" hangingPunct="1">
                        <a:defRPr sz="1800" kern="1200">
                          <a:solidFill>
                            <a:schemeClr val="dk1"/>
                          </a:solidFill>
                          <a:latin typeface="FrutigerNext LT Medium"/>
                          <a:ea typeface="微软雅黑" panose="020B0503020204020204" pitchFamily="34" charset="-122"/>
                          <a:cs typeface="宋体" panose="02010600030101010101" pitchFamily="2" charset="-122"/>
                        </a:defRPr>
                      </a:lvl2pPr>
                      <a:lvl3pPr marL="913765" algn="l" defTabSz="913765" rtl="0" eaLnBrk="1" latinLnBrk="0" hangingPunct="1">
                        <a:defRPr sz="1800" kern="1200">
                          <a:solidFill>
                            <a:schemeClr val="dk1"/>
                          </a:solidFill>
                          <a:latin typeface="FrutigerNext LT Medium"/>
                          <a:ea typeface="微软雅黑" panose="020B0503020204020204" pitchFamily="34" charset="-122"/>
                          <a:cs typeface="宋体" panose="02010600030101010101" pitchFamily="2" charset="-122"/>
                        </a:defRPr>
                      </a:lvl3pPr>
                      <a:lvl4pPr marL="1370965" algn="l" defTabSz="913765" rtl="0" eaLnBrk="1" latinLnBrk="0" hangingPunct="1">
                        <a:defRPr sz="1800" kern="1200">
                          <a:solidFill>
                            <a:schemeClr val="dk1"/>
                          </a:solidFill>
                          <a:latin typeface="FrutigerNext LT Medium"/>
                          <a:ea typeface="微软雅黑" panose="020B0503020204020204" pitchFamily="34" charset="-122"/>
                          <a:cs typeface="宋体" panose="02010600030101010101" pitchFamily="2" charset="-122"/>
                        </a:defRPr>
                      </a:lvl4pPr>
                      <a:lvl5pPr marL="1828165" algn="l" defTabSz="913765" rtl="0" eaLnBrk="1" latinLnBrk="0" hangingPunct="1">
                        <a:defRPr sz="1800" kern="1200">
                          <a:solidFill>
                            <a:schemeClr val="dk1"/>
                          </a:solidFill>
                          <a:latin typeface="FrutigerNext LT Medium"/>
                          <a:ea typeface="微软雅黑" panose="020B0503020204020204" pitchFamily="34" charset="-122"/>
                          <a:cs typeface="宋体" panose="02010600030101010101" pitchFamily="2" charset="-122"/>
                        </a:defRPr>
                      </a:lvl5pPr>
                      <a:lvl6pPr marL="2285365" algn="l" defTabSz="913765" rtl="0" eaLnBrk="1" latinLnBrk="0" hangingPunct="1">
                        <a:defRPr sz="1800" kern="1200">
                          <a:solidFill>
                            <a:schemeClr val="dk1"/>
                          </a:solidFill>
                          <a:latin typeface="FrutigerNext LT Medium"/>
                          <a:ea typeface="微软雅黑" panose="020B0503020204020204" pitchFamily="34" charset="-122"/>
                          <a:cs typeface="宋体" panose="02010600030101010101" pitchFamily="2" charset="-122"/>
                        </a:defRPr>
                      </a:lvl6pPr>
                      <a:lvl7pPr marL="2741930" algn="l" defTabSz="913765" rtl="0" eaLnBrk="1" latinLnBrk="0" hangingPunct="1">
                        <a:defRPr sz="1800" kern="1200">
                          <a:solidFill>
                            <a:schemeClr val="dk1"/>
                          </a:solidFill>
                          <a:latin typeface="FrutigerNext LT Medium"/>
                          <a:ea typeface="微软雅黑" panose="020B0503020204020204" pitchFamily="34" charset="-122"/>
                          <a:cs typeface="宋体" panose="02010600030101010101" pitchFamily="2" charset="-122"/>
                        </a:defRPr>
                      </a:lvl7pPr>
                      <a:lvl8pPr marL="3199130" algn="l" defTabSz="913765" rtl="0" eaLnBrk="1" latinLnBrk="0" hangingPunct="1">
                        <a:defRPr sz="1800" kern="1200">
                          <a:solidFill>
                            <a:schemeClr val="dk1"/>
                          </a:solidFill>
                          <a:latin typeface="FrutigerNext LT Medium"/>
                          <a:ea typeface="微软雅黑" panose="020B0503020204020204" pitchFamily="34" charset="-122"/>
                          <a:cs typeface="宋体" panose="02010600030101010101" pitchFamily="2" charset="-122"/>
                        </a:defRPr>
                      </a:lvl8pPr>
                      <a:lvl9pPr marL="3656330" algn="l" defTabSz="913765" rtl="0" eaLnBrk="1" latinLnBrk="0" hangingPunct="1">
                        <a:defRPr sz="1800" kern="1200">
                          <a:solidFill>
                            <a:schemeClr val="dk1"/>
                          </a:solidFill>
                          <a:latin typeface="FrutigerNext LT Medium"/>
                          <a:ea typeface="微软雅黑" panose="020B0503020204020204" pitchFamily="34" charset="-122"/>
                          <a:cs typeface="宋体" panose="02010600030101010101" pitchFamily="2" charset="-122"/>
                        </a:defRPr>
                      </a:lvl9pPr>
                    </a:lstStyle>
                    <a:p>
                      <a:pPr marL="0" algn="l" defTabSz="911225" rtl="0" eaLnBrk="1" fontAlgn="ctr" latinLnBrk="0" hangingPunct="1">
                        <a:lnSpc>
                          <a:spcPct val="120000"/>
                        </a:lnSpc>
                        <a:spcBef>
                          <a:spcPts val="0"/>
                        </a:spcBef>
                        <a:spcAft>
                          <a:spcPts val="0"/>
                        </a:spcAft>
                      </a:pPr>
                      <a:r>
                        <a:rPr lang="en-US" altLang="zh-CN" sz="1400" b="0" i="0" u="none" strike="noStrike" kern="1200" dirty="0">
                          <a:solidFill>
                            <a:schemeClr val="tx1"/>
                          </a:solidFill>
                          <a:effectLst/>
                          <a:latin typeface="+mn-lt"/>
                          <a:ea typeface="+mn-ea"/>
                          <a:cs typeface="+mn-ea"/>
                          <a:sym typeface="+mn-lt"/>
                        </a:rPr>
                        <a:t>Flags </a:t>
                      </a:r>
                      <a:endParaRPr lang="zh-CN" altLang="en-US" sz="1400" b="0" i="0" u="none" strike="noStrike" kern="1200" dirty="0">
                        <a:solidFill>
                          <a:schemeClr val="tx1"/>
                        </a:solidFill>
                        <a:effectLst/>
                        <a:latin typeface="+mn-lt"/>
                        <a:ea typeface="+mn-ea"/>
                        <a:cs typeface="+mn-ea"/>
                        <a:sym typeface="+mn-lt"/>
                      </a:endParaRPr>
                    </a:p>
                  </a:txBody>
                  <a:tcPr marL="9523" marR="9523" marT="9523" marB="0" anchor="ctr" anchorCtr="1">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accent2">
                        <a:lumMod val="20000"/>
                        <a:lumOff val="80000"/>
                      </a:schemeClr>
                    </a:solidFill>
                  </a:tcPr>
                </a:tc>
                <a:tc gridSpan="3">
                  <a:txBody>
                    <a:bodyPr/>
                    <a:lstStyle>
                      <a:lvl1pPr marL="0" algn="l" defTabSz="913765" rtl="0" eaLnBrk="1" latinLnBrk="0" hangingPunct="1">
                        <a:defRPr sz="1800" kern="1200">
                          <a:solidFill>
                            <a:schemeClr val="dk1"/>
                          </a:solidFill>
                          <a:latin typeface="FrutigerNext LT Medium"/>
                          <a:ea typeface="微软雅黑" panose="020B0503020204020204" pitchFamily="34" charset="-122"/>
                          <a:cs typeface="宋体" panose="02010600030101010101" pitchFamily="2" charset="-122"/>
                        </a:defRPr>
                      </a:lvl1pPr>
                      <a:lvl2pPr marL="457200" algn="l" defTabSz="913765" rtl="0" eaLnBrk="1" latinLnBrk="0" hangingPunct="1">
                        <a:defRPr sz="1800" kern="1200">
                          <a:solidFill>
                            <a:schemeClr val="dk1"/>
                          </a:solidFill>
                          <a:latin typeface="FrutigerNext LT Medium"/>
                          <a:ea typeface="微软雅黑" panose="020B0503020204020204" pitchFamily="34" charset="-122"/>
                          <a:cs typeface="宋体" panose="02010600030101010101" pitchFamily="2" charset="-122"/>
                        </a:defRPr>
                      </a:lvl2pPr>
                      <a:lvl3pPr marL="913765" algn="l" defTabSz="913765" rtl="0" eaLnBrk="1" latinLnBrk="0" hangingPunct="1">
                        <a:defRPr sz="1800" kern="1200">
                          <a:solidFill>
                            <a:schemeClr val="dk1"/>
                          </a:solidFill>
                          <a:latin typeface="FrutigerNext LT Medium"/>
                          <a:ea typeface="微软雅黑" panose="020B0503020204020204" pitchFamily="34" charset="-122"/>
                          <a:cs typeface="宋体" panose="02010600030101010101" pitchFamily="2" charset="-122"/>
                        </a:defRPr>
                      </a:lvl3pPr>
                      <a:lvl4pPr marL="1370965" algn="l" defTabSz="913765" rtl="0" eaLnBrk="1" latinLnBrk="0" hangingPunct="1">
                        <a:defRPr sz="1800" kern="1200">
                          <a:solidFill>
                            <a:schemeClr val="dk1"/>
                          </a:solidFill>
                          <a:latin typeface="FrutigerNext LT Medium"/>
                          <a:ea typeface="微软雅黑" panose="020B0503020204020204" pitchFamily="34" charset="-122"/>
                          <a:cs typeface="宋体" panose="02010600030101010101" pitchFamily="2" charset="-122"/>
                        </a:defRPr>
                      </a:lvl4pPr>
                      <a:lvl5pPr marL="1828165" algn="l" defTabSz="913765" rtl="0" eaLnBrk="1" latinLnBrk="0" hangingPunct="1">
                        <a:defRPr sz="1800" kern="1200">
                          <a:solidFill>
                            <a:schemeClr val="dk1"/>
                          </a:solidFill>
                          <a:latin typeface="FrutigerNext LT Medium"/>
                          <a:ea typeface="微软雅黑" panose="020B0503020204020204" pitchFamily="34" charset="-122"/>
                          <a:cs typeface="宋体" panose="02010600030101010101" pitchFamily="2" charset="-122"/>
                        </a:defRPr>
                      </a:lvl5pPr>
                      <a:lvl6pPr marL="2285365" algn="l" defTabSz="913765" rtl="0" eaLnBrk="1" latinLnBrk="0" hangingPunct="1">
                        <a:defRPr sz="1800" kern="1200">
                          <a:solidFill>
                            <a:schemeClr val="dk1"/>
                          </a:solidFill>
                          <a:latin typeface="FrutigerNext LT Medium"/>
                          <a:ea typeface="微软雅黑" panose="020B0503020204020204" pitchFamily="34" charset="-122"/>
                          <a:cs typeface="宋体" panose="02010600030101010101" pitchFamily="2" charset="-122"/>
                        </a:defRPr>
                      </a:lvl6pPr>
                      <a:lvl7pPr marL="2741930" algn="l" defTabSz="913765" rtl="0" eaLnBrk="1" latinLnBrk="0" hangingPunct="1">
                        <a:defRPr sz="1800" kern="1200">
                          <a:solidFill>
                            <a:schemeClr val="dk1"/>
                          </a:solidFill>
                          <a:latin typeface="FrutigerNext LT Medium"/>
                          <a:ea typeface="微软雅黑" panose="020B0503020204020204" pitchFamily="34" charset="-122"/>
                          <a:cs typeface="宋体" panose="02010600030101010101" pitchFamily="2" charset="-122"/>
                        </a:defRPr>
                      </a:lvl7pPr>
                      <a:lvl8pPr marL="3199130" algn="l" defTabSz="913765" rtl="0" eaLnBrk="1" latinLnBrk="0" hangingPunct="1">
                        <a:defRPr sz="1800" kern="1200">
                          <a:solidFill>
                            <a:schemeClr val="dk1"/>
                          </a:solidFill>
                          <a:latin typeface="FrutigerNext LT Medium"/>
                          <a:ea typeface="微软雅黑" panose="020B0503020204020204" pitchFamily="34" charset="-122"/>
                          <a:cs typeface="宋体" panose="02010600030101010101" pitchFamily="2" charset="-122"/>
                        </a:defRPr>
                      </a:lvl8pPr>
                      <a:lvl9pPr marL="3656330" algn="l" defTabSz="913765" rtl="0" eaLnBrk="1" latinLnBrk="0" hangingPunct="1">
                        <a:defRPr sz="1800" kern="1200">
                          <a:solidFill>
                            <a:schemeClr val="dk1"/>
                          </a:solidFill>
                          <a:latin typeface="FrutigerNext LT Medium"/>
                          <a:ea typeface="微软雅黑" panose="020B0503020204020204" pitchFamily="34" charset="-122"/>
                          <a:cs typeface="宋体" panose="02010600030101010101" pitchFamily="2" charset="-122"/>
                        </a:defRPr>
                      </a:lvl9pPr>
                    </a:lstStyle>
                    <a:p>
                      <a:pPr marL="0" algn="l" defTabSz="911225" rtl="0" eaLnBrk="1" fontAlgn="ctr" latinLnBrk="0" hangingPunct="1">
                        <a:lnSpc>
                          <a:spcPct val="120000"/>
                        </a:lnSpc>
                        <a:spcBef>
                          <a:spcPts val="0"/>
                        </a:spcBef>
                        <a:spcAft>
                          <a:spcPts val="0"/>
                        </a:spcAft>
                      </a:pPr>
                      <a:r>
                        <a:rPr lang="en-US" altLang="zh-CN" sz="1400" b="0" i="0" u="none" strike="noStrike" kern="1200" dirty="0">
                          <a:solidFill>
                            <a:schemeClr val="tx1"/>
                          </a:solidFill>
                          <a:effectLst/>
                          <a:latin typeface="+mn-lt"/>
                          <a:ea typeface="+mn-ea"/>
                          <a:cs typeface="+mn-ea"/>
                          <a:sym typeface="+mn-lt"/>
                        </a:rPr>
                        <a:t>Tag </a:t>
                      </a:r>
                      <a:endParaRPr lang="zh-CN" altLang="en-US" sz="1400" b="0" i="0" u="none" strike="noStrike" kern="1200" dirty="0">
                        <a:solidFill>
                          <a:schemeClr val="tx1"/>
                        </a:solidFill>
                        <a:effectLst/>
                        <a:latin typeface="+mn-lt"/>
                        <a:ea typeface="+mn-ea"/>
                        <a:cs typeface="+mn-ea"/>
                        <a:sym typeface="+mn-lt"/>
                      </a:endParaRPr>
                    </a:p>
                  </a:txBody>
                  <a:tcPr marL="9523" marR="9523" marT="9523" marB="0" anchor="ctr" anchorCtr="1">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accent2">
                        <a:lumMod val="20000"/>
                        <a:lumOff val="80000"/>
                      </a:schemeClr>
                    </a:solidFill>
                  </a:tcPr>
                </a:tc>
                <a:tc hMerge="1">
                  <a:tcPr marL="9525" marR="9525" marT="9525" marB="0" anchor="ctr" anchorCtr="1">
                    <a:solidFill>
                      <a:schemeClr val="accent6">
                        <a:lumMod val="75000"/>
                      </a:schemeClr>
                    </a:solidFill>
                  </a:tcPr>
                </a:tc>
                <a:tc hMerge="1">
                  <a:tcPr marL="9525" marR="9525" marT="9525" marB="0" anchor="ctr" anchorCtr="1">
                    <a:solidFill>
                      <a:schemeClr val="accent6">
                        <a:lumMod val="75000"/>
                      </a:schemeClr>
                    </a:solidFill>
                  </a:tcPr>
                </a:tc>
              </a:tr>
              <a:tr h="267826">
                <a:tc gridSpan="5">
                  <a:txBody>
                    <a:bodyPr/>
                    <a:lstStyle>
                      <a:lvl1pPr marL="0" algn="l" defTabSz="913765" rtl="0" eaLnBrk="1" latinLnBrk="0" hangingPunct="1">
                        <a:defRPr sz="1800" kern="1200">
                          <a:solidFill>
                            <a:schemeClr val="dk1"/>
                          </a:solidFill>
                          <a:latin typeface="FrutigerNext LT Medium"/>
                          <a:ea typeface="微软雅黑" panose="020B0503020204020204" pitchFamily="34" charset="-122"/>
                          <a:cs typeface="宋体" panose="02010600030101010101" pitchFamily="2" charset="-122"/>
                        </a:defRPr>
                      </a:lvl1pPr>
                      <a:lvl2pPr marL="457200" algn="l" defTabSz="913765" rtl="0" eaLnBrk="1" latinLnBrk="0" hangingPunct="1">
                        <a:defRPr sz="1800" kern="1200">
                          <a:solidFill>
                            <a:schemeClr val="dk1"/>
                          </a:solidFill>
                          <a:latin typeface="FrutigerNext LT Medium"/>
                          <a:ea typeface="微软雅黑" panose="020B0503020204020204" pitchFamily="34" charset="-122"/>
                          <a:cs typeface="宋体" panose="02010600030101010101" pitchFamily="2" charset="-122"/>
                        </a:defRPr>
                      </a:lvl2pPr>
                      <a:lvl3pPr marL="913765" algn="l" defTabSz="913765" rtl="0" eaLnBrk="1" latinLnBrk="0" hangingPunct="1">
                        <a:defRPr sz="1800" kern="1200">
                          <a:solidFill>
                            <a:schemeClr val="dk1"/>
                          </a:solidFill>
                          <a:latin typeface="FrutigerNext LT Medium"/>
                          <a:ea typeface="微软雅黑" panose="020B0503020204020204" pitchFamily="34" charset="-122"/>
                          <a:cs typeface="宋体" panose="02010600030101010101" pitchFamily="2" charset="-122"/>
                        </a:defRPr>
                      </a:lvl3pPr>
                      <a:lvl4pPr marL="1370965" algn="l" defTabSz="913765" rtl="0" eaLnBrk="1" latinLnBrk="0" hangingPunct="1">
                        <a:defRPr sz="1800" kern="1200">
                          <a:solidFill>
                            <a:schemeClr val="dk1"/>
                          </a:solidFill>
                          <a:latin typeface="FrutigerNext LT Medium"/>
                          <a:ea typeface="微软雅黑" panose="020B0503020204020204" pitchFamily="34" charset="-122"/>
                          <a:cs typeface="宋体" panose="02010600030101010101" pitchFamily="2" charset="-122"/>
                        </a:defRPr>
                      </a:lvl4pPr>
                      <a:lvl5pPr marL="1828165" algn="l" defTabSz="913765" rtl="0" eaLnBrk="1" latinLnBrk="0" hangingPunct="1">
                        <a:defRPr sz="1800" kern="1200">
                          <a:solidFill>
                            <a:schemeClr val="dk1"/>
                          </a:solidFill>
                          <a:latin typeface="FrutigerNext LT Medium"/>
                          <a:ea typeface="微软雅黑" panose="020B0503020204020204" pitchFamily="34" charset="-122"/>
                          <a:cs typeface="宋体" panose="02010600030101010101" pitchFamily="2" charset="-122"/>
                        </a:defRPr>
                      </a:lvl5pPr>
                      <a:lvl6pPr marL="2285365" algn="l" defTabSz="913765" rtl="0" eaLnBrk="1" latinLnBrk="0" hangingPunct="1">
                        <a:defRPr sz="1800" kern="1200">
                          <a:solidFill>
                            <a:schemeClr val="dk1"/>
                          </a:solidFill>
                          <a:latin typeface="FrutigerNext LT Medium"/>
                          <a:ea typeface="微软雅黑" panose="020B0503020204020204" pitchFamily="34" charset="-122"/>
                          <a:cs typeface="宋体" panose="02010600030101010101" pitchFamily="2" charset="-122"/>
                        </a:defRPr>
                      </a:lvl6pPr>
                      <a:lvl7pPr marL="2741930" algn="l" defTabSz="913765" rtl="0" eaLnBrk="1" latinLnBrk="0" hangingPunct="1">
                        <a:defRPr sz="1800" kern="1200">
                          <a:solidFill>
                            <a:schemeClr val="dk1"/>
                          </a:solidFill>
                          <a:latin typeface="FrutigerNext LT Medium"/>
                          <a:ea typeface="微软雅黑" panose="020B0503020204020204" pitchFamily="34" charset="-122"/>
                          <a:cs typeface="宋体" panose="02010600030101010101" pitchFamily="2" charset="-122"/>
                        </a:defRPr>
                      </a:lvl7pPr>
                      <a:lvl8pPr marL="3199130" algn="l" defTabSz="913765" rtl="0" eaLnBrk="1" latinLnBrk="0" hangingPunct="1">
                        <a:defRPr sz="1800" kern="1200">
                          <a:solidFill>
                            <a:schemeClr val="dk1"/>
                          </a:solidFill>
                          <a:latin typeface="FrutigerNext LT Medium"/>
                          <a:ea typeface="微软雅黑" panose="020B0503020204020204" pitchFamily="34" charset="-122"/>
                          <a:cs typeface="宋体" panose="02010600030101010101" pitchFamily="2" charset="-122"/>
                        </a:defRPr>
                      </a:lvl8pPr>
                      <a:lvl9pPr marL="3656330" algn="l" defTabSz="913765" rtl="0" eaLnBrk="1" latinLnBrk="0" hangingPunct="1">
                        <a:defRPr sz="1800" kern="1200">
                          <a:solidFill>
                            <a:schemeClr val="dk1"/>
                          </a:solidFill>
                          <a:latin typeface="FrutigerNext LT Medium"/>
                          <a:ea typeface="微软雅黑" panose="020B0503020204020204" pitchFamily="34" charset="-122"/>
                          <a:cs typeface="宋体" panose="02010600030101010101" pitchFamily="2" charset="-122"/>
                        </a:defRPr>
                      </a:lvl9pPr>
                    </a:lstStyle>
                    <a:p>
                      <a:pPr marL="0" algn="l" defTabSz="911225" rtl="0" eaLnBrk="1" fontAlgn="ctr" latinLnBrk="0" hangingPunct="1">
                        <a:lnSpc>
                          <a:spcPct val="120000"/>
                        </a:lnSpc>
                        <a:spcBef>
                          <a:spcPts val="0"/>
                        </a:spcBef>
                        <a:spcAft>
                          <a:spcPts val="0"/>
                        </a:spcAft>
                      </a:pPr>
                      <a:r>
                        <a:rPr lang="en-US" altLang="zh-CN" sz="1400" b="0" i="0" u="none" strike="noStrike" kern="1200" dirty="0">
                          <a:solidFill>
                            <a:schemeClr val="tx1"/>
                          </a:solidFill>
                          <a:effectLst/>
                          <a:latin typeface="+mn-lt"/>
                          <a:ea typeface="+mn-ea"/>
                          <a:cs typeface="+mn-ea"/>
                          <a:sym typeface="+mn-lt"/>
                        </a:rPr>
                        <a:t>Segment List[0]</a:t>
                      </a:r>
                      <a:r>
                        <a:rPr lang="zh-CN" altLang="en-US" sz="1400" b="0" i="0" u="none" strike="noStrike" kern="1200" dirty="0">
                          <a:solidFill>
                            <a:schemeClr val="tx1"/>
                          </a:solidFill>
                          <a:effectLst/>
                          <a:latin typeface="+mn-lt"/>
                          <a:ea typeface="+mn-ea"/>
                          <a:cs typeface="+mn-ea"/>
                          <a:sym typeface="+mn-lt"/>
                        </a:rPr>
                        <a:t>（</a:t>
                      </a:r>
                      <a:r>
                        <a:rPr lang="en-US" altLang="zh-CN" sz="1400" b="0" i="0" u="none" strike="noStrike" kern="1200" dirty="0">
                          <a:solidFill>
                            <a:schemeClr val="tx1"/>
                          </a:solidFill>
                          <a:effectLst/>
                          <a:latin typeface="+mn-lt"/>
                          <a:ea typeface="+mn-ea"/>
                          <a:cs typeface="+mn-ea"/>
                          <a:sym typeface="+mn-lt"/>
                        </a:rPr>
                        <a:t>128bits IPv6 address</a:t>
                      </a:r>
                      <a:r>
                        <a:rPr lang="zh-CN" altLang="en-US" sz="1400" b="0" i="0" u="none" strike="noStrike" kern="1200" dirty="0">
                          <a:solidFill>
                            <a:schemeClr val="tx1"/>
                          </a:solidFill>
                          <a:effectLst/>
                          <a:latin typeface="+mn-lt"/>
                          <a:ea typeface="+mn-ea"/>
                          <a:cs typeface="+mn-ea"/>
                          <a:sym typeface="+mn-lt"/>
                        </a:rPr>
                        <a:t>）</a:t>
                      </a:r>
                      <a:endParaRPr lang="zh-CN" altLang="en-US" sz="1400" b="0" i="0" u="none" strike="noStrike" kern="1200" dirty="0">
                        <a:solidFill>
                          <a:schemeClr val="tx1"/>
                        </a:solidFill>
                        <a:effectLst/>
                        <a:latin typeface="+mn-lt"/>
                        <a:ea typeface="+mn-ea"/>
                        <a:cs typeface="+mn-ea"/>
                        <a:sym typeface="+mn-lt"/>
                      </a:endParaRPr>
                    </a:p>
                  </a:txBody>
                  <a:tcPr marL="9523" marR="9523" marT="9523" marB="0" anchor="ctr" anchorCtr="1">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accent2">
                        <a:lumMod val="20000"/>
                        <a:lumOff val="80000"/>
                      </a:schemeClr>
                    </a:solidFill>
                  </a:tcPr>
                </a:tc>
                <a:tc hMerge="1">
                  <a:tcPr marL="9525" marR="9525" marT="9525" marB="0" anchor="ctr" anchorCtr="1">
                    <a:solidFill>
                      <a:schemeClr val="accent6">
                        <a:lumMod val="75000"/>
                      </a:schemeClr>
                    </a:solidFill>
                  </a:tcPr>
                </a:tc>
                <a:tc hMerge="1">
                  <a:tcPr marL="9525" marR="9525" marT="9525" marB="0" anchor="ctr" anchorCtr="1">
                    <a:solidFill>
                      <a:schemeClr val="accent6">
                        <a:lumMod val="75000"/>
                      </a:schemeClr>
                    </a:solidFill>
                  </a:tcPr>
                </a:tc>
                <a:tc hMerge="1">
                  <a:tcPr marL="9525" marR="9525" marT="9525" marB="0" anchor="ctr" anchorCtr="1">
                    <a:solidFill>
                      <a:schemeClr val="accent6">
                        <a:lumMod val="75000"/>
                      </a:schemeClr>
                    </a:solidFill>
                  </a:tcPr>
                </a:tc>
                <a:tc hMerge="1">
                  <a:tcPr marL="9525" marR="9525" marT="9525" marB="0" anchor="ctr" anchorCtr="1">
                    <a:solidFill>
                      <a:schemeClr val="accent6">
                        <a:lumMod val="75000"/>
                      </a:schemeClr>
                    </a:solidFill>
                  </a:tcPr>
                </a:tc>
              </a:tr>
              <a:tr h="267826">
                <a:tc gridSpan="5">
                  <a:txBody>
                    <a:bodyPr/>
                    <a:lstStyle>
                      <a:lvl1pPr marL="0" algn="l" defTabSz="913765" rtl="0" eaLnBrk="1" latinLnBrk="0" hangingPunct="1">
                        <a:defRPr sz="1800" kern="1200">
                          <a:solidFill>
                            <a:schemeClr val="dk1"/>
                          </a:solidFill>
                          <a:latin typeface="FrutigerNext LT Medium"/>
                          <a:ea typeface="微软雅黑" panose="020B0503020204020204" pitchFamily="34" charset="-122"/>
                          <a:cs typeface="宋体" panose="02010600030101010101" pitchFamily="2" charset="-122"/>
                        </a:defRPr>
                      </a:lvl1pPr>
                      <a:lvl2pPr marL="457200" algn="l" defTabSz="913765" rtl="0" eaLnBrk="1" latinLnBrk="0" hangingPunct="1">
                        <a:defRPr sz="1800" kern="1200">
                          <a:solidFill>
                            <a:schemeClr val="dk1"/>
                          </a:solidFill>
                          <a:latin typeface="FrutigerNext LT Medium"/>
                          <a:ea typeface="微软雅黑" panose="020B0503020204020204" pitchFamily="34" charset="-122"/>
                          <a:cs typeface="宋体" panose="02010600030101010101" pitchFamily="2" charset="-122"/>
                        </a:defRPr>
                      </a:lvl2pPr>
                      <a:lvl3pPr marL="913765" algn="l" defTabSz="913765" rtl="0" eaLnBrk="1" latinLnBrk="0" hangingPunct="1">
                        <a:defRPr sz="1800" kern="1200">
                          <a:solidFill>
                            <a:schemeClr val="dk1"/>
                          </a:solidFill>
                          <a:latin typeface="FrutigerNext LT Medium"/>
                          <a:ea typeface="微软雅黑" panose="020B0503020204020204" pitchFamily="34" charset="-122"/>
                          <a:cs typeface="宋体" panose="02010600030101010101" pitchFamily="2" charset="-122"/>
                        </a:defRPr>
                      </a:lvl3pPr>
                      <a:lvl4pPr marL="1370965" algn="l" defTabSz="913765" rtl="0" eaLnBrk="1" latinLnBrk="0" hangingPunct="1">
                        <a:defRPr sz="1800" kern="1200">
                          <a:solidFill>
                            <a:schemeClr val="dk1"/>
                          </a:solidFill>
                          <a:latin typeface="FrutigerNext LT Medium"/>
                          <a:ea typeface="微软雅黑" panose="020B0503020204020204" pitchFamily="34" charset="-122"/>
                          <a:cs typeface="宋体" panose="02010600030101010101" pitchFamily="2" charset="-122"/>
                        </a:defRPr>
                      </a:lvl4pPr>
                      <a:lvl5pPr marL="1828165" algn="l" defTabSz="913765" rtl="0" eaLnBrk="1" latinLnBrk="0" hangingPunct="1">
                        <a:defRPr sz="1800" kern="1200">
                          <a:solidFill>
                            <a:schemeClr val="dk1"/>
                          </a:solidFill>
                          <a:latin typeface="FrutigerNext LT Medium"/>
                          <a:ea typeface="微软雅黑" panose="020B0503020204020204" pitchFamily="34" charset="-122"/>
                          <a:cs typeface="宋体" panose="02010600030101010101" pitchFamily="2" charset="-122"/>
                        </a:defRPr>
                      </a:lvl5pPr>
                      <a:lvl6pPr marL="2285365" algn="l" defTabSz="913765" rtl="0" eaLnBrk="1" latinLnBrk="0" hangingPunct="1">
                        <a:defRPr sz="1800" kern="1200">
                          <a:solidFill>
                            <a:schemeClr val="dk1"/>
                          </a:solidFill>
                          <a:latin typeface="FrutigerNext LT Medium"/>
                          <a:ea typeface="微软雅黑" panose="020B0503020204020204" pitchFamily="34" charset="-122"/>
                          <a:cs typeface="宋体" panose="02010600030101010101" pitchFamily="2" charset="-122"/>
                        </a:defRPr>
                      </a:lvl6pPr>
                      <a:lvl7pPr marL="2741930" algn="l" defTabSz="913765" rtl="0" eaLnBrk="1" latinLnBrk="0" hangingPunct="1">
                        <a:defRPr sz="1800" kern="1200">
                          <a:solidFill>
                            <a:schemeClr val="dk1"/>
                          </a:solidFill>
                          <a:latin typeface="FrutigerNext LT Medium"/>
                          <a:ea typeface="微软雅黑" panose="020B0503020204020204" pitchFamily="34" charset="-122"/>
                          <a:cs typeface="宋体" panose="02010600030101010101" pitchFamily="2" charset="-122"/>
                        </a:defRPr>
                      </a:lvl7pPr>
                      <a:lvl8pPr marL="3199130" algn="l" defTabSz="913765" rtl="0" eaLnBrk="1" latinLnBrk="0" hangingPunct="1">
                        <a:defRPr sz="1800" kern="1200">
                          <a:solidFill>
                            <a:schemeClr val="dk1"/>
                          </a:solidFill>
                          <a:latin typeface="FrutigerNext LT Medium"/>
                          <a:ea typeface="微软雅黑" panose="020B0503020204020204" pitchFamily="34" charset="-122"/>
                          <a:cs typeface="宋体" panose="02010600030101010101" pitchFamily="2" charset="-122"/>
                        </a:defRPr>
                      </a:lvl8pPr>
                      <a:lvl9pPr marL="3656330" algn="l" defTabSz="913765" rtl="0" eaLnBrk="1" latinLnBrk="0" hangingPunct="1">
                        <a:defRPr sz="1800" kern="1200">
                          <a:solidFill>
                            <a:schemeClr val="dk1"/>
                          </a:solidFill>
                          <a:latin typeface="FrutigerNext LT Medium"/>
                          <a:ea typeface="微软雅黑" panose="020B0503020204020204" pitchFamily="34" charset="-122"/>
                          <a:cs typeface="宋体" panose="02010600030101010101" pitchFamily="2" charset="-122"/>
                        </a:defRPr>
                      </a:lvl9pPr>
                    </a:lstStyle>
                    <a:p>
                      <a:pPr marL="0" marR="0" lvl="0" indent="0" algn="l" defTabSz="911225" rtl="0" eaLnBrk="1" fontAlgn="ctr" latinLnBrk="0" hangingPunct="1">
                        <a:lnSpc>
                          <a:spcPct val="120000"/>
                        </a:lnSpc>
                        <a:spcBef>
                          <a:spcPts val="0"/>
                        </a:spcBef>
                        <a:spcAft>
                          <a:spcPts val="0"/>
                        </a:spcAft>
                        <a:buClrTx/>
                        <a:buSzTx/>
                        <a:buFontTx/>
                        <a:buNone/>
                        <a:defRPr/>
                      </a:pPr>
                      <a:r>
                        <a:rPr lang="en-US" altLang="zh-CN" sz="1400" b="0" i="0" u="none" strike="noStrike" kern="1200" dirty="0">
                          <a:solidFill>
                            <a:schemeClr val="tx1"/>
                          </a:solidFill>
                          <a:effectLst/>
                          <a:latin typeface="+mn-lt"/>
                          <a:ea typeface="+mn-ea"/>
                          <a:cs typeface="+mn-ea"/>
                          <a:sym typeface="+mn-lt"/>
                        </a:rPr>
                        <a:t>Segment List[1]</a:t>
                      </a:r>
                      <a:r>
                        <a:rPr lang="zh-CN" altLang="en-US" sz="1400" b="0" i="0" u="none" strike="noStrike" kern="1200" dirty="0">
                          <a:solidFill>
                            <a:schemeClr val="tx1"/>
                          </a:solidFill>
                          <a:effectLst/>
                          <a:latin typeface="+mn-lt"/>
                          <a:ea typeface="+mn-ea"/>
                          <a:cs typeface="+mn-ea"/>
                          <a:sym typeface="+mn-lt"/>
                        </a:rPr>
                        <a:t> （</a:t>
                      </a:r>
                      <a:r>
                        <a:rPr lang="en-US" altLang="zh-CN" sz="1400" b="0" i="0" u="none" strike="noStrike" kern="1200" dirty="0">
                          <a:solidFill>
                            <a:schemeClr val="tx1"/>
                          </a:solidFill>
                          <a:effectLst/>
                          <a:latin typeface="+mn-lt"/>
                          <a:ea typeface="+mn-ea"/>
                          <a:cs typeface="+mn-ea"/>
                          <a:sym typeface="+mn-lt"/>
                        </a:rPr>
                        <a:t>128bits IPv6 address</a:t>
                      </a:r>
                      <a:r>
                        <a:rPr lang="zh-CN" altLang="en-US" sz="1400" b="0" i="0" u="none" strike="noStrike" kern="1200" dirty="0">
                          <a:solidFill>
                            <a:schemeClr val="tx1"/>
                          </a:solidFill>
                          <a:effectLst/>
                          <a:latin typeface="+mn-lt"/>
                          <a:ea typeface="+mn-ea"/>
                          <a:cs typeface="+mn-ea"/>
                          <a:sym typeface="+mn-lt"/>
                        </a:rPr>
                        <a:t>）</a:t>
                      </a:r>
                      <a:endParaRPr lang="zh-CN" altLang="en-US" sz="1400" b="0" i="0" u="none" strike="noStrike" kern="1200" dirty="0">
                        <a:solidFill>
                          <a:schemeClr val="tx1"/>
                        </a:solidFill>
                        <a:effectLst/>
                        <a:latin typeface="+mn-lt"/>
                        <a:ea typeface="+mn-ea"/>
                        <a:cs typeface="+mn-ea"/>
                        <a:sym typeface="+mn-lt"/>
                      </a:endParaRPr>
                    </a:p>
                  </a:txBody>
                  <a:tcPr marL="9523" marR="9523" marT="9523" marB="0" anchor="ctr" anchorCtr="1">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accent2">
                        <a:lumMod val="20000"/>
                        <a:lumOff val="80000"/>
                      </a:schemeClr>
                    </a:solidFill>
                  </a:tcPr>
                </a:tc>
                <a:tc hMerge="1">
                  <a:tcPr marL="9525" marR="9525" marT="9525" marB="0" anchor="ctr" anchorCtr="1">
                    <a:solidFill>
                      <a:schemeClr val="accent6">
                        <a:lumMod val="75000"/>
                      </a:schemeClr>
                    </a:solidFill>
                  </a:tcPr>
                </a:tc>
                <a:tc hMerge="1">
                  <a:tcPr marL="9525" marR="9525" marT="9525" marB="0" anchor="ctr" anchorCtr="1">
                    <a:solidFill>
                      <a:schemeClr val="accent6">
                        <a:lumMod val="75000"/>
                      </a:schemeClr>
                    </a:solidFill>
                  </a:tcPr>
                </a:tc>
                <a:tc hMerge="1">
                  <a:tcPr marL="9525" marR="9525" marT="9525" marB="0" anchor="ctr" anchorCtr="1">
                    <a:solidFill>
                      <a:schemeClr val="accent6">
                        <a:lumMod val="75000"/>
                      </a:schemeClr>
                    </a:solidFill>
                  </a:tcPr>
                </a:tc>
                <a:tc hMerge="1">
                  <a:tcPr marL="9525" marR="9525" marT="9525" marB="0" anchor="ctr" anchorCtr="1">
                    <a:solidFill>
                      <a:schemeClr val="accent6">
                        <a:lumMod val="75000"/>
                      </a:schemeClr>
                    </a:solidFill>
                  </a:tcPr>
                </a:tc>
              </a:tr>
              <a:tr h="267826">
                <a:tc gridSpan="5">
                  <a:txBody>
                    <a:bodyPr/>
                    <a:lstStyle>
                      <a:lvl1pPr marL="0" algn="l" defTabSz="913765" rtl="0" eaLnBrk="1" latinLnBrk="0" hangingPunct="1">
                        <a:defRPr sz="1800" kern="1200">
                          <a:solidFill>
                            <a:schemeClr val="dk1"/>
                          </a:solidFill>
                          <a:latin typeface="FrutigerNext LT Medium"/>
                          <a:ea typeface="微软雅黑" panose="020B0503020204020204" pitchFamily="34" charset="-122"/>
                          <a:cs typeface="宋体" panose="02010600030101010101" pitchFamily="2" charset="-122"/>
                        </a:defRPr>
                      </a:lvl1pPr>
                      <a:lvl2pPr marL="457200" algn="l" defTabSz="913765" rtl="0" eaLnBrk="1" latinLnBrk="0" hangingPunct="1">
                        <a:defRPr sz="1800" kern="1200">
                          <a:solidFill>
                            <a:schemeClr val="dk1"/>
                          </a:solidFill>
                          <a:latin typeface="FrutigerNext LT Medium"/>
                          <a:ea typeface="微软雅黑" panose="020B0503020204020204" pitchFamily="34" charset="-122"/>
                          <a:cs typeface="宋体" panose="02010600030101010101" pitchFamily="2" charset="-122"/>
                        </a:defRPr>
                      </a:lvl2pPr>
                      <a:lvl3pPr marL="913765" algn="l" defTabSz="913765" rtl="0" eaLnBrk="1" latinLnBrk="0" hangingPunct="1">
                        <a:defRPr sz="1800" kern="1200">
                          <a:solidFill>
                            <a:schemeClr val="dk1"/>
                          </a:solidFill>
                          <a:latin typeface="FrutigerNext LT Medium"/>
                          <a:ea typeface="微软雅黑" panose="020B0503020204020204" pitchFamily="34" charset="-122"/>
                          <a:cs typeface="宋体" panose="02010600030101010101" pitchFamily="2" charset="-122"/>
                        </a:defRPr>
                      </a:lvl3pPr>
                      <a:lvl4pPr marL="1370965" algn="l" defTabSz="913765" rtl="0" eaLnBrk="1" latinLnBrk="0" hangingPunct="1">
                        <a:defRPr sz="1800" kern="1200">
                          <a:solidFill>
                            <a:schemeClr val="dk1"/>
                          </a:solidFill>
                          <a:latin typeface="FrutigerNext LT Medium"/>
                          <a:ea typeface="微软雅黑" panose="020B0503020204020204" pitchFamily="34" charset="-122"/>
                          <a:cs typeface="宋体" panose="02010600030101010101" pitchFamily="2" charset="-122"/>
                        </a:defRPr>
                      </a:lvl4pPr>
                      <a:lvl5pPr marL="1828165" algn="l" defTabSz="913765" rtl="0" eaLnBrk="1" latinLnBrk="0" hangingPunct="1">
                        <a:defRPr sz="1800" kern="1200">
                          <a:solidFill>
                            <a:schemeClr val="dk1"/>
                          </a:solidFill>
                          <a:latin typeface="FrutigerNext LT Medium"/>
                          <a:ea typeface="微软雅黑" panose="020B0503020204020204" pitchFamily="34" charset="-122"/>
                          <a:cs typeface="宋体" panose="02010600030101010101" pitchFamily="2" charset="-122"/>
                        </a:defRPr>
                      </a:lvl5pPr>
                      <a:lvl6pPr marL="2285365" algn="l" defTabSz="913765" rtl="0" eaLnBrk="1" latinLnBrk="0" hangingPunct="1">
                        <a:defRPr sz="1800" kern="1200">
                          <a:solidFill>
                            <a:schemeClr val="dk1"/>
                          </a:solidFill>
                          <a:latin typeface="FrutigerNext LT Medium"/>
                          <a:ea typeface="微软雅黑" panose="020B0503020204020204" pitchFamily="34" charset="-122"/>
                          <a:cs typeface="宋体" panose="02010600030101010101" pitchFamily="2" charset="-122"/>
                        </a:defRPr>
                      </a:lvl6pPr>
                      <a:lvl7pPr marL="2741930" algn="l" defTabSz="913765" rtl="0" eaLnBrk="1" latinLnBrk="0" hangingPunct="1">
                        <a:defRPr sz="1800" kern="1200">
                          <a:solidFill>
                            <a:schemeClr val="dk1"/>
                          </a:solidFill>
                          <a:latin typeface="FrutigerNext LT Medium"/>
                          <a:ea typeface="微软雅黑" panose="020B0503020204020204" pitchFamily="34" charset="-122"/>
                          <a:cs typeface="宋体" panose="02010600030101010101" pitchFamily="2" charset="-122"/>
                        </a:defRPr>
                      </a:lvl7pPr>
                      <a:lvl8pPr marL="3199130" algn="l" defTabSz="913765" rtl="0" eaLnBrk="1" latinLnBrk="0" hangingPunct="1">
                        <a:defRPr sz="1800" kern="1200">
                          <a:solidFill>
                            <a:schemeClr val="dk1"/>
                          </a:solidFill>
                          <a:latin typeface="FrutigerNext LT Medium"/>
                          <a:ea typeface="微软雅黑" panose="020B0503020204020204" pitchFamily="34" charset="-122"/>
                          <a:cs typeface="宋体" panose="02010600030101010101" pitchFamily="2" charset="-122"/>
                        </a:defRPr>
                      </a:lvl8pPr>
                      <a:lvl9pPr marL="3656330" algn="l" defTabSz="913765" rtl="0" eaLnBrk="1" latinLnBrk="0" hangingPunct="1">
                        <a:defRPr sz="1800" kern="1200">
                          <a:solidFill>
                            <a:schemeClr val="dk1"/>
                          </a:solidFill>
                          <a:latin typeface="FrutigerNext LT Medium"/>
                          <a:ea typeface="微软雅黑" panose="020B0503020204020204" pitchFamily="34" charset="-122"/>
                          <a:cs typeface="宋体" panose="02010600030101010101" pitchFamily="2" charset="-122"/>
                        </a:defRPr>
                      </a:lvl9pPr>
                    </a:lstStyle>
                    <a:p>
                      <a:pPr marL="0" marR="0" lvl="0" indent="0" algn="l" defTabSz="911225" rtl="0" eaLnBrk="1" fontAlgn="ctr" latinLnBrk="0" hangingPunct="1">
                        <a:lnSpc>
                          <a:spcPct val="120000"/>
                        </a:lnSpc>
                        <a:spcBef>
                          <a:spcPts val="0"/>
                        </a:spcBef>
                        <a:spcAft>
                          <a:spcPts val="0"/>
                        </a:spcAft>
                        <a:buClrTx/>
                        <a:buSzTx/>
                        <a:buFontTx/>
                        <a:buNone/>
                        <a:defRPr/>
                      </a:pPr>
                      <a:r>
                        <a:rPr lang="en-US" altLang="zh-CN" sz="1400" b="0" i="0" u="none" strike="noStrike" kern="1200" dirty="0">
                          <a:solidFill>
                            <a:schemeClr val="tx1"/>
                          </a:solidFill>
                          <a:effectLst/>
                          <a:latin typeface="+mn-lt"/>
                          <a:ea typeface="+mn-ea"/>
                          <a:cs typeface="+mn-ea"/>
                          <a:sym typeface="+mn-lt"/>
                        </a:rPr>
                        <a:t>Segment List[2]</a:t>
                      </a:r>
                      <a:r>
                        <a:rPr lang="zh-CN" altLang="en-US" sz="1400" b="0" i="0" u="none" strike="noStrike" kern="1200" dirty="0">
                          <a:solidFill>
                            <a:schemeClr val="tx1"/>
                          </a:solidFill>
                          <a:effectLst/>
                          <a:latin typeface="+mn-lt"/>
                          <a:ea typeface="+mn-ea"/>
                          <a:cs typeface="+mn-ea"/>
                          <a:sym typeface="+mn-lt"/>
                        </a:rPr>
                        <a:t> （</a:t>
                      </a:r>
                      <a:r>
                        <a:rPr lang="en-US" altLang="zh-CN" sz="1400" b="0" i="0" u="none" strike="noStrike" kern="1200" dirty="0">
                          <a:solidFill>
                            <a:schemeClr val="tx1"/>
                          </a:solidFill>
                          <a:effectLst/>
                          <a:latin typeface="+mn-lt"/>
                          <a:ea typeface="+mn-ea"/>
                          <a:cs typeface="+mn-ea"/>
                          <a:sym typeface="+mn-lt"/>
                        </a:rPr>
                        <a:t>128bits IPv6 address</a:t>
                      </a:r>
                      <a:r>
                        <a:rPr lang="zh-CN" altLang="en-US" sz="1400" b="0" i="0" u="none" strike="noStrike" kern="1200" dirty="0">
                          <a:solidFill>
                            <a:schemeClr val="tx1"/>
                          </a:solidFill>
                          <a:effectLst/>
                          <a:latin typeface="+mn-lt"/>
                          <a:ea typeface="+mn-ea"/>
                          <a:cs typeface="+mn-ea"/>
                          <a:sym typeface="+mn-lt"/>
                        </a:rPr>
                        <a:t>）</a:t>
                      </a:r>
                      <a:endParaRPr lang="zh-CN" altLang="en-US" sz="1400" b="0" i="0" u="none" strike="noStrike" kern="1200" dirty="0">
                        <a:solidFill>
                          <a:schemeClr val="tx1"/>
                        </a:solidFill>
                        <a:effectLst/>
                        <a:latin typeface="+mn-lt"/>
                        <a:ea typeface="+mn-ea"/>
                        <a:cs typeface="+mn-ea"/>
                        <a:sym typeface="+mn-lt"/>
                      </a:endParaRPr>
                    </a:p>
                  </a:txBody>
                  <a:tcPr marL="9523" marR="9523" marT="9523" marB="0" anchor="ctr" anchorCtr="1">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accent2">
                        <a:lumMod val="20000"/>
                        <a:lumOff val="80000"/>
                      </a:schemeClr>
                    </a:solidFill>
                  </a:tcPr>
                </a:tc>
                <a:tc hMerge="1">
                  <a:tcPr marL="9525" marR="9525" marT="9525" marB="0" anchor="ctr" anchorCtr="1">
                    <a:solidFill>
                      <a:schemeClr val="accent6">
                        <a:lumMod val="75000"/>
                      </a:schemeClr>
                    </a:solidFill>
                  </a:tcPr>
                </a:tc>
                <a:tc hMerge="1">
                  <a:tcPr marL="9525" marR="9525" marT="9525" marB="0" anchor="ctr" anchorCtr="1">
                    <a:solidFill>
                      <a:schemeClr val="accent6">
                        <a:lumMod val="75000"/>
                      </a:schemeClr>
                    </a:solidFill>
                  </a:tcPr>
                </a:tc>
                <a:tc hMerge="1">
                  <a:tcPr marL="9525" marR="9525" marT="9525" marB="0" anchor="ctr" anchorCtr="1">
                    <a:solidFill>
                      <a:schemeClr val="accent6">
                        <a:lumMod val="75000"/>
                      </a:schemeClr>
                    </a:solidFill>
                  </a:tcPr>
                </a:tc>
                <a:tc hMerge="1">
                  <a:tcPr marL="9525" marR="9525" marT="9525" marB="0" anchor="ctr" anchorCtr="1">
                    <a:solidFill>
                      <a:schemeClr val="accent6">
                        <a:lumMod val="75000"/>
                      </a:schemeClr>
                    </a:solidFill>
                  </a:tcPr>
                </a:tc>
              </a:tr>
              <a:tr h="267826">
                <a:tc gridSpan="5">
                  <a:txBody>
                    <a:bodyPr/>
                    <a:lstStyle>
                      <a:lvl1pPr marL="0" algn="l" defTabSz="913765" rtl="0" eaLnBrk="1" latinLnBrk="0" hangingPunct="1">
                        <a:defRPr sz="1800" kern="1200">
                          <a:solidFill>
                            <a:schemeClr val="dk1"/>
                          </a:solidFill>
                          <a:latin typeface="FrutigerNext LT Medium"/>
                          <a:ea typeface="微软雅黑" panose="020B0503020204020204" pitchFamily="34" charset="-122"/>
                          <a:cs typeface="宋体" panose="02010600030101010101" pitchFamily="2" charset="-122"/>
                        </a:defRPr>
                      </a:lvl1pPr>
                      <a:lvl2pPr marL="457200" algn="l" defTabSz="913765" rtl="0" eaLnBrk="1" latinLnBrk="0" hangingPunct="1">
                        <a:defRPr sz="1800" kern="1200">
                          <a:solidFill>
                            <a:schemeClr val="dk1"/>
                          </a:solidFill>
                          <a:latin typeface="FrutigerNext LT Medium"/>
                          <a:ea typeface="微软雅黑" panose="020B0503020204020204" pitchFamily="34" charset="-122"/>
                          <a:cs typeface="宋体" panose="02010600030101010101" pitchFamily="2" charset="-122"/>
                        </a:defRPr>
                      </a:lvl2pPr>
                      <a:lvl3pPr marL="913765" algn="l" defTabSz="913765" rtl="0" eaLnBrk="1" latinLnBrk="0" hangingPunct="1">
                        <a:defRPr sz="1800" kern="1200">
                          <a:solidFill>
                            <a:schemeClr val="dk1"/>
                          </a:solidFill>
                          <a:latin typeface="FrutigerNext LT Medium"/>
                          <a:ea typeface="微软雅黑" panose="020B0503020204020204" pitchFamily="34" charset="-122"/>
                          <a:cs typeface="宋体" panose="02010600030101010101" pitchFamily="2" charset="-122"/>
                        </a:defRPr>
                      </a:lvl3pPr>
                      <a:lvl4pPr marL="1370965" algn="l" defTabSz="913765" rtl="0" eaLnBrk="1" latinLnBrk="0" hangingPunct="1">
                        <a:defRPr sz="1800" kern="1200">
                          <a:solidFill>
                            <a:schemeClr val="dk1"/>
                          </a:solidFill>
                          <a:latin typeface="FrutigerNext LT Medium"/>
                          <a:ea typeface="微软雅黑" panose="020B0503020204020204" pitchFamily="34" charset="-122"/>
                          <a:cs typeface="宋体" panose="02010600030101010101" pitchFamily="2" charset="-122"/>
                        </a:defRPr>
                      </a:lvl4pPr>
                      <a:lvl5pPr marL="1828165" algn="l" defTabSz="913765" rtl="0" eaLnBrk="1" latinLnBrk="0" hangingPunct="1">
                        <a:defRPr sz="1800" kern="1200">
                          <a:solidFill>
                            <a:schemeClr val="dk1"/>
                          </a:solidFill>
                          <a:latin typeface="FrutigerNext LT Medium"/>
                          <a:ea typeface="微软雅黑" panose="020B0503020204020204" pitchFamily="34" charset="-122"/>
                          <a:cs typeface="宋体" panose="02010600030101010101" pitchFamily="2" charset="-122"/>
                        </a:defRPr>
                      </a:lvl5pPr>
                      <a:lvl6pPr marL="2285365" algn="l" defTabSz="913765" rtl="0" eaLnBrk="1" latinLnBrk="0" hangingPunct="1">
                        <a:defRPr sz="1800" kern="1200">
                          <a:solidFill>
                            <a:schemeClr val="dk1"/>
                          </a:solidFill>
                          <a:latin typeface="FrutigerNext LT Medium"/>
                          <a:ea typeface="微软雅黑" panose="020B0503020204020204" pitchFamily="34" charset="-122"/>
                          <a:cs typeface="宋体" panose="02010600030101010101" pitchFamily="2" charset="-122"/>
                        </a:defRPr>
                      </a:lvl6pPr>
                      <a:lvl7pPr marL="2741930" algn="l" defTabSz="913765" rtl="0" eaLnBrk="1" latinLnBrk="0" hangingPunct="1">
                        <a:defRPr sz="1800" kern="1200">
                          <a:solidFill>
                            <a:schemeClr val="dk1"/>
                          </a:solidFill>
                          <a:latin typeface="FrutigerNext LT Medium"/>
                          <a:ea typeface="微软雅黑" panose="020B0503020204020204" pitchFamily="34" charset="-122"/>
                          <a:cs typeface="宋体" panose="02010600030101010101" pitchFamily="2" charset="-122"/>
                        </a:defRPr>
                      </a:lvl7pPr>
                      <a:lvl8pPr marL="3199130" algn="l" defTabSz="913765" rtl="0" eaLnBrk="1" latinLnBrk="0" hangingPunct="1">
                        <a:defRPr sz="1800" kern="1200">
                          <a:solidFill>
                            <a:schemeClr val="dk1"/>
                          </a:solidFill>
                          <a:latin typeface="FrutigerNext LT Medium"/>
                          <a:ea typeface="微软雅黑" panose="020B0503020204020204" pitchFamily="34" charset="-122"/>
                          <a:cs typeface="宋体" panose="02010600030101010101" pitchFamily="2" charset="-122"/>
                        </a:defRPr>
                      </a:lvl8pPr>
                      <a:lvl9pPr marL="3656330" algn="l" defTabSz="913765" rtl="0" eaLnBrk="1" latinLnBrk="0" hangingPunct="1">
                        <a:defRPr sz="1800" kern="1200">
                          <a:solidFill>
                            <a:schemeClr val="dk1"/>
                          </a:solidFill>
                          <a:latin typeface="FrutigerNext LT Medium"/>
                          <a:ea typeface="微软雅黑" panose="020B0503020204020204" pitchFamily="34" charset="-122"/>
                          <a:cs typeface="宋体" panose="02010600030101010101" pitchFamily="2" charset="-122"/>
                        </a:defRPr>
                      </a:lvl9pPr>
                    </a:lstStyle>
                    <a:p>
                      <a:pPr marL="0" marR="0" lvl="0" indent="0" algn="l" defTabSz="911225" rtl="0" eaLnBrk="1" fontAlgn="ctr" latinLnBrk="0" hangingPunct="1">
                        <a:lnSpc>
                          <a:spcPct val="120000"/>
                        </a:lnSpc>
                        <a:spcBef>
                          <a:spcPts val="0"/>
                        </a:spcBef>
                        <a:spcAft>
                          <a:spcPts val="0"/>
                        </a:spcAft>
                        <a:buClrTx/>
                        <a:buSzTx/>
                        <a:buFontTx/>
                        <a:buNone/>
                        <a:defRPr/>
                      </a:pPr>
                      <a:r>
                        <a:rPr lang="en-US" sz="1400" b="0" i="0" u="none" strike="noStrike" kern="1200" dirty="0">
                          <a:solidFill>
                            <a:schemeClr val="tx1"/>
                          </a:solidFill>
                          <a:effectLst/>
                          <a:latin typeface="+mn-lt"/>
                          <a:ea typeface="+mn-ea"/>
                          <a:cs typeface="+mn-ea"/>
                          <a:sym typeface="+mn-lt"/>
                        </a:rPr>
                        <a:t>Optional TLV objects (variable)</a:t>
                      </a:r>
                      <a:endParaRPr lang="zh-CN" altLang="en-US" sz="1400" b="0" i="0" u="none" strike="noStrike" kern="1200" dirty="0">
                        <a:solidFill>
                          <a:schemeClr val="tx1"/>
                        </a:solidFill>
                        <a:effectLst/>
                        <a:latin typeface="+mn-lt"/>
                        <a:ea typeface="+mn-ea"/>
                        <a:cs typeface="+mn-ea"/>
                        <a:sym typeface="+mn-lt"/>
                      </a:endParaRPr>
                    </a:p>
                  </a:txBody>
                  <a:tcPr marL="9523" marR="9523" marT="9523" marB="0" anchor="ctr" anchorCtr="1">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accent2">
                        <a:lumMod val="20000"/>
                        <a:lumOff val="80000"/>
                      </a:schemeClr>
                    </a:solidFill>
                  </a:tcPr>
                </a:tc>
                <a:tc hMerge="1">
                  <a:tcPr/>
                </a:tc>
                <a:tc hMerge="1">
                  <a:tcPr/>
                </a:tc>
                <a:tc hMerge="1">
                  <a:tcPr/>
                </a:tc>
                <a:tc hMerge="1">
                  <a:tcPr/>
                </a:tc>
              </a:tr>
              <a:tr h="267826">
                <a:tc gridSpan="5">
                  <a:txBody>
                    <a:bodyPr/>
                    <a:lstStyle>
                      <a:lvl1pPr marL="0" algn="l" defTabSz="913765" rtl="0" eaLnBrk="1" latinLnBrk="0" hangingPunct="1">
                        <a:defRPr sz="1800" kern="1200">
                          <a:solidFill>
                            <a:schemeClr val="dk1"/>
                          </a:solidFill>
                          <a:latin typeface="FrutigerNext LT Medium"/>
                          <a:ea typeface="微软雅黑" panose="020B0503020204020204" pitchFamily="34" charset="-122"/>
                          <a:cs typeface="宋体" panose="02010600030101010101" pitchFamily="2" charset="-122"/>
                        </a:defRPr>
                      </a:lvl1pPr>
                      <a:lvl2pPr marL="457200" algn="l" defTabSz="913765" rtl="0" eaLnBrk="1" latinLnBrk="0" hangingPunct="1">
                        <a:defRPr sz="1800" kern="1200">
                          <a:solidFill>
                            <a:schemeClr val="dk1"/>
                          </a:solidFill>
                          <a:latin typeface="FrutigerNext LT Medium"/>
                          <a:ea typeface="微软雅黑" panose="020B0503020204020204" pitchFamily="34" charset="-122"/>
                          <a:cs typeface="宋体" panose="02010600030101010101" pitchFamily="2" charset="-122"/>
                        </a:defRPr>
                      </a:lvl2pPr>
                      <a:lvl3pPr marL="913765" algn="l" defTabSz="913765" rtl="0" eaLnBrk="1" latinLnBrk="0" hangingPunct="1">
                        <a:defRPr sz="1800" kern="1200">
                          <a:solidFill>
                            <a:schemeClr val="dk1"/>
                          </a:solidFill>
                          <a:latin typeface="FrutigerNext LT Medium"/>
                          <a:ea typeface="微软雅黑" panose="020B0503020204020204" pitchFamily="34" charset="-122"/>
                          <a:cs typeface="宋体" panose="02010600030101010101" pitchFamily="2" charset="-122"/>
                        </a:defRPr>
                      </a:lvl3pPr>
                      <a:lvl4pPr marL="1370965" algn="l" defTabSz="913765" rtl="0" eaLnBrk="1" latinLnBrk="0" hangingPunct="1">
                        <a:defRPr sz="1800" kern="1200">
                          <a:solidFill>
                            <a:schemeClr val="dk1"/>
                          </a:solidFill>
                          <a:latin typeface="FrutigerNext LT Medium"/>
                          <a:ea typeface="微软雅黑" panose="020B0503020204020204" pitchFamily="34" charset="-122"/>
                          <a:cs typeface="宋体" panose="02010600030101010101" pitchFamily="2" charset="-122"/>
                        </a:defRPr>
                      </a:lvl4pPr>
                      <a:lvl5pPr marL="1828165" algn="l" defTabSz="913765" rtl="0" eaLnBrk="1" latinLnBrk="0" hangingPunct="1">
                        <a:defRPr sz="1800" kern="1200">
                          <a:solidFill>
                            <a:schemeClr val="dk1"/>
                          </a:solidFill>
                          <a:latin typeface="FrutigerNext LT Medium"/>
                          <a:ea typeface="微软雅黑" panose="020B0503020204020204" pitchFamily="34" charset="-122"/>
                          <a:cs typeface="宋体" panose="02010600030101010101" pitchFamily="2" charset="-122"/>
                        </a:defRPr>
                      </a:lvl5pPr>
                      <a:lvl6pPr marL="2285365" algn="l" defTabSz="913765" rtl="0" eaLnBrk="1" latinLnBrk="0" hangingPunct="1">
                        <a:defRPr sz="1800" kern="1200">
                          <a:solidFill>
                            <a:schemeClr val="dk1"/>
                          </a:solidFill>
                          <a:latin typeface="FrutigerNext LT Medium"/>
                          <a:ea typeface="微软雅黑" panose="020B0503020204020204" pitchFamily="34" charset="-122"/>
                          <a:cs typeface="宋体" panose="02010600030101010101" pitchFamily="2" charset="-122"/>
                        </a:defRPr>
                      </a:lvl6pPr>
                      <a:lvl7pPr marL="2741930" algn="l" defTabSz="913765" rtl="0" eaLnBrk="1" latinLnBrk="0" hangingPunct="1">
                        <a:defRPr sz="1800" kern="1200">
                          <a:solidFill>
                            <a:schemeClr val="dk1"/>
                          </a:solidFill>
                          <a:latin typeface="FrutigerNext LT Medium"/>
                          <a:ea typeface="微软雅黑" panose="020B0503020204020204" pitchFamily="34" charset="-122"/>
                          <a:cs typeface="宋体" panose="02010600030101010101" pitchFamily="2" charset="-122"/>
                        </a:defRPr>
                      </a:lvl7pPr>
                      <a:lvl8pPr marL="3199130" algn="l" defTabSz="913765" rtl="0" eaLnBrk="1" latinLnBrk="0" hangingPunct="1">
                        <a:defRPr sz="1800" kern="1200">
                          <a:solidFill>
                            <a:schemeClr val="dk1"/>
                          </a:solidFill>
                          <a:latin typeface="FrutigerNext LT Medium"/>
                          <a:ea typeface="微软雅黑" panose="020B0503020204020204" pitchFamily="34" charset="-122"/>
                          <a:cs typeface="宋体" panose="02010600030101010101" pitchFamily="2" charset="-122"/>
                        </a:defRPr>
                      </a:lvl8pPr>
                      <a:lvl9pPr marL="3656330" algn="l" defTabSz="913765" rtl="0" eaLnBrk="1" latinLnBrk="0" hangingPunct="1">
                        <a:defRPr sz="1800" kern="1200">
                          <a:solidFill>
                            <a:schemeClr val="dk1"/>
                          </a:solidFill>
                          <a:latin typeface="FrutigerNext LT Medium"/>
                          <a:ea typeface="微软雅黑" panose="020B0503020204020204" pitchFamily="34" charset="-122"/>
                          <a:cs typeface="宋体" panose="02010600030101010101" pitchFamily="2" charset="-122"/>
                        </a:defRPr>
                      </a:lvl9pPr>
                    </a:lstStyle>
                    <a:p>
                      <a:pPr algn="l" fontAlgn="ctr">
                        <a:lnSpc>
                          <a:spcPct val="120000"/>
                        </a:lnSpc>
                        <a:spcBef>
                          <a:spcPts val="0"/>
                        </a:spcBef>
                        <a:spcAft>
                          <a:spcPts val="0"/>
                        </a:spcAft>
                      </a:pPr>
                      <a:r>
                        <a:rPr lang="en-US" altLang="zh-CN" sz="1400" b="0" i="0" u="none" strike="noStrike" dirty="0">
                          <a:solidFill>
                            <a:schemeClr val="tx1"/>
                          </a:solidFill>
                          <a:effectLst/>
                          <a:latin typeface="+mn-lt"/>
                          <a:ea typeface="+mn-ea"/>
                          <a:cs typeface="+mn-ea"/>
                          <a:sym typeface="+mn-lt"/>
                        </a:rPr>
                        <a:t>IP</a:t>
                      </a:r>
                      <a:r>
                        <a:rPr lang="en-US" altLang="zh-CN" sz="1400" b="0" i="0" u="none" strike="noStrike" baseline="0" dirty="0">
                          <a:solidFill>
                            <a:schemeClr val="tx1"/>
                          </a:solidFill>
                          <a:effectLst/>
                          <a:latin typeface="+mn-lt"/>
                          <a:ea typeface="+mn-ea"/>
                          <a:cs typeface="+mn-ea"/>
                          <a:sym typeface="+mn-lt"/>
                        </a:rPr>
                        <a:t>v6  </a:t>
                      </a:r>
                      <a:r>
                        <a:rPr lang="en-US" altLang="zh-CN" sz="1400" b="0" i="0" u="none" strike="noStrike" dirty="0">
                          <a:solidFill>
                            <a:schemeClr val="tx1"/>
                          </a:solidFill>
                          <a:effectLst/>
                          <a:latin typeface="+mn-lt"/>
                          <a:ea typeface="+mn-ea"/>
                          <a:cs typeface="+mn-ea"/>
                          <a:sym typeface="+mn-lt"/>
                        </a:rPr>
                        <a:t>Payload</a:t>
                      </a:r>
                      <a:endParaRPr lang="zh-CN" altLang="en-US" sz="1400" b="0" i="0" u="none" strike="noStrike" dirty="0">
                        <a:solidFill>
                          <a:schemeClr val="tx1"/>
                        </a:solidFill>
                        <a:effectLst/>
                        <a:latin typeface="+mn-lt"/>
                        <a:ea typeface="+mn-ea"/>
                        <a:cs typeface="+mn-ea"/>
                        <a:sym typeface="+mn-lt"/>
                      </a:endParaRPr>
                    </a:p>
                  </a:txBody>
                  <a:tcPr marL="9523" marR="9523" marT="9523" marB="0" anchor="ctr" anchorCtr="1">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30B5C5"/>
                    </a:solidFill>
                  </a:tcPr>
                </a:tc>
                <a:tc hMerge="1">
                  <a:tcPr marL="9525" marR="9525" marT="9525" marB="0" anchor="ctr" anchorCtr="1">
                    <a:solidFill>
                      <a:schemeClr val="accent6">
                        <a:lumMod val="75000"/>
                      </a:schemeClr>
                    </a:solidFill>
                  </a:tcPr>
                </a:tc>
                <a:tc hMerge="1">
                  <a:tcPr marL="9525" marR="9525" marT="9525" marB="0" anchor="ctr" anchorCtr="1">
                    <a:solidFill>
                      <a:schemeClr val="accent6">
                        <a:lumMod val="75000"/>
                      </a:schemeClr>
                    </a:solidFill>
                  </a:tcPr>
                </a:tc>
                <a:tc hMerge="1">
                  <a:tcPr marL="9525" marR="9525" marT="9525" marB="0" anchor="ctr" anchorCtr="1">
                    <a:solidFill>
                      <a:schemeClr val="accent6">
                        <a:lumMod val="75000"/>
                      </a:schemeClr>
                    </a:solidFill>
                  </a:tcPr>
                </a:tc>
                <a:tc hMerge="1">
                  <a:tcPr marL="9525" marR="9525" marT="9525" marB="0" anchor="ctr" anchorCtr="1">
                    <a:solidFill>
                      <a:schemeClr val="accent6">
                        <a:lumMod val="75000"/>
                      </a:schemeClr>
                    </a:solidFill>
                  </a:tcPr>
                </a:tc>
              </a:tr>
            </a:tbl>
          </a:graphicData>
        </a:graphic>
      </p:graphicFrame>
      <p:sp>
        <p:nvSpPr>
          <p:cNvPr id="9" name="矩形 8"/>
          <p:cNvSpPr/>
          <p:nvPr/>
        </p:nvSpPr>
        <p:spPr bwMode="gray">
          <a:xfrm>
            <a:off x="6476666" y="3131845"/>
            <a:ext cx="4765527" cy="2795710"/>
          </a:xfrm>
          <a:prstGeom prst="rect">
            <a:avLst/>
          </a:prstGeom>
          <a:noFill/>
          <a:ln w="9525">
            <a:solidFill>
              <a:srgbClr val="30B5C5"/>
            </a:solidFill>
            <a:miter lim="800000"/>
          </a:ln>
        </p:spPr>
        <p:txBody>
          <a:bodyPr vert="horz" wrap="square" lIns="80141" tIns="40071" rIns="80141" bIns="40071" numCol="1" anchor="t" anchorCtr="0" compatLnSpc="1"/>
          <a:lstStyle/>
          <a:p>
            <a:pPr marL="266700" indent="-266700" defTabSz="913765" eaLnBrk="1" hangingPunct="1">
              <a:lnSpc>
                <a:spcPct val="120000"/>
              </a:lnSpc>
              <a:spcBef>
                <a:spcPct val="20000"/>
              </a:spcBef>
              <a:buClr>
                <a:srgbClr val="C80000"/>
              </a:buClr>
              <a:buSzPct val="80000"/>
              <a:buFont typeface="Wingdings" panose="05000000000000000000" pitchFamily="2" charset="2"/>
              <a:buChar char="n"/>
            </a:pPr>
            <a:r>
              <a:rPr lang="en-US" altLang="zh-CN" sz="1600" dirty="0">
                <a:latin typeface="微软雅黑 Light" panose="020B0502040204020203" pitchFamily="34" charset="-122"/>
                <a:ea typeface="微软雅黑 Light" panose="020B0502040204020203" pitchFamily="34" charset="-122"/>
                <a:cs typeface="+mn-ea"/>
                <a:sym typeface="+mn-lt"/>
              </a:rPr>
              <a:t>SRH</a:t>
            </a:r>
            <a:r>
              <a:rPr lang="zh-CN" altLang="en-US" sz="1600" dirty="0">
                <a:latin typeface="微软雅黑 Light" panose="020B0502040204020203" pitchFamily="34" charset="-122"/>
                <a:ea typeface="微软雅黑 Light" panose="020B0502040204020203" pitchFamily="34" charset="-122"/>
                <a:cs typeface="+mn-ea"/>
                <a:sym typeface="+mn-lt"/>
              </a:rPr>
              <a:t>扩展头包含如下内容：</a:t>
            </a:r>
            <a:endParaRPr lang="en-US" altLang="zh-CN" sz="1600" dirty="0">
              <a:latin typeface="微软雅黑 Light" panose="020B0502040204020203" pitchFamily="34" charset="-122"/>
              <a:ea typeface="微软雅黑 Light" panose="020B0502040204020203" pitchFamily="34" charset="-122"/>
              <a:cs typeface="+mn-ea"/>
              <a:sym typeface="+mn-lt"/>
            </a:endParaRPr>
          </a:p>
          <a:p>
            <a:pPr marL="742950" lvl="1" indent="-285750" defTabSz="913765" eaLnBrk="1" hangingPunct="1">
              <a:lnSpc>
                <a:spcPct val="120000"/>
              </a:lnSpc>
              <a:spcBef>
                <a:spcPct val="20000"/>
              </a:spcBef>
              <a:buClr>
                <a:srgbClr val="00C800"/>
              </a:buClr>
              <a:buSzPct val="80000"/>
              <a:buFont typeface="Wingdings" panose="05000000000000000000" pitchFamily="2" charset="2"/>
              <a:buChar char="n"/>
            </a:pPr>
            <a:r>
              <a:rPr lang="en-US" altLang="zh-CN" sz="1400" dirty="0">
                <a:latin typeface="微软雅黑 Light" panose="020B0502040204020203" pitchFamily="34" charset="-122"/>
                <a:ea typeface="微软雅黑 Light" panose="020B0502040204020203" pitchFamily="34" charset="-122"/>
                <a:cs typeface="Times New Roman" panose="02020603050405020304" pitchFamily="18" charset="0"/>
                <a:sym typeface="+mn-lt"/>
              </a:rPr>
              <a:t>Segment List: </a:t>
            </a:r>
            <a:r>
              <a:rPr lang="zh-CN" altLang="en-US" sz="1400" dirty="0">
                <a:latin typeface="微软雅黑 Light" panose="020B0502040204020203" pitchFamily="34" charset="-122"/>
                <a:ea typeface="微软雅黑 Light" panose="020B0502040204020203" pitchFamily="34" charset="-122"/>
                <a:cs typeface="Times New Roman" panose="02020603050405020304" pitchFamily="18" charset="0"/>
                <a:sym typeface="+mn-lt"/>
              </a:rPr>
              <a:t>有序的</a:t>
            </a:r>
            <a:r>
              <a:rPr lang="en-US" altLang="zh-CN" sz="1400" dirty="0">
                <a:latin typeface="微软雅黑 Light" panose="020B0502040204020203" pitchFamily="34" charset="-122"/>
                <a:ea typeface="微软雅黑 Light" panose="020B0502040204020203" pitchFamily="34" charset="-122"/>
                <a:cs typeface="Times New Roman" panose="02020603050405020304" pitchFamily="18" charset="0"/>
                <a:sym typeface="+mn-lt"/>
              </a:rPr>
              <a:t>SRv6 SID</a:t>
            </a:r>
            <a:r>
              <a:rPr lang="zh-CN" altLang="en-US" sz="1400" dirty="0">
                <a:latin typeface="微软雅黑 Light" panose="020B0502040204020203" pitchFamily="34" charset="-122"/>
                <a:ea typeface="微软雅黑 Light" panose="020B0502040204020203" pitchFamily="34" charset="-122"/>
                <a:cs typeface="Times New Roman" panose="02020603050405020304" pitchFamily="18" charset="0"/>
                <a:sym typeface="+mn-lt"/>
              </a:rPr>
              <a:t>列表</a:t>
            </a:r>
            <a:endParaRPr lang="en-US" altLang="zh-CN" sz="1400" dirty="0">
              <a:latin typeface="微软雅黑 Light" panose="020B0502040204020203" pitchFamily="34" charset="-122"/>
              <a:ea typeface="微软雅黑 Light" panose="020B0502040204020203" pitchFamily="34" charset="-122"/>
              <a:cs typeface="Times New Roman" panose="02020603050405020304" pitchFamily="18" charset="0"/>
              <a:sym typeface="+mn-lt"/>
            </a:endParaRPr>
          </a:p>
          <a:p>
            <a:pPr marL="742950" lvl="1" indent="-285750" defTabSz="913765" eaLnBrk="1" hangingPunct="1">
              <a:lnSpc>
                <a:spcPct val="120000"/>
              </a:lnSpc>
              <a:spcBef>
                <a:spcPct val="20000"/>
              </a:spcBef>
              <a:buClr>
                <a:srgbClr val="00C800"/>
              </a:buClr>
              <a:buSzPct val="80000"/>
              <a:buFont typeface="Wingdings" panose="05000000000000000000" pitchFamily="2" charset="2"/>
              <a:buChar char="n"/>
            </a:pPr>
            <a:r>
              <a:rPr lang="en-US" altLang="zh-CN" sz="1400" dirty="0">
                <a:latin typeface="微软雅黑 Light" panose="020B0502040204020203" pitchFamily="34" charset="-122"/>
                <a:ea typeface="微软雅黑 Light" panose="020B0502040204020203" pitchFamily="34" charset="-122"/>
                <a:cs typeface="Times New Roman" panose="02020603050405020304" pitchFamily="18" charset="0"/>
                <a:sym typeface="+mn-lt"/>
              </a:rPr>
              <a:t>Segments Left(SL): SRv6</a:t>
            </a:r>
            <a:r>
              <a:rPr lang="zh-CN" altLang="en-US" sz="1400" dirty="0">
                <a:latin typeface="微软雅黑 Light" panose="020B0502040204020203" pitchFamily="34" charset="-122"/>
                <a:ea typeface="微软雅黑 Light" panose="020B0502040204020203" pitchFamily="34" charset="-122"/>
                <a:cs typeface="Times New Roman" panose="02020603050405020304" pitchFamily="18" charset="0"/>
                <a:sym typeface="+mn-lt"/>
              </a:rPr>
              <a:t>激活的</a:t>
            </a:r>
            <a:r>
              <a:rPr lang="en-US" altLang="zh-CN" sz="1400" dirty="0">
                <a:latin typeface="微软雅黑 Light" panose="020B0502040204020203" pitchFamily="34" charset="-122"/>
                <a:ea typeface="微软雅黑 Light" panose="020B0502040204020203" pitchFamily="34" charset="-122"/>
                <a:cs typeface="Times New Roman" panose="02020603050405020304" pitchFamily="18" charset="0"/>
                <a:sym typeface="+mn-lt"/>
              </a:rPr>
              <a:t>SID</a:t>
            </a:r>
            <a:r>
              <a:rPr lang="zh-CN" altLang="en-US" sz="1400" dirty="0">
                <a:latin typeface="微软雅黑 Light" panose="020B0502040204020203" pitchFamily="34" charset="-122"/>
                <a:ea typeface="微软雅黑 Light" panose="020B0502040204020203" pitchFamily="34" charset="-122"/>
                <a:cs typeface="Times New Roman" panose="02020603050405020304" pitchFamily="18" charset="0"/>
                <a:sym typeface="+mn-lt"/>
              </a:rPr>
              <a:t>为</a:t>
            </a:r>
            <a:r>
              <a:rPr lang="en-US" altLang="zh-CN" sz="1400" dirty="0" err="1">
                <a:latin typeface="微软雅黑 Light" panose="020B0502040204020203" pitchFamily="34" charset="-122"/>
                <a:ea typeface="微软雅黑 Light" panose="020B0502040204020203" pitchFamily="34" charset="-122"/>
                <a:cs typeface="Times New Roman" panose="02020603050405020304" pitchFamily="18" charset="0"/>
                <a:sym typeface="+mn-lt"/>
              </a:rPr>
              <a:t>Slist</a:t>
            </a:r>
            <a:r>
              <a:rPr lang="en-US" altLang="zh-CN" sz="1400" dirty="0">
                <a:latin typeface="微软雅黑 Light" panose="020B0502040204020203" pitchFamily="34" charset="-122"/>
                <a:ea typeface="微软雅黑 Light" panose="020B0502040204020203" pitchFamily="34" charset="-122"/>
                <a:cs typeface="Times New Roman" panose="02020603050405020304" pitchFamily="18" charset="0"/>
                <a:sym typeface="+mn-lt"/>
              </a:rPr>
              <a:t>[SL]</a:t>
            </a:r>
            <a:r>
              <a:rPr lang="zh-CN" altLang="en-US" sz="1400" dirty="0">
                <a:latin typeface="微软雅黑 Light" panose="020B0502040204020203" pitchFamily="34" charset="-122"/>
                <a:ea typeface="微软雅黑 Light" panose="020B0502040204020203" pitchFamily="34" charset="-122"/>
                <a:cs typeface="Times New Roman" panose="02020603050405020304" pitchFamily="18" charset="0"/>
                <a:sym typeface="+mn-lt"/>
              </a:rPr>
              <a:t>。转发过程中通过修改</a:t>
            </a:r>
            <a:r>
              <a:rPr lang="en-US" altLang="zh-CN" sz="1400" dirty="0">
                <a:latin typeface="微软雅黑 Light" panose="020B0502040204020203" pitchFamily="34" charset="-122"/>
                <a:ea typeface="微软雅黑 Light" panose="020B0502040204020203" pitchFamily="34" charset="-122"/>
                <a:cs typeface="Times New Roman" panose="02020603050405020304" pitchFamily="18" charset="0"/>
                <a:sym typeface="+mn-lt"/>
              </a:rPr>
              <a:t>SL</a:t>
            </a:r>
            <a:r>
              <a:rPr lang="zh-CN" altLang="en-US" sz="1400" dirty="0">
                <a:latin typeface="微软雅黑 Light" panose="020B0502040204020203" pitchFamily="34" charset="-122"/>
                <a:ea typeface="微软雅黑 Light" panose="020B0502040204020203" pitchFamily="34" charset="-122"/>
                <a:cs typeface="Times New Roman" panose="02020603050405020304" pitchFamily="18" charset="0"/>
                <a:sym typeface="+mn-lt"/>
              </a:rPr>
              <a:t>，同时更换</a:t>
            </a:r>
            <a:r>
              <a:rPr lang="en-US" altLang="zh-CN" sz="1400" dirty="0">
                <a:latin typeface="微软雅黑 Light" panose="020B0502040204020203" pitchFamily="34" charset="-122"/>
                <a:ea typeface="微软雅黑 Light" panose="020B0502040204020203" pitchFamily="34" charset="-122"/>
                <a:cs typeface="Times New Roman" panose="02020603050405020304" pitchFamily="18" charset="0"/>
                <a:sym typeface="+mn-lt"/>
              </a:rPr>
              <a:t>DIP</a:t>
            </a:r>
            <a:r>
              <a:rPr lang="zh-CN" altLang="en-US" sz="1400" dirty="0">
                <a:latin typeface="微软雅黑 Light" panose="020B0502040204020203" pitchFamily="34" charset="-122"/>
                <a:ea typeface="微软雅黑 Light" panose="020B0502040204020203" pitchFamily="34" charset="-122"/>
                <a:cs typeface="Times New Roman" panose="02020603050405020304" pitchFamily="18" charset="0"/>
                <a:sym typeface="+mn-lt"/>
              </a:rPr>
              <a:t>为活跃的</a:t>
            </a:r>
            <a:r>
              <a:rPr lang="en-US" altLang="zh-CN" sz="1400" dirty="0">
                <a:latin typeface="微软雅黑 Light" panose="020B0502040204020203" pitchFamily="34" charset="-122"/>
                <a:ea typeface="微软雅黑 Light" panose="020B0502040204020203" pitchFamily="34" charset="-122"/>
                <a:cs typeface="Times New Roman" panose="02020603050405020304" pitchFamily="18" charset="0"/>
                <a:sym typeface="+mn-lt"/>
              </a:rPr>
              <a:t>SID</a:t>
            </a:r>
            <a:r>
              <a:rPr lang="zh-CN" altLang="en-US" sz="1400" dirty="0">
                <a:latin typeface="微软雅黑 Light" panose="020B0502040204020203" pitchFamily="34" charset="-122"/>
                <a:ea typeface="微软雅黑 Light" panose="020B0502040204020203" pitchFamily="34" charset="-122"/>
                <a:cs typeface="Times New Roman" panose="02020603050405020304" pitchFamily="18" charset="0"/>
                <a:sym typeface="+mn-lt"/>
              </a:rPr>
              <a:t>来分段完成转发</a:t>
            </a:r>
            <a:endParaRPr lang="en-US" altLang="zh-CN" sz="1400" dirty="0">
              <a:latin typeface="微软雅黑 Light" panose="020B0502040204020203" pitchFamily="34" charset="-122"/>
              <a:ea typeface="微软雅黑 Light" panose="020B0502040204020203" pitchFamily="34" charset="-122"/>
              <a:cs typeface="Times New Roman" panose="02020603050405020304" pitchFamily="18" charset="0"/>
              <a:sym typeface="+mn-lt"/>
            </a:endParaRPr>
          </a:p>
          <a:p>
            <a:pPr marL="742950" lvl="1" indent="-285750" defTabSz="913765" eaLnBrk="1" hangingPunct="1">
              <a:lnSpc>
                <a:spcPct val="120000"/>
              </a:lnSpc>
              <a:spcBef>
                <a:spcPct val="20000"/>
              </a:spcBef>
              <a:buClr>
                <a:srgbClr val="00C800"/>
              </a:buClr>
              <a:buSzPct val="80000"/>
              <a:buFont typeface="Wingdings" panose="05000000000000000000" pitchFamily="2" charset="2"/>
              <a:buChar char="n"/>
            </a:pPr>
            <a:r>
              <a:rPr lang="en-US" altLang="zh-CN" sz="1400" dirty="0">
                <a:latin typeface="微软雅黑 Light" panose="020B0502040204020203" pitchFamily="34" charset="-122"/>
                <a:ea typeface="微软雅黑 Light" panose="020B0502040204020203" pitchFamily="34" charset="-122"/>
                <a:cs typeface="Times New Roman" panose="02020603050405020304" pitchFamily="18" charset="0"/>
                <a:sym typeface="+mn-lt"/>
              </a:rPr>
              <a:t>Tag: </a:t>
            </a:r>
            <a:r>
              <a:rPr lang="zh-CN" altLang="en-US" sz="1400" dirty="0">
                <a:latin typeface="微软雅黑 Light" panose="020B0502040204020203" pitchFamily="34" charset="-122"/>
                <a:ea typeface="微软雅黑 Light" panose="020B0502040204020203" pitchFamily="34" charset="-122"/>
                <a:cs typeface="Times New Roman" panose="02020603050405020304" pitchFamily="18" charset="0"/>
                <a:sym typeface="+mn-lt"/>
              </a:rPr>
              <a:t>用于对数据包分组，可以实现基于组的策略</a:t>
            </a:r>
            <a:endParaRPr lang="en-US" altLang="zh-CN" sz="1400" dirty="0">
              <a:latin typeface="微软雅黑 Light" panose="020B0502040204020203" pitchFamily="34" charset="-122"/>
              <a:ea typeface="微软雅黑 Light" panose="020B0502040204020203" pitchFamily="34" charset="-122"/>
              <a:cs typeface="Times New Roman" panose="02020603050405020304" pitchFamily="18" charset="0"/>
              <a:sym typeface="+mn-lt"/>
            </a:endParaRPr>
          </a:p>
          <a:p>
            <a:pPr marL="742950" lvl="1" indent="-285750" defTabSz="913765" eaLnBrk="1" hangingPunct="1">
              <a:lnSpc>
                <a:spcPct val="120000"/>
              </a:lnSpc>
              <a:spcBef>
                <a:spcPct val="20000"/>
              </a:spcBef>
              <a:buClr>
                <a:srgbClr val="00C800"/>
              </a:buClr>
              <a:buSzPct val="80000"/>
              <a:buFont typeface="Wingdings" panose="05000000000000000000" pitchFamily="2" charset="2"/>
              <a:buChar char="n"/>
            </a:pPr>
            <a:r>
              <a:rPr lang="en-US" altLang="zh-CN" sz="1400" dirty="0">
                <a:latin typeface="微软雅黑 Light" panose="020B0502040204020203" pitchFamily="34" charset="-122"/>
                <a:ea typeface="微软雅黑 Light" panose="020B0502040204020203" pitchFamily="34" charset="-122"/>
                <a:cs typeface="Times New Roman" panose="02020603050405020304" pitchFamily="18" charset="0"/>
                <a:sym typeface="+mn-lt"/>
              </a:rPr>
              <a:t>SRH</a:t>
            </a:r>
            <a:r>
              <a:rPr lang="zh-CN" altLang="en-US" sz="1400" dirty="0">
                <a:latin typeface="微软雅黑 Light" panose="020B0502040204020203" pitchFamily="34" charset="-122"/>
                <a:ea typeface="微软雅黑 Light" panose="020B0502040204020203" pitchFamily="34" charset="-122"/>
                <a:cs typeface="Times New Roman" panose="02020603050405020304" pitchFamily="18" charset="0"/>
                <a:sym typeface="+mn-lt"/>
              </a:rPr>
              <a:t> </a:t>
            </a:r>
            <a:r>
              <a:rPr lang="en-US" altLang="zh-CN" sz="1400" dirty="0">
                <a:latin typeface="微软雅黑 Light" panose="020B0502040204020203" pitchFamily="34" charset="-122"/>
                <a:ea typeface="微软雅黑 Light" panose="020B0502040204020203" pitchFamily="34" charset="-122"/>
                <a:cs typeface="Times New Roman" panose="02020603050405020304" pitchFamily="18" charset="0"/>
                <a:sym typeface="+mn-lt"/>
              </a:rPr>
              <a:t>TLVs</a:t>
            </a:r>
            <a:r>
              <a:rPr lang="zh-CN" altLang="en-US" sz="1400" dirty="0">
                <a:latin typeface="微软雅黑 Light" panose="020B0502040204020203" pitchFamily="34" charset="-122"/>
                <a:ea typeface="微软雅黑 Light" panose="020B0502040204020203" pitchFamily="34" charset="-122"/>
                <a:cs typeface="Times New Roman" panose="02020603050405020304" pitchFamily="18" charset="0"/>
                <a:sym typeface="+mn-lt"/>
              </a:rPr>
              <a:t>（</a:t>
            </a:r>
            <a:r>
              <a:rPr lang="en-US" altLang="zh-CN" sz="1400" dirty="0">
                <a:latin typeface="微软雅黑 Light" panose="020B0502040204020203" pitchFamily="34" charset="-122"/>
                <a:ea typeface="微软雅黑 Light" panose="020B0502040204020203" pitchFamily="34" charset="-122"/>
                <a:cs typeface="Times New Roman" panose="02020603050405020304" pitchFamily="18" charset="0"/>
                <a:sym typeface="+mn-lt"/>
              </a:rPr>
              <a:t>NSH metadata</a:t>
            </a:r>
            <a:r>
              <a:rPr lang="zh-CN" altLang="en-US" sz="1400" dirty="0">
                <a:latin typeface="微软雅黑 Light" panose="020B0502040204020203" pitchFamily="34" charset="-122"/>
                <a:ea typeface="微软雅黑 Light" panose="020B0502040204020203" pitchFamily="34" charset="-122"/>
                <a:cs typeface="Times New Roman" panose="02020603050405020304" pitchFamily="18" charset="0"/>
                <a:sym typeface="+mn-lt"/>
              </a:rPr>
              <a:t>，</a:t>
            </a:r>
            <a:r>
              <a:rPr lang="en-US" altLang="zh-CN" sz="1400" dirty="0">
                <a:latin typeface="微软雅黑 Light" panose="020B0502040204020203" pitchFamily="34" charset="-122"/>
                <a:ea typeface="微软雅黑 Light" panose="020B0502040204020203" pitchFamily="34" charset="-122"/>
                <a:cs typeface="Times New Roman" panose="02020603050405020304" pitchFamily="18" charset="0"/>
                <a:sym typeface="+mn-lt"/>
              </a:rPr>
              <a:t>HMAC</a:t>
            </a:r>
            <a:r>
              <a:rPr lang="zh-CN" altLang="en-US" sz="1400" dirty="0">
                <a:latin typeface="微软雅黑 Light" panose="020B0502040204020203" pitchFamily="34" charset="-122"/>
                <a:ea typeface="微软雅黑 Light" panose="020B0502040204020203" pitchFamily="34" charset="-122"/>
                <a:cs typeface="Times New Roman" panose="02020603050405020304" pitchFamily="18" charset="0"/>
                <a:sym typeface="+mn-lt"/>
              </a:rPr>
              <a:t> </a:t>
            </a:r>
            <a:r>
              <a:rPr lang="en-US" altLang="zh-CN" sz="1400" dirty="0">
                <a:latin typeface="微软雅黑 Light" panose="020B0502040204020203" pitchFamily="34" charset="-122"/>
                <a:ea typeface="微软雅黑 Light" panose="020B0502040204020203" pitchFamily="34" charset="-122"/>
                <a:cs typeface="Times New Roman" panose="02020603050405020304" pitchFamily="18" charset="0"/>
                <a:sym typeface="+mn-lt"/>
              </a:rPr>
              <a:t>TLV</a:t>
            </a:r>
            <a:r>
              <a:rPr lang="zh-CN" altLang="en-US" sz="1400" dirty="0">
                <a:latin typeface="微软雅黑 Light" panose="020B0502040204020203" pitchFamily="34" charset="-122"/>
                <a:ea typeface="微软雅黑 Light" panose="020B0502040204020203" pitchFamily="34" charset="-122"/>
                <a:cs typeface="Times New Roman" panose="02020603050405020304" pitchFamily="18" charset="0"/>
                <a:sym typeface="+mn-lt"/>
              </a:rPr>
              <a:t>，</a:t>
            </a:r>
            <a:r>
              <a:rPr lang="en-US" altLang="zh-CN" sz="1400" dirty="0">
                <a:latin typeface="微软雅黑 Light" panose="020B0502040204020203" pitchFamily="34" charset="-122"/>
                <a:ea typeface="微软雅黑 Light" panose="020B0502040204020203" pitchFamily="34" charset="-122"/>
                <a:cs typeface="Times New Roman" panose="02020603050405020304" pitchFamily="18" charset="0"/>
                <a:sym typeface="+mn-lt"/>
              </a:rPr>
              <a:t>Padding</a:t>
            </a:r>
            <a:r>
              <a:rPr lang="zh-CN" altLang="en-US" sz="1400" dirty="0">
                <a:latin typeface="微软雅黑 Light" panose="020B0502040204020203" pitchFamily="34" charset="-122"/>
                <a:ea typeface="微软雅黑 Light" panose="020B0502040204020203" pitchFamily="34" charset="-122"/>
                <a:cs typeface="Times New Roman" panose="02020603050405020304" pitchFamily="18" charset="0"/>
                <a:sym typeface="+mn-lt"/>
              </a:rPr>
              <a:t> </a:t>
            </a:r>
            <a:r>
              <a:rPr lang="en-US" altLang="zh-CN" sz="1400" dirty="0">
                <a:latin typeface="微软雅黑 Light" panose="020B0502040204020203" pitchFamily="34" charset="-122"/>
                <a:ea typeface="微软雅黑 Light" panose="020B0502040204020203" pitchFamily="34" charset="-122"/>
                <a:cs typeface="Times New Roman" panose="02020603050405020304" pitchFamily="18" charset="0"/>
                <a:sym typeface="+mn-lt"/>
              </a:rPr>
              <a:t>TLV</a:t>
            </a:r>
            <a:r>
              <a:rPr lang="zh-CN" altLang="en-US" sz="1400" dirty="0">
                <a:latin typeface="微软雅黑 Light" panose="020B0502040204020203" pitchFamily="34" charset="-122"/>
                <a:ea typeface="微软雅黑 Light" panose="020B0502040204020203" pitchFamily="34" charset="-122"/>
                <a:cs typeface="Times New Roman" panose="02020603050405020304" pitchFamily="18" charset="0"/>
                <a:sym typeface="+mn-lt"/>
              </a:rPr>
              <a:t>等）：可以作为</a:t>
            </a:r>
            <a:r>
              <a:rPr lang="en-US" altLang="zh-CN" sz="1400" dirty="0">
                <a:latin typeface="微软雅黑 Light" panose="020B0502040204020203" pitchFamily="34" charset="-122"/>
                <a:ea typeface="微软雅黑 Light" panose="020B0502040204020203" pitchFamily="34" charset="-122"/>
                <a:cs typeface="Times New Roman" panose="02020603050405020304" pitchFamily="18" charset="0"/>
                <a:sym typeface="+mn-lt"/>
              </a:rPr>
              <a:t>Segment</a:t>
            </a:r>
            <a:r>
              <a:rPr lang="zh-CN" altLang="en-US" sz="1400" dirty="0">
                <a:latin typeface="微软雅黑 Light" panose="020B0502040204020203" pitchFamily="34" charset="-122"/>
                <a:ea typeface="微软雅黑 Light" panose="020B0502040204020203" pitchFamily="34" charset="-122"/>
                <a:cs typeface="Times New Roman" panose="02020603050405020304" pitchFamily="18" charset="0"/>
                <a:sym typeface="+mn-lt"/>
              </a:rPr>
              <a:t> </a:t>
            </a:r>
            <a:r>
              <a:rPr lang="en-US" altLang="zh-CN" sz="1400" dirty="0">
                <a:latin typeface="微软雅黑 Light" panose="020B0502040204020203" pitchFamily="34" charset="-122"/>
                <a:ea typeface="微软雅黑 Light" panose="020B0502040204020203" pitchFamily="34" charset="-122"/>
                <a:cs typeface="Times New Roman" panose="02020603050405020304" pitchFamily="18" charset="0"/>
                <a:sym typeface="+mn-lt"/>
              </a:rPr>
              <a:t>List</a:t>
            </a:r>
            <a:r>
              <a:rPr lang="zh-CN" altLang="en-US" sz="1400" dirty="0">
                <a:latin typeface="微软雅黑 Light" panose="020B0502040204020203" pitchFamily="34" charset="-122"/>
                <a:ea typeface="微软雅黑 Light" panose="020B0502040204020203" pitchFamily="34" charset="-122"/>
                <a:cs typeface="Times New Roman" panose="02020603050405020304" pitchFamily="18" charset="0"/>
                <a:sym typeface="+mn-lt"/>
              </a:rPr>
              <a:t>的</a:t>
            </a:r>
            <a:r>
              <a:rPr lang="en-US" altLang="zh-CN" sz="1400" dirty="0">
                <a:latin typeface="微软雅黑 Light" panose="020B0502040204020203" pitchFamily="34" charset="-122"/>
                <a:ea typeface="微软雅黑 Light" panose="020B0502040204020203" pitchFamily="34" charset="-122"/>
                <a:cs typeface="Times New Roman" panose="02020603050405020304" pitchFamily="18" charset="0"/>
                <a:sym typeface="+mn-lt"/>
              </a:rPr>
              <a:t>SID</a:t>
            </a:r>
            <a:r>
              <a:rPr lang="zh-CN" altLang="en-US" sz="1400" dirty="0">
                <a:latin typeface="微软雅黑 Light" panose="020B0502040204020203" pitchFamily="34" charset="-122"/>
                <a:ea typeface="微软雅黑 Light" panose="020B0502040204020203" pitchFamily="34" charset="-122"/>
                <a:cs typeface="Times New Roman" panose="02020603050405020304" pitchFamily="18" charset="0"/>
                <a:sym typeface="+mn-lt"/>
              </a:rPr>
              <a:t>共同使用的全局参数</a:t>
            </a:r>
            <a:endParaRPr lang="en-US" altLang="zh-CN" sz="1400" dirty="0">
              <a:latin typeface="微软雅黑 Light" panose="020B0502040204020203" pitchFamily="34" charset="-122"/>
              <a:ea typeface="微软雅黑 Light" panose="020B0502040204020203" pitchFamily="34" charset="-122"/>
              <a:cs typeface="Times New Roman" panose="02020603050405020304" pitchFamily="18" charset="0"/>
              <a:sym typeface="+mn-lt"/>
            </a:endParaRPr>
          </a:p>
        </p:txBody>
      </p:sp>
      <p:sp>
        <p:nvSpPr>
          <p:cNvPr id="10" name="矩形 9"/>
          <p:cNvSpPr/>
          <p:nvPr/>
        </p:nvSpPr>
        <p:spPr bwMode="gray">
          <a:xfrm>
            <a:off x="6476666" y="2313216"/>
            <a:ext cx="4765527" cy="587084"/>
          </a:xfrm>
          <a:prstGeom prst="rect">
            <a:avLst/>
          </a:prstGeom>
          <a:ln>
            <a:solidFill>
              <a:srgbClr val="30B5C5"/>
            </a:solidFill>
          </a:ln>
        </p:spPr>
        <p:txBody>
          <a:bodyPr wrap="square">
            <a:spAutoFit/>
          </a:bodyPr>
          <a:lstStyle/>
          <a:p>
            <a:pPr algn="just" defTabSz="914400" fontAlgn="base">
              <a:lnSpc>
                <a:spcPct val="120000"/>
              </a:lnSpc>
              <a:spcBef>
                <a:spcPct val="0"/>
              </a:spcBef>
              <a:spcAft>
                <a:spcPct val="0"/>
              </a:spcAft>
              <a:buClr>
                <a:srgbClr val="FF0000"/>
              </a:buClr>
              <a:defRPr/>
            </a:pPr>
            <a:r>
              <a:rPr lang="en-US" altLang="zh-CN" sz="1400" kern="0" dirty="0">
                <a:solidFill>
                  <a:srgbClr val="000000"/>
                </a:solidFill>
                <a:cs typeface="+mn-ea"/>
                <a:sym typeface="+mn-lt"/>
              </a:rPr>
              <a:t>Routing Extension Header</a:t>
            </a:r>
            <a:r>
              <a:rPr lang="zh-CN" altLang="en-US" sz="1400" dirty="0">
                <a:solidFill>
                  <a:srgbClr val="000000"/>
                </a:solidFill>
                <a:cs typeface="+mn-ea"/>
                <a:sym typeface="+mn-lt"/>
              </a:rPr>
              <a:t>的</a:t>
            </a:r>
            <a:r>
              <a:rPr lang="en-US" altLang="zh-CN" sz="1400" dirty="0">
                <a:solidFill>
                  <a:srgbClr val="000000"/>
                </a:solidFill>
                <a:cs typeface="+mn-ea"/>
                <a:sym typeface="+mn-lt"/>
              </a:rPr>
              <a:t>Routing Type</a:t>
            </a:r>
            <a:r>
              <a:rPr lang="zh-CN" altLang="en-US" sz="1400" dirty="0">
                <a:solidFill>
                  <a:srgbClr val="000000"/>
                </a:solidFill>
                <a:cs typeface="+mn-ea"/>
                <a:sym typeface="+mn-lt"/>
              </a:rPr>
              <a:t>建议值为</a:t>
            </a:r>
            <a:r>
              <a:rPr lang="en-US" altLang="zh-CN" sz="1400" dirty="0">
                <a:solidFill>
                  <a:srgbClr val="000000"/>
                </a:solidFill>
                <a:cs typeface="+mn-ea"/>
                <a:sym typeface="+mn-lt"/>
              </a:rPr>
              <a:t>4</a:t>
            </a:r>
            <a:r>
              <a:rPr lang="zh-CN" altLang="en-US" sz="1400" dirty="0">
                <a:solidFill>
                  <a:srgbClr val="000000"/>
                </a:solidFill>
                <a:cs typeface="+mn-ea"/>
                <a:sym typeface="+mn-lt"/>
              </a:rPr>
              <a:t>表明是</a:t>
            </a:r>
            <a:r>
              <a:rPr lang="en-US" altLang="zh-CN" sz="1400" dirty="0">
                <a:solidFill>
                  <a:srgbClr val="000000"/>
                </a:solidFill>
                <a:cs typeface="+mn-ea"/>
                <a:sym typeface="+mn-lt"/>
              </a:rPr>
              <a:t>SR</a:t>
            </a:r>
            <a:r>
              <a:rPr lang="zh-CN" altLang="en-US" sz="1400" dirty="0">
                <a:solidFill>
                  <a:srgbClr val="000000"/>
                </a:solidFill>
                <a:cs typeface="+mn-ea"/>
                <a:sym typeface="+mn-lt"/>
              </a:rPr>
              <a:t> </a:t>
            </a:r>
            <a:r>
              <a:rPr lang="en-US" altLang="zh-CN" sz="1400" dirty="0">
                <a:solidFill>
                  <a:srgbClr val="000000"/>
                </a:solidFill>
                <a:cs typeface="+mn-ea"/>
                <a:sym typeface="+mn-lt"/>
              </a:rPr>
              <a:t>Header</a:t>
            </a:r>
            <a:r>
              <a:rPr lang="zh-CN" altLang="en-US" sz="1400" dirty="0">
                <a:solidFill>
                  <a:srgbClr val="000000"/>
                </a:solidFill>
                <a:cs typeface="+mn-ea"/>
                <a:sym typeface="+mn-lt"/>
              </a:rPr>
              <a:t>，称作</a:t>
            </a:r>
            <a:r>
              <a:rPr lang="en-US" altLang="zh-CN" sz="1400" dirty="0">
                <a:solidFill>
                  <a:srgbClr val="000000"/>
                </a:solidFill>
                <a:cs typeface="+mn-ea"/>
                <a:sym typeface="+mn-lt"/>
              </a:rPr>
              <a:t>SR</a:t>
            </a:r>
            <a:r>
              <a:rPr lang="zh-CN" altLang="en-US" sz="1400" dirty="0">
                <a:solidFill>
                  <a:srgbClr val="000000"/>
                </a:solidFill>
                <a:cs typeface="+mn-ea"/>
                <a:sym typeface="+mn-lt"/>
              </a:rPr>
              <a:t>扩展头或者</a:t>
            </a:r>
            <a:r>
              <a:rPr lang="en-US" altLang="zh-CN" sz="1400" dirty="0">
                <a:solidFill>
                  <a:srgbClr val="000000"/>
                </a:solidFill>
                <a:cs typeface="+mn-ea"/>
                <a:sym typeface="+mn-lt"/>
              </a:rPr>
              <a:t>SRH</a:t>
            </a:r>
            <a:endParaRPr lang="en-US" altLang="zh-CN" sz="1400" dirty="0">
              <a:solidFill>
                <a:srgbClr val="000000"/>
              </a:solidFill>
              <a:cs typeface="+mn-ea"/>
              <a:sym typeface="+mn-lt"/>
            </a:endParaRPr>
          </a:p>
        </p:txBody>
      </p:sp>
      <p:cxnSp>
        <p:nvCxnSpPr>
          <p:cNvPr id="11" name="直接箭头连接符 10"/>
          <p:cNvCxnSpPr>
            <a:stCxn id="7" idx="1"/>
          </p:cNvCxnSpPr>
          <p:nvPr/>
        </p:nvCxnSpPr>
        <p:spPr bwMode="gray">
          <a:xfrm flipH="1">
            <a:off x="4421530" y="2017055"/>
            <a:ext cx="2055136" cy="981512"/>
          </a:xfrm>
          <a:prstGeom prst="straightConnector1">
            <a:avLst/>
          </a:prstGeom>
          <a:noFill/>
          <a:ln w="19050" cap="flat" cmpd="sng" algn="ctr">
            <a:solidFill>
              <a:schemeClr val="tx1"/>
            </a:solidFill>
            <a:prstDash val="solid"/>
            <a:round/>
            <a:headEnd type="none" w="med" len="med"/>
            <a:tailEnd type="stealth"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 name="直接箭头连接符 11"/>
          <p:cNvCxnSpPr>
            <a:stCxn id="10" idx="1"/>
          </p:cNvCxnSpPr>
          <p:nvPr/>
        </p:nvCxnSpPr>
        <p:spPr bwMode="gray">
          <a:xfrm flipH="1">
            <a:off x="4421530" y="2606758"/>
            <a:ext cx="2055136" cy="1199363"/>
          </a:xfrm>
          <a:prstGeom prst="straightConnector1">
            <a:avLst/>
          </a:prstGeom>
          <a:noFill/>
          <a:ln w="19050" cap="flat" cmpd="sng" algn="ctr">
            <a:solidFill>
              <a:schemeClr val="tx1"/>
            </a:solidFill>
            <a:prstDash val="solid"/>
            <a:round/>
            <a:headEnd type="none" w="med" len="med"/>
            <a:tailEnd type="stealth"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3" name="任意多边形 24"/>
          <p:cNvSpPr/>
          <p:nvPr/>
        </p:nvSpPr>
        <p:spPr bwMode="gray">
          <a:xfrm>
            <a:off x="5619658" y="4031585"/>
            <a:ext cx="460976" cy="807554"/>
          </a:xfrm>
          <a:custGeom>
            <a:avLst/>
            <a:gdLst>
              <a:gd name="connsiteX0" fmla="*/ 0 w 259943"/>
              <a:gd name="connsiteY0" fmla="*/ 0 h 1049154"/>
              <a:gd name="connsiteX1" fmla="*/ 259882 w 259943"/>
              <a:gd name="connsiteY1" fmla="*/ 336884 h 1049154"/>
              <a:gd name="connsiteX2" fmla="*/ 19251 w 259943"/>
              <a:gd name="connsiteY2" fmla="*/ 1049154 h 1049154"/>
            </a:gdLst>
            <a:ahLst/>
            <a:cxnLst>
              <a:cxn ang="0">
                <a:pos x="connsiteX0" y="connsiteY0"/>
              </a:cxn>
              <a:cxn ang="0">
                <a:pos x="connsiteX1" y="connsiteY1"/>
              </a:cxn>
              <a:cxn ang="0">
                <a:pos x="connsiteX2" y="connsiteY2"/>
              </a:cxn>
            </a:cxnLst>
            <a:rect l="l" t="t" r="r" b="b"/>
            <a:pathLst>
              <a:path w="259943" h="1049154">
                <a:moveTo>
                  <a:pt x="0" y="0"/>
                </a:moveTo>
                <a:cubicBezTo>
                  <a:pt x="128337" y="81012"/>
                  <a:pt x="256674" y="162025"/>
                  <a:pt x="259882" y="336884"/>
                </a:cubicBezTo>
                <a:cubicBezTo>
                  <a:pt x="263091" y="511743"/>
                  <a:pt x="141171" y="780448"/>
                  <a:pt x="19251" y="1049154"/>
                </a:cubicBezTo>
              </a:path>
            </a:pathLst>
          </a:custGeom>
          <a:noFill/>
          <a:ln w="19050">
            <a:solidFill>
              <a:schemeClr val="tx1"/>
            </a:solidFill>
            <a:tailEnd type="arrow"/>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rtlCol="0" anchor="ctr"/>
          <a:lstStyle/>
          <a:p>
            <a:pPr marL="0" marR="0" lvl="0" indent="0" algn="ctr" defTabSz="914400" eaLnBrk="1" fontAlgn="base" latinLnBrk="0" hangingPunct="1">
              <a:lnSpc>
                <a:spcPct val="120000"/>
              </a:lnSpc>
              <a:spcBef>
                <a:spcPct val="0"/>
              </a:spcBef>
              <a:spcAft>
                <a:spcPct val="0"/>
              </a:spcAft>
              <a:buClrTx/>
              <a:buSzTx/>
              <a:buFontTx/>
              <a:buNone/>
              <a:defRPr/>
            </a:pPr>
            <a:endParaRPr kumimoji="0" lang="en-US" sz="1800" b="0" i="0" u="none" strike="noStrike" kern="0" cap="none" spc="0" normalizeH="0" noProof="0">
              <a:ln>
                <a:noFill/>
              </a:ln>
              <a:solidFill>
                <a:srgbClr val="000000"/>
              </a:solidFill>
              <a:effectLst/>
              <a:uLnTx/>
              <a:uFillTx/>
              <a:cs typeface="+mn-ea"/>
              <a:sym typeface="+mn-lt"/>
            </a:endParaRPr>
          </a:p>
        </p:txBody>
      </p:sp>
      <p:sp>
        <p:nvSpPr>
          <p:cNvPr id="14" name="文本框 13"/>
          <p:cNvSpPr txBox="1"/>
          <p:nvPr/>
        </p:nvSpPr>
        <p:spPr bwMode="gray">
          <a:xfrm>
            <a:off x="5608811" y="4724855"/>
            <a:ext cx="1335416" cy="585610"/>
          </a:xfrm>
          <a:prstGeom prst="rect">
            <a:avLst/>
          </a:prstGeom>
          <a:noFill/>
        </p:spPr>
        <p:txBody>
          <a:bodyPr wrap="square" rtlCol="0">
            <a:spAutoFit/>
          </a:bodyPr>
          <a:lstStyle/>
          <a:p>
            <a:pPr defTabSz="914400" fontAlgn="base">
              <a:lnSpc>
                <a:spcPct val="120000"/>
              </a:lnSpc>
              <a:spcBef>
                <a:spcPct val="0"/>
              </a:spcBef>
              <a:spcAft>
                <a:spcPct val="0"/>
              </a:spcAft>
            </a:pPr>
            <a:r>
              <a:rPr lang="en-US" altLang="zh-CN" sz="1400" b="1" dirty="0">
                <a:cs typeface="+mn-ea"/>
                <a:sym typeface="+mn-lt"/>
              </a:rPr>
              <a:t>Active Segment</a:t>
            </a:r>
            <a:endParaRPr lang="zh-CN" altLang="en-US" sz="1400" b="1" dirty="0" err="1">
              <a:cs typeface="+mn-ea"/>
              <a:sym typeface="+mn-lt"/>
            </a:endParaRPr>
          </a:p>
        </p:txBody>
      </p:sp>
      <p:grpSp>
        <p:nvGrpSpPr>
          <p:cNvPr id="15" name="组合 14"/>
          <p:cNvGrpSpPr/>
          <p:nvPr/>
        </p:nvGrpSpPr>
        <p:grpSpPr bwMode="gray">
          <a:xfrm>
            <a:off x="903020" y="1748674"/>
            <a:ext cx="5098851" cy="415499"/>
            <a:chOff x="1209352" y="2089356"/>
            <a:chExt cx="5098851" cy="486631"/>
          </a:xfrm>
        </p:grpSpPr>
        <p:sp>
          <p:nvSpPr>
            <p:cNvPr id="16" name="Rectangle 2"/>
            <p:cNvSpPr/>
            <p:nvPr/>
          </p:nvSpPr>
          <p:spPr bwMode="gray">
            <a:xfrm>
              <a:off x="4965418" y="2089356"/>
              <a:ext cx="1342785" cy="486631"/>
            </a:xfrm>
            <a:prstGeom prst="rect">
              <a:avLst/>
            </a:prstGeom>
            <a:solidFill>
              <a:srgbClr val="30B5C5"/>
            </a:solidFill>
            <a:ln w="25400" cap="flat" cmpd="sng" algn="ctr">
              <a:noFill/>
              <a:prstDash val="solid"/>
            </a:ln>
            <a:effectLst/>
          </p:spPr>
          <p:txBody>
            <a:bodyPr rtlCol="0" anchor="ctr"/>
            <a:lstStyle/>
            <a:p>
              <a:pPr marL="0" marR="0" lvl="0" indent="0" algn="ctr" defTabSz="914400" eaLnBrk="1" fontAlgn="base" latinLnBrk="0" hangingPunct="1">
                <a:lnSpc>
                  <a:spcPct val="120000"/>
                </a:lnSpc>
                <a:spcBef>
                  <a:spcPct val="0"/>
                </a:spcBef>
                <a:spcAft>
                  <a:spcPct val="0"/>
                </a:spcAft>
                <a:buClrTx/>
                <a:buSzTx/>
                <a:buFontTx/>
                <a:buNone/>
                <a:defRPr/>
              </a:pPr>
              <a:r>
                <a:rPr kumimoji="0" lang="en-US" sz="1400" b="1" i="0" u="none" strike="noStrike" kern="0" cap="none" spc="0" normalizeH="0" noProof="0" dirty="0">
                  <a:ln>
                    <a:noFill/>
                  </a:ln>
                  <a:effectLst/>
                  <a:uLnTx/>
                  <a:uFillTx/>
                  <a:cs typeface="+mn-ea"/>
                  <a:sym typeface="+mn-lt"/>
                </a:rPr>
                <a:t>IP</a:t>
              </a:r>
              <a:r>
                <a:rPr kumimoji="0" lang="en-US" altLang="zh-CN" sz="1400" b="1" i="0" u="none" strike="noStrike" kern="0" cap="none" spc="0" normalizeH="0" noProof="0" dirty="0">
                  <a:ln>
                    <a:noFill/>
                  </a:ln>
                  <a:effectLst/>
                  <a:uLnTx/>
                  <a:uFillTx/>
                  <a:cs typeface="+mn-ea"/>
                  <a:sym typeface="+mn-lt"/>
                </a:rPr>
                <a:t>v6 </a:t>
              </a:r>
              <a:r>
                <a:rPr kumimoji="0" lang="en-US" sz="1400" b="1" i="0" u="none" strike="noStrike" kern="0" cap="none" spc="0" normalizeH="0" noProof="0" dirty="0">
                  <a:ln>
                    <a:noFill/>
                  </a:ln>
                  <a:effectLst/>
                  <a:uLnTx/>
                  <a:uFillTx/>
                  <a:cs typeface="+mn-ea"/>
                  <a:sym typeface="+mn-lt"/>
                </a:rPr>
                <a:t>Payload</a:t>
              </a:r>
              <a:endParaRPr kumimoji="0" lang="en-GB" sz="1400" b="1" i="0" u="none" strike="noStrike" kern="0" cap="none" spc="0" normalizeH="0" noProof="0" dirty="0">
                <a:ln>
                  <a:noFill/>
                </a:ln>
                <a:effectLst/>
                <a:uLnTx/>
                <a:uFillTx/>
                <a:cs typeface="+mn-ea"/>
                <a:sym typeface="+mn-lt"/>
              </a:endParaRPr>
            </a:p>
          </p:txBody>
        </p:sp>
        <p:sp>
          <p:nvSpPr>
            <p:cNvPr id="17" name="Rectangle 2"/>
            <p:cNvSpPr/>
            <p:nvPr/>
          </p:nvSpPr>
          <p:spPr bwMode="gray">
            <a:xfrm>
              <a:off x="1209352" y="2089357"/>
              <a:ext cx="1464400" cy="486630"/>
            </a:xfrm>
            <a:prstGeom prst="rect">
              <a:avLst/>
            </a:prstGeom>
            <a:solidFill>
              <a:schemeClr val="accent5">
                <a:lumMod val="90000"/>
              </a:schemeClr>
            </a:solidFill>
            <a:ln w="25400" cap="flat" cmpd="sng" algn="ctr">
              <a:noFill/>
              <a:prstDash val="solid"/>
            </a:ln>
            <a:effectLst/>
          </p:spPr>
          <p:txBody>
            <a:bodyPr rtlCol="0" anchor="ctr"/>
            <a:lstStyle/>
            <a:p>
              <a:pPr marL="0" marR="0" lvl="0" indent="0" algn="ctr" defTabSz="914400" eaLnBrk="1" fontAlgn="base" latinLnBrk="0" hangingPunct="1">
                <a:lnSpc>
                  <a:spcPct val="120000"/>
                </a:lnSpc>
                <a:spcBef>
                  <a:spcPct val="0"/>
                </a:spcBef>
                <a:spcAft>
                  <a:spcPct val="0"/>
                </a:spcAft>
                <a:buClrTx/>
                <a:buSzTx/>
                <a:buFontTx/>
                <a:buNone/>
                <a:defRPr/>
              </a:pPr>
              <a:r>
                <a:rPr kumimoji="0" lang="en-US" sz="1400" b="1" i="0" u="none" strike="noStrike" kern="0" cap="none" spc="0" normalizeH="0" noProof="0" dirty="0">
                  <a:ln>
                    <a:noFill/>
                  </a:ln>
                  <a:effectLst/>
                  <a:uLnTx/>
                  <a:uFillTx/>
                  <a:cs typeface="+mn-ea"/>
                  <a:sym typeface="+mn-lt"/>
                </a:rPr>
                <a:t>IP</a:t>
              </a:r>
              <a:r>
                <a:rPr kumimoji="0" lang="en-US" altLang="zh-CN" sz="1400" b="1" i="0" u="none" strike="noStrike" kern="0" cap="none" spc="0" normalizeH="0" noProof="0" dirty="0">
                  <a:ln>
                    <a:noFill/>
                  </a:ln>
                  <a:effectLst/>
                  <a:uLnTx/>
                  <a:uFillTx/>
                  <a:cs typeface="+mn-ea"/>
                  <a:sym typeface="+mn-lt"/>
                </a:rPr>
                <a:t>v6</a:t>
              </a:r>
              <a:r>
                <a:rPr kumimoji="0" lang="en-US" sz="1400" b="1" i="0" u="none" strike="noStrike" kern="0" cap="none" spc="0" normalizeH="0" noProof="0" dirty="0">
                  <a:ln>
                    <a:noFill/>
                  </a:ln>
                  <a:effectLst/>
                  <a:uLnTx/>
                  <a:uFillTx/>
                  <a:cs typeface="+mn-ea"/>
                  <a:sym typeface="+mn-lt"/>
                </a:rPr>
                <a:t> Header</a:t>
              </a:r>
              <a:endParaRPr kumimoji="0" lang="en-GB" sz="1400" b="1" i="0" u="none" strike="noStrike" kern="0" cap="none" spc="0" normalizeH="0" noProof="0" dirty="0">
                <a:ln>
                  <a:noFill/>
                </a:ln>
                <a:effectLst/>
                <a:uLnTx/>
                <a:uFillTx/>
                <a:cs typeface="+mn-ea"/>
                <a:sym typeface="+mn-lt"/>
              </a:endParaRPr>
            </a:p>
          </p:txBody>
        </p:sp>
        <p:sp>
          <p:nvSpPr>
            <p:cNvPr id="18" name="Rectangle 2"/>
            <p:cNvSpPr/>
            <p:nvPr/>
          </p:nvSpPr>
          <p:spPr bwMode="gray">
            <a:xfrm>
              <a:off x="2694876" y="2089357"/>
              <a:ext cx="2235707" cy="486630"/>
            </a:xfrm>
            <a:prstGeom prst="rect">
              <a:avLst/>
            </a:prstGeom>
            <a:solidFill>
              <a:schemeClr val="accent2">
                <a:lumMod val="20000"/>
                <a:lumOff val="80000"/>
              </a:schemeClr>
            </a:solidFill>
            <a:ln w="25400" cap="flat" cmpd="sng" algn="ctr">
              <a:noFill/>
              <a:prstDash val="solid"/>
            </a:ln>
            <a:effectLst/>
          </p:spPr>
          <p:txBody>
            <a:bodyPr rtlCol="0" anchor="ctr"/>
            <a:lstStyle/>
            <a:p>
              <a:pPr marL="0" marR="0" lvl="0" indent="0" algn="ctr" defTabSz="914400" eaLnBrk="1" fontAlgn="base" latinLnBrk="0" hangingPunct="1">
                <a:lnSpc>
                  <a:spcPct val="120000"/>
                </a:lnSpc>
                <a:spcBef>
                  <a:spcPct val="0"/>
                </a:spcBef>
                <a:spcAft>
                  <a:spcPct val="0"/>
                </a:spcAft>
                <a:buClrTx/>
                <a:buSzTx/>
                <a:buFontTx/>
                <a:buNone/>
                <a:defRPr/>
              </a:pPr>
              <a:r>
                <a:rPr kumimoji="0" lang="en-US" sz="1400" b="1" i="0" u="none" strike="noStrike" kern="0" cap="none" spc="0" normalizeH="0" noProof="0" dirty="0">
                  <a:ln>
                    <a:noFill/>
                  </a:ln>
                  <a:effectLst/>
                  <a:uLnTx/>
                  <a:uFillTx/>
                  <a:cs typeface="+mn-ea"/>
                  <a:sym typeface="+mn-lt"/>
                </a:rPr>
                <a:t>IPV6 SRH</a:t>
              </a:r>
              <a:r>
                <a:rPr kumimoji="0" lang="zh-CN" altLang="en-US" sz="1400" b="1" i="0" u="none" strike="noStrike" kern="0" cap="none" spc="0" normalizeH="0" noProof="0" dirty="0">
                  <a:ln>
                    <a:noFill/>
                  </a:ln>
                  <a:effectLst/>
                  <a:uLnTx/>
                  <a:uFillTx/>
                  <a:cs typeface="+mn-ea"/>
                  <a:sym typeface="+mn-lt"/>
                </a:rPr>
                <a:t>（</a:t>
              </a:r>
              <a:r>
                <a:rPr kumimoji="0" lang="en-US" altLang="zh-CN" sz="1400" b="1" i="0" u="none" strike="noStrike" kern="0" cap="none" spc="0" normalizeH="0" noProof="0" dirty="0">
                  <a:ln>
                    <a:noFill/>
                  </a:ln>
                  <a:effectLst/>
                  <a:uLnTx/>
                  <a:uFillTx/>
                  <a:cs typeface="+mn-ea"/>
                  <a:sym typeface="+mn-lt"/>
                </a:rPr>
                <a:t>IPv6</a:t>
              </a:r>
              <a:r>
                <a:rPr kumimoji="0" lang="zh-CN" altLang="en-US" sz="1400" b="1" i="0" u="none" strike="noStrike" kern="0" cap="none" spc="0" normalizeH="0" noProof="0" dirty="0">
                  <a:ln>
                    <a:noFill/>
                  </a:ln>
                  <a:effectLst/>
                  <a:uLnTx/>
                  <a:uFillTx/>
                  <a:cs typeface="+mn-ea"/>
                  <a:sym typeface="+mn-lt"/>
                </a:rPr>
                <a:t>扩展头）</a:t>
              </a:r>
              <a:endParaRPr kumimoji="0" lang="en-GB" sz="1400" b="1" i="0" u="none" strike="noStrike" kern="0" cap="none" spc="0" normalizeH="0" noProof="0" dirty="0">
                <a:ln>
                  <a:noFill/>
                </a:ln>
                <a:effectLst/>
                <a:uLnTx/>
                <a:uFillTx/>
                <a:cs typeface="+mn-ea"/>
                <a:sym typeface="+mn-lt"/>
              </a:endParaRPr>
            </a:p>
          </p:txBody>
        </p:sp>
      </p:grpSp>
    </p:spTree>
  </p:cSld>
  <p:clrMapOvr>
    <a:masterClrMapping/>
  </p:clrMapOvr>
</p:sld>
</file>

<file path=ppt/slides/slide2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sz="3600" dirty="0">
                <a:cs typeface="+mn-ea"/>
                <a:sym typeface="+mn-lt"/>
              </a:rPr>
              <a:t>SRv6</a:t>
            </a:r>
            <a:r>
              <a:rPr lang="zh-CN" altLang="en-US" sz="3600" dirty="0">
                <a:cs typeface="+mn-ea"/>
                <a:sym typeface="+mn-lt"/>
              </a:rPr>
              <a:t>报文转发</a:t>
            </a:r>
            <a:endParaRPr lang="zh-CN" altLang="en-US" dirty="0"/>
          </a:p>
        </p:txBody>
      </p:sp>
      <p:sp>
        <p:nvSpPr>
          <p:cNvPr id="3" name="内容占位符 2"/>
          <p:cNvSpPr>
            <a:spLocks noGrp="1"/>
          </p:cNvSpPr>
          <p:nvPr>
            <p:ph sz="half" idx="1"/>
          </p:nvPr>
        </p:nvSpPr>
        <p:spPr>
          <a:xfrm>
            <a:off x="334434" y="1052514"/>
            <a:ext cx="11328400" cy="1786195"/>
          </a:xfrm>
        </p:spPr>
        <p:txBody>
          <a:bodyPr>
            <a:normAutofit/>
          </a:bodyPr>
          <a:lstStyle/>
          <a:p>
            <a:r>
              <a:rPr lang="zh-CN" altLang="en-US" sz="2400" dirty="0">
                <a:cs typeface="+mn-ea"/>
                <a:sym typeface="+mn-lt"/>
              </a:rPr>
              <a:t>在</a:t>
            </a:r>
            <a:r>
              <a:rPr lang="en-US" altLang="zh-CN" sz="2400" dirty="0">
                <a:cs typeface="+mn-ea"/>
                <a:sym typeface="+mn-lt"/>
              </a:rPr>
              <a:t>SRv6</a:t>
            </a:r>
            <a:r>
              <a:rPr lang="zh-CN" altLang="en-US" sz="2400" dirty="0">
                <a:cs typeface="+mn-ea"/>
                <a:sym typeface="+mn-lt"/>
              </a:rPr>
              <a:t>转发过程中每经过一个</a:t>
            </a:r>
            <a:r>
              <a:rPr lang="en-US" altLang="zh-CN" sz="2400" dirty="0">
                <a:cs typeface="+mn-ea"/>
                <a:sym typeface="+mn-lt"/>
              </a:rPr>
              <a:t>SRv6 </a:t>
            </a:r>
            <a:r>
              <a:rPr lang="zh-CN" altLang="en-US" sz="2400" dirty="0">
                <a:cs typeface="+mn-ea"/>
                <a:sym typeface="+mn-lt"/>
              </a:rPr>
              <a:t>节点，</a:t>
            </a:r>
            <a:r>
              <a:rPr lang="en-US" altLang="zh-CN" sz="2400" dirty="0">
                <a:cs typeface="+mn-ea"/>
                <a:sym typeface="+mn-lt"/>
              </a:rPr>
              <a:t>Segments Left</a:t>
            </a:r>
            <a:r>
              <a:rPr lang="zh-CN" altLang="en-US" sz="2400" dirty="0">
                <a:cs typeface="+mn-ea"/>
                <a:sym typeface="+mn-lt"/>
              </a:rPr>
              <a:t>（</a:t>
            </a:r>
            <a:r>
              <a:rPr lang="en-US" altLang="zh-CN" sz="2400" dirty="0">
                <a:cs typeface="+mn-ea"/>
                <a:sym typeface="+mn-lt"/>
              </a:rPr>
              <a:t>SL</a:t>
            </a:r>
            <a:r>
              <a:rPr lang="zh-CN" altLang="en-US" sz="2400" dirty="0">
                <a:cs typeface="+mn-ea"/>
                <a:sym typeface="+mn-lt"/>
              </a:rPr>
              <a:t>）字段减</a:t>
            </a:r>
            <a:r>
              <a:rPr lang="en-US" altLang="zh-CN" sz="2400" dirty="0">
                <a:cs typeface="+mn-ea"/>
                <a:sym typeface="+mn-lt"/>
              </a:rPr>
              <a:t>1</a:t>
            </a:r>
            <a:r>
              <a:rPr lang="zh-CN" altLang="en-US" sz="2400" dirty="0">
                <a:cs typeface="+mn-ea"/>
                <a:sym typeface="+mn-lt"/>
              </a:rPr>
              <a:t>，</a:t>
            </a:r>
            <a:r>
              <a:rPr lang="en-US" altLang="zh-CN" sz="2400" dirty="0">
                <a:cs typeface="+mn-ea"/>
                <a:sym typeface="+mn-lt"/>
              </a:rPr>
              <a:t>IPv6 DA</a:t>
            </a:r>
            <a:r>
              <a:rPr lang="zh-CN" altLang="en-US" sz="2400" dirty="0">
                <a:cs typeface="+mn-ea"/>
                <a:sym typeface="+mn-lt"/>
              </a:rPr>
              <a:t>信息变换一次。</a:t>
            </a:r>
            <a:r>
              <a:rPr lang="en-US" altLang="zh-CN" sz="2400" dirty="0">
                <a:cs typeface="+mn-ea"/>
                <a:sym typeface="+mn-lt"/>
              </a:rPr>
              <a:t>Segments Left</a:t>
            </a:r>
            <a:r>
              <a:rPr lang="zh-CN" altLang="en-US" sz="2400" dirty="0">
                <a:cs typeface="+mn-ea"/>
                <a:sym typeface="+mn-lt"/>
              </a:rPr>
              <a:t>和</a:t>
            </a:r>
            <a:r>
              <a:rPr lang="en-US" altLang="zh-CN" sz="2400" dirty="0">
                <a:cs typeface="+mn-ea"/>
                <a:sym typeface="+mn-lt"/>
              </a:rPr>
              <a:t>Segment List</a:t>
            </a:r>
            <a:r>
              <a:rPr lang="zh-CN" altLang="en-US" sz="2400" dirty="0">
                <a:cs typeface="+mn-ea"/>
                <a:sym typeface="+mn-lt"/>
              </a:rPr>
              <a:t>字段共同决定</a:t>
            </a:r>
            <a:r>
              <a:rPr lang="en-US" altLang="zh-CN" sz="2400" dirty="0">
                <a:cs typeface="+mn-ea"/>
                <a:sym typeface="+mn-lt"/>
              </a:rPr>
              <a:t>IPv6 DA</a:t>
            </a:r>
            <a:r>
              <a:rPr lang="zh-CN" altLang="en-US" sz="2400" dirty="0">
                <a:cs typeface="+mn-ea"/>
                <a:sym typeface="+mn-lt"/>
              </a:rPr>
              <a:t>信息</a:t>
            </a:r>
            <a:endParaRPr lang="zh-CN" altLang="en-US" sz="2400" dirty="0">
              <a:cs typeface="+mn-ea"/>
              <a:sym typeface="+mn-lt"/>
            </a:endParaRPr>
          </a:p>
          <a:p>
            <a:r>
              <a:rPr lang="en-US" altLang="zh-CN" sz="2400" dirty="0">
                <a:cs typeface="+mn-ea"/>
                <a:sym typeface="+mn-lt"/>
              </a:rPr>
              <a:t>SRv6 SRH</a:t>
            </a:r>
            <a:r>
              <a:rPr lang="zh-CN" altLang="en-US" sz="2400" dirty="0">
                <a:cs typeface="+mn-ea"/>
                <a:sym typeface="+mn-lt"/>
              </a:rPr>
              <a:t>是从下到上逆序操作，</a:t>
            </a:r>
            <a:r>
              <a:rPr lang="en-US" altLang="zh-CN" sz="2400" dirty="0">
                <a:cs typeface="+mn-ea"/>
                <a:sym typeface="+mn-lt"/>
              </a:rPr>
              <a:t>SRH</a:t>
            </a:r>
            <a:r>
              <a:rPr lang="zh-CN" altLang="en-US" sz="2400" dirty="0">
                <a:cs typeface="+mn-ea"/>
                <a:sym typeface="+mn-lt"/>
              </a:rPr>
              <a:t>中的</a:t>
            </a:r>
            <a:r>
              <a:rPr lang="en-US" altLang="zh-CN" sz="2400" dirty="0">
                <a:cs typeface="+mn-ea"/>
                <a:sym typeface="+mn-lt"/>
              </a:rPr>
              <a:t>Segment</a:t>
            </a:r>
            <a:r>
              <a:rPr lang="zh-CN" altLang="en-US" sz="2400" dirty="0">
                <a:cs typeface="+mn-ea"/>
                <a:sym typeface="+mn-lt"/>
              </a:rPr>
              <a:t>在经过节点后也不会被弹出。因此</a:t>
            </a:r>
            <a:r>
              <a:rPr lang="en-US" altLang="zh-CN" sz="2400" dirty="0">
                <a:cs typeface="+mn-ea"/>
                <a:sym typeface="+mn-lt"/>
              </a:rPr>
              <a:t>SRv6</a:t>
            </a:r>
            <a:r>
              <a:rPr lang="zh-CN" altLang="en-US" sz="2400" dirty="0">
                <a:cs typeface="+mn-ea"/>
                <a:sym typeface="+mn-lt"/>
              </a:rPr>
              <a:t>报头可以做路径回溯</a:t>
            </a:r>
            <a:endParaRPr lang="zh-CN" altLang="en-US" sz="2400" dirty="0">
              <a:cs typeface="+mn-ea"/>
              <a:sym typeface="+mn-lt"/>
            </a:endParaRPr>
          </a:p>
        </p:txBody>
      </p:sp>
      <p:sp>
        <p:nvSpPr>
          <p:cNvPr id="5" name="灯片编号占位符 4"/>
          <p:cNvSpPr>
            <a:spLocks noGrp="1"/>
          </p:cNvSpPr>
          <p:nvPr>
            <p:ph type="sldNum" sz="quarter" idx="12"/>
          </p:nvPr>
        </p:nvSpPr>
        <p:spPr/>
        <p:txBody>
          <a:bodyPr/>
          <a:lstStyle/>
          <a:p>
            <a:pPr>
              <a:defRPr/>
            </a:pPr>
            <a:fld id="{5ACAED0A-32C0-459D-9CE5-9FDF4154FCB4}" type="slidenum">
              <a:rPr lang="en-US" altLang="zh-CN" smtClean="0"/>
            </a:fld>
            <a:endParaRPr lang="en-US" altLang="zh-CN" dirty="0"/>
          </a:p>
        </p:txBody>
      </p:sp>
      <p:grpSp>
        <p:nvGrpSpPr>
          <p:cNvPr id="45" name="组合 44"/>
          <p:cNvGrpSpPr/>
          <p:nvPr/>
        </p:nvGrpSpPr>
        <p:grpSpPr>
          <a:xfrm>
            <a:off x="983432" y="2963149"/>
            <a:ext cx="9799733" cy="3490187"/>
            <a:chOff x="767408" y="2801395"/>
            <a:chExt cx="9799733" cy="3490187"/>
          </a:xfrm>
        </p:grpSpPr>
        <p:cxnSp>
          <p:nvCxnSpPr>
            <p:cNvPr id="6" name="直接连接符 5"/>
            <p:cNvCxnSpPr>
              <a:stCxn id="35" idx="3"/>
              <a:endCxn id="42" idx="1"/>
            </p:cNvCxnSpPr>
            <p:nvPr/>
          </p:nvCxnSpPr>
          <p:spPr>
            <a:xfrm flipV="1">
              <a:off x="1515209" y="3591549"/>
              <a:ext cx="8294389" cy="1385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Freeform 159"/>
            <p:cNvSpPr/>
            <p:nvPr/>
          </p:nvSpPr>
          <p:spPr>
            <a:xfrm flipH="1">
              <a:off x="6234744" y="3227799"/>
              <a:ext cx="973564" cy="508910"/>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lnSpc>
                  <a:spcPct val="120000"/>
                </a:lnSpc>
              </a:pPr>
              <a:endParaRPr lang="en-US">
                <a:cs typeface="+mn-ea"/>
                <a:sym typeface="+mn-lt"/>
              </a:endParaRPr>
            </a:p>
          </p:txBody>
        </p:sp>
        <p:sp>
          <p:nvSpPr>
            <p:cNvPr id="13" name="矩形 12"/>
            <p:cNvSpPr/>
            <p:nvPr/>
          </p:nvSpPr>
          <p:spPr>
            <a:xfrm>
              <a:off x="1355381" y="4662318"/>
              <a:ext cx="1824015" cy="1619739"/>
            </a:xfrm>
            <a:prstGeom prst="rect">
              <a:avLst/>
            </a:prstGeom>
            <a:solidFill>
              <a:schemeClr val="accent5">
                <a:lumMod val="9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1600">
                <a:solidFill>
                  <a:schemeClr val="tx1"/>
                </a:solidFill>
                <a:cs typeface="+mn-ea"/>
                <a:sym typeface="+mn-lt"/>
              </a:endParaRPr>
            </a:p>
          </p:txBody>
        </p:sp>
        <p:sp>
          <p:nvSpPr>
            <p:cNvPr id="14" name="文本框 13"/>
            <p:cNvSpPr txBox="1"/>
            <p:nvPr/>
          </p:nvSpPr>
          <p:spPr>
            <a:xfrm>
              <a:off x="1433499" y="4671843"/>
              <a:ext cx="1686679" cy="1619739"/>
            </a:xfrm>
            <a:prstGeom prst="rect">
              <a:avLst/>
            </a:prstGeom>
            <a:noFill/>
          </p:spPr>
          <p:txBody>
            <a:bodyPr wrap="none" rtlCol="0">
              <a:spAutoFit/>
            </a:bodyPr>
            <a:lstStyle/>
            <a:p>
              <a:pPr algn="ctr">
                <a:lnSpc>
                  <a:spcPct val="120000"/>
                </a:lnSpc>
              </a:pPr>
              <a:r>
                <a:rPr lang="en-US" altLang="zh-CN" sz="1400" dirty="0">
                  <a:cs typeface="+mn-ea"/>
                  <a:sym typeface="+mn-lt"/>
                </a:rPr>
                <a:t>SRH(SL=n)</a:t>
              </a:r>
              <a:endParaRPr lang="en-US" altLang="zh-CN" sz="1400" dirty="0">
                <a:cs typeface="+mn-ea"/>
                <a:sym typeface="+mn-lt"/>
              </a:endParaRPr>
            </a:p>
            <a:p>
              <a:pPr algn="ctr">
                <a:lnSpc>
                  <a:spcPct val="120000"/>
                </a:lnSpc>
              </a:pPr>
              <a:r>
                <a:rPr lang="en-US" altLang="zh-CN" sz="1400" dirty="0">
                  <a:cs typeface="+mn-ea"/>
                  <a:sym typeface="+mn-lt"/>
                </a:rPr>
                <a:t>(Segment List [0],</a:t>
              </a:r>
              <a:endParaRPr lang="en-US" altLang="zh-CN" sz="1400" dirty="0">
                <a:cs typeface="+mn-ea"/>
                <a:sym typeface="+mn-lt"/>
              </a:endParaRPr>
            </a:p>
            <a:p>
              <a:pPr algn="ctr">
                <a:lnSpc>
                  <a:spcPct val="120000"/>
                </a:lnSpc>
              </a:pPr>
              <a:r>
                <a:rPr lang="en-US" altLang="zh-CN" sz="1400" dirty="0">
                  <a:cs typeface="+mn-ea"/>
                  <a:sym typeface="+mn-lt"/>
                </a:rPr>
                <a:t>Segment List [1],</a:t>
              </a:r>
              <a:endParaRPr lang="en-US" altLang="zh-CN" sz="1400" dirty="0">
                <a:cs typeface="+mn-ea"/>
                <a:sym typeface="+mn-lt"/>
              </a:endParaRPr>
            </a:p>
            <a:p>
              <a:pPr algn="ctr">
                <a:lnSpc>
                  <a:spcPct val="120000"/>
                </a:lnSpc>
              </a:pPr>
              <a:r>
                <a:rPr lang="en-US" altLang="zh-CN" sz="1400" dirty="0">
                  <a:cs typeface="+mn-ea"/>
                  <a:sym typeface="+mn-lt"/>
                </a:rPr>
                <a:t>…,</a:t>
              </a:r>
              <a:endParaRPr lang="en-US" altLang="zh-CN" sz="1400" dirty="0">
                <a:cs typeface="+mn-ea"/>
                <a:sym typeface="+mn-lt"/>
              </a:endParaRPr>
            </a:p>
            <a:p>
              <a:pPr algn="ctr">
                <a:lnSpc>
                  <a:spcPct val="120000"/>
                </a:lnSpc>
              </a:pPr>
              <a:r>
                <a:rPr lang="en-US" altLang="zh-CN" sz="1400" dirty="0">
                  <a:cs typeface="+mn-ea"/>
                  <a:sym typeface="+mn-lt"/>
                </a:rPr>
                <a:t>Segment List [n-1],</a:t>
              </a:r>
              <a:endParaRPr lang="en-US" altLang="zh-CN" sz="1400" dirty="0">
                <a:cs typeface="+mn-ea"/>
                <a:sym typeface="+mn-lt"/>
              </a:endParaRPr>
            </a:p>
            <a:p>
              <a:pPr algn="ctr">
                <a:lnSpc>
                  <a:spcPct val="120000"/>
                </a:lnSpc>
              </a:pPr>
              <a:r>
                <a:rPr lang="en-US" altLang="zh-CN" sz="1400" dirty="0">
                  <a:cs typeface="+mn-ea"/>
                  <a:sym typeface="+mn-lt"/>
                </a:rPr>
                <a:t>Segment List [n])</a:t>
              </a:r>
              <a:endParaRPr lang="zh-CN" altLang="en-US" sz="1400" dirty="0">
                <a:cs typeface="+mn-ea"/>
                <a:sym typeface="+mn-lt"/>
              </a:endParaRPr>
            </a:p>
          </p:txBody>
        </p:sp>
        <p:sp>
          <p:nvSpPr>
            <p:cNvPr id="15" name="矩形 14"/>
            <p:cNvSpPr/>
            <p:nvPr/>
          </p:nvSpPr>
          <p:spPr>
            <a:xfrm>
              <a:off x="1355381" y="4050687"/>
              <a:ext cx="1824015" cy="563105"/>
            </a:xfrm>
            <a:prstGeom prst="rect">
              <a:avLst/>
            </a:prstGeom>
            <a:solidFill>
              <a:schemeClr val="accent1">
                <a:lumMod val="9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1600">
                <a:solidFill>
                  <a:schemeClr val="tx1"/>
                </a:solidFill>
                <a:cs typeface="+mn-ea"/>
                <a:sym typeface="+mn-lt"/>
              </a:endParaRPr>
            </a:p>
          </p:txBody>
        </p:sp>
        <p:sp>
          <p:nvSpPr>
            <p:cNvPr id="16" name="文本框 15"/>
            <p:cNvSpPr txBox="1"/>
            <p:nvPr/>
          </p:nvSpPr>
          <p:spPr>
            <a:xfrm>
              <a:off x="1537693" y="4017712"/>
              <a:ext cx="1478290" cy="585610"/>
            </a:xfrm>
            <a:prstGeom prst="rect">
              <a:avLst/>
            </a:prstGeom>
            <a:noFill/>
          </p:spPr>
          <p:txBody>
            <a:bodyPr wrap="none" rtlCol="0">
              <a:spAutoFit/>
            </a:bodyPr>
            <a:lstStyle/>
            <a:p>
              <a:pPr algn="ctr">
                <a:lnSpc>
                  <a:spcPct val="120000"/>
                </a:lnSpc>
              </a:pPr>
              <a:r>
                <a:rPr lang="en-US" altLang="zh-CN" sz="1400" dirty="0">
                  <a:cs typeface="+mn-ea"/>
                  <a:sym typeface="+mn-lt"/>
                </a:rPr>
                <a:t>IPv6 DA=</a:t>
              </a:r>
              <a:endParaRPr lang="en-US" altLang="zh-CN" sz="1400" dirty="0">
                <a:cs typeface="+mn-ea"/>
                <a:sym typeface="+mn-lt"/>
              </a:endParaRPr>
            </a:p>
            <a:p>
              <a:pPr algn="ctr">
                <a:lnSpc>
                  <a:spcPct val="120000"/>
                </a:lnSpc>
              </a:pPr>
              <a:r>
                <a:rPr lang="en-US" altLang="zh-CN" sz="1400" dirty="0">
                  <a:cs typeface="+mn-ea"/>
                  <a:sym typeface="+mn-lt"/>
                </a:rPr>
                <a:t>Segment List [n]</a:t>
              </a:r>
              <a:endParaRPr lang="zh-CN" altLang="en-US" sz="1400" dirty="0">
                <a:cs typeface="+mn-ea"/>
                <a:sym typeface="+mn-lt"/>
              </a:endParaRPr>
            </a:p>
          </p:txBody>
        </p:sp>
        <p:sp>
          <p:nvSpPr>
            <p:cNvPr id="17" name="矩形 16"/>
            <p:cNvSpPr/>
            <p:nvPr/>
          </p:nvSpPr>
          <p:spPr>
            <a:xfrm>
              <a:off x="3551362" y="4662318"/>
              <a:ext cx="1824015" cy="1619739"/>
            </a:xfrm>
            <a:prstGeom prst="rect">
              <a:avLst/>
            </a:prstGeom>
            <a:solidFill>
              <a:schemeClr val="accent5">
                <a:lumMod val="9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1600">
                <a:solidFill>
                  <a:schemeClr val="tx1"/>
                </a:solidFill>
                <a:cs typeface="+mn-ea"/>
                <a:sym typeface="+mn-lt"/>
              </a:endParaRPr>
            </a:p>
          </p:txBody>
        </p:sp>
        <p:sp>
          <p:nvSpPr>
            <p:cNvPr id="18" name="文本框 17"/>
            <p:cNvSpPr txBox="1"/>
            <p:nvPr/>
          </p:nvSpPr>
          <p:spPr>
            <a:xfrm>
              <a:off x="3629480" y="4671843"/>
              <a:ext cx="1686679" cy="1619739"/>
            </a:xfrm>
            <a:prstGeom prst="rect">
              <a:avLst/>
            </a:prstGeom>
            <a:noFill/>
          </p:spPr>
          <p:txBody>
            <a:bodyPr wrap="none" rtlCol="0">
              <a:spAutoFit/>
            </a:bodyPr>
            <a:lstStyle/>
            <a:p>
              <a:pPr algn="ctr">
                <a:lnSpc>
                  <a:spcPct val="120000"/>
                </a:lnSpc>
              </a:pPr>
              <a:r>
                <a:rPr lang="en-US" altLang="zh-CN" sz="1400" dirty="0">
                  <a:cs typeface="+mn-ea"/>
                  <a:sym typeface="+mn-lt"/>
                </a:rPr>
                <a:t>SRH(SL=n-1)</a:t>
              </a:r>
              <a:endParaRPr lang="en-US" altLang="zh-CN" sz="1400" dirty="0">
                <a:cs typeface="+mn-ea"/>
                <a:sym typeface="+mn-lt"/>
              </a:endParaRPr>
            </a:p>
            <a:p>
              <a:pPr algn="ctr">
                <a:lnSpc>
                  <a:spcPct val="120000"/>
                </a:lnSpc>
              </a:pPr>
              <a:r>
                <a:rPr lang="en-US" altLang="zh-CN" sz="1400" dirty="0">
                  <a:cs typeface="+mn-ea"/>
                  <a:sym typeface="+mn-lt"/>
                </a:rPr>
                <a:t>(Segment List [0],</a:t>
              </a:r>
              <a:endParaRPr lang="en-US" altLang="zh-CN" sz="1400" dirty="0">
                <a:cs typeface="+mn-ea"/>
                <a:sym typeface="+mn-lt"/>
              </a:endParaRPr>
            </a:p>
            <a:p>
              <a:pPr algn="ctr">
                <a:lnSpc>
                  <a:spcPct val="120000"/>
                </a:lnSpc>
              </a:pPr>
              <a:r>
                <a:rPr lang="en-US" altLang="zh-CN" sz="1400" dirty="0">
                  <a:cs typeface="+mn-ea"/>
                  <a:sym typeface="+mn-lt"/>
                </a:rPr>
                <a:t>Segment List [1],</a:t>
              </a:r>
              <a:endParaRPr lang="en-US" altLang="zh-CN" sz="1400" dirty="0">
                <a:cs typeface="+mn-ea"/>
                <a:sym typeface="+mn-lt"/>
              </a:endParaRPr>
            </a:p>
            <a:p>
              <a:pPr algn="ctr">
                <a:lnSpc>
                  <a:spcPct val="120000"/>
                </a:lnSpc>
              </a:pPr>
              <a:r>
                <a:rPr lang="en-US" altLang="zh-CN" sz="1400" dirty="0">
                  <a:cs typeface="+mn-ea"/>
                  <a:sym typeface="+mn-lt"/>
                </a:rPr>
                <a:t>…,</a:t>
              </a:r>
              <a:endParaRPr lang="en-US" altLang="zh-CN" sz="1400" dirty="0">
                <a:cs typeface="+mn-ea"/>
                <a:sym typeface="+mn-lt"/>
              </a:endParaRPr>
            </a:p>
            <a:p>
              <a:pPr algn="ctr">
                <a:lnSpc>
                  <a:spcPct val="120000"/>
                </a:lnSpc>
              </a:pPr>
              <a:r>
                <a:rPr lang="en-US" altLang="zh-CN" sz="1400" dirty="0">
                  <a:cs typeface="+mn-ea"/>
                  <a:sym typeface="+mn-lt"/>
                </a:rPr>
                <a:t>Segment List [n-1],</a:t>
              </a:r>
              <a:endParaRPr lang="en-US" altLang="zh-CN" sz="1400" dirty="0">
                <a:cs typeface="+mn-ea"/>
                <a:sym typeface="+mn-lt"/>
              </a:endParaRPr>
            </a:p>
            <a:p>
              <a:pPr algn="ctr">
                <a:lnSpc>
                  <a:spcPct val="120000"/>
                </a:lnSpc>
              </a:pPr>
              <a:r>
                <a:rPr lang="en-US" altLang="zh-CN" sz="1400" dirty="0">
                  <a:cs typeface="+mn-ea"/>
                  <a:sym typeface="+mn-lt"/>
                </a:rPr>
                <a:t>Segment List [n])</a:t>
              </a:r>
              <a:endParaRPr lang="zh-CN" altLang="en-US" sz="1400" dirty="0">
                <a:cs typeface="+mn-ea"/>
                <a:sym typeface="+mn-lt"/>
              </a:endParaRPr>
            </a:p>
          </p:txBody>
        </p:sp>
        <p:sp>
          <p:nvSpPr>
            <p:cNvPr id="19" name="矩形 18"/>
            <p:cNvSpPr/>
            <p:nvPr/>
          </p:nvSpPr>
          <p:spPr>
            <a:xfrm>
              <a:off x="3551362" y="4050687"/>
              <a:ext cx="1824015" cy="563105"/>
            </a:xfrm>
            <a:prstGeom prst="rect">
              <a:avLst/>
            </a:prstGeom>
            <a:solidFill>
              <a:schemeClr val="accent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1600">
                <a:solidFill>
                  <a:schemeClr val="tx1"/>
                </a:solidFill>
                <a:cs typeface="+mn-ea"/>
                <a:sym typeface="+mn-lt"/>
              </a:endParaRPr>
            </a:p>
          </p:txBody>
        </p:sp>
        <p:sp>
          <p:nvSpPr>
            <p:cNvPr id="20" name="文本框 19"/>
            <p:cNvSpPr txBox="1"/>
            <p:nvPr/>
          </p:nvSpPr>
          <p:spPr>
            <a:xfrm>
              <a:off x="3654325" y="4045271"/>
              <a:ext cx="1636987" cy="585610"/>
            </a:xfrm>
            <a:prstGeom prst="rect">
              <a:avLst/>
            </a:prstGeom>
            <a:noFill/>
          </p:spPr>
          <p:txBody>
            <a:bodyPr wrap="none" rtlCol="0">
              <a:spAutoFit/>
            </a:bodyPr>
            <a:lstStyle/>
            <a:p>
              <a:pPr algn="ctr">
                <a:lnSpc>
                  <a:spcPct val="120000"/>
                </a:lnSpc>
              </a:pPr>
              <a:r>
                <a:rPr lang="en-US" altLang="zh-CN" sz="1400" dirty="0">
                  <a:cs typeface="+mn-ea"/>
                  <a:sym typeface="+mn-lt"/>
                </a:rPr>
                <a:t>IPv6 DA=</a:t>
              </a:r>
              <a:endParaRPr lang="en-US" altLang="zh-CN" sz="1400" dirty="0">
                <a:cs typeface="+mn-ea"/>
                <a:sym typeface="+mn-lt"/>
              </a:endParaRPr>
            </a:p>
            <a:p>
              <a:pPr algn="ctr">
                <a:lnSpc>
                  <a:spcPct val="120000"/>
                </a:lnSpc>
              </a:pPr>
              <a:r>
                <a:rPr lang="en-US" altLang="zh-CN" sz="1400" dirty="0">
                  <a:cs typeface="+mn-ea"/>
                  <a:sym typeface="+mn-lt"/>
                </a:rPr>
                <a:t>Segment List [n-1]</a:t>
              </a:r>
              <a:endParaRPr lang="zh-CN" altLang="en-US" sz="1400" dirty="0">
                <a:cs typeface="+mn-ea"/>
                <a:sym typeface="+mn-lt"/>
              </a:endParaRPr>
            </a:p>
          </p:txBody>
        </p:sp>
        <p:sp>
          <p:nvSpPr>
            <p:cNvPr id="21" name="文本框 20"/>
            <p:cNvSpPr txBox="1"/>
            <p:nvPr/>
          </p:nvSpPr>
          <p:spPr>
            <a:xfrm>
              <a:off x="767408" y="2801395"/>
              <a:ext cx="1101584" cy="585610"/>
            </a:xfrm>
            <a:prstGeom prst="rect">
              <a:avLst/>
            </a:prstGeom>
            <a:noFill/>
          </p:spPr>
          <p:txBody>
            <a:bodyPr wrap="none" rtlCol="0">
              <a:spAutoFit/>
            </a:bodyPr>
            <a:lstStyle/>
            <a:p>
              <a:pPr>
                <a:lnSpc>
                  <a:spcPct val="120000"/>
                </a:lnSpc>
              </a:pPr>
              <a:r>
                <a:rPr lang="en-US" altLang="zh-CN" sz="1400" dirty="0">
                  <a:solidFill>
                    <a:schemeClr val="tx2"/>
                  </a:solidFill>
                  <a:cs typeface="+mn-ea"/>
                  <a:sym typeface="+mn-lt"/>
                </a:rPr>
                <a:t>Source </a:t>
              </a:r>
              <a:endParaRPr lang="en-US" altLang="zh-CN" sz="1400" dirty="0">
                <a:solidFill>
                  <a:schemeClr val="tx2"/>
                </a:solidFill>
                <a:cs typeface="+mn-ea"/>
                <a:sym typeface="+mn-lt"/>
              </a:endParaRPr>
            </a:p>
            <a:p>
              <a:pPr>
                <a:lnSpc>
                  <a:spcPct val="120000"/>
                </a:lnSpc>
              </a:pPr>
              <a:r>
                <a:rPr lang="en-US" altLang="zh-CN" sz="1400" dirty="0">
                  <a:solidFill>
                    <a:schemeClr val="tx2"/>
                  </a:solidFill>
                  <a:cs typeface="+mn-ea"/>
                  <a:sym typeface="+mn-lt"/>
                </a:rPr>
                <a:t>SRv6 Node</a:t>
              </a:r>
              <a:endParaRPr lang="zh-CN" altLang="en-US" sz="1400" dirty="0">
                <a:solidFill>
                  <a:schemeClr val="tx2"/>
                </a:solidFill>
                <a:cs typeface="+mn-ea"/>
                <a:sym typeface="+mn-lt"/>
              </a:endParaRPr>
            </a:p>
          </p:txBody>
        </p:sp>
        <p:sp>
          <p:nvSpPr>
            <p:cNvPr id="22" name="文本框 21"/>
            <p:cNvSpPr txBox="1"/>
            <p:nvPr/>
          </p:nvSpPr>
          <p:spPr>
            <a:xfrm>
              <a:off x="2620082" y="2956796"/>
              <a:ext cx="1478290" cy="327077"/>
            </a:xfrm>
            <a:prstGeom prst="rect">
              <a:avLst/>
            </a:prstGeom>
            <a:noFill/>
          </p:spPr>
          <p:txBody>
            <a:bodyPr wrap="none" rtlCol="0">
              <a:spAutoFit/>
            </a:bodyPr>
            <a:lstStyle/>
            <a:p>
              <a:pPr>
                <a:lnSpc>
                  <a:spcPct val="120000"/>
                </a:lnSpc>
              </a:pPr>
              <a:r>
                <a:rPr lang="en-US" altLang="zh-CN" sz="1400" dirty="0">
                  <a:solidFill>
                    <a:schemeClr val="tx2"/>
                  </a:solidFill>
                  <a:cs typeface="+mn-ea"/>
                  <a:sym typeface="+mn-lt"/>
                </a:rPr>
                <a:t>Segment List [n]</a:t>
              </a:r>
              <a:endParaRPr lang="en-US" altLang="zh-CN" sz="1400" dirty="0">
                <a:solidFill>
                  <a:schemeClr val="tx2"/>
                </a:solidFill>
                <a:cs typeface="+mn-ea"/>
                <a:sym typeface="+mn-lt"/>
              </a:endParaRPr>
            </a:p>
          </p:txBody>
        </p:sp>
        <p:sp>
          <p:nvSpPr>
            <p:cNvPr id="23" name="文本框 22"/>
            <p:cNvSpPr txBox="1"/>
            <p:nvPr/>
          </p:nvSpPr>
          <p:spPr>
            <a:xfrm>
              <a:off x="4675321" y="2956796"/>
              <a:ext cx="1636987" cy="327077"/>
            </a:xfrm>
            <a:prstGeom prst="rect">
              <a:avLst/>
            </a:prstGeom>
            <a:noFill/>
          </p:spPr>
          <p:txBody>
            <a:bodyPr wrap="none" rtlCol="0">
              <a:spAutoFit/>
            </a:bodyPr>
            <a:lstStyle/>
            <a:p>
              <a:pPr>
                <a:lnSpc>
                  <a:spcPct val="120000"/>
                </a:lnSpc>
              </a:pPr>
              <a:r>
                <a:rPr lang="en-US" altLang="zh-CN" sz="1400">
                  <a:solidFill>
                    <a:schemeClr val="tx2"/>
                  </a:solidFill>
                  <a:cs typeface="+mn-ea"/>
                  <a:sym typeface="+mn-lt"/>
                </a:rPr>
                <a:t>Segment List [n-1]</a:t>
              </a:r>
              <a:endParaRPr lang="en-US" altLang="zh-CN" sz="1400">
                <a:solidFill>
                  <a:schemeClr val="tx2"/>
                </a:solidFill>
                <a:cs typeface="+mn-ea"/>
                <a:sym typeface="+mn-lt"/>
              </a:endParaRPr>
            </a:p>
          </p:txBody>
        </p:sp>
        <p:sp>
          <p:nvSpPr>
            <p:cNvPr id="24" name="文本框 23"/>
            <p:cNvSpPr txBox="1"/>
            <p:nvPr/>
          </p:nvSpPr>
          <p:spPr>
            <a:xfrm>
              <a:off x="7024740" y="2956796"/>
              <a:ext cx="1478290" cy="327077"/>
            </a:xfrm>
            <a:prstGeom prst="rect">
              <a:avLst/>
            </a:prstGeom>
            <a:noFill/>
          </p:spPr>
          <p:txBody>
            <a:bodyPr wrap="none" rtlCol="0">
              <a:spAutoFit/>
            </a:bodyPr>
            <a:lstStyle/>
            <a:p>
              <a:pPr>
                <a:lnSpc>
                  <a:spcPct val="120000"/>
                </a:lnSpc>
              </a:pPr>
              <a:r>
                <a:rPr lang="en-US" altLang="zh-CN" sz="1400">
                  <a:solidFill>
                    <a:schemeClr val="tx2"/>
                  </a:solidFill>
                  <a:cs typeface="+mn-ea"/>
                  <a:sym typeface="+mn-lt"/>
                </a:rPr>
                <a:t>Segment List [1]</a:t>
              </a:r>
              <a:endParaRPr lang="en-US" altLang="zh-CN" sz="1400">
                <a:solidFill>
                  <a:schemeClr val="tx2"/>
                </a:solidFill>
                <a:cs typeface="+mn-ea"/>
                <a:sym typeface="+mn-lt"/>
              </a:endParaRPr>
            </a:p>
          </p:txBody>
        </p:sp>
        <p:sp>
          <p:nvSpPr>
            <p:cNvPr id="25" name="文本框 24"/>
            <p:cNvSpPr txBox="1"/>
            <p:nvPr/>
          </p:nvSpPr>
          <p:spPr>
            <a:xfrm>
              <a:off x="9088851" y="2956796"/>
              <a:ext cx="1478290" cy="327077"/>
            </a:xfrm>
            <a:prstGeom prst="rect">
              <a:avLst/>
            </a:prstGeom>
            <a:noFill/>
          </p:spPr>
          <p:txBody>
            <a:bodyPr wrap="none" rtlCol="0">
              <a:spAutoFit/>
            </a:bodyPr>
            <a:lstStyle/>
            <a:p>
              <a:pPr>
                <a:lnSpc>
                  <a:spcPct val="120000"/>
                </a:lnSpc>
              </a:pPr>
              <a:r>
                <a:rPr lang="en-US" altLang="zh-CN" sz="1400">
                  <a:solidFill>
                    <a:schemeClr val="tx2"/>
                  </a:solidFill>
                  <a:cs typeface="+mn-ea"/>
                  <a:sym typeface="+mn-lt"/>
                </a:rPr>
                <a:t>Segment List [0]</a:t>
              </a:r>
              <a:endParaRPr lang="en-US" altLang="zh-CN" sz="1400">
                <a:solidFill>
                  <a:schemeClr val="tx2"/>
                </a:solidFill>
                <a:cs typeface="+mn-ea"/>
                <a:sym typeface="+mn-lt"/>
              </a:endParaRPr>
            </a:p>
          </p:txBody>
        </p:sp>
        <p:sp>
          <p:nvSpPr>
            <p:cNvPr id="26" name="矩形 25"/>
            <p:cNvSpPr/>
            <p:nvPr/>
          </p:nvSpPr>
          <p:spPr>
            <a:xfrm>
              <a:off x="5850177" y="4662318"/>
              <a:ext cx="1824015" cy="1619739"/>
            </a:xfrm>
            <a:prstGeom prst="rect">
              <a:avLst/>
            </a:prstGeom>
            <a:solidFill>
              <a:schemeClr val="accent5">
                <a:lumMod val="9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1600">
                <a:solidFill>
                  <a:schemeClr val="tx1"/>
                </a:solidFill>
                <a:cs typeface="+mn-ea"/>
                <a:sym typeface="+mn-lt"/>
              </a:endParaRPr>
            </a:p>
          </p:txBody>
        </p:sp>
        <p:sp>
          <p:nvSpPr>
            <p:cNvPr id="27" name="文本框 26"/>
            <p:cNvSpPr txBox="1"/>
            <p:nvPr/>
          </p:nvSpPr>
          <p:spPr>
            <a:xfrm>
              <a:off x="5928295" y="4671843"/>
              <a:ext cx="1686679" cy="1619739"/>
            </a:xfrm>
            <a:prstGeom prst="rect">
              <a:avLst/>
            </a:prstGeom>
            <a:noFill/>
          </p:spPr>
          <p:txBody>
            <a:bodyPr wrap="none" rtlCol="0">
              <a:spAutoFit/>
            </a:bodyPr>
            <a:lstStyle/>
            <a:p>
              <a:pPr algn="ctr">
                <a:lnSpc>
                  <a:spcPct val="120000"/>
                </a:lnSpc>
              </a:pPr>
              <a:r>
                <a:rPr lang="en-US" altLang="zh-CN" sz="1400" dirty="0">
                  <a:cs typeface="+mn-ea"/>
                  <a:sym typeface="+mn-lt"/>
                </a:rPr>
                <a:t>SRH(SL=1)</a:t>
              </a:r>
              <a:endParaRPr lang="en-US" altLang="zh-CN" sz="1400" dirty="0">
                <a:cs typeface="+mn-ea"/>
                <a:sym typeface="+mn-lt"/>
              </a:endParaRPr>
            </a:p>
            <a:p>
              <a:pPr algn="ctr">
                <a:lnSpc>
                  <a:spcPct val="120000"/>
                </a:lnSpc>
              </a:pPr>
              <a:r>
                <a:rPr lang="en-US" altLang="zh-CN" sz="1400" dirty="0">
                  <a:cs typeface="+mn-ea"/>
                  <a:sym typeface="+mn-lt"/>
                </a:rPr>
                <a:t>(Segment List [0],</a:t>
              </a:r>
              <a:endParaRPr lang="en-US" altLang="zh-CN" sz="1400" dirty="0">
                <a:cs typeface="+mn-ea"/>
                <a:sym typeface="+mn-lt"/>
              </a:endParaRPr>
            </a:p>
            <a:p>
              <a:pPr algn="ctr">
                <a:lnSpc>
                  <a:spcPct val="120000"/>
                </a:lnSpc>
              </a:pPr>
              <a:r>
                <a:rPr lang="en-US" altLang="zh-CN" sz="1400" dirty="0">
                  <a:cs typeface="+mn-ea"/>
                  <a:sym typeface="+mn-lt"/>
                </a:rPr>
                <a:t>Segment List [1],</a:t>
              </a:r>
              <a:endParaRPr lang="en-US" altLang="zh-CN" sz="1400" dirty="0">
                <a:cs typeface="+mn-ea"/>
                <a:sym typeface="+mn-lt"/>
              </a:endParaRPr>
            </a:p>
            <a:p>
              <a:pPr algn="ctr">
                <a:lnSpc>
                  <a:spcPct val="120000"/>
                </a:lnSpc>
              </a:pPr>
              <a:r>
                <a:rPr lang="en-US" altLang="zh-CN" sz="1400" dirty="0">
                  <a:cs typeface="+mn-ea"/>
                  <a:sym typeface="+mn-lt"/>
                </a:rPr>
                <a:t>…,</a:t>
              </a:r>
              <a:endParaRPr lang="en-US" altLang="zh-CN" sz="1400" dirty="0">
                <a:cs typeface="+mn-ea"/>
                <a:sym typeface="+mn-lt"/>
              </a:endParaRPr>
            </a:p>
            <a:p>
              <a:pPr algn="ctr">
                <a:lnSpc>
                  <a:spcPct val="120000"/>
                </a:lnSpc>
              </a:pPr>
              <a:r>
                <a:rPr lang="en-US" altLang="zh-CN" sz="1400" dirty="0">
                  <a:cs typeface="+mn-ea"/>
                  <a:sym typeface="+mn-lt"/>
                </a:rPr>
                <a:t>Segment List [n-1],</a:t>
              </a:r>
              <a:endParaRPr lang="en-US" altLang="zh-CN" sz="1400" dirty="0">
                <a:cs typeface="+mn-ea"/>
                <a:sym typeface="+mn-lt"/>
              </a:endParaRPr>
            </a:p>
            <a:p>
              <a:pPr algn="ctr">
                <a:lnSpc>
                  <a:spcPct val="120000"/>
                </a:lnSpc>
              </a:pPr>
              <a:r>
                <a:rPr lang="en-US" altLang="zh-CN" sz="1400" dirty="0">
                  <a:cs typeface="+mn-ea"/>
                  <a:sym typeface="+mn-lt"/>
                </a:rPr>
                <a:t>Segment List [n])</a:t>
              </a:r>
              <a:endParaRPr lang="zh-CN" altLang="en-US" sz="1400" dirty="0">
                <a:cs typeface="+mn-ea"/>
                <a:sym typeface="+mn-lt"/>
              </a:endParaRPr>
            </a:p>
          </p:txBody>
        </p:sp>
        <p:sp>
          <p:nvSpPr>
            <p:cNvPr id="28" name="矩形 27"/>
            <p:cNvSpPr/>
            <p:nvPr/>
          </p:nvSpPr>
          <p:spPr>
            <a:xfrm>
              <a:off x="5850177" y="4050687"/>
              <a:ext cx="1824015" cy="563105"/>
            </a:xfrm>
            <a:prstGeom prst="rect">
              <a:avLst/>
            </a:prstGeom>
            <a:solidFill>
              <a:schemeClr val="accent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1600">
                <a:solidFill>
                  <a:schemeClr val="tx1"/>
                </a:solidFill>
                <a:cs typeface="+mn-ea"/>
                <a:sym typeface="+mn-lt"/>
              </a:endParaRPr>
            </a:p>
          </p:txBody>
        </p:sp>
        <p:sp>
          <p:nvSpPr>
            <p:cNvPr id="29" name="文本框 28"/>
            <p:cNvSpPr txBox="1"/>
            <p:nvPr/>
          </p:nvSpPr>
          <p:spPr>
            <a:xfrm>
              <a:off x="6023039" y="4028182"/>
              <a:ext cx="1478290" cy="585610"/>
            </a:xfrm>
            <a:prstGeom prst="rect">
              <a:avLst/>
            </a:prstGeom>
            <a:noFill/>
          </p:spPr>
          <p:txBody>
            <a:bodyPr wrap="none" rtlCol="0">
              <a:spAutoFit/>
            </a:bodyPr>
            <a:lstStyle/>
            <a:p>
              <a:pPr algn="ctr">
                <a:lnSpc>
                  <a:spcPct val="120000"/>
                </a:lnSpc>
              </a:pPr>
              <a:r>
                <a:rPr lang="en-US" altLang="zh-CN" sz="1400" dirty="0">
                  <a:cs typeface="+mn-ea"/>
                  <a:sym typeface="+mn-lt"/>
                </a:rPr>
                <a:t>IPv6 DA=</a:t>
              </a:r>
              <a:endParaRPr lang="en-US" altLang="zh-CN" sz="1400" dirty="0">
                <a:cs typeface="+mn-ea"/>
                <a:sym typeface="+mn-lt"/>
              </a:endParaRPr>
            </a:p>
            <a:p>
              <a:pPr algn="ctr">
                <a:lnSpc>
                  <a:spcPct val="120000"/>
                </a:lnSpc>
              </a:pPr>
              <a:r>
                <a:rPr lang="en-US" altLang="zh-CN" sz="1400" dirty="0">
                  <a:cs typeface="+mn-ea"/>
                  <a:sym typeface="+mn-lt"/>
                </a:rPr>
                <a:t>Segment List [1]</a:t>
              </a:r>
              <a:endParaRPr lang="zh-CN" altLang="en-US" sz="1400" dirty="0">
                <a:cs typeface="+mn-ea"/>
                <a:sym typeface="+mn-lt"/>
              </a:endParaRPr>
            </a:p>
          </p:txBody>
        </p:sp>
        <p:sp>
          <p:nvSpPr>
            <p:cNvPr id="30" name="矩形 29"/>
            <p:cNvSpPr/>
            <p:nvPr/>
          </p:nvSpPr>
          <p:spPr>
            <a:xfrm>
              <a:off x="8148992" y="4662318"/>
              <a:ext cx="1824015" cy="1619739"/>
            </a:xfrm>
            <a:prstGeom prst="rect">
              <a:avLst/>
            </a:prstGeom>
            <a:solidFill>
              <a:schemeClr val="accent5">
                <a:lumMod val="9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1600">
                <a:solidFill>
                  <a:schemeClr val="tx1"/>
                </a:solidFill>
                <a:cs typeface="+mn-ea"/>
                <a:sym typeface="+mn-lt"/>
              </a:endParaRPr>
            </a:p>
          </p:txBody>
        </p:sp>
        <p:sp>
          <p:nvSpPr>
            <p:cNvPr id="31" name="文本框 30"/>
            <p:cNvSpPr txBox="1"/>
            <p:nvPr/>
          </p:nvSpPr>
          <p:spPr>
            <a:xfrm>
              <a:off x="8227110" y="4671843"/>
              <a:ext cx="1686679" cy="1619739"/>
            </a:xfrm>
            <a:prstGeom prst="rect">
              <a:avLst/>
            </a:prstGeom>
            <a:noFill/>
          </p:spPr>
          <p:txBody>
            <a:bodyPr wrap="none" rtlCol="0">
              <a:spAutoFit/>
            </a:bodyPr>
            <a:lstStyle/>
            <a:p>
              <a:pPr algn="ctr">
                <a:lnSpc>
                  <a:spcPct val="120000"/>
                </a:lnSpc>
              </a:pPr>
              <a:r>
                <a:rPr lang="en-US" altLang="zh-CN" sz="1400" dirty="0">
                  <a:cs typeface="+mn-ea"/>
                  <a:sym typeface="+mn-lt"/>
                </a:rPr>
                <a:t>SRH(SL=0)</a:t>
              </a:r>
              <a:endParaRPr lang="en-US" altLang="zh-CN" sz="1400" dirty="0">
                <a:cs typeface="+mn-ea"/>
                <a:sym typeface="+mn-lt"/>
              </a:endParaRPr>
            </a:p>
            <a:p>
              <a:pPr algn="ctr">
                <a:lnSpc>
                  <a:spcPct val="120000"/>
                </a:lnSpc>
              </a:pPr>
              <a:r>
                <a:rPr lang="en-US" altLang="zh-CN" sz="1400" dirty="0">
                  <a:cs typeface="+mn-ea"/>
                  <a:sym typeface="+mn-lt"/>
                </a:rPr>
                <a:t>(Segment List [0],</a:t>
              </a:r>
              <a:endParaRPr lang="en-US" altLang="zh-CN" sz="1400" dirty="0">
                <a:cs typeface="+mn-ea"/>
                <a:sym typeface="+mn-lt"/>
              </a:endParaRPr>
            </a:p>
            <a:p>
              <a:pPr algn="ctr">
                <a:lnSpc>
                  <a:spcPct val="120000"/>
                </a:lnSpc>
              </a:pPr>
              <a:r>
                <a:rPr lang="en-US" altLang="zh-CN" sz="1400" dirty="0">
                  <a:cs typeface="+mn-ea"/>
                  <a:sym typeface="+mn-lt"/>
                </a:rPr>
                <a:t>Segment List [1],</a:t>
              </a:r>
              <a:endParaRPr lang="en-US" altLang="zh-CN" sz="1400" dirty="0">
                <a:cs typeface="+mn-ea"/>
                <a:sym typeface="+mn-lt"/>
              </a:endParaRPr>
            </a:p>
            <a:p>
              <a:pPr algn="ctr">
                <a:lnSpc>
                  <a:spcPct val="120000"/>
                </a:lnSpc>
              </a:pPr>
              <a:r>
                <a:rPr lang="en-US" altLang="zh-CN" sz="1400" dirty="0">
                  <a:cs typeface="+mn-ea"/>
                  <a:sym typeface="+mn-lt"/>
                </a:rPr>
                <a:t>…,</a:t>
              </a:r>
              <a:endParaRPr lang="en-US" altLang="zh-CN" sz="1400" dirty="0">
                <a:cs typeface="+mn-ea"/>
                <a:sym typeface="+mn-lt"/>
              </a:endParaRPr>
            </a:p>
            <a:p>
              <a:pPr algn="ctr">
                <a:lnSpc>
                  <a:spcPct val="120000"/>
                </a:lnSpc>
              </a:pPr>
              <a:r>
                <a:rPr lang="en-US" altLang="zh-CN" sz="1400" dirty="0">
                  <a:cs typeface="+mn-ea"/>
                  <a:sym typeface="+mn-lt"/>
                </a:rPr>
                <a:t>Segment List [n-1],</a:t>
              </a:r>
              <a:endParaRPr lang="en-US" altLang="zh-CN" sz="1400" dirty="0">
                <a:cs typeface="+mn-ea"/>
                <a:sym typeface="+mn-lt"/>
              </a:endParaRPr>
            </a:p>
            <a:p>
              <a:pPr algn="ctr">
                <a:lnSpc>
                  <a:spcPct val="120000"/>
                </a:lnSpc>
              </a:pPr>
              <a:r>
                <a:rPr lang="en-US" altLang="zh-CN" sz="1400" dirty="0">
                  <a:cs typeface="+mn-ea"/>
                  <a:sym typeface="+mn-lt"/>
                </a:rPr>
                <a:t>Segment List [n])</a:t>
              </a:r>
              <a:endParaRPr lang="zh-CN" altLang="en-US" sz="1400" dirty="0">
                <a:cs typeface="+mn-ea"/>
                <a:sym typeface="+mn-lt"/>
              </a:endParaRPr>
            </a:p>
          </p:txBody>
        </p:sp>
        <p:sp>
          <p:nvSpPr>
            <p:cNvPr id="32" name="矩形 31"/>
            <p:cNvSpPr/>
            <p:nvPr/>
          </p:nvSpPr>
          <p:spPr>
            <a:xfrm>
              <a:off x="8148992" y="4050687"/>
              <a:ext cx="1824015" cy="563105"/>
            </a:xfrm>
            <a:prstGeom prst="rect">
              <a:avLst/>
            </a:prstGeom>
            <a:solidFill>
              <a:schemeClr val="accent1">
                <a:lumMod val="9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1600">
                <a:solidFill>
                  <a:schemeClr val="tx1"/>
                </a:solidFill>
                <a:cs typeface="+mn-ea"/>
                <a:sym typeface="+mn-lt"/>
              </a:endParaRPr>
            </a:p>
          </p:txBody>
        </p:sp>
        <p:sp>
          <p:nvSpPr>
            <p:cNvPr id="33" name="文本框 32"/>
            <p:cNvSpPr txBox="1"/>
            <p:nvPr/>
          </p:nvSpPr>
          <p:spPr>
            <a:xfrm>
              <a:off x="8304592" y="4046440"/>
              <a:ext cx="1478290" cy="585610"/>
            </a:xfrm>
            <a:prstGeom prst="rect">
              <a:avLst/>
            </a:prstGeom>
            <a:noFill/>
          </p:spPr>
          <p:txBody>
            <a:bodyPr wrap="none" rtlCol="0">
              <a:spAutoFit/>
            </a:bodyPr>
            <a:lstStyle/>
            <a:p>
              <a:pPr algn="ctr">
                <a:lnSpc>
                  <a:spcPct val="120000"/>
                </a:lnSpc>
              </a:pPr>
              <a:r>
                <a:rPr lang="en-US" altLang="zh-CN" sz="1400" dirty="0">
                  <a:cs typeface="+mn-ea"/>
                  <a:sym typeface="+mn-lt"/>
                </a:rPr>
                <a:t>IPv6 DA=</a:t>
              </a:r>
              <a:endParaRPr lang="en-US" altLang="zh-CN" sz="1400" dirty="0">
                <a:cs typeface="+mn-ea"/>
                <a:sym typeface="+mn-lt"/>
              </a:endParaRPr>
            </a:p>
            <a:p>
              <a:pPr algn="ctr">
                <a:lnSpc>
                  <a:spcPct val="120000"/>
                </a:lnSpc>
              </a:pPr>
              <a:r>
                <a:rPr lang="en-US" altLang="zh-CN" sz="1400" dirty="0">
                  <a:cs typeface="+mn-ea"/>
                  <a:sym typeface="+mn-lt"/>
                </a:rPr>
                <a:t>Segment List [0]</a:t>
              </a:r>
              <a:endParaRPr lang="zh-CN" altLang="en-US" sz="1400" dirty="0">
                <a:cs typeface="+mn-ea"/>
                <a:sym typeface="+mn-lt"/>
              </a:endParaRPr>
            </a:p>
          </p:txBody>
        </p:sp>
        <p:pic>
          <p:nvPicPr>
            <p:cNvPr id="35" name="图片 34"/>
            <p:cNvPicPr>
              <a:picLocks noChangeAspect="1"/>
            </p:cNvPicPr>
            <p:nvPr/>
          </p:nvPicPr>
          <p:blipFill>
            <a:blip r:embed="rId1"/>
            <a:stretch>
              <a:fillRect/>
            </a:stretch>
          </p:blipFill>
          <p:spPr>
            <a:xfrm>
              <a:off x="1121021" y="3408312"/>
              <a:ext cx="394188" cy="394188"/>
            </a:xfrm>
            <a:prstGeom prst="rect">
              <a:avLst/>
            </a:prstGeom>
          </p:spPr>
        </p:pic>
        <p:pic>
          <p:nvPicPr>
            <p:cNvPr id="36" name="图片 35"/>
            <p:cNvPicPr>
              <a:picLocks noChangeAspect="1"/>
            </p:cNvPicPr>
            <p:nvPr/>
          </p:nvPicPr>
          <p:blipFill>
            <a:blip r:embed="rId1"/>
            <a:stretch>
              <a:fillRect/>
            </a:stretch>
          </p:blipFill>
          <p:spPr>
            <a:xfrm>
              <a:off x="3146027" y="3408312"/>
              <a:ext cx="394188" cy="394188"/>
            </a:xfrm>
            <a:prstGeom prst="rect">
              <a:avLst/>
            </a:prstGeom>
          </p:spPr>
        </p:pic>
        <p:pic>
          <p:nvPicPr>
            <p:cNvPr id="40" name="图片 39"/>
            <p:cNvPicPr>
              <a:picLocks noChangeAspect="1"/>
            </p:cNvPicPr>
            <p:nvPr/>
          </p:nvPicPr>
          <p:blipFill>
            <a:blip r:embed="rId1"/>
            <a:stretch>
              <a:fillRect/>
            </a:stretch>
          </p:blipFill>
          <p:spPr>
            <a:xfrm>
              <a:off x="5425133" y="3445281"/>
              <a:ext cx="394188" cy="394188"/>
            </a:xfrm>
            <a:prstGeom prst="rect">
              <a:avLst/>
            </a:prstGeom>
          </p:spPr>
        </p:pic>
        <p:pic>
          <p:nvPicPr>
            <p:cNvPr id="41" name="图片 40"/>
            <p:cNvPicPr>
              <a:picLocks noChangeAspect="1"/>
            </p:cNvPicPr>
            <p:nvPr/>
          </p:nvPicPr>
          <p:blipFill>
            <a:blip r:embed="rId1"/>
            <a:stretch>
              <a:fillRect/>
            </a:stretch>
          </p:blipFill>
          <p:spPr>
            <a:xfrm>
              <a:off x="7754804" y="3426706"/>
              <a:ext cx="394188" cy="394188"/>
            </a:xfrm>
            <a:prstGeom prst="rect">
              <a:avLst/>
            </a:prstGeom>
          </p:spPr>
        </p:pic>
        <p:pic>
          <p:nvPicPr>
            <p:cNvPr id="42" name="图片 41"/>
            <p:cNvPicPr>
              <a:picLocks noChangeAspect="1"/>
            </p:cNvPicPr>
            <p:nvPr/>
          </p:nvPicPr>
          <p:blipFill>
            <a:blip r:embed="rId1"/>
            <a:stretch>
              <a:fillRect/>
            </a:stretch>
          </p:blipFill>
          <p:spPr>
            <a:xfrm>
              <a:off x="9809598" y="3394455"/>
              <a:ext cx="394188" cy="394188"/>
            </a:xfrm>
            <a:prstGeom prst="rect">
              <a:avLst/>
            </a:prstGeom>
          </p:spPr>
        </p:pic>
      </p:grpSp>
    </p:spTree>
  </p:cSld>
  <p:clrMapOvr>
    <a:masterClrMapping/>
  </p:clrMapOvr>
</p:sld>
</file>

<file path=ppt/slides/slide2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cs typeface="+mn-ea"/>
                <a:sym typeface="+mn-lt"/>
              </a:rPr>
              <a:t>5.7 </a:t>
            </a:r>
            <a:r>
              <a:rPr lang="zh-CN" altLang="en-US" dirty="0">
                <a:cs typeface="+mn-ea"/>
                <a:sym typeface="+mn-lt"/>
              </a:rPr>
              <a:t>本章总结</a:t>
            </a:r>
            <a:endParaRPr lang="zh-CN" altLang="en-US" dirty="0"/>
          </a:p>
        </p:txBody>
      </p:sp>
      <p:sp>
        <p:nvSpPr>
          <p:cNvPr id="3" name="内容占位符 2"/>
          <p:cNvSpPr>
            <a:spLocks noGrp="1"/>
          </p:cNvSpPr>
          <p:nvPr>
            <p:ph sz="half" idx="1"/>
          </p:nvPr>
        </p:nvSpPr>
        <p:spPr>
          <a:xfrm>
            <a:off x="334434" y="1052514"/>
            <a:ext cx="11234174" cy="5437187"/>
          </a:xfrm>
        </p:spPr>
        <p:txBody>
          <a:bodyPr>
            <a:normAutofit/>
          </a:bodyPr>
          <a:lstStyle/>
          <a:p>
            <a:pPr marL="266700" indent="-266700"/>
            <a:r>
              <a:rPr lang="zh-CN" altLang="en-US" dirty="0">
                <a:cs typeface="+mn-ea"/>
                <a:sym typeface="+mn-lt"/>
              </a:rPr>
              <a:t>网络层主要负责将数据包从信源传送到信宿，即完成信源与信宿之间端到端的报文传递</a:t>
            </a:r>
            <a:endParaRPr lang="en-US" altLang="zh-CN" dirty="0">
              <a:cs typeface="+mn-ea"/>
              <a:sym typeface="+mn-lt"/>
            </a:endParaRPr>
          </a:p>
          <a:p>
            <a:pPr marL="266700" indent="-266700"/>
            <a:r>
              <a:rPr lang="zh-CN" altLang="zh-CN" dirty="0">
                <a:cs typeface="+mn-ea"/>
              </a:rPr>
              <a:t>网络层提供了两种主要功能：交换和路由。交换是在两个或多个设备之间建立临时连接，路由选择从一点到另一点发送数据包的最佳路径</a:t>
            </a:r>
            <a:endParaRPr lang="en-US" altLang="zh-CN" dirty="0">
              <a:cs typeface="+mn-ea"/>
            </a:endParaRPr>
          </a:p>
          <a:p>
            <a:pPr marL="266700" indent="-266700"/>
            <a:r>
              <a:rPr lang="zh-CN" altLang="zh-CN" dirty="0">
                <a:cs typeface="+mn-ea"/>
              </a:rPr>
              <a:t>网络层可以为传输层提供面向连接的服务和无连接服务。在</a:t>
            </a:r>
            <a:r>
              <a:rPr lang="en-US" altLang="zh-CN" dirty="0">
                <a:cs typeface="+mn-ea"/>
              </a:rPr>
              <a:t>TCP/IP</a:t>
            </a:r>
            <a:r>
              <a:rPr lang="zh-CN" altLang="zh-CN" dirty="0">
                <a:cs typeface="+mn-ea"/>
              </a:rPr>
              <a:t>体系中，网络层仅向传输层提供不可靠、无连接、尽最大努力交付的数据报服务</a:t>
            </a:r>
            <a:endParaRPr lang="en-US" altLang="zh-CN" dirty="0">
              <a:cs typeface="+mn-ea"/>
            </a:endParaRPr>
          </a:p>
          <a:p>
            <a:pPr marL="266700" indent="-266700"/>
            <a:r>
              <a:rPr lang="zh-CN" altLang="zh-CN" dirty="0">
                <a:cs typeface="+mn-ea"/>
              </a:rPr>
              <a:t>网络层的主要互连设备是路由器，路由器具有多个输入端口和多个输出端口，任务是路由和转发分组。路由器的结构分为路由选择和分组转发两大部分</a:t>
            </a:r>
            <a:endParaRPr lang="en-US" altLang="zh-CN" dirty="0">
              <a:cs typeface="+mn-ea"/>
            </a:endParaRPr>
          </a:p>
          <a:p>
            <a:pPr marL="266700" indent="-266700"/>
            <a:endParaRPr lang="en-US" altLang="zh-CN" sz="2600" dirty="0">
              <a:cs typeface="+mn-ea"/>
              <a:sym typeface="+mn-lt"/>
            </a:endParaRPr>
          </a:p>
        </p:txBody>
      </p:sp>
      <p:sp>
        <p:nvSpPr>
          <p:cNvPr id="5" name="灯片编号占位符 4"/>
          <p:cNvSpPr>
            <a:spLocks noGrp="1"/>
          </p:cNvSpPr>
          <p:nvPr>
            <p:ph type="sldNum" sz="quarter" idx="12"/>
          </p:nvPr>
        </p:nvSpPr>
        <p:spPr/>
        <p:txBody>
          <a:bodyPr/>
          <a:lstStyle/>
          <a:p>
            <a:pPr>
              <a:defRPr/>
            </a:pPr>
            <a:fld id="{5ACAED0A-32C0-459D-9CE5-9FDF4154FCB4}" type="slidenum">
              <a:rPr lang="en-US" altLang="zh-CN" smtClean="0"/>
            </a:fld>
            <a:endParaRPr lang="en-US" altLang="zh-CN" dirty="0"/>
          </a:p>
        </p:txBody>
      </p:sp>
    </p:spTree>
  </p:cSld>
  <p:clrMapOvr>
    <a:masterClrMapping/>
  </p:clrMapOvr>
</p:sld>
</file>

<file path=ppt/slides/slide2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cs typeface="+mn-ea"/>
                <a:sym typeface="+mn-lt"/>
              </a:rPr>
              <a:t>本章总结</a:t>
            </a:r>
            <a:endParaRPr lang="zh-CN" altLang="en-US" dirty="0"/>
          </a:p>
        </p:txBody>
      </p:sp>
      <p:sp>
        <p:nvSpPr>
          <p:cNvPr id="3" name="内容占位符 2"/>
          <p:cNvSpPr>
            <a:spLocks noGrp="1"/>
          </p:cNvSpPr>
          <p:nvPr>
            <p:ph sz="half" idx="1"/>
          </p:nvPr>
        </p:nvSpPr>
        <p:spPr>
          <a:xfrm>
            <a:off x="334434" y="1052514"/>
            <a:ext cx="11522206" cy="5437187"/>
          </a:xfrm>
        </p:spPr>
        <p:txBody>
          <a:bodyPr>
            <a:normAutofit/>
          </a:bodyPr>
          <a:lstStyle/>
          <a:p>
            <a:pPr marL="266700" indent="-266700"/>
            <a:r>
              <a:rPr lang="zh-CN" altLang="zh-CN" dirty="0">
                <a:cs typeface="+mn-ea"/>
              </a:rPr>
              <a:t>理想的路由选择算法应符合正确性、简单性、坚定性、稳定性、公平性和最佳性的基本要求</a:t>
            </a:r>
            <a:endParaRPr lang="en-US" altLang="zh-CN" dirty="0">
              <a:cs typeface="+mn-ea"/>
            </a:endParaRPr>
          </a:p>
          <a:p>
            <a:pPr marL="266700" indent="-266700"/>
            <a:r>
              <a:rPr lang="zh-CN" altLang="zh-CN" dirty="0">
                <a:cs typeface="+mn-ea"/>
              </a:rPr>
              <a:t>在路由中，具有最短距离的路径是最佳的路径。距离最短的标准可以是费用最小、传输延迟最小、数据传输速率最大、以及这些因素的组合</a:t>
            </a:r>
            <a:endParaRPr lang="en-US" altLang="zh-CN" dirty="0">
              <a:cs typeface="+mn-ea"/>
            </a:endParaRPr>
          </a:p>
          <a:p>
            <a:pPr marL="266700" indent="-266700"/>
            <a:r>
              <a:rPr lang="zh-CN" altLang="zh-CN" dirty="0">
                <a:cs typeface="+mn-ea"/>
              </a:rPr>
              <a:t>最常用的计算最短路径的方法有两种：距离向量路由和链路状态路由。网络中实际运行的路由选择协议大多基于这两种算法（如内部网关协议</a:t>
            </a:r>
            <a:r>
              <a:rPr lang="en-US" altLang="zh-CN" dirty="0">
                <a:cs typeface="+mn-ea"/>
              </a:rPr>
              <a:t>RIP</a:t>
            </a:r>
            <a:r>
              <a:rPr lang="zh-CN" altLang="zh-CN" dirty="0">
                <a:cs typeface="+mn-ea"/>
              </a:rPr>
              <a:t>、</a:t>
            </a:r>
            <a:r>
              <a:rPr lang="en-US" altLang="zh-CN" dirty="0">
                <a:cs typeface="+mn-ea"/>
              </a:rPr>
              <a:t>OSPF</a:t>
            </a:r>
            <a:r>
              <a:rPr lang="zh-CN" altLang="zh-CN" dirty="0">
                <a:cs typeface="+mn-ea"/>
              </a:rPr>
              <a:t>，外部网关协议</a:t>
            </a:r>
            <a:r>
              <a:rPr lang="en-US" altLang="zh-CN" dirty="0">
                <a:cs typeface="+mn-ea"/>
              </a:rPr>
              <a:t>BGP)</a:t>
            </a:r>
            <a:endParaRPr lang="en-US" altLang="zh-CN" dirty="0">
              <a:cs typeface="+mn-ea"/>
            </a:endParaRPr>
          </a:p>
          <a:p>
            <a:pPr marL="266700" indent="-266700"/>
            <a:r>
              <a:rPr lang="zh-CN" altLang="zh-CN" dirty="0">
                <a:cs typeface="+mn-ea"/>
              </a:rPr>
              <a:t>流量控制和拥塞控制技术用于减少拥塞并提高网络性能</a:t>
            </a:r>
            <a:endParaRPr lang="en-US" altLang="zh-CN" dirty="0">
              <a:cs typeface="+mn-ea"/>
            </a:endParaRPr>
          </a:p>
          <a:p>
            <a:pPr marL="266700" indent="-266700"/>
            <a:r>
              <a:rPr lang="zh-CN" altLang="zh-CN" dirty="0">
                <a:cs typeface="+mn-ea"/>
              </a:rPr>
              <a:t>服务质量保证的技术包括过度配置、流量整形、数据包调度、资源预留等</a:t>
            </a:r>
            <a:r>
              <a:rPr lang="zh-CN" altLang="en-US" dirty="0">
                <a:cs typeface="+mn-ea"/>
              </a:rPr>
              <a:t>；</a:t>
            </a:r>
            <a:r>
              <a:rPr lang="zh-CN" altLang="zh-CN" dirty="0">
                <a:cs typeface="+mn-ea"/>
              </a:rPr>
              <a:t>提供服务质量保证的规范性方案包括综合服务和区分服务</a:t>
            </a:r>
            <a:endParaRPr lang="zh-CN" altLang="zh-CN" dirty="0">
              <a:cs typeface="+mn-ea"/>
            </a:endParaRPr>
          </a:p>
          <a:p>
            <a:pPr marL="266700" indent="-266700"/>
            <a:endParaRPr lang="zh-CN" altLang="zh-CN" dirty="0">
              <a:cs typeface="+mn-ea"/>
            </a:endParaRPr>
          </a:p>
          <a:p>
            <a:endParaRPr lang="zh-CN" altLang="en-US" dirty="0"/>
          </a:p>
        </p:txBody>
      </p:sp>
      <p:sp>
        <p:nvSpPr>
          <p:cNvPr id="5" name="灯片编号占位符 4"/>
          <p:cNvSpPr>
            <a:spLocks noGrp="1"/>
          </p:cNvSpPr>
          <p:nvPr>
            <p:ph type="sldNum" sz="quarter" idx="12"/>
          </p:nvPr>
        </p:nvSpPr>
        <p:spPr/>
        <p:txBody>
          <a:bodyPr/>
          <a:lstStyle/>
          <a:p>
            <a:pPr>
              <a:defRPr/>
            </a:pPr>
            <a:fld id="{5ACAED0A-32C0-459D-9CE5-9FDF4154FCB4}" type="slidenum">
              <a:rPr lang="en-US" altLang="zh-CN" smtClean="0"/>
            </a:fld>
            <a:endParaRPr lang="en-US" altLang="zh-CN" dirty="0"/>
          </a:p>
        </p:txBody>
      </p:sp>
    </p:spTree>
  </p:cSld>
  <p:clrMapOvr>
    <a:masterClrMapping/>
  </p:clrMapOvr>
</p:sld>
</file>

<file path=ppt/slides/slide2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cs typeface="+mn-ea"/>
                <a:sym typeface="+mn-lt"/>
              </a:rPr>
              <a:t>本章总结</a:t>
            </a:r>
            <a:endParaRPr lang="zh-CN" altLang="en-US" dirty="0"/>
          </a:p>
        </p:txBody>
      </p:sp>
      <p:sp>
        <p:nvSpPr>
          <p:cNvPr id="3" name="内容占位符 2"/>
          <p:cNvSpPr>
            <a:spLocks noGrp="1"/>
          </p:cNvSpPr>
          <p:nvPr>
            <p:ph sz="half" idx="1"/>
          </p:nvPr>
        </p:nvSpPr>
        <p:spPr>
          <a:xfrm>
            <a:off x="334434" y="1052514"/>
            <a:ext cx="11522206" cy="5400822"/>
          </a:xfrm>
        </p:spPr>
        <p:txBody>
          <a:bodyPr>
            <a:noAutofit/>
          </a:bodyPr>
          <a:lstStyle/>
          <a:p>
            <a:pPr marL="266700" indent="-266700"/>
            <a:r>
              <a:rPr lang="en-US" altLang="zh-CN" dirty="0">
                <a:cs typeface="+mn-ea"/>
              </a:rPr>
              <a:t>IP</a:t>
            </a:r>
            <a:r>
              <a:rPr lang="zh-CN" altLang="en-US" dirty="0">
                <a:cs typeface="+mn-ea"/>
              </a:rPr>
              <a:t>协议为高层提供不可靠、无连接的数据报通信服务。所有的</a:t>
            </a:r>
            <a:r>
              <a:rPr lang="en-US" altLang="zh-CN" dirty="0">
                <a:cs typeface="+mn-ea"/>
              </a:rPr>
              <a:t>TCP</a:t>
            </a:r>
            <a:r>
              <a:rPr lang="zh-CN" altLang="en-US" dirty="0">
                <a:cs typeface="+mn-ea"/>
              </a:rPr>
              <a:t>、</a:t>
            </a:r>
            <a:r>
              <a:rPr lang="en-US" altLang="zh-CN" dirty="0">
                <a:cs typeface="+mn-ea"/>
              </a:rPr>
              <a:t>UDP</a:t>
            </a:r>
            <a:r>
              <a:rPr lang="zh-CN" altLang="en-US" dirty="0">
                <a:cs typeface="+mn-ea"/>
              </a:rPr>
              <a:t>、</a:t>
            </a:r>
            <a:r>
              <a:rPr lang="en-US" altLang="zh-CN" dirty="0">
                <a:cs typeface="+mn-ea"/>
              </a:rPr>
              <a:t>ICMP</a:t>
            </a:r>
            <a:r>
              <a:rPr lang="zh-CN" altLang="en-US" dirty="0">
                <a:cs typeface="+mn-ea"/>
              </a:rPr>
              <a:t>、</a:t>
            </a:r>
            <a:r>
              <a:rPr lang="en-US" altLang="zh-CN" dirty="0">
                <a:cs typeface="+mn-ea"/>
              </a:rPr>
              <a:t>IGMP</a:t>
            </a:r>
            <a:r>
              <a:rPr lang="zh-CN" altLang="en-US" dirty="0">
                <a:cs typeface="+mn-ea"/>
              </a:rPr>
              <a:t>数据都以</a:t>
            </a:r>
            <a:r>
              <a:rPr lang="en-US" altLang="zh-CN" dirty="0">
                <a:cs typeface="+mn-ea"/>
              </a:rPr>
              <a:t>IP</a:t>
            </a:r>
            <a:r>
              <a:rPr lang="zh-CN" altLang="en-US" dirty="0">
                <a:cs typeface="+mn-ea"/>
              </a:rPr>
              <a:t>数据报格式传输</a:t>
            </a:r>
            <a:endParaRPr lang="en-US" altLang="zh-CN" dirty="0">
              <a:cs typeface="+mn-ea"/>
            </a:endParaRPr>
          </a:p>
          <a:p>
            <a:pPr marL="266700" indent="-266700"/>
            <a:r>
              <a:rPr lang="zh-CN" altLang="en-US" dirty="0">
                <a:cs typeface="+mn-ea"/>
              </a:rPr>
              <a:t>网络中每个独立主机和路由器的每个接口必须有一个唯一的</a:t>
            </a:r>
            <a:r>
              <a:rPr lang="en-US" altLang="zh-CN" dirty="0">
                <a:cs typeface="+mn-ea"/>
              </a:rPr>
              <a:t>IP</a:t>
            </a:r>
            <a:r>
              <a:rPr lang="zh-CN" altLang="en-US" dirty="0">
                <a:cs typeface="+mn-ea"/>
              </a:rPr>
              <a:t>地址</a:t>
            </a:r>
            <a:endParaRPr lang="en-US" altLang="zh-CN" dirty="0">
              <a:cs typeface="+mn-ea"/>
            </a:endParaRPr>
          </a:p>
          <a:p>
            <a:pPr marL="266700" indent="-266700"/>
            <a:r>
              <a:rPr lang="zh-CN" altLang="en-US" dirty="0">
                <a:cs typeface="+mn-ea"/>
              </a:rPr>
              <a:t>早期</a:t>
            </a:r>
            <a:r>
              <a:rPr lang="en-US" altLang="zh-CN" dirty="0">
                <a:cs typeface="+mn-ea"/>
              </a:rPr>
              <a:t>IPv4 </a:t>
            </a:r>
            <a:r>
              <a:rPr lang="zh-CN" altLang="en-US" dirty="0">
                <a:cs typeface="+mn-ea"/>
              </a:rPr>
              <a:t>地址的设计不合理，造成了地址浪费以及路由表的膨胀。</a:t>
            </a:r>
            <a:r>
              <a:rPr lang="en-US" altLang="zh-CN" dirty="0">
                <a:cs typeface="+mn-ea"/>
              </a:rPr>
              <a:t>CIDR</a:t>
            </a:r>
            <a:r>
              <a:rPr lang="zh-CN" altLang="en-US" dirty="0">
                <a:cs typeface="+mn-ea"/>
              </a:rPr>
              <a:t>和路由聚合</a:t>
            </a:r>
            <a:r>
              <a:rPr lang="zh-CN" altLang="zh-CN" dirty="0">
                <a:cs typeface="+mn-ea"/>
              </a:rPr>
              <a:t>技术的使用，大大减少了路由表的条目数，提高了路由器的转发效率</a:t>
            </a:r>
            <a:endParaRPr lang="zh-CN" altLang="en-US" dirty="0">
              <a:cs typeface="+mn-ea"/>
            </a:endParaRPr>
          </a:p>
          <a:p>
            <a:pPr marL="266700" indent="-266700"/>
            <a:r>
              <a:rPr lang="en-US" altLang="zh-CN" dirty="0">
                <a:cs typeface="+mn-ea"/>
              </a:rPr>
              <a:t>DHCP</a:t>
            </a:r>
            <a:r>
              <a:rPr lang="zh-CN" altLang="zh-CN" dirty="0">
                <a:cs typeface="+mn-ea"/>
              </a:rPr>
              <a:t>提供了主机</a:t>
            </a:r>
            <a:r>
              <a:rPr lang="en-US" altLang="zh-CN" dirty="0">
                <a:cs typeface="+mn-ea"/>
              </a:rPr>
              <a:t>IP</a:t>
            </a:r>
            <a:r>
              <a:rPr lang="zh-CN" altLang="zh-CN" dirty="0">
                <a:cs typeface="+mn-ea"/>
              </a:rPr>
              <a:t>地址动态分配的有效机制，</a:t>
            </a:r>
            <a:r>
              <a:rPr lang="en-US" altLang="zh-CN" dirty="0">
                <a:cs typeface="+mn-ea"/>
              </a:rPr>
              <a:t>NAT</a:t>
            </a:r>
            <a:r>
              <a:rPr lang="zh-CN" altLang="zh-CN" dirty="0">
                <a:cs typeface="+mn-ea"/>
              </a:rPr>
              <a:t>提供了主机内网</a:t>
            </a:r>
            <a:r>
              <a:rPr lang="en-US" altLang="zh-CN" dirty="0">
                <a:cs typeface="+mn-ea"/>
              </a:rPr>
              <a:t>IP</a:t>
            </a:r>
            <a:r>
              <a:rPr lang="zh-CN" altLang="zh-CN" dirty="0">
                <a:cs typeface="+mn-ea"/>
              </a:rPr>
              <a:t>地址到互联网地址的转换机制。</a:t>
            </a:r>
            <a:r>
              <a:rPr lang="en-US" altLang="zh-CN" dirty="0">
                <a:cs typeface="+mn-ea"/>
              </a:rPr>
              <a:t>DHCP</a:t>
            </a:r>
            <a:r>
              <a:rPr lang="zh-CN" altLang="zh-CN" dirty="0">
                <a:cs typeface="+mn-ea"/>
              </a:rPr>
              <a:t>和</a:t>
            </a:r>
            <a:r>
              <a:rPr lang="en-US" altLang="zh-CN" dirty="0">
                <a:cs typeface="+mn-ea"/>
              </a:rPr>
              <a:t>NAT</a:t>
            </a:r>
            <a:r>
              <a:rPr lang="zh-CN" altLang="zh-CN" dirty="0">
                <a:cs typeface="+mn-ea"/>
              </a:rPr>
              <a:t>技术的使用节约了</a:t>
            </a:r>
            <a:r>
              <a:rPr lang="en-US" altLang="zh-CN" dirty="0">
                <a:cs typeface="+mn-ea"/>
              </a:rPr>
              <a:t>IP</a:t>
            </a:r>
            <a:r>
              <a:rPr lang="zh-CN" altLang="zh-CN" dirty="0">
                <a:cs typeface="+mn-ea"/>
              </a:rPr>
              <a:t>地址资源，延缓了</a:t>
            </a:r>
            <a:r>
              <a:rPr lang="en-US" altLang="zh-CN" dirty="0">
                <a:cs typeface="+mn-ea"/>
              </a:rPr>
              <a:t>IPv4</a:t>
            </a:r>
            <a:r>
              <a:rPr lang="zh-CN" altLang="zh-CN" dirty="0">
                <a:cs typeface="+mn-ea"/>
              </a:rPr>
              <a:t>地址资源枯竭时间</a:t>
            </a:r>
            <a:endParaRPr lang="en-US" altLang="zh-CN" dirty="0">
              <a:cs typeface="+mn-ea"/>
            </a:endParaRPr>
          </a:p>
          <a:p>
            <a:pPr marL="266700" indent="-266700"/>
            <a:r>
              <a:rPr lang="en-US" altLang="zh-CN" dirty="0">
                <a:cs typeface="+mn-ea"/>
              </a:rPr>
              <a:t>IP </a:t>
            </a:r>
            <a:r>
              <a:rPr lang="zh-CN" altLang="en-US" dirty="0">
                <a:cs typeface="+mn-ea"/>
              </a:rPr>
              <a:t>协议有三个配套协议：</a:t>
            </a:r>
            <a:r>
              <a:rPr lang="en-US" altLang="zh-CN" dirty="0">
                <a:cs typeface="+mn-ea"/>
              </a:rPr>
              <a:t>ARP</a:t>
            </a:r>
            <a:r>
              <a:rPr lang="zh-CN" altLang="en-US" dirty="0">
                <a:cs typeface="+mn-ea"/>
              </a:rPr>
              <a:t>，</a:t>
            </a:r>
            <a:r>
              <a:rPr lang="en-US" altLang="zh-CN" dirty="0">
                <a:cs typeface="+mn-ea"/>
              </a:rPr>
              <a:t>ICMP</a:t>
            </a:r>
            <a:r>
              <a:rPr lang="zh-CN" altLang="en-US" dirty="0">
                <a:cs typeface="+mn-ea"/>
              </a:rPr>
              <a:t>，</a:t>
            </a:r>
            <a:r>
              <a:rPr lang="en-US" altLang="zh-CN" dirty="0">
                <a:cs typeface="+mn-ea"/>
              </a:rPr>
              <a:t> IGMP</a:t>
            </a:r>
            <a:endParaRPr lang="zh-CN" altLang="en-US" dirty="0">
              <a:cs typeface="+mn-ea"/>
            </a:endParaRPr>
          </a:p>
          <a:p>
            <a:pPr marL="266700" indent="-266700">
              <a:lnSpc>
                <a:spcPct val="120000"/>
              </a:lnSpc>
            </a:pPr>
            <a:endParaRPr lang="en-US" altLang="zh-CN" dirty="0">
              <a:cs typeface="+mn-ea"/>
            </a:endParaRPr>
          </a:p>
        </p:txBody>
      </p:sp>
      <p:sp>
        <p:nvSpPr>
          <p:cNvPr id="5" name="灯片编号占位符 4"/>
          <p:cNvSpPr>
            <a:spLocks noGrp="1"/>
          </p:cNvSpPr>
          <p:nvPr>
            <p:ph type="sldNum" sz="quarter" idx="12"/>
          </p:nvPr>
        </p:nvSpPr>
        <p:spPr/>
        <p:txBody>
          <a:bodyPr/>
          <a:lstStyle/>
          <a:p>
            <a:pPr>
              <a:defRPr/>
            </a:pPr>
            <a:fld id="{5ACAED0A-32C0-459D-9CE5-9FDF4154FCB4}" type="slidenum">
              <a:rPr lang="en-US" altLang="zh-CN" smtClean="0"/>
            </a:fld>
            <a:endParaRPr lang="en-US" altLang="zh-CN" dirty="0"/>
          </a:p>
        </p:txBody>
      </p:sp>
    </p:spTree>
  </p:cSld>
  <p:clrMapOvr>
    <a:masterClrMapping/>
  </p:clrMapOvr>
</p:sld>
</file>

<file path=ppt/slides/slide2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cs typeface="+mn-ea"/>
                <a:sym typeface="+mn-lt"/>
              </a:rPr>
              <a:t>本章总结</a:t>
            </a:r>
            <a:endParaRPr lang="zh-CN" altLang="en-US" dirty="0"/>
          </a:p>
        </p:txBody>
      </p:sp>
      <p:sp>
        <p:nvSpPr>
          <p:cNvPr id="3" name="内容占位符 2"/>
          <p:cNvSpPr>
            <a:spLocks noGrp="1"/>
          </p:cNvSpPr>
          <p:nvPr>
            <p:ph sz="half" idx="1"/>
          </p:nvPr>
        </p:nvSpPr>
        <p:spPr>
          <a:xfrm>
            <a:off x="334434" y="1052514"/>
            <a:ext cx="11522206" cy="5437187"/>
          </a:xfrm>
        </p:spPr>
        <p:txBody>
          <a:bodyPr>
            <a:normAutofit/>
          </a:bodyPr>
          <a:lstStyle/>
          <a:p>
            <a:pPr marL="266700" indent="-266700"/>
            <a:r>
              <a:rPr lang="en-US" altLang="zh-CN" dirty="0">
                <a:cs typeface="+mn-ea"/>
              </a:rPr>
              <a:t>IPv6</a:t>
            </a:r>
            <a:r>
              <a:rPr lang="zh-CN" altLang="zh-CN" dirty="0">
                <a:cs typeface="+mn-ea"/>
              </a:rPr>
              <a:t>具有地址空间巨大、可扩展性好等诸多优势。</a:t>
            </a:r>
            <a:r>
              <a:rPr lang="en-US" altLang="zh-CN" dirty="0">
                <a:cs typeface="+mn-ea"/>
              </a:rPr>
              <a:t>IPv6</a:t>
            </a:r>
            <a:r>
              <a:rPr lang="zh-CN" altLang="zh-CN" dirty="0">
                <a:cs typeface="+mn-ea"/>
              </a:rPr>
              <a:t>的配套协议</a:t>
            </a:r>
            <a:r>
              <a:rPr lang="en-US" altLang="zh-CN" dirty="0">
                <a:cs typeface="+mn-ea"/>
              </a:rPr>
              <a:t>ICMPv6</a:t>
            </a:r>
            <a:r>
              <a:rPr lang="zh-CN" altLang="zh-CN" dirty="0">
                <a:cs typeface="+mn-ea"/>
              </a:rPr>
              <a:t>以其强大的功能取代了</a:t>
            </a:r>
            <a:r>
              <a:rPr lang="en-US" altLang="zh-CN" dirty="0">
                <a:cs typeface="+mn-ea"/>
              </a:rPr>
              <a:t>ARP</a:t>
            </a:r>
            <a:r>
              <a:rPr lang="zh-CN" altLang="zh-CN" dirty="0">
                <a:cs typeface="+mn-ea"/>
              </a:rPr>
              <a:t>、</a:t>
            </a:r>
            <a:r>
              <a:rPr lang="en-US" altLang="zh-CN" dirty="0">
                <a:cs typeface="+mn-ea"/>
              </a:rPr>
              <a:t>IGMP</a:t>
            </a:r>
            <a:r>
              <a:rPr lang="zh-CN" altLang="zh-CN" dirty="0">
                <a:cs typeface="+mn-ea"/>
              </a:rPr>
              <a:t>和</a:t>
            </a:r>
            <a:r>
              <a:rPr lang="en-US" altLang="zh-CN" dirty="0">
                <a:cs typeface="+mn-ea"/>
              </a:rPr>
              <a:t>ICMPv4</a:t>
            </a:r>
            <a:r>
              <a:rPr lang="zh-CN" altLang="en-US" dirty="0">
                <a:cs typeface="+mn-ea"/>
              </a:rPr>
              <a:t>。</a:t>
            </a:r>
            <a:r>
              <a:rPr lang="zh-CN" altLang="zh-CN" dirty="0">
                <a:cs typeface="+mn-ea"/>
              </a:rPr>
              <a:t>随着</a:t>
            </a:r>
            <a:r>
              <a:rPr lang="en-US" altLang="zh-CN" dirty="0">
                <a:cs typeface="+mn-ea"/>
              </a:rPr>
              <a:t>IPv4</a:t>
            </a:r>
            <a:r>
              <a:rPr lang="zh-CN" altLang="zh-CN" dirty="0">
                <a:cs typeface="+mn-ea"/>
              </a:rPr>
              <a:t>地址耗尽，从</a:t>
            </a:r>
            <a:r>
              <a:rPr lang="en-US" altLang="zh-CN" dirty="0">
                <a:cs typeface="+mn-ea"/>
              </a:rPr>
              <a:t>IPv4</a:t>
            </a:r>
            <a:r>
              <a:rPr lang="zh-CN" altLang="zh-CN" dirty="0">
                <a:cs typeface="+mn-ea"/>
              </a:rPr>
              <a:t>向</a:t>
            </a:r>
            <a:r>
              <a:rPr lang="en-US" altLang="zh-CN" dirty="0">
                <a:cs typeface="+mn-ea"/>
              </a:rPr>
              <a:t>IPv6</a:t>
            </a:r>
            <a:r>
              <a:rPr lang="zh-CN" altLang="zh-CN" dirty="0">
                <a:cs typeface="+mn-ea"/>
              </a:rPr>
              <a:t>迁移已经成为各网络当前的工作重点</a:t>
            </a:r>
            <a:endParaRPr lang="en-US" altLang="zh-CN" dirty="0">
              <a:cs typeface="+mn-ea"/>
            </a:endParaRPr>
          </a:p>
          <a:p>
            <a:pPr marL="266700" indent="-266700"/>
            <a:r>
              <a:rPr lang="en-US" altLang="zh-CN" dirty="0">
                <a:cs typeface="+mn-ea"/>
              </a:rPr>
              <a:t>SDN</a:t>
            </a:r>
            <a:r>
              <a:rPr lang="zh-CN" altLang="zh-CN" dirty="0">
                <a:cs typeface="+mn-ea"/>
              </a:rPr>
              <a:t>提供了可编程的网络、全局的网络视野、集中的网络控制等便于网络管理的新功能，促进了网络管理的开放化、标准化和智能化</a:t>
            </a:r>
            <a:endParaRPr lang="zh-CN" altLang="zh-CN" dirty="0">
              <a:cs typeface="+mn-ea"/>
            </a:endParaRPr>
          </a:p>
          <a:p>
            <a:pPr marL="266700" indent="-266700"/>
            <a:r>
              <a:rPr lang="en-US" altLang="zh-CN" dirty="0">
                <a:cs typeface="+mn-ea"/>
              </a:rPr>
              <a:t>MPLS</a:t>
            </a:r>
            <a:r>
              <a:rPr lang="zh-CN" altLang="zh-CN" dirty="0">
                <a:cs typeface="+mn-ea"/>
              </a:rPr>
              <a:t>是为了提高网络设备转发速度提出的技术，</a:t>
            </a:r>
            <a:r>
              <a:rPr lang="zh-CN" altLang="en-US" dirty="0">
                <a:cs typeface="+mn-ea"/>
              </a:rPr>
              <a:t>只</a:t>
            </a:r>
            <a:r>
              <a:rPr lang="zh-CN" altLang="zh-CN" dirty="0">
                <a:cs typeface="+mn-ea"/>
              </a:rPr>
              <a:t>在网络边缘分析</a:t>
            </a:r>
            <a:r>
              <a:rPr lang="en-US" altLang="zh-CN" dirty="0">
                <a:cs typeface="+mn-ea"/>
              </a:rPr>
              <a:t>IP</a:t>
            </a:r>
            <a:r>
              <a:rPr lang="zh-CN" altLang="zh-CN" dirty="0">
                <a:cs typeface="+mn-ea"/>
              </a:rPr>
              <a:t>报文首部，节约了处理时间</a:t>
            </a:r>
            <a:endParaRPr lang="en-US" altLang="zh-CN" dirty="0">
              <a:cs typeface="+mn-ea"/>
            </a:endParaRPr>
          </a:p>
          <a:p>
            <a:pPr marL="266700" indent="-266700"/>
            <a:r>
              <a:rPr lang="en-US" altLang="zh-CN" dirty="0">
                <a:cs typeface="+mn-ea"/>
              </a:rPr>
              <a:t>SRv6</a:t>
            </a:r>
            <a:r>
              <a:rPr lang="zh-CN" altLang="zh-CN" dirty="0">
                <a:cs typeface="+mn-ea"/>
              </a:rPr>
              <a:t>是基于</a:t>
            </a:r>
            <a:r>
              <a:rPr lang="en-US" altLang="zh-CN" dirty="0">
                <a:cs typeface="+mn-ea"/>
              </a:rPr>
              <a:t>IPv6</a:t>
            </a:r>
            <a:r>
              <a:rPr lang="zh-CN" altLang="zh-CN" dirty="0">
                <a:cs typeface="+mn-ea"/>
              </a:rPr>
              <a:t>转发平面，利用</a:t>
            </a:r>
            <a:r>
              <a:rPr lang="en-US" altLang="zh-CN" dirty="0">
                <a:cs typeface="+mn-ea"/>
              </a:rPr>
              <a:t>IPv6</a:t>
            </a:r>
            <a:r>
              <a:rPr lang="zh-CN" altLang="zh-CN" dirty="0">
                <a:cs typeface="+mn-ea"/>
              </a:rPr>
              <a:t>简洁易扩展首部结构，具有源路由、无状态、集中控制的特点，体现出简单、高效、易扩展的特性</a:t>
            </a:r>
            <a:endParaRPr lang="zh-CN" altLang="en-US" dirty="0">
              <a:cs typeface="+mn-ea"/>
            </a:endParaRPr>
          </a:p>
        </p:txBody>
      </p:sp>
      <p:sp>
        <p:nvSpPr>
          <p:cNvPr id="5" name="灯片编号占位符 4"/>
          <p:cNvSpPr>
            <a:spLocks noGrp="1"/>
          </p:cNvSpPr>
          <p:nvPr>
            <p:ph type="sldNum" sz="quarter" idx="12"/>
          </p:nvPr>
        </p:nvSpPr>
        <p:spPr/>
        <p:txBody>
          <a:bodyPr/>
          <a:lstStyle/>
          <a:p>
            <a:pPr>
              <a:defRPr/>
            </a:pPr>
            <a:fld id="{5ACAED0A-32C0-459D-9CE5-9FDF4154FCB4}" type="slidenum">
              <a:rPr lang="en-US" altLang="zh-CN" smtClean="0"/>
            </a:fld>
            <a:endParaRPr lang="en-US" altLang="zh-CN" dirty="0"/>
          </a:p>
        </p:txBody>
      </p:sp>
    </p:spTree>
  </p:cSld>
  <p:clrMapOvr>
    <a:masterClrMapping/>
  </p:clrMapOvr>
</p:sld>
</file>

<file path=ppt/theme/theme1.xml><?xml version="1.0" encoding="utf-8"?>
<a:theme xmlns:a="http://schemas.openxmlformats.org/drawingml/2006/main" name="my-network">
  <a:themeElements>
    <a:clrScheme name="my-network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自定义 1">
      <a:majorFont>
        <a:latin typeface="Times New Roman"/>
        <a:ea typeface="微软雅黑"/>
        <a:cs typeface=""/>
      </a:majorFont>
      <a:minorFont>
        <a:latin typeface="Times New Roman"/>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noFill/>
        <a:ln w="9525" cap="flat" cmpd="sng" algn="ctr">
          <a:solidFill>
            <a:srgbClr val="000000"/>
          </a:solidFill>
          <a:prstDash val="solid"/>
          <a:round/>
          <a:headEnd type="none" w="med" len="med"/>
          <a:tailEnd type="none" w="med" len="med"/>
        </a:ln>
      </a:spPr>
      <a:bodyPr vert="horz" wrap="square" lIns="36000" tIns="36000" rIns="36000" bIns="36000" numCol="1" rtlCol="0" anchor="ctr" anchorCtr="0" compatLnSpc="1">
        <a:normAutofit fontScale="55000" lnSpcReduction="20000"/>
      </a:bodyPr>
      <a:lstStyle>
        <a:defPPr marL="0" marR="0" indent="0" algn="ctr" defTabSz="914400" rtl="0" eaLnBrk="1" fontAlgn="base" latinLnBrk="0" hangingPunct="1">
          <a:lnSpc>
            <a:spcPct val="100000"/>
          </a:lnSpc>
          <a:spcBef>
            <a:spcPct val="0"/>
          </a:spcBef>
          <a:spcAft>
            <a:spcPct val="0"/>
          </a:spcAft>
          <a:buClrTx/>
          <a:buSzTx/>
          <a:buFontTx/>
          <a:buNone/>
          <a:defRPr kumimoji="0" sz="2000" b="0" i="0" u="none" strike="noStrike" cap="none" normalizeH="0" baseline="0" dirty="0" smtClean="0">
            <a:ln>
              <a:noFill/>
            </a:ln>
            <a:solidFill>
              <a:schemeClr val="tx1"/>
            </a:solidFill>
            <a:effectLst/>
            <a:latin typeface="微软雅黑 Light" panose="020B0502040204020203" pitchFamily="34" charset="-122"/>
            <a:ea typeface="微软雅黑 Light" panose="020B0502040204020203" pitchFamily="34" charset="-122"/>
          </a:defRPr>
        </a:defPPr>
      </a:lstStyle>
    </a:spDef>
    <a:lnDef>
      <a:spPr bwMode="auto">
        <a:noFill/>
        <a:ln w="9525" cap="flat" cmpd="sng" algn="ctr">
          <a:solidFill>
            <a:schemeClr val="tx1"/>
          </a:solidFill>
          <a:prstDash val="solid"/>
          <a:round/>
          <a:headEnd type="none" w="med" len="med"/>
          <a:tailEnd type="none" w="med" len="med"/>
        </a:ln>
      </a:spPr>
      <a:bodyPr/>
      <a:lstStyle/>
    </a:lnDef>
    <a:txDef>
      <a:spPr>
        <a:noFill/>
      </a:spPr>
      <a:bodyPr wrap="none" rtlCol="0">
        <a:spAutoFit/>
      </a:bodyPr>
      <a:lstStyle>
        <a:defPPr algn="l">
          <a:defRPr dirty="0" smtClean="0">
            <a:latin typeface="微软雅黑 Light" panose="020B0502040204020203" pitchFamily="34" charset="-122"/>
            <a:ea typeface="微软雅黑 Light" panose="020B0502040204020203" pitchFamily="34" charset="-122"/>
          </a:defRPr>
        </a:defPPr>
      </a:lstStyle>
    </a:txDef>
  </a:objectDefaults>
  <a:extraClrSchemeLst>
    <a:extraClrScheme>
      <a:clrScheme name="my-network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my-network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my-network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my-network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my-network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my-network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my-network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my-network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my-network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my-network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my-network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my-network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my-network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themeOverride>
</file>

<file path=docProps/app.xml><?xml version="1.0" encoding="utf-8"?>
<Properties xmlns="http://schemas.openxmlformats.org/officeDocument/2006/extended-properties" xmlns:vt="http://schemas.openxmlformats.org/officeDocument/2006/docPropsVTypes">
  <TotalTime>0</TotalTime>
  <Words>57626</Words>
  <Application>WPS 演示</Application>
  <PresentationFormat>宽屏</PresentationFormat>
  <Paragraphs>8131</Paragraphs>
  <Slides>252</Slides>
  <Notes>20</Notes>
  <HiddenSlides>0</HiddenSlides>
  <MMClips>0</MMClips>
  <ScaleCrop>false</ScaleCrop>
  <HeadingPairs>
    <vt:vector size="8" baseType="variant">
      <vt:variant>
        <vt:lpstr>已用的字体</vt:lpstr>
      </vt:variant>
      <vt:variant>
        <vt:i4>14</vt:i4>
      </vt:variant>
      <vt:variant>
        <vt:lpstr>主题</vt:lpstr>
      </vt:variant>
      <vt:variant>
        <vt:i4>1</vt:i4>
      </vt:variant>
      <vt:variant>
        <vt:lpstr>嵌入 OLE 服务器</vt:lpstr>
      </vt:variant>
      <vt:variant>
        <vt:i4>1</vt:i4>
      </vt:variant>
      <vt:variant>
        <vt:lpstr>幻灯片标题</vt:lpstr>
      </vt:variant>
      <vt:variant>
        <vt:i4>252</vt:i4>
      </vt:variant>
    </vt:vector>
  </HeadingPairs>
  <TitlesOfParts>
    <vt:vector size="268" baseType="lpstr">
      <vt:lpstr>Arial</vt:lpstr>
      <vt:lpstr>宋体</vt:lpstr>
      <vt:lpstr>Wingdings</vt:lpstr>
      <vt:lpstr>黑体</vt:lpstr>
      <vt:lpstr>微软雅黑 Light</vt:lpstr>
      <vt:lpstr>微软雅黑</vt:lpstr>
      <vt:lpstr>Times New Roman</vt:lpstr>
      <vt:lpstr>华文琥珀</vt:lpstr>
      <vt:lpstr>Arial Unicode MS</vt:lpstr>
      <vt:lpstr>Symbol</vt:lpstr>
      <vt:lpstr>MS PGothic</vt:lpstr>
      <vt:lpstr>Arial</vt:lpstr>
      <vt:lpstr>Consolas</vt:lpstr>
      <vt:lpstr>FrutigerNext LT Medium</vt:lpstr>
      <vt:lpstr>my-network</vt:lpstr>
      <vt:lpstr>CorelDRAW.Graphic.9</vt:lpstr>
      <vt:lpstr>计算机网络</vt:lpstr>
      <vt:lpstr>第5章 网络层</vt:lpstr>
      <vt:lpstr>5.1 网络层基本原理</vt:lpstr>
      <vt:lpstr>网络层的功能和服务</vt:lpstr>
      <vt:lpstr>网络层的功能</vt:lpstr>
      <vt:lpstr>网络层的服务（1）</vt:lpstr>
      <vt:lpstr>网络层的服务（2）</vt:lpstr>
      <vt:lpstr>面向连接网络服务的优缺点</vt:lpstr>
      <vt:lpstr>网络层应提供什么样的服务</vt:lpstr>
      <vt:lpstr>IP层为何选择无连接的服务</vt:lpstr>
      <vt:lpstr>无连接服务的优点</vt:lpstr>
      <vt:lpstr>网络层互连</vt:lpstr>
      <vt:lpstr>路由器</vt:lpstr>
      <vt:lpstr>路由器与交换机的区别</vt:lpstr>
      <vt:lpstr>三层交换机</vt:lpstr>
      <vt:lpstr>网关</vt:lpstr>
      <vt:lpstr>路由选择原理</vt:lpstr>
      <vt:lpstr>路由选择基本要求</vt:lpstr>
      <vt:lpstr>分布式路由选择策略</vt:lpstr>
      <vt:lpstr>集中式路由选择策略</vt:lpstr>
      <vt:lpstr>基本的路由算法</vt:lpstr>
      <vt:lpstr>距离向量路由算法</vt:lpstr>
      <vt:lpstr>互连示例</vt:lpstr>
      <vt:lpstr>路由表的创建与更新(轮次0、1)</vt:lpstr>
      <vt:lpstr>路由表的创建与更新(轮次2、3)</vt:lpstr>
      <vt:lpstr>算法的特点</vt:lpstr>
      <vt:lpstr>距离向量路由选择协议—以IP协议为例</vt:lpstr>
      <vt:lpstr>距离矢量路由选择协议—以IP协议为例</vt:lpstr>
      <vt:lpstr>距离矢量路由选择协议—以IP协议为例</vt:lpstr>
      <vt:lpstr>链路状态路由算法</vt:lpstr>
      <vt:lpstr>完成步骤</vt:lpstr>
      <vt:lpstr>链路状态信息共享（1）</vt:lpstr>
      <vt:lpstr>链路状态信息共享（2）</vt:lpstr>
      <vt:lpstr>链路状态信息共享(3)</vt:lpstr>
      <vt:lpstr>链路状态信息共享(4)</vt:lpstr>
      <vt:lpstr>链路状态信息共享(5)</vt:lpstr>
      <vt:lpstr>链路状态数据库</vt:lpstr>
      <vt:lpstr>迪科斯彻(Dijkstra)算法</vt:lpstr>
      <vt:lpstr>Dijkstra算法的一般步骤</vt:lpstr>
      <vt:lpstr>PowerPoint 演示文稿</vt:lpstr>
      <vt:lpstr>PowerPoint 演示文稿</vt:lpstr>
      <vt:lpstr>PowerPoint 演示文稿</vt:lpstr>
      <vt:lpstr>PowerPoint 演示文稿</vt:lpstr>
      <vt:lpstr>PowerPoint 演示文稿</vt:lpstr>
      <vt:lpstr>PowerPoint 演示文稿</vt:lpstr>
      <vt:lpstr>算法比较</vt:lpstr>
      <vt:lpstr>拥塞控制和服务质量</vt:lpstr>
      <vt:lpstr>QoS保障技术 </vt:lpstr>
      <vt:lpstr>拥塞控制</vt:lpstr>
      <vt:lpstr>拥塞控制的通用原则</vt:lpstr>
      <vt:lpstr>开环控制</vt:lpstr>
      <vt:lpstr>闭环控制</vt:lpstr>
      <vt:lpstr>包交换结点的模型</vt:lpstr>
      <vt:lpstr>拥塞对系统的影响</vt:lpstr>
      <vt:lpstr>控制拥塞的方法</vt:lpstr>
      <vt:lpstr>控制拥塞的方法</vt:lpstr>
      <vt:lpstr>流量控制</vt:lpstr>
      <vt:lpstr>流量控制层次</vt:lpstr>
      <vt:lpstr>主机和源节点间的流量控制</vt:lpstr>
      <vt:lpstr>源节点和目的节点之间的流量控制</vt:lpstr>
      <vt:lpstr>存储转发死锁</vt:lpstr>
      <vt:lpstr>重装死锁</vt:lpstr>
      <vt:lpstr>服务质量</vt:lpstr>
      <vt:lpstr>服务质量的保证方法</vt:lpstr>
      <vt:lpstr>QoS服务模型</vt:lpstr>
      <vt:lpstr>Best-Effort服务模型</vt:lpstr>
      <vt:lpstr>IntServ模型</vt:lpstr>
      <vt:lpstr>DiffServ模型</vt:lpstr>
      <vt:lpstr>5.2 IPv4协议</vt:lpstr>
      <vt:lpstr>尽最大努力交付的好处</vt:lpstr>
      <vt:lpstr>网络层协议概览</vt:lpstr>
      <vt:lpstr>IP地址</vt:lpstr>
      <vt:lpstr>IP地址</vt:lpstr>
      <vt:lpstr>IP地址的分类</vt:lpstr>
      <vt:lpstr>IP地址的分类</vt:lpstr>
      <vt:lpstr>IP地址的表示方法</vt:lpstr>
      <vt:lpstr>各类IP地址的范围</vt:lpstr>
      <vt:lpstr>特殊的IP地址</vt:lpstr>
      <vt:lpstr>特殊的IP地址—网络地址</vt:lpstr>
      <vt:lpstr>特殊的IP地址—32位全0的地址</vt:lpstr>
      <vt:lpstr>特殊的IP地址—广播地址</vt:lpstr>
      <vt:lpstr>特殊的IP地址—环回地址</vt:lpstr>
      <vt:lpstr>特殊的IP地址—私有地址</vt:lpstr>
      <vt:lpstr>IP网络地址如何分配</vt:lpstr>
      <vt:lpstr>早期IP地址分类设计缺陷</vt:lpstr>
      <vt:lpstr>为什么要划分子网</vt:lpstr>
      <vt:lpstr>子网编址</vt:lpstr>
      <vt:lpstr>子网掩码</vt:lpstr>
      <vt:lpstr>子网掩码是一个重要属性</vt:lpstr>
      <vt:lpstr>子网掩码作用</vt:lpstr>
      <vt:lpstr>IP地址和子网掩码</vt:lpstr>
      <vt:lpstr>例1</vt:lpstr>
      <vt:lpstr>例2</vt:lpstr>
      <vt:lpstr>使用255.255.255.128子网掩码的网络</vt:lpstr>
      <vt:lpstr>网络中IP地址使用示例</vt:lpstr>
      <vt:lpstr>无分类编址CIDR</vt:lpstr>
      <vt:lpstr>IP编址问题的演进</vt:lpstr>
      <vt:lpstr>无分类的两级编址</vt:lpstr>
      <vt:lpstr>CIDR地址表示示例</vt:lpstr>
      <vt:lpstr>CIDR记法的其他形式</vt:lpstr>
      <vt:lpstr>CIDR主要特点</vt:lpstr>
      <vt:lpstr>CIDR地址块</vt:lpstr>
      <vt:lpstr>CIDR 地址块划分举例 </vt:lpstr>
      <vt:lpstr>路由聚合(route aggregation)</vt:lpstr>
      <vt:lpstr>构成超网</vt:lpstr>
      <vt:lpstr>如何给主机配置IP地址</vt:lpstr>
      <vt:lpstr>静态配置主机IP地址</vt:lpstr>
      <vt:lpstr>动态主机自动配置</vt:lpstr>
      <vt:lpstr>协议配置</vt:lpstr>
      <vt:lpstr>动态主机配置协议--DHCP</vt:lpstr>
      <vt:lpstr>DHCP工作原理—局域网</vt:lpstr>
      <vt:lpstr>DHCP工作原理—跨网段</vt:lpstr>
      <vt:lpstr>DHCP的地址分配机制</vt:lpstr>
      <vt:lpstr>DHCP报文格式</vt:lpstr>
      <vt:lpstr>DHCP工作过程</vt:lpstr>
      <vt:lpstr>DHCP工作过程—发现阶段</vt:lpstr>
      <vt:lpstr>DHCP工作过程—提供阶段</vt:lpstr>
      <vt:lpstr>DHCP工作过程—选择阶段</vt:lpstr>
      <vt:lpstr>DHCP工作过程—确认阶段</vt:lpstr>
      <vt:lpstr>DHCP工作过程—更新租期</vt:lpstr>
      <vt:lpstr>DHCP工作过程—更新租期</vt:lpstr>
      <vt:lpstr>DHCP工作过程—释放地址</vt:lpstr>
      <vt:lpstr>DHCP协议操作与优化</vt:lpstr>
      <vt:lpstr>NAT</vt:lpstr>
      <vt:lpstr>NAT原理 – Basic NAT</vt:lpstr>
      <vt:lpstr>NAT原理 – NAPT</vt:lpstr>
      <vt:lpstr>NAT原理 – NAT Server</vt:lpstr>
      <vt:lpstr>NAT的优缺点</vt:lpstr>
      <vt:lpstr>IP报文格式</vt:lpstr>
      <vt:lpstr>IP报文格式</vt:lpstr>
      <vt:lpstr>IP报文格式</vt:lpstr>
      <vt:lpstr>IP报文格式</vt:lpstr>
      <vt:lpstr>IP报文格式</vt:lpstr>
      <vt:lpstr>IP报文格式</vt:lpstr>
      <vt:lpstr>IP报文格式</vt:lpstr>
      <vt:lpstr>数据报分段示例</vt:lpstr>
      <vt:lpstr>分片后有关字段的变化</vt:lpstr>
      <vt:lpstr>IP报文格式</vt:lpstr>
      <vt:lpstr>IP报文格式</vt:lpstr>
      <vt:lpstr>IP报文格式</vt:lpstr>
      <vt:lpstr>16位反码求和的算法</vt:lpstr>
      <vt:lpstr>IP报文格式</vt:lpstr>
      <vt:lpstr>IP报文格式</vt:lpstr>
      <vt:lpstr>IP路由选择</vt:lpstr>
      <vt:lpstr>默认路由</vt:lpstr>
      <vt:lpstr>IP交付</vt:lpstr>
      <vt:lpstr>IP转发</vt:lpstr>
      <vt:lpstr>IP转发</vt:lpstr>
      <vt:lpstr>IP转发</vt:lpstr>
      <vt:lpstr>最长前缀匹配</vt:lpstr>
      <vt:lpstr>最长前缀匹配</vt:lpstr>
      <vt:lpstr>最长匹配示例</vt:lpstr>
      <vt:lpstr>最长匹配示例</vt:lpstr>
      <vt:lpstr>路由器转发分组的算法</vt:lpstr>
      <vt:lpstr>ARP协议</vt:lpstr>
      <vt:lpstr>ARP协议</vt:lpstr>
      <vt:lpstr>ARP协议的工作原理</vt:lpstr>
      <vt:lpstr>ARP工作示例</vt:lpstr>
      <vt:lpstr>ARP封装与报文格式</vt:lpstr>
      <vt:lpstr>ARP工作流程</vt:lpstr>
      <vt:lpstr>ARP高速缓存</vt:lpstr>
      <vt:lpstr>ARP命令使用示例</vt:lpstr>
      <vt:lpstr>使用ARP的四种典型情况</vt:lpstr>
      <vt:lpstr>ICMP</vt:lpstr>
      <vt:lpstr>ICMP报文格式和类型</vt:lpstr>
      <vt:lpstr>ICMP报文格式</vt:lpstr>
      <vt:lpstr>ICMP报文类型</vt:lpstr>
      <vt:lpstr>ICMP报文的主要类型(部分)</vt:lpstr>
      <vt:lpstr>检查目的站的可达性</vt:lpstr>
      <vt:lpstr>时间戳请求和回答</vt:lpstr>
      <vt:lpstr>ICMP地址掩码请求与响应</vt:lpstr>
      <vt:lpstr>源点抑制</vt:lpstr>
      <vt:lpstr>其它类型差错报告</vt:lpstr>
      <vt:lpstr>ICMP典型应用—ping程序</vt:lpstr>
      <vt:lpstr>ICMP典型应用—tracert程序</vt:lpstr>
      <vt:lpstr>互联网组管理协议</vt:lpstr>
      <vt:lpstr>IP多播</vt:lpstr>
      <vt:lpstr>IP多播组成部分</vt:lpstr>
      <vt:lpstr>多播组地址</vt:lpstr>
      <vt:lpstr>多播路由器</vt:lpstr>
      <vt:lpstr>单播与多播的比较</vt:lpstr>
      <vt:lpstr>IP多播与MAC组播地址映射过程</vt:lpstr>
      <vt:lpstr>地址映射示例</vt:lpstr>
      <vt:lpstr>IGMP协议</vt:lpstr>
      <vt:lpstr>IGMP v1报文格式</vt:lpstr>
      <vt:lpstr>IGMP工作机制</vt:lpstr>
      <vt:lpstr>IGMP采用的一些具体措施 </vt:lpstr>
      <vt:lpstr>多播工作机制示例(IGMP v1)</vt:lpstr>
      <vt:lpstr>5.3 IPv6协议</vt:lpstr>
      <vt:lpstr>IPv6的优势</vt:lpstr>
      <vt:lpstr>IPv6基本头部</vt:lpstr>
      <vt:lpstr>IPv6基本头格式</vt:lpstr>
      <vt:lpstr>IPv6基本头格式</vt:lpstr>
      <vt:lpstr>IPv6基本头格式</vt:lpstr>
      <vt:lpstr>IPv6扩展头</vt:lpstr>
      <vt:lpstr>IPv6扩展头示例</vt:lpstr>
      <vt:lpstr>IPv6扩展头</vt:lpstr>
      <vt:lpstr>IPv6扩展头典型应用：SRv6</vt:lpstr>
      <vt:lpstr>IPv6地址</vt:lpstr>
      <vt:lpstr>IPv6地址缩写规范</vt:lpstr>
      <vt:lpstr>IPv6地址缩写示例</vt:lpstr>
      <vt:lpstr>IPv6地址分类</vt:lpstr>
      <vt:lpstr>IPv6单播地址结构</vt:lpstr>
      <vt:lpstr>IPv6单播地址接口标识</vt:lpstr>
      <vt:lpstr>IPv6链路本地地址</vt:lpstr>
      <vt:lpstr>IPv6唯一本地地址</vt:lpstr>
      <vt:lpstr>IPv6全球单播地址</vt:lpstr>
      <vt:lpstr>IPv6组播地址</vt:lpstr>
      <vt:lpstr>IPv6任播地址</vt:lpstr>
      <vt:lpstr>典型园区网络中的地址配置需求</vt:lpstr>
      <vt:lpstr>ICMPv6</vt:lpstr>
      <vt:lpstr>ICMPv6报文格式</vt:lpstr>
      <vt:lpstr>NDP协议</vt:lpstr>
      <vt:lpstr>网卡启动过程</vt:lpstr>
      <vt:lpstr>生成链路本地地址</vt:lpstr>
      <vt:lpstr>生成被请求节点多播地址</vt:lpstr>
      <vt:lpstr>多播成员报告</vt:lpstr>
      <vt:lpstr>重复地址检测</vt:lpstr>
      <vt:lpstr>无状态地址自动配置</vt:lpstr>
      <vt:lpstr>IPv4/IPv6互通</vt:lpstr>
      <vt:lpstr>IPv4/IPv6双栈</vt:lpstr>
      <vt:lpstr>隧道技术：IPv6 over IPv4隧道</vt:lpstr>
      <vt:lpstr>隧道技术：IPv4 over IPv6隧道</vt:lpstr>
      <vt:lpstr>转换技术：NAT64</vt:lpstr>
      <vt:lpstr>5.4 互连网路由问题</vt:lpstr>
      <vt:lpstr>自治系统和内部、外部网关协议</vt:lpstr>
      <vt:lpstr>内部网关路由选择协议</vt:lpstr>
      <vt:lpstr>OSPF的三个要点</vt:lpstr>
      <vt:lpstr>OSPF层次结构的区域划分</vt:lpstr>
      <vt:lpstr>划分区域</vt:lpstr>
      <vt:lpstr>OSPF的其它特点</vt:lpstr>
      <vt:lpstr>OSPF数据包类型</vt:lpstr>
      <vt:lpstr>外部网关路由选择协议</vt:lpstr>
      <vt:lpstr>BGP使用的环境不同</vt:lpstr>
      <vt:lpstr>“ BGP 发言人”</vt:lpstr>
      <vt:lpstr>BGP发言人和自治系统 AS 的关系 </vt:lpstr>
      <vt:lpstr>BGP 协议的特点</vt:lpstr>
      <vt:lpstr>BGP 报文格式</vt:lpstr>
      <vt:lpstr>BGP-4 使用四种报文类型</vt:lpstr>
      <vt:lpstr>路由器体系结构 </vt:lpstr>
      <vt:lpstr>路由器输入、输出端口</vt:lpstr>
      <vt:lpstr>5.5 软件定义网络</vt:lpstr>
      <vt:lpstr>SDN的优点</vt:lpstr>
      <vt:lpstr>SDN网络工作流程</vt:lpstr>
      <vt:lpstr>5.6 多协议标签交换与段路由协议</vt:lpstr>
      <vt:lpstr>段路由协议SRv6</vt:lpstr>
      <vt:lpstr>IPv6段路由扩展报头 (SRH)</vt:lpstr>
      <vt:lpstr>SRv6报文转发</vt:lpstr>
      <vt:lpstr>5.7 本章总结</vt:lpstr>
      <vt:lpstr>本章总结</vt:lpstr>
      <vt:lpstr>本章总结</vt:lpstr>
      <vt:lpstr>本章总结</vt:lpstr>
    </vt:vector>
  </TitlesOfParts>
  <Company>Jilin University</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第五章 网络层</dc:title>
  <dc:creator>Zhang Zongsheng</dc:creator>
  <cp:lastModifiedBy>俏也不争春 </cp:lastModifiedBy>
  <cp:revision>20221169</cp:revision>
  <cp:lastPrinted>2113-01-01T00:00:00Z</cp:lastPrinted>
  <dcterms:created xsi:type="dcterms:W3CDTF">2003-06-07T12:50:00Z</dcterms:created>
  <dcterms:modified xsi:type="dcterms:W3CDTF">2024-12-02T10:11:25Z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47D8A81CF21140F8BC01B1B4C94469C2_12</vt:lpwstr>
  </property>
  <property fmtid="{D5CDD505-2E9C-101B-9397-08002B2CF9AE}" pid="3" name="KSOProductBuildVer">
    <vt:lpwstr>2052-12.1.0.18912</vt:lpwstr>
  </property>
</Properties>
</file>